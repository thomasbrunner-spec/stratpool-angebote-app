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presentation.xml" ContentType="application/vnd.openxmlformats-officedocument.presentationml.presentation.main+xml"/>
  <Override PartName="/ppt/slideLayouts/slideLayout110.xml" ContentType="application/vnd.openxmlformats-officedocument.presentationml.slideLayout+xml"/>
  <Override PartName="/ppt/slideLayouts/slideLayout109.xml" ContentType="application/vnd.openxmlformats-officedocument.presentationml.slideLayout+xml"/>
  <Override PartName="/ppt/slideLayouts/slideLayout108.xml" ContentType="application/vnd.openxmlformats-officedocument.presentationml.slideLayout+xml"/>
  <Override PartName="/ppt/slideLayouts/slideLayout107.xml" ContentType="application/vnd.openxmlformats-officedocument.presentationml.slideLayout+xml"/>
  <Override PartName="/ppt/slideLayouts/slideLayout106.xml" ContentType="application/vnd.openxmlformats-officedocument.presentationml.slideLayout+xml"/>
  <Override PartName="/ppt/slideLayouts/slideLayout105.xml" ContentType="application/vnd.openxmlformats-officedocument.presentationml.slideLayout+xml"/>
  <Override PartName="/ppt/slideLayouts/slideLayout104.xml" ContentType="application/vnd.openxmlformats-officedocument.presentationml.slideLayout+xml"/>
  <Override PartName="/ppt/slideLayouts/slideLayout103.xml" ContentType="application/vnd.openxmlformats-officedocument.presentationml.slideLayout+xml"/>
  <Override PartName="/ppt/slideLayouts/slideLayout102.xml" ContentType="application/vnd.openxmlformats-officedocument.presentationml.slideLayout+xml"/>
  <Override PartName="/ppt/slideLayouts/slideLayout101.xml" ContentType="application/vnd.openxmlformats-officedocument.presentationml.slideLayout+xml"/>
  <Override PartName="/ppt/slideLayouts/slideLayout100.xml" ContentType="application/vnd.openxmlformats-officedocument.presentationml.slideLayout+xml"/>
  <Override PartName="/ppt/slideLayouts/slideLayout99.xml" ContentType="application/vnd.openxmlformats-officedocument.presentationml.slideLayout+xml"/>
  <Override PartName="/ppt/slideLayouts/slideLayout98.xml" ContentType="application/vnd.openxmlformats-officedocument.presentationml.slideLayout+xml"/>
  <Override PartName="/ppt/slideLayouts/slideLayout97.xml" ContentType="application/vnd.openxmlformats-officedocument.presentationml.slideLayout+xml"/>
  <Override PartName="/ppt/slideLayouts/slideLayout96.xml" ContentType="application/vnd.openxmlformats-officedocument.presentationml.slideLayout+xml"/>
  <Override PartName="/ppt/slideLayouts/slideLayout95.xml" ContentType="application/vnd.openxmlformats-officedocument.presentationml.slideLayout+xml"/>
  <Override PartName="/ppt/slideLayouts/slideLayout94.xml" ContentType="application/vnd.openxmlformats-officedocument.presentationml.slideLayout+xml"/>
  <Override PartName="/ppt/slideLayouts/slideLayout93.xml" ContentType="application/vnd.openxmlformats-officedocument.presentationml.slideLayout+xml"/>
  <Override PartName="/ppt/slideLayouts/slideLayout92.xml" ContentType="application/vnd.openxmlformats-officedocument.presentationml.slideLayout+xml"/>
  <Override PartName="/ppt/slideLayouts/slideLayout91.xml" ContentType="application/vnd.openxmlformats-officedocument.presentationml.slideLayout+xml"/>
  <Override PartName="/ppt/slideLayouts/slideLayout90.xml" ContentType="application/vnd.openxmlformats-officedocument.presentationml.slideLayout+xml"/>
  <Override PartName="/ppt/slideLayouts/slideLayout89.xml" ContentType="application/vnd.openxmlformats-officedocument.presentationml.slideLayout+xml"/>
  <Override PartName="/ppt/slideLayouts/slideLayout88.xml" ContentType="application/vnd.openxmlformats-officedocument.presentationml.slideLayout+xml"/>
  <Override PartName="/ppt/slideLayouts/slideLayout87.xml" ContentType="application/vnd.openxmlformats-officedocument.presentationml.slideLayout+xml"/>
  <Override PartName="/ppt/slideLayouts/slideLayout86.xml" ContentType="application/vnd.openxmlformats-officedocument.presentationml.slideLayout+xml"/>
  <Override PartName="/ppt/slideLayouts/slideLayout85.xml" ContentType="application/vnd.openxmlformats-officedocument.presentationml.slideLayout+xml"/>
  <Override PartName="/ppt/slideLayouts/slideLayout84.xml" ContentType="application/vnd.openxmlformats-officedocument.presentationml.slideLayout+xml"/>
  <Override PartName="/ppt/slideLayouts/slideLayout83.xml" ContentType="application/vnd.openxmlformats-officedocument.presentationml.slideLayout+xml"/>
  <Override PartName="/ppt/slideLayouts/slideLayout82.xml" ContentType="application/vnd.openxmlformats-officedocument.presentationml.slideLayout+xml"/>
  <Override PartName="/ppt/slideLayouts/slideLayout81.xml" ContentType="application/vnd.openxmlformats-officedocument.presentationml.slideLayout+xml"/>
  <Override PartName="/ppt/slideLayouts/slideLayout80.xml" ContentType="application/vnd.openxmlformats-officedocument.presentationml.slideLayout+xml"/>
  <Override PartName="/ppt/slideLayouts/slideLayout79.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71.xml" ContentType="application/vnd.openxmlformats-officedocument.presentationml.slideLayout+xml"/>
  <Override PartName="/ppt/slideLayouts/slideLayout70.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62.xml" ContentType="application/vnd.openxmlformats-officedocument.presentationml.slideLayout+xml"/>
  <Override PartName="/ppt/slideLayouts/slideLayout61.xml" ContentType="application/vnd.openxmlformats-officedocument.presentationml.slideLayout+xml"/>
  <Override PartName="/ppt/slideLayouts/slideLayout60.xml" ContentType="application/vnd.openxmlformats-officedocument.presentationml.slideLayout+xml"/>
  <Override PartName="/ppt/slideLayouts/slideLayout59.xml" ContentType="application/vnd.openxmlformats-officedocument.presentationml.slideLayout+xml"/>
  <Override PartName="/ppt/slideLayouts/slideLayout58.xml" ContentType="application/vnd.openxmlformats-officedocument.presentationml.slideLayout+xml"/>
  <Override PartName="/ppt/slideLayouts/slideLayout57.xml" ContentType="application/vnd.openxmlformats-officedocument.presentationml.slideLayout+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9.xml" ContentType="application/vnd.openxmlformats-officedocument.presentationml.slideLayout+xml"/>
  <Override PartName="/ppt/slideLayouts/slideLayout48.xml" ContentType="application/vnd.openxmlformats-officedocument.presentationml.slideLayout+xml"/>
  <Override PartName="/ppt/slideLayouts/slideLayout47.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831.xml" ContentType="application/vnd.openxmlformats-officedocument.presentationml.tags+xml"/>
  <Override PartName="/ppt/tags/tag467.xml" ContentType="application/vnd.openxmlformats-officedocument.presentationml.tags+xml"/>
  <Override PartName="/customXml/itemProps27.xml" ContentType="application/vnd.openxmlformats-officedocument.customXmlProperties+xml"/>
  <Override PartName="/ppt/tags/tag491.xml" ContentType="application/vnd.openxmlformats-officedocument.presentationml.tags+xml"/>
  <Override PartName="/customXml/itemProps62.xml" ContentType="application/vnd.openxmlformats-officedocument.customXmlProperties+xml"/>
  <Override PartName="/customXml/itemProps117.xml" ContentType="application/vnd.openxmlformats-officedocument.customXmlProperties+xml"/>
  <Override PartName="/ppt/tags/tag565.xml" ContentType="application/vnd.openxmlformats-officedocument.presentationml.tags+xml"/>
  <Override PartName="/customXml/itemProps102.xml" ContentType="application/vnd.openxmlformats-officedocument.customXmlProperties+xml"/>
  <Override PartName="/customXml/itemProps94.xml" ContentType="application/vnd.openxmlformats-officedocument.customXmlProperties+xml"/>
  <Override PartName="/ppt/tags/tag125.xml" ContentType="application/vnd.openxmlformats-officedocument.presentationml.tags+xml"/>
  <Override PartName="/ppt/tags/tag698.xml" ContentType="application/vnd.openxmlformats-officedocument.presentationml.tags+xml"/>
  <Override PartName="/ppt/tags/tag127.xml" ContentType="application/vnd.openxmlformats-officedocument.presentationml.tags+xml"/>
  <Override PartName="/ppt/tags/tag541.xml" ContentType="application/vnd.openxmlformats-officedocument.presentationml.tags+xml"/>
  <Override PartName="/ppt/tags/tag129.xml" ContentType="application/vnd.openxmlformats-officedocument.presentationml.tags+xml"/>
  <Override PartName="/ppt/tags/tag700.xml" ContentType="application/vnd.openxmlformats-officedocument.presentationml.tags+xml"/>
  <Override PartName="/ppt/tags/tag131.xml" ContentType="application/vnd.openxmlformats-officedocument.presentationml.tags+xml"/>
  <Override PartName="/ppt/tags/tag133.xml" ContentType="application/vnd.openxmlformats-officedocument.presentationml.tags+xml"/>
  <Override PartName="/ppt/tags/tag702.xml" ContentType="application/vnd.openxmlformats-officedocument.presentationml.tags+xml"/>
  <Override PartName="/ppt/tags/tag135.xml" ContentType="application/vnd.openxmlformats-officedocument.presentationml.tags+xml"/>
  <Override PartName="/customXml/itemProps79.xml" ContentType="application/vnd.openxmlformats-officedocument.customXmlProperties+xml"/>
  <Override PartName="/ppt/tags/tag137.xml" ContentType="application/vnd.openxmlformats-officedocument.presentationml.tags+xml"/>
  <Override PartName="/ppt/tags/tag704.xml" ContentType="application/vnd.openxmlformats-officedocument.presentationml.tags+xml"/>
  <Override PartName="/ppt/tags/tag139.xml" ContentType="application/vnd.openxmlformats-officedocument.presentationml.tags+xml"/>
  <Override PartName="/ppt/tags/tag884.xml" ContentType="application/vnd.openxmlformats-officedocument.presentationml.tags+xml"/>
  <Override PartName="/ppt/tags/tag141.xml" ContentType="application/vnd.openxmlformats-officedocument.presentationml.tags+xml"/>
  <Override PartName="/ppt/tags/tag706.xml" ContentType="application/vnd.openxmlformats-officedocument.presentationml.tags+xml"/>
  <Override PartName="/ppt/tags/tag143.xml" ContentType="application/vnd.openxmlformats-officedocument.presentationml.tags+xml"/>
  <Override PartName="/customXml/itemProps73.xml" ContentType="application/vnd.openxmlformats-officedocument.customXmlProperties+xml"/>
  <Override PartName="/ppt/tags/tag145.xml" ContentType="application/vnd.openxmlformats-officedocument.presentationml.tags+xml"/>
  <Override PartName="/ppt/tags/tag708.xml" ContentType="application/vnd.openxmlformats-officedocument.presentationml.tags+xml"/>
  <Override PartName="/ppt/tags/tag147.xml" ContentType="application/vnd.openxmlformats-officedocument.presentationml.tags+xml"/>
  <Override PartName="/ppt/tags/tag885.xml" ContentType="application/vnd.openxmlformats-officedocument.presentationml.tags+xml"/>
  <Override PartName="/ppt/tags/tag149.xml" ContentType="application/vnd.openxmlformats-officedocument.presentationml.tags+xml"/>
  <Override PartName="/ppt/tags/tag710.xml" ContentType="application/vnd.openxmlformats-officedocument.presentationml.tags+xml"/>
  <Override PartName="/ppt/tags/tag151.xml" ContentType="application/vnd.openxmlformats-officedocument.presentationml.tags+xml"/>
  <Override PartName="/ppt/tags/tag530.xml" ContentType="application/vnd.openxmlformats-officedocument.presentationml.tags+xml"/>
  <Override PartName="/ppt/tags/tag153.xml" ContentType="application/vnd.openxmlformats-officedocument.presentationml.tags+xml"/>
  <Override PartName="/ppt/tags/tag712.xml" ContentType="application/vnd.openxmlformats-officedocument.presentationml.tags+xml"/>
  <Override PartName="/ppt/tags/tag155.xml" ContentType="application/vnd.openxmlformats-officedocument.presentationml.tags+xml"/>
  <Override PartName="/customXml/itemProps74.xml" ContentType="application/vnd.openxmlformats-officedocument.customXmlProperties+xml"/>
  <Override PartName="/ppt/tags/tag157.xml" ContentType="application/vnd.openxmlformats-officedocument.presentationml.tags+xml"/>
  <Override PartName="/ppt/tags/tag714.xml" ContentType="application/vnd.openxmlformats-officedocument.presentationml.tags+xml"/>
  <Override PartName="/ppt/tags/tag159.xml" ContentType="application/vnd.openxmlformats-officedocument.presentationml.tags+xml"/>
  <Override PartName="/ppt/tags/tag161.xml" ContentType="application/vnd.openxmlformats-officedocument.presentationml.tags+xml"/>
  <Override PartName="/ppt/tags/tag716.xml" ContentType="application/vnd.openxmlformats-officedocument.presentationml.tags+xml"/>
  <Override PartName="/ppt/tags/tag163.xml" ContentType="application/vnd.openxmlformats-officedocument.presentationml.tags+xml"/>
  <Override PartName="/ppt/tags/tag165.xml" ContentType="application/vnd.openxmlformats-officedocument.presentationml.tags+xml"/>
  <Override PartName="/ppt/tags/tag718.xml" ContentType="application/vnd.openxmlformats-officedocument.presentationml.tags+xml"/>
  <Override PartName="/ppt/tags/tag167.xml" ContentType="application/vnd.openxmlformats-officedocument.presentationml.tags+xml"/>
  <Override PartName="/customXml/itemProps93.xml" ContentType="application/vnd.openxmlformats-officedocument.customXmlProperties+xml"/>
  <Override PartName="/ppt/tags/tag169.xml" ContentType="application/vnd.openxmlformats-officedocument.presentationml.tags+xml"/>
  <Override PartName="/ppt/tags/tag720.xml" ContentType="application/vnd.openxmlformats-officedocument.presentationml.tags+xml"/>
  <Override PartName="/ppt/tags/tag171.xml" ContentType="application/vnd.openxmlformats-officedocument.presentationml.tags+xml"/>
  <Override PartName="/customXml/itemProps97.xml" ContentType="application/vnd.openxmlformats-officedocument.customXmlProperties+xml"/>
  <Override PartName="/ppt/tags/tag173.xml" ContentType="application/vnd.openxmlformats-officedocument.presentationml.tags+xml"/>
  <Override PartName="/ppt/tags/tag722.xml" ContentType="application/vnd.openxmlformats-officedocument.presentationml.tags+xml"/>
  <Override PartName="/ppt/tags/tag175.xml" ContentType="application/vnd.openxmlformats-officedocument.presentationml.tags+xml"/>
  <Override PartName="/customXml/itemProps104.xml" ContentType="application/vnd.openxmlformats-officedocument.customXmlProperties+xml"/>
  <Override PartName="/ppt/tags/tag177.xml" ContentType="application/vnd.openxmlformats-officedocument.presentationml.tags+xml"/>
  <Override PartName="/ppt/tags/tag724.xml" ContentType="application/vnd.openxmlformats-officedocument.presentationml.tags+xml"/>
  <Override PartName="/ppt/tags/tag179.xml" ContentType="application/vnd.openxmlformats-officedocument.presentationml.tags+xml"/>
  <Override PartName="/customXml/itemProps70.xml" ContentType="application/vnd.openxmlformats-officedocument.customXmlProperties+xml"/>
  <Override PartName="/ppt/tags/tag181.xml" ContentType="application/vnd.openxmlformats-officedocument.presentationml.tags+xml"/>
  <Override PartName="/ppt/tags/tag726.xml" ContentType="application/vnd.openxmlformats-officedocument.presentationml.tags+xml"/>
  <Override PartName="/ppt/tags/tag183.xml" ContentType="application/vnd.openxmlformats-officedocument.presentationml.tags+xml"/>
  <Override PartName="/ppt/tags/tag185.xml" ContentType="application/vnd.openxmlformats-officedocument.presentationml.tags+xml"/>
  <Override PartName="/ppt/tags/tag728.xml" ContentType="application/vnd.openxmlformats-officedocument.presentationml.tags+xml"/>
  <Override PartName="/ppt/tags/tag187.xml" ContentType="application/vnd.openxmlformats-officedocument.presentationml.tags+xml"/>
  <Override PartName="/ppt/tags/tag531.xml" ContentType="application/vnd.openxmlformats-officedocument.presentationml.tags+xml"/>
  <Override PartName="/ppt/tags/tag189.xml" ContentType="application/vnd.openxmlformats-officedocument.presentationml.tags+xml"/>
  <Override PartName="/ppt/tags/tag730.xml" ContentType="application/vnd.openxmlformats-officedocument.presentationml.tags+xml"/>
  <Override PartName="/ppt/tags/tag191.xml" ContentType="application/vnd.openxmlformats-officedocument.presentationml.tags+xml"/>
  <Override PartName="/ppt/tags/tag193.xml" ContentType="application/vnd.openxmlformats-officedocument.presentationml.tags+xml"/>
  <Override PartName="/ppt/tags/tag732.xml" ContentType="application/vnd.openxmlformats-officedocument.presentationml.tags+xml"/>
  <Override PartName="/ppt/tags/tag195.xml" ContentType="application/vnd.openxmlformats-officedocument.presentationml.tags+xml"/>
  <Override PartName="/ppt/tags/tag197.xml" ContentType="application/vnd.openxmlformats-officedocument.presentationml.tags+xml"/>
  <Override PartName="/ppt/tags/tag734.xml" ContentType="application/vnd.openxmlformats-officedocument.presentationml.tags+xml"/>
  <Override PartName="/ppt/tags/tag199.xml" ContentType="application/vnd.openxmlformats-officedocument.presentationml.tags+xml"/>
  <Override PartName="/ppt/tags/tag201.xml" ContentType="application/vnd.openxmlformats-officedocument.presentationml.tags+xml"/>
  <Override PartName="/ppt/tags/tag736.xml" ContentType="application/vnd.openxmlformats-officedocument.presentationml.tags+xml"/>
  <Override PartName="/ppt/tags/tag203.xml" ContentType="application/vnd.openxmlformats-officedocument.presentationml.tags+xml"/>
  <Override PartName="/ppt/tags/tag558.xml" ContentType="application/vnd.openxmlformats-officedocument.presentationml.tags+xml"/>
  <Override PartName="/ppt/tags/tag205.xml" ContentType="application/vnd.openxmlformats-officedocument.presentationml.tags+xml"/>
  <Override PartName="/ppt/tags/tag738.xml" ContentType="application/vnd.openxmlformats-officedocument.presentationml.tags+xml"/>
  <Override PartName="/ppt/tags/tag207.xml" ContentType="application/vnd.openxmlformats-officedocument.presentationml.tags+xml"/>
  <Override PartName="/customXml/itemProps103.xml" ContentType="application/vnd.openxmlformats-officedocument.customXmlProperties+xml"/>
  <Override PartName="/ppt/tags/tag209.xml" ContentType="application/vnd.openxmlformats-officedocument.presentationml.tags+xml"/>
  <Override PartName="/ppt/tags/tag740.xml" ContentType="application/vnd.openxmlformats-officedocument.presentationml.tags+xml"/>
  <Override PartName="/ppt/tags/tag211.xml" ContentType="application/vnd.openxmlformats-officedocument.presentationml.tags+xml"/>
  <Override PartName="/ppt/tags/tag213.xml" ContentType="application/vnd.openxmlformats-officedocument.presentationml.tags+xml"/>
  <Override PartName="/ppt/tags/tag742.xml" ContentType="application/vnd.openxmlformats-officedocument.presentationml.tags+xml"/>
  <Override PartName="/ppt/tags/tag215.xml" ContentType="application/vnd.openxmlformats-officedocument.presentationml.tags+xml"/>
  <Override PartName="/customXml/itemProps100.xml" ContentType="application/vnd.openxmlformats-officedocument.customXmlProperties+xml"/>
  <Override PartName="/ppt/tags/tag217.xml" ContentType="application/vnd.openxmlformats-officedocument.presentationml.tags+xml"/>
  <Override PartName="/ppt/tags/tag744.xml" ContentType="application/vnd.openxmlformats-officedocument.presentationml.tags+xml"/>
  <Override PartName="/ppt/tags/tag219.xml" ContentType="application/vnd.openxmlformats-officedocument.presentationml.tags+xml"/>
  <Override PartName="/ppt/tags/tag221.xml" ContentType="application/vnd.openxmlformats-officedocument.presentationml.tags+xml"/>
  <Override PartName="/ppt/tags/tag746.xml" ContentType="application/vnd.openxmlformats-officedocument.presentationml.tags+xml"/>
  <Override PartName="/ppt/tags/tag223.xml" ContentType="application/vnd.openxmlformats-officedocument.presentationml.tags+xml"/>
  <Override PartName="/customXml/itemProps75.xml" ContentType="application/vnd.openxmlformats-officedocument.customXmlProperties+xml"/>
  <Override PartName="/ppt/tags/tag225.xml" ContentType="application/vnd.openxmlformats-officedocument.presentationml.tags+xml"/>
  <Override PartName="/ppt/tags/tag748.xml" ContentType="application/vnd.openxmlformats-officedocument.presentationml.tags+xml"/>
  <Override PartName="/ppt/tags/tag227.xml" ContentType="application/vnd.openxmlformats-officedocument.presentationml.tags+xml"/>
  <Override PartName="/customXml/itemProps67.xml" ContentType="application/vnd.openxmlformats-officedocument.customXmlProperties+xml"/>
  <Override PartName="/ppt/tags/tag229.xml" ContentType="application/vnd.openxmlformats-officedocument.presentationml.tags+xml"/>
  <Override PartName="/ppt/tags/tag750.xml" ContentType="application/vnd.openxmlformats-officedocument.presentationml.tags+xml"/>
  <Override PartName="/ppt/tags/tag231.xml" ContentType="application/vnd.openxmlformats-officedocument.presentationml.tags+xml"/>
  <Override PartName="/ppt/tags/tag557.xml" ContentType="application/vnd.openxmlformats-officedocument.presentationml.tags+xml"/>
  <Override PartName="/ppt/tags/tag233.xml" ContentType="application/vnd.openxmlformats-officedocument.presentationml.tags+xml"/>
  <Override PartName="/ppt/tags/tag752.xml" ContentType="application/vnd.openxmlformats-officedocument.presentationml.tags+xml"/>
  <Override PartName="/ppt/tags/tag235.xml" ContentType="application/vnd.openxmlformats-officedocument.presentationml.tags+xml"/>
  <Override PartName="/ppt/tags/tag470.xml" ContentType="application/vnd.openxmlformats-officedocument.presentationml.tags+xml"/>
  <Override PartName="/ppt/tags/tag237.xml" ContentType="application/vnd.openxmlformats-officedocument.presentationml.tags+xml"/>
  <Override PartName="/ppt/tags/tag754.xml" ContentType="application/vnd.openxmlformats-officedocument.presentationml.tags+xml"/>
  <Override PartName="/ppt/tags/tag239.xml" ContentType="application/vnd.openxmlformats-officedocument.presentationml.tags+xml"/>
  <Override PartName="/ppt/tags/tag522.xml" ContentType="application/vnd.openxmlformats-officedocument.presentationml.tags+xml"/>
  <Override PartName="/ppt/tags/tag241.xml" ContentType="application/vnd.openxmlformats-officedocument.presentationml.tags+xml"/>
  <Override PartName="/ppt/tags/tag756.xml" ContentType="application/vnd.openxmlformats-officedocument.presentationml.tags+xml"/>
  <Override PartName="/ppt/tags/tag243.xml" ContentType="application/vnd.openxmlformats-officedocument.presentationml.tags+xml"/>
  <Override PartName="/ppt/tags/tag245.xml" ContentType="application/vnd.openxmlformats-officedocument.presentationml.tags+xml"/>
  <Override PartName="/ppt/tags/tag758.xml" ContentType="application/vnd.openxmlformats-officedocument.presentationml.tags+xml"/>
  <Override PartName="/ppt/tags/tag247.xml" ContentType="application/vnd.openxmlformats-officedocument.presentationml.tags+xml"/>
  <Override PartName="/customXml/itemProps66.xml" ContentType="application/vnd.openxmlformats-officedocument.customXmlProperties+xml"/>
  <Override PartName="/ppt/tags/tag249.xml" ContentType="application/vnd.openxmlformats-officedocument.presentationml.tags+xml"/>
  <Override PartName="/ppt/tags/tag760.xml" ContentType="application/vnd.openxmlformats-officedocument.presentationml.tags+xml"/>
  <Override PartName="/ppt/tags/tag251.xml" ContentType="application/vnd.openxmlformats-officedocument.presentationml.tags+xml"/>
  <Override PartName="/ppt/tags/tag253.xml" ContentType="application/vnd.openxmlformats-officedocument.presentationml.tags+xml"/>
  <Override PartName="/ppt/tags/tag762.xml" ContentType="application/vnd.openxmlformats-officedocument.presentationml.tags+xml"/>
  <Override PartName="/ppt/tags/tag255.xml" ContentType="application/vnd.openxmlformats-officedocument.presentationml.tags+xml"/>
  <Override PartName="/ppt/tags/tag257.xml" ContentType="application/vnd.openxmlformats-officedocument.presentationml.tags+xml"/>
  <Override PartName="/ppt/tags/tag764.xml" ContentType="application/vnd.openxmlformats-officedocument.presentationml.tags+xml"/>
  <Override PartName="/ppt/tags/tag259.xml" ContentType="application/vnd.openxmlformats-officedocument.presentationml.tags+xml"/>
  <Override PartName="/ppt/tags/tag261.xml" ContentType="application/vnd.openxmlformats-officedocument.presentationml.tags+xml"/>
  <Override PartName="/ppt/tags/tag766.xml" ContentType="application/vnd.openxmlformats-officedocument.presentationml.tags+xml"/>
  <Override PartName="/ppt/tags/tag263.xml" ContentType="application/vnd.openxmlformats-officedocument.presentationml.tags+xml"/>
  <Override PartName="/ppt/tags/tag549.xml" ContentType="application/vnd.openxmlformats-officedocument.presentationml.tags+xml"/>
  <Override PartName="/ppt/tags/tag265.xml" ContentType="application/vnd.openxmlformats-officedocument.presentationml.tags+xml"/>
  <Override PartName="/ppt/tags/tag768.xml" ContentType="application/vnd.openxmlformats-officedocument.presentationml.tags+xml"/>
  <Override PartName="/ppt/tags/tag267.xml" ContentType="application/vnd.openxmlformats-officedocument.presentationml.tags+xml"/>
  <Override PartName="/customXml/itemProps6.xml" ContentType="application/vnd.openxmlformats-officedocument.customXmlProperties+xml"/>
  <Override PartName="/ppt/tags/tag269.xml" ContentType="application/vnd.openxmlformats-officedocument.presentationml.tags+xml"/>
  <Override PartName="/ppt/tags/tag770.xml" ContentType="application/vnd.openxmlformats-officedocument.presentationml.tags+xml"/>
  <Override PartName="/ppt/tags/tag271.xml" ContentType="application/vnd.openxmlformats-officedocument.presentationml.tags+xml"/>
  <Override PartName="/ppt/tags/tag273.xml" ContentType="application/vnd.openxmlformats-officedocument.presentationml.tags+xml"/>
  <Override PartName="/ppt/tags/tag772.xml" ContentType="application/vnd.openxmlformats-officedocument.presentationml.tags+xml"/>
  <Override PartName="/ppt/tags/tag275.xml" ContentType="application/vnd.openxmlformats-officedocument.presentationml.tags+xml"/>
  <Override PartName="/ppt/tags/tag277.xml" ContentType="application/vnd.openxmlformats-officedocument.presentationml.tags+xml"/>
  <Override PartName="/ppt/tags/tag774.xml" ContentType="application/vnd.openxmlformats-officedocument.presentationml.tags+xml"/>
  <Override PartName="/ppt/tags/tag279.xml" ContentType="application/vnd.openxmlformats-officedocument.presentationml.tags+xml"/>
  <Override PartName="/ppt/tags/tag281.xml" ContentType="application/vnd.openxmlformats-officedocument.presentationml.tags+xml"/>
  <Override PartName="/ppt/tags/tag776.xml" ContentType="application/vnd.openxmlformats-officedocument.presentationml.tags+xml"/>
  <Override PartName="/ppt/tags/tag283.xml" ContentType="application/vnd.openxmlformats-officedocument.presentationml.tags+xml"/>
  <Override PartName="/customXml/itemProps4.xml" ContentType="application/vnd.openxmlformats-officedocument.customXmlProperties+xml"/>
  <Override PartName="/ppt/tags/tag285.xml" ContentType="application/vnd.openxmlformats-officedocument.presentationml.tags+xml"/>
  <Override PartName="/ppt/tags/tag778.xml" ContentType="application/vnd.openxmlformats-officedocument.presentationml.tags+xml"/>
  <Override PartName="/ppt/tags/tag287.xml" ContentType="application/vnd.openxmlformats-officedocument.presentationml.tags+xml"/>
  <Override PartName="/customXml/itemProps64.xml" ContentType="application/vnd.openxmlformats-officedocument.customXmlProperties+xml"/>
  <Override PartName="/ppt/tags/tag289.xml" ContentType="application/vnd.openxmlformats-officedocument.presentationml.tags+xml"/>
  <Override PartName="/ppt/tags/tag780.xml" ContentType="application/vnd.openxmlformats-officedocument.presentationml.tags+xml"/>
  <Override PartName="/ppt/tags/tag291.xml" ContentType="application/vnd.openxmlformats-officedocument.presentationml.tags+xml"/>
  <Override PartName="/ppt/tags/tag293.xml" ContentType="application/vnd.openxmlformats-officedocument.presentationml.tags+xml"/>
  <Override PartName="/ppt/tags/tag782.xml" ContentType="application/vnd.openxmlformats-officedocument.presentationml.tags+xml"/>
  <Override PartName="/ppt/tags/tag295.xml" ContentType="application/vnd.openxmlformats-officedocument.presentationml.tags+xml"/>
  <Override PartName="/ppt/tags/tag297.xml" ContentType="application/vnd.openxmlformats-officedocument.presentationml.tags+xml"/>
  <Override PartName="/ppt/tags/tag784.xml" ContentType="application/vnd.openxmlformats-officedocument.presentationml.tags+xml"/>
  <Override PartName="/ppt/tags/tag299.xml" ContentType="application/vnd.openxmlformats-officedocument.presentationml.tags+xml"/>
  <Override PartName="/customXml/itemProps2.xml" ContentType="application/vnd.openxmlformats-officedocument.customXmlProperties+xml"/>
  <Override PartName="/ppt/tags/tag301.xml" ContentType="application/vnd.openxmlformats-officedocument.presentationml.tags+xml"/>
  <Override PartName="/ppt/tags/tag786.xml" ContentType="application/vnd.openxmlformats-officedocument.presentationml.tags+xml"/>
  <Override PartName="/ppt/tags/tag303.xml" ContentType="application/vnd.openxmlformats-officedocument.presentationml.tags+xml"/>
  <Override PartName="/customXml/itemProps106.xml" ContentType="application/vnd.openxmlformats-officedocument.customXmlProperties+xml"/>
  <Override PartName="/ppt/tags/tag305.xml" ContentType="application/vnd.openxmlformats-officedocument.presentationml.tags+xml"/>
  <Override PartName="/ppt/tags/tag788.xml" ContentType="application/vnd.openxmlformats-officedocument.presentationml.tags+xml"/>
  <Override PartName="/ppt/tags/tag307.xml" ContentType="application/vnd.openxmlformats-officedocument.presentationml.tags+xml"/>
  <Override PartName="/ppt/tags/tag309.xml" ContentType="application/vnd.openxmlformats-officedocument.presentationml.tags+xml"/>
  <Override PartName="/ppt/tags/tag790.xml" ContentType="application/vnd.openxmlformats-officedocument.presentationml.tags+xml"/>
  <Override PartName="/ppt/tags/tag311.xml" ContentType="application/vnd.openxmlformats-officedocument.presentationml.tags+xml"/>
  <Override PartName="/customXml/itemProps107.xml" ContentType="application/vnd.openxmlformats-officedocument.customXmlProperties+xml"/>
  <Override PartName="/ppt/tags/tag313.xml" ContentType="application/vnd.openxmlformats-officedocument.presentationml.tags+xml"/>
  <Override PartName="/ppt/tags/tag792.xml" ContentType="application/vnd.openxmlformats-officedocument.presentationml.tags+xml"/>
  <Override PartName="/ppt/tags/tag315.xml" ContentType="application/vnd.openxmlformats-officedocument.presentationml.tags+xml"/>
  <Override PartName="/ppt/tags/tag317.xml" ContentType="application/vnd.openxmlformats-officedocument.presentationml.tags+xml"/>
  <Override PartName="/ppt/tags/tag794.xml" ContentType="application/vnd.openxmlformats-officedocument.presentationml.tags+xml"/>
  <Override PartName="/ppt/tags/tag319.xml" ContentType="application/vnd.openxmlformats-officedocument.presentationml.tags+xml"/>
  <Override PartName="/customXml/itemProps63.xml" ContentType="application/vnd.openxmlformats-officedocument.customXmlProperties+xml"/>
  <Override PartName="/ppt/tags/tag321.xml" ContentType="application/vnd.openxmlformats-officedocument.presentationml.tags+xml"/>
  <Override PartName="/ppt/tags/tag796.xml" ContentType="application/vnd.openxmlformats-officedocument.presentationml.tags+xml"/>
  <Override PartName="/ppt/tags/tag323.xml" ContentType="application/vnd.openxmlformats-officedocument.presentationml.tags+xml"/>
  <Override PartName="/ppt/tags/tag325.xml" ContentType="application/vnd.openxmlformats-officedocument.presentationml.tags+xml"/>
  <Override PartName="/customXml/itemProps59.xml" ContentType="application/vnd.openxmlformats-officedocument.customXmlProperties+xml"/>
  <Override PartName="/ppt/tags/tag516.xml" ContentType="application/vnd.openxmlformats-officedocument.presentationml.tags+xml"/>
  <Override PartName="/customXml/itemProps60.xml" ContentType="application/vnd.openxmlformats-officedocument.customXmlProperties+xml"/>
  <Override PartName="/customXml/itemProps57.xml" ContentType="application/vnd.openxmlformats-officedocument.customXmlProperties+xml"/>
  <Override PartName="/ppt/tags/tag514.xml" ContentType="application/vnd.openxmlformats-officedocument.presentationml.tags+xml"/>
  <Override PartName="/customXml/itemProps108.xml" ContentType="application/vnd.openxmlformats-officedocument.customXmlProperties+xml"/>
  <Override PartName="/customXml/itemProps55.xml" ContentType="application/vnd.openxmlformats-officedocument.customXmlProperties+xml"/>
  <Override PartName="/ppt/tags/tag511.xml" ContentType="application/vnd.openxmlformats-officedocument.presentationml.tags+xml"/>
  <Override PartName="/ppt/tags/tag513.xml" ContentType="application/vnd.openxmlformats-officedocument.presentationml.tags+xml"/>
  <Override PartName="/customXml/itemProps53.xml" ContentType="application/vnd.openxmlformats-officedocument.customXmlProperties+xml"/>
  <Override PartName="/ppt/tags/tag510.xml" ContentType="application/vnd.openxmlformats-officedocument.presentationml.tags+xml"/>
  <Override PartName="/ppt/tags/tag612.xml" ContentType="application/vnd.openxmlformats-officedocument.presentationml.tags+xml"/>
  <Override PartName="/ppt/tags/tag509.xml" ContentType="application/vnd.openxmlformats-officedocument.presentationml.tags+xml"/>
  <Override PartName="/customXml/itemProps51.xml" ContentType="application/vnd.openxmlformats-officedocument.customXmlProperties+xml"/>
  <Override PartName="/customXml/itemProps48.xml" ContentType="application/vnd.openxmlformats-officedocument.customXmlProperties+xml"/>
  <Override PartName="/ppt/tags/tag507.xml" ContentType="application/vnd.openxmlformats-officedocument.presentationml.tags+xml"/>
  <Override PartName="/ppt/tags/tag875.xml" ContentType="application/vnd.openxmlformats-officedocument.presentationml.tags+xml"/>
  <Override PartName="/ppt/tags/tag518.xml" ContentType="application/vnd.openxmlformats-officedocument.presentationml.tags+xml"/>
  <Override PartName="/customXml/itemProps46.xml" ContentType="application/vnd.openxmlformats-officedocument.customXmlProperties+xml"/>
  <Override PartName="/ppt/tags/tag503.xml" ContentType="application/vnd.openxmlformats-officedocument.presentationml.tags+xml"/>
  <Override PartName="/ppt/tags/tag505.xml" ContentType="application/vnd.openxmlformats-officedocument.presentationml.tags+xml"/>
  <Override PartName="/ppt/tags/tag874.xml" ContentType="application/vnd.openxmlformats-officedocument.presentationml.tags+xml"/>
  <Override PartName="/ppt/tags/tag563.xml" ContentType="application/vnd.openxmlformats-officedocument.presentationml.tags+xml"/>
  <Override PartName="/ppt/tags/tag499.xml" ContentType="application/vnd.openxmlformats-officedocument.presentationml.tags+xml"/>
  <Override PartName="/customXml/itemProps41.xml" ContentType="application/vnd.openxmlformats-officedocument.customXmlProperties+xml"/>
  <Override PartName="/ppt/tags/tag500.xml" ContentType="application/vnd.openxmlformats-officedocument.presentationml.tags+xml"/>
  <Override PartName="/customXml/itemProps38.xml" ContentType="application/vnd.openxmlformats-officedocument.customXmlProperties+xml"/>
  <Override PartName="/ppt/tags/tag497.xml" ContentType="application/vnd.openxmlformats-officedocument.presentationml.tags+xml"/>
  <Override PartName="/ppt/tags/tag496.xml" ContentType="application/vnd.openxmlformats-officedocument.presentationml.tags+xml"/>
  <Override PartName="/customXml/itemProps65.xml" ContentType="application/vnd.openxmlformats-officedocument.customXmlProperties+xml"/>
  <Override PartName="/customXml/itemProps36.xml" ContentType="application/vnd.openxmlformats-officedocument.customXmlProperties+xml"/>
  <Override PartName="/ppt/tags/tag493.xml" ContentType="application/vnd.openxmlformats-officedocument.presentationml.tags+xml"/>
  <Override PartName="/ppt/tags/tag495.xml" ContentType="application/vnd.openxmlformats-officedocument.presentationml.tags+xml"/>
  <Override PartName="/customXml/itemProps33.xml" ContentType="application/vnd.openxmlformats-officedocument.customXmlProperties+xml"/>
  <Override PartName="/ppt/tags/tag492.xml" ContentType="application/vnd.openxmlformats-officedocument.presentationml.tags+xml"/>
  <Override PartName="/ppt/tags/tag532.xml" ContentType="application/vnd.openxmlformats-officedocument.presentationml.tags+xml"/>
  <Override PartName="/ppt/tags/tag489.xml" ContentType="application/vnd.openxmlformats-officedocument.presentationml.tags+xml"/>
  <Override PartName="/customXml/itemProps31.xml" ContentType="application/vnd.openxmlformats-officedocument.customXmlProperties+xml"/>
  <Override PartName="/ppt/tags/tag488.xml" ContentType="application/vnd.openxmlformats-officedocument.presentationml.tags+xml"/>
  <Override PartName="/customXml/itemProps28.xml" ContentType="application/vnd.openxmlformats-officedocument.customXmlProperties+xml"/>
  <Override PartName="/ppt/tags/tag487.xml" ContentType="application/vnd.openxmlformats-officedocument.presentationml.tags+xml"/>
  <Override PartName="/ppt/tags/tag486.xml" ContentType="application/vnd.openxmlformats-officedocument.presentationml.tags+xml"/>
  <Override PartName="/customXml/itemProps43.xml" ContentType="application/vnd.openxmlformats-officedocument.customXmlProperties+xml"/>
  <Override PartName="/ppt/tags/tag484.xml" ContentType="application/vnd.openxmlformats-officedocument.presentationml.tags+xml"/>
  <Override PartName="/customXml/itemProps26.xml" ContentType="application/vnd.openxmlformats-officedocument.customXmlProperties+xml"/>
  <Override PartName="/customXml/itemProps12.xml" ContentType="application/vnd.openxmlformats-officedocument.customXmlProperties+xml"/>
  <Override PartName="/ppt/tags/tag485.xml" ContentType="application/vnd.openxmlformats-officedocument.presentationml.tags+xml"/>
  <Override PartName="/ppt/tags/tag832.xml" ContentType="application/vnd.openxmlformats-officedocument.presentationml.tags+xml"/>
  <Override PartName="/ppt/tags/tag327.xml" ContentType="application/vnd.openxmlformats-officedocument.presentationml.tags+xml"/>
  <Override PartName="/customXml/itemProps24.xml" ContentType="application/vnd.openxmlformats-officedocument.customXmlProperties+xml"/>
  <Override PartName="/ppt/tags/tag329.xml" ContentType="application/vnd.openxmlformats-officedocument.presentationml.tags+xml"/>
  <Override PartName="/ppt/tags/tag330.xml" ContentType="application/vnd.openxmlformats-officedocument.presentationml.tags+xml"/>
  <Override PartName="/ppt/tags/tag117.xml" ContentType="application/vnd.openxmlformats-officedocument.presentationml.tags+xml"/>
  <Override PartName="/ppt/tags/tag332.xml" ContentType="application/vnd.openxmlformats-officedocument.presentationml.tags+xml"/>
  <Override PartName="/ppt/tags/tag836.xml" ContentType="application/vnd.openxmlformats-officedocument.presentationml.tags+xml"/>
  <Override PartName="/ppt/tags/tag334.xml" ContentType="application/vnd.openxmlformats-officedocument.presentationml.tags+xml"/>
  <Override PartName="/ppt/tags/tag336.xml" ContentType="application/vnd.openxmlformats-officedocument.presentationml.tags+xml"/>
  <Override PartName="/ppt/tags/tag838.xml" ContentType="application/vnd.openxmlformats-officedocument.presentationml.tags+xml"/>
  <Override PartName="/ppt/tags/tag338.xml" ContentType="application/vnd.openxmlformats-officedocument.presentationml.tags+xml"/>
  <Override PartName="/ppt/tags/tag694.xml" ContentType="application/vnd.openxmlformats-officedocument.presentationml.tags+xml"/>
  <Override PartName="/ppt/tags/tag340.xml" ContentType="application/vnd.openxmlformats-officedocument.presentationml.tags+xml"/>
  <Override PartName="/ppt/tags/tag840.xml" ContentType="application/vnd.openxmlformats-officedocument.presentationml.tags+xml"/>
  <Override PartName="/ppt/tags/tag342.xml" ContentType="application/vnd.openxmlformats-officedocument.presentationml.tags+xml"/>
  <Override PartName="/ppt/tags/tag879.xml" ContentType="application/vnd.openxmlformats-officedocument.presentationml.tags+xml"/>
  <Override PartName="/ppt/tags/tag344.xml" ContentType="application/vnd.openxmlformats-officedocument.presentationml.tags+xml"/>
  <Override PartName="/ppt/tags/tag842.xml" ContentType="application/vnd.openxmlformats-officedocument.presentationml.tags+xml"/>
  <Override PartName="/ppt/tags/tag346.xml" ContentType="application/vnd.openxmlformats-officedocument.presentationml.tags+xml"/>
  <Override PartName="/ppt/tags/tag473.xml" ContentType="application/vnd.openxmlformats-officedocument.presentationml.tags+xml"/>
  <Override PartName="/ppt/tags/tag844.xml" ContentType="application/vnd.openxmlformats-officedocument.presentationml.tags+xml"/>
  <Override PartName="/ppt/tags/tag349.xml" ContentType="application/vnd.openxmlformats-officedocument.presentationml.tags+xml"/>
  <Override PartName="/ppt/tags/tag351.xml" ContentType="application/vnd.openxmlformats-officedocument.presentationml.tags+xml"/>
  <Override PartName="/ppt/tags/tag846.xml" ContentType="application/vnd.openxmlformats-officedocument.presentationml.tags+xml"/>
  <Override PartName="/ppt/tags/tag353.xml" ContentType="application/vnd.openxmlformats-officedocument.presentationml.tags+xml"/>
  <Override PartName="/ppt/tags/tag119.xml" ContentType="application/vnd.openxmlformats-officedocument.presentationml.tags+xml"/>
  <Override PartName="/ppt/tags/tag355.xml" ContentType="application/vnd.openxmlformats-officedocument.presentationml.tags+xml"/>
  <Override PartName="/ppt/tags/tag848.xml" ContentType="application/vnd.openxmlformats-officedocument.presentationml.tags+xml"/>
  <Override PartName="/ppt/tags/tag357.xml" ContentType="application/vnd.openxmlformats-officedocument.presentationml.tags+xml"/>
  <Override PartName="/ppt/tags/tag475.xml" ContentType="application/vnd.openxmlformats-officedocument.presentationml.tags+xml"/>
  <Override PartName="/ppt/tags/tag359.xml" ContentType="application/vnd.openxmlformats-officedocument.presentationml.tags+xml"/>
  <Override PartName="/ppt/tags/tag850.xml" ContentType="application/vnd.openxmlformats-officedocument.presentationml.tags+xml"/>
  <Override PartName="/ppt/tags/tag361.xml" ContentType="application/vnd.openxmlformats-officedocument.presentationml.tags+xml"/>
  <Override PartName="/customXml/itemProps113.xml" ContentType="application/vnd.openxmlformats-officedocument.customXmlProperties+xml"/>
  <Override PartName="/ppt/tags/tag363.xml" ContentType="application/vnd.openxmlformats-officedocument.presentationml.tags+xml"/>
  <Override PartName="/ppt/tags/tag852.xml" ContentType="application/vnd.openxmlformats-officedocument.presentationml.tags+xml"/>
  <Override PartName="/ppt/tags/tag365.xml" ContentType="application/vnd.openxmlformats-officedocument.presentationml.tags+xml"/>
  <Override PartName="/ppt/tags/tag367.xml" ContentType="application/vnd.openxmlformats-officedocument.presentationml.tags+xml"/>
  <Override PartName="/customXml/itemProps16.xml" ContentType="application/vnd.openxmlformats-officedocument.customXmlProperties+xml"/>
  <Override PartName="/ppt/tags/tag369.xml" ContentType="application/vnd.openxmlformats-officedocument.presentationml.tags+xml"/>
  <Override PartName="/ppt/tags/tag692.xml" ContentType="application/vnd.openxmlformats-officedocument.presentationml.tags+xml"/>
  <Override PartName="/ppt/tags/tag371.xml" ContentType="application/vnd.openxmlformats-officedocument.presentationml.tags+xml"/>
  <Override PartName="/ppt/tags/tag854.xml" ContentType="application/vnd.openxmlformats-officedocument.presentationml.tags+xml"/>
  <Override PartName="/ppt/tags/tag373.xml" ContentType="application/vnd.openxmlformats-officedocument.presentationml.tags+xml"/>
  <Override PartName="/ppt/tags/tag375.xml" ContentType="application/vnd.openxmlformats-officedocument.presentationml.tags+xml"/>
  <Override PartName="/ppt/tags/tag856.xml" ContentType="application/vnd.openxmlformats-officedocument.presentationml.tags+xml"/>
  <Override PartName="/ppt/tags/tag377.xml" ContentType="application/vnd.openxmlformats-officedocument.presentationml.tags+xml"/>
  <Override PartName="/ppt/tags/tag379.xml" ContentType="application/vnd.openxmlformats-officedocument.presentationml.tags+xml"/>
  <Override PartName="/ppt/tags/tag857.xml" ContentType="application/vnd.openxmlformats-officedocument.presentationml.tags+xml"/>
  <Override PartName="/ppt/tags/tag381.xml" ContentType="application/vnd.openxmlformats-officedocument.presentationml.tags+xml"/>
  <Override PartName="/ppt/tags/tag383.xml" ContentType="application/vnd.openxmlformats-officedocument.presentationml.tags+xml"/>
  <Override PartName="/ppt/tags/tag859.xml" ContentType="application/vnd.openxmlformats-officedocument.presentationml.tags+xml"/>
  <Override PartName="/ppt/tags/tag385.xml" ContentType="application/vnd.openxmlformats-officedocument.presentationml.tags+xml"/>
  <Override PartName="/ppt/tags/tag545.xml" ContentType="application/vnd.openxmlformats-officedocument.presentationml.tags+xml"/>
  <Override PartName="/ppt/tags/tag387.xml" ContentType="application/vnd.openxmlformats-officedocument.presentationml.tags+xml"/>
  <Override PartName="/ppt/tags/tag861.xml" ContentType="application/vnd.openxmlformats-officedocument.presentationml.tags+xml"/>
  <Override PartName="/ppt/tags/tag389.xml" ContentType="application/vnd.openxmlformats-officedocument.presentationml.tags+xml"/>
  <Override PartName="/ppt/tags/tag391.xml" ContentType="application/vnd.openxmlformats-officedocument.presentationml.tags+xml"/>
  <Override PartName="/ppt/tags/tag862.xml" ContentType="application/vnd.openxmlformats-officedocument.presentationml.tags+xml"/>
  <Override PartName="/ppt/tags/tag393.xml" ContentType="application/vnd.openxmlformats-officedocument.presentationml.tags+xml"/>
  <Override PartName="/ppt/tags/tag476.xml" ContentType="application/vnd.openxmlformats-officedocument.presentationml.tags+xml"/>
  <Override PartName="/ppt/tags/tag395.xml" ContentType="application/vnd.openxmlformats-officedocument.presentationml.tags+xml"/>
  <Override PartName="/ppt/tags/tag864.xml" ContentType="application/vnd.openxmlformats-officedocument.presentationml.tags+xml"/>
  <Override PartName="/ppt/tags/tag397.xml" ContentType="application/vnd.openxmlformats-officedocument.presentationml.tags+xml"/>
  <Override PartName="/ppt/tags/tag399.xml" ContentType="application/vnd.openxmlformats-officedocument.presentationml.tags+xml"/>
  <Override PartName="/ppt/tags/tag866.xml" ContentType="application/vnd.openxmlformats-officedocument.presentationml.tags+xml"/>
  <Override PartName="/ppt/tags/tag401.xml" ContentType="application/vnd.openxmlformats-officedocument.presentationml.tags+xml"/>
  <Override PartName="/ppt/tags/tag111.xml" ContentType="application/vnd.openxmlformats-officedocument.presentationml.tags+xml"/>
  <Override PartName="/ppt/tags/tag403.xml" ContentType="application/vnd.openxmlformats-officedocument.presentationml.tags+xml"/>
  <Override PartName="/ppt/tags/tag868.xml" ContentType="application/vnd.openxmlformats-officedocument.presentationml.tags+xml"/>
  <Override PartName="/ppt/tags/tag405.xml" ContentType="application/vnd.openxmlformats-officedocument.presentationml.tags+xml"/>
  <Override PartName="/ppt/tags/tag878.xml" ContentType="application/vnd.openxmlformats-officedocument.presentationml.tags+xml"/>
  <Override PartName="/ppt/tags/tag407.xml" ContentType="application/vnd.openxmlformats-officedocument.presentationml.tags+xml"/>
  <Override PartName="/ppt/tags/tag409.xml" ContentType="application/vnd.openxmlformats-officedocument.presentationml.tags+xml"/>
  <Override PartName="/ppt/tags/tag109.xml" ContentType="application/vnd.openxmlformats-officedocument.presentationml.tags+xml"/>
  <Override PartName="/ppt/tags/tag411.xml" ContentType="application/vnd.openxmlformats-officedocument.presentationml.tags+xml"/>
  <Override PartName="/ppt/tags/tag413.xml" ContentType="application/vnd.openxmlformats-officedocument.presentationml.tags+xml"/>
  <Override PartName="/ppt/tags/tag415.xml" ContentType="application/vnd.openxmlformats-officedocument.presentationml.tags+xml"/>
  <Override PartName="/ppt/tags/tag417.xml" ContentType="application/vnd.openxmlformats-officedocument.presentationml.tags+xml"/>
  <Override PartName="/ppt/tags/tag551.xml" ContentType="application/vnd.openxmlformats-officedocument.presentationml.tags+xml"/>
  <Override PartName="/ppt/tags/tag419.xml" ContentType="application/vnd.openxmlformats-officedocument.presentationml.tags+xml"/>
  <Override PartName="/ppt/tags/tag871.xml" ContentType="application/vnd.openxmlformats-officedocument.presentationml.tags+xml"/>
  <Override PartName="/ppt/tags/tag421.xml" ContentType="application/vnd.openxmlformats-officedocument.presentationml.tags+xml"/>
  <Override PartName="/customXml/itemProps138.xml" ContentType="application/vnd.openxmlformats-officedocument.customXmlProperties+xml"/>
  <Override PartName="/ppt/tags/tag423.xml" ContentType="application/vnd.openxmlformats-officedocument.presentationml.tags+xml"/>
  <Override PartName="/ppt/tags/tag872.xml" ContentType="application/vnd.openxmlformats-officedocument.presentationml.tags+xml"/>
  <Override PartName="/ppt/tags/tag425.xml" ContentType="application/vnd.openxmlformats-officedocument.presentationml.tags+xml"/>
  <Override PartName="/ppt/tags/tag595.xml" ContentType="application/vnd.openxmlformats-officedocument.presentationml.tags+xml"/>
  <Override PartName="/ppt/tags/tag427.xml" ContentType="application/vnd.openxmlformats-officedocument.presentationml.tags+xml"/>
  <Override PartName="/customXml/itemProps90.xml" ContentType="application/vnd.openxmlformats-officedocument.customXmlProperties+xml"/>
  <Override PartName="/ppt/tags/tag429.xml" ContentType="application/vnd.openxmlformats-officedocument.presentationml.tags+xml"/>
  <Override PartName="/ppt/tags/tag105.xml" ContentType="application/vnd.openxmlformats-officedocument.presentationml.tags+xml"/>
  <Override PartName="/ppt/tags/tag431.xml" ContentType="application/vnd.openxmlformats-officedocument.presentationml.tags+xml"/>
  <Override PartName="/ppt/tags/tag593.xml" ContentType="application/vnd.openxmlformats-officedocument.presentationml.tags+xml"/>
  <Override PartName="/ppt/tags/tag433.xml" ContentType="application/vnd.openxmlformats-officedocument.presentationml.tags+xml"/>
  <Override PartName="/ppt/tags/tag107.xml" ContentType="application/vnd.openxmlformats-officedocument.presentationml.tags+xml"/>
  <Override PartName="/ppt/tags/tag435.xml" ContentType="application/vnd.openxmlformats-officedocument.presentationml.tags+xml"/>
  <Override PartName="/customXml/itemProps77.xml" ContentType="application/vnd.openxmlformats-officedocument.customXmlProperties+xml"/>
  <Override PartName="/ppt/tags/tag437.xml" ContentType="application/vnd.openxmlformats-officedocument.presentationml.tags+xml"/>
  <Override PartName="/ppt/tags/tag101.xml" ContentType="application/vnd.openxmlformats-officedocument.presentationml.tags+xml"/>
  <Override PartName="/ppt/tags/tag439.xml" ContentType="application/vnd.openxmlformats-officedocument.presentationml.tags+xml"/>
  <Override PartName="/ppt/tags/tag441.xml" ContentType="application/vnd.openxmlformats-officedocument.presentationml.tags+xml"/>
  <Override PartName="/ppt/tags/tag687.xml" ContentType="application/vnd.openxmlformats-officedocument.presentationml.tags+xml"/>
  <Override PartName="/ppt/tags/tag443.xml" ContentType="application/vnd.openxmlformats-officedocument.presentationml.tags+xml"/>
  <Override PartName="/customXml/itemProps112.xml" ContentType="application/vnd.openxmlformats-officedocument.customXmlProperties+xml"/>
  <Override PartName="/ppt/tags/tag445.xml" ContentType="application/vnd.openxmlformats-officedocument.presentationml.tags+xml"/>
  <Override PartName="/customXml/itemProps17.xml" ContentType="application/vnd.openxmlformats-officedocument.customXmlProperties+xml"/>
  <Override PartName="/ppt/tags/tag447.xml" ContentType="application/vnd.openxmlformats-officedocument.presentationml.tags+xml"/>
  <Override PartName="/ppt/tags/tag449.xml" ContentType="application/vnd.openxmlformats-officedocument.presentationml.tags+xml"/>
  <Override PartName="/ppt/tags/tag121.xml" ContentType="application/vnd.openxmlformats-officedocument.presentationml.tags+xml"/>
  <Override PartName="/ppt/tags/tag451.xml" ContentType="application/vnd.openxmlformats-officedocument.presentationml.tags+xml"/>
  <Override PartName="/ppt/tags/tag883.xml" ContentType="application/vnd.openxmlformats-officedocument.presentationml.tags+xml"/>
  <Override PartName="/ppt/tags/tag453.xml" ContentType="application/vnd.openxmlformats-officedocument.presentationml.tags+xml"/>
  <Override PartName="/ppt/tags/tag93.xml" ContentType="application/vnd.openxmlformats-officedocument.presentationml.tags+xml"/>
  <Override PartName="/ppt/tags/tag455.xml" ContentType="application/vnd.openxmlformats-officedocument.presentationml.tags+xml"/>
  <Override PartName="/ppt/tags/tag589.xml" ContentType="application/vnd.openxmlformats-officedocument.presentationml.tags+xml"/>
  <Override PartName="/ppt/tags/tag873.xml" ContentType="application/vnd.openxmlformats-officedocument.presentationml.tags+xml"/>
  <Override PartName="/ppt/tags/tag683.xml" ContentType="application/vnd.openxmlformats-officedocument.presentationml.tags+xml"/>
  <Override PartName="/customXml/itemProps131.xml" ContentType="application/vnd.openxmlformats-officedocument.customXmlProperties+xml"/>
  <Override PartName="/ppt/tags/tag681.xml" ContentType="application/vnd.openxmlformats-officedocument.presentationml.tags+xml"/>
  <Override PartName="/customXml/itemProps132.xml" ContentType="application/vnd.openxmlformats-officedocument.customXmlProperties+xml"/>
  <Override PartName="/ppt/tags/tag95.xml" ContentType="application/vnd.openxmlformats-officedocument.presentationml.tags+xml"/>
  <Override PartName="/ppt/tags/tag679.xml" ContentType="application/vnd.openxmlformats-officedocument.presentationml.tags+xml"/>
  <Override PartName="/ppt/tags/tag87.xml" ContentType="application/vnd.openxmlformats-officedocument.presentationml.tags+xml"/>
  <Override PartName="/customXml/itemProps130.xml" ContentType="application/vnd.openxmlformats-officedocument.customXmlProperties+xml"/>
  <Override PartName="/ppt/tags/tag591.xml" ContentType="application/vnd.openxmlformats-officedocument.presentationml.tags+xml"/>
  <Override PartName="/ppt/tags/tag83.xml" ContentType="application/vnd.openxmlformats-officedocument.presentationml.tags+xml"/>
  <Override PartName="/ppt/tags/tag480.xml" ContentType="application/vnd.openxmlformats-officedocument.presentationml.tags+xml"/>
  <Override PartName="/ppt/tags/tag533.xml" ContentType="application/vnd.openxmlformats-officedocument.presentationml.tags+xml"/>
  <Override PartName="/ppt/tags/tag675.xml" ContentType="application/vnd.openxmlformats-officedocument.presentationml.tags+xml"/>
  <Override PartName="/ppt/tags/tag79.xml" ContentType="application/vnd.openxmlformats-officedocument.presentationml.tags+xml"/>
  <Override PartName="/customXml/itemProps128.xml" ContentType="application/vnd.openxmlformats-officedocument.customXmlProperties+xml"/>
  <Override PartName="/customXml/itemProps87.xml" ContentType="application/vnd.openxmlformats-officedocument.customXmlProperties+xml"/>
  <Override PartName="/ppt/tags/tag673.xml" ContentType="application/vnd.openxmlformats-officedocument.presentationml.tags+xml"/>
  <Override PartName="/ppt/tags/tag75.xml" ContentType="application/vnd.openxmlformats-officedocument.presentationml.tags+xml"/>
  <Override PartName="/customXml/itemProps127.xml" ContentType="application/vnd.openxmlformats-officedocument.customXmlProperties+xml"/>
  <Override PartName="/ppt/tags/tag81.xml" ContentType="application/vnd.openxmlformats-officedocument.presentationml.tags+xml"/>
  <Override PartName="/ppt/tags/tag571.xml" ContentType="application/vnd.openxmlformats-officedocument.presentationml.tags+xml"/>
  <Override PartName="/ppt/tags/tag71.xml" ContentType="application/vnd.openxmlformats-officedocument.presentationml.tags+xml"/>
  <Override PartName="/ppt/tags/tag504.xml" ContentType="application/vnd.openxmlformats-officedocument.presentationml.tags+xml"/>
  <Override PartName="/ppt/tags/tag641.xml" ContentType="application/vnd.openxmlformats-officedocument.presentationml.tags+xml"/>
  <Override PartName="/ppt/tags/tag508.xml" ContentType="application/vnd.openxmlformats-officedocument.presentationml.tags+xml"/>
  <Override PartName="/ppt/tags/tag69.xml" ContentType="application/vnd.openxmlformats-officedocument.presentationml.tags+xml"/>
  <Override PartName="/ppt/tags/tag583.xml" ContentType="application/vnd.openxmlformats-officedocument.presentationml.tags+xml"/>
  <Override PartName="/ppt/tags/tag97.xml" ContentType="application/vnd.openxmlformats-officedocument.presentationml.tags+xml"/>
  <Override PartName="/ppt/tags/tag63.xml" ContentType="application/vnd.openxmlformats-officedocument.presentationml.tags+xml"/>
  <Override PartName="/customXml/itemProps114.xml" ContentType="application/vnd.openxmlformats-officedocument.customXmlProperties+xml"/>
  <Override PartName="/ppt/tags/tag65.xml" ContentType="application/vnd.openxmlformats-officedocument.presentationml.tags+xml"/>
  <Override PartName="/ppt/tags/tag59.xml" ContentType="application/vnd.openxmlformats-officedocument.presentationml.tags+xml"/>
  <Override PartName="/customXml/itemProps84.xml" ContentType="application/vnd.openxmlformats-officedocument.customXmlProperties+xml"/>
  <Override PartName="/ppt/tags/tag579.xml" ContentType="application/vnd.openxmlformats-officedocument.presentationml.tags+xml"/>
  <Override PartName="/ppt/tags/tag669.xml" ContentType="application/vnd.openxmlformats-officedocument.presentationml.tags+xml"/>
  <Override PartName="/ppt/tags/tag55.xml" ContentType="application/vnd.openxmlformats-officedocument.presentationml.tags+xml"/>
  <Override PartName="/ppt/tags/tag4.xml" ContentType="application/vnd.openxmlformats-officedocument.presentationml.tags+xml"/>
  <Override PartName="/ppt/tags/tag578.xml" ContentType="application/vnd.openxmlformats-officedocument.presentationml.tags+xml"/>
  <Override PartName="/ppt/tags/tag57.xml" ContentType="application/vnd.openxmlformats-officedocument.presentationml.tags+xml"/>
  <Override PartName="/ppt/tags/tag581.xml" ContentType="application/vnd.openxmlformats-officedocument.presentationml.tags+xml"/>
  <Override PartName="/customXml/itemProps80.xml" ContentType="application/vnd.openxmlformats-officedocument.customXmlProperties+xml"/>
  <Override PartName="/ppt/tags/tag542.xml" ContentType="application/vnd.openxmlformats-officedocument.presentationml.tags+xml"/>
  <Override PartName="/ppt/tags/tag67.xml" ContentType="application/vnd.openxmlformats-officedocument.presentationml.tags+xml"/>
  <Override PartName="/customXml/itemProps119.xml" ContentType="application/vnd.openxmlformats-officedocument.customXmlProperties+xml"/>
  <Override PartName="/ppt/tags/tag635.xml" ContentType="application/vnd.openxmlformats-officedocument.presentationml.tags+xml"/>
  <Override PartName="/ppt/tags/tag550.xml" ContentType="application/vnd.openxmlformats-officedocument.presentationml.tags+xml"/>
  <Override PartName="/ppt/tags/tag49.xml" ContentType="application/vnd.openxmlformats-officedocument.presentationml.tags+xml"/>
  <Override PartName="/ppt/tags/tag554.xml" ContentType="application/vnd.openxmlformats-officedocument.presentationml.tags+xml"/>
  <Override PartName="/customXml/itemProps118.xml" ContentType="application/vnd.openxmlformats-officedocument.customXmlProperties+xml"/>
  <Override PartName="/ppt/tags/tag661.xml" ContentType="application/vnd.openxmlformats-officedocument.presentationml.tags+xml"/>
  <Override PartName="/ppt/tags/tag43.xml" ContentType="application/vnd.openxmlformats-officedocument.presentationml.tags+xml"/>
  <Override PartName="/ppt/tags/tag2.xml" ContentType="application/vnd.openxmlformats-officedocument.presentationml.tags+xml"/>
  <Override PartName="/ppt/tags/tag566.xml" ContentType="application/vnd.openxmlformats-officedocument.presentationml.tags+xml"/>
  <Override PartName="/ppt/tags/tag45.xml" ContentType="application/vnd.openxmlformats-officedocument.presentationml.tags+xml"/>
  <Override PartName="/ppt/tags/tag577.xml" ContentType="application/vnd.openxmlformats-officedocument.presentationml.tags+xml"/>
  <Override PartName="/customXml/itemProps125.xml" ContentType="application/vnd.openxmlformats-officedocument.customXmlProperties+xml"/>
  <Override PartName="/ppt/tags/tag574.xml" ContentType="application/vnd.openxmlformats-officedocument.presentationml.tags+xml"/>
  <Override PartName="/ppt/tags/tag696.xml" ContentType="application/vnd.openxmlformats-officedocument.presentationml.tags+xml"/>
  <Override PartName="/ppt/tags/tag35.xml" ContentType="application/vnd.openxmlformats-officedocument.presentationml.tags+xml"/>
  <Override PartName="/customXml/itemProps81.xml" ContentType="application/vnd.openxmlformats-officedocument.customXmlProperties+xml"/>
  <Override PartName="/ppt/tags/tag582.xml" ContentType="application/vnd.openxmlformats-officedocument.presentationml.tags+xml"/>
  <Override PartName="/ppt/tags/tag37.xml" ContentType="application/vnd.openxmlformats-officedocument.presentationml.tags+xml"/>
  <Override PartName="/ppt/tags/tag31.xml" ContentType="application/vnd.openxmlformats-officedocument.presentationml.tags+xml"/>
  <Override PartName="/ppt/tags/tag7.xml" ContentType="application/vnd.openxmlformats-officedocument.presentationml.tags+xml"/>
  <Override PartName="/ppt/tags/tag590.xml" ContentType="application/vnd.openxmlformats-officedocument.presentationml.tags+xml"/>
  <Override PartName="/ppt/tags/tag655.xml" ContentType="application/vnd.openxmlformats-officedocument.presentationml.tags+xml"/>
  <Override PartName="/ppt/tags/tag594.xml" ContentType="application/vnd.openxmlformats-officedocument.presentationml.tags+xml"/>
  <Override PartName="/ppt/tags/tag880.xml" ContentType="application/vnd.openxmlformats-officedocument.presentationml.tags+xml"/>
  <Override PartName="/ppt/tags/tag597.xml" ContentType="application/vnd.openxmlformats-officedocument.presentationml.tags+xml"/>
  <Override PartName="/customXml/itemProps21.xml" ContentType="application/vnd.openxmlformats-officedocument.customXmlProperties+xml"/>
  <Override PartName="/ppt/tags/tag599.xml" ContentType="application/vnd.openxmlformats-officedocument.presentationml.tags+xml"/>
  <Override PartName="/ppt/tags/tag29.xml" ContentType="application/vnd.openxmlformats-officedocument.presentationml.tags+xml"/>
  <Override PartName="/ppt/tags/tag601.xml" ContentType="application/vnd.openxmlformats-officedocument.presentationml.tags+xml"/>
  <Override PartName="/ppt/tags/tag477.xml" ContentType="application/vnd.openxmlformats-officedocument.presentationml.tags+xml"/>
  <Override PartName="/ppt/tags/tag603.xml" ContentType="application/vnd.openxmlformats-officedocument.presentationml.tags+xml"/>
  <Override PartName="/customXml/itemProps23.xml" ContentType="application/vnd.openxmlformats-officedocument.customXmlProperties+xml"/>
  <Override PartName="/ppt/tags/tag605.xml" ContentType="application/vnd.openxmlformats-officedocument.presentationml.tags+xml"/>
  <Override PartName="/customXml/itemProps13.xml" ContentType="application/vnd.openxmlformats-officedocument.customXmlProperties+xml"/>
  <Override PartName="/ppt/tags/tag607.xml" ContentType="application/vnd.openxmlformats-officedocument.presentationml.tags+xml"/>
  <Override PartName="/ppt/tags/tag39.xml" ContentType="application/vnd.openxmlformats-officedocument.presentationml.tags+xml"/>
  <Override PartName="/ppt/tags/tag609.xml" ContentType="application/vnd.openxmlformats-officedocument.presentationml.tags+xml"/>
  <Override PartName="/ppt/tags/tag25.xml" ContentType="application/vnd.openxmlformats-officedocument.presentationml.tags+xml"/>
  <Override PartName="/customXml/itemProps116.xml" ContentType="application/vnd.openxmlformats-officedocument.customXmlProperties+xml"/>
  <Override PartName="/ppt/tags/tag650.xml" ContentType="application/vnd.openxmlformats-officedocument.presentationml.tags+xml"/>
  <Override PartName="/ppt/tags/tag613.xml" ContentType="application/vnd.openxmlformats-officedocument.presentationml.tags+xml"/>
  <Override PartName="/ppt/tags/tag9.xml" ContentType="application/vnd.openxmlformats-officedocument.presentationml.tags+xml"/>
  <Override PartName="/ppt/tags/tag615.xml" ContentType="application/vnd.openxmlformats-officedocument.presentationml.tags+xml"/>
  <Override PartName="/ppt/tags/tag13.xml" ContentType="application/vnd.openxmlformats-officedocument.presentationml.tags+xml"/>
  <Override PartName="/ppt/tags/tag617.xml" ContentType="application/vnd.openxmlformats-officedocument.presentationml.tags+xml"/>
  <Override PartName="/ppt/tags/tag21.xml" ContentType="application/vnd.openxmlformats-officedocument.presentationml.tags+xml"/>
  <Override PartName="/ppt/tags/tag619.xml" ContentType="application/vnd.openxmlformats-officedocument.presentationml.tags+xml"/>
  <Override PartName="/ppt/tags/tag645.xml" ContentType="application/vnd.openxmlformats-officedocument.presentationml.tags+xml"/>
  <Override PartName="/ppt/tags/tag621.xml" ContentType="application/vnd.openxmlformats-officedocument.presentationml.tags+xml"/>
  <Override PartName="/ppt/tags/tag555.xml" ContentType="application/vnd.openxmlformats-officedocument.presentationml.tags+xml"/>
  <Override PartName="/ppt/tags/tag623.xml" ContentType="application/vnd.openxmlformats-officedocument.presentationml.tags+xml"/>
  <Override PartName="/ppt/tags/tag41.xml" ContentType="application/vnd.openxmlformats-officedocument.presentationml.tags+xml"/>
  <Override PartName="/ppt/tags/tag625.xml" ContentType="application/vnd.openxmlformats-officedocument.presentationml.tags+xml"/>
  <Override PartName="/ppt/tags/tag17.xml" ContentType="application/vnd.openxmlformats-officedocument.presentationml.tags+xml"/>
  <Override PartName="/ppt/tags/tag627.xml" ContentType="application/vnd.openxmlformats-officedocument.presentationml.tags+xml"/>
  <Override PartName="/ppt/tags/tag643.xml" ContentType="application/vnd.openxmlformats-officedocument.presentationml.tags+xml"/>
  <Override PartName="/ppt/tags/tag629.xml" ContentType="application/vnd.openxmlformats-officedocument.presentationml.tags+xml"/>
  <Override PartName="/ppt/tags/tag546.xml" ContentType="application/vnd.openxmlformats-officedocument.presentationml.tags+xml"/>
  <Override PartName="/ppt/tags/tag631.xml" ContentType="application/vnd.openxmlformats-officedocument.presentationml.tags+xml"/>
  <Override PartName="/ppt/tags/tag19.xml" ContentType="application/vnd.openxmlformats-officedocument.presentationml.tags+xml"/>
  <Override PartName="/ppt/tags/tag633.xml" ContentType="application/vnd.openxmlformats-officedocument.presentationml.tags+xml"/>
  <Override PartName="/customXml/itemProps85.xml" ContentType="application/vnd.openxmlformats-officedocument.customXmlProperties+xml"/>
  <Override PartName="/ppt/tags/tag3.xml" ContentType="application/vnd.openxmlformats-officedocument.presentationml.tags+xml"/>
  <Override PartName="/ppt/tags/tag6.xml" ContentType="application/vnd.openxmlformats-officedocument.presentationml.tags+xml"/>
  <Override PartName="/ppt/tags/tag638.xml" ContentType="application/vnd.openxmlformats-officedocument.presentationml.tags+xml"/>
  <Override PartName="/ppt/tags/tag10.xml" ContentType="application/vnd.openxmlformats-officedocument.presentationml.tags+xml"/>
  <Override PartName="/ppt/tags/tag123.xml" ContentType="application/vnd.openxmlformats-officedocument.presentationml.tags+xml"/>
  <Override PartName="/ppt/tags/tag14.xml" ContentType="application/vnd.openxmlformats-officedocument.presentationml.tags+xml"/>
  <Override PartName="/ppt/tags/tag642.xml" ContentType="application/vnd.openxmlformats-officedocument.presentationml.tags+xml"/>
  <Override PartName="/ppt/tags/tag18.xml" ContentType="application/vnd.openxmlformats-officedocument.presentationml.tags+xml"/>
  <Override PartName="/ppt/tags/tag539.xml" ContentType="application/vnd.openxmlformats-officedocument.presentationml.tags+xml"/>
  <Override PartName="/ppt/tags/tag22.xml" ContentType="application/vnd.openxmlformats-officedocument.presentationml.tags+xml"/>
  <Override PartName="/ppt/tags/tag882.xml" ContentType="application/vnd.openxmlformats-officedocument.presentationml.tags+xml"/>
  <Override PartName="/ppt/tags/tag24.xml" ContentType="application/vnd.openxmlformats-officedocument.presentationml.tags+xml"/>
  <Override PartName="/ppt/tags/tag639.xml" ContentType="application/vnd.openxmlformats-officedocument.presentationml.tags+xml"/>
  <Override PartName="/ppt/tags/tag27.xml" ContentType="application/vnd.openxmlformats-officedocument.presentationml.tags+xml"/>
  <Override PartName="/ppt/tags/tag637.xml" ContentType="application/vnd.openxmlformats-officedocument.presentationml.tags+xml"/>
  <Override PartName="/ppt/tags/tag30.xml" ContentType="application/vnd.openxmlformats-officedocument.presentationml.tags+xml"/>
  <Override PartName="/ppt/tags/tag34.xml" ContentType="application/vnd.openxmlformats-officedocument.presentationml.tags+xml"/>
  <Override PartName="/ppt/tags/tag654.xml" ContentType="application/vnd.openxmlformats-officedocument.presentationml.tags+xml"/>
  <Override PartName="/ppt/tags/tag38.xml" ContentType="application/vnd.openxmlformats-officedocument.presentationml.tags+xml"/>
  <Override PartName="/ppt/tags/tag42.xml" ContentType="application/vnd.openxmlformats-officedocument.presentationml.tags+xml"/>
  <Override PartName="/ppt/tags/tag658.xml" ContentType="application/vnd.openxmlformats-officedocument.presentationml.tags+xml"/>
  <Override PartName="/ppt/tags/tag46.xml" ContentType="application/vnd.openxmlformats-officedocument.presentationml.tags+xml"/>
  <Override PartName="/ppt/tags/tag50.xml" ContentType="application/vnd.openxmlformats-officedocument.presentationml.tags+xml"/>
  <Override PartName="/ppt/tags/tag662.xml" ContentType="application/vnd.openxmlformats-officedocument.presentationml.tags+xml"/>
  <Override PartName="/ppt/tags/tag54.xml" ContentType="application/vnd.openxmlformats-officedocument.presentationml.tags+xml"/>
  <Override PartName="/ppt/tags/tag552.xml" ContentType="application/vnd.openxmlformats-officedocument.presentationml.tags+xml"/>
  <Override PartName="/ppt/tags/tag58.xml" ContentType="application/vnd.openxmlformats-officedocument.presentationml.tags+xml"/>
  <Override PartName="/ppt/tags/tag666.xml" ContentType="application/vnd.openxmlformats-officedocument.presentationml.tags+xml"/>
  <Override PartName="/ppt/tags/tag62.xml" ContentType="application/vnd.openxmlformats-officedocument.presentationml.tags+xml"/>
  <Override PartName="/ppt/tags/tag66.xml" ContentType="application/vnd.openxmlformats-officedocument.presentationml.tags+xml"/>
  <Override PartName="/ppt/tags/tag670.xml" ContentType="application/vnd.openxmlformats-officedocument.presentationml.tags+xml"/>
  <Override PartName="/ppt/tags/tag70.xml" ContentType="application/vnd.openxmlformats-officedocument.presentationml.tags+xml"/>
  <Override PartName="/ppt/tags/tag74.xml" ContentType="application/vnd.openxmlformats-officedocument.presentationml.tags+xml"/>
  <Override PartName="/ppt/tags/tag674.xml" ContentType="application/vnd.openxmlformats-officedocument.presentationml.tags+xml"/>
  <Override PartName="/ppt/tags/tag78.xml" ContentType="application/vnd.openxmlformats-officedocument.presentationml.tags+xml"/>
  <Override PartName="/ppt/tags/tag534.xml" ContentType="application/vnd.openxmlformats-officedocument.presentationml.tags+xml"/>
  <Override PartName="/ppt/tags/tag82.xml" ContentType="application/vnd.openxmlformats-officedocument.presentationml.tags+xml"/>
  <Override PartName="/ppt/tags/tag678.xml" ContentType="application/vnd.openxmlformats-officedocument.presentationml.tags+xml"/>
  <Override PartName="/ppt/tags/tag86.xml" ContentType="application/vnd.openxmlformats-officedocument.presentationml.tags+xml"/>
  <Override PartName="/customXml/itemProps95.xml" ContentType="application/vnd.openxmlformats-officedocument.customXmlProperties+xml"/>
  <Override PartName="/ppt/tags/tag90.xml" ContentType="application/vnd.openxmlformats-officedocument.presentationml.tags+xml"/>
  <Override PartName="/ppt/tags/tag682.xml" ContentType="application/vnd.openxmlformats-officedocument.presentationml.tags+xml"/>
  <Override PartName="/ppt/tags/tag94.xml" ContentType="application/vnd.openxmlformats-officedocument.presentationml.tags+xml"/>
  <Override PartName="/ppt/tags/tag98.xml" ContentType="application/vnd.openxmlformats-officedocument.presentationml.tags+xml"/>
  <Override PartName="/ppt/tags/tag686.xml" ContentType="application/vnd.openxmlformats-officedocument.presentationml.tags+xml"/>
  <Override PartName="/ppt/tags/tag102.xml" ContentType="application/vnd.openxmlformats-officedocument.presentationml.tags+xml"/>
  <Override PartName="/customXml/itemProps88.xml" ContentType="application/vnd.openxmlformats-officedocument.customXmlProperties+xml"/>
  <Override PartName="/ppt/tags/tag106.xml" ContentType="application/vnd.openxmlformats-officedocument.presentationml.tags+xml"/>
  <Override PartName="/ppt/tags/tag876.xml" ContentType="application/vnd.openxmlformats-officedocument.presentationml.tags+xml"/>
  <Override PartName="/ppt/tags/tag110.xml" ContentType="application/vnd.openxmlformats-officedocument.presentationml.tags+xml"/>
  <Override PartName="/ppt/tags/tag114.xml" ContentType="application/vnd.openxmlformats-officedocument.presentationml.tags+xml"/>
  <Override PartName="/ppt/tags/tag693.xml" ContentType="application/vnd.openxmlformats-officedocument.presentationml.tags+xml"/>
  <Override PartName="/ppt/tags/tag118.xml" ContentType="application/vnd.openxmlformats-officedocument.presentationml.tags+xml"/>
  <Override PartName="/customXml/itemProps91.xml" ContentType="application/vnd.openxmlformats-officedocument.customXmlProperties+xml"/>
  <Override PartName="/ppt/tags/tag122.xml" ContentType="application/vnd.openxmlformats-officedocument.presentationml.tags+xml"/>
  <Override PartName="/ppt/tags/tag697.xml" ContentType="application/vnd.openxmlformats-officedocument.presentationml.tags+xml"/>
  <Override PartName="/ppt/tags/tag126.xml" ContentType="application/vnd.openxmlformats-officedocument.presentationml.tags+xml"/>
  <Override PartName="/ppt/tags/tag130.xml" ContentType="application/vnd.openxmlformats-officedocument.presentationml.tags+xml"/>
  <Override PartName="/ppt/tags/tag701.xml" ContentType="application/vnd.openxmlformats-officedocument.presentationml.tags+xml"/>
  <Override PartName="/ppt/tags/tag134.xml" ContentType="application/vnd.openxmlformats-officedocument.presentationml.tags+xml"/>
  <Override PartName="/ppt/tags/tag15.xml" ContentType="application/vnd.openxmlformats-officedocument.presentationml.tags+xml"/>
  <Override PartName="/ppt/tags/tag138.xml" ContentType="application/vnd.openxmlformats-officedocument.presentationml.tags+xml"/>
  <Override PartName="/ppt/tags/tag705.xml" ContentType="application/vnd.openxmlformats-officedocument.presentationml.tags+xml"/>
  <Override PartName="/ppt/tags/tag142.xml" ContentType="application/vnd.openxmlformats-officedocument.presentationml.tags+xml"/>
  <Override PartName="/ppt/tags/tag529.xml" ContentType="application/vnd.openxmlformats-officedocument.presentationml.tags+xml"/>
  <Override PartName="/ppt/tags/tag146.xml" ContentType="application/vnd.openxmlformats-officedocument.presentationml.tags+xml"/>
  <Override PartName="/ppt/tags/tag709.xml" ContentType="application/vnd.openxmlformats-officedocument.presentationml.tags+xml"/>
  <Override PartName="/ppt/tags/tag150.xml" ContentType="application/vnd.openxmlformats-officedocument.presentationml.tags+xml"/>
  <Override PartName="/customXml/itemProps72.xml" ContentType="application/vnd.openxmlformats-officedocument.customXmlProperties+xml"/>
  <Override PartName="/ppt/tags/tag154.xml" ContentType="application/vnd.openxmlformats-officedocument.presentationml.tags+xml"/>
  <Override PartName="/ppt/tags/tag713.xml" ContentType="application/vnd.openxmlformats-officedocument.presentationml.tags+xml"/>
  <Override PartName="/ppt/tags/tag158.xml" ContentType="application/vnd.openxmlformats-officedocument.presentationml.tags+xml"/>
  <Override PartName="/customXml/itemProps71.xml" ContentType="application/vnd.openxmlformats-officedocument.customXmlProperties+xml"/>
  <Override PartName="/ppt/tags/tag162.xml" ContentType="application/vnd.openxmlformats-officedocument.presentationml.tags+xml"/>
  <Override PartName="/ppt/tags/tag717.xml" ContentType="application/vnd.openxmlformats-officedocument.presentationml.tags+xml"/>
  <Override PartName="/ppt/tags/tag166.xml" ContentType="application/vnd.openxmlformats-officedocument.presentationml.tags+xml"/>
  <Override PartName="/customXml/itemProps109.xml" ContentType="application/vnd.openxmlformats-officedocument.customXmlProperties+xml"/>
  <Override PartName="/ppt/tags/tag170.xml" ContentType="application/vnd.openxmlformats-officedocument.presentationml.tags+xml"/>
  <Override PartName="/ppt/tags/tag721.xml" ContentType="application/vnd.openxmlformats-officedocument.presentationml.tags+xml"/>
  <Override PartName="/ppt/tags/tag174.xml" ContentType="application/vnd.openxmlformats-officedocument.presentationml.tags+xml"/>
  <Override PartName="/ppt/tags/tag526.xml" ContentType="application/vnd.openxmlformats-officedocument.presentationml.tags+xml"/>
  <Override PartName="/ppt/tags/tag178.xml" ContentType="application/vnd.openxmlformats-officedocument.presentationml.tags+xml"/>
  <Override PartName="/ppt/tags/tag725.xml" ContentType="application/vnd.openxmlformats-officedocument.presentationml.tags+xml"/>
  <Override PartName="/ppt/tags/tag182.xml" ContentType="application/vnd.openxmlformats-officedocument.presentationml.tags+xml"/>
  <Override PartName="/customXml/itemProps98.xml" ContentType="application/vnd.openxmlformats-officedocument.customXmlProperties+xml"/>
  <Override PartName="/ppt/tags/tag186.xml" ContentType="application/vnd.openxmlformats-officedocument.presentationml.tags+xml"/>
  <Override PartName="/ppt/tags/tag729.xml" ContentType="application/vnd.openxmlformats-officedocument.presentationml.tags+xml"/>
  <Override PartName="/ppt/tags/tag190.xml" ContentType="application/vnd.openxmlformats-officedocument.presentationml.tags+xml"/>
  <Override PartName="/ppt/tags/tag194.xml" ContentType="application/vnd.openxmlformats-officedocument.presentationml.tags+xml"/>
  <Override PartName="/ppt/tags/tag733.xml" ContentType="application/vnd.openxmlformats-officedocument.presentationml.tags+xml"/>
  <Override PartName="/ppt/tags/tag198.xml" ContentType="application/vnd.openxmlformats-officedocument.presentationml.tags+xml"/>
  <Override PartName="/customXml/itemProps96.xml" ContentType="application/vnd.openxmlformats-officedocument.customXmlProperties+xml"/>
  <Override PartName="/ppt/tags/tag202.xml" ContentType="application/vnd.openxmlformats-officedocument.presentationml.tags+xml"/>
  <Override PartName="/ppt/tags/tag737.xml" ContentType="application/vnd.openxmlformats-officedocument.presentationml.tags+xml"/>
  <Override PartName="/ppt/tags/tag206.xml" ContentType="application/vnd.openxmlformats-officedocument.presentationml.tags+xml"/>
  <Override PartName="/ppt/tags/tag210.xml" ContentType="application/vnd.openxmlformats-officedocument.presentationml.tags+xml"/>
  <Override PartName="/ppt/tags/tag741.xml" ContentType="application/vnd.openxmlformats-officedocument.presentationml.tags+xml"/>
  <Override PartName="/ppt/tags/tag214.xml" ContentType="application/vnd.openxmlformats-officedocument.presentationml.tags+xml"/>
  <Override PartName="/customXml/itemProps68.xml" ContentType="application/vnd.openxmlformats-officedocument.customXmlProperties+xml"/>
  <Override PartName="/ppt/tags/tag218.xml" ContentType="application/vnd.openxmlformats-officedocument.presentationml.tags+xml"/>
  <Override PartName="/ppt/tags/tag745.xml" ContentType="application/vnd.openxmlformats-officedocument.presentationml.tags+xml"/>
  <Override PartName="/ppt/tags/tag222.xml" ContentType="application/vnd.openxmlformats-officedocument.presentationml.tags+xml"/>
  <Override PartName="/ppt/tags/tag523.xml" ContentType="application/vnd.openxmlformats-officedocument.presentationml.tags+xml"/>
  <Override PartName="/ppt/tags/tag226.xml" ContentType="application/vnd.openxmlformats-officedocument.presentationml.tags+xml"/>
  <Override PartName="/ppt/tags/tag749.xml" ContentType="application/vnd.openxmlformats-officedocument.presentationml.tags+xml"/>
  <Override PartName="/ppt/tags/tag230.xml" ContentType="application/vnd.openxmlformats-officedocument.presentationml.tags+xml"/>
  <Override PartName="/ppt/tags/tag559.xml" ContentType="application/vnd.openxmlformats-officedocument.presentationml.tags+xml"/>
  <Override PartName="/ppt/tags/tag234.xml" ContentType="application/vnd.openxmlformats-officedocument.presentationml.tags+xml"/>
  <Override PartName="/ppt/tags/tag753.xml" ContentType="application/vnd.openxmlformats-officedocument.presentationml.tags+xml"/>
  <Override PartName="/ppt/tags/tag238.xml" ContentType="application/vnd.openxmlformats-officedocument.presentationml.tags+xml"/>
  <Override PartName="/ppt/tags/tag242.xml" ContentType="application/vnd.openxmlformats-officedocument.presentationml.tags+xml"/>
  <Override PartName="/ppt/tags/tag757.xml" ContentType="application/vnd.openxmlformats-officedocument.presentationml.tags+xml"/>
  <Override PartName="/ppt/tags/tag246.xml" ContentType="application/vnd.openxmlformats-officedocument.presentationml.tags+xml"/>
  <Override PartName="/customXml/itemProps10.xml" ContentType="application/vnd.openxmlformats-officedocument.customXmlProperties+xml"/>
  <Override PartName="/ppt/tags/tag250.xml" ContentType="application/vnd.openxmlformats-officedocument.presentationml.tags+xml"/>
  <Override PartName="/ppt/tags/tag761.xml" ContentType="application/vnd.openxmlformats-officedocument.presentationml.tags+xml"/>
  <Override PartName="/ppt/tags/tag254.xml" ContentType="application/vnd.openxmlformats-officedocument.presentationml.tags+xml"/>
  <Override PartName="/ppt/tags/tag258.xml" ContentType="application/vnd.openxmlformats-officedocument.presentationml.tags+xml"/>
  <Override PartName="/ppt/tags/tag765.xml" ContentType="application/vnd.openxmlformats-officedocument.presentationml.tags+xml"/>
  <Override PartName="/ppt/tags/tag262.xml" ContentType="application/vnd.openxmlformats-officedocument.presentationml.tags+xml"/>
  <Override PartName="/ppt/tags/tag266.xml" ContentType="application/vnd.openxmlformats-officedocument.presentationml.tags+xml"/>
  <Override PartName="/ppt/tags/tag769.xml" ContentType="application/vnd.openxmlformats-officedocument.presentationml.tags+xml"/>
  <Override PartName="/ppt/tags/tag270.xml" ContentType="application/vnd.openxmlformats-officedocument.presentationml.tags+xml"/>
  <Override PartName="/ppt/tags/tag274.xml" ContentType="application/vnd.openxmlformats-officedocument.presentationml.tags+xml"/>
  <Override PartName="/ppt/tags/tag773.xml" ContentType="application/vnd.openxmlformats-officedocument.presentationml.tags+xml"/>
  <Override PartName="/ppt/tags/tag278.xml" ContentType="application/vnd.openxmlformats-officedocument.presentationml.tags+xml"/>
  <Override PartName="/customXml/itemProps7.xml" ContentType="application/vnd.openxmlformats-officedocument.customXmlProperties+xml"/>
  <Override PartName="/ppt/tags/tag282.xml" ContentType="application/vnd.openxmlformats-officedocument.presentationml.tags+xml"/>
  <Override PartName="/ppt/tags/tag777.xml" ContentType="application/vnd.openxmlformats-officedocument.presentationml.tags+xml"/>
  <Override PartName="/ppt/tags/tag286.xml" ContentType="application/vnd.openxmlformats-officedocument.presentationml.tags+xml"/>
  <Override PartName="/ppt/tags/tag290.xml" ContentType="application/vnd.openxmlformats-officedocument.presentationml.tags+xml"/>
  <Override PartName="/ppt/tags/tag781.xml" ContentType="application/vnd.openxmlformats-officedocument.presentationml.tags+xml"/>
  <Override PartName="/ppt/tags/tag294.xml" ContentType="application/vnd.openxmlformats-officedocument.presentationml.tags+xml"/>
  <Override PartName="/customXml/itemProps105.xml" ContentType="application/vnd.openxmlformats-officedocument.customXmlProperties+xml"/>
  <Override PartName="/ppt/tags/tag298.xml" ContentType="application/vnd.openxmlformats-officedocument.presentationml.tags+xml"/>
  <Override PartName="/ppt/tags/tag785.xml" ContentType="application/vnd.openxmlformats-officedocument.presentationml.tags+xml"/>
  <Override PartName="/ppt/tags/tag302.xml" ContentType="application/vnd.openxmlformats-officedocument.presentationml.tags+xml"/>
  <Override PartName="/ppt/tags/tag306.xml" ContentType="application/vnd.openxmlformats-officedocument.presentationml.tags+xml"/>
  <Override PartName="/ppt/tags/tag789.xml" ContentType="application/vnd.openxmlformats-officedocument.presentationml.tags+xml"/>
  <Override PartName="/ppt/tags/tag310.xml" ContentType="application/vnd.openxmlformats-officedocument.presentationml.tags+xml"/>
  <Override PartName="/customXml/itemProps3.xml" ContentType="application/vnd.openxmlformats-officedocument.customXmlProperties+xml"/>
  <Override PartName="/ppt/tags/tag314.xml" ContentType="application/vnd.openxmlformats-officedocument.presentationml.tags+xml"/>
  <Override PartName="/ppt/tags/tag793.xml" ContentType="application/vnd.openxmlformats-officedocument.presentationml.tags+xml"/>
  <Override PartName="/ppt/tags/tag318.xml" ContentType="application/vnd.openxmlformats-officedocument.presentationml.tags+xml"/>
  <Override PartName="/ppt/tags/tag322.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561.xml" ContentType="application/vnd.openxmlformats-officedocument.presentationml.tags+xml"/>
  <Override PartName="/ppt/tags/tag800.xml" ContentType="application/vnd.openxmlformats-officedocument.presentationml.tags+xml"/>
  <Override PartName="/ppt/tags/tag515.xml" ContentType="application/vnd.openxmlformats-officedocument.presentationml.tags+xml"/>
  <Override PartName="/ppt/tags/tag802.xml" ContentType="application/vnd.openxmlformats-officedocument.presentationml.tags+xml"/>
  <Override PartName="/ppt/tags/tag517.xml" ContentType="application/vnd.openxmlformats-officedocument.presentationml.tags+xml"/>
  <Override PartName="/ppt/tags/tag804.xml" ContentType="application/vnd.openxmlformats-officedocument.presentationml.tags+xml"/>
  <Override PartName="/customXml/itemProps56.xml" ContentType="application/vnd.openxmlformats-officedocument.customXmlProperties+xml"/>
  <Override PartName="/ppt/tags/tag806.xml" ContentType="application/vnd.openxmlformats-officedocument.presentationml.tags+xml"/>
  <Override PartName="/customXml/itemProps61.xml" ContentType="application/vnd.openxmlformats-officedocument.customXmlProperties+xml"/>
  <Override PartName="/ppt/tags/tag808.xml" ContentType="application/vnd.openxmlformats-officedocument.presentationml.tags+xml"/>
  <Override PartName="/customXml/itemProps50.xml" ContentType="application/vnd.openxmlformats-officedocument.customXmlProperties+xml"/>
  <Override PartName="/ppt/tags/tag810.xml" ContentType="application/vnd.openxmlformats-officedocument.presentationml.tags+xml"/>
  <Override PartName="/customXml/itemProps52.xml" ContentType="application/vnd.openxmlformats-officedocument.customXmlProperties+xml"/>
  <Override PartName="/ppt/tags/tag812.xml" ContentType="application/vnd.openxmlformats-officedocument.presentationml.tags+xml"/>
  <Override PartName="/customXml/itemProps45.xml" ContentType="application/vnd.openxmlformats-officedocument.customXmlProperties+xml"/>
  <Override PartName="/ppt/tags/tag814.xml" ContentType="application/vnd.openxmlformats-officedocument.presentationml.tags+xml"/>
  <Override PartName="/ppt/tags/tag611.xml" ContentType="application/vnd.openxmlformats-officedocument.presentationml.tags+xml"/>
  <Override PartName="/ppt/tags/tag816.xml" ContentType="application/vnd.openxmlformats-officedocument.presentationml.tags+xml"/>
  <Override PartName="/customXml/itemProps40.xml" ContentType="application/vnd.openxmlformats-officedocument.customXmlProperties+xml"/>
  <Override PartName="/ppt/tags/tag818.xml" ContentType="application/vnd.openxmlformats-officedocument.presentationml.tags+xml"/>
  <Override PartName="/customXml/itemProps42.xml" ContentType="application/vnd.openxmlformats-officedocument.customXmlProperties+xml"/>
  <Override PartName="/ppt/tags/tag820.xml" ContentType="application/vnd.openxmlformats-officedocument.presentationml.tags+xml"/>
  <Override PartName="/customXml/itemProps35.xml" ContentType="application/vnd.openxmlformats-officedocument.customXmlProperties+xml"/>
  <Override PartName="/ppt/tags/tag822.xml" ContentType="application/vnd.openxmlformats-officedocument.presentationml.tags+xml"/>
  <Override PartName="/ppt/tags/tag501.xml" ContentType="application/vnd.openxmlformats-officedocument.presentationml.tags+xml"/>
  <Override PartName="/ppt/tags/tag824.xml" ContentType="application/vnd.openxmlformats-officedocument.presentationml.tags+xml"/>
  <Override PartName="/customXml/itemProps30.xml" ContentType="application/vnd.openxmlformats-officedocument.customXmlProperties+xml"/>
  <Override PartName="/ppt/tags/tag826.xml" ContentType="application/vnd.openxmlformats-officedocument.presentationml.tags+xml"/>
  <Override PartName="/customXml/itemProps32.xml" ContentType="application/vnd.openxmlformats-officedocument.customXmlProperties+xml"/>
  <Override PartName="/ppt/tags/tag828.xml" ContentType="application/vnd.openxmlformats-officedocument.presentationml.tags+xml"/>
  <Override PartName="/ppt/tags/tag483.xml" ContentType="application/vnd.openxmlformats-officedocument.presentationml.tags+xml"/>
  <Override PartName="/ppt/tags/tag830.xml" ContentType="application/vnd.openxmlformats-officedocument.presentationml.tags+xml"/>
  <Override PartName="/ppt/tags/tag326.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333.xml" ContentType="application/vnd.openxmlformats-officedocument.presentationml.tags+xml"/>
  <Override PartName="/ppt/tags/tag837.xml" ContentType="application/vnd.openxmlformats-officedocument.presentationml.tags+xml"/>
  <Override PartName="/ppt/tags/tag337.xml" ContentType="application/vnd.openxmlformats-officedocument.presentationml.tags+xml"/>
  <Override PartName="/ppt/tags/tag341.xml" ContentType="application/vnd.openxmlformats-officedocument.presentationml.tags+xml"/>
  <Override PartName="/ppt/tags/tag841.xml" ContentType="application/vnd.openxmlformats-officedocument.presentationml.tags+xml"/>
  <Override PartName="/ppt/tags/tag345.xml" ContentType="application/vnd.openxmlformats-officedocument.presentationml.tags+xml"/>
  <Override PartName="/docProps/app.xml" ContentType="application/vnd.openxmlformats-officedocument.extended-properties+xml"/>
  <Override PartName="/ppt/tags/tag348.xml" ContentType="application/vnd.openxmlformats-officedocument.presentationml.tags+xml"/>
  <Override PartName="/ppt/tags/tag845.xml" ContentType="application/vnd.openxmlformats-officedocument.presentationml.tags+xml"/>
  <Override PartName="/ppt/tags/tag352.xml" ContentType="application/vnd.openxmlformats-officedocument.presentationml.tags+xml"/>
  <Override PartName="/ppt/tags/tag356.xml" ContentType="application/vnd.openxmlformats-officedocument.presentationml.tags+xml"/>
  <Override PartName="/ppt/tags/tag849.xml" ContentType="application/vnd.openxmlformats-officedocument.presentationml.tags+xml"/>
  <Override PartName="/ppt/tags/tag360.xml" ContentType="application/vnd.openxmlformats-officedocument.presentationml.tags+xml"/>
  <Override PartName="/ppt/tags/tag364.xml" ContentType="application/vnd.openxmlformats-officedocument.presentationml.tags+xml"/>
  <Override PartName="/ppt/tags/tag853.xml" ContentType="application/vnd.openxmlformats-officedocument.presentationml.tags+xml"/>
  <Override PartName="/ppt/tags/tag368.xml" ContentType="application/vnd.openxmlformats-officedocument.presentationml.tags+xml"/>
  <Override PartName="/ppt/tags/tag610.xml" ContentType="application/vnd.openxmlformats-officedocument.presentationml.tags+xml"/>
  <Override PartName="/ppt/tags/tag372.xml" ContentType="application/vnd.openxmlformats-officedocument.presentationml.tags+xml"/>
  <Override PartName="/ppt/tags/tag855.xml" ContentType="application/vnd.openxmlformats-officedocument.presentationml.tags+xml"/>
  <Override PartName="/ppt/tags/tag376.xml" ContentType="application/vnd.openxmlformats-officedocument.presentationml.tags+xml"/>
  <Override PartName="/customXml/itemProps110.xml" ContentType="application/vnd.openxmlformats-officedocument.customXmlProperties+xml"/>
  <Override PartName="/ppt/tags/tag380.xml" ContentType="application/vnd.openxmlformats-officedocument.presentationml.tags+xml"/>
  <Override PartName="/ppt/tags/tag858.xml" ContentType="application/vnd.openxmlformats-officedocument.presentationml.tags+xml"/>
  <Override PartName="/ppt/tags/tag384.xml" ContentType="application/vnd.openxmlformats-officedocument.presentationml.tags+xml"/>
  <Override PartName="/ppt/tags/tag115.xml" ContentType="application/vnd.openxmlformats-officedocument.presentationml.tags+xml"/>
  <Override PartName="/ppt/tags/tag388.xml" ContentType="application/vnd.openxmlformats-officedocument.presentationml.tags+xml"/>
  <Override PartName="/ppt/tags/tag479.xml" ContentType="application/vnd.openxmlformats-officedocument.presentationml.tags+xml"/>
  <Override PartName="/ppt/tags/tag392.xml" ContentType="application/vnd.openxmlformats-officedocument.presentationml.tags+xml"/>
  <Override PartName="/ppt/tags/tag396.xml" ContentType="application/vnd.openxmlformats-officedocument.presentationml.tags+xml"/>
  <Override PartName="/ppt/tags/tag865.xml" ContentType="application/vnd.openxmlformats-officedocument.presentationml.tags+xml"/>
  <Override PartName="/ppt/tags/tag400.xml" ContentType="application/vnd.openxmlformats-officedocument.presentationml.tags+xml"/>
  <Override PartName="/customXml/itemProps20.xml" ContentType="application/vnd.openxmlformats-officedocument.customXmlProperties+xml"/>
  <Override PartName="/ppt/tags/tag404.xml" ContentType="application/vnd.openxmlformats-officedocument.presentationml.tags+xml"/>
  <Override PartName="/ppt/tags/tag869.xml" ContentType="application/vnd.openxmlformats-officedocument.presentationml.tags+xml"/>
  <Override PartName="/ppt/tags/tag408.xml" ContentType="application/vnd.openxmlformats-officedocument.presentationml.tags+xml"/>
  <Override PartName="/customXml/itemProps111.xml" ContentType="application/vnd.openxmlformats-officedocument.customXmlProperties+xml"/>
  <Override PartName="/ppt/tags/tag412.xml" ContentType="application/vnd.openxmlformats-officedocument.presentationml.tags+xml"/>
  <Override PartName="/ppt/tags/tag870.xml" ContentType="application/vnd.openxmlformats-officedocument.presentationml.tags+xml"/>
  <Override PartName="/ppt/tags/tag416.xml" ContentType="application/vnd.openxmlformats-officedocument.presentationml.tags+xml"/>
  <Override PartName="/ppt/tags/tag690.xml" ContentType="application/vnd.openxmlformats-officedocument.presentationml.tags+xml"/>
  <Override PartName="/ppt/tags/tag420.xml" ContentType="application/vnd.openxmlformats-officedocument.presentationml.tags+xml"/>
  <Override PartName="/ppt/tags/tag569.xml" ContentType="application/vnd.openxmlformats-officedocument.presentationml.tags+xml"/>
  <Override PartName="/ppt/tags/tag424.xml" ContentType="application/vnd.openxmlformats-officedocument.presentationml.tags+xml"/>
  <Override PartName="/customXml/itemProps137.xml" ContentType="application/vnd.openxmlformats-officedocument.customXmlProperties+xml"/>
  <Override PartName="/ppt/tags/tag428.xml" ContentType="application/vnd.openxmlformats-officedocument.presentationml.tags+xml"/>
  <Override PartName="/ppt/tags/tag432.xml" ContentType="application/vnd.openxmlformats-officedocument.presentationml.tags+xml"/>
  <Override PartName="/ppt/tags/tag689.xml" ContentType="application/vnd.openxmlformats-officedocument.presentationml.tags+xml"/>
  <Override PartName="/ppt/tags/tag436.xml" ContentType="application/vnd.openxmlformats-officedocument.presentationml.tags+xml"/>
  <Override PartName="/ppt/tags/tag440.xml" ContentType="application/vnd.openxmlformats-officedocument.presentationml.tags+xml"/>
  <Override PartName="/ppt/tags/tag99.xml" ContentType="application/vnd.openxmlformats-officedocument.presentationml.tags+xml"/>
  <Override PartName="/ppt/tags/tag444.xml" ContentType="application/vnd.openxmlformats-officedocument.presentationml.tags+xml"/>
  <Override PartName="/ppt/tags/tag448.xml" ContentType="application/vnd.openxmlformats-officedocument.presentationml.tags+xml"/>
  <Override PartName="/ppt/tags/tag113.xml" ContentType="application/vnd.openxmlformats-officedocument.presentationml.tags+xml"/>
  <Override PartName="/ppt/tags/tag452.xml" ContentType="application/vnd.openxmlformats-officedocument.presentationml.tags+xml"/>
  <Override PartName="/customXml/itemProps133.xml" ContentType="application/vnd.openxmlformats-officedocument.customXmlProperties+xml"/>
  <Override PartName="/ppt/tags/tag456.xml" ContentType="application/vnd.openxmlformats-officedocument.presentationml.tags+xml"/>
  <Override PartName="/ppt/tags/tag570.xml" ContentType="application/vnd.openxmlformats-officedocument.presentationml.tags+xml"/>
  <Override PartName="/ppt/tags/tag91.xml" ContentType="application/vnd.openxmlformats-officedocument.presentationml.tags+xml"/>
  <Override PartName="/ppt/tags/tag586.xml" ContentType="application/vnd.openxmlformats-officedocument.presentationml.tags+xml"/>
  <Override PartName="/ppt/tags/tag85.xml" ContentType="application/vnd.openxmlformats-officedocument.presentationml.tags+xml"/>
  <Override PartName="/ppt/tags/tag478.xml" ContentType="application/vnd.openxmlformats-officedocument.presentationml.tags+xml"/>
  <Override PartName="/ppt/tags/tag89.xml" ContentType="application/vnd.openxmlformats-officedocument.presentationml.tags+xml"/>
  <Override PartName="/ppt/tags/tag77.xml" ContentType="application/vnd.openxmlformats-officedocument.presentationml.tags+xml"/>
  <Override PartName="/ppt/tags/tag494.xml" ContentType="application/vnd.openxmlformats-officedocument.presentationml.tags+xml"/>
  <Override PartName="/ppt/tags/tag543.xml" ContentType="application/vnd.openxmlformats-officedocument.presentationml.tags+xml"/>
  <Override PartName="/ppt/tags/tag502.xml" ContentType="application/vnd.openxmlformats-officedocument.presentationml.tags+xml"/>
  <Override PartName="/customXml/itemProps126.xml" ContentType="application/vnd.openxmlformats-officedocument.customXmlProperties+xml"/>
  <Override PartName="/customXml/itemProps135.xml" ContentType="application/vnd.openxmlformats-officedocument.customXmlProperties+xml"/>
  <Override PartName="/ppt/tags/tag677.xml" ContentType="application/vnd.openxmlformats-officedocument.presentationml.tags+xml"/>
  <Override PartName="/customXml/itemProps123.xml" ContentType="application/vnd.openxmlformats-officedocument.customXmlProperties+xml"/>
  <Override PartName="/ppt/tags/tag667.xml" ContentType="application/vnd.openxmlformats-officedocument.presentationml.tags+xml"/>
  <Override PartName="/ppt/tags/tag524.xml" ContentType="application/vnd.openxmlformats-officedocument.presentationml.tags+xml"/>
  <Override PartName="/ppt/tags/tag61.xml" ContentType="application/vnd.openxmlformats-officedocument.presentationml.tags+xml"/>
  <Override PartName="/customXml/itemProps121.xml" ContentType="application/vnd.openxmlformats-officedocument.customXmlProperties+xml"/>
  <Override PartName="/ppt/tags/tag663.xml" ContentType="application/vnd.openxmlformats-officedocument.presentationml.tags+xml"/>
  <Override PartName="/ppt/tags/tag540.xml" ContentType="application/vnd.openxmlformats-officedocument.presentationml.tags+xml"/>
  <Override PartName="/ppt/tags/tag665.xml" ContentType="application/vnd.openxmlformats-officedocument.presentationml.tags+xml"/>
  <Override PartName="/ppt/tags/tag548.xml" ContentType="application/vnd.openxmlformats-officedocument.presentationml.tags+xml"/>
  <Override PartName="/customXml/itemProps25.xml" ContentType="application/vnd.openxmlformats-officedocument.customXmlProperties+xml"/>
  <Override PartName="/ppt/tags/tag556.xml" ContentType="application/vnd.openxmlformats-officedocument.presentationml.tags+xml"/>
  <Override PartName="/ppt/tags/tag47.xml" ContentType="application/vnd.openxmlformats-officedocument.presentationml.tags+xml"/>
  <Override PartName="/ppt/tags/tag564.xml" ContentType="application/vnd.openxmlformats-officedocument.presentationml.tags+xml"/>
  <Override PartName="/ppt/tags/tag1.xml" ContentType="application/vnd.openxmlformats-officedocument.presentationml.tags+xml"/>
  <Override PartName="/ppt/tags/tag572.xml" ContentType="application/vnd.openxmlformats-officedocument.presentationml.tags+xml"/>
  <Override PartName="/ppt/tags/tag685.xml" ContentType="application/vnd.openxmlformats-officedocument.presentationml.tags+xml"/>
  <Override PartName="/ppt/tags/tag580.xml" ContentType="application/vnd.openxmlformats-officedocument.presentationml.tags+xml"/>
  <Override PartName="/ppt/tags/tag653.xml" ContentType="application/vnd.openxmlformats-officedocument.presentationml.tags+xml"/>
  <Override PartName="/ppt/tags/tag588.xml" ContentType="application/vnd.openxmlformats-officedocument.presentationml.tags+xml"/>
  <Override PartName="/ppt/tags/tag33.xml" ContentType="application/vnd.openxmlformats-officedocument.presentationml.tags+xml"/>
  <Override PartName="/ppt/tags/tag596.xml" ContentType="application/vnd.openxmlformats-officedocument.presentationml.tags+xml"/>
  <Override PartName="/ppt/tags/tag598.xml" ContentType="application/vnd.openxmlformats-officedocument.presentationml.tags+xml"/>
  <Override PartName="/customXml/itemProps22.xml" ContentType="application/vnd.openxmlformats-officedocument.customXmlProperties+xml"/>
  <Override PartName="/ppt/tags/tag602.xml" ContentType="application/vnd.openxmlformats-officedocument.presentationml.tags+xml"/>
  <Override PartName="/customXml/itemProps19.xml" ContentType="application/vnd.openxmlformats-officedocument.customXmlProperties+xml"/>
  <Override PartName="/ppt/tags/tag606.xml" ContentType="application/vnd.openxmlformats-officedocument.presentationml.tags+xml"/>
  <Override PartName="/ppt/tags/tag651.xml" ContentType="application/vnd.openxmlformats-officedocument.presentationml.tags+xml"/>
  <Override PartName="/ppt/tags/tag538.xml" ContentType="application/vnd.openxmlformats-officedocument.presentationml.tags+xml"/>
  <Override PartName="/ppt/tags/tag649.xml" ContentType="application/vnd.openxmlformats-officedocument.presentationml.tags+xml"/>
  <Override PartName="/ppt/tags/tag614.xml" ContentType="application/vnd.openxmlformats-officedocument.presentationml.tags+xml"/>
  <Override PartName="/ppt/tags/tag26.xml" ContentType="application/vnd.openxmlformats-officedocument.presentationml.tags+xml"/>
  <Override PartName="/ppt/tags/tag618.xml" ContentType="application/vnd.openxmlformats-officedocument.presentationml.tags+xml"/>
  <Override PartName="/customXml/itemProps101.xml" ContentType="application/vnd.openxmlformats-officedocument.customXmlProperties+xml"/>
  <Override PartName="/ppt/tags/tag622.xml" ContentType="application/vnd.openxmlformats-officedocument.presentationml.tags+xml"/>
  <Override PartName="/ppt/tags/tag23.xml" ContentType="application/vnd.openxmlformats-officedocument.presentationml.tags+xml"/>
  <Override PartName="/ppt/tags/tag626.xml" ContentType="application/vnd.openxmlformats-officedocument.presentationml.tags+xml"/>
  <Override PartName="/customXml/itemProps92.xml" ContentType="application/vnd.openxmlformats-officedocument.customXmlProperties+xml"/>
  <Override PartName="/ppt/tags/tag630.xml" ContentType="application/vnd.openxmlformats-officedocument.presentationml.tags+xml"/>
  <Override PartName="/customXml/itemProps82.xml" ContentType="application/vnd.openxmlformats-officedocument.customXmlProperties+xml"/>
  <Override PartName="/ppt/tags/tag634.xml" ContentType="application/vnd.openxmlformats-officedocument.presentationml.tags+xml"/>
  <Override PartName="/ppt/tags/tag636.xml" ContentType="application/vnd.openxmlformats-officedocument.presentationml.tags+xml"/>
  <Override PartName="/ppt/tags/tag8.xml" ContentType="application/vnd.openxmlformats-officedocument.presentationml.tags+xml"/>
  <Override PartName="/ppt/tags/tag657.xml" ContentType="application/vnd.openxmlformats-officedocument.presentationml.tags+xml"/>
  <Override PartName="/ppt/tags/tag16.xml" ContentType="application/vnd.openxmlformats-officedocument.presentationml.tags+xml"/>
  <Override PartName="/ppt/tags/tag644.xml" ContentType="application/vnd.openxmlformats-officedocument.presentationml.tags+xml"/>
  <Override PartName="/ppt/tags/tag646.xml" ContentType="application/vnd.openxmlformats-officedocument.presentationml.tags+xml"/>
  <Override PartName="/customXml/itemProps83.xml" ContentType="application/vnd.openxmlformats-officedocument.customXmlProperties+xml"/>
  <Override PartName="/ppt/tags/tag28.xml" ContentType="application/vnd.openxmlformats-officedocument.presentationml.tags+xml"/>
  <Override PartName="/ppt/tags/tag652.xml" ContentType="application/vnd.openxmlformats-officedocument.presentationml.tags+xml"/>
  <Override PartName="/ppt/tags/tag36.xml" ContentType="application/vnd.openxmlformats-officedocument.presentationml.tags+xml"/>
  <Override PartName="/ppt/tags/tag44.xml" ContentType="application/vnd.openxmlformats-officedocument.presentationml.tags+xml"/>
  <Override PartName="/ppt/tags/tag660.xml" ContentType="application/vnd.openxmlformats-officedocument.presentationml.tags+xml"/>
  <Override PartName="/ppt/tags/tag52.xml" ContentType="application/vnd.openxmlformats-officedocument.presentationml.tags+xml"/>
  <Override PartName="/ppt/tags/tag60.xml" ContentType="application/vnd.openxmlformats-officedocument.presentationml.tags+xml"/>
  <Override PartName="/ppt/tags/tag668.xml" ContentType="application/vnd.openxmlformats-officedocument.presentationml.tags+xml"/>
  <Override PartName="/ppt/tags/tag68.xml" ContentType="application/vnd.openxmlformats-officedocument.presentationml.tags+xml"/>
  <Override PartName="/ppt/tags/tag76.xml" ContentType="application/vnd.openxmlformats-officedocument.presentationml.tags+xml"/>
  <Override PartName="/ppt/tags/tag676.xml" ContentType="application/vnd.openxmlformats-officedocument.presentationml.tags+xml"/>
  <Override PartName="/ppt/tags/tag84.xml" ContentType="application/vnd.openxmlformats-officedocument.presentationml.tags+xml"/>
  <Override PartName="/ppt/tags/tag92.xml" ContentType="application/vnd.openxmlformats-officedocument.presentationml.tags+xml"/>
  <Override PartName="/ppt/tags/tag684.xml" ContentType="application/vnd.openxmlformats-officedocument.presentationml.tags+xml"/>
  <Override PartName="/ppt/tags/tag100.xml" ContentType="application/vnd.openxmlformats-officedocument.presentationml.tags+xml"/>
  <Override PartName="/ppt/tags/tag535.xml" ContentType="application/vnd.openxmlformats-officedocument.presentationml.tags+xml"/>
  <Override PartName="/ppt/tags/tag108.xml" ContentType="application/vnd.openxmlformats-officedocument.presentationml.tags+xml"/>
  <Override PartName="/ppt/tags/tag691.xml" ContentType="application/vnd.openxmlformats-officedocument.presentationml.tags+xml"/>
  <Override PartName="/ppt/tags/tag116.xml" ContentType="application/vnd.openxmlformats-officedocument.presentationml.tags+xml"/>
  <Override PartName="/ppt/tags/tag124.xml" ContentType="application/vnd.openxmlformats-officedocument.presentationml.tags+xml"/>
  <Override PartName="/ppt/tags/tag699.xml" ContentType="application/vnd.openxmlformats-officedocument.presentationml.tags+xml"/>
  <Override PartName="/ppt/tags/tag132.xml" ContentType="application/vnd.openxmlformats-officedocument.presentationml.tags+xml"/>
  <Override PartName="/ppt/tags/tag471.xml" ContentType="application/vnd.openxmlformats-officedocument.presentationml.tags+xml"/>
  <Override PartName="/ppt/tags/tag140.xml" ContentType="application/vnd.openxmlformats-officedocument.presentationml.tags+xml"/>
  <Override PartName="/ppt/tags/tag707.xml" ContentType="application/vnd.openxmlformats-officedocument.presentationml.tags+xml"/>
  <Override PartName="/ppt/tags/tag148.xml" ContentType="application/vnd.openxmlformats-officedocument.presentationml.tags+xml"/>
  <Override PartName="/ppt/tags/tag156.xml" ContentType="application/vnd.openxmlformats-officedocument.presentationml.tags+xml"/>
  <Override PartName="/ppt/tags/tag715.xml" ContentType="application/vnd.openxmlformats-officedocument.presentationml.tags+xml"/>
  <Override PartName="/ppt/tags/tag164.xml" ContentType="application/vnd.openxmlformats-officedocument.presentationml.tags+xml"/>
  <Override PartName="/ppt/tags/tag172.xml" ContentType="application/vnd.openxmlformats-officedocument.presentationml.tags+xml"/>
  <Override PartName="/ppt/tags/tag723.xml" ContentType="application/vnd.openxmlformats-officedocument.presentationml.tags+xml"/>
  <Override PartName="/ppt/tags/tag180.xml" ContentType="application/vnd.openxmlformats-officedocument.presentationml.tags+xml"/>
  <Override PartName="/ppt/tags/tag188.xml" ContentType="application/vnd.openxmlformats-officedocument.presentationml.tags+xml"/>
  <Override PartName="/ppt/tags/tag731.xml" ContentType="application/vnd.openxmlformats-officedocument.presentationml.tags+xml"/>
  <Override PartName="/ppt/tags/tag196.xml" ContentType="application/vnd.openxmlformats-officedocument.presentationml.tags+xml"/>
  <Override PartName="/ppt/tags/tag877.xml" ContentType="application/vnd.openxmlformats-officedocument.presentationml.tags+xml"/>
  <Override PartName="/ppt/tags/tag204.xml" ContentType="application/vnd.openxmlformats-officedocument.presentationml.tags+xml"/>
  <Override PartName="/ppt/tags/tag739.xml" ContentType="application/vnd.openxmlformats-officedocument.presentationml.tags+xml"/>
  <Override PartName="/ppt/tags/tag212.xml" ContentType="application/vnd.openxmlformats-officedocument.presentationml.tags+xml"/>
  <Override PartName="/ppt/tags/tag886.xml" ContentType="application/vnd.openxmlformats-officedocument.presentationml.tags+xml"/>
  <Override PartName="/ppt/tags/tag220.xml" ContentType="application/vnd.openxmlformats-officedocument.presentationml.tags+xml"/>
  <Override PartName="/ppt/tags/tag747.xml" ContentType="application/vnd.openxmlformats-officedocument.presentationml.tags+xml"/>
  <Override PartName="/ppt/tags/tag228.xml" ContentType="application/vnd.openxmlformats-officedocument.presentationml.tags+xml"/>
  <Override PartName="/ppt/tags/tag525.xml" ContentType="application/vnd.openxmlformats-officedocument.presentationml.tags+xml"/>
  <Override PartName="/ppt/tags/tag236.xml" ContentType="application/vnd.openxmlformats-officedocument.presentationml.tags+xml"/>
  <Override PartName="/ppt/tags/tag755.xml" ContentType="application/vnd.openxmlformats-officedocument.presentationml.tags+xml"/>
  <Override PartName="/ppt/tags/tag244.xml" ContentType="application/vnd.openxmlformats-officedocument.presentationml.tags+xml"/>
  <Override PartName="/ppt/tags/tag468.xml" ContentType="application/vnd.openxmlformats-officedocument.presentationml.tags+xml"/>
  <Override PartName="/ppt/tags/tag252.xml" ContentType="application/vnd.openxmlformats-officedocument.presentationml.tags+xml"/>
  <Override PartName="/ppt/tags/tag763.xml" ContentType="application/vnd.openxmlformats-officedocument.presentationml.tags+xml"/>
  <Override PartName="/ppt/tags/tag260.xml" ContentType="application/vnd.openxmlformats-officedocument.presentationml.tags+xml"/>
  <Override PartName="/customXml/itemProps69.xml" ContentType="application/vnd.openxmlformats-officedocument.customXmlProperties+xml"/>
  <Override PartName="/ppt/tags/tag268.xml" ContentType="application/vnd.openxmlformats-officedocument.presentationml.tags+xml"/>
  <Override PartName="/ppt/tags/tag771.xml" ContentType="application/vnd.openxmlformats-officedocument.presentationml.tags+xml"/>
  <Override PartName="/ppt/tags/tag276.xml" ContentType="application/vnd.openxmlformats-officedocument.presentationml.tags+xml"/>
  <Override PartName="/ppt/tags/tag284.xml" ContentType="application/vnd.openxmlformats-officedocument.presentationml.tags+xml"/>
  <Override PartName="/ppt/tags/tag779.xml" ContentType="application/vnd.openxmlformats-officedocument.presentationml.tags+xml"/>
  <Override PartName="/ppt/tags/tag292.xml" ContentType="application/vnd.openxmlformats-officedocument.presentationml.tags+xml"/>
  <Override PartName="/customXml/itemProps5.xml" ContentType="application/vnd.openxmlformats-officedocument.customXmlProperties+xml"/>
  <Override PartName="/ppt/tags/tag300.xml" ContentType="application/vnd.openxmlformats-officedocument.presentationml.tags+xml"/>
  <Override PartName="/ppt/tags/tag787.xml" ContentType="application/vnd.openxmlformats-officedocument.presentationml.tags+xml"/>
  <Override PartName="/ppt/tags/tag308.xml" ContentType="application/vnd.openxmlformats-officedocument.presentationml.tags+xml"/>
  <Override PartName="/ppt/tags/tag316.xml" ContentType="application/vnd.openxmlformats-officedocument.presentationml.tags+xml"/>
  <Override PartName="/ppt/tags/tag795.xml" ContentType="application/vnd.openxmlformats-officedocument.presentationml.tags+xml"/>
  <Override PartName="/ppt/tags/tag324.xml" ContentType="application/vnd.openxmlformats-officedocument.presentationml.tags+xml"/>
  <Override PartName="/ppt/tags/tag521.xml" ContentType="application/vnd.openxmlformats-officedocument.presentationml.tags+xml"/>
  <Override PartName="/ppt/tags/tag801.xml" ContentType="application/vnd.openxmlformats-officedocument.presentationml.tags+xml"/>
  <Override PartName="/customXml/itemProps58.xml" ContentType="application/vnd.openxmlformats-officedocument.customXmlProperties+xml"/>
  <Override PartName="/ppt/tags/tag805.xml" ContentType="application/vnd.openxmlformats-officedocument.presentationml.tags+xml"/>
  <Override PartName="/customXml/itemProps54.xml" ContentType="application/vnd.openxmlformats-officedocument.customXmlProperties+xml"/>
  <Override PartName="/ppt/tags/tag809.xml" ContentType="application/vnd.openxmlformats-officedocument.presentationml.tags+xml"/>
  <Override PartName="/customXml/itemProps49.xml" ContentType="application/vnd.openxmlformats-officedocument.customXmlProperties+xml"/>
  <Override PartName="/ppt/tags/tag813.xml" ContentType="application/vnd.openxmlformats-officedocument.presentationml.tags+xml"/>
  <Override PartName="/ppt/tags/tag817.xml" ContentType="application/vnd.openxmlformats-officedocument.presentationml.tags+xml"/>
  <Override PartName="/customXml/itemProps39.xml" ContentType="application/vnd.openxmlformats-officedocument.customXmlProperties+xml"/>
  <Override PartName="/ppt/tags/tag821.xml" ContentType="application/vnd.openxmlformats-officedocument.presentationml.tags+xml"/>
  <Override PartName="/customXml/itemProps37.xml" ContentType="application/vnd.openxmlformats-officedocument.customXmlProperties+xml"/>
  <Override PartName="/ppt/tags/tag825.xml" ContentType="application/vnd.openxmlformats-officedocument.presentationml.tags+xml"/>
  <Override PartName="/customXml/itemProps29.xml" ContentType="application/vnd.openxmlformats-officedocument.customXmlProperties+xml"/>
  <Override PartName="/ppt/tags/tag829.xml" ContentType="application/vnd.openxmlformats-officedocument.presentationml.tags+xml"/>
  <Override PartName="/ppt/tags/tag328.xml" ContentType="application/vnd.openxmlformats-officedocument.presentationml.tags+xml"/>
  <Override PartName="/ppt/tags/tag835.xml" ContentType="application/vnd.openxmlformats-officedocument.presentationml.tags+xml"/>
  <Override PartName="/ppt/tags/tag335.xml" ContentType="application/vnd.openxmlformats-officedocument.presentationml.tags+xml"/>
  <Override PartName="/docProps/core.xml" ContentType="application/vnd.openxmlformats-package.core-properties+xml"/>
  <Override PartName="/ppt/tags/tag343.xml" ContentType="application/vnd.openxmlformats-officedocument.presentationml.tags+xml"/>
  <Override PartName="/ppt/tags/tag843.xml" ContentType="application/vnd.openxmlformats-officedocument.presentationml.tags+xml"/>
  <Override PartName="/ppt/tags/tag350.xml" ContentType="application/vnd.openxmlformats-officedocument.presentationml.tags+xml"/>
  <Override PartName="/ppt/tags/tag358.xml" ContentType="application/vnd.openxmlformats-officedocument.presentationml.tags+xml"/>
  <Override PartName="/ppt/tags/tag851.xml" ContentType="application/vnd.openxmlformats-officedocument.presentationml.tags+xml"/>
  <Override PartName="/ppt/tags/tag366.xml" ContentType="application/vnd.openxmlformats-officedocument.presentationml.tags+xml"/>
  <Override PartName="/ppt/tags/tag472.xml" ContentType="application/vnd.openxmlformats-officedocument.presentationml.tags+xml"/>
  <Override PartName="/ppt/tags/tag374.xml" ContentType="application/vnd.openxmlformats-officedocument.presentationml.tags+xml"/>
  <Override PartName="/ppt/tags/tag382.xml" ContentType="application/vnd.openxmlformats-officedocument.presentationml.tags+xml"/>
  <Override PartName="/customXml/itemProps14.xml" ContentType="application/vnd.openxmlformats-officedocument.customXmlProperties+xml"/>
  <Override PartName="/ppt/tags/tag390.xml" ContentType="application/vnd.openxmlformats-officedocument.presentationml.tags+xml"/>
  <Override PartName="/ppt/tags/tag863.xml" ContentType="application/vnd.openxmlformats-officedocument.presentationml.tags+xml"/>
  <Override PartName="/ppt/tags/tag398.xml" ContentType="application/vnd.openxmlformats-officedocument.presentationml.tags+xml"/>
  <Override PartName="/ppt/tags/tag406.xml" ContentType="application/vnd.openxmlformats-officedocument.presentationml.tags+xml"/>
  <Override PartName="/ppt/tags/tag567.xml" ContentType="application/vnd.openxmlformats-officedocument.presentationml.tags+xml"/>
  <Override PartName="/ppt/tags/tag414.xml" ContentType="application/vnd.openxmlformats-officedocument.presentationml.tags+xml"/>
  <Override PartName="/customXml/itemProps18.xml" ContentType="application/vnd.openxmlformats-officedocument.customXmlProperties+xml"/>
  <Override PartName="/ppt/tags/tag422.xml" ContentType="application/vnd.openxmlformats-officedocument.presentationml.tags+xml"/>
  <Override PartName="/ppt/tags/tag430.xml" ContentType="application/vnd.openxmlformats-officedocument.presentationml.tags+xml"/>
  <Override PartName="/customXml/itemProps139.xml" ContentType="application/vnd.openxmlformats-officedocument.customXmlProperties+xml"/>
  <Override PartName="/ppt/tags/tag438.xml" ContentType="application/vnd.openxmlformats-officedocument.presentationml.tags+xml"/>
  <Override PartName="/ppt/tags/tag446.xml" ContentType="application/vnd.openxmlformats-officedocument.presentationml.tags+xml"/>
  <Override PartName="/ppt/tags/tag547.xml" ContentType="application/vnd.openxmlformats-officedocument.presentationml.tags+xml"/>
  <Override PartName="/ppt/tags/tag454.xml" ContentType="application/vnd.openxmlformats-officedocument.presentationml.tags+xml"/>
  <Override PartName="/customXml/itemProps134.xml" ContentType="application/vnd.openxmlformats-officedocument.customXmlProperties+xml"/>
  <Override PartName="/ppt/tags/tag474.xml" ContentType="application/vnd.openxmlformats-officedocument.presentationml.tags+xml"/>
  <Override PartName="/customXml/itemProps78.xml" ContentType="application/vnd.openxmlformats-officedocument.customXmlProperties+xml"/>
  <Override PartName="/ppt/tags/tag490.xml" ContentType="application/vnd.openxmlformats-officedocument.presentationml.tags+xml"/>
  <Override PartName="/ppt/tags/tag585.xml" ContentType="application/vnd.openxmlformats-officedocument.presentationml.tags+xml"/>
  <Override PartName="/ppt/tags/tag506.xml" ContentType="application/vnd.openxmlformats-officedocument.presentationml.tags+xml"/>
  <Override PartName="/ppt/tags/tag73.xml" ContentType="application/vnd.openxmlformats-officedocument.presentationml.tags+xml"/>
  <Override PartName="/ppt/tags/tag520.xml" ContentType="application/vnd.openxmlformats-officedocument.presentationml.tags+xml"/>
  <Override PartName="/customXml/itemProps124.xml" ContentType="application/vnd.openxmlformats-officedocument.customXmlProperties+xml"/>
  <Override PartName="/ppt/tags/tag536.xml" ContentType="application/vnd.openxmlformats-officedocument.presentationml.tags+xml"/>
  <Override PartName="/ppt/tags/tag53.xml" ContentType="application/vnd.openxmlformats-officedocument.presentationml.tags+xml"/>
  <Override PartName="/ppt/tags/tag575.xml" ContentType="application/vnd.openxmlformats-officedocument.presentationml.tags+xml"/>
  <Override PartName="/customXml/itemProps120.xml" ContentType="application/vnd.openxmlformats-officedocument.customXmlProperties+xml"/>
  <Override PartName="/ppt/tags/tag568.xml" ContentType="application/vnd.openxmlformats-officedocument.presentationml.tags+xml"/>
  <Override PartName="/ppt/tags/tag584.xml" ContentType="application/vnd.openxmlformats-officedocument.presentationml.tags+xml"/>
  <Override PartName="/ppt/tags/tag604.xml" ContentType="application/vnd.openxmlformats-officedocument.presentationml.tags+xml"/>
  <Override PartName="/ppt/tags/tag481.xml" ContentType="application/vnd.openxmlformats-officedocument.presentationml.tags+xml"/>
  <Override PartName="/ppt/tags/tag647.xml" ContentType="application/vnd.openxmlformats-officedocument.presentationml.tags+xml"/>
  <Override PartName="/ppt/tags/tag562.xml" ContentType="application/vnd.openxmlformats-officedocument.presentationml.tags+xml"/>
  <Override PartName="/ppt/tags/tag620.xml" ContentType="application/vnd.openxmlformats-officedocument.presentationml.tags+xml"/>
  <Override PartName="/customXml/itemProps99.xml" ContentType="application/vnd.openxmlformats-officedocument.customXmlProperties+xml"/>
  <Override PartName="/ppt/tags/tag628.xml" ContentType="application/vnd.openxmlformats-officedocument.presentationml.tags+xml"/>
  <Override PartName="/ppt/tags/tag5.xml" ContentType="application/vnd.openxmlformats-officedocument.presentationml.tags+xml"/>
  <Override PartName="/ppt/tags/tag11.xml" ContentType="application/vnd.openxmlformats-officedocument.presentationml.tags+xml"/>
  <Override PartName="/ppt/tags/tag20.xml" ContentType="application/vnd.openxmlformats-officedocument.presentationml.tags+xml"/>
  <Override PartName="/ppt/tags/tag32.xml" ContentType="application/vnd.openxmlformats-officedocument.presentationml.tags+xml"/>
  <Override PartName="/ppt/tags/tag48.xml" ContentType="application/vnd.openxmlformats-officedocument.presentationml.tags+xml"/>
  <Override PartName="/ppt/tags/tag664.xml" ContentType="application/vnd.openxmlformats-officedocument.presentationml.tags+xml"/>
  <Override PartName="/ppt/tags/tag64.xml" ContentType="application/vnd.openxmlformats-officedocument.presentationml.tags+xml"/>
  <Override PartName="/ppt/tags/tag537.xml" ContentType="application/vnd.openxmlformats-officedocument.presentationml.tags+xml"/>
  <Override PartName="/ppt/tags/tag80.xml" ContentType="application/vnd.openxmlformats-officedocument.presentationml.tags+xml"/>
  <Override PartName="/ppt/tags/tag680.xml" ContentType="application/vnd.openxmlformats-officedocument.presentationml.tags+xml"/>
  <Override PartName="/ppt/tags/tag96.xml" ContentType="application/vnd.openxmlformats-officedocument.presentationml.tags+xml"/>
  <Override PartName="/ppt/tags/tag112.xml" ContentType="application/vnd.openxmlformats-officedocument.presentationml.tags+xml"/>
  <Override PartName="/ppt/tags/tag695.xml" ContentType="application/vnd.openxmlformats-officedocument.presentationml.tags+xml"/>
  <Override PartName="/ppt/tags/tag128.xml" ContentType="application/vnd.openxmlformats-officedocument.presentationml.tags+xml"/>
  <Override PartName="/customXml/itemProps89.xml" ContentType="application/vnd.openxmlformats-officedocument.customXmlProperties+xml"/>
  <Override PartName="/ppt/tags/tag144.xml" ContentType="application/vnd.openxmlformats-officedocument.presentationml.tags+xml"/>
  <Override PartName="/ppt/tags/tag711.xml" ContentType="application/vnd.openxmlformats-officedocument.presentationml.tags+xml"/>
  <Override PartName="/ppt/tags/tag160.xml" ContentType="application/vnd.openxmlformats-officedocument.presentationml.tags+xml"/>
  <Override PartName="/ppt/tags/tag176.xml" ContentType="application/vnd.openxmlformats-officedocument.presentationml.tags+xml"/>
  <Override PartName="/ppt/tags/tag727.xml" ContentType="application/vnd.openxmlformats-officedocument.presentationml.tags+xml"/>
  <Override PartName="/ppt/tags/tag192.xml" ContentType="application/vnd.openxmlformats-officedocument.presentationml.tags+xml"/>
  <Override PartName="/ppt/tags/tag527.xml" ContentType="application/vnd.openxmlformats-officedocument.presentationml.tags+xml"/>
  <Override PartName="/ppt/tags/tag208.xml" ContentType="application/vnd.openxmlformats-officedocument.presentationml.tags+xml"/>
  <Override PartName="/ppt/tags/tag743.xml" ContentType="application/vnd.openxmlformats-officedocument.presentationml.tags+xml"/>
  <Override PartName="/ppt/tags/tag224.xml" ContentType="application/vnd.openxmlformats-officedocument.presentationml.tags+xml"/>
  <Override PartName="/ppt/tags/tag240.xml" ContentType="application/vnd.openxmlformats-officedocument.presentationml.tags+xml"/>
  <Override PartName="/ppt/tags/tag759.xml" ContentType="application/vnd.openxmlformats-officedocument.presentationml.tags+xml"/>
  <Override PartName="/ppt/tags/tag256.xml" ContentType="application/vnd.openxmlformats-officedocument.presentationml.tags+xml"/>
  <Override PartName="/customXml/itemProps11.xml" ContentType="application/vnd.openxmlformats-officedocument.customXmlProperties+xml"/>
  <Override PartName="/ppt/tags/tag272.xml" ContentType="application/vnd.openxmlformats-officedocument.presentationml.tags+xml"/>
  <Override PartName="/ppt/tags/tag775.xml" ContentType="application/vnd.openxmlformats-officedocument.presentationml.tags+xml"/>
  <Override PartName="/ppt/tags/tag288.xml" ContentType="application/vnd.openxmlformats-officedocument.presentationml.tags+xml"/>
  <Override PartName="/ppt/tags/tag304.xml" ContentType="application/vnd.openxmlformats-officedocument.presentationml.tags+xml"/>
  <Override PartName="/ppt/tags/tag791.xml" ContentType="application/vnd.openxmlformats-officedocument.presentationml.tags+xml"/>
  <Override PartName="/ppt/tags/tag320.xml" ContentType="application/vnd.openxmlformats-officedocument.presentationml.tags+xml"/>
  <Override PartName="/ppt/tags/tag519.xml" ContentType="application/vnd.openxmlformats-officedocument.presentationml.tags+xml"/>
  <Override PartName="/ppt/tags/tag803.xml" ContentType="application/vnd.openxmlformats-officedocument.presentationml.tags+xml"/>
  <Override PartName="/ppt/tags/tag811.xml" ContentType="application/vnd.openxmlformats-officedocument.presentationml.tags+xml"/>
  <Override PartName="/customXml/itemProps47.xml" ContentType="application/vnd.openxmlformats-officedocument.customXmlProperties+xml"/>
  <Override PartName="/ppt/tags/tag819.xml" ContentType="application/vnd.openxmlformats-officedocument.presentationml.tags+xml"/>
  <Override PartName="/customXml/itemProps34.xml" ContentType="application/vnd.openxmlformats-officedocument.customXmlProperties+xml"/>
  <Override PartName="/ppt/tags/tag827.xml" ContentType="application/vnd.openxmlformats-officedocument.presentationml.tags+xml"/>
  <Override PartName="/ppt/tags/tag331.xml" ContentType="application/vnd.openxmlformats-officedocument.presentationml.tags+xml"/>
  <Override PartName="/ppt/tags/tag839.xml" ContentType="application/vnd.openxmlformats-officedocument.presentationml.tags+xml"/>
  <Override PartName="/ppt/tags/tag347.xml" ContentType="application/vnd.openxmlformats-officedocument.presentationml.tags+xml"/>
  <Override PartName="/docProps/custom.xml" ContentType="application/vnd.openxmlformats-officedocument.custom-properties+xml"/>
  <Override PartName="/ppt/tags/tag362.xml" ContentType="application/vnd.openxmlformats-officedocument.presentationml.tags+xml"/>
  <Override PartName="/ppt/tags/tag378.xml" ContentType="application/vnd.openxmlformats-officedocument.presentationml.tags+xml"/>
  <Override PartName="/ppt/tags/tag394.xml" ContentType="application/vnd.openxmlformats-officedocument.presentationml.tags+xml"/>
  <Override PartName="/ppt/tags/tag867.xml" ContentType="application/vnd.openxmlformats-officedocument.presentationml.tags+xml"/>
  <Override PartName="/ppt/tags/tag410.xml" ContentType="application/vnd.openxmlformats-officedocument.presentationml.tags+xml"/>
  <Override PartName="/customXml/itemProps140.xml" ContentType="application/vnd.openxmlformats-officedocument.customXmlProperties+xml"/>
  <Override PartName="/ppt/tags/tag426.xml" ContentType="application/vnd.openxmlformats-officedocument.presentationml.tags+xml"/>
  <Override PartName="/ppt/tags/tag442.xml" ContentType="application/vnd.openxmlformats-officedocument.presentationml.tags+xml"/>
  <Override PartName="/ppt/tags/tag103.xml" ContentType="application/vnd.openxmlformats-officedocument.presentationml.tags+xml"/>
  <Override PartName="/ppt/tags/tag587.xml" ContentType="application/vnd.openxmlformats-officedocument.presentationml.tags+xml"/>
  <Override PartName="/ppt/tags/tag498.xml" ContentType="application/vnd.openxmlformats-officedocument.presentationml.tags+xml"/>
  <Override PartName="/ppt/tags/tag671.xml" ContentType="application/vnd.openxmlformats-officedocument.presentationml.tags+xml"/>
  <Override PartName="/ppt/tags/tag528.xml" ContentType="application/vnd.openxmlformats-officedocument.presentationml.tags+xml"/>
  <Override PartName="/customXml/itemProps122.xml" ContentType="application/vnd.openxmlformats-officedocument.customXmlProperties+xml"/>
  <Override PartName="/ppt/tags/tag560.xml" ContentType="application/vnd.openxmlformats-officedocument.presentationml.tags+xml"/>
  <Override PartName="/ppt/tags/tag51.xml" ContentType="application/vnd.openxmlformats-officedocument.presentationml.tags+xml"/>
  <Override PartName="/ppt/tags/tag592.xml" ContentType="application/vnd.openxmlformats-officedocument.presentationml.tags+xml"/>
  <Override PartName="/ppt/tags/tag600.xml" ContentType="application/vnd.openxmlformats-officedocument.presentationml.tags+xml"/>
  <Override PartName="/ppt/tags/tag616.xml" ContentType="application/vnd.openxmlformats-officedocument.presentationml.tags+xml"/>
  <Override PartName="/ppt/tags/tag553.xml" ContentType="application/vnd.openxmlformats-officedocument.presentationml.tags+xml"/>
  <Override PartName="/ppt/tags/tag632.xml" ContentType="application/vnd.openxmlformats-officedocument.presentationml.tags+xml"/>
  <Override PartName="/customXml/itemProps86.xml" ContentType="application/vnd.openxmlformats-officedocument.customXmlProperties+xml"/>
  <Override PartName="/ppt/tags/tag648.xml" ContentType="application/vnd.openxmlformats-officedocument.presentationml.tags+xml"/>
  <Override PartName="/ppt/tags/tag656.xml" ContentType="application/vnd.openxmlformats-officedocument.presentationml.tags+xml"/>
  <Override PartName="/ppt/tags/tag56.xml" ContentType="application/vnd.openxmlformats-officedocument.presentationml.tags+xml"/>
  <Override PartName="/ppt/tags/tag88.xml" ContentType="application/vnd.openxmlformats-officedocument.presentationml.tags+xml"/>
  <Override PartName="/ppt/tags/tag688.xml" ContentType="application/vnd.openxmlformats-officedocument.presentationml.tags+xml"/>
  <Override PartName="/ppt/tags/tag120.xml" ContentType="application/vnd.openxmlformats-officedocument.presentationml.tags+xml"/>
  <Override PartName="/ppt/tags/tag573.xml" ContentType="application/vnd.openxmlformats-officedocument.presentationml.tags+xml"/>
  <Override PartName="/ppt/tags/tag152.xml" ContentType="application/vnd.openxmlformats-officedocument.presentationml.tags+xml"/>
  <Override PartName="/ppt/tags/tag719.xml" ContentType="application/vnd.openxmlformats-officedocument.presentationml.tags+xml"/>
  <Override PartName="/ppt/tags/tag184.xml" ContentType="application/vnd.openxmlformats-officedocument.presentationml.tags+xml"/>
  <Override PartName="/ppt/tags/tag216.xml" ContentType="application/vnd.openxmlformats-officedocument.presentationml.tags+xml"/>
  <Override PartName="/ppt/tags/tag751.xml" ContentType="application/vnd.openxmlformats-officedocument.presentationml.tags+xml"/>
  <Override PartName="/ppt/tags/tag248.xml" ContentType="application/vnd.openxmlformats-officedocument.presentationml.tags+xml"/>
  <Override PartName="/customXml/itemProps9.xml" ContentType="application/vnd.openxmlformats-officedocument.customXmlProperties+xml"/>
  <Override PartName="/ppt/tags/tag280.xml" ContentType="application/vnd.openxmlformats-officedocument.presentationml.tags+xml"/>
  <Override PartName="/ppt/tags/tag783.xml" ContentType="application/vnd.openxmlformats-officedocument.presentationml.tags+xml"/>
  <Override PartName="/ppt/tags/tag312.xml" ContentType="application/vnd.openxmlformats-officedocument.presentationml.tags+xml"/>
  <Override PartName="/customXml/itemProps8.xml" ContentType="application/vnd.openxmlformats-officedocument.customXmlProperties+xml"/>
  <Override PartName="/ppt/tags/tag807.xml" ContentType="application/vnd.openxmlformats-officedocument.presentationml.tags+xml"/>
  <Override PartName="/customXml/itemProps44.xml" ContentType="application/vnd.openxmlformats-officedocument.customXmlProperties+xml"/>
  <Override PartName="/ppt/tags/tag823.xml" ContentType="application/vnd.openxmlformats-officedocument.presentationml.tags+xml"/>
  <Override PartName="/ppt/tags/tag339.xml" ContentType="application/vnd.openxmlformats-officedocument.presentationml.tags+xml"/>
  <Override PartName="/ppt/tags/tag847.xml" ContentType="application/vnd.openxmlformats-officedocument.presentationml.tags+xml"/>
  <Override PartName="/ppt/tags/tag370.xml" ContentType="application/vnd.openxmlformats-officedocument.presentationml.tags+xml"/>
  <Override PartName="/ppt/tags/tag402.xml" ContentType="application/vnd.openxmlformats-officedocument.presentationml.tags+xml"/>
  <Override PartName="/ppt/tags/tag434.xml" ContentType="application/vnd.openxmlformats-officedocument.presentationml.tags+xml"/>
  <Override PartName="/ppt/tags/tag482.xml" ContentType="application/vnd.openxmlformats-officedocument.presentationml.tags+xml"/>
  <Override PartName="/customXml/itemProps129.xml" ContentType="application/vnd.openxmlformats-officedocument.customXmlProperties+xml"/>
  <Override PartName="/ppt/tags/tag544.xml" ContentType="application/vnd.openxmlformats-officedocument.presentationml.tags+xml"/>
  <Override PartName="/ppt/tags/tag659.xml" ContentType="application/vnd.openxmlformats-officedocument.presentationml.tags+xml"/>
  <Override PartName="/customXml/itemProps15.xml" ContentType="application/vnd.openxmlformats-officedocument.customXmlProperties+xml"/>
  <Override PartName="/ppt/tags/tag624.xml" ContentType="application/vnd.openxmlformats-officedocument.presentationml.tags+xml"/>
  <Override PartName="/ppt/tags/tag881.xml" ContentType="application/vnd.openxmlformats-officedocument.presentationml.tags+xml"/>
  <Override PartName="/ppt/tags/tag40.xml" ContentType="application/vnd.openxmlformats-officedocument.presentationml.tags+xml"/>
  <Override PartName="/ppt/tags/tag672.xml" ContentType="application/vnd.openxmlformats-officedocument.presentationml.tags+xml"/>
  <Override PartName="/ppt/tags/tag104.xml" ContentType="application/vnd.openxmlformats-officedocument.presentationml.tags+xml"/>
  <Override PartName="/customXml/itemProps76.xml" ContentType="application/vnd.openxmlformats-officedocument.customXmlProperties+xml"/>
  <Override PartName="/ppt/tags/tag168.xml" ContentType="application/vnd.openxmlformats-officedocument.presentationml.tags+xml"/>
  <Override PartName="/ppt/tags/tag735.xml" ContentType="application/vnd.openxmlformats-officedocument.presentationml.tags+xml"/>
  <Override PartName="/ppt/tags/tag232.xml" ContentType="application/vnd.openxmlformats-officedocument.presentationml.tags+xml"/>
  <Override PartName="/ppt/tags/tag296.xml" ContentType="application/vnd.openxmlformats-officedocument.presentationml.tags+xml"/>
  <Override PartName="/ppt/tags/tag815.xml" ContentType="application/vnd.openxmlformats-officedocument.presentationml.tags+xml"/>
  <Override PartName="/ppt/tags/tag354.xml" ContentType="application/vnd.openxmlformats-officedocument.presentationml.tags+xml"/>
  <Override PartName="/ppt/tags/tag860.xml" ContentType="application/vnd.openxmlformats-officedocument.presentationml.tags+xml"/>
  <Override PartName="/ppt/tags/tag418.xml" ContentType="application/vnd.openxmlformats-officedocument.presentationml.tags+xml"/>
  <Override PartName="/customXml/itemProps136.xml" ContentType="application/vnd.openxmlformats-officedocument.customXmlProperties+xml"/>
  <Override PartName="/ppt/tags/tag512.xml" ContentType="application/vnd.openxmlformats-officedocument.presentationml.tags+xml"/>
  <Override PartName="/customXml/itemProps115.xml" ContentType="application/vnd.openxmlformats-officedocument.customXmlProperties+xml"/>
  <Override PartName="/ppt/tags/tag608.xml" ContentType="application/vnd.openxmlformats-officedocument.presentationml.tags+xml"/>
  <Override PartName="/ppt/tags/tag640.xml" ContentType="application/vnd.openxmlformats-officedocument.presentationml.tags+xml"/>
  <Override PartName="/ppt/tags/tag72.xml" ContentType="application/vnd.openxmlformats-officedocument.presentationml.tags+xml"/>
  <Override PartName="/ppt/tags/tag200.xml" ContentType="application/vnd.openxmlformats-officedocument.presentationml.tags+xml"/>
  <Override PartName="/ppt/tags/tag767.xml" ContentType="application/vnd.openxmlformats-officedocument.presentationml.tags+xml"/>
  <Override PartName="/ppt/tags/tag799.xml" ContentType="application/vnd.openxmlformats-officedocument.presentationml.tags+xml"/>
  <Override PartName="/ppt/tags/tag386.xml" ContentType="application/vnd.openxmlformats-officedocument.presentationml.tags+xml"/>
  <Override PartName="/ppt/tags/tag12.xml" ContentType="application/vnd.openxmlformats-officedocument.presentationml.tags+xml"/>
  <Override PartName="/ppt/tags/tag703.xml" ContentType="application/vnd.openxmlformats-officedocument.presentationml.tags+xml"/>
  <Override PartName="/ppt/tags/tag264.xml" ContentType="application/vnd.openxmlformats-officedocument.presentationml.tags+xml"/>
  <Override PartName="/ppt/tags/tag450.xml" ContentType="application/vnd.openxmlformats-officedocument.presentationml.tags+xml"/>
  <Override PartName="/ppt/tags/tag576.xml" ContentType="application/vnd.openxmlformats-officedocument.presentationml.tags+xml"/>
  <Override PartName="/ppt/tags/tag13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9.xml" ContentType="application/vnd.openxmlformats-officedocument.presentationml.tags+xml"/>
  <Override PartName="/ppt/tags/tag466.xml" ContentType="application/vnd.openxmlformats-officedocument.presentationml.tags+xml"/>
  <Override PartName="/customXml/itemProps1.xml" ContentType="application/vnd.openxmlformats-officedocument.customXmlProperties+xml"/>
  <Override PartName="/customXml/itemProps141.xml" ContentType="application/vnd.openxmlformats-officedocument.customXmlProperties+xml"/>
  <Override PartName="/customXml/itemProps142.xml" ContentType="application/vnd.openxmlformats-officedocument.customXmlProperties+xml"/>
  <Override PartName="/customXml/itemProps14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9" r:id="rId141"/>
    <p:sldMasterId id="2147483907" r:id="rId142"/>
  </p:sldMasterIdLst>
  <p:notesMasterIdLst>
    <p:notesMasterId r:id="rId167"/>
  </p:notesMasterIdLst>
  <p:sldIdLst>
    <p:sldId id="300" r:id="rId143"/>
    <p:sldId id="289" r:id="rId144"/>
    <p:sldId id="1155" r:id="rId145"/>
    <p:sldId id="1397" r:id="rId146"/>
    <p:sldId id="1149" r:id="rId147"/>
    <p:sldId id="1120" r:id="rId148"/>
    <p:sldId id="1156" r:id="rId149"/>
    <p:sldId id="1116" r:id="rId150"/>
    <p:sldId id="1158" r:id="rId151"/>
    <p:sldId id="1117" r:id="rId152"/>
    <p:sldId id="1159" r:id="rId153"/>
    <p:sldId id="1119" r:id="rId154"/>
    <p:sldId id="1160" r:id="rId155"/>
    <p:sldId id="1121" r:id="rId156"/>
    <p:sldId id="1406" r:id="rId157"/>
    <p:sldId id="1150" r:id="rId158"/>
    <p:sldId id="1151" r:id="rId159"/>
    <p:sldId id="1152" r:id="rId160"/>
    <p:sldId id="1423" r:id="rId161"/>
    <p:sldId id="1418" r:id="rId162"/>
    <p:sldId id="1153" r:id="rId163"/>
    <p:sldId id="1425" r:id="rId164"/>
    <p:sldId id="1409" r:id="rId165"/>
    <p:sldId id="1407" r:id="rId166"/>
  </p:sldIdLst>
  <p:sldSz cx="12192000" cy="6858000"/>
  <p:notesSz cx="6858000" cy="9144000"/>
  <p:custDataLst>
    <p:tags r:id="rId16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BDDC"/>
    <a:srgbClr val="2ED9C3"/>
    <a:srgbClr val="003A70"/>
    <a:srgbClr val="2DAACE"/>
    <a:srgbClr val="2293B8"/>
    <a:srgbClr val="187DA4"/>
    <a:srgbClr val="197EA4"/>
    <a:srgbClr val="E4F3FA"/>
    <a:srgbClr val="E7F7FB"/>
    <a:srgbClr val="004C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autoAdjust="0"/>
    <p:restoredTop sz="83129"/>
  </p:normalViewPr>
  <p:slideViewPr>
    <p:cSldViewPr snapToGrid="0">
      <p:cViewPr varScale="1">
        <p:scale>
          <a:sx n="105" d="100"/>
          <a:sy n="105" d="100"/>
        </p:scale>
        <p:origin x="1504" y="19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customXml" Target="../customXml/item117.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customXml" Target="../customXml/item84.xml"/><Relationship Id="rId138" Type="http://schemas.openxmlformats.org/officeDocument/2006/relationships/customXml" Target="../customXml/item138.xml"/><Relationship Id="rId159" Type="http://schemas.openxmlformats.org/officeDocument/2006/relationships/slide" Target="slides/slide17.xml"/><Relationship Id="rId170" Type="http://schemas.openxmlformats.org/officeDocument/2006/relationships/viewProps" Target="viewProps.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customXml" Target="../customXml/item128.xml"/><Relationship Id="rId149" Type="http://schemas.openxmlformats.org/officeDocument/2006/relationships/slide" Target="slides/slide7.xml"/><Relationship Id="rId5" Type="http://schemas.openxmlformats.org/officeDocument/2006/relationships/customXml" Target="../customXml/item5.xml"/><Relationship Id="rId95" Type="http://schemas.openxmlformats.org/officeDocument/2006/relationships/customXml" Target="../customXml/item95.xml"/><Relationship Id="rId160" Type="http://schemas.openxmlformats.org/officeDocument/2006/relationships/slide" Target="slides/slide18.xml"/><Relationship Id="rId22" Type="http://schemas.openxmlformats.org/officeDocument/2006/relationships/customXml" Target="../customXml/item22.xml"/><Relationship Id="rId43" Type="http://schemas.openxmlformats.org/officeDocument/2006/relationships/customXml" Target="../customXml/item43.xml"/><Relationship Id="rId64" Type="http://schemas.openxmlformats.org/officeDocument/2006/relationships/customXml" Target="../customXml/item64.xml"/><Relationship Id="rId118" Type="http://schemas.openxmlformats.org/officeDocument/2006/relationships/customXml" Target="../customXml/item118.xml"/><Relationship Id="rId139" Type="http://schemas.openxmlformats.org/officeDocument/2006/relationships/customXml" Target="../customXml/item139.xml"/><Relationship Id="rId85" Type="http://schemas.openxmlformats.org/officeDocument/2006/relationships/customXml" Target="../customXml/item85.xml"/><Relationship Id="rId150" Type="http://schemas.openxmlformats.org/officeDocument/2006/relationships/slide" Target="slides/slide8.xml"/><Relationship Id="rId171" Type="http://schemas.openxmlformats.org/officeDocument/2006/relationships/theme" Target="theme/theme1.xml"/><Relationship Id="rId12" Type="http://schemas.openxmlformats.org/officeDocument/2006/relationships/customXml" Target="../customXml/item12.xml"/><Relationship Id="rId33" Type="http://schemas.openxmlformats.org/officeDocument/2006/relationships/customXml" Target="../customXml/item33.xml"/><Relationship Id="rId108" Type="http://schemas.openxmlformats.org/officeDocument/2006/relationships/customXml" Target="../customXml/item108.xml"/><Relationship Id="rId129" Type="http://schemas.openxmlformats.org/officeDocument/2006/relationships/customXml" Target="../customXml/item129.xml"/><Relationship Id="rId54" Type="http://schemas.openxmlformats.org/officeDocument/2006/relationships/customXml" Target="../customXml/item54.xml"/><Relationship Id="rId75" Type="http://schemas.openxmlformats.org/officeDocument/2006/relationships/customXml" Target="../customXml/item75.xml"/><Relationship Id="rId96" Type="http://schemas.openxmlformats.org/officeDocument/2006/relationships/customXml" Target="../customXml/item96.xml"/><Relationship Id="rId140" Type="http://schemas.openxmlformats.org/officeDocument/2006/relationships/customXml" Target="../customXml/item140.xml"/><Relationship Id="rId161"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119" Type="http://schemas.openxmlformats.org/officeDocument/2006/relationships/customXml" Target="../customXml/item119.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customXml" Target="../customXml/item86.xml"/><Relationship Id="rId130" Type="http://schemas.openxmlformats.org/officeDocument/2006/relationships/customXml" Target="../customXml/item130.xml"/><Relationship Id="rId135" Type="http://schemas.openxmlformats.org/officeDocument/2006/relationships/customXml" Target="../customXml/item135.xml"/><Relationship Id="rId151" Type="http://schemas.openxmlformats.org/officeDocument/2006/relationships/slide" Target="slides/slide9.xml"/><Relationship Id="rId156" Type="http://schemas.openxmlformats.org/officeDocument/2006/relationships/slide" Target="slides/slide14.xml"/><Relationship Id="rId172" Type="http://schemas.openxmlformats.org/officeDocument/2006/relationships/tableStyles" Target="tableStyles.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customXml" Target="../customXml/item120.xml"/><Relationship Id="rId125" Type="http://schemas.openxmlformats.org/officeDocument/2006/relationships/customXml" Target="../customXml/item125.xml"/><Relationship Id="rId141" Type="http://schemas.openxmlformats.org/officeDocument/2006/relationships/slideMaster" Target="slideMasters/slideMaster1.xml"/><Relationship Id="rId146" Type="http://schemas.openxmlformats.org/officeDocument/2006/relationships/slide" Target="slides/slide4.xml"/><Relationship Id="rId167" Type="http://schemas.openxmlformats.org/officeDocument/2006/relationships/notesMaster" Target="notesMasters/notesMaster1.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162" Type="http://schemas.openxmlformats.org/officeDocument/2006/relationships/slide" Target="slides/slide20.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15" Type="http://schemas.openxmlformats.org/officeDocument/2006/relationships/customXml" Target="../customXml/item115.xml"/><Relationship Id="rId131" Type="http://schemas.openxmlformats.org/officeDocument/2006/relationships/customXml" Target="../customXml/item131.xml"/><Relationship Id="rId136" Type="http://schemas.openxmlformats.org/officeDocument/2006/relationships/customXml" Target="../customXml/item136.xml"/><Relationship Id="rId157" Type="http://schemas.openxmlformats.org/officeDocument/2006/relationships/slide" Target="slides/slide15.xml"/><Relationship Id="rId61" Type="http://schemas.openxmlformats.org/officeDocument/2006/relationships/customXml" Target="../customXml/item61.xml"/><Relationship Id="rId82" Type="http://schemas.openxmlformats.org/officeDocument/2006/relationships/customXml" Target="../customXml/item82.xml"/><Relationship Id="rId152" Type="http://schemas.openxmlformats.org/officeDocument/2006/relationships/slide" Target="slides/slide10.xml"/><Relationship Id="rId173" Type="http://schemas.openxmlformats.org/officeDocument/2006/relationships/customXml" Target="../customXml/item141.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customXml" Target="../customXml/item126.xml"/><Relationship Id="rId147" Type="http://schemas.openxmlformats.org/officeDocument/2006/relationships/slide" Target="slides/slide5.xml"/><Relationship Id="rId168" Type="http://schemas.openxmlformats.org/officeDocument/2006/relationships/tags" Target="tags/tag1.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customXml" Target="../customXml/item121.xml"/><Relationship Id="rId142" Type="http://schemas.openxmlformats.org/officeDocument/2006/relationships/slideMaster" Target="slideMasters/slideMaster2.xml"/><Relationship Id="rId163" Type="http://schemas.openxmlformats.org/officeDocument/2006/relationships/slide" Target="slides/slide21.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customXml" Target="../customXml/item116.xml"/><Relationship Id="rId137" Type="http://schemas.openxmlformats.org/officeDocument/2006/relationships/customXml" Target="../customXml/item137.xml"/><Relationship Id="rId158" Type="http://schemas.openxmlformats.org/officeDocument/2006/relationships/slide" Target="slides/slide16.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customXml" Target="../customXml/item111.xml"/><Relationship Id="rId132" Type="http://schemas.openxmlformats.org/officeDocument/2006/relationships/customXml" Target="../customXml/item132.xml"/><Relationship Id="rId153" Type="http://schemas.openxmlformats.org/officeDocument/2006/relationships/slide" Target="slides/slide11.xml"/><Relationship Id="rId174" Type="http://schemas.openxmlformats.org/officeDocument/2006/relationships/customXml" Target="../customXml/item142.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customXml" Target="../customXml/item127.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customXml" Target="../customXml/item122.xml"/><Relationship Id="rId143" Type="http://schemas.openxmlformats.org/officeDocument/2006/relationships/slide" Target="slides/slide1.xml"/><Relationship Id="rId148" Type="http://schemas.openxmlformats.org/officeDocument/2006/relationships/slide" Target="slides/slide6.xml"/><Relationship Id="rId164" Type="http://schemas.openxmlformats.org/officeDocument/2006/relationships/slide" Target="slides/slide22.xml"/><Relationship Id="rId16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customXml" Target="../customXml/item89.xml"/><Relationship Id="rId112" Type="http://schemas.openxmlformats.org/officeDocument/2006/relationships/customXml" Target="../customXml/item112.xml"/><Relationship Id="rId133" Type="http://schemas.openxmlformats.org/officeDocument/2006/relationships/customXml" Target="../customXml/item133.xml"/><Relationship Id="rId154" Type="http://schemas.openxmlformats.org/officeDocument/2006/relationships/slide" Target="slides/slide12.xml"/><Relationship Id="rId175" Type="http://schemas.openxmlformats.org/officeDocument/2006/relationships/customXml" Target="../customXml/item143.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customXml" Target="../customXml/item123.xml"/><Relationship Id="rId144" Type="http://schemas.openxmlformats.org/officeDocument/2006/relationships/slide" Target="slides/slide2.xml"/><Relationship Id="rId90" Type="http://schemas.openxmlformats.org/officeDocument/2006/relationships/customXml" Target="../customXml/item90.xml"/><Relationship Id="rId165" Type="http://schemas.openxmlformats.org/officeDocument/2006/relationships/slide" Target="slides/slide23.xml"/><Relationship Id="rId27" Type="http://schemas.openxmlformats.org/officeDocument/2006/relationships/customXml" Target="../customXml/item27.xml"/><Relationship Id="rId48" Type="http://schemas.openxmlformats.org/officeDocument/2006/relationships/customXml" Target="../customXml/item48.xml"/><Relationship Id="rId69" Type="http://schemas.openxmlformats.org/officeDocument/2006/relationships/customXml" Target="../customXml/item69.xml"/><Relationship Id="rId113" Type="http://schemas.openxmlformats.org/officeDocument/2006/relationships/customXml" Target="../customXml/item113.xml"/><Relationship Id="rId134" Type="http://schemas.openxmlformats.org/officeDocument/2006/relationships/customXml" Target="../customXml/item134.xml"/><Relationship Id="rId80" Type="http://schemas.openxmlformats.org/officeDocument/2006/relationships/customXml" Target="../customXml/item80.xml"/><Relationship Id="rId155" Type="http://schemas.openxmlformats.org/officeDocument/2006/relationships/slide" Target="slides/slide13.xml"/><Relationship Id="rId17" Type="http://schemas.openxmlformats.org/officeDocument/2006/relationships/customXml" Target="../customXml/item17.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24" Type="http://schemas.openxmlformats.org/officeDocument/2006/relationships/customXml" Target="../customXml/item124.xml"/><Relationship Id="rId70" Type="http://schemas.openxmlformats.org/officeDocument/2006/relationships/customXml" Target="../customXml/item70.xml"/><Relationship Id="rId91" Type="http://schemas.openxmlformats.org/officeDocument/2006/relationships/customXml" Target="../customXml/item91.xml"/><Relationship Id="rId145" Type="http://schemas.openxmlformats.org/officeDocument/2006/relationships/slide" Target="slides/slide3.xml"/><Relationship Id="rId166"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0B27F-08A8-4B47-A693-782EA825EF49}" type="datetimeFigureOut">
              <a:rPr lang="en-GB" smtClean="0"/>
              <a:t>17/02/2025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DC8AC-0B58-40D0-90D0-D9202492B355}" type="slidenum">
              <a:rPr lang="en-GB" smtClean="0"/>
              <a:t>‹Nr.›</a:t>
            </a:fld>
            <a:endParaRPr lang="en-GB"/>
          </a:p>
        </p:txBody>
      </p:sp>
    </p:spTree>
    <p:extLst>
      <p:ext uri="{BB962C8B-B14F-4D97-AF65-F5344CB8AC3E}">
        <p14:creationId xmlns:p14="http://schemas.microsoft.com/office/powerpoint/2010/main" val="3051983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sz="2000" kern="1200" dirty="0">
                <a:solidFill>
                  <a:schemeClr val="tx1"/>
                </a:solidFill>
                <a:latin typeface="+mn-lt"/>
                <a:ea typeface="+mn-ea"/>
                <a:cs typeface="+mn-cs"/>
              </a:rPr>
              <a:t>An diesem Punkt ist es wichtig, die Erwartungshaltung an das Meeting zu definieren. Es sollte klar dargelegt werden, wer die handelten Personen sind und was das Ziel dieses Meetings sein soll. </a:t>
            </a:r>
          </a:p>
        </p:txBody>
      </p:sp>
      <p:sp>
        <p:nvSpPr>
          <p:cNvPr id="4" name="Foliennummernplatzhalter 3"/>
          <p:cNvSpPr>
            <a:spLocks noGrp="1"/>
          </p:cNvSpPr>
          <p:nvPr>
            <p:ph type="sldNum" sz="quarter" idx="5"/>
          </p:nvPr>
        </p:nvSpPr>
        <p:spPr/>
        <p:txBody>
          <a:bodyPr/>
          <a:lstStyle/>
          <a:p>
            <a:fld id="{694BC3CD-A448-42F8-BE1E-7239EADEB28B}" type="slidenum">
              <a:rPr lang="de-DE" smtClean="0"/>
              <a:pPr/>
              <a:t>2</a:t>
            </a:fld>
            <a:endParaRPr lang="de-DE" dirty="0"/>
          </a:p>
        </p:txBody>
      </p:sp>
    </p:spTree>
    <p:extLst>
      <p:ext uri="{BB962C8B-B14F-4D97-AF65-F5344CB8AC3E}">
        <p14:creationId xmlns:p14="http://schemas.microsoft.com/office/powerpoint/2010/main" val="460215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Was machen wir? Wir stärken die Wettbewerbsfähigkeit von Unternehmen. Dabei arbeiten wir an 4 Säulen. Bessere Preise (Günstiger), verbesserte Prozesse (Schneller), optimierte Leistungen und Services (Besser). Zudem untersuchen wir auch, in welchen Bereichen sich Ihre Unternehmen nachhaltiger aufstellen kann.</a:t>
            </a:r>
          </a:p>
        </p:txBody>
      </p:sp>
      <p:sp>
        <p:nvSpPr>
          <p:cNvPr id="4" name="Foliennummernplatzhalter 3"/>
          <p:cNvSpPr>
            <a:spLocks noGrp="1"/>
          </p:cNvSpPr>
          <p:nvPr>
            <p:ph type="sldNum" sz="quarter" idx="5"/>
          </p:nvPr>
        </p:nvSpPr>
        <p:spPr/>
        <p:txBody>
          <a:bodyPr/>
          <a:lstStyle/>
          <a:p>
            <a:fld id="{D1EDC8AC-0B58-40D0-90D0-D9202492B355}" type="slidenum">
              <a:rPr lang="en-GB" smtClean="0"/>
              <a:t>3</a:t>
            </a:fld>
            <a:endParaRPr lang="en-GB" dirty="0"/>
          </a:p>
        </p:txBody>
      </p:sp>
    </p:spTree>
    <p:extLst>
      <p:ext uri="{BB962C8B-B14F-4D97-AF65-F5344CB8AC3E}">
        <p14:creationId xmlns:p14="http://schemas.microsoft.com/office/powerpoint/2010/main" val="2663778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Group </a:t>
            </a:r>
            <a:r>
              <a:rPr lang="en-US" dirty="0" err="1"/>
              <a:t>ist</a:t>
            </a:r>
            <a:r>
              <a:rPr lang="en-US" dirty="0"/>
              <a:t> global </a:t>
            </a:r>
            <a:r>
              <a:rPr lang="en-US" dirty="0" err="1"/>
              <a:t>aktiv</a:t>
            </a:r>
            <a:r>
              <a:rPr lang="en-US" dirty="0"/>
              <a:t>. </a:t>
            </a:r>
            <a:r>
              <a:rPr lang="en-US" dirty="0" err="1"/>
              <a:t>Ist</a:t>
            </a:r>
            <a:r>
              <a:rPr lang="en-US" dirty="0"/>
              <a:t> der Prospect international </a:t>
            </a:r>
            <a:r>
              <a:rPr lang="en-US" dirty="0" err="1"/>
              <a:t>aktiv</a:t>
            </a:r>
            <a:r>
              <a:rPr lang="en-US" dirty="0"/>
              <a:t>, </a:t>
            </a:r>
            <a:r>
              <a:rPr lang="en-US" dirty="0" err="1"/>
              <a:t>ist</a:t>
            </a:r>
            <a:r>
              <a:rPr lang="en-US" dirty="0"/>
              <a:t> das </a:t>
            </a:r>
            <a:r>
              <a:rPr lang="en-US" dirty="0" err="1"/>
              <a:t>ein</a:t>
            </a:r>
            <a:r>
              <a:rPr lang="en-US" dirty="0"/>
              <a:t> </a:t>
            </a:r>
            <a:r>
              <a:rPr lang="en-US" dirty="0" err="1"/>
              <a:t>großer</a:t>
            </a:r>
            <a:r>
              <a:rPr lang="en-US" dirty="0"/>
              <a:t> </a:t>
            </a:r>
            <a:r>
              <a:rPr lang="en-US" dirty="0" err="1"/>
              <a:t>Pluspunkt</a:t>
            </a:r>
            <a:r>
              <a:rPr lang="en-US" dirty="0"/>
              <a:t>. </a:t>
            </a:r>
            <a:r>
              <a:rPr lang="en-US" dirty="0" err="1"/>
              <a:t>Mit</a:t>
            </a:r>
            <a:r>
              <a:rPr lang="en-US" dirty="0"/>
              <a:t> </a:t>
            </a:r>
            <a:r>
              <a:rPr lang="en-US" dirty="0" err="1"/>
              <a:t>Partnern</a:t>
            </a:r>
            <a:r>
              <a:rPr lang="en-US" dirty="0"/>
              <a:t> in </a:t>
            </a:r>
            <a:r>
              <a:rPr lang="en-US" dirty="0" err="1"/>
              <a:t>über</a:t>
            </a:r>
            <a:r>
              <a:rPr lang="en-US" dirty="0"/>
              <a:t> 60 </a:t>
            </a:r>
            <a:r>
              <a:rPr lang="en-US" dirty="0" err="1"/>
              <a:t>Ländern</a:t>
            </a:r>
            <a:r>
              <a:rPr lang="en-US" dirty="0"/>
              <a:t> </a:t>
            </a:r>
            <a:r>
              <a:rPr lang="en-US" dirty="0" err="1"/>
              <a:t>können</a:t>
            </a:r>
            <a:r>
              <a:rPr lang="en-US" dirty="0"/>
              <a:t> </a:t>
            </a:r>
            <a:r>
              <a:rPr lang="en-US" dirty="0" err="1"/>
              <a:t>wir</a:t>
            </a:r>
            <a:r>
              <a:rPr lang="en-US" dirty="0"/>
              <a:t> </a:t>
            </a:r>
            <a:r>
              <a:rPr lang="en-US" dirty="0" err="1"/>
              <a:t>Projekte</a:t>
            </a:r>
            <a:r>
              <a:rPr lang="en-US" dirty="0"/>
              <a:t> </a:t>
            </a:r>
            <a:r>
              <a:rPr lang="en-US" dirty="0" err="1"/>
              <a:t>auch</a:t>
            </a:r>
            <a:r>
              <a:rPr lang="en-US" dirty="0"/>
              <a:t> international </a:t>
            </a:r>
            <a:r>
              <a:rPr lang="en-US" dirty="0" err="1"/>
              <a:t>durchführen</a:t>
            </a:r>
            <a:r>
              <a:rPr lang="en-US" dirty="0"/>
              <a:t>.</a:t>
            </a:r>
          </a:p>
        </p:txBody>
      </p:sp>
      <p:sp>
        <p:nvSpPr>
          <p:cNvPr id="4" name="Slide Number Placeholder 3"/>
          <p:cNvSpPr>
            <a:spLocks noGrp="1"/>
          </p:cNvSpPr>
          <p:nvPr>
            <p:ph type="sldNum" sz="quarter" idx="5"/>
          </p:nvPr>
        </p:nvSpPr>
        <p:spPr/>
        <p:txBody>
          <a:bodyPr/>
          <a:lstStyle/>
          <a:p>
            <a:fld id="{694BC3CD-A448-42F8-BE1E-7239EADEB28B}" type="slidenum">
              <a:rPr lang="de-DE" smtClean="0"/>
              <a:pPr/>
              <a:t>4</a:t>
            </a:fld>
            <a:endParaRPr lang="de-DE" dirty="0"/>
          </a:p>
        </p:txBody>
      </p:sp>
    </p:spTree>
    <p:extLst>
      <p:ext uri="{BB962C8B-B14F-4D97-AF65-F5344CB8AC3E}">
        <p14:creationId xmlns:p14="http://schemas.microsoft.com/office/powerpoint/2010/main" val="4181643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de-DE" sz="2000" kern="1200" dirty="0">
                <a:solidFill>
                  <a:schemeClr val="tx1"/>
                </a:solidFill>
                <a:latin typeface="+mn-lt"/>
                <a:ea typeface="+mn-ea"/>
                <a:cs typeface="+mn-cs"/>
              </a:rPr>
              <a:t>Unsere Geschichte in Zahlen. Wir sind seit 1992 erfolgreich am Markt und aktuell in über 60 Ländern mit mehr als 1.000 Beratern aktiv. Dabei setzen wir auf Erfahrung. Unsere Berater haben im Schnitt 20 Jahre Berufserfahrung und kennen ihre Märkte. Im DACH-Raum sind wir mit 150 Beratern aktiv und haben seit dem Markteintritt 2008 über 3500 Unternehmen erfolgreich betreut. Aktuell bearbeiten wir rund 1500 Projekte pro Jahr mit einem Ausschreibungsvolumen von über 1 Mrd. €.</a:t>
            </a:r>
          </a:p>
          <a:p>
            <a:pPr marL="0" indent="0">
              <a:buFont typeface="Arial" panose="020B0604020202020204" pitchFamily="34" charset="0"/>
              <a:buNone/>
            </a:pPr>
            <a:endParaRPr lang="de-DE" dirty="0"/>
          </a:p>
          <a:p>
            <a:pPr marL="0" indent="0">
              <a:buFont typeface="Arial" panose="020B0604020202020204" pitchFamily="34" charset="0"/>
              <a:buNone/>
            </a:pPr>
            <a:endParaRPr lang="de-DE" dirty="0"/>
          </a:p>
          <a:p>
            <a:endParaRPr lang="en-US" dirty="0"/>
          </a:p>
        </p:txBody>
      </p:sp>
      <p:sp>
        <p:nvSpPr>
          <p:cNvPr id="4" name="Slide Number Placeholder 3"/>
          <p:cNvSpPr>
            <a:spLocks noGrp="1"/>
          </p:cNvSpPr>
          <p:nvPr>
            <p:ph type="sldNum" sz="quarter" idx="5"/>
          </p:nvPr>
        </p:nvSpPr>
        <p:spPr/>
        <p:txBody>
          <a:bodyPr/>
          <a:lstStyle/>
          <a:p>
            <a:fld id="{694BC3CD-A448-42F8-BE1E-7239EADEB28B}" type="slidenum">
              <a:rPr lang="de-DE" smtClean="0"/>
              <a:pPr/>
              <a:t>5</a:t>
            </a:fld>
            <a:endParaRPr lang="de-DE" dirty="0"/>
          </a:p>
        </p:txBody>
      </p:sp>
    </p:spTree>
    <p:extLst>
      <p:ext uri="{BB962C8B-B14F-4D97-AF65-F5344CB8AC3E}">
        <p14:creationId xmlns:p14="http://schemas.microsoft.com/office/powerpoint/2010/main" val="3598746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Ein Auszug unserer Kunden</a:t>
            </a:r>
            <a:r>
              <a:rPr lang="de-DE" baseline="0" dirty="0"/>
              <a:t> in der Produktion. Die Kundenübersicht gibt es für die Bereiche Handel, Produktion, Dienstleistungen, Öffentliche uns NPO. Bitte immer die zum Kunden/</a:t>
            </a:r>
            <a:r>
              <a:rPr lang="de-DE" baseline="0" dirty="0" err="1"/>
              <a:t>Prospect</a:t>
            </a:r>
            <a:r>
              <a:rPr lang="de-DE" baseline="0" dirty="0"/>
              <a:t> passende Folie auswählen.</a:t>
            </a:r>
            <a:endParaRPr lang="de-DE" dirty="0"/>
          </a:p>
          <a:p>
            <a:endParaRPr lang="de-DE" dirty="0"/>
          </a:p>
          <a:p>
            <a:pPr marL="0" indent="0">
              <a:buFont typeface="Arial" panose="020B0604020202020204" pitchFamily="34" charset="0"/>
              <a:buNone/>
            </a:pPr>
            <a:endParaRPr lang="de-DE" dirty="0"/>
          </a:p>
        </p:txBody>
      </p:sp>
      <p:sp>
        <p:nvSpPr>
          <p:cNvPr id="4" name="Foliennummernplatzhalter 3"/>
          <p:cNvSpPr>
            <a:spLocks noGrp="1"/>
          </p:cNvSpPr>
          <p:nvPr>
            <p:ph type="sldNum" sz="quarter" idx="5"/>
          </p:nvPr>
        </p:nvSpPr>
        <p:spPr/>
        <p:txBody>
          <a:bodyPr/>
          <a:lstStyle/>
          <a:p>
            <a:fld id="{694BC3CD-A448-42F8-BE1E-7239EADEB28B}" type="slidenum">
              <a:rPr lang="de-DE" smtClean="0"/>
              <a:pPr/>
              <a:t>6</a:t>
            </a:fld>
            <a:endParaRPr lang="de-DE" dirty="0"/>
          </a:p>
        </p:txBody>
      </p:sp>
    </p:spTree>
    <p:extLst>
      <p:ext uri="{BB962C8B-B14F-4D97-AF65-F5344CB8AC3E}">
        <p14:creationId xmlns:p14="http://schemas.microsoft.com/office/powerpoint/2010/main" val="2812600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Ein Auszug unserer Kunden</a:t>
            </a:r>
            <a:r>
              <a:rPr lang="de-DE" baseline="0" dirty="0"/>
              <a:t> im Handel. Die Kundenübersicht gibt es für die Bereiche Handel, Produktion, Dienstleistungen, Öffentliche uns NPO. Bitte immer die zum Kunden/Prospect passende Folie auswählen.</a:t>
            </a:r>
            <a:endParaRPr lang="de-DE" dirty="0"/>
          </a:p>
          <a:p>
            <a:endParaRPr lang="de-DE" dirty="0"/>
          </a:p>
        </p:txBody>
      </p:sp>
      <p:sp>
        <p:nvSpPr>
          <p:cNvPr id="4" name="Foliennummernplatzhalter 3"/>
          <p:cNvSpPr>
            <a:spLocks noGrp="1"/>
          </p:cNvSpPr>
          <p:nvPr>
            <p:ph type="sldNum" sz="quarter" idx="5"/>
          </p:nvPr>
        </p:nvSpPr>
        <p:spPr/>
        <p:txBody>
          <a:bodyPr/>
          <a:lstStyle/>
          <a:p>
            <a:fld id="{D1EDC8AC-0B58-40D0-90D0-D9202492B355}" type="slidenum">
              <a:rPr lang="en-GB" smtClean="0"/>
              <a:t>8</a:t>
            </a:fld>
            <a:endParaRPr lang="en-GB" dirty="0"/>
          </a:p>
        </p:txBody>
      </p:sp>
    </p:spTree>
    <p:extLst>
      <p:ext uri="{BB962C8B-B14F-4D97-AF65-F5344CB8AC3E}">
        <p14:creationId xmlns:p14="http://schemas.microsoft.com/office/powerpoint/2010/main" val="4229052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Ein Auszug unserer Kunden</a:t>
            </a:r>
            <a:r>
              <a:rPr lang="de-DE" baseline="0" dirty="0"/>
              <a:t> im Handel. Die Kundenübersicht gibt es für die Bereiche Handel, Produktion, Dienstleistungen, Öffentliche uns NPO. Bitte immer die zum Kunden/Prospect passende Folie auswählen.</a:t>
            </a:r>
            <a:endParaRPr lang="de-DE" dirty="0"/>
          </a:p>
        </p:txBody>
      </p:sp>
      <p:sp>
        <p:nvSpPr>
          <p:cNvPr id="4" name="Foliennummernplatzhalter 3"/>
          <p:cNvSpPr>
            <a:spLocks noGrp="1"/>
          </p:cNvSpPr>
          <p:nvPr>
            <p:ph type="sldNum" sz="quarter" idx="5"/>
          </p:nvPr>
        </p:nvSpPr>
        <p:spPr/>
        <p:txBody>
          <a:bodyPr/>
          <a:lstStyle/>
          <a:p>
            <a:fld id="{D1EDC8AC-0B58-40D0-90D0-D9202492B355}" type="slidenum">
              <a:rPr lang="en-GB" smtClean="0"/>
              <a:t>9</a:t>
            </a:fld>
            <a:endParaRPr lang="en-GB" dirty="0"/>
          </a:p>
        </p:txBody>
      </p:sp>
    </p:spTree>
    <p:extLst>
      <p:ext uri="{BB962C8B-B14F-4D97-AF65-F5344CB8AC3E}">
        <p14:creationId xmlns:p14="http://schemas.microsoft.com/office/powerpoint/2010/main" val="1820909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Ein Auszug unserer Kunden</a:t>
            </a:r>
            <a:r>
              <a:rPr lang="de-DE" baseline="0" dirty="0"/>
              <a:t> im Dienstleistungssektor. Die Kundenübersicht gibt es für die Bereiche Handel, Produktion, Dienstleistungen, Öffentliche uns NPO. Bitte immer die zum Kunden/Prospect passende Folie auswählen.</a:t>
            </a:r>
            <a:endParaRPr lang="de-DE" dirty="0"/>
          </a:p>
        </p:txBody>
      </p:sp>
      <p:sp>
        <p:nvSpPr>
          <p:cNvPr id="4" name="Foliennummernplatzhalter 3"/>
          <p:cNvSpPr>
            <a:spLocks noGrp="1"/>
          </p:cNvSpPr>
          <p:nvPr>
            <p:ph type="sldNum" sz="quarter" idx="5"/>
          </p:nvPr>
        </p:nvSpPr>
        <p:spPr/>
        <p:txBody>
          <a:bodyPr/>
          <a:lstStyle/>
          <a:p>
            <a:fld id="{D1EDC8AC-0B58-40D0-90D0-D9202492B355}" type="slidenum">
              <a:rPr lang="en-GB" smtClean="0"/>
              <a:t>10</a:t>
            </a:fld>
            <a:endParaRPr lang="en-GB" dirty="0"/>
          </a:p>
        </p:txBody>
      </p:sp>
    </p:spTree>
    <p:extLst>
      <p:ext uri="{BB962C8B-B14F-4D97-AF65-F5344CB8AC3E}">
        <p14:creationId xmlns:p14="http://schemas.microsoft.com/office/powerpoint/2010/main" val="2244916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94BC3CD-A448-42F8-BE1E-7239EADEB28B}" type="slidenum">
              <a:rPr lang="de-DE" smtClean="0"/>
              <a:pPr/>
              <a:t>11</a:t>
            </a:fld>
            <a:endParaRPr lang="de-DE" dirty="0"/>
          </a:p>
        </p:txBody>
      </p:sp>
    </p:spTree>
    <p:extLst>
      <p:ext uri="{BB962C8B-B14F-4D97-AF65-F5344CB8AC3E}">
        <p14:creationId xmlns:p14="http://schemas.microsoft.com/office/powerpoint/2010/main" val="2288038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Ein Auszug unserer Kunden</a:t>
            </a:r>
            <a:r>
              <a:rPr lang="de-DE" baseline="0" dirty="0"/>
              <a:t> im öffentlichen Sektor. Die Kundenübersicht gibt es für die Bereiche Handel, Produktion, Dienstleistungen, Öffentliche uns NPO. Bitte immer die zum Kunden/Prospect passende Folie auswählen.</a:t>
            </a:r>
            <a:endParaRPr lang="de-DE" dirty="0"/>
          </a:p>
          <a:p>
            <a:endParaRPr lang="de-DE" dirty="0"/>
          </a:p>
        </p:txBody>
      </p:sp>
      <p:sp>
        <p:nvSpPr>
          <p:cNvPr id="4" name="Foliennummernplatzhalter 3"/>
          <p:cNvSpPr>
            <a:spLocks noGrp="1"/>
          </p:cNvSpPr>
          <p:nvPr>
            <p:ph type="sldNum" sz="quarter" idx="5"/>
          </p:nvPr>
        </p:nvSpPr>
        <p:spPr/>
        <p:txBody>
          <a:bodyPr/>
          <a:lstStyle/>
          <a:p>
            <a:fld id="{D1EDC8AC-0B58-40D0-90D0-D9202492B355}" type="slidenum">
              <a:rPr lang="en-GB" smtClean="0"/>
              <a:t>12</a:t>
            </a:fld>
            <a:endParaRPr lang="en-GB" dirty="0"/>
          </a:p>
        </p:txBody>
      </p:sp>
    </p:spTree>
    <p:extLst>
      <p:ext uri="{BB962C8B-B14F-4D97-AF65-F5344CB8AC3E}">
        <p14:creationId xmlns:p14="http://schemas.microsoft.com/office/powerpoint/2010/main" val="2879664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sz="2000" kern="1200" dirty="0">
                <a:solidFill>
                  <a:schemeClr val="tx1"/>
                </a:solidFill>
                <a:latin typeface="+mn-lt"/>
                <a:ea typeface="+mn-ea"/>
                <a:cs typeface="+mn-cs"/>
              </a:rPr>
              <a:t>Diese Karte ist mit einer </a:t>
            </a:r>
            <a:r>
              <a:rPr lang="de-DE" sz="2000" kern="1200" dirty="0" err="1">
                <a:solidFill>
                  <a:schemeClr val="tx1"/>
                </a:solidFill>
                <a:latin typeface="+mn-lt"/>
                <a:ea typeface="+mn-ea"/>
                <a:cs typeface="+mn-cs"/>
              </a:rPr>
              <a:t>Heatmap</a:t>
            </a:r>
            <a:r>
              <a:rPr lang="de-DE" sz="2000" kern="1200" dirty="0">
                <a:solidFill>
                  <a:schemeClr val="tx1"/>
                </a:solidFill>
                <a:latin typeface="+mn-lt"/>
                <a:ea typeface="+mn-ea"/>
                <a:cs typeface="+mn-cs"/>
              </a:rPr>
              <a:t> und der Übersicht aller ERA-Kunden im DACH-Raum verknüpft. </a:t>
            </a:r>
            <a:r>
              <a:rPr lang="de-DE" sz="2000" b="1" u="sng" kern="1200" dirty="0">
                <a:solidFill>
                  <a:schemeClr val="tx1"/>
                </a:solidFill>
                <a:latin typeface="+mn-lt"/>
                <a:ea typeface="+mn-ea"/>
                <a:cs typeface="+mn-cs"/>
              </a:rPr>
              <a:t>ACHTUNG</a:t>
            </a:r>
            <a:r>
              <a:rPr lang="de-DE" sz="2000" kern="1200" dirty="0">
                <a:solidFill>
                  <a:schemeClr val="tx1"/>
                </a:solidFill>
                <a:latin typeface="+mn-lt"/>
                <a:ea typeface="+mn-ea"/>
                <a:cs typeface="+mn-cs"/>
              </a:rPr>
              <a:t> Medienwechsel: Beim </a:t>
            </a:r>
            <a:r>
              <a:rPr lang="de-DE" sz="2000" kern="1200" dirty="0" err="1">
                <a:solidFill>
                  <a:schemeClr val="tx1"/>
                </a:solidFill>
                <a:latin typeface="+mn-lt"/>
                <a:ea typeface="+mn-ea"/>
                <a:cs typeface="+mn-cs"/>
              </a:rPr>
              <a:t>Clicken</a:t>
            </a:r>
            <a:r>
              <a:rPr lang="de-DE" sz="2000" kern="1200" dirty="0">
                <a:solidFill>
                  <a:schemeClr val="tx1"/>
                </a:solidFill>
                <a:latin typeface="+mn-lt"/>
                <a:ea typeface="+mn-ea"/>
                <a:cs typeface="+mn-cs"/>
              </a:rPr>
              <a:t> wird auf einen Browser gewechselt. </a:t>
            </a:r>
          </a:p>
          <a:p>
            <a:pPr marL="0" indent="0">
              <a:buFont typeface="Arial" panose="020B0604020202020204" pitchFamily="34" charset="0"/>
              <a:buNone/>
            </a:pPr>
            <a:endParaRPr lang="de-DE" dirty="0"/>
          </a:p>
        </p:txBody>
      </p:sp>
      <p:sp>
        <p:nvSpPr>
          <p:cNvPr id="4" name="Foliennummernplatzhalter 3"/>
          <p:cNvSpPr>
            <a:spLocks noGrp="1"/>
          </p:cNvSpPr>
          <p:nvPr>
            <p:ph type="sldNum" sz="quarter" idx="5"/>
          </p:nvPr>
        </p:nvSpPr>
        <p:spPr/>
        <p:txBody>
          <a:bodyPr/>
          <a:lstStyle/>
          <a:p>
            <a:fld id="{694BC3CD-A448-42F8-BE1E-7239EADEB28B}" type="slidenum">
              <a:rPr lang="de-DE" smtClean="0"/>
              <a:pPr/>
              <a:t>14</a:t>
            </a:fld>
            <a:endParaRPr lang="de-DE" dirty="0"/>
          </a:p>
        </p:txBody>
      </p:sp>
    </p:spTree>
    <p:extLst>
      <p:ext uri="{BB962C8B-B14F-4D97-AF65-F5344CB8AC3E}">
        <p14:creationId xmlns:p14="http://schemas.microsoft.com/office/powerpoint/2010/main" val="491345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diesen Bereichen unterstützen wir unsere Kunden. WICHTIG: Die Kategorien in der mittleren Reihe sind unsere Top-Umsatztreiben und führen in der Regel zu guten Einsparungen und Honoraren. Es empfiehlt sich, mit dem Kunden zu besprechen, welche Themen aktuell wichtig sind.</a:t>
            </a:r>
          </a:p>
        </p:txBody>
      </p:sp>
      <p:sp>
        <p:nvSpPr>
          <p:cNvPr id="4" name="Foliennummernplatzhalter 3"/>
          <p:cNvSpPr>
            <a:spLocks noGrp="1"/>
          </p:cNvSpPr>
          <p:nvPr>
            <p:ph type="sldNum" sz="quarter" idx="5"/>
          </p:nvPr>
        </p:nvSpPr>
        <p:spPr/>
        <p:txBody>
          <a:bodyPr/>
          <a:lstStyle/>
          <a:p>
            <a:fld id="{D1EDC8AC-0B58-40D0-90D0-D9202492B355}" type="slidenum">
              <a:rPr lang="en-GB" smtClean="0"/>
              <a:t>15</a:t>
            </a:fld>
            <a:endParaRPr lang="en-GB" dirty="0"/>
          </a:p>
        </p:txBody>
      </p:sp>
    </p:spTree>
    <p:extLst>
      <p:ext uri="{BB962C8B-B14F-4D97-AF65-F5344CB8AC3E}">
        <p14:creationId xmlns:p14="http://schemas.microsoft.com/office/powerpoint/2010/main" val="1896897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2000" b="1" u="sng" kern="1200" dirty="0">
                <a:solidFill>
                  <a:schemeClr val="tx1"/>
                </a:solidFill>
                <a:latin typeface="+mn-lt"/>
                <a:ea typeface="+mn-ea"/>
                <a:cs typeface="+mn-cs"/>
              </a:rPr>
              <a:t>Produzierende Unternehmen</a:t>
            </a:r>
            <a:endParaRPr lang="de-DE" sz="2000" kern="1200" dirty="0">
              <a:solidFill>
                <a:schemeClr val="tx1"/>
              </a:solidFill>
              <a:latin typeface="+mn-lt"/>
              <a:ea typeface="+mn-ea"/>
              <a:cs typeface="+mn-cs"/>
            </a:endParaRPr>
          </a:p>
          <a:p>
            <a:pPr marL="0" indent="0">
              <a:buFont typeface="Arial" panose="020B0604020202020204" pitchFamily="34" charset="0"/>
              <a:buNone/>
            </a:pPr>
            <a:endParaRPr lang="de-DE" sz="2000" kern="1200" dirty="0">
              <a:solidFill>
                <a:schemeClr val="tx1"/>
              </a:solidFill>
              <a:latin typeface="+mn-lt"/>
              <a:ea typeface="+mn-ea"/>
              <a:cs typeface="+mn-cs"/>
            </a:endParaRPr>
          </a:p>
          <a:p>
            <a:pPr marL="0" indent="0">
              <a:buFont typeface="Arial" panose="020B0604020202020204" pitchFamily="34" charset="0"/>
              <a:buNone/>
            </a:pPr>
            <a:r>
              <a:rPr lang="de-DE" sz="2000" kern="1200" dirty="0">
                <a:solidFill>
                  <a:schemeClr val="tx1"/>
                </a:solidFill>
                <a:latin typeface="+mn-lt"/>
                <a:ea typeface="+mn-ea"/>
                <a:cs typeface="+mn-cs"/>
              </a:rPr>
              <a:t>Entlang dieser Wertschöpfungskette können alle unsere Beratungsschwerpunkte platziert werden. Wichtig ist, der Prospect muss sich in dieser Wertschöpfungskette wiederfinden. Diese Folie kann auch als Tischvorlage verwendet werden. Hier zeigen wir nicht unsere Beratungsschwerpunkte, sondern ein Bild, wie unser Prospect sein Unternehmen sieht. Daher muss diese Folie immer wieder auf die aktuellen Bedarfe des Prospects angepasst werden. Effektives Prospecting ist hier unerlässlich. </a:t>
            </a:r>
          </a:p>
          <a:p>
            <a:pPr marL="0" indent="0">
              <a:buFont typeface="Arial" panose="020B0604020202020204" pitchFamily="34" charset="0"/>
              <a:buNone/>
            </a:pPr>
            <a:endParaRPr lang="de-DE" sz="2000" kern="1200" dirty="0">
              <a:solidFill>
                <a:schemeClr val="tx1"/>
              </a:solidFill>
              <a:latin typeface="+mn-lt"/>
              <a:ea typeface="+mn-ea"/>
              <a:cs typeface="+mn-cs"/>
            </a:endParaRPr>
          </a:p>
          <a:p>
            <a:pPr marL="0" indent="0">
              <a:buFont typeface="Arial" panose="020B0604020202020204" pitchFamily="34" charset="0"/>
              <a:buNone/>
            </a:pPr>
            <a:r>
              <a:rPr lang="de-DE" sz="2000" b="1" kern="1200" dirty="0">
                <a:solidFill>
                  <a:schemeClr val="tx1"/>
                </a:solidFill>
                <a:latin typeface="+mn-lt"/>
                <a:ea typeface="+mn-ea"/>
                <a:cs typeface="+mn-cs"/>
              </a:rPr>
              <a:t>Wertschöpfende Tätigkeiten: </a:t>
            </a:r>
            <a:r>
              <a:rPr lang="de-DE" sz="2000" kern="1200" dirty="0">
                <a:solidFill>
                  <a:schemeClr val="tx1"/>
                </a:solidFill>
                <a:latin typeface="+mn-lt"/>
                <a:ea typeface="+mn-ea"/>
                <a:cs typeface="+mn-cs"/>
              </a:rPr>
              <a:t>Beschaffung, Produktion, Kommissionierung, Distribution</a:t>
            </a:r>
          </a:p>
          <a:p>
            <a:pPr marL="0" indent="0">
              <a:buFont typeface="Arial" panose="020B0604020202020204" pitchFamily="34" charset="0"/>
              <a:buNone/>
            </a:pPr>
            <a:r>
              <a:rPr lang="de-DE" sz="2000" kern="1200" dirty="0">
                <a:solidFill>
                  <a:schemeClr val="tx1"/>
                </a:solidFill>
                <a:latin typeface="+mn-lt"/>
                <a:ea typeface="+mn-ea"/>
                <a:cs typeface="+mn-cs"/>
              </a:rPr>
              <a:t>Die wertschöpfenden Tätigkeiten können dabei durch die Optimierung des Materialflusses besser miteinander verknüpft werden. Daher ist dieses Thema in der Mitte platziert.</a:t>
            </a:r>
          </a:p>
          <a:p>
            <a:pPr marL="0" indent="0">
              <a:buFont typeface="Arial" panose="020B0604020202020204" pitchFamily="34" charset="0"/>
              <a:buNone/>
            </a:pPr>
            <a:endParaRPr lang="de-DE" sz="2000" kern="1200" dirty="0">
              <a:solidFill>
                <a:schemeClr val="tx1"/>
              </a:solidFill>
              <a:latin typeface="+mn-lt"/>
              <a:ea typeface="+mn-ea"/>
              <a:cs typeface="+mn-cs"/>
            </a:endParaRPr>
          </a:p>
          <a:p>
            <a:pPr marL="0" indent="0">
              <a:buFont typeface="Arial" panose="020B0604020202020204" pitchFamily="34" charset="0"/>
              <a:buNone/>
            </a:pPr>
            <a:r>
              <a:rPr lang="de-DE" sz="2000" b="1" kern="1200" dirty="0">
                <a:solidFill>
                  <a:schemeClr val="tx1"/>
                </a:solidFill>
                <a:latin typeface="+mn-lt"/>
                <a:ea typeface="+mn-ea"/>
                <a:cs typeface="+mn-cs"/>
              </a:rPr>
              <a:t>Unterstützende Tätigkeiten:</a:t>
            </a:r>
            <a:r>
              <a:rPr lang="de-DE" sz="2000" kern="1200" dirty="0">
                <a:solidFill>
                  <a:schemeClr val="tx1"/>
                </a:solidFill>
                <a:latin typeface="+mn-lt"/>
                <a:ea typeface="+mn-ea"/>
                <a:cs typeface="+mn-cs"/>
              </a:rPr>
              <a:t> Administration, Finanzen, Personal, Facility Management, Energie</a:t>
            </a:r>
          </a:p>
          <a:p>
            <a:pPr marL="0" indent="0">
              <a:buFont typeface="Arial" panose="020B0604020202020204" pitchFamily="34" charset="0"/>
              <a:buNone/>
            </a:pPr>
            <a:endParaRPr lang="de-DE" dirty="0"/>
          </a:p>
          <a:p>
            <a:pPr marL="0" indent="0">
              <a:buFont typeface="Arial" panose="020B0604020202020204" pitchFamily="34" charset="0"/>
              <a:buNone/>
            </a:pPr>
            <a:endParaRPr lang="de-DE" dirty="0"/>
          </a:p>
          <a:p>
            <a:pPr marL="0" indent="0">
              <a:buFont typeface="Arial" panose="020B0604020202020204" pitchFamily="34" charset="0"/>
              <a:buNone/>
            </a:pPr>
            <a:endParaRPr lang="de-DE" dirty="0"/>
          </a:p>
          <a:p>
            <a:endParaRPr lang="en-US" dirty="0"/>
          </a:p>
        </p:txBody>
      </p:sp>
      <p:sp>
        <p:nvSpPr>
          <p:cNvPr id="4" name="Slide Number Placeholder 3"/>
          <p:cNvSpPr>
            <a:spLocks noGrp="1"/>
          </p:cNvSpPr>
          <p:nvPr>
            <p:ph type="sldNum" sz="quarter" idx="5"/>
          </p:nvPr>
        </p:nvSpPr>
        <p:spPr/>
        <p:txBody>
          <a:bodyPr/>
          <a:lstStyle/>
          <a:p>
            <a:fld id="{694BC3CD-A448-42F8-BE1E-7239EADEB28B}" type="slidenum">
              <a:rPr lang="de-DE" smtClean="0"/>
              <a:pPr/>
              <a:t>16</a:t>
            </a:fld>
            <a:endParaRPr lang="de-DE" dirty="0"/>
          </a:p>
        </p:txBody>
      </p:sp>
    </p:spTree>
    <p:extLst>
      <p:ext uri="{BB962C8B-B14F-4D97-AF65-F5344CB8AC3E}">
        <p14:creationId xmlns:p14="http://schemas.microsoft.com/office/powerpoint/2010/main" val="2178189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de-DE" sz="2000" b="1" u="sng" kern="1200" dirty="0">
                <a:solidFill>
                  <a:schemeClr val="tx1"/>
                </a:solidFill>
                <a:latin typeface="+mn-lt"/>
                <a:ea typeface="+mn-ea"/>
                <a:cs typeface="+mn-cs"/>
              </a:rPr>
              <a:t>Handelsunternehmen</a:t>
            </a:r>
            <a:endParaRPr lang="de-DE" sz="2000" kern="1200" dirty="0">
              <a:solidFill>
                <a:schemeClr val="tx1"/>
              </a:solidFill>
              <a:latin typeface="+mn-lt"/>
              <a:ea typeface="+mn-ea"/>
              <a:cs typeface="+mn-cs"/>
            </a:endParaRPr>
          </a:p>
          <a:p>
            <a:pPr marL="0" indent="0">
              <a:buFont typeface="Arial" panose="020B0604020202020204" pitchFamily="34" charset="0"/>
              <a:buNone/>
            </a:pPr>
            <a:endParaRPr lang="de-DE" sz="2000" kern="1200" dirty="0">
              <a:solidFill>
                <a:schemeClr val="tx1"/>
              </a:solidFill>
              <a:latin typeface="+mn-lt"/>
              <a:ea typeface="+mn-ea"/>
              <a:cs typeface="+mn-cs"/>
            </a:endParaRPr>
          </a:p>
          <a:p>
            <a:pPr marL="0" indent="0">
              <a:buFont typeface="Arial" panose="020B0604020202020204" pitchFamily="34" charset="0"/>
              <a:buNone/>
            </a:pPr>
            <a:r>
              <a:rPr lang="de-DE" sz="2000" kern="1200" dirty="0">
                <a:solidFill>
                  <a:schemeClr val="tx1"/>
                </a:solidFill>
                <a:latin typeface="+mn-lt"/>
                <a:ea typeface="+mn-ea"/>
                <a:cs typeface="+mn-cs"/>
              </a:rPr>
              <a:t>Entlang dieser Wertschöpfungskette können alle unsere Beratungsschwerpunkte platziert werden. Wichtig ist, der Prospect muss sich in dieser Wertschöpfungskette wiederfinden. Diese Folie kann auch als Tischvorlage verwendet werden. Hier zeigen wir nicht unsere Beratungsschwerpunkte, sondern ein Bild, wie unser Prospect sein Unternehmen sieht. Daher muss diese Folie immer wieder auf die aktuellen Bedarfe des Prospects angepasst werden. Effektives Prospecting ist hier unerlässlich. </a:t>
            </a:r>
          </a:p>
          <a:p>
            <a:pPr marL="0" indent="0">
              <a:buFont typeface="Arial" panose="020B0604020202020204" pitchFamily="34" charset="0"/>
              <a:buNone/>
            </a:pPr>
            <a:endParaRPr lang="de-DE" sz="2000" kern="1200" dirty="0">
              <a:solidFill>
                <a:schemeClr val="tx1"/>
              </a:solidFill>
              <a:latin typeface="+mn-lt"/>
              <a:ea typeface="+mn-ea"/>
              <a:cs typeface="+mn-cs"/>
            </a:endParaRPr>
          </a:p>
          <a:p>
            <a:pPr marL="0" indent="0">
              <a:buFont typeface="Arial" panose="020B0604020202020204" pitchFamily="34" charset="0"/>
              <a:buNone/>
            </a:pPr>
            <a:r>
              <a:rPr lang="de-DE" sz="2000" b="1" kern="1200" dirty="0">
                <a:solidFill>
                  <a:schemeClr val="tx1"/>
                </a:solidFill>
                <a:latin typeface="+mn-lt"/>
                <a:ea typeface="+mn-ea"/>
                <a:cs typeface="+mn-cs"/>
              </a:rPr>
              <a:t>Wertschöpfende Tätigkeiten: </a:t>
            </a:r>
            <a:r>
              <a:rPr lang="de-DE" sz="2000" kern="1200" dirty="0">
                <a:solidFill>
                  <a:schemeClr val="tx1"/>
                </a:solidFill>
                <a:latin typeface="+mn-lt"/>
                <a:ea typeface="+mn-ea"/>
                <a:cs typeface="+mn-cs"/>
              </a:rPr>
              <a:t>Beschaffung, Lagerhaltung, Kommissionierung, Distribution</a:t>
            </a:r>
          </a:p>
          <a:p>
            <a:pPr marL="0" indent="0">
              <a:buFont typeface="Arial" panose="020B0604020202020204" pitchFamily="34" charset="0"/>
              <a:buNone/>
            </a:pPr>
            <a:r>
              <a:rPr lang="de-DE" sz="2000" kern="1200" dirty="0">
                <a:solidFill>
                  <a:schemeClr val="tx1"/>
                </a:solidFill>
                <a:latin typeface="+mn-lt"/>
                <a:ea typeface="+mn-ea"/>
                <a:cs typeface="+mn-cs"/>
              </a:rPr>
              <a:t>Die wertschöpfenden Tätigkeiten können dabei durch die Optimierung der Warenwirtschaft besser miteinander verknüpft werden. Daher ist dieses Thema in der Mitte platziert.</a:t>
            </a:r>
          </a:p>
          <a:p>
            <a:pPr marL="0" indent="0">
              <a:buFont typeface="Arial" panose="020B0604020202020204" pitchFamily="34" charset="0"/>
              <a:buNone/>
            </a:pPr>
            <a:endParaRPr lang="de-DE" sz="2000" kern="1200" dirty="0">
              <a:solidFill>
                <a:schemeClr val="tx1"/>
              </a:solidFill>
              <a:latin typeface="+mn-lt"/>
              <a:ea typeface="+mn-ea"/>
              <a:cs typeface="+mn-cs"/>
            </a:endParaRPr>
          </a:p>
          <a:p>
            <a:pPr marL="0" indent="0">
              <a:buFont typeface="Arial" panose="020B0604020202020204" pitchFamily="34" charset="0"/>
              <a:buNone/>
            </a:pPr>
            <a:r>
              <a:rPr lang="de-DE" sz="2000" b="1" kern="1200" dirty="0">
                <a:solidFill>
                  <a:schemeClr val="tx1"/>
                </a:solidFill>
                <a:latin typeface="+mn-lt"/>
                <a:ea typeface="+mn-ea"/>
                <a:cs typeface="+mn-cs"/>
              </a:rPr>
              <a:t>Unterstützende Tätigkeiten:</a:t>
            </a:r>
            <a:r>
              <a:rPr lang="de-DE" sz="2000" kern="1200" dirty="0">
                <a:solidFill>
                  <a:schemeClr val="tx1"/>
                </a:solidFill>
                <a:latin typeface="+mn-lt"/>
                <a:ea typeface="+mn-ea"/>
                <a:cs typeface="+mn-cs"/>
              </a:rPr>
              <a:t> Administration, Finanzen, Personal, Facility Management, Energie</a:t>
            </a:r>
          </a:p>
          <a:p>
            <a:pPr marL="0" indent="0">
              <a:buFont typeface="Arial" panose="020B0604020202020204" pitchFamily="34" charset="0"/>
              <a:buNone/>
            </a:pPr>
            <a:endParaRPr lang="de-DE" dirty="0"/>
          </a:p>
          <a:p>
            <a:pPr marL="0" indent="0">
              <a:buFont typeface="Arial" panose="020B0604020202020204" pitchFamily="34" charset="0"/>
              <a:buNone/>
            </a:pPr>
            <a:endParaRPr lang="de-DE" dirty="0"/>
          </a:p>
          <a:p>
            <a:pPr marL="0" indent="0">
              <a:buFont typeface="Arial" panose="020B0604020202020204" pitchFamily="34" charset="0"/>
              <a:buNone/>
            </a:pPr>
            <a:endParaRPr lang="de-DE" dirty="0"/>
          </a:p>
        </p:txBody>
      </p:sp>
      <p:sp>
        <p:nvSpPr>
          <p:cNvPr id="4" name="Slide Number Placeholder 3"/>
          <p:cNvSpPr>
            <a:spLocks noGrp="1"/>
          </p:cNvSpPr>
          <p:nvPr>
            <p:ph type="sldNum" sz="quarter" idx="5"/>
          </p:nvPr>
        </p:nvSpPr>
        <p:spPr/>
        <p:txBody>
          <a:bodyPr/>
          <a:lstStyle/>
          <a:p>
            <a:fld id="{694BC3CD-A448-42F8-BE1E-7239EADEB28B}" type="slidenum">
              <a:rPr lang="de-DE" smtClean="0"/>
              <a:pPr/>
              <a:t>17</a:t>
            </a:fld>
            <a:endParaRPr lang="de-DE" dirty="0"/>
          </a:p>
        </p:txBody>
      </p:sp>
    </p:spTree>
    <p:extLst>
      <p:ext uri="{BB962C8B-B14F-4D97-AF65-F5344CB8AC3E}">
        <p14:creationId xmlns:p14="http://schemas.microsoft.com/office/powerpoint/2010/main" val="4062764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2000" b="1" u="sng" kern="1200" dirty="0">
                <a:solidFill>
                  <a:schemeClr val="tx1"/>
                </a:solidFill>
                <a:latin typeface="+mn-lt"/>
                <a:ea typeface="+mn-ea"/>
                <a:cs typeface="+mn-cs"/>
              </a:rPr>
              <a:t>Dienstleistungsunternehmen</a:t>
            </a:r>
          </a:p>
          <a:p>
            <a:pPr marL="0" indent="0">
              <a:buFont typeface="Arial" panose="020B0604020202020204" pitchFamily="34" charset="0"/>
              <a:buNone/>
            </a:pPr>
            <a:endParaRPr lang="de-DE" sz="2000" kern="1200" dirty="0">
              <a:solidFill>
                <a:schemeClr val="tx1"/>
              </a:solidFill>
              <a:latin typeface="+mn-lt"/>
              <a:ea typeface="+mn-ea"/>
              <a:cs typeface="+mn-cs"/>
            </a:endParaRPr>
          </a:p>
          <a:p>
            <a:pPr marL="0" indent="0">
              <a:buFont typeface="Arial" panose="020B0604020202020204" pitchFamily="34" charset="0"/>
              <a:buNone/>
            </a:pPr>
            <a:r>
              <a:rPr lang="de-DE" sz="2000" kern="1200" dirty="0">
                <a:solidFill>
                  <a:schemeClr val="tx1"/>
                </a:solidFill>
                <a:latin typeface="+mn-lt"/>
                <a:ea typeface="+mn-ea"/>
                <a:cs typeface="+mn-cs"/>
              </a:rPr>
              <a:t>Entlang dieser Wertschöpfungskette können alle unsere Beratungsschwerpunkte platziert werden. Wichtig ist, der Prospect muss sich in dieser Wertschöpfungskette wiederfinden. Diese Folie kann auch als Tischvorlage verwendet werden. Hier zeigen wir nicht unsere Beratungsschwerpunkte, sondern ein Bild, wie unser Prospect sein Unternehmen sieht. Daher muss diese Folie immer wieder auf die aktuellen Bedarfe des Prospects angepasst werden. Effektives Prospecting ist hier unerlässlich. </a:t>
            </a:r>
          </a:p>
          <a:p>
            <a:pPr marL="0" indent="0">
              <a:buFont typeface="Arial" panose="020B0604020202020204" pitchFamily="34" charset="0"/>
              <a:buNone/>
            </a:pPr>
            <a:endParaRPr lang="de-DE" sz="2000" kern="1200" dirty="0">
              <a:solidFill>
                <a:schemeClr val="tx1"/>
              </a:solidFill>
              <a:latin typeface="+mn-lt"/>
              <a:ea typeface="+mn-ea"/>
              <a:cs typeface="+mn-cs"/>
            </a:endParaRPr>
          </a:p>
          <a:p>
            <a:pPr marL="0" indent="0">
              <a:buFont typeface="Arial" panose="020B0604020202020204" pitchFamily="34" charset="0"/>
              <a:buNone/>
            </a:pPr>
            <a:r>
              <a:rPr lang="de-DE" sz="2000" b="1" kern="1200" dirty="0">
                <a:solidFill>
                  <a:schemeClr val="tx1"/>
                </a:solidFill>
                <a:latin typeface="+mn-lt"/>
                <a:ea typeface="+mn-ea"/>
                <a:cs typeface="+mn-cs"/>
              </a:rPr>
              <a:t>Wertschöpfende Tätigkeiten: </a:t>
            </a:r>
            <a:r>
              <a:rPr lang="de-DE" sz="2000" kern="1200" dirty="0">
                <a:solidFill>
                  <a:schemeClr val="tx1"/>
                </a:solidFill>
                <a:latin typeface="+mn-lt"/>
                <a:ea typeface="+mn-ea"/>
                <a:cs typeface="+mn-cs"/>
              </a:rPr>
              <a:t>Akquise, Personal, Eingangslogistik, Technologieentwicklung</a:t>
            </a:r>
          </a:p>
          <a:p>
            <a:pPr marL="0" indent="0">
              <a:buFont typeface="Arial" panose="020B0604020202020204" pitchFamily="34" charset="0"/>
              <a:buNone/>
            </a:pPr>
            <a:r>
              <a:rPr lang="de-DE" sz="2000" kern="1200" dirty="0">
                <a:solidFill>
                  <a:schemeClr val="tx1"/>
                </a:solidFill>
                <a:latin typeface="+mn-lt"/>
                <a:ea typeface="+mn-ea"/>
                <a:cs typeface="+mn-cs"/>
              </a:rPr>
              <a:t>Hier steht vor allem die Kundenakquise und Kundenbindung im Vordergrund. Wichtig ist, dass Dienstleistungsunternehmen sehr voneinander variieren können (z.B. Wirtschaftsprüfung vs. Reinigungsunternehmen). Daher muss diese Folie immer auf den konkreten Fall angepasst werden.</a:t>
            </a:r>
          </a:p>
          <a:p>
            <a:pPr marL="0" indent="0">
              <a:buFont typeface="Arial" panose="020B0604020202020204" pitchFamily="34" charset="0"/>
              <a:buNone/>
            </a:pPr>
            <a:r>
              <a:rPr lang="de-DE" sz="2000" b="1" kern="1200" dirty="0">
                <a:solidFill>
                  <a:schemeClr val="tx1"/>
                </a:solidFill>
                <a:latin typeface="+mn-lt"/>
                <a:ea typeface="+mn-ea"/>
                <a:cs typeface="+mn-cs"/>
              </a:rPr>
              <a:t>Unterstützende Tätigkeiten:</a:t>
            </a:r>
            <a:r>
              <a:rPr lang="de-DE" sz="2000" kern="1200" dirty="0">
                <a:solidFill>
                  <a:schemeClr val="tx1"/>
                </a:solidFill>
                <a:latin typeface="+mn-lt"/>
                <a:ea typeface="+mn-ea"/>
                <a:cs typeface="+mn-cs"/>
              </a:rPr>
              <a:t> Administration, Finanzen, Beschaffung, Facility Management, Energie</a:t>
            </a:r>
          </a:p>
          <a:p>
            <a:pPr marL="0" indent="0">
              <a:buFont typeface="Arial" panose="020B0604020202020204" pitchFamily="34" charset="0"/>
              <a:buNone/>
            </a:pPr>
            <a:endParaRPr lang="de-DE" dirty="0"/>
          </a:p>
          <a:p>
            <a:pPr marL="0" indent="0">
              <a:buFont typeface="Arial" panose="020B0604020202020204" pitchFamily="34" charset="0"/>
              <a:buNone/>
            </a:pPr>
            <a:endParaRPr lang="de-DE" dirty="0"/>
          </a:p>
        </p:txBody>
      </p:sp>
      <p:sp>
        <p:nvSpPr>
          <p:cNvPr id="4" name="Slide Number Placeholder 3"/>
          <p:cNvSpPr>
            <a:spLocks noGrp="1"/>
          </p:cNvSpPr>
          <p:nvPr>
            <p:ph type="sldNum" sz="quarter" idx="5"/>
          </p:nvPr>
        </p:nvSpPr>
        <p:spPr/>
        <p:txBody>
          <a:bodyPr/>
          <a:lstStyle/>
          <a:p>
            <a:fld id="{694BC3CD-A448-42F8-BE1E-7239EADEB28B}" type="slidenum">
              <a:rPr lang="de-DE" smtClean="0"/>
              <a:pPr/>
              <a:t>18</a:t>
            </a:fld>
            <a:endParaRPr lang="de-DE" dirty="0"/>
          </a:p>
        </p:txBody>
      </p:sp>
    </p:spTree>
    <p:extLst>
      <p:ext uri="{BB962C8B-B14F-4D97-AF65-F5344CB8AC3E}">
        <p14:creationId xmlns:p14="http://schemas.microsoft.com/office/powerpoint/2010/main" val="3705614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a:p>
            <a:r>
              <a:rPr lang="de-DE" dirty="0"/>
              <a:t>Um die passenden Beratungsbereiche zu identifizieren, analysieren wir Ihre Geschäftsdaten. Dazu brauchen wir nichts anderes, als Ihre GDPdU-Daten. Mit dieser Übersicht haben wir eine Diskussionsgrundlage und können mit dem Prospect gemeinsam die passenden Beratungsbereiche identifizieren.</a:t>
            </a:r>
          </a:p>
          <a:p>
            <a:endParaRPr lang="de-DE" dirty="0"/>
          </a:p>
          <a:p>
            <a:r>
              <a:rPr lang="de-DE" dirty="0"/>
              <a:t>Alternativ können wir die Beratungsbereiche anhand Ihrer Unternehmensziele ableiten und priorisieren. Oder – wir machen einen Unternehmensrundgang und identifizieren die passenden Bereiche. </a:t>
            </a:r>
          </a:p>
        </p:txBody>
      </p:sp>
      <p:sp>
        <p:nvSpPr>
          <p:cNvPr id="4" name="Foliennummernplatzhalter 3"/>
          <p:cNvSpPr>
            <a:spLocks noGrp="1"/>
          </p:cNvSpPr>
          <p:nvPr>
            <p:ph type="sldNum" sz="quarter" idx="5"/>
          </p:nvPr>
        </p:nvSpPr>
        <p:spPr/>
        <p:txBody>
          <a:bodyPr/>
          <a:lstStyle/>
          <a:p>
            <a:fld id="{D1EDC8AC-0B58-40D0-90D0-D9202492B355}" type="slidenum">
              <a:rPr lang="en-GB" smtClean="0"/>
              <a:t>19</a:t>
            </a:fld>
            <a:endParaRPr lang="en-GB" dirty="0"/>
          </a:p>
        </p:txBody>
      </p:sp>
    </p:spTree>
    <p:extLst>
      <p:ext uri="{BB962C8B-B14F-4D97-AF65-F5344CB8AC3E}">
        <p14:creationId xmlns:p14="http://schemas.microsoft.com/office/powerpoint/2010/main" val="2823531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Bevor wir nicht wissen, was wir beim Kunden machen, kann auch das Thema Honorar nur am Rande angesprochen werden. Wichtig ist: Wir sind flexibel und finden für das passende Projekte auch das passende Modell.</a:t>
            </a:r>
          </a:p>
        </p:txBody>
      </p:sp>
      <p:sp>
        <p:nvSpPr>
          <p:cNvPr id="4" name="Foliennummernplatzhalter 3"/>
          <p:cNvSpPr>
            <a:spLocks noGrp="1"/>
          </p:cNvSpPr>
          <p:nvPr>
            <p:ph type="sldNum" sz="quarter" idx="5"/>
          </p:nvPr>
        </p:nvSpPr>
        <p:spPr/>
        <p:txBody>
          <a:bodyPr/>
          <a:lstStyle/>
          <a:p>
            <a:fld id="{D1EDC8AC-0B58-40D0-90D0-D9202492B355}" type="slidenum">
              <a:rPr lang="en-GB" smtClean="0"/>
              <a:t>21</a:t>
            </a:fld>
            <a:endParaRPr lang="en-GB" dirty="0"/>
          </a:p>
        </p:txBody>
      </p:sp>
    </p:spTree>
    <p:extLst>
      <p:ext uri="{BB962C8B-B14F-4D97-AF65-F5344CB8AC3E}">
        <p14:creationId xmlns:p14="http://schemas.microsoft.com/office/powerpoint/2010/main" val="176625207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3" Type="http://schemas.openxmlformats.org/officeDocument/2006/relationships/tags" Target="../tags/tag8.xml"/><Relationship Id="rId21" Type="http://schemas.openxmlformats.org/officeDocument/2006/relationships/image" Target="../media/image3.png"/><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image" Target="../media/image2.jpg"/><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tags" Target="../tags/tag20.xml"/><Relationship Id="rId10" Type="http://schemas.openxmlformats.org/officeDocument/2006/relationships/tags" Target="../tags/tag15.xml"/><Relationship Id="rId19" Type="http://schemas.openxmlformats.org/officeDocument/2006/relationships/slideMaster" Target="../slideMasters/slideMaster1.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54.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9"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slideMaster" Target="../slideMasters/slideMaster1.xml"/><Relationship Id="rId4" Type="http://schemas.openxmlformats.org/officeDocument/2006/relationships/tags" Target="../tags/tag58.xml"/><Relationship Id="rId9" Type="http://schemas.openxmlformats.org/officeDocument/2006/relationships/tags" Target="../tags/tag63.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71.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79.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2.xml"/><Relationship Id="rId7" Type="http://schemas.openxmlformats.org/officeDocument/2006/relationships/tags" Target="../tags/tag86.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9"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05.xml"/><Relationship Id="rId7" Type="http://schemas.openxmlformats.org/officeDocument/2006/relationships/tags" Target="../tags/tag109.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12.xml"/><Relationship Id="rId7" Type="http://schemas.openxmlformats.org/officeDocument/2006/relationships/tags" Target="../tags/tag116.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19.xml"/><Relationship Id="rId7" Type="http://schemas.openxmlformats.org/officeDocument/2006/relationships/tags" Target="../tags/tag123.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s>
</file>

<file path=ppt/slideLayouts/_rels/slideLayout1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26.xml"/><Relationship Id="rId7" Type="http://schemas.openxmlformats.org/officeDocument/2006/relationships/tags" Target="../tags/tag130.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s>
</file>

<file path=ppt/slideLayouts/_rels/slideLayout1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33.xml"/><Relationship Id="rId7" Type="http://schemas.openxmlformats.org/officeDocument/2006/relationships/tags" Target="../tags/tag137.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45.xml"/><Relationship Id="rId3" Type="http://schemas.openxmlformats.org/officeDocument/2006/relationships/tags" Target="../tags/tag140.xml"/><Relationship Id="rId7" Type="http://schemas.openxmlformats.org/officeDocument/2006/relationships/tags" Target="../tags/tag144.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tags" Target="../tags/tag143.xml"/><Relationship Id="rId5" Type="http://schemas.openxmlformats.org/officeDocument/2006/relationships/tags" Target="../tags/tag142.xml"/><Relationship Id="rId10" Type="http://schemas.openxmlformats.org/officeDocument/2006/relationships/slideMaster" Target="../slideMasters/slideMaster1.xml"/><Relationship Id="rId4" Type="http://schemas.openxmlformats.org/officeDocument/2006/relationships/tags" Target="../tags/tag141.xml"/><Relationship Id="rId9" Type="http://schemas.openxmlformats.org/officeDocument/2006/relationships/tags" Target="../tags/tag146.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slideMaster" Target="../slideMasters/slideMaster1.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tags" Target="../tags/tag158.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5" Type="http://schemas.openxmlformats.org/officeDocument/2006/relationships/tags" Target="../tags/tag151.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slideMaster" Target="../slideMasters/slideMaster1.xml"/><Relationship Id="rId5" Type="http://schemas.openxmlformats.org/officeDocument/2006/relationships/tags" Target="../tags/tag163.xml"/><Relationship Id="rId4" Type="http://schemas.openxmlformats.org/officeDocument/2006/relationships/tags" Target="../tags/tag16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74.xml"/><Relationship Id="rId13" Type="http://schemas.openxmlformats.org/officeDocument/2006/relationships/tags" Target="../tags/tag179.xml"/><Relationship Id="rId18" Type="http://schemas.openxmlformats.org/officeDocument/2006/relationships/tags" Target="../tags/tag184.xml"/><Relationship Id="rId3" Type="http://schemas.openxmlformats.org/officeDocument/2006/relationships/tags" Target="../tags/tag169.xml"/><Relationship Id="rId21" Type="http://schemas.openxmlformats.org/officeDocument/2006/relationships/image" Target="../media/image3.png"/><Relationship Id="rId7" Type="http://schemas.openxmlformats.org/officeDocument/2006/relationships/tags" Target="../tags/tag173.xml"/><Relationship Id="rId12" Type="http://schemas.openxmlformats.org/officeDocument/2006/relationships/tags" Target="../tags/tag178.xml"/><Relationship Id="rId17" Type="http://schemas.openxmlformats.org/officeDocument/2006/relationships/tags" Target="../tags/tag183.xml"/><Relationship Id="rId2" Type="http://schemas.openxmlformats.org/officeDocument/2006/relationships/tags" Target="../tags/tag168.xml"/><Relationship Id="rId16" Type="http://schemas.openxmlformats.org/officeDocument/2006/relationships/tags" Target="../tags/tag182.xml"/><Relationship Id="rId20" Type="http://schemas.openxmlformats.org/officeDocument/2006/relationships/image" Target="../media/image2.jpg"/><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tags" Target="../tags/tag177.xml"/><Relationship Id="rId5" Type="http://schemas.openxmlformats.org/officeDocument/2006/relationships/tags" Target="../tags/tag171.xml"/><Relationship Id="rId15" Type="http://schemas.openxmlformats.org/officeDocument/2006/relationships/tags" Target="../tags/tag181.xml"/><Relationship Id="rId10" Type="http://schemas.openxmlformats.org/officeDocument/2006/relationships/tags" Target="../tags/tag176.xml"/><Relationship Id="rId19" Type="http://schemas.openxmlformats.org/officeDocument/2006/relationships/slideMaster" Target="../slideMasters/slideMaster1.xml"/><Relationship Id="rId4" Type="http://schemas.openxmlformats.org/officeDocument/2006/relationships/tags" Target="../tags/tag170.xml"/><Relationship Id="rId9" Type="http://schemas.openxmlformats.org/officeDocument/2006/relationships/tags" Target="../tags/tag175.xml"/><Relationship Id="rId14" Type="http://schemas.openxmlformats.org/officeDocument/2006/relationships/tags" Target="../tags/tag180.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193.xml"/><Relationship Id="rId7" Type="http://schemas.openxmlformats.org/officeDocument/2006/relationships/slideMaster" Target="../slideMasters/slideMaster1.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slideMaster" Target="../slideMasters/slideMaster1.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5.xml"/><Relationship Id="rId7" Type="http://schemas.openxmlformats.org/officeDocument/2006/relationships/tags" Target="../tags/tag209.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17.xml"/><Relationship Id="rId3" Type="http://schemas.openxmlformats.org/officeDocument/2006/relationships/tags" Target="../tags/tag212.xml"/><Relationship Id="rId7" Type="http://schemas.openxmlformats.org/officeDocument/2006/relationships/tags" Target="../tags/tag216.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9"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225.xml"/><Relationship Id="rId3" Type="http://schemas.openxmlformats.org/officeDocument/2006/relationships/tags" Target="../tags/tag220.xml"/><Relationship Id="rId7" Type="http://schemas.openxmlformats.org/officeDocument/2006/relationships/tags" Target="../tags/tag224.xml"/><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tags" Target="../tags/tag223.xml"/><Relationship Id="rId5" Type="http://schemas.openxmlformats.org/officeDocument/2006/relationships/tags" Target="../tags/tag222.xml"/><Relationship Id="rId10" Type="http://schemas.openxmlformats.org/officeDocument/2006/relationships/slideMaster" Target="../slideMasters/slideMaster1.xml"/><Relationship Id="rId4" Type="http://schemas.openxmlformats.org/officeDocument/2006/relationships/tags" Target="../tags/tag221.xml"/><Relationship Id="rId9" Type="http://schemas.openxmlformats.org/officeDocument/2006/relationships/tags" Target="../tags/tag226.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234.xml"/><Relationship Id="rId3" Type="http://schemas.openxmlformats.org/officeDocument/2006/relationships/tags" Target="../tags/tag229.xml"/><Relationship Id="rId7" Type="http://schemas.openxmlformats.org/officeDocument/2006/relationships/tags" Target="../tags/tag233.xml"/><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9"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42.xml"/><Relationship Id="rId3" Type="http://schemas.openxmlformats.org/officeDocument/2006/relationships/tags" Target="../tags/tag237.xml"/><Relationship Id="rId7" Type="http://schemas.openxmlformats.org/officeDocument/2006/relationships/tags" Target="../tags/tag241.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9"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45.xml"/><Relationship Id="rId7" Type="http://schemas.openxmlformats.org/officeDocument/2006/relationships/tags" Target="../tags/tag249.xml"/><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257.xml"/><Relationship Id="rId3" Type="http://schemas.openxmlformats.org/officeDocument/2006/relationships/tags" Target="../tags/tag252.xml"/><Relationship Id="rId7" Type="http://schemas.openxmlformats.org/officeDocument/2006/relationships/tags" Target="../tags/tag256.xml"/><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9"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60.xml"/><Relationship Id="rId7" Type="http://schemas.openxmlformats.org/officeDocument/2006/relationships/tags" Target="../tags/tag264.xml"/><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s>
</file>

<file path=ppt/slideLayouts/_rels/slideLayout3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67.xml"/><Relationship Id="rId7" Type="http://schemas.openxmlformats.org/officeDocument/2006/relationships/tags" Target="../tags/tag271.xml"/><Relationship Id="rId2" Type="http://schemas.openxmlformats.org/officeDocument/2006/relationships/tags" Target="../tags/tag266.xml"/><Relationship Id="rId1" Type="http://schemas.openxmlformats.org/officeDocument/2006/relationships/tags" Target="../tags/tag265.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s>
</file>

<file path=ppt/slideLayouts/_rels/slideLayout3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74.xml"/><Relationship Id="rId7" Type="http://schemas.openxmlformats.org/officeDocument/2006/relationships/tags" Target="../tags/tag278.xml"/><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s>
</file>

<file path=ppt/slideLayouts/_rels/slideLayout3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1.xml"/><Relationship Id="rId7" Type="http://schemas.openxmlformats.org/officeDocument/2006/relationships/tags" Target="../tags/tag285.xml"/><Relationship Id="rId2" Type="http://schemas.openxmlformats.org/officeDocument/2006/relationships/tags" Target="../tags/tag280.xml"/><Relationship Id="rId1" Type="http://schemas.openxmlformats.org/officeDocument/2006/relationships/tags" Target="../tags/tag279.xml"/><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tags" Target="../tags/tag282.xml"/></Relationships>
</file>

<file path=ppt/slideLayouts/_rels/slideLayout3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8.xml"/><Relationship Id="rId7" Type="http://schemas.openxmlformats.org/officeDocument/2006/relationships/tags" Target="../tags/tag292.xml"/><Relationship Id="rId2" Type="http://schemas.openxmlformats.org/officeDocument/2006/relationships/tags" Target="../tags/tag287.xml"/><Relationship Id="rId1" Type="http://schemas.openxmlformats.org/officeDocument/2006/relationships/tags" Target="../tags/tag286.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s>
</file>

<file path=ppt/slideLayouts/_rels/slideLayout4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95.xml"/><Relationship Id="rId7" Type="http://schemas.openxmlformats.org/officeDocument/2006/relationships/tags" Target="../tags/tag299.xml"/><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tags" Target="../tags/tag298.xml"/><Relationship Id="rId5" Type="http://schemas.openxmlformats.org/officeDocument/2006/relationships/tags" Target="../tags/tag297.xml"/><Relationship Id="rId4" Type="http://schemas.openxmlformats.org/officeDocument/2006/relationships/tags" Target="../tags/tag296.xml"/></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307.xml"/><Relationship Id="rId3" Type="http://schemas.openxmlformats.org/officeDocument/2006/relationships/tags" Target="../tags/tag302.xml"/><Relationship Id="rId7" Type="http://schemas.openxmlformats.org/officeDocument/2006/relationships/tags" Target="../tags/tag306.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5" Type="http://schemas.openxmlformats.org/officeDocument/2006/relationships/tags" Target="../tags/tag304.xml"/><Relationship Id="rId10" Type="http://schemas.openxmlformats.org/officeDocument/2006/relationships/slideMaster" Target="../slideMasters/slideMaster1.xml"/><Relationship Id="rId4" Type="http://schemas.openxmlformats.org/officeDocument/2006/relationships/tags" Target="../tags/tag303.xml"/><Relationship Id="rId9" Type="http://schemas.openxmlformats.org/officeDocument/2006/relationships/tags" Target="../tags/tag308.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316.xml"/><Relationship Id="rId13" Type="http://schemas.openxmlformats.org/officeDocument/2006/relationships/slideMaster" Target="../slideMasters/slideMaster1.xml"/><Relationship Id="rId3" Type="http://schemas.openxmlformats.org/officeDocument/2006/relationships/tags" Target="../tags/tag311.xml"/><Relationship Id="rId7" Type="http://schemas.openxmlformats.org/officeDocument/2006/relationships/tags" Target="../tags/tag315.xml"/><Relationship Id="rId12" Type="http://schemas.openxmlformats.org/officeDocument/2006/relationships/tags" Target="../tags/tag320.xml"/><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tags" Target="../tags/tag314.xml"/><Relationship Id="rId11" Type="http://schemas.openxmlformats.org/officeDocument/2006/relationships/tags" Target="../tags/tag319.xml"/><Relationship Id="rId5" Type="http://schemas.openxmlformats.org/officeDocument/2006/relationships/tags" Target="../tags/tag313.xml"/><Relationship Id="rId10" Type="http://schemas.openxmlformats.org/officeDocument/2006/relationships/tags" Target="../tags/tag318.xml"/><Relationship Id="rId4" Type="http://schemas.openxmlformats.org/officeDocument/2006/relationships/tags" Target="../tags/tag312.xml"/><Relationship Id="rId9" Type="http://schemas.openxmlformats.org/officeDocument/2006/relationships/tags" Target="../tags/tag317.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 Id="rId6" Type="http://schemas.openxmlformats.org/officeDocument/2006/relationships/slideMaster" Target="../slideMasters/slideMaster1.xml"/><Relationship Id="rId5" Type="http://schemas.openxmlformats.org/officeDocument/2006/relationships/tags" Target="../tags/tag325.xml"/><Relationship Id="rId4" Type="http://schemas.openxmlformats.org/officeDocument/2006/relationships/tags" Target="../tags/tag324.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337.xml"/><Relationship Id="rId13" Type="http://schemas.openxmlformats.org/officeDocument/2006/relationships/tags" Target="../tags/tag342.xml"/><Relationship Id="rId18" Type="http://schemas.openxmlformats.org/officeDocument/2006/relationships/tags" Target="../tags/tag347.xml"/><Relationship Id="rId3" Type="http://schemas.openxmlformats.org/officeDocument/2006/relationships/tags" Target="../tags/tag332.xml"/><Relationship Id="rId21" Type="http://schemas.openxmlformats.org/officeDocument/2006/relationships/image" Target="../media/image6.png"/><Relationship Id="rId7" Type="http://schemas.openxmlformats.org/officeDocument/2006/relationships/tags" Target="../tags/tag336.xml"/><Relationship Id="rId12" Type="http://schemas.openxmlformats.org/officeDocument/2006/relationships/tags" Target="../tags/tag341.xml"/><Relationship Id="rId17" Type="http://schemas.openxmlformats.org/officeDocument/2006/relationships/tags" Target="../tags/tag346.xml"/><Relationship Id="rId2" Type="http://schemas.openxmlformats.org/officeDocument/2006/relationships/tags" Target="../tags/tag331.xml"/><Relationship Id="rId16" Type="http://schemas.openxmlformats.org/officeDocument/2006/relationships/tags" Target="../tags/tag345.xml"/><Relationship Id="rId20" Type="http://schemas.openxmlformats.org/officeDocument/2006/relationships/image" Target="../media/image7.jpg"/><Relationship Id="rId1" Type="http://schemas.openxmlformats.org/officeDocument/2006/relationships/tags" Target="../tags/tag330.xml"/><Relationship Id="rId6" Type="http://schemas.openxmlformats.org/officeDocument/2006/relationships/tags" Target="../tags/tag335.xml"/><Relationship Id="rId11" Type="http://schemas.openxmlformats.org/officeDocument/2006/relationships/tags" Target="../tags/tag340.xml"/><Relationship Id="rId5" Type="http://schemas.openxmlformats.org/officeDocument/2006/relationships/tags" Target="../tags/tag334.xml"/><Relationship Id="rId15" Type="http://schemas.openxmlformats.org/officeDocument/2006/relationships/tags" Target="../tags/tag344.xml"/><Relationship Id="rId10" Type="http://schemas.openxmlformats.org/officeDocument/2006/relationships/tags" Target="../tags/tag339.xml"/><Relationship Id="rId19" Type="http://schemas.openxmlformats.org/officeDocument/2006/relationships/slideMaster" Target="../slideMasters/slideMaster2.xml"/><Relationship Id="rId4" Type="http://schemas.openxmlformats.org/officeDocument/2006/relationships/tags" Target="../tags/tag333.xml"/><Relationship Id="rId9" Type="http://schemas.openxmlformats.org/officeDocument/2006/relationships/tags" Target="../tags/tag338.xml"/><Relationship Id="rId14" Type="http://schemas.openxmlformats.org/officeDocument/2006/relationships/tags" Target="../tags/tag343.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 Id="rId4"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tags" Target="../tags/tag351.xml"/><Relationship Id="rId4"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356.xml"/><Relationship Id="rId7" Type="http://schemas.openxmlformats.org/officeDocument/2006/relationships/slideMaster" Target="../slideMasters/slideMaster2.xml"/><Relationship Id="rId2" Type="http://schemas.openxmlformats.org/officeDocument/2006/relationships/tags" Target="../tags/tag355.xml"/><Relationship Id="rId1" Type="http://schemas.openxmlformats.org/officeDocument/2006/relationships/tags" Target="../tags/tag354.xml"/><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362.xml"/><Relationship Id="rId7" Type="http://schemas.openxmlformats.org/officeDocument/2006/relationships/slideMaster" Target="../slideMasters/slideMaster2.xml"/><Relationship Id="rId2" Type="http://schemas.openxmlformats.org/officeDocument/2006/relationships/tags" Target="../tags/tag361.xml"/><Relationship Id="rId1" Type="http://schemas.openxmlformats.org/officeDocument/2006/relationships/tags" Target="../tags/tag360.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s>
</file>

<file path=ppt/slideLayouts/_rels/slideLayout4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68.xml"/><Relationship Id="rId7" Type="http://schemas.openxmlformats.org/officeDocument/2006/relationships/tags" Target="../tags/tag372.xml"/><Relationship Id="rId2" Type="http://schemas.openxmlformats.org/officeDocument/2006/relationships/tags" Target="../tags/tag367.xml"/><Relationship Id="rId1" Type="http://schemas.openxmlformats.org/officeDocument/2006/relationships/tags" Target="../tags/tag366.xml"/><Relationship Id="rId6" Type="http://schemas.openxmlformats.org/officeDocument/2006/relationships/tags" Target="../tags/tag371.xml"/><Relationship Id="rId5" Type="http://schemas.openxmlformats.org/officeDocument/2006/relationships/tags" Target="../tags/tag370.xml"/><Relationship Id="rId4" Type="http://schemas.openxmlformats.org/officeDocument/2006/relationships/tags" Target="../tags/tag369.xml"/></Relationships>
</file>

<file path=ppt/slideLayouts/_rels/slideLayout50.xml.rels><?xml version="1.0" encoding="UTF-8" standalone="yes"?>
<Relationships xmlns="http://schemas.openxmlformats.org/package/2006/relationships"><Relationship Id="rId8" Type="http://schemas.openxmlformats.org/officeDocument/2006/relationships/tags" Target="../tags/tag380.xml"/><Relationship Id="rId3" Type="http://schemas.openxmlformats.org/officeDocument/2006/relationships/tags" Target="../tags/tag375.xml"/><Relationship Id="rId7" Type="http://schemas.openxmlformats.org/officeDocument/2006/relationships/tags" Target="../tags/tag379.xml"/><Relationship Id="rId2" Type="http://schemas.openxmlformats.org/officeDocument/2006/relationships/tags" Target="../tags/tag374.xml"/><Relationship Id="rId1" Type="http://schemas.openxmlformats.org/officeDocument/2006/relationships/tags" Target="../tags/tag373.xml"/><Relationship Id="rId6" Type="http://schemas.openxmlformats.org/officeDocument/2006/relationships/tags" Target="../tags/tag378.xml"/><Relationship Id="rId5" Type="http://schemas.openxmlformats.org/officeDocument/2006/relationships/tags" Target="../tags/tag377.xml"/><Relationship Id="rId4" Type="http://schemas.openxmlformats.org/officeDocument/2006/relationships/tags" Target="../tags/tag376.xml"/><Relationship Id="rId9"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388.xml"/><Relationship Id="rId3" Type="http://schemas.openxmlformats.org/officeDocument/2006/relationships/tags" Target="../tags/tag383.xml"/><Relationship Id="rId7" Type="http://schemas.openxmlformats.org/officeDocument/2006/relationships/tags" Target="../tags/tag387.xml"/><Relationship Id="rId2" Type="http://schemas.openxmlformats.org/officeDocument/2006/relationships/tags" Target="../tags/tag382.xml"/><Relationship Id="rId1" Type="http://schemas.openxmlformats.org/officeDocument/2006/relationships/tags" Target="../tags/tag381.xml"/><Relationship Id="rId6" Type="http://schemas.openxmlformats.org/officeDocument/2006/relationships/tags" Target="../tags/tag386.xml"/><Relationship Id="rId5" Type="http://schemas.openxmlformats.org/officeDocument/2006/relationships/tags" Target="../tags/tag385.xml"/><Relationship Id="rId10" Type="http://schemas.openxmlformats.org/officeDocument/2006/relationships/slideMaster" Target="../slideMasters/slideMaster2.xml"/><Relationship Id="rId4" Type="http://schemas.openxmlformats.org/officeDocument/2006/relationships/tags" Target="../tags/tag384.xml"/><Relationship Id="rId9" Type="http://schemas.openxmlformats.org/officeDocument/2006/relationships/tags" Target="../tags/tag389.xml"/></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397.xml"/><Relationship Id="rId3" Type="http://schemas.openxmlformats.org/officeDocument/2006/relationships/tags" Target="../tags/tag392.xml"/><Relationship Id="rId7" Type="http://schemas.openxmlformats.org/officeDocument/2006/relationships/tags" Target="../tags/tag396.xml"/><Relationship Id="rId2" Type="http://schemas.openxmlformats.org/officeDocument/2006/relationships/tags" Target="../tags/tag391.xml"/><Relationship Id="rId1" Type="http://schemas.openxmlformats.org/officeDocument/2006/relationships/tags" Target="../tags/tag390.xml"/><Relationship Id="rId6" Type="http://schemas.openxmlformats.org/officeDocument/2006/relationships/tags" Target="../tags/tag395.xml"/><Relationship Id="rId5" Type="http://schemas.openxmlformats.org/officeDocument/2006/relationships/tags" Target="../tags/tag394.xml"/><Relationship Id="rId4" Type="http://schemas.openxmlformats.org/officeDocument/2006/relationships/tags" Target="../tags/tag393.xml"/><Relationship Id="rId9"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8" Type="http://schemas.openxmlformats.org/officeDocument/2006/relationships/tags" Target="../tags/tag405.xml"/><Relationship Id="rId3" Type="http://schemas.openxmlformats.org/officeDocument/2006/relationships/tags" Target="../tags/tag400.xml"/><Relationship Id="rId7" Type="http://schemas.openxmlformats.org/officeDocument/2006/relationships/tags" Target="../tags/tag404.xml"/><Relationship Id="rId2" Type="http://schemas.openxmlformats.org/officeDocument/2006/relationships/tags" Target="../tags/tag399.xml"/><Relationship Id="rId1" Type="http://schemas.openxmlformats.org/officeDocument/2006/relationships/tags" Target="../tags/tag398.xml"/><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 Id="rId9"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08.xml"/><Relationship Id="rId7" Type="http://schemas.openxmlformats.org/officeDocument/2006/relationships/tags" Target="../tags/tag412.xml"/><Relationship Id="rId2" Type="http://schemas.openxmlformats.org/officeDocument/2006/relationships/tags" Target="../tags/tag407.xml"/><Relationship Id="rId1" Type="http://schemas.openxmlformats.org/officeDocument/2006/relationships/tags" Target="../tags/tag406.xml"/><Relationship Id="rId6" Type="http://schemas.openxmlformats.org/officeDocument/2006/relationships/tags" Target="../tags/tag411.xml"/><Relationship Id="rId5" Type="http://schemas.openxmlformats.org/officeDocument/2006/relationships/tags" Target="../tags/tag410.xml"/><Relationship Id="rId4" Type="http://schemas.openxmlformats.org/officeDocument/2006/relationships/tags" Target="../tags/tag409.xml"/></Relationships>
</file>

<file path=ppt/slideLayouts/_rels/slideLayout55.xml.rels><?xml version="1.0" encoding="UTF-8" standalone="yes"?>
<Relationships xmlns="http://schemas.openxmlformats.org/package/2006/relationships"><Relationship Id="rId8" Type="http://schemas.openxmlformats.org/officeDocument/2006/relationships/tags" Target="../tags/tag420.xml"/><Relationship Id="rId3" Type="http://schemas.openxmlformats.org/officeDocument/2006/relationships/tags" Target="../tags/tag415.xml"/><Relationship Id="rId7" Type="http://schemas.openxmlformats.org/officeDocument/2006/relationships/tags" Target="../tags/tag419.xml"/><Relationship Id="rId2" Type="http://schemas.openxmlformats.org/officeDocument/2006/relationships/tags" Target="../tags/tag414.xml"/><Relationship Id="rId1" Type="http://schemas.openxmlformats.org/officeDocument/2006/relationships/tags" Target="../tags/tag413.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9"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23.xml"/><Relationship Id="rId7" Type="http://schemas.openxmlformats.org/officeDocument/2006/relationships/tags" Target="../tags/tag427.xml"/><Relationship Id="rId2" Type="http://schemas.openxmlformats.org/officeDocument/2006/relationships/tags" Target="../tags/tag422.xml"/><Relationship Id="rId1" Type="http://schemas.openxmlformats.org/officeDocument/2006/relationships/tags" Target="../tags/tag421.xml"/><Relationship Id="rId6" Type="http://schemas.openxmlformats.org/officeDocument/2006/relationships/tags" Target="../tags/tag426.xml"/><Relationship Id="rId5" Type="http://schemas.openxmlformats.org/officeDocument/2006/relationships/tags" Target="../tags/tag425.xml"/><Relationship Id="rId4" Type="http://schemas.openxmlformats.org/officeDocument/2006/relationships/tags" Target="../tags/tag424.xml"/></Relationships>
</file>

<file path=ppt/slideLayouts/_rels/slideLayout5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30.xml"/><Relationship Id="rId7" Type="http://schemas.openxmlformats.org/officeDocument/2006/relationships/tags" Target="../tags/tag434.xml"/><Relationship Id="rId2" Type="http://schemas.openxmlformats.org/officeDocument/2006/relationships/tags" Target="../tags/tag429.xml"/><Relationship Id="rId1" Type="http://schemas.openxmlformats.org/officeDocument/2006/relationships/tags" Target="../tags/tag428.xml"/><Relationship Id="rId6" Type="http://schemas.openxmlformats.org/officeDocument/2006/relationships/tags" Target="../tags/tag433.xml"/><Relationship Id="rId5" Type="http://schemas.openxmlformats.org/officeDocument/2006/relationships/tags" Target="../tags/tag432.xml"/><Relationship Id="rId4" Type="http://schemas.openxmlformats.org/officeDocument/2006/relationships/tags" Target="../tags/tag431.xml"/></Relationships>
</file>

<file path=ppt/slideLayouts/_rels/slideLayout5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37.xml"/><Relationship Id="rId7" Type="http://schemas.openxmlformats.org/officeDocument/2006/relationships/tags" Target="../tags/tag441.xml"/><Relationship Id="rId2" Type="http://schemas.openxmlformats.org/officeDocument/2006/relationships/tags" Target="../tags/tag436.xml"/><Relationship Id="rId1" Type="http://schemas.openxmlformats.org/officeDocument/2006/relationships/tags" Target="../tags/tag435.xml"/><Relationship Id="rId6" Type="http://schemas.openxmlformats.org/officeDocument/2006/relationships/tags" Target="../tags/tag440.xml"/><Relationship Id="rId5" Type="http://schemas.openxmlformats.org/officeDocument/2006/relationships/tags" Target="../tags/tag439.xml"/><Relationship Id="rId4" Type="http://schemas.openxmlformats.org/officeDocument/2006/relationships/tags" Target="../tags/tag438.xml"/></Relationships>
</file>

<file path=ppt/slideLayouts/_rels/slideLayout5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44.xml"/><Relationship Id="rId7" Type="http://schemas.openxmlformats.org/officeDocument/2006/relationships/tags" Target="../tags/tag448.xml"/><Relationship Id="rId2" Type="http://schemas.openxmlformats.org/officeDocument/2006/relationships/tags" Target="../tags/tag443.xml"/><Relationship Id="rId1" Type="http://schemas.openxmlformats.org/officeDocument/2006/relationships/tags" Target="../tags/tag442.xml"/><Relationship Id="rId6" Type="http://schemas.openxmlformats.org/officeDocument/2006/relationships/tags" Target="../tags/tag447.xml"/><Relationship Id="rId5" Type="http://schemas.openxmlformats.org/officeDocument/2006/relationships/tags" Target="../tags/tag446.xml"/><Relationship Id="rId4" Type="http://schemas.openxmlformats.org/officeDocument/2006/relationships/tags" Target="../tags/tag445.xml"/></Relationships>
</file>

<file path=ppt/slideLayouts/_rels/slideLayout6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51.xml"/><Relationship Id="rId7" Type="http://schemas.openxmlformats.org/officeDocument/2006/relationships/tags" Target="../tags/tag455.xml"/><Relationship Id="rId2" Type="http://schemas.openxmlformats.org/officeDocument/2006/relationships/tags" Target="../tags/tag450.xml"/><Relationship Id="rId1" Type="http://schemas.openxmlformats.org/officeDocument/2006/relationships/tags" Target="../tags/tag449.xml"/><Relationship Id="rId6" Type="http://schemas.openxmlformats.org/officeDocument/2006/relationships/tags" Target="../tags/tag454.xml"/><Relationship Id="rId5" Type="http://schemas.openxmlformats.org/officeDocument/2006/relationships/tags" Target="../tags/tag453.xml"/><Relationship Id="rId4" Type="http://schemas.openxmlformats.org/officeDocument/2006/relationships/tags" Target="../tags/tag452.xml"/></Relationships>
</file>

<file path=ppt/slideLayouts/_rels/slideLayout6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58.xml"/><Relationship Id="rId7" Type="http://schemas.openxmlformats.org/officeDocument/2006/relationships/tags" Target="../tags/tag462.xml"/><Relationship Id="rId2" Type="http://schemas.openxmlformats.org/officeDocument/2006/relationships/tags" Target="../tags/tag457.xml"/><Relationship Id="rId1" Type="http://schemas.openxmlformats.org/officeDocument/2006/relationships/tags" Target="../tags/tag456.xml"/><Relationship Id="rId6" Type="http://schemas.openxmlformats.org/officeDocument/2006/relationships/tags" Target="../tags/tag461.xml"/><Relationship Id="rId5" Type="http://schemas.openxmlformats.org/officeDocument/2006/relationships/tags" Target="../tags/tag460.xml"/><Relationship Id="rId4" Type="http://schemas.openxmlformats.org/officeDocument/2006/relationships/tags" Target="../tags/tag459.xml"/></Relationships>
</file>

<file path=ppt/slideLayouts/_rels/slideLayout62.xml.rels><?xml version="1.0" encoding="UTF-8" standalone="yes"?>
<Relationships xmlns="http://schemas.openxmlformats.org/package/2006/relationships"><Relationship Id="rId8" Type="http://schemas.openxmlformats.org/officeDocument/2006/relationships/tags" Target="../tags/tag470.xml"/><Relationship Id="rId3" Type="http://schemas.openxmlformats.org/officeDocument/2006/relationships/tags" Target="../tags/tag465.xml"/><Relationship Id="rId7" Type="http://schemas.openxmlformats.org/officeDocument/2006/relationships/tags" Target="../tags/tag469.xml"/><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tags" Target="../tags/tag468.xml"/><Relationship Id="rId5" Type="http://schemas.openxmlformats.org/officeDocument/2006/relationships/tags" Target="../tags/tag467.xml"/><Relationship Id="rId10" Type="http://schemas.openxmlformats.org/officeDocument/2006/relationships/slideMaster" Target="../slideMasters/slideMaster2.xml"/><Relationship Id="rId4" Type="http://schemas.openxmlformats.org/officeDocument/2006/relationships/tags" Target="../tags/tag466.xml"/><Relationship Id="rId9" Type="http://schemas.openxmlformats.org/officeDocument/2006/relationships/tags" Target="../tags/tag471.xml"/></Relationships>
</file>

<file path=ppt/slideLayouts/_rels/slideLayout63.xml.rels><?xml version="1.0" encoding="UTF-8" standalone="yes"?>
<Relationships xmlns="http://schemas.openxmlformats.org/package/2006/relationships"><Relationship Id="rId8" Type="http://schemas.openxmlformats.org/officeDocument/2006/relationships/tags" Target="../tags/tag479.xml"/><Relationship Id="rId13" Type="http://schemas.openxmlformats.org/officeDocument/2006/relationships/slideMaster" Target="../slideMasters/slideMaster2.xml"/><Relationship Id="rId3" Type="http://schemas.openxmlformats.org/officeDocument/2006/relationships/tags" Target="../tags/tag474.xml"/><Relationship Id="rId7" Type="http://schemas.openxmlformats.org/officeDocument/2006/relationships/tags" Target="../tags/tag478.xml"/><Relationship Id="rId12" Type="http://schemas.openxmlformats.org/officeDocument/2006/relationships/tags" Target="../tags/tag483.xml"/><Relationship Id="rId2" Type="http://schemas.openxmlformats.org/officeDocument/2006/relationships/tags" Target="../tags/tag473.xml"/><Relationship Id="rId1" Type="http://schemas.openxmlformats.org/officeDocument/2006/relationships/tags" Target="../tags/tag472.xml"/><Relationship Id="rId6" Type="http://schemas.openxmlformats.org/officeDocument/2006/relationships/tags" Target="../tags/tag477.xml"/><Relationship Id="rId11" Type="http://schemas.openxmlformats.org/officeDocument/2006/relationships/tags" Target="../tags/tag482.xml"/><Relationship Id="rId5" Type="http://schemas.openxmlformats.org/officeDocument/2006/relationships/tags" Target="../tags/tag476.xml"/><Relationship Id="rId10" Type="http://schemas.openxmlformats.org/officeDocument/2006/relationships/tags" Target="../tags/tag481.xml"/><Relationship Id="rId4" Type="http://schemas.openxmlformats.org/officeDocument/2006/relationships/tags" Target="../tags/tag475.xml"/><Relationship Id="rId9" Type="http://schemas.openxmlformats.org/officeDocument/2006/relationships/tags" Target="../tags/tag480.xml"/></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486.xml"/><Relationship Id="rId2" Type="http://schemas.openxmlformats.org/officeDocument/2006/relationships/tags" Target="../tags/tag485.xml"/><Relationship Id="rId1" Type="http://schemas.openxmlformats.org/officeDocument/2006/relationships/tags" Target="../tags/tag484.xml"/><Relationship Id="rId6" Type="http://schemas.openxmlformats.org/officeDocument/2006/relationships/slideMaster" Target="../slideMasters/slideMaster2.xml"/><Relationship Id="rId5" Type="http://schemas.openxmlformats.org/officeDocument/2006/relationships/tags" Target="../tags/tag488.xml"/><Relationship Id="rId4" Type="http://schemas.openxmlformats.org/officeDocument/2006/relationships/tags" Target="../tags/tag487.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491.xml"/><Relationship Id="rId2" Type="http://schemas.openxmlformats.org/officeDocument/2006/relationships/tags" Target="../tags/tag490.xml"/><Relationship Id="rId1" Type="http://schemas.openxmlformats.org/officeDocument/2006/relationships/tags" Target="../tags/tag489.xml"/><Relationship Id="rId4"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499.xml"/><Relationship Id="rId13" Type="http://schemas.openxmlformats.org/officeDocument/2006/relationships/tags" Target="../tags/tag504.xml"/><Relationship Id="rId18" Type="http://schemas.openxmlformats.org/officeDocument/2006/relationships/tags" Target="../tags/tag509.xml"/><Relationship Id="rId3" Type="http://schemas.openxmlformats.org/officeDocument/2006/relationships/tags" Target="../tags/tag494.xml"/><Relationship Id="rId21" Type="http://schemas.openxmlformats.org/officeDocument/2006/relationships/image" Target="../media/image9.png"/><Relationship Id="rId7" Type="http://schemas.openxmlformats.org/officeDocument/2006/relationships/tags" Target="../tags/tag498.xml"/><Relationship Id="rId12" Type="http://schemas.openxmlformats.org/officeDocument/2006/relationships/tags" Target="../tags/tag503.xml"/><Relationship Id="rId17" Type="http://schemas.openxmlformats.org/officeDocument/2006/relationships/tags" Target="../tags/tag508.xml"/><Relationship Id="rId2" Type="http://schemas.openxmlformats.org/officeDocument/2006/relationships/tags" Target="../tags/tag493.xml"/><Relationship Id="rId16" Type="http://schemas.openxmlformats.org/officeDocument/2006/relationships/tags" Target="../tags/tag507.xml"/><Relationship Id="rId20" Type="http://schemas.openxmlformats.org/officeDocument/2006/relationships/image" Target="../media/image8.jpg"/><Relationship Id="rId1" Type="http://schemas.openxmlformats.org/officeDocument/2006/relationships/tags" Target="../tags/tag492.xml"/><Relationship Id="rId6" Type="http://schemas.openxmlformats.org/officeDocument/2006/relationships/tags" Target="../tags/tag497.xml"/><Relationship Id="rId11" Type="http://schemas.openxmlformats.org/officeDocument/2006/relationships/tags" Target="../tags/tag502.xml"/><Relationship Id="rId5" Type="http://schemas.openxmlformats.org/officeDocument/2006/relationships/tags" Target="../tags/tag496.xml"/><Relationship Id="rId15" Type="http://schemas.openxmlformats.org/officeDocument/2006/relationships/tags" Target="../tags/tag506.xml"/><Relationship Id="rId10" Type="http://schemas.openxmlformats.org/officeDocument/2006/relationships/tags" Target="../tags/tag501.xml"/><Relationship Id="rId19" Type="http://schemas.openxmlformats.org/officeDocument/2006/relationships/slideMaster" Target="../slideMasters/slideMaster2.xml"/><Relationship Id="rId4" Type="http://schemas.openxmlformats.org/officeDocument/2006/relationships/tags" Target="../tags/tag495.xml"/><Relationship Id="rId9" Type="http://schemas.openxmlformats.org/officeDocument/2006/relationships/tags" Target="../tags/tag500.xml"/><Relationship Id="rId14" Type="http://schemas.openxmlformats.org/officeDocument/2006/relationships/tags" Target="../tags/tag505.xml"/></Relationships>
</file>

<file path=ppt/slideLayouts/_rels/slideLayout67.xml.rels><?xml version="1.0" encoding="UTF-8" standalone="yes"?>
<Relationships xmlns="http://schemas.openxmlformats.org/package/2006/relationships"><Relationship Id="rId3" Type="http://schemas.openxmlformats.org/officeDocument/2006/relationships/tags" Target="../tags/tag512.xml"/><Relationship Id="rId2" Type="http://schemas.openxmlformats.org/officeDocument/2006/relationships/tags" Target="../tags/tag511.xml"/><Relationship Id="rId1" Type="http://schemas.openxmlformats.org/officeDocument/2006/relationships/tags" Target="../tags/tag510.xml"/><Relationship Id="rId5" Type="http://schemas.openxmlformats.org/officeDocument/2006/relationships/slideMaster" Target="../slideMasters/slideMaster2.xml"/><Relationship Id="rId4" Type="http://schemas.openxmlformats.org/officeDocument/2006/relationships/tags" Target="../tags/tag513.xml"/></Relationships>
</file>

<file path=ppt/slideLayouts/_rels/slideLayout68.xml.rels><?xml version="1.0" encoding="UTF-8" standalone="yes"?>
<Relationships xmlns="http://schemas.openxmlformats.org/package/2006/relationships"><Relationship Id="rId3" Type="http://schemas.openxmlformats.org/officeDocument/2006/relationships/tags" Target="../tags/tag516.xml"/><Relationship Id="rId2" Type="http://schemas.openxmlformats.org/officeDocument/2006/relationships/tags" Target="../tags/tag515.xml"/><Relationship Id="rId1" Type="http://schemas.openxmlformats.org/officeDocument/2006/relationships/tags" Target="../tags/tag514.xml"/><Relationship Id="rId5" Type="http://schemas.openxmlformats.org/officeDocument/2006/relationships/slideMaster" Target="../slideMasters/slideMaster2.xml"/><Relationship Id="rId4" Type="http://schemas.openxmlformats.org/officeDocument/2006/relationships/tags" Target="../tags/tag517.xml"/></Relationships>
</file>

<file path=ppt/slideLayouts/_rels/slideLayout6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520.xml"/><Relationship Id="rId7" Type="http://schemas.openxmlformats.org/officeDocument/2006/relationships/tags" Target="../tags/tag524.xml"/><Relationship Id="rId2" Type="http://schemas.openxmlformats.org/officeDocument/2006/relationships/tags" Target="../tags/tag519.xml"/><Relationship Id="rId1" Type="http://schemas.openxmlformats.org/officeDocument/2006/relationships/tags" Target="../tags/tag518.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tags" Target="../tags/tag521.xml"/></Relationships>
</file>

<file path=ppt/slideLayouts/_rels/slideLayout7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527.xml"/><Relationship Id="rId7" Type="http://schemas.openxmlformats.org/officeDocument/2006/relationships/tags" Target="../tags/tag531.xml"/><Relationship Id="rId2" Type="http://schemas.openxmlformats.org/officeDocument/2006/relationships/tags" Target="../tags/tag526.xml"/><Relationship Id="rId1" Type="http://schemas.openxmlformats.org/officeDocument/2006/relationships/tags" Target="../tags/tag525.xml"/><Relationship Id="rId6" Type="http://schemas.openxmlformats.org/officeDocument/2006/relationships/tags" Target="../tags/tag530.xml"/><Relationship Id="rId5" Type="http://schemas.openxmlformats.org/officeDocument/2006/relationships/tags" Target="../tags/tag529.xml"/><Relationship Id="rId4" Type="http://schemas.openxmlformats.org/officeDocument/2006/relationships/tags" Target="../tags/tag528.xml"/></Relationships>
</file>

<file path=ppt/slideLayouts/_rels/slideLayout71.xml.rels><?xml version="1.0" encoding="UTF-8" standalone="yes"?>
<Relationships xmlns="http://schemas.openxmlformats.org/package/2006/relationships"><Relationship Id="rId8" Type="http://schemas.openxmlformats.org/officeDocument/2006/relationships/tags" Target="../tags/tag539.xml"/><Relationship Id="rId3" Type="http://schemas.openxmlformats.org/officeDocument/2006/relationships/tags" Target="../tags/tag534.xml"/><Relationship Id="rId7" Type="http://schemas.openxmlformats.org/officeDocument/2006/relationships/tags" Target="../tags/tag538.xm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tags" Target="../tags/tag537.xml"/><Relationship Id="rId5" Type="http://schemas.openxmlformats.org/officeDocument/2006/relationships/tags" Target="../tags/tag536.xml"/><Relationship Id="rId4" Type="http://schemas.openxmlformats.org/officeDocument/2006/relationships/tags" Target="../tags/tag535.xml"/><Relationship Id="rId9"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8" Type="http://schemas.openxmlformats.org/officeDocument/2006/relationships/tags" Target="../tags/tag547.xml"/><Relationship Id="rId3" Type="http://schemas.openxmlformats.org/officeDocument/2006/relationships/tags" Target="../tags/tag542.xml"/><Relationship Id="rId7" Type="http://schemas.openxmlformats.org/officeDocument/2006/relationships/tags" Target="../tags/tag546.xml"/><Relationship Id="rId2" Type="http://schemas.openxmlformats.org/officeDocument/2006/relationships/tags" Target="../tags/tag541.xml"/><Relationship Id="rId1" Type="http://schemas.openxmlformats.org/officeDocument/2006/relationships/tags" Target="../tags/tag540.xml"/><Relationship Id="rId6" Type="http://schemas.openxmlformats.org/officeDocument/2006/relationships/tags" Target="../tags/tag545.xml"/><Relationship Id="rId5" Type="http://schemas.openxmlformats.org/officeDocument/2006/relationships/tags" Target="../tags/tag544.xml"/><Relationship Id="rId10" Type="http://schemas.openxmlformats.org/officeDocument/2006/relationships/slideMaster" Target="../slideMasters/slideMaster2.xml"/><Relationship Id="rId4" Type="http://schemas.openxmlformats.org/officeDocument/2006/relationships/tags" Target="../tags/tag543.xml"/><Relationship Id="rId9" Type="http://schemas.openxmlformats.org/officeDocument/2006/relationships/tags" Target="../tags/tag548.xml"/></Relationships>
</file>

<file path=ppt/slideLayouts/_rels/slideLayout73.xml.rels><?xml version="1.0" encoding="UTF-8" standalone="yes"?>
<Relationships xmlns="http://schemas.openxmlformats.org/package/2006/relationships"><Relationship Id="rId8" Type="http://schemas.openxmlformats.org/officeDocument/2006/relationships/tags" Target="../tags/tag556.xml"/><Relationship Id="rId3" Type="http://schemas.openxmlformats.org/officeDocument/2006/relationships/tags" Target="../tags/tag551.xml"/><Relationship Id="rId7" Type="http://schemas.openxmlformats.org/officeDocument/2006/relationships/tags" Target="../tags/tag555.xml"/><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tags" Target="../tags/tag554.xml"/><Relationship Id="rId11" Type="http://schemas.openxmlformats.org/officeDocument/2006/relationships/slideMaster" Target="../slideMasters/slideMaster2.xml"/><Relationship Id="rId5" Type="http://schemas.openxmlformats.org/officeDocument/2006/relationships/tags" Target="../tags/tag553.xml"/><Relationship Id="rId10" Type="http://schemas.openxmlformats.org/officeDocument/2006/relationships/tags" Target="../tags/tag558.xml"/><Relationship Id="rId4" Type="http://schemas.openxmlformats.org/officeDocument/2006/relationships/tags" Target="../tags/tag552.xml"/><Relationship Id="rId9" Type="http://schemas.openxmlformats.org/officeDocument/2006/relationships/tags" Target="../tags/tag557.xml"/></Relationships>
</file>

<file path=ppt/slideLayouts/_rels/slideLayout74.xml.rels><?xml version="1.0" encoding="UTF-8" standalone="yes"?>
<Relationships xmlns="http://schemas.openxmlformats.org/package/2006/relationships"><Relationship Id="rId8" Type="http://schemas.openxmlformats.org/officeDocument/2006/relationships/tags" Target="../tags/tag566.xml"/><Relationship Id="rId3" Type="http://schemas.openxmlformats.org/officeDocument/2006/relationships/tags" Target="../tags/tag561.xml"/><Relationship Id="rId7" Type="http://schemas.openxmlformats.org/officeDocument/2006/relationships/tags" Target="../tags/tag565.xml"/><Relationship Id="rId2" Type="http://schemas.openxmlformats.org/officeDocument/2006/relationships/tags" Target="../tags/tag560.xml"/><Relationship Id="rId1" Type="http://schemas.openxmlformats.org/officeDocument/2006/relationships/tags" Target="../tags/tag559.xml"/><Relationship Id="rId6" Type="http://schemas.openxmlformats.org/officeDocument/2006/relationships/tags" Target="../tags/tag564.xml"/><Relationship Id="rId5" Type="http://schemas.openxmlformats.org/officeDocument/2006/relationships/tags" Target="../tags/tag563.xml"/><Relationship Id="rId10" Type="http://schemas.openxmlformats.org/officeDocument/2006/relationships/slideMaster" Target="../slideMasters/slideMaster2.xml"/><Relationship Id="rId4" Type="http://schemas.openxmlformats.org/officeDocument/2006/relationships/tags" Target="../tags/tag562.xml"/><Relationship Id="rId9" Type="http://schemas.openxmlformats.org/officeDocument/2006/relationships/tags" Target="../tags/tag567.xml"/></Relationships>
</file>

<file path=ppt/slideLayouts/_rels/slideLayout75.xml.rels><?xml version="1.0" encoding="UTF-8" standalone="yes"?>
<Relationships xmlns="http://schemas.openxmlformats.org/package/2006/relationships"><Relationship Id="rId8" Type="http://schemas.openxmlformats.org/officeDocument/2006/relationships/tags" Target="../tags/tag575.xml"/><Relationship Id="rId3" Type="http://schemas.openxmlformats.org/officeDocument/2006/relationships/tags" Target="../tags/tag570.xml"/><Relationship Id="rId7" Type="http://schemas.openxmlformats.org/officeDocument/2006/relationships/tags" Target="../tags/tag574.xml"/><Relationship Id="rId2" Type="http://schemas.openxmlformats.org/officeDocument/2006/relationships/tags" Target="../tags/tag569.xml"/><Relationship Id="rId1" Type="http://schemas.openxmlformats.org/officeDocument/2006/relationships/tags" Target="../tags/tag568.xml"/><Relationship Id="rId6" Type="http://schemas.openxmlformats.org/officeDocument/2006/relationships/tags" Target="../tags/tag573.xml"/><Relationship Id="rId5" Type="http://schemas.openxmlformats.org/officeDocument/2006/relationships/tags" Target="../tags/tag572.xml"/><Relationship Id="rId10" Type="http://schemas.openxmlformats.org/officeDocument/2006/relationships/slideMaster" Target="../slideMasters/slideMaster2.xml"/><Relationship Id="rId4" Type="http://schemas.openxmlformats.org/officeDocument/2006/relationships/tags" Target="../tags/tag571.xml"/><Relationship Id="rId9" Type="http://schemas.openxmlformats.org/officeDocument/2006/relationships/tags" Target="../tags/tag576.xml"/></Relationships>
</file>

<file path=ppt/slideLayouts/_rels/slideLayout76.xml.rels><?xml version="1.0" encoding="UTF-8" standalone="yes"?>
<Relationships xmlns="http://schemas.openxmlformats.org/package/2006/relationships"><Relationship Id="rId8" Type="http://schemas.openxmlformats.org/officeDocument/2006/relationships/tags" Target="../tags/tag584.xml"/><Relationship Id="rId3" Type="http://schemas.openxmlformats.org/officeDocument/2006/relationships/tags" Target="../tags/tag579.xml"/><Relationship Id="rId7" Type="http://schemas.openxmlformats.org/officeDocument/2006/relationships/tags" Target="../tags/tag583.xml"/><Relationship Id="rId2" Type="http://schemas.openxmlformats.org/officeDocument/2006/relationships/tags" Target="../tags/tag578.xml"/><Relationship Id="rId1" Type="http://schemas.openxmlformats.org/officeDocument/2006/relationships/tags" Target="../tags/tag577.xml"/><Relationship Id="rId6" Type="http://schemas.openxmlformats.org/officeDocument/2006/relationships/tags" Target="../tags/tag582.xml"/><Relationship Id="rId5" Type="http://schemas.openxmlformats.org/officeDocument/2006/relationships/tags" Target="../tags/tag581.xml"/><Relationship Id="rId4" Type="http://schemas.openxmlformats.org/officeDocument/2006/relationships/tags" Target="../tags/tag580.xml"/><Relationship Id="rId9"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8" Type="http://schemas.openxmlformats.org/officeDocument/2006/relationships/tags" Target="../tags/tag592.xml"/><Relationship Id="rId3" Type="http://schemas.openxmlformats.org/officeDocument/2006/relationships/tags" Target="../tags/tag587.xml"/><Relationship Id="rId7" Type="http://schemas.openxmlformats.org/officeDocument/2006/relationships/tags" Target="../tags/tag591.xml"/><Relationship Id="rId2" Type="http://schemas.openxmlformats.org/officeDocument/2006/relationships/tags" Target="../tags/tag586.xml"/><Relationship Id="rId1" Type="http://schemas.openxmlformats.org/officeDocument/2006/relationships/tags" Target="../tags/tag585.xml"/><Relationship Id="rId6" Type="http://schemas.openxmlformats.org/officeDocument/2006/relationships/tags" Target="../tags/tag590.xml"/><Relationship Id="rId5" Type="http://schemas.openxmlformats.org/officeDocument/2006/relationships/tags" Target="../tags/tag589.xml"/><Relationship Id="rId10" Type="http://schemas.openxmlformats.org/officeDocument/2006/relationships/slideMaster" Target="../slideMasters/slideMaster2.xml"/><Relationship Id="rId4" Type="http://schemas.openxmlformats.org/officeDocument/2006/relationships/tags" Target="../tags/tag588.xml"/><Relationship Id="rId9" Type="http://schemas.openxmlformats.org/officeDocument/2006/relationships/tags" Target="../tags/tag593.xml"/></Relationships>
</file>

<file path=ppt/slideLayouts/_rels/slideLayout78.xml.rels><?xml version="1.0" encoding="UTF-8" standalone="yes"?>
<Relationships xmlns="http://schemas.openxmlformats.org/package/2006/relationships"><Relationship Id="rId8" Type="http://schemas.openxmlformats.org/officeDocument/2006/relationships/tags" Target="../tags/tag601.xml"/><Relationship Id="rId3" Type="http://schemas.openxmlformats.org/officeDocument/2006/relationships/tags" Target="../tags/tag596.xml"/><Relationship Id="rId7" Type="http://schemas.openxmlformats.org/officeDocument/2006/relationships/tags" Target="../tags/tag600.xml"/><Relationship Id="rId2" Type="http://schemas.openxmlformats.org/officeDocument/2006/relationships/tags" Target="../tags/tag595.xml"/><Relationship Id="rId1" Type="http://schemas.openxmlformats.org/officeDocument/2006/relationships/tags" Target="../tags/tag594.xml"/><Relationship Id="rId6" Type="http://schemas.openxmlformats.org/officeDocument/2006/relationships/tags" Target="../tags/tag599.xml"/><Relationship Id="rId5" Type="http://schemas.openxmlformats.org/officeDocument/2006/relationships/tags" Target="../tags/tag598.xml"/><Relationship Id="rId4" Type="http://schemas.openxmlformats.org/officeDocument/2006/relationships/tags" Target="../tags/tag597.xml"/><Relationship Id="rId9"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8" Type="http://schemas.openxmlformats.org/officeDocument/2006/relationships/tags" Target="../tags/tag609.xml"/><Relationship Id="rId3" Type="http://schemas.openxmlformats.org/officeDocument/2006/relationships/tags" Target="../tags/tag604.xml"/><Relationship Id="rId7" Type="http://schemas.openxmlformats.org/officeDocument/2006/relationships/tags" Target="../tags/tag608.xml"/><Relationship Id="rId2" Type="http://schemas.openxmlformats.org/officeDocument/2006/relationships/tags" Target="../tags/tag603.xml"/><Relationship Id="rId1" Type="http://schemas.openxmlformats.org/officeDocument/2006/relationships/tags" Target="../tags/tag602.xml"/><Relationship Id="rId6" Type="http://schemas.openxmlformats.org/officeDocument/2006/relationships/tags" Target="../tags/tag607.xml"/><Relationship Id="rId5" Type="http://schemas.openxmlformats.org/officeDocument/2006/relationships/tags" Target="../tags/tag606.xml"/><Relationship Id="rId4" Type="http://schemas.openxmlformats.org/officeDocument/2006/relationships/tags" Target="../tags/tag605.xml"/><Relationship Id="rId9"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8" Type="http://schemas.openxmlformats.org/officeDocument/2006/relationships/tags" Target="../tags/tag617.xml"/><Relationship Id="rId3" Type="http://schemas.openxmlformats.org/officeDocument/2006/relationships/tags" Target="../tags/tag612.xml"/><Relationship Id="rId7" Type="http://schemas.openxmlformats.org/officeDocument/2006/relationships/tags" Target="../tags/tag616.xml"/><Relationship Id="rId2" Type="http://schemas.openxmlformats.org/officeDocument/2006/relationships/tags" Target="../tags/tag611.xml"/><Relationship Id="rId1" Type="http://schemas.openxmlformats.org/officeDocument/2006/relationships/tags" Target="../tags/tag610.xml"/><Relationship Id="rId6" Type="http://schemas.openxmlformats.org/officeDocument/2006/relationships/tags" Target="../tags/tag615.xml"/><Relationship Id="rId5" Type="http://schemas.openxmlformats.org/officeDocument/2006/relationships/tags" Target="../tags/tag614.xml"/><Relationship Id="rId4" Type="http://schemas.openxmlformats.org/officeDocument/2006/relationships/tags" Target="../tags/tag613.xml"/><Relationship Id="rId9"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8" Type="http://schemas.openxmlformats.org/officeDocument/2006/relationships/tags" Target="../tags/tag625.xml"/><Relationship Id="rId3" Type="http://schemas.openxmlformats.org/officeDocument/2006/relationships/tags" Target="../tags/tag620.xml"/><Relationship Id="rId7" Type="http://schemas.openxmlformats.org/officeDocument/2006/relationships/tags" Target="../tags/tag624.xml"/><Relationship Id="rId2" Type="http://schemas.openxmlformats.org/officeDocument/2006/relationships/tags" Target="../tags/tag619.xml"/><Relationship Id="rId1" Type="http://schemas.openxmlformats.org/officeDocument/2006/relationships/tags" Target="../tags/tag618.xml"/><Relationship Id="rId6" Type="http://schemas.openxmlformats.org/officeDocument/2006/relationships/tags" Target="../tags/tag623.xml"/><Relationship Id="rId5" Type="http://schemas.openxmlformats.org/officeDocument/2006/relationships/tags" Target="../tags/tag622.xml"/><Relationship Id="rId4" Type="http://schemas.openxmlformats.org/officeDocument/2006/relationships/tags" Target="../tags/tag621.xml"/><Relationship Id="rId9"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8" Type="http://schemas.openxmlformats.org/officeDocument/2006/relationships/tags" Target="../tags/tag633.xml"/><Relationship Id="rId3" Type="http://schemas.openxmlformats.org/officeDocument/2006/relationships/tags" Target="../tags/tag628.xml"/><Relationship Id="rId7" Type="http://schemas.openxmlformats.org/officeDocument/2006/relationships/tags" Target="../tags/tag632.xml"/><Relationship Id="rId2" Type="http://schemas.openxmlformats.org/officeDocument/2006/relationships/tags" Target="../tags/tag627.xml"/><Relationship Id="rId1" Type="http://schemas.openxmlformats.org/officeDocument/2006/relationships/tags" Target="../tags/tag626.xml"/><Relationship Id="rId6" Type="http://schemas.openxmlformats.org/officeDocument/2006/relationships/tags" Target="../tags/tag631.xml"/><Relationship Id="rId5" Type="http://schemas.openxmlformats.org/officeDocument/2006/relationships/tags" Target="../tags/tag630.xml"/><Relationship Id="rId4" Type="http://schemas.openxmlformats.org/officeDocument/2006/relationships/tags" Target="../tags/tag629.xml"/><Relationship Id="rId9"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8" Type="http://schemas.openxmlformats.org/officeDocument/2006/relationships/tags" Target="../tags/tag641.xml"/><Relationship Id="rId3" Type="http://schemas.openxmlformats.org/officeDocument/2006/relationships/tags" Target="../tags/tag636.xml"/><Relationship Id="rId7" Type="http://schemas.openxmlformats.org/officeDocument/2006/relationships/tags" Target="../tags/tag640.xml"/><Relationship Id="rId2" Type="http://schemas.openxmlformats.org/officeDocument/2006/relationships/tags" Target="../tags/tag635.xml"/><Relationship Id="rId1" Type="http://schemas.openxmlformats.org/officeDocument/2006/relationships/tags" Target="../tags/tag634.xml"/><Relationship Id="rId6" Type="http://schemas.openxmlformats.org/officeDocument/2006/relationships/tags" Target="../tags/tag639.xml"/><Relationship Id="rId5" Type="http://schemas.openxmlformats.org/officeDocument/2006/relationships/tags" Target="../tags/tag638.xml"/><Relationship Id="rId4" Type="http://schemas.openxmlformats.org/officeDocument/2006/relationships/tags" Target="../tags/tag637.xml"/><Relationship Id="rId9"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8" Type="http://schemas.openxmlformats.org/officeDocument/2006/relationships/tags" Target="../tags/tag649.xml"/><Relationship Id="rId3" Type="http://schemas.openxmlformats.org/officeDocument/2006/relationships/tags" Target="../tags/tag644.xml"/><Relationship Id="rId7" Type="http://schemas.openxmlformats.org/officeDocument/2006/relationships/tags" Target="../tags/tag648.xml"/><Relationship Id="rId2" Type="http://schemas.openxmlformats.org/officeDocument/2006/relationships/tags" Target="../tags/tag643.xml"/><Relationship Id="rId1" Type="http://schemas.openxmlformats.org/officeDocument/2006/relationships/tags" Target="../tags/tag642.xml"/><Relationship Id="rId6" Type="http://schemas.openxmlformats.org/officeDocument/2006/relationships/tags" Target="../tags/tag647.xml"/><Relationship Id="rId11" Type="http://schemas.openxmlformats.org/officeDocument/2006/relationships/slideMaster" Target="../slideMasters/slideMaster2.xml"/><Relationship Id="rId5" Type="http://schemas.openxmlformats.org/officeDocument/2006/relationships/tags" Target="../tags/tag646.xml"/><Relationship Id="rId10" Type="http://schemas.openxmlformats.org/officeDocument/2006/relationships/tags" Target="../tags/tag651.xml"/><Relationship Id="rId4" Type="http://schemas.openxmlformats.org/officeDocument/2006/relationships/tags" Target="../tags/tag645.xml"/><Relationship Id="rId9" Type="http://schemas.openxmlformats.org/officeDocument/2006/relationships/tags" Target="../tags/tag650.xml"/></Relationships>
</file>

<file path=ppt/slideLayouts/_rels/slideLayout85.xml.rels><?xml version="1.0" encoding="UTF-8" standalone="yes"?>
<Relationships xmlns="http://schemas.openxmlformats.org/package/2006/relationships"><Relationship Id="rId8" Type="http://schemas.openxmlformats.org/officeDocument/2006/relationships/tags" Target="../tags/tag659.xml"/><Relationship Id="rId13" Type="http://schemas.openxmlformats.org/officeDocument/2006/relationships/tags" Target="../tags/tag664.xml"/><Relationship Id="rId3" Type="http://schemas.openxmlformats.org/officeDocument/2006/relationships/tags" Target="../tags/tag654.xml"/><Relationship Id="rId7" Type="http://schemas.openxmlformats.org/officeDocument/2006/relationships/tags" Target="../tags/tag658.xml"/><Relationship Id="rId12" Type="http://schemas.openxmlformats.org/officeDocument/2006/relationships/tags" Target="../tags/tag663.xml"/><Relationship Id="rId2" Type="http://schemas.openxmlformats.org/officeDocument/2006/relationships/tags" Target="../tags/tag653.xml"/><Relationship Id="rId1" Type="http://schemas.openxmlformats.org/officeDocument/2006/relationships/tags" Target="../tags/tag652.xml"/><Relationship Id="rId6" Type="http://schemas.openxmlformats.org/officeDocument/2006/relationships/tags" Target="../tags/tag657.xml"/><Relationship Id="rId11" Type="http://schemas.openxmlformats.org/officeDocument/2006/relationships/tags" Target="../tags/tag662.xml"/><Relationship Id="rId5" Type="http://schemas.openxmlformats.org/officeDocument/2006/relationships/tags" Target="../tags/tag656.xml"/><Relationship Id="rId10" Type="http://schemas.openxmlformats.org/officeDocument/2006/relationships/tags" Target="../tags/tag661.xml"/><Relationship Id="rId4" Type="http://schemas.openxmlformats.org/officeDocument/2006/relationships/tags" Target="../tags/tag655.xml"/><Relationship Id="rId9" Type="http://schemas.openxmlformats.org/officeDocument/2006/relationships/tags" Target="../tags/tag660.xml"/><Relationship Id="rId14"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tags" Target="../tags/tag667.xml"/><Relationship Id="rId7" Type="http://schemas.openxmlformats.org/officeDocument/2006/relationships/slideMaster" Target="../slideMasters/slideMaster2.xml"/><Relationship Id="rId2" Type="http://schemas.openxmlformats.org/officeDocument/2006/relationships/tags" Target="../tags/tag666.xml"/><Relationship Id="rId1" Type="http://schemas.openxmlformats.org/officeDocument/2006/relationships/tags" Target="../tags/tag665.xml"/><Relationship Id="rId6" Type="http://schemas.openxmlformats.org/officeDocument/2006/relationships/tags" Target="../tags/tag670.xml"/><Relationship Id="rId5" Type="http://schemas.openxmlformats.org/officeDocument/2006/relationships/tags" Target="../tags/tag669.xml"/><Relationship Id="rId4" Type="http://schemas.openxmlformats.org/officeDocument/2006/relationships/tags" Target="../tags/tag668.xml"/></Relationships>
</file>

<file path=ppt/slideLayouts/_rels/slideLayout87.xml.rels><?xml version="1.0" encoding="UTF-8" standalone="yes"?>
<Relationships xmlns="http://schemas.openxmlformats.org/package/2006/relationships"><Relationship Id="rId8" Type="http://schemas.openxmlformats.org/officeDocument/2006/relationships/tags" Target="../tags/tag678.xml"/><Relationship Id="rId13" Type="http://schemas.openxmlformats.org/officeDocument/2006/relationships/tags" Target="../tags/tag683.xml"/><Relationship Id="rId18" Type="http://schemas.openxmlformats.org/officeDocument/2006/relationships/tags" Target="../tags/tag688.xml"/><Relationship Id="rId3" Type="http://schemas.openxmlformats.org/officeDocument/2006/relationships/tags" Target="../tags/tag673.xml"/><Relationship Id="rId21" Type="http://schemas.openxmlformats.org/officeDocument/2006/relationships/image" Target="../media/image7.jpg"/><Relationship Id="rId7" Type="http://schemas.openxmlformats.org/officeDocument/2006/relationships/tags" Target="../tags/tag677.xml"/><Relationship Id="rId12" Type="http://schemas.openxmlformats.org/officeDocument/2006/relationships/tags" Target="../tags/tag682.xml"/><Relationship Id="rId17" Type="http://schemas.openxmlformats.org/officeDocument/2006/relationships/tags" Target="../tags/tag687.xml"/><Relationship Id="rId2" Type="http://schemas.openxmlformats.org/officeDocument/2006/relationships/tags" Target="../tags/tag672.xml"/><Relationship Id="rId16" Type="http://schemas.openxmlformats.org/officeDocument/2006/relationships/tags" Target="../tags/tag686.xml"/><Relationship Id="rId20" Type="http://schemas.openxmlformats.org/officeDocument/2006/relationships/slideMaster" Target="../slideMasters/slideMaster2.xml"/><Relationship Id="rId1" Type="http://schemas.openxmlformats.org/officeDocument/2006/relationships/tags" Target="../tags/tag671.xml"/><Relationship Id="rId6" Type="http://schemas.openxmlformats.org/officeDocument/2006/relationships/tags" Target="../tags/tag676.xml"/><Relationship Id="rId11" Type="http://schemas.openxmlformats.org/officeDocument/2006/relationships/tags" Target="../tags/tag681.xml"/><Relationship Id="rId5" Type="http://schemas.openxmlformats.org/officeDocument/2006/relationships/tags" Target="../tags/tag675.xml"/><Relationship Id="rId15" Type="http://schemas.openxmlformats.org/officeDocument/2006/relationships/tags" Target="../tags/tag685.xml"/><Relationship Id="rId10" Type="http://schemas.openxmlformats.org/officeDocument/2006/relationships/tags" Target="../tags/tag680.xml"/><Relationship Id="rId19" Type="http://schemas.openxmlformats.org/officeDocument/2006/relationships/tags" Target="../tags/tag689.xml"/><Relationship Id="rId4" Type="http://schemas.openxmlformats.org/officeDocument/2006/relationships/tags" Target="../tags/tag674.xml"/><Relationship Id="rId9" Type="http://schemas.openxmlformats.org/officeDocument/2006/relationships/tags" Target="../tags/tag679.xml"/><Relationship Id="rId14" Type="http://schemas.openxmlformats.org/officeDocument/2006/relationships/tags" Target="../tags/tag684.xml"/><Relationship Id="rId22" Type="http://schemas.openxmlformats.org/officeDocument/2006/relationships/image" Target="../media/image10.png"/></Relationships>
</file>

<file path=ppt/slideLayouts/_rels/slideLayout88.xml.rels><?xml version="1.0" encoding="UTF-8" standalone="yes"?>
<Relationships xmlns="http://schemas.openxmlformats.org/package/2006/relationships"><Relationship Id="rId3" Type="http://schemas.openxmlformats.org/officeDocument/2006/relationships/tags" Target="../tags/tag692.xml"/><Relationship Id="rId2" Type="http://schemas.openxmlformats.org/officeDocument/2006/relationships/tags" Target="../tags/tag691.xml"/><Relationship Id="rId1" Type="http://schemas.openxmlformats.org/officeDocument/2006/relationships/tags" Target="../tags/tag690.xml"/><Relationship Id="rId5" Type="http://schemas.openxmlformats.org/officeDocument/2006/relationships/slideMaster" Target="../slideMasters/slideMaster2.xml"/><Relationship Id="rId4" Type="http://schemas.openxmlformats.org/officeDocument/2006/relationships/tags" Target="../tags/tag693.xml"/></Relationships>
</file>

<file path=ppt/slideLayouts/_rels/slideLayout89.xml.rels><?xml version="1.0" encoding="UTF-8" standalone="yes"?>
<Relationships xmlns="http://schemas.openxmlformats.org/package/2006/relationships"><Relationship Id="rId3" Type="http://schemas.openxmlformats.org/officeDocument/2006/relationships/tags" Target="../tags/tag696.xml"/><Relationship Id="rId2" Type="http://schemas.openxmlformats.org/officeDocument/2006/relationships/tags" Target="../tags/tag695.xml"/><Relationship Id="rId1" Type="http://schemas.openxmlformats.org/officeDocument/2006/relationships/tags" Target="../tags/tag694.xml"/><Relationship Id="rId5" Type="http://schemas.openxmlformats.org/officeDocument/2006/relationships/slideMaster" Target="../slideMasters/slideMaster2.xml"/><Relationship Id="rId4" Type="http://schemas.openxmlformats.org/officeDocument/2006/relationships/tags" Target="../tags/tag697.xml"/></Relationships>
</file>

<file path=ppt/slideLayouts/_rels/slideLayout9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00.xml"/><Relationship Id="rId7" Type="http://schemas.openxmlformats.org/officeDocument/2006/relationships/tags" Target="../tags/tag704.xml"/><Relationship Id="rId2" Type="http://schemas.openxmlformats.org/officeDocument/2006/relationships/tags" Target="../tags/tag699.xml"/><Relationship Id="rId1" Type="http://schemas.openxmlformats.org/officeDocument/2006/relationships/tags" Target="../tags/tag698.xml"/><Relationship Id="rId6" Type="http://schemas.openxmlformats.org/officeDocument/2006/relationships/tags" Target="../tags/tag703.xml"/><Relationship Id="rId5" Type="http://schemas.openxmlformats.org/officeDocument/2006/relationships/tags" Target="../tags/tag702.xml"/><Relationship Id="rId4" Type="http://schemas.openxmlformats.org/officeDocument/2006/relationships/tags" Target="../tags/tag701.xml"/></Relationships>
</file>

<file path=ppt/slideLayouts/_rels/slideLayout9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07.xml"/><Relationship Id="rId7" Type="http://schemas.openxmlformats.org/officeDocument/2006/relationships/tags" Target="../tags/tag711.xml"/><Relationship Id="rId2" Type="http://schemas.openxmlformats.org/officeDocument/2006/relationships/tags" Target="../tags/tag706.xml"/><Relationship Id="rId1" Type="http://schemas.openxmlformats.org/officeDocument/2006/relationships/tags" Target="../tags/tag705.xml"/><Relationship Id="rId6" Type="http://schemas.openxmlformats.org/officeDocument/2006/relationships/tags" Target="../tags/tag710.xml"/><Relationship Id="rId5" Type="http://schemas.openxmlformats.org/officeDocument/2006/relationships/tags" Target="../tags/tag709.xml"/><Relationship Id="rId4" Type="http://schemas.openxmlformats.org/officeDocument/2006/relationships/tags" Target="../tags/tag708.xml"/></Relationships>
</file>

<file path=ppt/slideLayouts/_rels/slideLayout92.xml.rels><?xml version="1.0" encoding="UTF-8" standalone="yes"?>
<Relationships xmlns="http://schemas.openxmlformats.org/package/2006/relationships"><Relationship Id="rId8" Type="http://schemas.openxmlformats.org/officeDocument/2006/relationships/tags" Target="../tags/tag719.xml"/><Relationship Id="rId3" Type="http://schemas.openxmlformats.org/officeDocument/2006/relationships/tags" Target="../tags/tag714.xml"/><Relationship Id="rId7" Type="http://schemas.openxmlformats.org/officeDocument/2006/relationships/tags" Target="../tags/tag718.xml"/><Relationship Id="rId2" Type="http://schemas.openxmlformats.org/officeDocument/2006/relationships/tags" Target="../tags/tag713.xml"/><Relationship Id="rId1" Type="http://schemas.openxmlformats.org/officeDocument/2006/relationships/tags" Target="../tags/tag712.xml"/><Relationship Id="rId6" Type="http://schemas.openxmlformats.org/officeDocument/2006/relationships/tags" Target="../tags/tag717.xml"/><Relationship Id="rId5" Type="http://schemas.openxmlformats.org/officeDocument/2006/relationships/tags" Target="../tags/tag716.xml"/><Relationship Id="rId4" Type="http://schemas.openxmlformats.org/officeDocument/2006/relationships/tags" Target="../tags/tag715.xml"/><Relationship Id="rId9"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8" Type="http://schemas.openxmlformats.org/officeDocument/2006/relationships/tags" Target="../tags/tag727.xml"/><Relationship Id="rId3" Type="http://schemas.openxmlformats.org/officeDocument/2006/relationships/tags" Target="../tags/tag722.xml"/><Relationship Id="rId7" Type="http://schemas.openxmlformats.org/officeDocument/2006/relationships/tags" Target="../tags/tag726.xml"/><Relationship Id="rId2" Type="http://schemas.openxmlformats.org/officeDocument/2006/relationships/tags" Target="../tags/tag721.xml"/><Relationship Id="rId1" Type="http://schemas.openxmlformats.org/officeDocument/2006/relationships/tags" Target="../tags/tag720.xml"/><Relationship Id="rId6" Type="http://schemas.openxmlformats.org/officeDocument/2006/relationships/tags" Target="../tags/tag725.xml"/><Relationship Id="rId5" Type="http://schemas.openxmlformats.org/officeDocument/2006/relationships/tags" Target="../tags/tag724.xml"/><Relationship Id="rId10" Type="http://schemas.openxmlformats.org/officeDocument/2006/relationships/slideMaster" Target="../slideMasters/slideMaster2.xml"/><Relationship Id="rId4" Type="http://schemas.openxmlformats.org/officeDocument/2006/relationships/tags" Target="../tags/tag723.xml"/><Relationship Id="rId9" Type="http://schemas.openxmlformats.org/officeDocument/2006/relationships/tags" Target="../tags/tag728.xml"/></Relationships>
</file>

<file path=ppt/slideLayouts/_rels/slideLayout94.xml.rels><?xml version="1.0" encoding="UTF-8" standalone="yes"?>
<Relationships xmlns="http://schemas.openxmlformats.org/package/2006/relationships"><Relationship Id="rId8" Type="http://schemas.openxmlformats.org/officeDocument/2006/relationships/tags" Target="../tags/tag736.xml"/><Relationship Id="rId3" Type="http://schemas.openxmlformats.org/officeDocument/2006/relationships/tags" Target="../tags/tag731.xml"/><Relationship Id="rId7" Type="http://schemas.openxmlformats.org/officeDocument/2006/relationships/tags" Target="../tags/tag735.xml"/><Relationship Id="rId2" Type="http://schemas.openxmlformats.org/officeDocument/2006/relationships/tags" Target="../tags/tag730.xml"/><Relationship Id="rId1" Type="http://schemas.openxmlformats.org/officeDocument/2006/relationships/tags" Target="../tags/tag729.xml"/><Relationship Id="rId6" Type="http://schemas.openxmlformats.org/officeDocument/2006/relationships/tags" Target="../tags/tag734.xml"/><Relationship Id="rId11" Type="http://schemas.openxmlformats.org/officeDocument/2006/relationships/slideMaster" Target="../slideMasters/slideMaster2.xml"/><Relationship Id="rId5" Type="http://schemas.openxmlformats.org/officeDocument/2006/relationships/tags" Target="../tags/tag733.xml"/><Relationship Id="rId10" Type="http://schemas.openxmlformats.org/officeDocument/2006/relationships/tags" Target="../tags/tag738.xml"/><Relationship Id="rId4" Type="http://schemas.openxmlformats.org/officeDocument/2006/relationships/tags" Target="../tags/tag732.xml"/><Relationship Id="rId9" Type="http://schemas.openxmlformats.org/officeDocument/2006/relationships/tags" Target="../tags/tag737.xml"/></Relationships>
</file>

<file path=ppt/slideLayouts/_rels/slideLayout95.xml.rels><?xml version="1.0" encoding="UTF-8" standalone="yes"?>
<Relationships xmlns="http://schemas.openxmlformats.org/package/2006/relationships"><Relationship Id="rId8" Type="http://schemas.openxmlformats.org/officeDocument/2006/relationships/tags" Target="../tags/tag746.xml"/><Relationship Id="rId3" Type="http://schemas.openxmlformats.org/officeDocument/2006/relationships/tags" Target="../tags/tag741.xml"/><Relationship Id="rId7" Type="http://schemas.openxmlformats.org/officeDocument/2006/relationships/tags" Target="../tags/tag745.xml"/><Relationship Id="rId2" Type="http://schemas.openxmlformats.org/officeDocument/2006/relationships/tags" Target="../tags/tag740.xml"/><Relationship Id="rId1" Type="http://schemas.openxmlformats.org/officeDocument/2006/relationships/tags" Target="../tags/tag739.xml"/><Relationship Id="rId6" Type="http://schemas.openxmlformats.org/officeDocument/2006/relationships/tags" Target="../tags/tag744.xml"/><Relationship Id="rId5" Type="http://schemas.openxmlformats.org/officeDocument/2006/relationships/tags" Target="../tags/tag743.xml"/><Relationship Id="rId10" Type="http://schemas.openxmlformats.org/officeDocument/2006/relationships/slideMaster" Target="../slideMasters/slideMaster2.xml"/><Relationship Id="rId4" Type="http://schemas.openxmlformats.org/officeDocument/2006/relationships/tags" Target="../tags/tag742.xml"/><Relationship Id="rId9" Type="http://schemas.openxmlformats.org/officeDocument/2006/relationships/tags" Target="../tags/tag747.xml"/></Relationships>
</file>

<file path=ppt/slideLayouts/_rels/slideLayout96.xml.rels><?xml version="1.0" encoding="UTF-8" standalone="yes"?>
<Relationships xmlns="http://schemas.openxmlformats.org/package/2006/relationships"><Relationship Id="rId8" Type="http://schemas.openxmlformats.org/officeDocument/2006/relationships/tags" Target="../tags/tag755.xml"/><Relationship Id="rId3" Type="http://schemas.openxmlformats.org/officeDocument/2006/relationships/tags" Target="../tags/tag750.xml"/><Relationship Id="rId7" Type="http://schemas.openxmlformats.org/officeDocument/2006/relationships/tags" Target="../tags/tag754.xml"/><Relationship Id="rId2" Type="http://schemas.openxmlformats.org/officeDocument/2006/relationships/tags" Target="../tags/tag749.xml"/><Relationship Id="rId1" Type="http://schemas.openxmlformats.org/officeDocument/2006/relationships/tags" Target="../tags/tag748.xml"/><Relationship Id="rId6" Type="http://schemas.openxmlformats.org/officeDocument/2006/relationships/tags" Target="../tags/tag753.xml"/><Relationship Id="rId5" Type="http://schemas.openxmlformats.org/officeDocument/2006/relationships/tags" Target="../tags/tag752.xml"/><Relationship Id="rId10" Type="http://schemas.openxmlformats.org/officeDocument/2006/relationships/slideMaster" Target="../slideMasters/slideMaster2.xml"/><Relationship Id="rId4" Type="http://schemas.openxmlformats.org/officeDocument/2006/relationships/tags" Target="../tags/tag751.xml"/><Relationship Id="rId9" Type="http://schemas.openxmlformats.org/officeDocument/2006/relationships/tags" Target="../tags/tag756.xml"/></Relationships>
</file>

<file path=ppt/slideLayouts/_rels/slideLayout97.xml.rels><?xml version="1.0" encoding="UTF-8" standalone="yes"?>
<Relationships xmlns="http://schemas.openxmlformats.org/package/2006/relationships"><Relationship Id="rId8" Type="http://schemas.openxmlformats.org/officeDocument/2006/relationships/tags" Target="../tags/tag764.xml"/><Relationship Id="rId3" Type="http://schemas.openxmlformats.org/officeDocument/2006/relationships/tags" Target="../tags/tag759.xml"/><Relationship Id="rId7" Type="http://schemas.openxmlformats.org/officeDocument/2006/relationships/tags" Target="../tags/tag763.xml"/><Relationship Id="rId2" Type="http://schemas.openxmlformats.org/officeDocument/2006/relationships/tags" Target="../tags/tag758.xml"/><Relationship Id="rId1" Type="http://schemas.openxmlformats.org/officeDocument/2006/relationships/tags" Target="../tags/tag757.xml"/><Relationship Id="rId6" Type="http://schemas.openxmlformats.org/officeDocument/2006/relationships/tags" Target="../tags/tag762.xml"/><Relationship Id="rId5" Type="http://schemas.openxmlformats.org/officeDocument/2006/relationships/tags" Target="../tags/tag761.xml"/><Relationship Id="rId4" Type="http://schemas.openxmlformats.org/officeDocument/2006/relationships/tags" Target="../tags/tag760.xml"/><Relationship Id="rId9"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8" Type="http://schemas.openxmlformats.org/officeDocument/2006/relationships/tags" Target="../tags/tag772.xml"/><Relationship Id="rId3" Type="http://schemas.openxmlformats.org/officeDocument/2006/relationships/tags" Target="../tags/tag767.xml"/><Relationship Id="rId7" Type="http://schemas.openxmlformats.org/officeDocument/2006/relationships/tags" Target="../tags/tag771.xml"/><Relationship Id="rId2" Type="http://schemas.openxmlformats.org/officeDocument/2006/relationships/tags" Target="../tags/tag766.xml"/><Relationship Id="rId1" Type="http://schemas.openxmlformats.org/officeDocument/2006/relationships/tags" Target="../tags/tag765.xml"/><Relationship Id="rId6" Type="http://schemas.openxmlformats.org/officeDocument/2006/relationships/tags" Target="../tags/tag770.xml"/><Relationship Id="rId5" Type="http://schemas.openxmlformats.org/officeDocument/2006/relationships/tags" Target="../tags/tag769.xml"/><Relationship Id="rId10" Type="http://schemas.openxmlformats.org/officeDocument/2006/relationships/slideMaster" Target="../slideMasters/slideMaster2.xml"/><Relationship Id="rId4" Type="http://schemas.openxmlformats.org/officeDocument/2006/relationships/tags" Target="../tags/tag768.xml"/><Relationship Id="rId9" Type="http://schemas.openxmlformats.org/officeDocument/2006/relationships/tags" Target="../tags/tag773.xml"/></Relationships>
</file>

<file path=ppt/slideLayouts/_rels/slideLayout99.xml.rels><?xml version="1.0" encoding="UTF-8" standalone="yes"?>
<Relationships xmlns="http://schemas.openxmlformats.org/package/2006/relationships"><Relationship Id="rId8" Type="http://schemas.openxmlformats.org/officeDocument/2006/relationships/tags" Target="../tags/tag781.xml"/><Relationship Id="rId3" Type="http://schemas.openxmlformats.org/officeDocument/2006/relationships/tags" Target="../tags/tag776.xml"/><Relationship Id="rId7" Type="http://schemas.openxmlformats.org/officeDocument/2006/relationships/tags" Target="../tags/tag780.xml"/><Relationship Id="rId2" Type="http://schemas.openxmlformats.org/officeDocument/2006/relationships/tags" Target="../tags/tag775.xml"/><Relationship Id="rId1" Type="http://schemas.openxmlformats.org/officeDocument/2006/relationships/tags" Target="../tags/tag774.xml"/><Relationship Id="rId6" Type="http://schemas.openxmlformats.org/officeDocument/2006/relationships/tags" Target="../tags/tag779.xml"/><Relationship Id="rId5" Type="http://schemas.openxmlformats.org/officeDocument/2006/relationships/tags" Target="../tags/tag778.xml"/><Relationship Id="rId4" Type="http://schemas.openxmlformats.org/officeDocument/2006/relationships/tags" Target="../tags/tag777.xml"/><Relationship Id="rId9"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8" Type="http://schemas.openxmlformats.org/officeDocument/2006/relationships/tags" Target="../tags/tag789.xml"/><Relationship Id="rId3" Type="http://schemas.openxmlformats.org/officeDocument/2006/relationships/tags" Target="../tags/tag784.xml"/><Relationship Id="rId7" Type="http://schemas.openxmlformats.org/officeDocument/2006/relationships/tags" Target="../tags/tag788.xml"/><Relationship Id="rId2" Type="http://schemas.openxmlformats.org/officeDocument/2006/relationships/tags" Target="../tags/tag783.xml"/><Relationship Id="rId1" Type="http://schemas.openxmlformats.org/officeDocument/2006/relationships/tags" Target="../tags/tag782.xml"/><Relationship Id="rId6" Type="http://schemas.openxmlformats.org/officeDocument/2006/relationships/tags" Target="../tags/tag787.xml"/><Relationship Id="rId5" Type="http://schemas.openxmlformats.org/officeDocument/2006/relationships/tags" Target="../tags/tag786.xml"/><Relationship Id="rId4" Type="http://schemas.openxmlformats.org/officeDocument/2006/relationships/tags" Target="../tags/tag785.xml"/><Relationship Id="rId9"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8" Type="http://schemas.openxmlformats.org/officeDocument/2006/relationships/tags" Target="../tags/tag797.xml"/><Relationship Id="rId3" Type="http://schemas.openxmlformats.org/officeDocument/2006/relationships/tags" Target="../tags/tag792.xml"/><Relationship Id="rId7" Type="http://schemas.openxmlformats.org/officeDocument/2006/relationships/tags" Target="../tags/tag796.xml"/><Relationship Id="rId2" Type="http://schemas.openxmlformats.org/officeDocument/2006/relationships/tags" Target="../tags/tag791.xml"/><Relationship Id="rId1" Type="http://schemas.openxmlformats.org/officeDocument/2006/relationships/tags" Target="../tags/tag790.xml"/><Relationship Id="rId6" Type="http://schemas.openxmlformats.org/officeDocument/2006/relationships/tags" Target="../tags/tag795.xml"/><Relationship Id="rId5" Type="http://schemas.openxmlformats.org/officeDocument/2006/relationships/tags" Target="../tags/tag794.xml"/><Relationship Id="rId4" Type="http://schemas.openxmlformats.org/officeDocument/2006/relationships/tags" Target="../tags/tag793.xml"/><Relationship Id="rId9"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8" Type="http://schemas.openxmlformats.org/officeDocument/2006/relationships/tags" Target="../tags/tag805.xml"/><Relationship Id="rId3" Type="http://schemas.openxmlformats.org/officeDocument/2006/relationships/tags" Target="../tags/tag800.xml"/><Relationship Id="rId7" Type="http://schemas.openxmlformats.org/officeDocument/2006/relationships/tags" Target="../tags/tag804.xml"/><Relationship Id="rId2" Type="http://schemas.openxmlformats.org/officeDocument/2006/relationships/tags" Target="../tags/tag799.xml"/><Relationship Id="rId1" Type="http://schemas.openxmlformats.org/officeDocument/2006/relationships/tags" Target="../tags/tag798.xml"/><Relationship Id="rId6" Type="http://schemas.openxmlformats.org/officeDocument/2006/relationships/tags" Target="../tags/tag803.xml"/><Relationship Id="rId5" Type="http://schemas.openxmlformats.org/officeDocument/2006/relationships/tags" Target="../tags/tag802.xml"/><Relationship Id="rId4" Type="http://schemas.openxmlformats.org/officeDocument/2006/relationships/tags" Target="../tags/tag801.xml"/><Relationship Id="rId9"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8" Type="http://schemas.openxmlformats.org/officeDocument/2006/relationships/tags" Target="../tags/tag813.xml"/><Relationship Id="rId3" Type="http://schemas.openxmlformats.org/officeDocument/2006/relationships/tags" Target="../tags/tag808.xml"/><Relationship Id="rId7" Type="http://schemas.openxmlformats.org/officeDocument/2006/relationships/tags" Target="../tags/tag812.xml"/><Relationship Id="rId2" Type="http://schemas.openxmlformats.org/officeDocument/2006/relationships/tags" Target="../tags/tag807.xml"/><Relationship Id="rId1" Type="http://schemas.openxmlformats.org/officeDocument/2006/relationships/tags" Target="../tags/tag806.xml"/><Relationship Id="rId6" Type="http://schemas.openxmlformats.org/officeDocument/2006/relationships/tags" Target="../tags/tag811.xml"/><Relationship Id="rId5" Type="http://schemas.openxmlformats.org/officeDocument/2006/relationships/tags" Target="../tags/tag810.xml"/><Relationship Id="rId4" Type="http://schemas.openxmlformats.org/officeDocument/2006/relationships/tags" Target="../tags/tag809.xml"/><Relationship Id="rId9"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8" Type="http://schemas.openxmlformats.org/officeDocument/2006/relationships/tags" Target="../tags/tag821.xml"/><Relationship Id="rId3" Type="http://schemas.openxmlformats.org/officeDocument/2006/relationships/tags" Target="../tags/tag816.xml"/><Relationship Id="rId7" Type="http://schemas.openxmlformats.org/officeDocument/2006/relationships/tags" Target="../tags/tag820.xml"/><Relationship Id="rId2" Type="http://schemas.openxmlformats.org/officeDocument/2006/relationships/tags" Target="../tags/tag815.xml"/><Relationship Id="rId1" Type="http://schemas.openxmlformats.org/officeDocument/2006/relationships/tags" Target="../tags/tag814.xml"/><Relationship Id="rId6" Type="http://schemas.openxmlformats.org/officeDocument/2006/relationships/tags" Target="../tags/tag819.xml"/><Relationship Id="rId5" Type="http://schemas.openxmlformats.org/officeDocument/2006/relationships/tags" Target="../tags/tag818.xml"/><Relationship Id="rId4" Type="http://schemas.openxmlformats.org/officeDocument/2006/relationships/tags" Target="../tags/tag817.xml"/><Relationship Id="rId9"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8" Type="http://schemas.openxmlformats.org/officeDocument/2006/relationships/tags" Target="../tags/tag829.xml"/><Relationship Id="rId3" Type="http://schemas.openxmlformats.org/officeDocument/2006/relationships/tags" Target="../tags/tag824.xml"/><Relationship Id="rId7" Type="http://schemas.openxmlformats.org/officeDocument/2006/relationships/tags" Target="../tags/tag828.xml"/><Relationship Id="rId2" Type="http://schemas.openxmlformats.org/officeDocument/2006/relationships/tags" Target="../tags/tag823.xml"/><Relationship Id="rId1" Type="http://schemas.openxmlformats.org/officeDocument/2006/relationships/tags" Target="../tags/tag822.xml"/><Relationship Id="rId6" Type="http://schemas.openxmlformats.org/officeDocument/2006/relationships/tags" Target="../tags/tag827.xml"/><Relationship Id="rId11" Type="http://schemas.openxmlformats.org/officeDocument/2006/relationships/slideMaster" Target="../slideMasters/slideMaster2.xml"/><Relationship Id="rId5" Type="http://schemas.openxmlformats.org/officeDocument/2006/relationships/tags" Target="../tags/tag826.xml"/><Relationship Id="rId10" Type="http://schemas.openxmlformats.org/officeDocument/2006/relationships/tags" Target="../tags/tag831.xml"/><Relationship Id="rId4" Type="http://schemas.openxmlformats.org/officeDocument/2006/relationships/tags" Target="../tags/tag825.xml"/><Relationship Id="rId9" Type="http://schemas.openxmlformats.org/officeDocument/2006/relationships/tags" Target="../tags/tag830.xml"/></Relationships>
</file>

<file path=ppt/slideLayouts/_rels/slideLayout106.xml.rels><?xml version="1.0" encoding="UTF-8" standalone="yes"?>
<Relationships xmlns="http://schemas.openxmlformats.org/package/2006/relationships"><Relationship Id="rId8" Type="http://schemas.openxmlformats.org/officeDocument/2006/relationships/tags" Target="../tags/tag839.xml"/><Relationship Id="rId13" Type="http://schemas.openxmlformats.org/officeDocument/2006/relationships/tags" Target="../tags/tag844.xml"/><Relationship Id="rId3" Type="http://schemas.openxmlformats.org/officeDocument/2006/relationships/tags" Target="../tags/tag834.xml"/><Relationship Id="rId7" Type="http://schemas.openxmlformats.org/officeDocument/2006/relationships/tags" Target="../tags/tag838.xml"/><Relationship Id="rId12" Type="http://schemas.openxmlformats.org/officeDocument/2006/relationships/tags" Target="../tags/tag843.xml"/><Relationship Id="rId2" Type="http://schemas.openxmlformats.org/officeDocument/2006/relationships/tags" Target="../tags/tag833.xml"/><Relationship Id="rId1" Type="http://schemas.openxmlformats.org/officeDocument/2006/relationships/tags" Target="../tags/tag832.xml"/><Relationship Id="rId6" Type="http://schemas.openxmlformats.org/officeDocument/2006/relationships/tags" Target="../tags/tag837.xml"/><Relationship Id="rId11" Type="http://schemas.openxmlformats.org/officeDocument/2006/relationships/tags" Target="../tags/tag842.xml"/><Relationship Id="rId5" Type="http://schemas.openxmlformats.org/officeDocument/2006/relationships/tags" Target="../tags/tag836.xml"/><Relationship Id="rId10" Type="http://schemas.openxmlformats.org/officeDocument/2006/relationships/tags" Target="../tags/tag841.xml"/><Relationship Id="rId4" Type="http://schemas.openxmlformats.org/officeDocument/2006/relationships/tags" Target="../tags/tag835.xml"/><Relationship Id="rId9" Type="http://schemas.openxmlformats.org/officeDocument/2006/relationships/tags" Target="../tags/tag840.xml"/><Relationship Id="rId14"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tags" Target="../tags/tag847.xml"/><Relationship Id="rId7" Type="http://schemas.openxmlformats.org/officeDocument/2006/relationships/slideMaster" Target="../slideMasters/slideMaster2.xml"/><Relationship Id="rId2" Type="http://schemas.openxmlformats.org/officeDocument/2006/relationships/tags" Target="../tags/tag846.xml"/><Relationship Id="rId1" Type="http://schemas.openxmlformats.org/officeDocument/2006/relationships/tags" Target="../tags/tag845.xml"/><Relationship Id="rId6" Type="http://schemas.openxmlformats.org/officeDocument/2006/relationships/tags" Target="../tags/tag850.xml"/><Relationship Id="rId5" Type="http://schemas.openxmlformats.org/officeDocument/2006/relationships/tags" Target="../tags/tag849.xml"/><Relationship Id="rId4" Type="http://schemas.openxmlformats.org/officeDocument/2006/relationships/tags" Target="../tags/tag848.xml"/></Relationships>
</file>

<file path=ppt/slideLayouts/_rels/slideLayout108.xml.rels><?xml version="1.0" encoding="UTF-8" standalone="yes"?>
<Relationships xmlns="http://schemas.openxmlformats.org/package/2006/relationships"><Relationship Id="rId3" Type="http://schemas.openxmlformats.org/officeDocument/2006/relationships/tags" Target="../tags/tag853.xml"/><Relationship Id="rId2" Type="http://schemas.openxmlformats.org/officeDocument/2006/relationships/tags" Target="../tags/tag852.xml"/><Relationship Id="rId1" Type="http://schemas.openxmlformats.org/officeDocument/2006/relationships/tags" Target="../tags/tag851.xml"/><Relationship Id="rId6" Type="http://schemas.openxmlformats.org/officeDocument/2006/relationships/image" Target="../media/image11.emf"/><Relationship Id="rId5" Type="http://schemas.openxmlformats.org/officeDocument/2006/relationships/oleObject" Target="../embeddings/oleObject1.bin"/><Relationship Id="rId4"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tags" Target="../tags/tag856.xml"/><Relationship Id="rId2" Type="http://schemas.openxmlformats.org/officeDocument/2006/relationships/tags" Target="../tags/tag855.xml"/><Relationship Id="rId1" Type="http://schemas.openxmlformats.org/officeDocument/2006/relationships/tags" Target="../tags/tag854.xml"/><Relationship Id="rId6" Type="http://schemas.openxmlformats.org/officeDocument/2006/relationships/image" Target="../media/image11.emf"/><Relationship Id="rId5" Type="http://schemas.openxmlformats.org/officeDocument/2006/relationships/oleObject" Target="../embeddings/oleObject2.bin"/><Relationship Id="rId4"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tags" Target="../tags/tag859.xml"/><Relationship Id="rId2" Type="http://schemas.openxmlformats.org/officeDocument/2006/relationships/tags" Target="../tags/tag858.xml"/><Relationship Id="rId1" Type="http://schemas.openxmlformats.org/officeDocument/2006/relationships/tags" Target="../tags/tag857.xml"/><Relationship Id="rId6" Type="http://schemas.openxmlformats.org/officeDocument/2006/relationships/slideMaster" Target="../slideMasters/slideMaster2.xml"/><Relationship Id="rId5" Type="http://schemas.openxmlformats.org/officeDocument/2006/relationships/tags" Target="../tags/tag861.xml"/><Relationship Id="rId4" Type="http://schemas.openxmlformats.org/officeDocument/2006/relationships/tags" Target="../tags/tag86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56288313" name="image" descr="{&quot;templafy&quot;:{&quot;id&quot;:&quot;801782d6-4ebe-4c7a-8b49-0ae99634a311&quot;}}"/>
          <p:cNvPicPr>
            <a:picLocks noChangeAspect="1"/>
          </p:cNvPicPr>
          <p:nvPr/>
        </p:nvPicPr>
        <p:blipFill>
          <a:blip r:embed="rId20"/>
          <a:stretch>
            <a:fillRect/>
          </a:stretch>
        </p:blipFill>
        <p:spPr>
          <a:xfrm>
            <a:off x="0" y="0"/>
            <a:ext cx="12305109" cy="6858000"/>
          </a:xfrm>
          <a:prstGeom prst="rect">
            <a:avLst/>
          </a:prstGeom>
        </p:spPr>
      </p:pic>
      <p:sp>
        <p:nvSpPr>
          <p:cNvPr id="39" name="TextBox 38">
            <a:extLst>
              <a:ext uri="{FF2B5EF4-FFF2-40B4-BE49-F238E27FC236}">
                <a16:creationId xmlns:a16="http://schemas.microsoft.com/office/drawing/2014/main" id="{7041DE90-D0FC-49B7-9E7F-C2E5D7395CF7}"/>
              </a:ext>
            </a:extLst>
          </p:cNvPr>
          <p:cNvSpPr txBox="1"/>
          <p:nvPr userDrawn="1">
            <p:custDataLst>
              <p:tags r:id="rId1"/>
            </p:custDataLst>
          </p:nvPr>
        </p:nvSpPr>
        <p:spPr>
          <a:xfrm>
            <a:off x="780579" y="3584233"/>
            <a:ext cx="5315418" cy="3976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latin typeface="+mj-lt"/>
              </a:rPr>
              <a:t>ERA Group</a:t>
            </a:r>
            <a:endParaRPr lang="en-US" dirty="0"/>
          </a:p>
          <a:p>
            <a:pPr algn="l"/>
            <a:endParaRPr lang="en-US" sz="2400" b="1" dirty="0">
              <a:solidFill>
                <a:schemeClr val="bg1"/>
              </a:solidFill>
              <a:latin typeface="+mj-lt"/>
            </a:endParaRPr>
          </a:p>
        </p:txBody>
      </p:sp>
      <p:sp>
        <p:nvSpPr>
          <p:cNvPr id="42" name="text" descr="{&quot;templafy&quot;:{&quot;id&quot;:&quot;97b8d97e-5e1f-47ab-b85e-3709382d1de1&quot;}}" hidden="1" title="text">
            <a:extLst>
              <a:ext uri="{FF2B5EF4-FFF2-40B4-BE49-F238E27FC236}">
                <a16:creationId xmlns:a16="http://schemas.microsoft.com/office/drawing/2014/main" id="{24C6B772-7C11-420F-9118-9BD47D0CF8D9}"/>
              </a:ext>
            </a:extLst>
          </p:cNvPr>
          <p:cNvSpPr txBox="1"/>
          <p:nvPr userDrawn="1">
            <p:custDataLst>
              <p:tags r:id="rId2"/>
            </p:custDataLst>
          </p:nvPr>
        </p:nvSpPr>
        <p:spPr>
          <a:xfrm>
            <a:off x="809542" y="4266759"/>
            <a:ext cx="5286455" cy="369332"/>
          </a:xfrm>
          <a:prstGeom prst="rect">
            <a:avLst/>
          </a:prstGeom>
          <a:noFill/>
        </p:spPr>
        <p:txBody>
          <a:bodyPr wrap="square" lIns="0" tIns="0" rIns="0" bIns="0" rtlCol="0">
            <a:noAutofit/>
          </a:bodyPr>
          <a:lstStyle/>
          <a:p>
            <a:pPr algn="l"/>
            <a:r>
              <a:rPr lang="en-US" sz="2400" b="1" dirty="0">
                <a:solidFill>
                  <a:schemeClr val="bg1"/>
                </a:solidFill>
                <a:latin typeface="+mj-lt"/>
              </a:rPr>
              <a:t>For:</a:t>
            </a:r>
            <a:endParaRPr lang="en-US"/>
          </a:p>
        </p:txBody>
      </p:sp>
      <p:sp>
        <p:nvSpPr>
          <p:cNvPr id="50" name="text1" descr="text&#10;&#10;{&quot;templafy&quot;:{&quot;visibility&quot;:{&quot;action&quot;:&quot;hide&quot;,&quot;compareValue&quot;:&quot;&quot;,&quot;binding&quot;:&quot;UserProfile.DirectPhone&quot;,&quot;operator&quot;:&quot;equals&quot;},&quot;type&quot;:&quot;text&quot;}}">
            <a:extLst>
              <a:ext uri="{FF2B5EF4-FFF2-40B4-BE49-F238E27FC236}">
                <a16:creationId xmlns:a16="http://schemas.microsoft.com/office/drawing/2014/main" id="{0EFA632F-CEC2-40AE-A005-2E9769B6FE0F}"/>
              </a:ext>
            </a:extLst>
          </p:cNvPr>
          <p:cNvSpPr txBox="1"/>
          <p:nvPr userDrawn="1">
            <p:custDataLst>
              <p:tags r:id="rId3"/>
            </p:custDataLst>
          </p:nvPr>
        </p:nvSpPr>
        <p:spPr>
          <a:xfrm>
            <a:off x="780583" y="5917939"/>
            <a:ext cx="198388" cy="184666"/>
          </a:xfrm>
          <a:prstGeom prst="rect">
            <a:avLst/>
          </a:prstGeom>
          <a:noFill/>
        </p:spPr>
        <p:txBody>
          <a:bodyPr wrap="square" lIns="0" tIns="0" rIns="0" bIns="0" rtlCol="0">
            <a:spAutoFit/>
          </a:bodyPr>
          <a:lstStyle/>
          <a:p>
            <a:pPr algn="l"/>
            <a:r>
              <a:rPr lang="en-US" sz="1200" b="0" dirty="0">
                <a:solidFill>
                  <a:schemeClr val="bg1"/>
                </a:solidFill>
                <a:latin typeface="+mj-lt"/>
              </a:rPr>
              <a:t>M:</a:t>
            </a:r>
            <a:endParaRPr lang="en-US" dirty="0"/>
          </a:p>
        </p:txBody>
      </p:sp>
      <p:sp>
        <p:nvSpPr>
          <p:cNvPr id="51" name="text12" descr="text&#10;&#10;{&quot;templafy&quot;:{&quot;visibility&quot;:{&quot;action&quot;:&quot;hide&quot;,&quot;compareValue&quot;:&quot;&quot;,&quot;binding&quot;:&quot;UserProfile.Email&quot;,&quot;operator&quot;:&quot;equals&quot;},&quot;type&quot;:&quot;text&quot;}}">
            <a:extLst>
              <a:ext uri="{FF2B5EF4-FFF2-40B4-BE49-F238E27FC236}">
                <a16:creationId xmlns:a16="http://schemas.microsoft.com/office/drawing/2014/main" id="{C01787FB-588B-4C54-9E7C-B4DC134B9221}"/>
              </a:ext>
            </a:extLst>
          </p:cNvPr>
          <p:cNvSpPr txBox="1"/>
          <p:nvPr userDrawn="1">
            <p:custDataLst>
              <p:tags r:id="rId4"/>
            </p:custDataLst>
          </p:nvPr>
        </p:nvSpPr>
        <p:spPr>
          <a:xfrm>
            <a:off x="780583" y="6124680"/>
            <a:ext cx="198388" cy="184666"/>
          </a:xfrm>
          <a:prstGeom prst="rect">
            <a:avLst/>
          </a:prstGeom>
          <a:noFill/>
        </p:spPr>
        <p:txBody>
          <a:bodyPr wrap="square" lIns="0" tIns="0" rIns="0" bIns="0" rtlCol="0">
            <a:spAutoFit/>
          </a:bodyPr>
          <a:lstStyle/>
          <a:p>
            <a:pPr algn="l"/>
            <a:r>
              <a:rPr lang="en-US" sz="1200" b="0" dirty="0">
                <a:solidFill>
                  <a:schemeClr val="bg1"/>
                </a:solidFill>
                <a:latin typeface="+mj-lt"/>
              </a:rPr>
              <a:t>E:</a:t>
            </a:r>
            <a:endParaRPr lang="en-US" dirty="0"/>
          </a:p>
        </p:txBody>
      </p:sp>
      <p:sp>
        <p:nvSpPr>
          <p:cNvPr id="56" name="text3" descr="{&quot;templafy&quot;:{&quot;id&quot;:&quot;7664dff2-38a7-4904-ba28-07c5c576b1f8&quot;}}" hidden="1" title="Translations.pp_Created">
            <a:extLst>
              <a:ext uri="{FF2B5EF4-FFF2-40B4-BE49-F238E27FC236}">
                <a16:creationId xmlns:a16="http://schemas.microsoft.com/office/drawing/2014/main" id="{02EB11CC-461F-4DED-B2BC-340140B41FE4}"/>
              </a:ext>
            </a:extLst>
          </p:cNvPr>
          <p:cNvSpPr txBox="1"/>
          <p:nvPr userDrawn="1">
            <p:custDataLst>
              <p:tags r:id="rId5"/>
            </p:custDataLst>
          </p:nvPr>
        </p:nvSpPr>
        <p:spPr>
          <a:xfrm>
            <a:off x="780582" y="5318943"/>
            <a:ext cx="3318739" cy="184666"/>
          </a:xfrm>
          <a:prstGeom prst="rect">
            <a:avLst/>
          </a:prstGeom>
          <a:noFill/>
        </p:spPr>
        <p:txBody>
          <a:bodyPr wrap="square" lIns="0" tIns="0" rIns="0" bIns="0" rtlCol="0">
            <a:spAutoFit/>
          </a:bodyPr>
          <a:lstStyle/>
          <a:p>
            <a:pPr algn="l"/>
            <a:r>
              <a:rPr lang="en-US"/>
              <a:t>Created by:</a:t>
            </a:r>
          </a:p>
        </p:txBody>
      </p:sp>
      <p:sp>
        <p:nvSpPr>
          <p:cNvPr id="9" name="Text Placeholder 8">
            <a:extLst>
              <a:ext uri="{FF2B5EF4-FFF2-40B4-BE49-F238E27FC236}">
                <a16:creationId xmlns:a16="http://schemas.microsoft.com/office/drawing/2014/main" id="{023C95D3-42A5-4CA3-9DDA-CEF4CC5E3303}"/>
              </a:ext>
            </a:extLst>
          </p:cNvPr>
          <p:cNvSpPr>
            <a:spLocks noGrp="1"/>
          </p:cNvSpPr>
          <p:nvPr>
            <p:ph type="body" sz="quarter" idx="13" hasCustomPrompt="1"/>
            <p:custDataLst>
              <p:tags r:id="rId6"/>
            </p:custDataLst>
          </p:nvPr>
        </p:nvSpPr>
        <p:spPr>
          <a:xfrm>
            <a:off x="4297709" y="5499740"/>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Consultant Name</a:t>
            </a:r>
          </a:p>
        </p:txBody>
      </p:sp>
      <p:sp>
        <p:nvSpPr>
          <p:cNvPr id="59" name="Text Placeholder 81">
            <a:extLst>
              <a:ext uri="{FF2B5EF4-FFF2-40B4-BE49-F238E27FC236}">
                <a16:creationId xmlns:a16="http://schemas.microsoft.com/office/drawing/2014/main" id="{83D53D79-8C4C-479E-9788-9A5B72412199}"/>
              </a:ext>
            </a:extLst>
          </p:cNvPr>
          <p:cNvSpPr>
            <a:spLocks noGrp="1"/>
          </p:cNvSpPr>
          <p:nvPr>
            <p:ph type="body" sz="quarter" idx="14" hasCustomPrompt="1"/>
            <p:custDataLst>
              <p:tags r:id="rId7"/>
            </p:custDataLst>
          </p:nvPr>
        </p:nvSpPr>
        <p:spPr>
          <a:xfrm>
            <a:off x="4297709" y="5710774"/>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Title</a:t>
            </a:r>
          </a:p>
        </p:txBody>
      </p:sp>
      <p:sp>
        <p:nvSpPr>
          <p:cNvPr id="60" name="Text Placeholder 82">
            <a:extLst>
              <a:ext uri="{FF2B5EF4-FFF2-40B4-BE49-F238E27FC236}">
                <a16:creationId xmlns:a16="http://schemas.microsoft.com/office/drawing/2014/main" id="{CFBF395C-C8C3-4169-BC6F-295F437BD1E8}"/>
              </a:ext>
            </a:extLst>
          </p:cNvPr>
          <p:cNvSpPr>
            <a:spLocks noGrp="1"/>
          </p:cNvSpPr>
          <p:nvPr>
            <p:ph type="body" sz="quarter" idx="15" hasCustomPrompt="1"/>
            <p:custDataLst>
              <p:tags r:id="rId8"/>
            </p:custDataLst>
          </p:nvPr>
        </p:nvSpPr>
        <p:spPr>
          <a:xfrm>
            <a:off x="4297709" y="5917939"/>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M: Number</a:t>
            </a:r>
          </a:p>
        </p:txBody>
      </p:sp>
      <p:sp>
        <p:nvSpPr>
          <p:cNvPr id="61" name="Text Placeholder 83">
            <a:extLst>
              <a:ext uri="{FF2B5EF4-FFF2-40B4-BE49-F238E27FC236}">
                <a16:creationId xmlns:a16="http://schemas.microsoft.com/office/drawing/2014/main" id="{EE0673EE-5BBA-430D-B9E6-477A0C73ACE7}"/>
              </a:ext>
            </a:extLst>
          </p:cNvPr>
          <p:cNvSpPr>
            <a:spLocks noGrp="1"/>
          </p:cNvSpPr>
          <p:nvPr>
            <p:ph type="body" sz="quarter" idx="16" hasCustomPrompt="1"/>
            <p:custDataLst>
              <p:tags r:id="rId9"/>
            </p:custDataLst>
          </p:nvPr>
        </p:nvSpPr>
        <p:spPr>
          <a:xfrm>
            <a:off x="4297709" y="6124680"/>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E: Email</a:t>
            </a:r>
          </a:p>
        </p:txBody>
      </p:sp>
      <p:pic>
        <p:nvPicPr>
          <p:cNvPr id="496834238" name="image1"/>
          <p:cNvPicPr>
            <a:picLocks noChangeAspect="1"/>
          </p:cNvPicPr>
          <p:nvPr/>
        </p:nvPicPr>
        <p:blipFill>
          <a:blip r:embed="rId21" cstate="print">
            <a:extLst>
              <a:ext uri="{28A0092B-C50C-407E-A947-70E740481C1C}">
                <a14:useLocalDpi xmlns:a14="http://schemas.microsoft.com/office/drawing/2010/main"/>
              </a:ext>
            </a:extLst>
          </a:blip>
          <a:srcRect/>
          <a:stretch/>
        </p:blipFill>
        <p:spPr>
          <a:xfrm>
            <a:off x="719645" y="622723"/>
            <a:ext cx="1335923" cy="944819"/>
          </a:xfrm>
          <a:prstGeom prst="rect">
            <a:avLst/>
          </a:prstGeom>
        </p:spPr>
      </p:pic>
      <p:sp>
        <p:nvSpPr>
          <p:cNvPr id="2" name="Guides" hidden="1">
            <a:extLst>
              <a:ext uri="{FF2B5EF4-FFF2-40B4-BE49-F238E27FC236}">
                <a16:creationId xmlns:a16="http://schemas.microsoft.com/office/drawing/2014/main" id="{A387A157-8698-4232-9E01-E424511810BB}"/>
              </a:ext>
            </a:extLst>
          </p:cNvPr>
          <p:cNvSpPr/>
          <p:nvPr userDrawn="1">
            <p:custDataLst>
              <p:tags r:id="rId10"/>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5" name="text13" descr="{&quot;templafy&quot;:{&quot;id&quot;:&quot;4bd61fa2-0666-41d6-bab9-5cdc9306efb9&quot;}}" hidden="1" title="Form.CompanyName">
            <a:extLst>
              <a:ext uri="{FF2B5EF4-FFF2-40B4-BE49-F238E27FC236}">
                <a16:creationId xmlns:a16="http://schemas.microsoft.com/office/drawing/2014/main" id="{3D24E56B-EE6F-45D5-B522-529F9CD6985B}"/>
              </a:ext>
            </a:extLst>
          </p:cNvPr>
          <p:cNvSpPr/>
          <p:nvPr userDrawn="1">
            <p:custDataLst>
              <p:tags r:id="rId11"/>
            </p:custDataLst>
          </p:nvPr>
        </p:nvSpPr>
        <p:spPr>
          <a:xfrm>
            <a:off x="809542" y="4636372"/>
            <a:ext cx="5634584"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2400" dirty="0">
              <a:solidFill>
                <a:schemeClr val="bg1"/>
              </a:solidFill>
              <a:latin typeface="+mj-lt"/>
            </a:endParaRPr>
          </a:p>
        </p:txBody>
      </p:sp>
      <p:sp>
        <p:nvSpPr>
          <p:cNvPr id="23" name="text41" descr="{&quot;templafy&quot;:{&quot;id&quot;:&quot;424d99fa-a977-4c7e-96cb-faf0ce93011f&quot;}}" hidden="1" title="text">
            <a:extLst>
              <a:ext uri="{FF2B5EF4-FFF2-40B4-BE49-F238E27FC236}">
                <a16:creationId xmlns:a16="http://schemas.microsoft.com/office/drawing/2014/main" id="{9C72AC0D-4869-4729-BA42-FD3A58A433A6}"/>
              </a:ext>
            </a:extLst>
          </p:cNvPr>
          <p:cNvSpPr txBox="1"/>
          <p:nvPr userDrawn="1">
            <p:custDataLst>
              <p:tags r:id="rId12"/>
            </p:custDataLst>
          </p:nvPr>
        </p:nvSpPr>
        <p:spPr>
          <a:xfrm>
            <a:off x="780579" y="3224382"/>
            <a:ext cx="5315418" cy="397635"/>
          </a:xfrm>
          <a:prstGeom prst="rect">
            <a:avLst/>
          </a:prstGeom>
          <a:noFill/>
        </p:spPr>
        <p:txBody>
          <a:bodyPr wrap="square" lIns="0" tIns="0" rIns="0" bIns="0" rtlCol="0">
            <a:noAutofit/>
          </a:bodyPr>
          <a:lstStyle/>
          <a:p>
            <a:pPr algn="l"/>
            <a:r>
              <a:rPr lang="en-US" sz="2400" b="1" dirty="0">
                <a:solidFill>
                  <a:schemeClr val="bg1"/>
                </a:solidFill>
                <a:latin typeface="+mj-lt"/>
              </a:rPr>
              <a:t>Prepared by:</a:t>
            </a:r>
            <a:endParaRPr lang="en-US"/>
          </a:p>
        </p:txBody>
      </p:sp>
      <p:sp>
        <p:nvSpPr>
          <p:cNvPr id="15" name="Oval 14">
            <a:extLst>
              <a:ext uri="{FF2B5EF4-FFF2-40B4-BE49-F238E27FC236}">
                <a16:creationId xmlns:a16="http://schemas.microsoft.com/office/drawing/2014/main" id="{BB174F01-01F0-D170-0B5A-96276962990A}"/>
              </a:ext>
            </a:extLst>
          </p:cNvPr>
          <p:cNvSpPr/>
          <p:nvPr userDrawn="1"/>
        </p:nvSpPr>
        <p:spPr>
          <a:xfrm>
            <a:off x="11373338" y="6429865"/>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F6BC2BAE-54A5-C8BE-DECC-99ABDC2C1A0F}"/>
              </a:ext>
            </a:extLst>
          </p:cNvPr>
          <p:cNvGrpSpPr/>
          <p:nvPr userDrawn="1"/>
        </p:nvGrpSpPr>
        <p:grpSpPr>
          <a:xfrm>
            <a:off x="9765103" y="6429865"/>
            <a:ext cx="1887330" cy="115200"/>
            <a:chOff x="9739223" y="6429865"/>
            <a:chExt cx="1749315" cy="115200"/>
          </a:xfrm>
        </p:grpSpPr>
        <p:cxnSp>
          <p:nvCxnSpPr>
            <p:cNvPr id="10" name="Straight Connector 9">
              <a:extLst>
                <a:ext uri="{FF2B5EF4-FFF2-40B4-BE49-F238E27FC236}">
                  <a16:creationId xmlns:a16="http://schemas.microsoft.com/office/drawing/2014/main" id="{1AE9B541-BCFD-1619-F8A7-D9D709AADB3C}"/>
                </a:ext>
              </a:extLst>
            </p:cNvPr>
            <p:cNvCxnSpPr/>
            <p:nvPr userDrawn="1"/>
          </p:nvCxnSpPr>
          <p:spPr>
            <a:xfrm>
              <a:off x="9739223" y="6487064"/>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7CAE58B6-2B5F-AA70-26A0-84B18B02D01B}"/>
                </a:ext>
              </a:extLst>
            </p:cNvPr>
            <p:cNvSpPr/>
            <p:nvPr userDrawn="1"/>
          </p:nvSpPr>
          <p:spPr>
            <a:xfrm>
              <a:off x="11373338" y="6429865"/>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grpSp>
      <p:sp>
        <p:nvSpPr>
          <p:cNvPr id="12" name="text51" descr="{&quot;templafy&quot;:{&quot;id&quot;:&quot;f1f28f56-ecde-4787-98a4-022d6a806035&quot;}}" title="UserProfile.DirectPhone">
            <a:extLst>
              <a:ext uri="{FF2B5EF4-FFF2-40B4-BE49-F238E27FC236}">
                <a16:creationId xmlns:a16="http://schemas.microsoft.com/office/drawing/2014/main" id="{C8ADDE47-DFFA-86EB-1BAD-B0532E4D628B}"/>
              </a:ext>
            </a:extLst>
          </p:cNvPr>
          <p:cNvSpPr/>
          <p:nvPr userDrawn="1">
            <p:custDataLst>
              <p:tags r:id="rId13"/>
            </p:custDataLst>
          </p:nvPr>
        </p:nvSpPr>
        <p:spPr>
          <a:xfrm>
            <a:off x="978971" y="591794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kern="1200" dirty="0">
                <a:solidFill>
                  <a:schemeClr val="bg1"/>
                </a:solidFill>
                <a:latin typeface="+mj-lt"/>
                <a:ea typeface="+mn-ea"/>
                <a:cs typeface="+mn-cs"/>
              </a:rPr>
              <a:t>+49 151 2192 8931</a:t>
            </a:r>
          </a:p>
        </p:txBody>
      </p:sp>
      <p:sp>
        <p:nvSpPr>
          <p:cNvPr id="18" name="text411" descr="{&quot;templafy&quot;:{&quot;id&quot;:&quot;39574a61-1aad-447e-8f8e-36d66e5ef4b9&quot;}}" title="UserProfile.Email">
            <a:extLst>
              <a:ext uri="{FF2B5EF4-FFF2-40B4-BE49-F238E27FC236}">
                <a16:creationId xmlns:a16="http://schemas.microsoft.com/office/drawing/2014/main" id="{FA806765-2A8B-33BA-4519-A3C8A280064D}"/>
              </a:ext>
            </a:extLst>
          </p:cNvPr>
          <p:cNvSpPr/>
          <p:nvPr userDrawn="1">
            <p:custDataLst>
              <p:tags r:id="rId14"/>
            </p:custDataLst>
          </p:nvPr>
        </p:nvSpPr>
        <p:spPr>
          <a:xfrm>
            <a:off x="978971" y="612468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kern="1200" dirty="0">
                <a:solidFill>
                  <a:schemeClr val="bg1"/>
                </a:solidFill>
                <a:latin typeface="+mj-lt"/>
                <a:ea typeface="+mn-ea"/>
                <a:cs typeface="+mn-cs"/>
              </a:rPr>
              <a:t>tloewer@eragroup.com</a:t>
            </a:r>
          </a:p>
        </p:txBody>
      </p:sp>
      <p:sp>
        <p:nvSpPr>
          <p:cNvPr id="19" name="text" descr="{&quot;templafy&quot;:{&quot;id&quot;:&quot;9384174d-d366-44da-b57a-6abb16cc24d0&quot;}}" title="UserProfile.Title">
            <a:extLst>
              <a:ext uri="{FF2B5EF4-FFF2-40B4-BE49-F238E27FC236}">
                <a16:creationId xmlns:a16="http://schemas.microsoft.com/office/drawing/2014/main" id="{C3C9C6F2-AA02-12FB-49AF-E5F49EED1C9A}"/>
              </a:ext>
            </a:extLst>
          </p:cNvPr>
          <p:cNvSpPr/>
          <p:nvPr userDrawn="1">
            <p:custDataLst>
              <p:tags r:id="rId15"/>
            </p:custDataLst>
          </p:nvPr>
        </p:nvSpPr>
        <p:spPr>
          <a:xfrm>
            <a:off x="780582" y="5710774"/>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kern="1200" dirty="0">
                <a:solidFill>
                  <a:schemeClr val="bg1"/>
                </a:solidFill>
                <a:latin typeface="+mj-lt"/>
                <a:ea typeface="+mn-ea"/>
                <a:cs typeface="+mn-cs"/>
              </a:rPr>
              <a:t>Leiter Kommunikation &amp; Marketing</a:t>
            </a:r>
          </a:p>
        </p:txBody>
      </p:sp>
      <p:sp>
        <p:nvSpPr>
          <p:cNvPr id="21" name="Prepared1" descr="{&quot;templafy&quot;:{&quot;id&quot;:&quot;fb1b4bc8-86a7-46d6-8cac-7bc8335e1c7d&quot;}}" title="Translations.pp_Prepared">
            <a:extLst>
              <a:ext uri="{FF2B5EF4-FFF2-40B4-BE49-F238E27FC236}">
                <a16:creationId xmlns:a16="http://schemas.microsoft.com/office/drawing/2014/main" id="{CEECCEB3-3EFB-5466-BB93-1DE61DA4E891}"/>
              </a:ext>
            </a:extLst>
          </p:cNvPr>
          <p:cNvSpPr/>
          <p:nvPr userDrawn="1"/>
        </p:nvSpPr>
        <p:spPr>
          <a:xfrm>
            <a:off x="688633" y="3205124"/>
            <a:ext cx="5315408" cy="420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Erstellt</a:t>
            </a:r>
            <a:r>
              <a:rPr dirty="0"/>
              <a:t> von:</a:t>
            </a:r>
          </a:p>
        </p:txBody>
      </p:sp>
      <p:sp>
        <p:nvSpPr>
          <p:cNvPr id="22" name="text131" descr="{&quot;templafy&quot;:{&quot;id&quot;:&quot;686be497-5325-4fdb-9b2c-be3d056ccd50&quot;}}" hidden="1" title="Form.CompanyName">
            <a:extLst>
              <a:ext uri="{FF2B5EF4-FFF2-40B4-BE49-F238E27FC236}">
                <a16:creationId xmlns:a16="http://schemas.microsoft.com/office/drawing/2014/main" id="{75E20B28-A7E8-8416-FF7A-F3B801D3608C}"/>
              </a:ext>
            </a:extLst>
          </p:cNvPr>
          <p:cNvSpPr/>
          <p:nvPr userDrawn="1">
            <p:custDataLst>
              <p:tags r:id="rId16"/>
            </p:custDataLst>
          </p:nvPr>
        </p:nvSpPr>
        <p:spPr>
          <a:xfrm>
            <a:off x="818106" y="4573015"/>
            <a:ext cx="5634584"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2400" dirty="0">
              <a:solidFill>
                <a:schemeClr val="bg1"/>
              </a:solidFill>
              <a:latin typeface="+mj-lt"/>
            </a:endParaRPr>
          </a:p>
        </p:txBody>
      </p:sp>
      <p:sp>
        <p:nvSpPr>
          <p:cNvPr id="25" name="text111" descr="{&quot;templafy&quot;:{&quot;id&quot;:&quot;8ea2bc90-c2d3-4d9b-a986-4c18551ed502&quot;}}" title="Translations.pp_For">
            <a:extLst>
              <a:ext uri="{FF2B5EF4-FFF2-40B4-BE49-F238E27FC236}">
                <a16:creationId xmlns:a16="http://schemas.microsoft.com/office/drawing/2014/main" id="{CAC71796-3ED7-988F-75EB-C8868F87055B}"/>
              </a:ext>
            </a:extLst>
          </p:cNvPr>
          <p:cNvSpPr/>
          <p:nvPr userDrawn="1"/>
        </p:nvSpPr>
        <p:spPr>
          <a:xfrm>
            <a:off x="719646" y="4274139"/>
            <a:ext cx="5271383" cy="3490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l"/>
            <a:r>
              <a:rPr lang="nl-NL" sz="2400" b="0" kern="1200" dirty="0">
                <a:solidFill>
                  <a:schemeClr val="lt1"/>
                </a:solidFill>
                <a:latin typeface="+mj-lt"/>
                <a:ea typeface="+mn-ea"/>
                <a:cs typeface="+mn-cs"/>
              </a:rPr>
              <a:t>Für:</a:t>
            </a:r>
          </a:p>
        </p:txBody>
      </p:sp>
      <p:sp>
        <p:nvSpPr>
          <p:cNvPr id="26" name="text1111" descr="{&quot;templafy&quot;:{&quot;id&quot;:&quot;f68d3593-10a6-4b74-b169-cfff56ba97a4&quot;}}" title="UserProfile.Name">
            <a:extLst>
              <a:ext uri="{FF2B5EF4-FFF2-40B4-BE49-F238E27FC236}">
                <a16:creationId xmlns:a16="http://schemas.microsoft.com/office/drawing/2014/main" id="{ACFEB0C0-3240-4E66-3F58-224303719C8E}"/>
              </a:ext>
            </a:extLst>
          </p:cNvPr>
          <p:cNvSpPr/>
          <p:nvPr userDrawn="1">
            <p:custDataLst>
              <p:tags r:id="rId17"/>
            </p:custDataLst>
          </p:nvPr>
        </p:nvSpPr>
        <p:spPr>
          <a:xfrm>
            <a:off x="780582" y="5503609"/>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kern="1200" dirty="0">
                <a:solidFill>
                  <a:schemeClr val="bg1"/>
                </a:solidFill>
                <a:latin typeface="+mj-lt"/>
                <a:ea typeface="+mn-ea"/>
                <a:cs typeface="+mn-cs"/>
              </a:rPr>
              <a:t>Thomas Löwer</a:t>
            </a:r>
          </a:p>
        </p:txBody>
      </p:sp>
      <p:sp>
        <p:nvSpPr>
          <p:cNvPr id="3" name="date" descr="{&quot;templafy&quot;:{&quot;id&quot;:&quot;8f805037-768c-4ac8-9a7d-af1b9630c334&quot;}}" title="Form.Date">
            <a:extLst>
              <a:ext uri="{FF2B5EF4-FFF2-40B4-BE49-F238E27FC236}">
                <a16:creationId xmlns:a16="http://schemas.microsoft.com/office/drawing/2014/main" id="{0C027919-A2D2-F947-B88F-48BEC8F857DC}"/>
              </a:ext>
            </a:extLst>
          </p:cNvPr>
          <p:cNvSpPr/>
          <p:nvPr userDrawn="1"/>
        </p:nvSpPr>
        <p:spPr>
          <a:xfrm>
            <a:off x="8591554" y="6051399"/>
            <a:ext cx="3087178" cy="276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1800" kern="1200" dirty="0">
                <a:solidFill>
                  <a:schemeClr val="bg1"/>
                </a:solidFill>
                <a:latin typeface="+mn-lt"/>
                <a:ea typeface="+mn-ea"/>
                <a:cs typeface="+mn-cs"/>
              </a:rPr>
              <a:t>3. April 2024</a:t>
            </a:r>
          </a:p>
        </p:txBody>
      </p:sp>
      <p:sp>
        <p:nvSpPr>
          <p:cNvPr id="6" name="text" descr="{&quot;templafy&quot;:{&quot;id&quot;:&quot;c10f461d-ff44-416f-8fce-d10f93ac3f70&quot;}}" hidden="1" title="Form.Title">
            <a:extLst>
              <a:ext uri="{FF2B5EF4-FFF2-40B4-BE49-F238E27FC236}">
                <a16:creationId xmlns:a16="http://schemas.microsoft.com/office/drawing/2014/main" id="{4C02A170-109C-1063-7C4B-7DF330849998}"/>
              </a:ext>
            </a:extLst>
          </p:cNvPr>
          <p:cNvSpPr/>
          <p:nvPr userDrawn="1">
            <p:custDataLst>
              <p:tags r:id="rId18"/>
            </p:custDataLst>
          </p:nvPr>
        </p:nvSpPr>
        <p:spPr>
          <a:xfrm>
            <a:off x="818106" y="1579751"/>
            <a:ext cx="8138205" cy="14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3600" b="0" dirty="0">
              <a:solidFill>
                <a:schemeClr val="bg1"/>
              </a:solidFill>
              <a:latin typeface="+mj-lt"/>
            </a:endParaRPr>
          </a:p>
        </p:txBody>
      </p:sp>
    </p:spTree>
    <p:extLst>
      <p:ext uri="{BB962C8B-B14F-4D97-AF65-F5344CB8AC3E}">
        <p14:creationId xmlns:p14="http://schemas.microsoft.com/office/powerpoint/2010/main" val="2853351737"/>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483">
          <p15:clr>
            <a:srgbClr val="FF96FF"/>
          </p15:clr>
        </p15:guide>
        <p15:guide id="6" pos="7378">
          <p15:clr>
            <a:srgbClr val="FF96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bschnitts-&#10;überschrif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latin typeface="+mn-lt"/>
              </a:defRPr>
            </a:lvl1pPr>
          </a:lstStyle>
          <a:p>
            <a:r>
              <a:rPr lang="de-DE"/>
              <a:t>Mastertitelformat bearbeiten</a:t>
            </a:r>
            <a:endParaRPr lang="en-US" dirty="0"/>
          </a:p>
        </p:txBody>
      </p:sp>
      <p:sp>
        <p:nvSpPr>
          <p:cNvPr id="3" name="Guides" hidden="1">
            <a:extLst>
              <a:ext uri="{FF2B5EF4-FFF2-40B4-BE49-F238E27FC236}">
                <a16:creationId xmlns:a16="http://schemas.microsoft.com/office/drawing/2014/main" id="{D67A0D60-DA17-4EB7-B83D-FD6094671140}"/>
              </a:ext>
            </a:extLst>
          </p:cNvPr>
          <p:cNvSpPr/>
          <p:nvPr userDrawn="1">
            <p:custDataLst>
              <p:tags r:id="rId2"/>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cxnSp>
        <p:nvCxnSpPr>
          <p:cNvPr id="4" name="Straight Connector 3">
            <a:extLst>
              <a:ext uri="{FF2B5EF4-FFF2-40B4-BE49-F238E27FC236}">
                <a16:creationId xmlns:a16="http://schemas.microsoft.com/office/drawing/2014/main" id="{2C1F5880-3304-73B2-9AF2-906300049441}"/>
              </a:ext>
            </a:extLst>
          </p:cNvPr>
          <p:cNvCxnSpPr/>
          <p:nvPr userDrawn="1"/>
        </p:nvCxnSpPr>
        <p:spPr>
          <a:xfrm>
            <a:off x="5110073" y="3645891"/>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85F83BA9-B8D1-96AB-87F5-50ECAB8DF46E}"/>
              </a:ext>
            </a:extLst>
          </p:cNvPr>
          <p:cNvSpPr/>
          <p:nvPr userDrawn="1"/>
        </p:nvSpPr>
        <p:spPr>
          <a:xfrm>
            <a:off x="6744188" y="3588692"/>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1CEA5EF8-BB40-8979-1159-C53C511899F3}"/>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3720392" y="4228269"/>
            <a:ext cx="4470137" cy="502263"/>
          </a:xfrm>
          <a:prstGeom prst="rect">
            <a:avLst/>
          </a:prstGeom>
        </p:spPr>
      </p:pic>
    </p:spTree>
    <p:extLst>
      <p:ext uri="{BB962C8B-B14F-4D97-AF65-F5344CB8AC3E}">
        <p14:creationId xmlns:p14="http://schemas.microsoft.com/office/powerpoint/2010/main" val="4215174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ri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latin typeface="+mn-lt"/>
              </a:defRPr>
            </a:lvl1pPr>
          </a:lstStyle>
          <a:p>
            <a:r>
              <a:rPr lang="de-DE"/>
              <a:t>Mastertitelformat bearbeiten</a:t>
            </a:r>
            <a:endParaRPr lang="en-US" dirty="0"/>
          </a:p>
        </p:txBody>
      </p:sp>
      <p:sp>
        <p:nvSpPr>
          <p:cNvPr id="3" name="Guides" hidden="1">
            <a:extLst>
              <a:ext uri="{FF2B5EF4-FFF2-40B4-BE49-F238E27FC236}">
                <a16:creationId xmlns:a16="http://schemas.microsoft.com/office/drawing/2014/main" id="{CD4E96A5-B858-449E-8D89-DAE91ADBCAC2}"/>
              </a:ext>
            </a:extLst>
          </p:cNvPr>
          <p:cNvSpPr/>
          <p:nvPr userDrawn="1">
            <p:custDataLst>
              <p:tags r:id="rId2"/>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cxnSp>
        <p:nvCxnSpPr>
          <p:cNvPr id="4" name="Straight Connector 3">
            <a:extLst>
              <a:ext uri="{FF2B5EF4-FFF2-40B4-BE49-F238E27FC236}">
                <a16:creationId xmlns:a16="http://schemas.microsoft.com/office/drawing/2014/main" id="{32FFBEF9-2723-88A2-1FB6-535EA0EFB8C4}"/>
              </a:ext>
            </a:extLst>
          </p:cNvPr>
          <p:cNvCxnSpPr/>
          <p:nvPr userDrawn="1"/>
        </p:nvCxnSpPr>
        <p:spPr>
          <a:xfrm>
            <a:off x="5110073" y="3645891"/>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BF2D4C9F-24B3-7661-9650-9DC7A1511354}"/>
              </a:ext>
            </a:extLst>
          </p:cNvPr>
          <p:cNvSpPr/>
          <p:nvPr userDrawn="1"/>
        </p:nvSpPr>
        <p:spPr>
          <a:xfrm>
            <a:off x="6744188" y="3588692"/>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2B4FCAEB-FCD0-831D-B18A-14A5DC10D011}"/>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3711766" y="4225074"/>
            <a:ext cx="4478763" cy="503232"/>
          </a:xfrm>
          <a:prstGeom prst="rect">
            <a:avLst/>
          </a:prstGeom>
        </p:spPr>
      </p:pic>
    </p:spTree>
    <p:extLst>
      <p:ext uri="{BB962C8B-B14F-4D97-AF65-F5344CB8AC3E}">
        <p14:creationId xmlns:p14="http://schemas.microsoft.com/office/powerpoint/2010/main" val="6967258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US" smtClean="0"/>
              <a:t>‹Nr.›</a:t>
            </a:fld>
            <a:endParaRPr lang="en-US" dirty="0"/>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4" name="Text Placeholder 3">
            <a:extLst>
              <a:ext uri="{FF2B5EF4-FFF2-40B4-BE49-F238E27FC236}">
                <a16:creationId xmlns:a16="http://schemas.microsoft.com/office/drawing/2014/main" id="{76B27031-8ED6-41E6-8DF4-984103566FE5}"/>
              </a:ext>
            </a:extLst>
          </p:cNvPr>
          <p:cNvSpPr>
            <a:spLocks noGrp="1"/>
          </p:cNvSpPr>
          <p:nvPr>
            <p:ph type="body" sz="quarter" idx="14"/>
            <p:custDataLst>
              <p:tags r:id="rId5"/>
            </p:custDataLst>
          </p:nvPr>
        </p:nvSpPr>
        <p:spPr>
          <a:xfrm>
            <a:off x="477838" y="1770073"/>
            <a:ext cx="7418387" cy="4114789"/>
          </a:xfrm>
        </p:spPr>
        <p:txBody>
          <a:bodyPr/>
          <a:lstStyle>
            <a:lvl1pPr marL="0" indent="0">
              <a:lnSpc>
                <a:spcPct val="100000"/>
              </a:lnSpc>
              <a:spcBef>
                <a:spcPts val="0"/>
              </a:spcBef>
              <a:spcAft>
                <a:spcPts val="0"/>
              </a:spcAft>
              <a:buFont typeface="Arial" panose="020B0604020202020204" pitchFamily="34" charset="0"/>
              <a:buNone/>
              <a:tabLst>
                <a:tab pos="7177088" algn="r"/>
              </a:tabLst>
              <a:defRPr sz="1600" b="0" i="0">
                <a:solidFill>
                  <a:schemeClr val="tx1"/>
                </a:solidFill>
                <a:latin typeface="+mn-lt"/>
              </a:defRPr>
            </a:lvl1pPr>
            <a:lvl2pPr marL="0" indent="0">
              <a:lnSpc>
                <a:spcPct val="100000"/>
              </a:lnSpc>
              <a:spcBef>
                <a:spcPts val="0"/>
              </a:spcBef>
              <a:spcAft>
                <a:spcPts val="0"/>
              </a:spcAft>
              <a:buFont typeface="Arial" panose="020B0604020202020204" pitchFamily="34" charset="0"/>
              <a:buNone/>
              <a:tabLst>
                <a:tab pos="7177088" algn="r"/>
              </a:tabLst>
              <a:defRPr sz="1400" b="0" i="0">
                <a:solidFill>
                  <a:schemeClr val="accent3"/>
                </a:solidFill>
                <a:latin typeface="+mn-lt"/>
              </a:defRPr>
            </a:lvl2pPr>
            <a:lvl3pPr marL="0" indent="0">
              <a:lnSpc>
                <a:spcPct val="100000"/>
              </a:lnSpc>
              <a:spcBef>
                <a:spcPts val="0"/>
              </a:spcBef>
              <a:spcAft>
                <a:spcPts val="0"/>
              </a:spcAft>
              <a:buFont typeface="Arial" panose="020B0604020202020204" pitchFamily="34" charset="0"/>
              <a:buNone/>
              <a:defRPr sz="1600" b="0" i="0">
                <a:solidFill>
                  <a:schemeClr val="tx1"/>
                </a:solidFill>
                <a:latin typeface="+mn-lt"/>
              </a:defRPr>
            </a:lvl3pPr>
            <a:lvl4pPr marL="0" indent="0">
              <a:lnSpc>
                <a:spcPct val="100000"/>
              </a:lnSpc>
              <a:spcBef>
                <a:spcPts val="0"/>
              </a:spcBef>
              <a:spcAft>
                <a:spcPts val="0"/>
              </a:spcAft>
              <a:buFont typeface="Arial" panose="020B0604020202020204" pitchFamily="34" charset="0"/>
              <a:buNone/>
              <a:defRPr sz="1600" b="0" i="0">
                <a:solidFill>
                  <a:schemeClr val="tx1"/>
                </a:solidFill>
                <a:latin typeface="+mn-lt"/>
              </a:defRPr>
            </a:lvl4pPr>
            <a:lvl5pPr marL="0" indent="0">
              <a:buFont typeface="Arial" panose="020B0604020202020204" pitchFamily="34" charset="0"/>
              <a:buNone/>
              <a:defRPr sz="1800" b="0" i="0">
                <a:latin typeface="+mn-lt"/>
              </a:defRPr>
            </a:lvl5pPr>
            <a:lvl6pPr marL="0" indent="0">
              <a:buNone/>
              <a:defRPr sz="1800" b="0" i="0"/>
            </a:lvl6pPr>
            <a:lvl7pPr marL="0" indent="0">
              <a:buNone/>
              <a:defRPr sz="1800" b="0" i="0"/>
            </a:lvl7pPr>
            <a:lvl8pPr marL="0" indent="0">
              <a:buNone/>
              <a:defRPr sz="1800" b="0" i="0"/>
            </a:lvl8pPr>
            <a:lvl9pPr marL="0" indent="0">
              <a:buNone/>
              <a:defRPr sz="1800" b="0" i="0"/>
            </a:lvl9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Guides" hidden="1">
            <a:extLst>
              <a:ext uri="{FF2B5EF4-FFF2-40B4-BE49-F238E27FC236}">
                <a16:creationId xmlns:a16="http://schemas.microsoft.com/office/drawing/2014/main" id="{F7D1C558-71A1-4B97-9530-F2AA06DDA5F8}"/>
              </a:ext>
            </a:extLst>
          </p:cNvPr>
          <p:cNvSpPr/>
          <p:nvPr userDrawn="1">
            <p:custDataLst>
              <p:tags r:id="rId6"/>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141907627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4133701"/>
          </a:xfrm>
        </p:spPr>
        <p:txBody>
          <a:bodyPr/>
          <a:lstStyle>
            <a:lvl1pPr>
              <a:defRPr>
                <a:latin typeface="+mn-lt"/>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4" name="Guides" hidden="1">
            <a:extLst>
              <a:ext uri="{FF2B5EF4-FFF2-40B4-BE49-F238E27FC236}">
                <a16:creationId xmlns:a16="http://schemas.microsoft.com/office/drawing/2014/main" id="{8EC57307-AD1F-47B7-A572-962C1511FB95}"/>
              </a:ext>
            </a:extLst>
          </p:cNvPr>
          <p:cNvSpPr/>
          <p:nvPr userDrawn="1">
            <p:custDataLst>
              <p:tags r:id="rId6"/>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278829166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1337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6204001" y="1751369"/>
            <a:ext cx="5509200" cy="413463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1648081648"/>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1" y="1751161"/>
            <a:ext cx="3599488" cy="41337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4294188" y="1751369"/>
            <a:ext cx="3602037" cy="413463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8"/>
            </p:custDataLst>
          </p:nvPr>
        </p:nvSpPr>
        <p:spPr>
          <a:xfrm>
            <a:off x="8110538" y="1751161"/>
            <a:ext cx="3602037" cy="413463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88651329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2569">
          <p15:clr>
            <a:srgbClr val="FF96FF"/>
          </p15:clr>
        </p15:guide>
        <p15:guide id="9" pos="2705">
          <p15:clr>
            <a:srgbClr val="FF96FF"/>
          </p15:clr>
        </p15:guide>
        <p15:guide id="10" pos="4974">
          <p15:clr>
            <a:srgbClr val="FF96FF"/>
          </p15:clr>
        </p15:guide>
        <p15:guide id="11" pos="5110">
          <p15:clr>
            <a:srgbClr val="FF96FF"/>
          </p15:clr>
        </p15:guide>
        <p15:guide id="12" pos="7378">
          <p15:clr>
            <a:srgbClr val="FF96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3765" cy="194930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478800" y="3933615"/>
            <a:ext cx="5507663" cy="194909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8"/>
            </p:custDataLst>
          </p:nvPr>
        </p:nvSpPr>
        <p:spPr>
          <a:xfrm>
            <a:off x="6203950" y="1751161"/>
            <a:ext cx="5508625" cy="194930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Content Placeholder 611">
            <a:extLst>
              <a:ext uri="{FF2B5EF4-FFF2-40B4-BE49-F238E27FC236}">
                <a16:creationId xmlns:a16="http://schemas.microsoft.com/office/drawing/2014/main" id="{C61AC6F7-A653-447E-A7DC-D822A1E27BB8}"/>
              </a:ext>
            </a:extLst>
          </p:cNvPr>
          <p:cNvSpPr>
            <a:spLocks noGrp="1"/>
          </p:cNvSpPr>
          <p:nvPr>
            <p:ph sz="quarter" idx="16"/>
            <p:custDataLst>
              <p:tags r:id="rId9"/>
            </p:custDataLst>
          </p:nvPr>
        </p:nvSpPr>
        <p:spPr>
          <a:xfrm>
            <a:off x="6203950" y="3916363"/>
            <a:ext cx="5508625" cy="194930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249653591"/>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2331">
          <p15:clr>
            <a:srgbClr val="FF96FF"/>
          </p15:clr>
        </p15:guide>
        <p15:guide id="5" orient="horz" pos="2467">
          <p15:clr>
            <a:srgbClr val="FF96FF"/>
          </p15:clr>
        </p15:guide>
        <p15:guide id="6" orient="horz" pos="3891">
          <p15:clr>
            <a:srgbClr val="FF96FF"/>
          </p15:clr>
        </p15:guide>
        <p15:guide id="7" orient="horz" pos="4000">
          <p15:clr>
            <a:srgbClr val="717275"/>
          </p15:clr>
        </p15:guide>
        <p15:guide id="8" orient="horz" pos="4320">
          <p15:clr>
            <a:srgbClr val="717275"/>
          </p15:clr>
        </p15:guide>
        <p15:guide id="9" pos="301">
          <p15:clr>
            <a:srgbClr val="FF96FF"/>
          </p15:clr>
        </p15:guide>
        <p15:guide id="10" pos="3771">
          <p15:clr>
            <a:srgbClr val="FF96FF"/>
          </p15:clr>
        </p15:guide>
        <p15:guide id="11" pos="3908">
          <p15:clr>
            <a:srgbClr val="FF96FF"/>
          </p15:clr>
        </p15:guide>
        <p15:guide id="12" pos="7378">
          <p15:clr>
            <a:srgbClr val="FF96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x Content Light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356350"/>
          </a:xfrm>
          <a:prstGeom prst="rect">
            <a:avLst/>
          </a:prstGeom>
          <a:solidFill>
            <a:schemeClr val="accent3">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8591547" y="1751161"/>
            <a:ext cx="3121029" cy="41337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Guides" hidden="1">
            <a:extLst>
              <a:ext uri="{FF2B5EF4-FFF2-40B4-BE49-F238E27FC236}">
                <a16:creationId xmlns:a16="http://schemas.microsoft.com/office/drawing/2014/main" id="{6BBD5BAA-1D47-4836-AB2C-663CD71B11A5}"/>
              </a:ext>
            </a:extLst>
          </p:cNvPr>
          <p:cNvSpPr/>
          <p:nvPr userDrawn="1">
            <p:custDataLst>
              <p:tags r:id="rId8"/>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97972995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x Content Dark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356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8591547" y="1751161"/>
            <a:ext cx="3121029" cy="4133701"/>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buClr>
                <a:schemeClr val="bg1"/>
              </a:buClr>
              <a:defRPr>
                <a:solidFill>
                  <a:schemeClr val="bg1"/>
                </a:solidFill>
                <a:latin typeface="+mn-lt"/>
              </a:defRPr>
            </a:lvl4pPr>
            <a:lvl5pPr>
              <a:buClr>
                <a:schemeClr val="bg1"/>
              </a:buClr>
              <a:defRPr>
                <a:solidFill>
                  <a:schemeClr val="bg1"/>
                </a:solidFill>
                <a:latin typeface="+mn-lt"/>
              </a:defRPr>
            </a:lvl5pPr>
            <a:lvl6pPr marL="360000" indent="-180000">
              <a:buFont typeface="Courier New" panose="02070309020205020404" pitchFamily="49" charset="0"/>
              <a:buChar char="­"/>
              <a:defRPr baseline="0">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8"/>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86295674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vl1pPr>
          </a:lstStyle>
          <a:p>
            <a:r>
              <a:rPr lang="en-US" dirty="0"/>
              <a:t>Add Picture</a:t>
            </a:r>
            <a:endParaRPr lang="en-US"/>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172313369"/>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x 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vl1pPr>
          </a:lstStyle>
          <a:p>
            <a:r>
              <a:rPr lang="en-US" dirty="0"/>
              <a:t>Add Picture</a:t>
            </a:r>
            <a:endParaRPr lang="en-US"/>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1" y="1751161"/>
            <a:ext cx="3601076" cy="41337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10" name="Content Placeholder 21">
            <a:extLst>
              <a:ext uri="{FF2B5EF4-FFF2-40B4-BE49-F238E27FC236}">
                <a16:creationId xmlns:a16="http://schemas.microsoft.com/office/drawing/2014/main" id="{19C28B1B-133D-47AC-9604-F5AF1FAC2909}"/>
              </a:ext>
            </a:extLst>
          </p:cNvPr>
          <p:cNvSpPr>
            <a:spLocks noGrp="1"/>
          </p:cNvSpPr>
          <p:nvPr>
            <p:ph idx="15"/>
            <p:custDataLst>
              <p:tags r:id="rId8"/>
            </p:custDataLst>
          </p:nvPr>
        </p:nvSpPr>
        <p:spPr>
          <a:xfrm>
            <a:off x="4294188" y="1751160"/>
            <a:ext cx="3601076" cy="413370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3832270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 Page Light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0" y="3428621"/>
            <a:ext cx="12192001" cy="2926971"/>
          </a:xfrm>
          <a:solidFill>
            <a:schemeClr val="accent3">
              <a:alpha val="12000"/>
            </a:schemeClr>
          </a:solidFill>
        </p:spPr>
        <p:txBody>
          <a:bodyPr lIns="478800" tIns="180000" rIns="478800" bIns="108000"/>
          <a:lstStyle>
            <a:lvl1pPr>
              <a:defRPr>
                <a:solidFill>
                  <a:schemeClr val="tx1"/>
                </a:solidFill>
                <a:latin typeface="+mn-lt"/>
              </a:defRPr>
            </a:lvl1pPr>
            <a:lvl2pPr>
              <a:defRPr>
                <a:solidFill>
                  <a:schemeClr val="tx2"/>
                </a:solidFill>
                <a:latin typeface="+mn-lt"/>
              </a:defRPr>
            </a:lvl2pPr>
            <a:lvl3pPr>
              <a:defRPr>
                <a:solidFill>
                  <a:schemeClr val="tx2"/>
                </a:solidFill>
                <a:latin typeface="+mn-lt"/>
              </a:defRPr>
            </a:lvl3pPr>
            <a:lvl4pPr>
              <a:defRPr>
                <a:solidFill>
                  <a:schemeClr val="tx2"/>
                </a:solidFill>
                <a:latin typeface="+mn-lt"/>
              </a:defRPr>
            </a:lvl4pPr>
            <a:lvl5pPr>
              <a:defRPr>
                <a:solidFill>
                  <a:schemeClr val="tx2"/>
                </a:solidFill>
                <a:latin typeface="+mn-lt"/>
              </a:defRPr>
            </a:lvl5pPr>
            <a:lvl6pPr marL="360000" indent="-180000">
              <a:buFont typeface="Courier New" panose="02070309020205020404" pitchFamily="49" charset="0"/>
              <a:buChar char="­"/>
              <a:defRPr baseline="0">
                <a:solidFill>
                  <a:schemeClr val="tx2"/>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75599977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 Page Light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1" y="697124"/>
            <a:ext cx="5507662"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6096000" y="-9235"/>
            <a:ext cx="6096001" cy="6364828"/>
          </a:xfrm>
          <a:solidFill>
            <a:schemeClr val="accent3">
              <a:alpha val="12000"/>
            </a:schemeClr>
          </a:solidFill>
        </p:spPr>
        <p:txBody>
          <a:bodyPr lIns="478800" tIns="1764000" rIns="478800" bIns="108000"/>
          <a:lstStyle>
            <a:lvl1pPr>
              <a:defRPr>
                <a:solidFill>
                  <a:schemeClr val="tx1"/>
                </a:solidFill>
                <a:latin typeface="+mn-lt"/>
              </a:defRPr>
            </a:lvl1pPr>
            <a:lvl2pPr>
              <a:defRPr>
                <a:solidFill>
                  <a:schemeClr val="tx2"/>
                </a:solidFill>
                <a:latin typeface="+mn-lt"/>
              </a:defRPr>
            </a:lvl2pPr>
            <a:lvl3pPr>
              <a:defRPr>
                <a:solidFill>
                  <a:schemeClr val="tx2"/>
                </a:solidFill>
                <a:latin typeface="+mn-lt"/>
              </a:defRPr>
            </a:lvl3pPr>
            <a:lvl4pPr>
              <a:defRPr>
                <a:solidFill>
                  <a:schemeClr val="tx2"/>
                </a:solidFill>
                <a:latin typeface="+mn-lt"/>
              </a:defRPr>
            </a:lvl4pPr>
            <a:lvl5pPr>
              <a:defRPr>
                <a:solidFill>
                  <a:schemeClr val="tx2"/>
                </a:solidFill>
                <a:latin typeface="+mn-lt"/>
              </a:defRPr>
            </a:lvl5pPr>
            <a:lvl6pPr marL="360000" indent="-180000">
              <a:buFont typeface="Courier New" panose="02070309020205020404" pitchFamily="49" charset="0"/>
              <a:buChar char="­"/>
              <a:defRPr baseline="0">
                <a:solidFill>
                  <a:schemeClr val="tx2"/>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85450961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 Page Dark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0" y="3428621"/>
            <a:ext cx="12192001" cy="2926971"/>
          </a:xfrm>
          <a:solidFill>
            <a:schemeClr val="accent1"/>
          </a:solidFill>
        </p:spPr>
        <p:txBody>
          <a:bodyPr lIns="478800" tIns="180000" rIns="478800" bIns="10800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buClr>
                <a:schemeClr val="bg2"/>
              </a:buClr>
              <a:defRPr>
                <a:solidFill>
                  <a:schemeClr val="bg1"/>
                </a:solidFill>
                <a:latin typeface="+mn-lt"/>
              </a:defRPr>
            </a:lvl4pPr>
            <a:lvl5pPr>
              <a:buClr>
                <a:schemeClr val="bg2"/>
              </a:buClr>
              <a:defRPr>
                <a:solidFill>
                  <a:schemeClr val="bg1"/>
                </a:solidFill>
                <a:latin typeface="+mn-lt"/>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684990051"/>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Page Dark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5507663"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5507038"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6096000" y="-9235"/>
            <a:ext cx="6096001" cy="6364828"/>
          </a:xfrm>
          <a:solidFill>
            <a:schemeClr val="accent1"/>
          </a:solidFill>
        </p:spPr>
        <p:txBody>
          <a:bodyPr lIns="478800" tIns="1764000" rIns="478800" bIns="10800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buClr>
                <a:schemeClr val="bg1"/>
              </a:buClr>
              <a:defRPr>
                <a:solidFill>
                  <a:schemeClr val="bg1"/>
                </a:solidFill>
                <a:latin typeface="+mn-lt"/>
              </a:defRPr>
            </a:lvl4pPr>
            <a:lvl5pPr>
              <a:buClr>
                <a:schemeClr val="bg1"/>
              </a:buClr>
              <a:defRPr>
                <a:solidFill>
                  <a:schemeClr val="bg1"/>
                </a:solidFill>
                <a:latin typeface="+mn-lt"/>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18633537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x Content Light 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0" y="2389188"/>
            <a:ext cx="12191997" cy="44688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7838" y="2617875"/>
            <a:ext cx="11236324" cy="3266988"/>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buClr>
                <a:schemeClr val="bg1"/>
              </a:buClr>
              <a:defRPr>
                <a:solidFill>
                  <a:schemeClr val="bg1"/>
                </a:solidFill>
                <a:latin typeface="+mn-lt"/>
              </a:defRPr>
            </a:lvl4pPr>
            <a:lvl5pPr>
              <a:buClr>
                <a:schemeClr val="bg1"/>
              </a:buClr>
              <a:defRPr>
                <a:solidFill>
                  <a:schemeClr val="bg1"/>
                </a:solidFill>
                <a:latin typeface="+mn-lt"/>
              </a:defRPr>
            </a:lvl5pPr>
            <a:lvl6pPr>
              <a:defRPr>
                <a:solidFill>
                  <a:schemeClr val="bg1"/>
                </a:solidFill>
              </a:defRPr>
            </a:lvl6pPr>
            <a:lvl7pPr>
              <a:defRPr>
                <a:solidFill>
                  <a:schemeClr val="bg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78890168-1A2A-431B-BAF2-81CBB1A60E7D}"/>
              </a:ext>
            </a:extLst>
          </p:cNvPr>
          <p:cNvSpPr/>
          <p:nvPr userDrawn="1">
            <p:custDataLst>
              <p:tags r:id="rId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76861715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x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lvl1pPr>
              <a:defRPr>
                <a:latin typeface="+mn-lt"/>
              </a:defRPr>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9200" cy="4134839"/>
          </a:xfrm>
          <a:solidFill>
            <a:schemeClr val="bg2">
              <a:alpha val="12000"/>
            </a:schemeClr>
          </a:solidFill>
        </p:spPr>
        <p:txBody>
          <a:bodyPr lIns="144000" tIns="144000" rIns="144000" bIns="144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10" name="Content Placeholder 21">
            <a:extLst>
              <a:ext uri="{FF2B5EF4-FFF2-40B4-BE49-F238E27FC236}">
                <a16:creationId xmlns:a16="http://schemas.microsoft.com/office/drawing/2014/main" id="{31C5FEEE-DCA3-4C0C-B068-A006F93B9358}"/>
              </a:ext>
            </a:extLst>
          </p:cNvPr>
          <p:cNvSpPr>
            <a:spLocks noGrp="1"/>
          </p:cNvSpPr>
          <p:nvPr>
            <p:ph idx="14"/>
            <p:custDataLst>
              <p:tags r:id="rId6"/>
            </p:custDataLst>
          </p:nvPr>
        </p:nvSpPr>
        <p:spPr>
          <a:xfrm>
            <a:off x="6204001" y="1751162"/>
            <a:ext cx="5509200" cy="4134839"/>
          </a:xfrm>
          <a:solidFill>
            <a:schemeClr val="bg2">
              <a:alpha val="12000"/>
            </a:schemeClr>
          </a:solidFill>
        </p:spPr>
        <p:txBody>
          <a:bodyPr lIns="144000" tIns="144000" rIns="144000" bIns="144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Guides" hidden="1">
            <a:extLst>
              <a:ext uri="{FF2B5EF4-FFF2-40B4-BE49-F238E27FC236}">
                <a16:creationId xmlns:a16="http://schemas.microsoft.com/office/drawing/2014/main" id="{BDBE3A7C-86FE-4F5A-A024-3B8EC57E3F04}"/>
              </a:ext>
            </a:extLst>
          </p:cNvPr>
          <p:cNvSpPr/>
          <p:nvPr userDrawn="1">
            <p:custDataLst>
              <p:tags r:id="rId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2416553981"/>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o x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p:custDataLst>
              <p:tags r:id="rId5"/>
            </p:custDataLst>
          </p:nvPr>
        </p:nvSpPr>
        <p:spPr>
          <a:xfrm>
            <a:off x="-1" y="2786063"/>
            <a:ext cx="4078287" cy="3570287"/>
          </a:xfrm>
          <a:solidFill>
            <a:schemeClr val="tx1"/>
          </a:solidFill>
        </p:spPr>
        <p:txBody>
          <a:bodyPr lIns="478800" tIns="1368000" rIns="360000" bIns="180000"/>
          <a:lstStyle>
            <a:lvl1pPr marL="0" indent="0">
              <a:buNone/>
              <a:defRPr sz="2000" b="0">
                <a:solidFill>
                  <a:schemeClr val="bg1"/>
                </a:solidFill>
                <a:latin typeface="+mn-lt"/>
              </a:defRPr>
            </a:lvl1pPr>
            <a:lvl2pPr marL="0" indent="0">
              <a:buNone/>
              <a:defRPr sz="1400" b="0">
                <a:solidFill>
                  <a:schemeClr val="bg1"/>
                </a:solidFill>
                <a:latin typeface="+mn-lt"/>
              </a:defRPr>
            </a:lvl2pPr>
            <a:lvl3pPr marL="0" indent="0">
              <a:buNone/>
              <a:defRPr sz="14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de-DE"/>
              <a:t>Mastertextformat bearbeiten</a:t>
            </a:r>
          </a:p>
          <a:p>
            <a:pPr lvl="1"/>
            <a:r>
              <a:rPr lang="de-DE"/>
              <a:t>Zweite Ebene</a:t>
            </a:r>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6"/>
            </p:custDataLst>
          </p:nvPr>
        </p:nvSpPr>
        <p:spPr>
          <a:xfrm>
            <a:off x="477838" y="2278106"/>
            <a:ext cx="1620000" cy="162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a:lvl1pPr>
          </a:lstStyle>
          <a:p>
            <a:r>
              <a:rPr lang="en-US" dirty="0"/>
              <a:t>Add Picture</a:t>
            </a:r>
            <a:endParaRPr lang="en-US"/>
          </a:p>
        </p:txBody>
      </p:sp>
      <p:sp>
        <p:nvSpPr>
          <p:cNvPr id="13" name="Content Placeholder 12">
            <a:extLst>
              <a:ext uri="{FF2B5EF4-FFF2-40B4-BE49-F238E27FC236}">
                <a16:creationId xmlns:a16="http://schemas.microsoft.com/office/drawing/2014/main" id="{0131FCA9-B4F9-4173-8087-AF678BC2662F}"/>
              </a:ext>
            </a:extLst>
          </p:cNvPr>
          <p:cNvSpPr>
            <a:spLocks noGrp="1"/>
          </p:cNvSpPr>
          <p:nvPr>
            <p:ph sz="quarter" idx="16"/>
            <p:custDataLst>
              <p:tags r:id="rId7"/>
            </p:custDataLst>
          </p:nvPr>
        </p:nvSpPr>
        <p:spPr>
          <a:xfrm>
            <a:off x="4294188" y="2786063"/>
            <a:ext cx="3602037" cy="357028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6" name="Content Placeholder 15">
            <a:extLst>
              <a:ext uri="{FF2B5EF4-FFF2-40B4-BE49-F238E27FC236}">
                <a16:creationId xmlns:a16="http://schemas.microsoft.com/office/drawing/2014/main" id="{12BEEAB4-D46C-49FB-8DFD-68CA500EF55D}"/>
              </a:ext>
            </a:extLst>
          </p:cNvPr>
          <p:cNvSpPr>
            <a:spLocks noGrp="1"/>
          </p:cNvSpPr>
          <p:nvPr>
            <p:ph sz="quarter" idx="17"/>
            <p:custDataLst>
              <p:tags r:id="rId8"/>
            </p:custDataLst>
          </p:nvPr>
        </p:nvSpPr>
        <p:spPr>
          <a:xfrm>
            <a:off x="8112125" y="2786063"/>
            <a:ext cx="3600450" cy="3570286"/>
          </a:xfrm>
          <a:solidFill>
            <a:schemeClr val="accent3">
              <a:alpha val="12000"/>
            </a:schemeClr>
          </a:solidFill>
        </p:spPr>
        <p:txBody>
          <a:bodyPr lIns="180000" tIns="180000" rIns="18000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Guides" hidden="1">
            <a:extLst>
              <a:ext uri="{FF2B5EF4-FFF2-40B4-BE49-F238E27FC236}">
                <a16:creationId xmlns:a16="http://schemas.microsoft.com/office/drawing/2014/main" id="{926C083B-1498-4631-9F7F-D0B1E171A116}"/>
              </a:ext>
            </a:extLst>
          </p:cNvPr>
          <p:cNvSpPr/>
          <p:nvPr userDrawn="1">
            <p:custDataLst>
              <p:tags r:id="rId9"/>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182406056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o x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hasCustomPrompt="1"/>
            <p:custDataLst>
              <p:tags r:id="rId5"/>
            </p:custDataLst>
          </p:nvPr>
        </p:nvSpPr>
        <p:spPr>
          <a:xfrm>
            <a:off x="488661"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latin typeface="+mn-lt"/>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6"/>
            </p:custDataLst>
          </p:nvPr>
        </p:nvSpPr>
        <p:spPr>
          <a:xfrm>
            <a:off x="3126876"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US" dirty="0"/>
              <a:t>Add Picture</a:t>
            </a:r>
            <a:endParaRPr lang="en-US"/>
          </a:p>
        </p:txBody>
      </p:sp>
      <p:sp>
        <p:nvSpPr>
          <p:cNvPr id="14" name="Text Placeholder 61">
            <a:extLst>
              <a:ext uri="{FF2B5EF4-FFF2-40B4-BE49-F238E27FC236}">
                <a16:creationId xmlns:a16="http://schemas.microsoft.com/office/drawing/2014/main" id="{08A933B5-4B6E-48FB-9434-D11EEE592D7D}"/>
              </a:ext>
            </a:extLst>
          </p:cNvPr>
          <p:cNvSpPr>
            <a:spLocks noGrp="1"/>
          </p:cNvSpPr>
          <p:nvPr>
            <p:ph type="body" sz="quarter" idx="16" hasCustomPrompt="1"/>
            <p:custDataLst>
              <p:tags r:id="rId7"/>
            </p:custDataLst>
          </p:nvPr>
        </p:nvSpPr>
        <p:spPr>
          <a:xfrm>
            <a:off x="429419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latin typeface="+mn-lt"/>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p>
        </p:txBody>
      </p:sp>
      <p:sp>
        <p:nvSpPr>
          <p:cNvPr id="17" name="Picture Placeholder 142">
            <a:extLst>
              <a:ext uri="{FF2B5EF4-FFF2-40B4-BE49-F238E27FC236}">
                <a16:creationId xmlns:a16="http://schemas.microsoft.com/office/drawing/2014/main" id="{9D0CDE38-1CD6-4F68-9805-B68519BE01B2}"/>
              </a:ext>
            </a:extLst>
          </p:cNvPr>
          <p:cNvSpPr>
            <a:spLocks noGrp="1"/>
          </p:cNvSpPr>
          <p:nvPr>
            <p:ph type="pic" sz="quarter" idx="17" hasCustomPrompt="1"/>
            <p:custDataLst>
              <p:tags r:id="rId8"/>
            </p:custDataLst>
          </p:nvPr>
        </p:nvSpPr>
        <p:spPr>
          <a:xfrm>
            <a:off x="693240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US" dirty="0"/>
              <a:t>Add Picture</a:t>
            </a:r>
            <a:endParaRPr lang="en-US"/>
          </a:p>
        </p:txBody>
      </p:sp>
      <p:sp>
        <p:nvSpPr>
          <p:cNvPr id="18" name="Text Placeholder 63">
            <a:extLst>
              <a:ext uri="{FF2B5EF4-FFF2-40B4-BE49-F238E27FC236}">
                <a16:creationId xmlns:a16="http://schemas.microsoft.com/office/drawing/2014/main" id="{FC6DBB79-511B-4231-A7E9-1CA8279E9669}"/>
              </a:ext>
            </a:extLst>
          </p:cNvPr>
          <p:cNvSpPr>
            <a:spLocks noGrp="1"/>
          </p:cNvSpPr>
          <p:nvPr>
            <p:ph type="body" sz="quarter" idx="18" hasCustomPrompt="1"/>
            <p:custDataLst>
              <p:tags r:id="rId9"/>
            </p:custDataLst>
          </p:nvPr>
        </p:nvSpPr>
        <p:spPr>
          <a:xfrm>
            <a:off x="812295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latin typeface="+mn-lt"/>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p>
        </p:txBody>
      </p:sp>
      <p:sp>
        <p:nvSpPr>
          <p:cNvPr id="19" name="Picture Placeholder 144">
            <a:extLst>
              <a:ext uri="{FF2B5EF4-FFF2-40B4-BE49-F238E27FC236}">
                <a16:creationId xmlns:a16="http://schemas.microsoft.com/office/drawing/2014/main" id="{D446FD71-60A7-4A0B-9111-C588EBA4BD7A}"/>
              </a:ext>
            </a:extLst>
          </p:cNvPr>
          <p:cNvSpPr>
            <a:spLocks noGrp="1"/>
          </p:cNvSpPr>
          <p:nvPr>
            <p:ph type="pic" sz="quarter" idx="19" hasCustomPrompt="1"/>
            <p:custDataLst>
              <p:tags r:id="rId10"/>
            </p:custDataLst>
          </p:nvPr>
        </p:nvSpPr>
        <p:spPr>
          <a:xfrm>
            <a:off x="1076116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US" dirty="0"/>
              <a:t>Add Picture</a:t>
            </a:r>
            <a:endParaRPr lang="en-US"/>
          </a:p>
        </p:txBody>
      </p:sp>
      <p:sp>
        <p:nvSpPr>
          <p:cNvPr id="4" name="Text Placeholder 3">
            <a:extLst>
              <a:ext uri="{FF2B5EF4-FFF2-40B4-BE49-F238E27FC236}">
                <a16:creationId xmlns:a16="http://schemas.microsoft.com/office/drawing/2014/main" id="{7CF301A6-DC93-4A07-8C2D-526A2A2D5693}"/>
              </a:ext>
            </a:extLst>
          </p:cNvPr>
          <p:cNvSpPr>
            <a:spLocks noGrp="1"/>
          </p:cNvSpPr>
          <p:nvPr>
            <p:ph type="body" sz="quarter" idx="20"/>
            <p:custDataLst>
              <p:tags r:id="rId11"/>
            </p:custDataLst>
          </p:nvPr>
        </p:nvSpPr>
        <p:spPr>
          <a:xfrm>
            <a:off x="477838" y="1439862"/>
            <a:ext cx="11234737" cy="380825"/>
          </a:xfrm>
        </p:spPr>
        <p:txBody>
          <a:bodyPr/>
          <a:lstStyle>
            <a:lvl1pPr marL="0" indent="0">
              <a:defRPr sz="1200" b="0">
                <a:solidFill>
                  <a:schemeClr val="tx2"/>
                </a:solidFill>
                <a:latin typeface="+mn-lt"/>
              </a:defRPr>
            </a:lvl1pPr>
            <a:lvl2pPr marL="0" indent="0">
              <a:defRPr sz="1200" b="0">
                <a:solidFill>
                  <a:schemeClr val="tx2"/>
                </a:solidFill>
                <a:latin typeface="+mn-lt"/>
              </a:defRPr>
            </a:lvl2pPr>
            <a:lvl3pPr marL="0" indent="0">
              <a:defRPr sz="1200" b="0">
                <a:solidFill>
                  <a:schemeClr val="tx2"/>
                </a:solidFill>
                <a:latin typeface="+mn-lt"/>
              </a:defRPr>
            </a:lvl3pPr>
            <a:lvl4pPr marL="0" indent="0">
              <a:defRPr sz="1200" b="0">
                <a:solidFill>
                  <a:schemeClr val="tx2"/>
                </a:solidFill>
                <a:latin typeface="+mn-lt"/>
              </a:defRPr>
            </a:lvl4pPr>
            <a:lvl5pPr marL="0" indent="0">
              <a:defRPr sz="1200" b="0">
                <a:solidFill>
                  <a:schemeClr val="tx2"/>
                </a:solidFill>
                <a:latin typeface="+mn-lt"/>
              </a:defRPr>
            </a:lvl5pPr>
          </a:lstStyle>
          <a:p>
            <a:pPr lvl="0"/>
            <a:r>
              <a:rPr lang="de-DE"/>
              <a:t>Mastertextformat bearbeiten</a:t>
            </a:r>
          </a:p>
        </p:txBody>
      </p:sp>
      <p:sp>
        <p:nvSpPr>
          <p:cNvPr id="3" name="Guides" hidden="1">
            <a:extLst>
              <a:ext uri="{FF2B5EF4-FFF2-40B4-BE49-F238E27FC236}">
                <a16:creationId xmlns:a16="http://schemas.microsoft.com/office/drawing/2014/main" id="{FA5E3DB0-1825-4F3B-B682-F2311B9AC806}"/>
              </a:ext>
            </a:extLst>
          </p:cNvPr>
          <p:cNvSpPr/>
          <p:nvPr userDrawn="1">
            <p:custDataLst>
              <p:tags r:id="rId12"/>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276448108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3" name="Guides" hidden="1">
            <a:extLst>
              <a:ext uri="{FF2B5EF4-FFF2-40B4-BE49-F238E27FC236}">
                <a16:creationId xmlns:a16="http://schemas.microsoft.com/office/drawing/2014/main" id="{51214D4D-461C-4F2C-B673-39831BF1BC9B}"/>
              </a:ext>
            </a:extLst>
          </p:cNvPr>
          <p:cNvSpPr/>
          <p:nvPr userDrawn="1">
            <p:custDataLst>
              <p:tags r:id="rId5"/>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3404430597"/>
      </p:ext>
    </p:extLst>
  </p:cSld>
  <p:clrMapOvr>
    <a:masterClrMapping/>
  </p:clrMapOvr>
  <p:extLst>
    <p:ext uri="{DCECCB84-F9BA-43D5-87BE-67443E8EF086}">
      <p15:sldGuideLst xmlns:p15="http://schemas.microsoft.com/office/powerpoint/2012/main">
        <p15:guide id="1" orient="horz" pos="439">
          <p15:clr>
            <a:srgbClr val="8F8F8F"/>
          </p15:clr>
        </p15:guide>
        <p15:guide id="2" orient="horz" pos="667">
          <p15:clr>
            <a:srgbClr val="8F8F8F"/>
          </p15:clr>
        </p15:guide>
        <p15:guide id="3" orient="horz" pos="907">
          <p15:clr>
            <a:srgbClr val="FF96FF"/>
          </p15:clr>
        </p15:guide>
        <p15:guide id="4" orient="horz" pos="2331">
          <p15:clr>
            <a:srgbClr val="FF96FF"/>
          </p15:clr>
        </p15:guide>
        <p15:guide id="5" orient="horz" pos="2467">
          <p15:clr>
            <a:srgbClr val="FF96FF"/>
          </p15:clr>
        </p15:guide>
        <p15:guide id="6" orient="horz" pos="3891">
          <p15:clr>
            <a:srgbClr val="FF96FF"/>
          </p15:clr>
        </p15:guide>
        <p15:guide id="7" orient="horz" pos="4000">
          <p15:clr>
            <a:srgbClr val="8F8F8F"/>
          </p15:clr>
        </p15:guide>
        <p15:guide id="8" orient="horz" pos="4320">
          <p15:clr>
            <a:srgbClr val="8F8F8F"/>
          </p15:clr>
        </p15:guide>
        <p15:guide id="9" pos="301">
          <p15:clr>
            <a:srgbClr val="FF96FF"/>
          </p15:clr>
        </p15:guide>
        <p15:guide id="10" pos="1367">
          <p15:clr>
            <a:srgbClr val="FF96FF"/>
          </p15:clr>
        </p15:guide>
        <p15:guide id="11" pos="1503">
          <p15:clr>
            <a:srgbClr val="FF96FF"/>
          </p15:clr>
        </p15:guide>
        <p15:guide id="12" pos="2569">
          <p15:clr>
            <a:srgbClr val="FF96FF"/>
          </p15:clr>
        </p15:guide>
        <p15:guide id="13" pos="2705">
          <p15:clr>
            <a:srgbClr val="FF96FF"/>
          </p15:clr>
        </p15:guide>
        <p15:guide id="14" pos="3771">
          <p15:clr>
            <a:srgbClr val="FF96FF"/>
          </p15:clr>
        </p15:guide>
        <p15:guide id="15" pos="3908">
          <p15:clr>
            <a:srgbClr val="FF96FF"/>
          </p15:clr>
        </p15:guide>
        <p15:guide id="16" pos="4974">
          <p15:clr>
            <a:srgbClr val="FF96FF"/>
          </p15:clr>
        </p15:guide>
        <p15:guide id="17" pos="5110">
          <p15:clr>
            <a:srgbClr val="FF96FF"/>
          </p15:clr>
        </p15:guide>
        <p15:guide id="18" pos="6176">
          <p15:clr>
            <a:srgbClr val="FF96FF"/>
          </p15:clr>
        </p15:guide>
        <p15:guide id="19" pos="6312">
          <p15:clr>
            <a:srgbClr val="FF96FF"/>
          </p15:clr>
        </p15:guide>
        <p15:guide id="20" pos="7378">
          <p15:clr>
            <a:srgbClr val="FF96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D9CCAD-AAFC-410D-B880-7C2773ADABD1}"/>
              </a:ext>
            </a:extLst>
          </p:cNvPr>
          <p:cNvSpPr>
            <a:spLocks noGrp="1"/>
          </p:cNvSpPr>
          <p:nvPr>
            <p:ph type="ftr" sz="quarter" idx="11"/>
            <p:custDataLst>
              <p:tags r:id="rId1"/>
            </p:custDataLst>
          </p:nvPr>
        </p:nvSpPr>
        <p:spPr/>
        <p:txBody>
          <a:bodyPr/>
          <a:lstStyle/>
          <a:p>
            <a:r>
              <a:rPr lang="en-US" dirty="0"/>
              <a:t>© ERA Group</a:t>
            </a:r>
          </a:p>
        </p:txBody>
      </p:sp>
      <p:sp>
        <p:nvSpPr>
          <p:cNvPr id="4" name="Slide Number Placeholder 3">
            <a:extLst>
              <a:ext uri="{FF2B5EF4-FFF2-40B4-BE49-F238E27FC236}">
                <a16:creationId xmlns:a16="http://schemas.microsoft.com/office/drawing/2014/main" id="{4BE1F325-5998-45C4-8BA3-1EC661464454}"/>
              </a:ext>
            </a:extLst>
          </p:cNvPr>
          <p:cNvSpPr>
            <a:spLocks noGrp="1"/>
          </p:cNvSpPr>
          <p:nvPr>
            <p:ph type="sldNum" sz="quarter" idx="12"/>
            <p:custDataLst>
              <p:tags r:id="rId2"/>
            </p:custDataLst>
          </p:nvPr>
        </p:nvSpPr>
        <p:spPr/>
        <p:txBody>
          <a:bodyPr/>
          <a:lstStyle/>
          <a:p>
            <a:fld id="{F9C97B4F-A257-426B-BCB5-E8BA1624BD45}" type="slidenum">
              <a:rPr lang="en-US" smtClean="0"/>
              <a:t>‹Nr.›</a:t>
            </a:fld>
            <a:endParaRPr lang="en-US"/>
          </a:p>
        </p:txBody>
      </p:sp>
      <p:sp>
        <p:nvSpPr>
          <p:cNvPr id="2" name="Guides" hidden="1">
            <a:extLst>
              <a:ext uri="{FF2B5EF4-FFF2-40B4-BE49-F238E27FC236}">
                <a16:creationId xmlns:a16="http://schemas.microsoft.com/office/drawing/2014/main" id="{1C57F73A-36AA-442A-A1E0-1502ED2B320F}"/>
              </a:ext>
            </a:extLst>
          </p:cNvPr>
          <p:cNvSpPr/>
          <p:nvPr userDrawn="1">
            <p:custDataLst>
              <p:tags r:id="rId3"/>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422748485"/>
      </p:ext>
    </p:extLst>
  </p:cSld>
  <p:clrMapOvr>
    <a:masterClrMapping/>
  </p:clrMapOvr>
  <p:extLst>
    <p:ext uri="{DCECCB84-F9BA-43D5-87BE-67443E8EF086}">
      <p15:sldGuideLst xmlns:p15="http://schemas.microsoft.com/office/powerpoint/2012/main">
        <p15:guide id="1" orient="horz" pos="439">
          <p15:clr>
            <a:srgbClr val="8F8F8F"/>
          </p15:clr>
        </p15:guide>
        <p15:guide id="2" orient="horz" pos="667">
          <p15:clr>
            <a:srgbClr val="8F8F8F"/>
          </p15:clr>
        </p15:guide>
        <p15:guide id="3" orient="horz" pos="907">
          <p15:clr>
            <a:srgbClr val="FF96FF"/>
          </p15:clr>
        </p15:guide>
        <p15:guide id="4" orient="horz" pos="2331">
          <p15:clr>
            <a:srgbClr val="FF96FF"/>
          </p15:clr>
        </p15:guide>
        <p15:guide id="5" orient="horz" pos="2467">
          <p15:clr>
            <a:srgbClr val="FF96FF"/>
          </p15:clr>
        </p15:guide>
        <p15:guide id="6" orient="horz" pos="3891">
          <p15:clr>
            <a:srgbClr val="FF96FF"/>
          </p15:clr>
        </p15:guide>
        <p15:guide id="7" orient="horz" pos="4000">
          <p15:clr>
            <a:srgbClr val="8F8F8F"/>
          </p15:clr>
        </p15:guide>
        <p15:guide id="8" orient="horz" pos="4320">
          <p15:clr>
            <a:srgbClr val="8F8F8F"/>
          </p15:clr>
        </p15:guide>
        <p15:guide id="9" pos="301">
          <p15:clr>
            <a:srgbClr val="FF96FF"/>
          </p15:clr>
        </p15:guide>
        <p15:guide id="10" pos="1367">
          <p15:clr>
            <a:srgbClr val="FF96FF"/>
          </p15:clr>
        </p15:guide>
        <p15:guide id="11" pos="1503">
          <p15:clr>
            <a:srgbClr val="FF96FF"/>
          </p15:clr>
        </p15:guide>
        <p15:guide id="12" pos="2569">
          <p15:clr>
            <a:srgbClr val="FF96FF"/>
          </p15:clr>
        </p15:guide>
        <p15:guide id="13" pos="2705">
          <p15:clr>
            <a:srgbClr val="FF96FF"/>
          </p15:clr>
        </p15:guide>
        <p15:guide id="14" pos="3771">
          <p15:clr>
            <a:srgbClr val="FF96FF"/>
          </p15:clr>
        </p15:guide>
        <p15:guide id="15" pos="3908">
          <p15:clr>
            <a:srgbClr val="FF96FF"/>
          </p15:clr>
        </p15:guide>
        <p15:guide id="16" pos="4974">
          <p15:clr>
            <a:srgbClr val="FF96FF"/>
          </p15:clr>
        </p15:guide>
        <p15:guide id="17" pos="5110">
          <p15:clr>
            <a:srgbClr val="FF96FF"/>
          </p15:clr>
        </p15:guide>
        <p15:guide id="18" pos="6176">
          <p15:clr>
            <a:srgbClr val="FF96FF"/>
          </p15:clr>
        </p15:guide>
        <p15:guide id="19" pos="6312">
          <p15:clr>
            <a:srgbClr val="FF96FF"/>
          </p15:clr>
        </p15:guide>
        <p15:guide id="20" pos="7378">
          <p15:clr>
            <a:srgbClr val="FF96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Cover">
    <p:spTree>
      <p:nvGrpSpPr>
        <p:cNvPr id="1" name=""/>
        <p:cNvGrpSpPr/>
        <p:nvPr/>
      </p:nvGrpSpPr>
      <p:grpSpPr>
        <a:xfrm>
          <a:off x="0" y="0"/>
          <a:ext cx="0" cy="0"/>
          <a:chOff x="0" y="0"/>
          <a:chExt cx="0" cy="0"/>
        </a:xfrm>
      </p:grpSpPr>
      <p:pic>
        <p:nvPicPr>
          <p:cNvPr id="817498803" name="image" descr="{&quot;templafy&quot;:{&quot;id&quot;:&quot;a0f7fb3a-bda7-4fd2-82f8-8467bf241f5d&quot;}}"/>
          <p:cNvPicPr>
            <a:picLocks noChangeAspect="1"/>
          </p:cNvPicPr>
          <p:nvPr/>
        </p:nvPicPr>
        <p:blipFill>
          <a:blip r:embed="rId20"/>
          <a:stretch>
            <a:fillRect/>
          </a:stretch>
        </p:blipFill>
        <p:spPr>
          <a:xfrm>
            <a:off x="0" y="0"/>
            <a:ext cx="12305109" cy="6858000"/>
          </a:xfrm>
          <a:prstGeom prst="rect">
            <a:avLst/>
          </a:prstGeom>
        </p:spPr>
      </p:pic>
      <p:sp>
        <p:nvSpPr>
          <p:cNvPr id="39" name="TextBox 38">
            <a:extLst>
              <a:ext uri="{FF2B5EF4-FFF2-40B4-BE49-F238E27FC236}">
                <a16:creationId xmlns:a16="http://schemas.microsoft.com/office/drawing/2014/main" id="{7041DE90-D0FC-49B7-9E7F-C2E5D7395CF7}"/>
              </a:ext>
            </a:extLst>
          </p:cNvPr>
          <p:cNvSpPr txBox="1"/>
          <p:nvPr userDrawn="1">
            <p:custDataLst>
              <p:tags r:id="rId1"/>
            </p:custDataLst>
          </p:nvPr>
        </p:nvSpPr>
        <p:spPr>
          <a:xfrm>
            <a:off x="780579" y="3584233"/>
            <a:ext cx="5315418" cy="3976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0" dirty="0">
                <a:solidFill>
                  <a:schemeClr val="bg1"/>
                </a:solidFill>
                <a:latin typeface="+mj-lt"/>
              </a:rPr>
              <a:t>ERA Group</a:t>
            </a:r>
          </a:p>
          <a:p>
            <a:pPr algn="l"/>
            <a:endParaRPr lang="en-GB" sz="2400" b="1" dirty="0">
              <a:solidFill>
                <a:schemeClr val="bg1"/>
              </a:solidFill>
              <a:latin typeface="+mj-lt"/>
            </a:endParaRPr>
          </a:p>
        </p:txBody>
      </p:sp>
      <p:sp>
        <p:nvSpPr>
          <p:cNvPr id="42" name="text" descr="{&quot;templafy&quot;:{&quot;id&quot;:&quot;0a168a64-e565-46e4-97a1-12a2ae449962&quot;}}" hidden="1" title="text">
            <a:extLst>
              <a:ext uri="{FF2B5EF4-FFF2-40B4-BE49-F238E27FC236}">
                <a16:creationId xmlns:a16="http://schemas.microsoft.com/office/drawing/2014/main" id="{24C6B772-7C11-420F-9118-9BD47D0CF8D9}"/>
              </a:ext>
            </a:extLst>
          </p:cNvPr>
          <p:cNvSpPr txBox="1"/>
          <p:nvPr userDrawn="1">
            <p:custDataLst>
              <p:tags r:id="rId2"/>
            </p:custDataLst>
          </p:nvPr>
        </p:nvSpPr>
        <p:spPr>
          <a:xfrm>
            <a:off x="809542" y="4266759"/>
            <a:ext cx="5286455" cy="369332"/>
          </a:xfrm>
          <a:prstGeom prst="rect">
            <a:avLst/>
          </a:prstGeom>
          <a:noFill/>
        </p:spPr>
        <p:txBody>
          <a:bodyPr wrap="square" lIns="0" tIns="0" rIns="0" bIns="0" rtlCol="0">
            <a:noAutofit/>
          </a:bodyPr>
          <a:lstStyle/>
          <a:p>
            <a:pPr algn="l"/>
            <a:r>
              <a:rPr lang="en-GB" sz="2400" b="1" dirty="0">
                <a:solidFill>
                  <a:schemeClr val="bg1"/>
                </a:solidFill>
                <a:latin typeface="+mj-lt"/>
              </a:rPr>
              <a:t>For:</a:t>
            </a:r>
          </a:p>
        </p:txBody>
      </p:sp>
      <p:sp>
        <p:nvSpPr>
          <p:cNvPr id="50" name="text1" descr="{&quot;templafy&quot;:{&quot;id&quot;:&quot;67f46400-17c6-4520-bdcc-e5d83680eadd&quot;}}" title="text">
            <a:extLst>
              <a:ext uri="{FF2B5EF4-FFF2-40B4-BE49-F238E27FC236}">
                <a16:creationId xmlns:a16="http://schemas.microsoft.com/office/drawing/2014/main" id="{0EFA632F-CEC2-40AE-A005-2E9769B6FE0F}"/>
              </a:ext>
            </a:extLst>
          </p:cNvPr>
          <p:cNvSpPr txBox="1"/>
          <p:nvPr userDrawn="1">
            <p:custDataLst>
              <p:tags r:id="rId3"/>
            </p:custDataLst>
          </p:nvPr>
        </p:nvSpPr>
        <p:spPr>
          <a:xfrm>
            <a:off x="780583" y="5917939"/>
            <a:ext cx="198388" cy="184666"/>
          </a:xfrm>
          <a:prstGeom prst="rect">
            <a:avLst/>
          </a:prstGeom>
          <a:noFill/>
        </p:spPr>
        <p:txBody>
          <a:bodyPr wrap="square" lIns="0" tIns="0" rIns="0" bIns="0" rtlCol="0">
            <a:spAutoFit/>
          </a:bodyPr>
          <a:lstStyle/>
          <a:p>
            <a:pPr algn="l"/>
            <a:r>
              <a:rPr lang="en-GB" sz="1200" b="0" dirty="0">
                <a:solidFill>
                  <a:schemeClr val="bg1"/>
                </a:solidFill>
                <a:latin typeface="+mj-lt"/>
              </a:rPr>
              <a:t>M:</a:t>
            </a:r>
          </a:p>
        </p:txBody>
      </p:sp>
      <p:sp>
        <p:nvSpPr>
          <p:cNvPr id="51" name="text12" descr="{&quot;templafy&quot;:{&quot;id&quot;:&quot;11e5746d-2b0b-44b9-b006-e1fb381a799b&quot;}}" title="text">
            <a:extLst>
              <a:ext uri="{FF2B5EF4-FFF2-40B4-BE49-F238E27FC236}">
                <a16:creationId xmlns:a16="http://schemas.microsoft.com/office/drawing/2014/main" id="{C01787FB-588B-4C54-9E7C-B4DC134B9221}"/>
              </a:ext>
            </a:extLst>
          </p:cNvPr>
          <p:cNvSpPr txBox="1"/>
          <p:nvPr userDrawn="1">
            <p:custDataLst>
              <p:tags r:id="rId4"/>
            </p:custDataLst>
          </p:nvPr>
        </p:nvSpPr>
        <p:spPr>
          <a:xfrm>
            <a:off x="780583" y="6124680"/>
            <a:ext cx="198388" cy="184666"/>
          </a:xfrm>
          <a:prstGeom prst="rect">
            <a:avLst/>
          </a:prstGeom>
          <a:noFill/>
        </p:spPr>
        <p:txBody>
          <a:bodyPr wrap="square" lIns="0" tIns="0" rIns="0" bIns="0" rtlCol="0">
            <a:spAutoFit/>
          </a:bodyPr>
          <a:lstStyle/>
          <a:p>
            <a:pPr algn="l"/>
            <a:r>
              <a:rPr lang="en-GB" sz="1200" b="0" dirty="0">
                <a:solidFill>
                  <a:schemeClr val="bg1"/>
                </a:solidFill>
                <a:latin typeface="+mj-lt"/>
              </a:rPr>
              <a:t>E:</a:t>
            </a:r>
          </a:p>
        </p:txBody>
      </p:sp>
      <p:sp>
        <p:nvSpPr>
          <p:cNvPr id="56" name="text3" descr="{&quot;templafy&quot;:{&quot;id&quot;:&quot;e99a06dc-c013-4ead-9272-62f67926bc34&quot;}}" title="Translations.pp_Created">
            <a:extLst>
              <a:ext uri="{FF2B5EF4-FFF2-40B4-BE49-F238E27FC236}">
                <a16:creationId xmlns:a16="http://schemas.microsoft.com/office/drawing/2014/main" id="{02EB11CC-461F-4DED-B2BC-340140B41FE4}"/>
              </a:ext>
            </a:extLst>
          </p:cNvPr>
          <p:cNvSpPr txBox="1"/>
          <p:nvPr userDrawn="1">
            <p:custDataLst>
              <p:tags r:id="rId5"/>
            </p:custDataLst>
          </p:nvPr>
        </p:nvSpPr>
        <p:spPr>
          <a:xfrm>
            <a:off x="780582" y="5318943"/>
            <a:ext cx="3318739" cy="184666"/>
          </a:xfrm>
          <a:prstGeom prst="rect">
            <a:avLst/>
          </a:prstGeom>
          <a:noFill/>
        </p:spPr>
        <p:txBody>
          <a:bodyPr wrap="square" lIns="0" tIns="0" rIns="0" bIns="0" rtlCol="0">
            <a:spAutoFit/>
          </a:bodyPr>
          <a:lstStyle/>
          <a:p>
            <a:pPr algn="l"/>
            <a:r>
              <a:t>Created by:</a:t>
            </a:r>
          </a:p>
        </p:txBody>
      </p:sp>
      <p:sp>
        <p:nvSpPr>
          <p:cNvPr id="9" name="Text Placeholder 8">
            <a:extLst>
              <a:ext uri="{FF2B5EF4-FFF2-40B4-BE49-F238E27FC236}">
                <a16:creationId xmlns:a16="http://schemas.microsoft.com/office/drawing/2014/main" id="{023C95D3-42A5-4CA3-9DDA-CEF4CC5E3303}"/>
              </a:ext>
            </a:extLst>
          </p:cNvPr>
          <p:cNvSpPr>
            <a:spLocks noGrp="1"/>
          </p:cNvSpPr>
          <p:nvPr>
            <p:ph type="body" sz="quarter" idx="13" hasCustomPrompt="1"/>
            <p:custDataLst>
              <p:tags r:id="rId6"/>
            </p:custDataLst>
          </p:nvPr>
        </p:nvSpPr>
        <p:spPr>
          <a:xfrm>
            <a:off x="4297709" y="5499740"/>
            <a:ext cx="3543300" cy="184666"/>
          </a:xfrm>
        </p:spPr>
        <p:txBody>
          <a:bodyPr/>
          <a:lstStyle>
            <a:lvl1pPr marL="0" indent="0">
              <a:lnSpc>
                <a:spcPct val="100000"/>
              </a:lnSpc>
              <a:buNone/>
              <a:defRPr sz="1200" b="0">
                <a:solidFill>
                  <a:schemeClr val="bg1"/>
                </a:solidFill>
                <a:latin typeface="+mj-lt"/>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Consultant Name</a:t>
            </a:r>
            <a:endParaRPr lang="en-GB" dirty="0"/>
          </a:p>
        </p:txBody>
      </p:sp>
      <p:sp>
        <p:nvSpPr>
          <p:cNvPr id="59" name="Text Placeholder 81">
            <a:extLst>
              <a:ext uri="{FF2B5EF4-FFF2-40B4-BE49-F238E27FC236}">
                <a16:creationId xmlns:a16="http://schemas.microsoft.com/office/drawing/2014/main" id="{83D53D79-8C4C-479E-9788-9A5B72412199}"/>
              </a:ext>
            </a:extLst>
          </p:cNvPr>
          <p:cNvSpPr>
            <a:spLocks noGrp="1"/>
          </p:cNvSpPr>
          <p:nvPr>
            <p:ph type="body" sz="quarter" idx="14" hasCustomPrompt="1"/>
            <p:custDataLst>
              <p:tags r:id="rId7"/>
            </p:custDataLst>
          </p:nvPr>
        </p:nvSpPr>
        <p:spPr>
          <a:xfrm>
            <a:off x="4297709" y="5710774"/>
            <a:ext cx="3543300" cy="184666"/>
          </a:xfrm>
        </p:spPr>
        <p:txBody>
          <a:bodyPr/>
          <a:lstStyle>
            <a:lvl1pPr marL="0" indent="0">
              <a:lnSpc>
                <a:spcPct val="100000"/>
              </a:lnSpc>
              <a:buNone/>
              <a:defRPr sz="1200" b="0">
                <a:solidFill>
                  <a:schemeClr val="bg1"/>
                </a:solidFill>
                <a:latin typeface="+mj-lt"/>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Title</a:t>
            </a:r>
            <a:endParaRPr lang="en-GB" dirty="0"/>
          </a:p>
        </p:txBody>
      </p:sp>
      <p:sp>
        <p:nvSpPr>
          <p:cNvPr id="60" name="Text Placeholder 82">
            <a:extLst>
              <a:ext uri="{FF2B5EF4-FFF2-40B4-BE49-F238E27FC236}">
                <a16:creationId xmlns:a16="http://schemas.microsoft.com/office/drawing/2014/main" id="{CFBF395C-C8C3-4169-BC6F-295F437BD1E8}"/>
              </a:ext>
            </a:extLst>
          </p:cNvPr>
          <p:cNvSpPr>
            <a:spLocks noGrp="1"/>
          </p:cNvSpPr>
          <p:nvPr>
            <p:ph type="body" sz="quarter" idx="15" hasCustomPrompt="1"/>
            <p:custDataLst>
              <p:tags r:id="rId8"/>
            </p:custDataLst>
          </p:nvPr>
        </p:nvSpPr>
        <p:spPr>
          <a:xfrm>
            <a:off x="4297709" y="5917939"/>
            <a:ext cx="3543300" cy="184666"/>
          </a:xfrm>
        </p:spPr>
        <p:txBody>
          <a:bodyPr/>
          <a:lstStyle>
            <a:lvl1pPr marL="0" indent="0">
              <a:lnSpc>
                <a:spcPct val="100000"/>
              </a:lnSpc>
              <a:buNone/>
              <a:defRPr sz="1200" b="0">
                <a:solidFill>
                  <a:schemeClr val="bg1"/>
                </a:solidFill>
                <a:latin typeface="+mj-lt"/>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M: Number</a:t>
            </a:r>
            <a:endParaRPr lang="en-GB" dirty="0"/>
          </a:p>
        </p:txBody>
      </p:sp>
      <p:sp>
        <p:nvSpPr>
          <p:cNvPr id="61" name="Text Placeholder 83">
            <a:extLst>
              <a:ext uri="{FF2B5EF4-FFF2-40B4-BE49-F238E27FC236}">
                <a16:creationId xmlns:a16="http://schemas.microsoft.com/office/drawing/2014/main" id="{EE0673EE-5BBA-430D-B9E6-477A0C73ACE7}"/>
              </a:ext>
            </a:extLst>
          </p:cNvPr>
          <p:cNvSpPr>
            <a:spLocks noGrp="1"/>
          </p:cNvSpPr>
          <p:nvPr>
            <p:ph type="body" sz="quarter" idx="16" hasCustomPrompt="1"/>
            <p:custDataLst>
              <p:tags r:id="rId9"/>
            </p:custDataLst>
          </p:nvPr>
        </p:nvSpPr>
        <p:spPr>
          <a:xfrm>
            <a:off x="4297709" y="6124680"/>
            <a:ext cx="3543300" cy="184666"/>
          </a:xfrm>
        </p:spPr>
        <p:txBody>
          <a:bodyPr/>
          <a:lstStyle>
            <a:lvl1pPr marL="0" indent="0">
              <a:lnSpc>
                <a:spcPct val="100000"/>
              </a:lnSpc>
              <a:buNone/>
              <a:defRPr sz="1200" b="0">
                <a:solidFill>
                  <a:schemeClr val="bg1"/>
                </a:solidFill>
                <a:latin typeface="+mj-lt"/>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E: Email</a:t>
            </a:r>
            <a:endParaRPr lang="en-GB" dirty="0"/>
          </a:p>
        </p:txBody>
      </p:sp>
      <p:sp>
        <p:nvSpPr>
          <p:cNvPr id="2" name="Guides" hidden="1">
            <a:extLst>
              <a:ext uri="{FF2B5EF4-FFF2-40B4-BE49-F238E27FC236}">
                <a16:creationId xmlns:a16="http://schemas.microsoft.com/office/drawing/2014/main" id="{A387A157-8698-4232-9E01-E424511810BB}"/>
              </a:ext>
            </a:extLst>
          </p:cNvPr>
          <p:cNvSpPr/>
          <p:nvPr userDrawn="1">
            <p:custDataLst>
              <p:tags r:id="rId10"/>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4" name="text2" descr="{&quot;templafy&quot;:{&quot;id&quot;:&quot;303bf4c1-e46f-4926-982a-95531fdd3f3a&quot;}}" hidden="1" title="Form.Title">
            <a:extLst>
              <a:ext uri="{FF2B5EF4-FFF2-40B4-BE49-F238E27FC236}">
                <a16:creationId xmlns:a16="http://schemas.microsoft.com/office/drawing/2014/main" id="{1A5AE413-8A03-4DF4-A9ED-D055F8A3E4DC}"/>
              </a:ext>
            </a:extLst>
          </p:cNvPr>
          <p:cNvSpPr/>
          <p:nvPr userDrawn="1">
            <p:custDataLst>
              <p:tags r:id="rId11"/>
            </p:custDataLst>
          </p:nvPr>
        </p:nvSpPr>
        <p:spPr>
          <a:xfrm>
            <a:off x="797975" y="1710353"/>
            <a:ext cx="6833107" cy="14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3600" dirty="0">
              <a:solidFill>
                <a:schemeClr val="bg1"/>
              </a:solidFill>
              <a:latin typeface="+mj-lt"/>
            </a:endParaRPr>
          </a:p>
        </p:txBody>
      </p:sp>
      <p:sp>
        <p:nvSpPr>
          <p:cNvPr id="5" name="text13" descr="{&quot;templafy&quot;:{&quot;id&quot;:&quot;e0a5fe9a-1112-4413-82d9-398979afc840&quot;}}" hidden="1" title="Form.CompanyName">
            <a:extLst>
              <a:ext uri="{FF2B5EF4-FFF2-40B4-BE49-F238E27FC236}">
                <a16:creationId xmlns:a16="http://schemas.microsoft.com/office/drawing/2014/main" id="{3D24E56B-EE6F-45D5-B522-529F9CD6985B}"/>
              </a:ext>
            </a:extLst>
          </p:cNvPr>
          <p:cNvSpPr/>
          <p:nvPr userDrawn="1">
            <p:custDataLst>
              <p:tags r:id="rId12"/>
            </p:custDataLst>
          </p:nvPr>
        </p:nvSpPr>
        <p:spPr>
          <a:xfrm>
            <a:off x="809542" y="4636372"/>
            <a:ext cx="5634584"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2400" dirty="0">
              <a:solidFill>
                <a:schemeClr val="bg1"/>
              </a:solidFill>
              <a:latin typeface="+mj-lt"/>
            </a:endParaRPr>
          </a:p>
        </p:txBody>
      </p:sp>
      <p:sp>
        <p:nvSpPr>
          <p:cNvPr id="6" name="text11" descr="{&quot;templafy&quot;:{&quot;id&quot;:&quot;b830821f-6371-4e72-832c-7171e23c2eee&quot;}}" title="UserProfile.Name">
            <a:extLst>
              <a:ext uri="{FF2B5EF4-FFF2-40B4-BE49-F238E27FC236}">
                <a16:creationId xmlns:a16="http://schemas.microsoft.com/office/drawing/2014/main" id="{5C0F24F6-1120-4F7C-99EF-207BC3919389}"/>
              </a:ext>
            </a:extLst>
          </p:cNvPr>
          <p:cNvSpPr/>
          <p:nvPr userDrawn="1">
            <p:custDataLst>
              <p:tags r:id="rId13"/>
            </p:custDataLst>
          </p:nvPr>
        </p:nvSpPr>
        <p:spPr>
          <a:xfrm>
            <a:off x="780582" y="5503609"/>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Thomas Löwer</a:t>
            </a:r>
          </a:p>
        </p:txBody>
      </p:sp>
      <p:sp>
        <p:nvSpPr>
          <p:cNvPr id="8" name="text24" descr="{&quot;templafy&quot;:{&quot;id&quot;:&quot;d3d52afd-aabf-47cd-8f3d-ca67027368bd&quot;}}" title="UserProfile.Title">
            <a:extLst>
              <a:ext uri="{FF2B5EF4-FFF2-40B4-BE49-F238E27FC236}">
                <a16:creationId xmlns:a16="http://schemas.microsoft.com/office/drawing/2014/main" id="{65FA84A7-A198-4D41-839B-0F650DE9CC9F}"/>
              </a:ext>
            </a:extLst>
          </p:cNvPr>
          <p:cNvSpPr/>
          <p:nvPr userDrawn="1">
            <p:custDataLst>
              <p:tags r:id="rId14"/>
            </p:custDataLst>
          </p:nvPr>
        </p:nvSpPr>
        <p:spPr>
          <a:xfrm>
            <a:off x="780582" y="5710774"/>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Leiter Kommunikation &amp; Marketing</a:t>
            </a:r>
          </a:p>
        </p:txBody>
      </p:sp>
      <p:sp>
        <p:nvSpPr>
          <p:cNvPr id="13" name="text5" descr="{&quot;templafy&quot;:{&quot;id&quot;:&quot;9d6479bb-14a6-498b-adfb-f63772454a84&quot;}}" title="UserProfile.DirectPhone">
            <a:extLst>
              <a:ext uri="{FF2B5EF4-FFF2-40B4-BE49-F238E27FC236}">
                <a16:creationId xmlns:a16="http://schemas.microsoft.com/office/drawing/2014/main" id="{D3074E4E-71A1-4F44-AE52-FBA3CF34A4FD}"/>
              </a:ext>
            </a:extLst>
          </p:cNvPr>
          <p:cNvSpPr/>
          <p:nvPr userDrawn="1">
            <p:custDataLst>
              <p:tags r:id="rId15"/>
            </p:custDataLst>
          </p:nvPr>
        </p:nvSpPr>
        <p:spPr>
          <a:xfrm>
            <a:off x="978971" y="591794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+49 151 2192 8931</a:t>
            </a:r>
          </a:p>
        </p:txBody>
      </p:sp>
      <p:sp>
        <p:nvSpPr>
          <p:cNvPr id="14" name="text4" descr="{&quot;templafy&quot;:{&quot;id&quot;:&quot;4909e0f9-b25a-4846-bcf7-d8f3e0810250&quot;}}" title="UserProfile.Email">
            <a:extLst>
              <a:ext uri="{FF2B5EF4-FFF2-40B4-BE49-F238E27FC236}">
                <a16:creationId xmlns:a16="http://schemas.microsoft.com/office/drawing/2014/main" id="{6F8F04E5-1F3E-4A99-873C-E48C7AA01269}"/>
              </a:ext>
            </a:extLst>
          </p:cNvPr>
          <p:cNvSpPr/>
          <p:nvPr userDrawn="1">
            <p:custDataLst>
              <p:tags r:id="rId16"/>
            </p:custDataLst>
          </p:nvPr>
        </p:nvSpPr>
        <p:spPr>
          <a:xfrm>
            <a:off x="978971" y="612468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tloewer@eragroup.com</a:t>
            </a:r>
          </a:p>
        </p:txBody>
      </p:sp>
      <p:sp>
        <p:nvSpPr>
          <p:cNvPr id="3" name="date" descr="{&quot;templafy&quot;:{&quot;id&quot;:&quot;1fab101c-ee1d-4929-8260-cdb3c35546d0&quot;}}" title="Form.Date">
            <a:extLst>
              <a:ext uri="{FF2B5EF4-FFF2-40B4-BE49-F238E27FC236}">
                <a16:creationId xmlns:a16="http://schemas.microsoft.com/office/drawing/2014/main" id="{27D4B7A8-7484-475E-8D27-0EF530D71AEB}"/>
              </a:ext>
            </a:extLst>
          </p:cNvPr>
          <p:cNvSpPr/>
          <p:nvPr userDrawn="1">
            <p:custDataLst>
              <p:tags r:id="rId17"/>
            </p:custDataLst>
          </p:nvPr>
        </p:nvSpPr>
        <p:spPr>
          <a:xfrm>
            <a:off x="8591555" y="6051398"/>
            <a:ext cx="308717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en-GB" dirty="0">
                <a:solidFill>
                  <a:schemeClr val="bg1"/>
                </a:solidFill>
                <a:latin typeface="+mj-lt"/>
              </a:rPr>
              <a:t>3. April 2024</a:t>
            </a:r>
          </a:p>
        </p:txBody>
      </p:sp>
      <p:sp>
        <p:nvSpPr>
          <p:cNvPr id="23" name="text41" descr="{&quot;templafy&quot;:{&quot;id&quot;:&quot;41fafb48-ce83-4136-984c-994d554cddff&quot;}}" hidden="1" title="text">
            <a:extLst>
              <a:ext uri="{FF2B5EF4-FFF2-40B4-BE49-F238E27FC236}">
                <a16:creationId xmlns:a16="http://schemas.microsoft.com/office/drawing/2014/main" id="{9C72AC0D-4869-4729-BA42-FD3A58A433A6}"/>
              </a:ext>
            </a:extLst>
          </p:cNvPr>
          <p:cNvSpPr txBox="1"/>
          <p:nvPr userDrawn="1">
            <p:custDataLst>
              <p:tags r:id="rId18"/>
            </p:custDataLst>
          </p:nvPr>
        </p:nvSpPr>
        <p:spPr>
          <a:xfrm>
            <a:off x="780579" y="3224382"/>
            <a:ext cx="5315418" cy="397635"/>
          </a:xfrm>
          <a:prstGeom prst="rect">
            <a:avLst/>
          </a:prstGeom>
          <a:noFill/>
        </p:spPr>
        <p:txBody>
          <a:bodyPr wrap="square" lIns="0" tIns="0" rIns="0" bIns="0" rtlCol="0">
            <a:noAutofit/>
          </a:bodyPr>
          <a:lstStyle/>
          <a:p>
            <a:pPr algn="l"/>
            <a:r>
              <a:rPr lang="en-GB" sz="2400" b="1" dirty="0">
                <a:solidFill>
                  <a:schemeClr val="bg1"/>
                </a:solidFill>
                <a:latin typeface="+mj-lt"/>
              </a:rPr>
              <a:t>Prepared by:</a:t>
            </a:r>
          </a:p>
        </p:txBody>
      </p:sp>
      <p:sp>
        <p:nvSpPr>
          <p:cNvPr id="16" name="Prepared" descr="{&quot;templafy&quot;:{&quot;id&quot;:&quot;c07d6f9d-823f-4e76-9dd1-90c6b7e8269a&quot;}}" title="Translations.pp_Prepared">
            <a:extLst>
              <a:ext uri="{FF2B5EF4-FFF2-40B4-BE49-F238E27FC236}">
                <a16:creationId xmlns:a16="http://schemas.microsoft.com/office/drawing/2014/main" id="{62726CC4-A34D-41A2-92BD-1947FF2EECAC}"/>
              </a:ext>
            </a:extLst>
          </p:cNvPr>
          <p:cNvSpPr/>
          <p:nvPr userDrawn="1"/>
        </p:nvSpPr>
        <p:spPr>
          <a:xfrm>
            <a:off x="688633" y="3205125"/>
            <a:ext cx="5315409" cy="420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400" b="1" dirty="0">
                <a:solidFill>
                  <a:schemeClr val="bg1"/>
                </a:solidFill>
                <a:latin typeface="+mj-lt"/>
              </a:rPr>
              <a:t>Hergestellt von:</a:t>
            </a:r>
          </a:p>
        </p:txBody>
      </p:sp>
      <p:sp>
        <p:nvSpPr>
          <p:cNvPr id="17" name="for" descr="{&quot;templafy&quot;:{&quot;id&quot;:&quot;b5ef4379-d4e4-46c5-9fad-1a4c2cd2f500&quot;}}" title="Translations.pp_For">
            <a:extLst>
              <a:ext uri="{FF2B5EF4-FFF2-40B4-BE49-F238E27FC236}">
                <a16:creationId xmlns:a16="http://schemas.microsoft.com/office/drawing/2014/main" id="{5EAA1403-2CCE-407A-8230-946E19D205C4}"/>
              </a:ext>
            </a:extLst>
          </p:cNvPr>
          <p:cNvSpPr/>
          <p:nvPr userDrawn="1"/>
        </p:nvSpPr>
        <p:spPr>
          <a:xfrm>
            <a:off x="719646" y="4274139"/>
            <a:ext cx="5271382" cy="3490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l"/>
            <a:r>
              <a:rPr lang="nl-NL" sz="2400" b="1" dirty="0">
                <a:latin typeface="+mj-lt"/>
              </a:rPr>
              <a:t>Für:</a:t>
            </a:r>
          </a:p>
        </p:txBody>
      </p:sp>
      <p:pic>
        <p:nvPicPr>
          <p:cNvPr id="10" name="image1">
            <a:extLst>
              <a:ext uri="{FF2B5EF4-FFF2-40B4-BE49-F238E27FC236}">
                <a16:creationId xmlns:a16="http://schemas.microsoft.com/office/drawing/2014/main" id="{7BCBF1E9-E385-4DFE-4739-5BB5E4726909}"/>
              </a:ext>
            </a:extLst>
          </p:cNvPr>
          <p:cNvPicPr>
            <a:picLocks noChangeAspect="1"/>
          </p:cNvPicPr>
          <p:nvPr userDrawn="1"/>
        </p:nvPicPr>
        <p:blipFill>
          <a:blip r:embed="rId21" cstate="print">
            <a:extLst>
              <a:ext uri="{28A0092B-C50C-407E-A947-70E740481C1C}">
                <a14:useLocalDpi xmlns:a14="http://schemas.microsoft.com/office/drawing/2010/main"/>
              </a:ext>
            </a:extLst>
          </a:blip>
          <a:srcRect/>
          <a:stretch/>
        </p:blipFill>
        <p:spPr>
          <a:xfrm>
            <a:off x="719645" y="622723"/>
            <a:ext cx="1335923" cy="944819"/>
          </a:xfrm>
          <a:prstGeom prst="rect">
            <a:avLst/>
          </a:prstGeom>
        </p:spPr>
      </p:pic>
      <p:grpSp>
        <p:nvGrpSpPr>
          <p:cNvPr id="15" name="Group 14">
            <a:extLst>
              <a:ext uri="{FF2B5EF4-FFF2-40B4-BE49-F238E27FC236}">
                <a16:creationId xmlns:a16="http://schemas.microsoft.com/office/drawing/2014/main" id="{124FAAC2-1499-6064-8686-8EEE373AAF1C}"/>
              </a:ext>
            </a:extLst>
          </p:cNvPr>
          <p:cNvGrpSpPr/>
          <p:nvPr userDrawn="1"/>
        </p:nvGrpSpPr>
        <p:grpSpPr>
          <a:xfrm>
            <a:off x="9739223" y="6429865"/>
            <a:ext cx="1749315" cy="115200"/>
            <a:chOff x="9739223" y="6429865"/>
            <a:chExt cx="1749315" cy="115200"/>
          </a:xfrm>
        </p:grpSpPr>
        <p:cxnSp>
          <p:nvCxnSpPr>
            <p:cNvPr id="18" name="Straight Connector 17">
              <a:extLst>
                <a:ext uri="{FF2B5EF4-FFF2-40B4-BE49-F238E27FC236}">
                  <a16:creationId xmlns:a16="http://schemas.microsoft.com/office/drawing/2014/main" id="{578D76FA-627E-8DA0-E7BE-AA4AD02E1B12}"/>
                </a:ext>
              </a:extLst>
            </p:cNvPr>
            <p:cNvCxnSpPr/>
            <p:nvPr userDrawn="1"/>
          </p:nvCxnSpPr>
          <p:spPr>
            <a:xfrm>
              <a:off x="9739223" y="6487064"/>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53D46F12-93C8-B475-806C-7491B2A6CB13}"/>
                </a:ext>
              </a:extLst>
            </p:cNvPr>
            <p:cNvSpPr/>
            <p:nvPr userDrawn="1"/>
          </p:nvSpPr>
          <p:spPr>
            <a:xfrm>
              <a:off x="11373338" y="6429865"/>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grpSp>
    </p:spTree>
    <p:extLst>
      <p:ext uri="{BB962C8B-B14F-4D97-AF65-F5344CB8AC3E}">
        <p14:creationId xmlns:p14="http://schemas.microsoft.com/office/powerpoint/2010/main" val="7155731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483">
          <p15:clr>
            <a:srgbClr val="FF96FF"/>
          </p15:clr>
        </p15:guide>
        <p15:guide id="6" pos="7378">
          <p15:clr>
            <a:srgbClr val="FF96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latin typeface="+mj-lt"/>
              </a:defRPr>
            </a:lvl1pPr>
          </a:lstStyle>
          <a:p>
            <a:r>
              <a:rPr lang="de-DE"/>
              <a:t>Mastertitelformat bearbeiten</a:t>
            </a:r>
            <a:endParaRPr lang="en-GB" dirty="0"/>
          </a:p>
        </p:txBody>
      </p:sp>
      <p:sp>
        <p:nvSpPr>
          <p:cNvPr id="11" name="TextBox 10">
            <a:extLst>
              <a:ext uri="{FF2B5EF4-FFF2-40B4-BE49-F238E27FC236}">
                <a16:creationId xmlns:a16="http://schemas.microsoft.com/office/drawing/2014/main" id="{DF54A03A-4ECE-4B60-B5FA-6180A9ACEA7A}"/>
              </a:ext>
            </a:extLst>
          </p:cNvPr>
          <p:cNvSpPr txBox="1"/>
          <p:nvPr userDrawn="1">
            <p:custDataLst>
              <p:tags r:id="rId2"/>
            </p:custDataLst>
          </p:nvPr>
        </p:nvSpPr>
        <p:spPr>
          <a:xfrm>
            <a:off x="4145756" y="4171071"/>
            <a:ext cx="3900487" cy="369332"/>
          </a:xfrm>
          <a:prstGeom prst="rect">
            <a:avLst/>
          </a:prstGeom>
          <a:noFill/>
        </p:spPr>
        <p:txBody>
          <a:bodyPr wrap="square" lIns="0" tIns="0" rIns="0" bIns="0" rtlCol="0">
            <a:spAutoFit/>
          </a:bodyPr>
          <a:lstStyle/>
          <a:p>
            <a:pPr algn="ctr"/>
            <a:r>
              <a:rPr lang="en-GB" sz="2400" dirty="0">
                <a:latin typeface="+mj-lt"/>
              </a:rPr>
              <a:t>Value Through Insight™</a:t>
            </a:r>
          </a:p>
        </p:txBody>
      </p:sp>
      <p:sp>
        <p:nvSpPr>
          <p:cNvPr id="3" name="Guides" hidden="1">
            <a:extLst>
              <a:ext uri="{FF2B5EF4-FFF2-40B4-BE49-F238E27FC236}">
                <a16:creationId xmlns:a16="http://schemas.microsoft.com/office/drawing/2014/main" id="{D67A0D60-DA17-4EB7-B83D-FD6094671140}"/>
              </a:ext>
            </a:extLst>
          </p:cNvPr>
          <p:cNvSpPr/>
          <p:nvPr userDrawn="1">
            <p:custDataLst>
              <p:tags r:id="rId3"/>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grpSp>
        <p:nvGrpSpPr>
          <p:cNvPr id="4" name="Group 3">
            <a:extLst>
              <a:ext uri="{FF2B5EF4-FFF2-40B4-BE49-F238E27FC236}">
                <a16:creationId xmlns:a16="http://schemas.microsoft.com/office/drawing/2014/main" id="{3118739E-DF9A-4C4C-6D15-1411911AF0B7}"/>
              </a:ext>
            </a:extLst>
          </p:cNvPr>
          <p:cNvGrpSpPr/>
          <p:nvPr userDrawn="1"/>
        </p:nvGrpSpPr>
        <p:grpSpPr>
          <a:xfrm>
            <a:off x="5110073" y="3588692"/>
            <a:ext cx="1749315" cy="115200"/>
            <a:chOff x="5110073" y="3588692"/>
            <a:chExt cx="1749315" cy="115200"/>
          </a:xfrm>
        </p:grpSpPr>
        <p:cxnSp>
          <p:nvCxnSpPr>
            <p:cNvPr id="5" name="Straight Connector 4">
              <a:extLst>
                <a:ext uri="{FF2B5EF4-FFF2-40B4-BE49-F238E27FC236}">
                  <a16:creationId xmlns:a16="http://schemas.microsoft.com/office/drawing/2014/main" id="{ED2E14CD-4363-A924-0180-AFBD6E95C97F}"/>
                </a:ext>
              </a:extLst>
            </p:cNvPr>
            <p:cNvCxnSpPr/>
            <p:nvPr userDrawn="1"/>
          </p:nvCxnSpPr>
          <p:spPr>
            <a:xfrm>
              <a:off x="5110073" y="3645891"/>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2D3EC86E-152B-7F6E-457E-AD816D2B302A}"/>
                </a:ext>
              </a:extLst>
            </p:cNvPr>
            <p:cNvSpPr/>
            <p:nvPr userDrawn="1"/>
          </p:nvSpPr>
          <p:spPr>
            <a:xfrm>
              <a:off x="6744188" y="3588692"/>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grpSp>
    </p:spTree>
    <p:extLst>
      <p:ext uri="{BB962C8B-B14F-4D97-AF65-F5344CB8AC3E}">
        <p14:creationId xmlns:p14="http://schemas.microsoft.com/office/powerpoint/2010/main" val="3647994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Section Header Pri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latin typeface="+mj-lt"/>
              </a:defRPr>
            </a:lvl1pPr>
          </a:lstStyle>
          <a:p>
            <a:r>
              <a:rPr lang="de-DE"/>
              <a:t>Mastertitelformat bearbeiten</a:t>
            </a:r>
            <a:endParaRPr lang="en-GB" dirty="0"/>
          </a:p>
        </p:txBody>
      </p:sp>
      <p:sp>
        <p:nvSpPr>
          <p:cNvPr id="11" name="TextBox 10">
            <a:extLst>
              <a:ext uri="{FF2B5EF4-FFF2-40B4-BE49-F238E27FC236}">
                <a16:creationId xmlns:a16="http://schemas.microsoft.com/office/drawing/2014/main" id="{DF54A03A-4ECE-4B60-B5FA-6180A9ACEA7A}"/>
              </a:ext>
            </a:extLst>
          </p:cNvPr>
          <p:cNvSpPr txBox="1"/>
          <p:nvPr userDrawn="1">
            <p:custDataLst>
              <p:tags r:id="rId2"/>
            </p:custDataLst>
          </p:nvPr>
        </p:nvSpPr>
        <p:spPr>
          <a:xfrm>
            <a:off x="4145756" y="4171071"/>
            <a:ext cx="3900487" cy="369332"/>
          </a:xfrm>
          <a:prstGeom prst="rect">
            <a:avLst/>
          </a:prstGeom>
          <a:noFill/>
        </p:spPr>
        <p:txBody>
          <a:bodyPr wrap="square" lIns="0" tIns="0" rIns="0" bIns="0" rtlCol="0">
            <a:spAutoFit/>
          </a:bodyPr>
          <a:lstStyle/>
          <a:p>
            <a:pPr algn="ctr"/>
            <a:r>
              <a:rPr lang="en-GB" sz="2400" dirty="0">
                <a:latin typeface="+mj-lt"/>
              </a:rPr>
              <a:t>Value Through Insight™</a:t>
            </a:r>
          </a:p>
        </p:txBody>
      </p:sp>
      <p:sp>
        <p:nvSpPr>
          <p:cNvPr id="3" name="Guides" hidden="1">
            <a:extLst>
              <a:ext uri="{FF2B5EF4-FFF2-40B4-BE49-F238E27FC236}">
                <a16:creationId xmlns:a16="http://schemas.microsoft.com/office/drawing/2014/main" id="{CD4E96A5-B858-449E-8D89-DAE91ADBCAC2}"/>
              </a:ext>
            </a:extLst>
          </p:cNvPr>
          <p:cNvSpPr/>
          <p:nvPr userDrawn="1">
            <p:custDataLst>
              <p:tags r:id="rId3"/>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grpSp>
        <p:nvGrpSpPr>
          <p:cNvPr id="4" name="Group 3">
            <a:extLst>
              <a:ext uri="{FF2B5EF4-FFF2-40B4-BE49-F238E27FC236}">
                <a16:creationId xmlns:a16="http://schemas.microsoft.com/office/drawing/2014/main" id="{8CD0C3F3-684A-D2A8-77B2-EBF8E4CD96F2}"/>
              </a:ext>
            </a:extLst>
          </p:cNvPr>
          <p:cNvGrpSpPr/>
          <p:nvPr userDrawn="1"/>
        </p:nvGrpSpPr>
        <p:grpSpPr>
          <a:xfrm>
            <a:off x="5110073" y="3588692"/>
            <a:ext cx="1749315" cy="115200"/>
            <a:chOff x="5110073" y="3588692"/>
            <a:chExt cx="1749315" cy="115200"/>
          </a:xfrm>
        </p:grpSpPr>
        <p:cxnSp>
          <p:nvCxnSpPr>
            <p:cNvPr id="5" name="Straight Connector 4">
              <a:extLst>
                <a:ext uri="{FF2B5EF4-FFF2-40B4-BE49-F238E27FC236}">
                  <a16:creationId xmlns:a16="http://schemas.microsoft.com/office/drawing/2014/main" id="{897B0D20-B86F-0F6E-E0F6-CEFF1B658B0D}"/>
                </a:ext>
              </a:extLst>
            </p:cNvPr>
            <p:cNvCxnSpPr/>
            <p:nvPr userDrawn="1"/>
          </p:nvCxnSpPr>
          <p:spPr>
            <a:xfrm>
              <a:off x="5110073" y="3645891"/>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1C031742-39DA-D79E-2DCC-6D2C4165A115}"/>
                </a:ext>
              </a:extLst>
            </p:cNvPr>
            <p:cNvSpPr/>
            <p:nvPr userDrawn="1"/>
          </p:nvSpPr>
          <p:spPr>
            <a:xfrm>
              <a:off x="6744188" y="3588692"/>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grpSp>
    </p:spTree>
    <p:extLst>
      <p:ext uri="{BB962C8B-B14F-4D97-AF65-F5344CB8AC3E}">
        <p14:creationId xmlns:p14="http://schemas.microsoft.com/office/powerpoint/2010/main" val="41906271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j-lt"/>
              </a:defRPr>
            </a:lvl1pPr>
          </a:lstStyle>
          <a:p>
            <a:r>
              <a:rPr lang="de-DE"/>
              <a:t>Mastertitelformat bearbeiten</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4" name="Text Placeholder 3">
            <a:extLst>
              <a:ext uri="{FF2B5EF4-FFF2-40B4-BE49-F238E27FC236}">
                <a16:creationId xmlns:a16="http://schemas.microsoft.com/office/drawing/2014/main" id="{76B27031-8ED6-41E6-8DF4-984103566FE5}"/>
              </a:ext>
            </a:extLst>
          </p:cNvPr>
          <p:cNvSpPr>
            <a:spLocks noGrp="1"/>
          </p:cNvSpPr>
          <p:nvPr>
            <p:ph type="body" sz="quarter" idx="14"/>
            <p:custDataLst>
              <p:tags r:id="rId5"/>
            </p:custDataLst>
          </p:nvPr>
        </p:nvSpPr>
        <p:spPr>
          <a:xfrm>
            <a:off x="477838" y="1770073"/>
            <a:ext cx="7418387" cy="4114789"/>
          </a:xfrm>
        </p:spPr>
        <p:txBody>
          <a:bodyPr/>
          <a:lstStyle>
            <a:lvl1pPr marL="0" indent="0">
              <a:lnSpc>
                <a:spcPct val="100000"/>
              </a:lnSpc>
              <a:spcBef>
                <a:spcPts val="0"/>
              </a:spcBef>
              <a:spcAft>
                <a:spcPts val="0"/>
              </a:spcAft>
              <a:buFont typeface="Arial" panose="020B0604020202020204" pitchFamily="34" charset="0"/>
              <a:buNone/>
              <a:tabLst>
                <a:tab pos="7177088" algn="r"/>
              </a:tabLst>
              <a:defRPr sz="1200" b="0" i="0">
                <a:solidFill>
                  <a:schemeClr val="tx2"/>
                </a:solidFill>
                <a:latin typeface="+mj-lt"/>
              </a:defRPr>
            </a:lvl1pPr>
            <a:lvl2pPr marL="0" indent="0">
              <a:lnSpc>
                <a:spcPct val="100000"/>
              </a:lnSpc>
              <a:spcBef>
                <a:spcPts val="0"/>
              </a:spcBef>
              <a:spcAft>
                <a:spcPts val="0"/>
              </a:spcAft>
              <a:buFont typeface="Arial" panose="020B0604020202020204" pitchFamily="34" charset="0"/>
              <a:buNone/>
              <a:tabLst>
                <a:tab pos="7177088" algn="r"/>
              </a:tabLst>
              <a:defRPr sz="1200" b="0" i="0">
                <a:solidFill>
                  <a:schemeClr val="bg2"/>
                </a:solidFill>
                <a:latin typeface="+mn-lt"/>
              </a:defRPr>
            </a:lvl2pPr>
            <a:lvl3pPr marL="0" indent="0">
              <a:lnSpc>
                <a:spcPct val="100000"/>
              </a:lnSpc>
              <a:spcBef>
                <a:spcPts val="0"/>
              </a:spcBef>
              <a:spcAft>
                <a:spcPts val="0"/>
              </a:spcAft>
              <a:buFont typeface="Arial" panose="020B0604020202020204" pitchFamily="34" charset="0"/>
              <a:buNone/>
              <a:defRPr sz="1200" b="0" i="0">
                <a:latin typeface="+mn-lt"/>
              </a:defRPr>
            </a:lvl3pPr>
            <a:lvl4pPr marL="0" indent="0">
              <a:lnSpc>
                <a:spcPct val="100000"/>
              </a:lnSpc>
              <a:spcBef>
                <a:spcPts val="0"/>
              </a:spcBef>
              <a:spcAft>
                <a:spcPts val="0"/>
              </a:spcAft>
              <a:buFont typeface="Arial" panose="020B0604020202020204" pitchFamily="34" charset="0"/>
              <a:buNone/>
              <a:defRPr sz="1200" b="0" i="0">
                <a:latin typeface="+mn-lt"/>
              </a:defRPr>
            </a:lvl4pPr>
            <a:lvl5pPr marL="0" indent="0">
              <a:buFont typeface="Arial" panose="020B0604020202020204" pitchFamily="34" charset="0"/>
              <a:buNone/>
              <a:defRPr sz="1800" b="0" i="0">
                <a:latin typeface="+mn-lt"/>
              </a:defRPr>
            </a:lvl5pPr>
            <a:lvl6pPr marL="0" indent="0">
              <a:buNone/>
              <a:defRPr sz="1800" b="0" i="0"/>
            </a:lvl6pPr>
            <a:lvl7pPr marL="0" indent="0">
              <a:buNone/>
              <a:defRPr sz="1800" b="0" i="0"/>
            </a:lvl7pPr>
            <a:lvl8pPr marL="0" indent="0">
              <a:buNone/>
              <a:defRPr sz="1800" b="0" i="0"/>
            </a:lvl8pPr>
            <a:lvl9pPr marL="0" indent="0">
              <a:buNone/>
              <a:defRPr sz="1800" b="0" i="0"/>
            </a:lvl9pPr>
          </a:lstStyle>
          <a:p>
            <a:pPr lvl="0"/>
            <a:r>
              <a:rPr lang="de-DE"/>
              <a:t>Mastertextformat bearbeiten</a:t>
            </a:r>
          </a:p>
          <a:p>
            <a:pPr lvl="1"/>
            <a:r>
              <a:rPr lang="de-DE"/>
              <a:t>Zweite Ebene</a:t>
            </a:r>
          </a:p>
          <a:p>
            <a:pPr lvl="2"/>
            <a:r>
              <a:rPr lang="de-DE"/>
              <a:t>Dritte Ebene</a:t>
            </a:r>
          </a:p>
          <a:p>
            <a:pPr lvl="3"/>
            <a:r>
              <a:rPr lang="de-DE"/>
              <a:t>Vierte Ebene</a:t>
            </a:r>
          </a:p>
        </p:txBody>
      </p:sp>
      <p:sp>
        <p:nvSpPr>
          <p:cNvPr id="3" name="Guides" hidden="1">
            <a:extLst>
              <a:ext uri="{FF2B5EF4-FFF2-40B4-BE49-F238E27FC236}">
                <a16:creationId xmlns:a16="http://schemas.microsoft.com/office/drawing/2014/main" id="{F7D1C558-71A1-4B97-9530-F2AA06DDA5F8}"/>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02556075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4133701"/>
          </a:xfrm>
        </p:spPr>
        <p:txBody>
          <a:bodyPr/>
          <a:lstStyle>
            <a:lvl1pPr>
              <a:defRPr>
                <a:latin typeface="+mj-lt"/>
              </a:defRPr>
            </a:lvl1pPr>
            <a:lvl2pPr>
              <a:defRPr>
                <a:latin typeface="+mj-lt"/>
              </a:defRPr>
            </a:lvl2pPr>
            <a:lvl3pPr>
              <a:defRPr>
                <a:solidFill>
                  <a:schemeClr val="tx2"/>
                </a:solidFill>
                <a:latin typeface="+mj-lt"/>
              </a:defRPr>
            </a:lvl3pPr>
            <a:lvl4pPr>
              <a:defRPr>
                <a:solidFill>
                  <a:schemeClr val="tx2"/>
                </a:solidFill>
                <a:latin typeface="+mj-lt"/>
              </a:defRPr>
            </a:lvl4pPr>
            <a:lvl5pPr>
              <a:defRPr>
                <a:solidFill>
                  <a:schemeClr val="tx2"/>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4" name="Guides" hidden="1">
            <a:extLst>
              <a:ext uri="{FF2B5EF4-FFF2-40B4-BE49-F238E27FC236}">
                <a16:creationId xmlns:a16="http://schemas.microsoft.com/office/drawing/2014/main" id="{8EC57307-AD1F-47B7-A572-962C1511FB95}"/>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475289429"/>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2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13370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6204001" y="1751369"/>
            <a:ext cx="5509200" cy="413463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4114834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3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1" y="1751161"/>
            <a:ext cx="3599488" cy="413370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4294188" y="1751369"/>
            <a:ext cx="3602037" cy="413463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8"/>
            </p:custDataLst>
          </p:nvPr>
        </p:nvSpPr>
        <p:spPr>
          <a:xfrm>
            <a:off x="8110538" y="1751161"/>
            <a:ext cx="3602037" cy="413463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214021715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2569">
          <p15:clr>
            <a:srgbClr val="FF96FF"/>
          </p15:clr>
        </p15:guide>
        <p15:guide id="9" pos="2705">
          <p15:clr>
            <a:srgbClr val="FF96FF"/>
          </p15:clr>
        </p15:guide>
        <p15:guide id="10" pos="4974">
          <p15:clr>
            <a:srgbClr val="FF96FF"/>
          </p15:clr>
        </p15:guide>
        <p15:guide id="11" pos="5110">
          <p15:clr>
            <a:srgbClr val="FF96FF"/>
          </p15:clr>
        </p15:guide>
        <p15:guide id="12" pos="7378">
          <p15:clr>
            <a:srgbClr val="FF96F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4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3765" cy="194930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478800" y="3933615"/>
            <a:ext cx="5507663" cy="194909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8"/>
            </p:custDataLst>
          </p:nvPr>
        </p:nvSpPr>
        <p:spPr>
          <a:xfrm>
            <a:off x="6203950" y="1751161"/>
            <a:ext cx="5508625" cy="194930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11" name="Content Placeholder 611">
            <a:extLst>
              <a:ext uri="{FF2B5EF4-FFF2-40B4-BE49-F238E27FC236}">
                <a16:creationId xmlns:a16="http://schemas.microsoft.com/office/drawing/2014/main" id="{C61AC6F7-A653-447E-A7DC-D822A1E27BB8}"/>
              </a:ext>
            </a:extLst>
          </p:cNvPr>
          <p:cNvSpPr>
            <a:spLocks noGrp="1"/>
          </p:cNvSpPr>
          <p:nvPr>
            <p:ph sz="quarter" idx="16"/>
            <p:custDataLst>
              <p:tags r:id="rId9"/>
            </p:custDataLst>
          </p:nvPr>
        </p:nvSpPr>
        <p:spPr>
          <a:xfrm>
            <a:off x="6203950" y="3916363"/>
            <a:ext cx="5508625" cy="194930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185738762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2331">
          <p15:clr>
            <a:srgbClr val="FF96FF"/>
          </p15:clr>
        </p15:guide>
        <p15:guide id="5" orient="horz" pos="2467">
          <p15:clr>
            <a:srgbClr val="FF96FF"/>
          </p15:clr>
        </p15:guide>
        <p15:guide id="6" orient="horz" pos="3891">
          <p15:clr>
            <a:srgbClr val="FF96FF"/>
          </p15:clr>
        </p15:guide>
        <p15:guide id="7" orient="horz" pos="4000">
          <p15:clr>
            <a:srgbClr val="717275"/>
          </p15:clr>
        </p15:guide>
        <p15:guide id="8" orient="horz" pos="4320">
          <p15:clr>
            <a:srgbClr val="717275"/>
          </p15:clr>
        </p15:guide>
        <p15:guide id="9" pos="301">
          <p15:clr>
            <a:srgbClr val="FF96FF"/>
          </p15:clr>
        </p15:guide>
        <p15:guide id="10" pos="3771">
          <p15:clr>
            <a:srgbClr val="FF96FF"/>
          </p15:clr>
        </p15:guide>
        <p15:guide id="11" pos="3908">
          <p15:clr>
            <a:srgbClr val="FF96FF"/>
          </p15:clr>
        </p15:guide>
        <p15:guide id="12" pos="7378">
          <p15:clr>
            <a:srgbClr val="FF96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2 x Content Light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356350"/>
          </a:xfrm>
          <a:prstGeom prst="rect">
            <a:avLst/>
          </a:prstGeom>
          <a:solidFill>
            <a:schemeClr val="accent3">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8591547" y="1751161"/>
            <a:ext cx="3121029" cy="413370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7" name="Guides" hidden="1">
            <a:extLst>
              <a:ext uri="{FF2B5EF4-FFF2-40B4-BE49-F238E27FC236}">
                <a16:creationId xmlns:a16="http://schemas.microsoft.com/office/drawing/2014/main" id="{6BBD5BAA-1D47-4836-AB2C-663CD71B11A5}"/>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86477246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2 x Content Dark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356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8591547" y="1751161"/>
            <a:ext cx="3121029" cy="4133701"/>
          </a:xfrm>
        </p:spPr>
        <p:txBody>
          <a:bodyPr/>
          <a:lstStyle>
            <a:lvl1pPr>
              <a:defRPr>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742923497"/>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atin typeface="+mj-lt"/>
              </a:defRPr>
            </a:lvl1pPr>
          </a:lstStyle>
          <a:p>
            <a:r>
              <a:rPr lang="en-GB" dirty="0"/>
              <a:t>Add Picture</a:t>
            </a: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656815888"/>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2 x 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atin typeface="+mj-lt"/>
              </a:defRPr>
            </a:lvl1pPr>
          </a:lstStyle>
          <a:p>
            <a:r>
              <a:rPr lang="en-GB" dirty="0"/>
              <a:t>Add Picture</a:t>
            </a: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1" y="1751161"/>
            <a:ext cx="3601076" cy="413370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21">
            <a:extLst>
              <a:ext uri="{FF2B5EF4-FFF2-40B4-BE49-F238E27FC236}">
                <a16:creationId xmlns:a16="http://schemas.microsoft.com/office/drawing/2014/main" id="{19C28B1B-133D-47AC-9604-F5AF1FAC2909}"/>
              </a:ext>
            </a:extLst>
          </p:cNvPr>
          <p:cNvSpPr>
            <a:spLocks noGrp="1"/>
          </p:cNvSpPr>
          <p:nvPr>
            <p:ph idx="15"/>
            <p:custDataLst>
              <p:tags r:id="rId8"/>
            </p:custDataLst>
          </p:nvPr>
        </p:nvSpPr>
        <p:spPr>
          <a:xfrm>
            <a:off x="4294188" y="1751160"/>
            <a:ext cx="3601076" cy="413370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95947672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1/2 Page Light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0" y="3428621"/>
            <a:ext cx="12192001" cy="2926971"/>
          </a:xfrm>
          <a:solidFill>
            <a:schemeClr val="accent3">
              <a:alpha val="12000"/>
            </a:schemeClr>
          </a:solidFill>
        </p:spPr>
        <p:txBody>
          <a:bodyPr lIns="478800" tIns="180000" rIns="478800" bIns="108000"/>
          <a:lstStyle>
            <a:lvl1pPr>
              <a:defRPr>
                <a:solidFill>
                  <a:schemeClr val="tx1"/>
                </a:solidFill>
                <a:latin typeface="+mj-lt"/>
              </a:defRPr>
            </a:lvl1pPr>
            <a:lvl2pPr>
              <a:defRPr>
                <a:solidFill>
                  <a:schemeClr val="tx2"/>
                </a:solidFill>
                <a:latin typeface="+mj-lt"/>
              </a:defRPr>
            </a:lvl2pPr>
            <a:lvl3pPr>
              <a:defRPr>
                <a:solidFill>
                  <a:schemeClr val="tx2"/>
                </a:solidFill>
                <a:latin typeface="+mj-lt"/>
              </a:defRPr>
            </a:lvl3pPr>
            <a:lvl4pPr>
              <a:defRPr>
                <a:solidFill>
                  <a:schemeClr val="tx2"/>
                </a:solidFill>
                <a:latin typeface="+mj-lt"/>
              </a:defRPr>
            </a:lvl4pPr>
            <a:lvl5pPr>
              <a:defRPr>
                <a:solidFill>
                  <a:schemeClr val="tx2"/>
                </a:solidFill>
                <a:latin typeface="+mj-lt"/>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427436226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1/2 Page Light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1" y="697124"/>
            <a:ext cx="5507662"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6096000" y="-9235"/>
            <a:ext cx="6096001" cy="6364828"/>
          </a:xfrm>
          <a:solidFill>
            <a:schemeClr val="accent3">
              <a:alpha val="12000"/>
            </a:schemeClr>
          </a:solidFill>
        </p:spPr>
        <p:txBody>
          <a:bodyPr lIns="478800" tIns="1764000" rIns="478800" bIns="108000"/>
          <a:lstStyle>
            <a:lvl1pPr>
              <a:defRPr>
                <a:solidFill>
                  <a:schemeClr val="tx1"/>
                </a:solidFill>
                <a:latin typeface="+mj-lt"/>
              </a:defRPr>
            </a:lvl1pPr>
            <a:lvl2pPr>
              <a:defRPr>
                <a:solidFill>
                  <a:schemeClr val="tx2"/>
                </a:solidFill>
                <a:latin typeface="+mj-lt"/>
              </a:defRPr>
            </a:lvl2pPr>
            <a:lvl3pPr>
              <a:defRPr>
                <a:solidFill>
                  <a:schemeClr val="tx2"/>
                </a:solidFill>
                <a:latin typeface="+mj-lt"/>
              </a:defRPr>
            </a:lvl3pPr>
            <a:lvl4pPr>
              <a:defRPr>
                <a:solidFill>
                  <a:schemeClr val="tx2"/>
                </a:solidFill>
                <a:latin typeface="+mj-lt"/>
              </a:defRPr>
            </a:lvl4pPr>
            <a:lvl5pPr>
              <a:defRPr>
                <a:solidFill>
                  <a:schemeClr val="tx2"/>
                </a:solidFill>
                <a:latin typeface="+mj-lt"/>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216236037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1/2 Page Dark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0" y="3428621"/>
            <a:ext cx="12192001" cy="2926971"/>
          </a:xfrm>
          <a:solidFill>
            <a:schemeClr val="accent1"/>
          </a:solidFill>
        </p:spPr>
        <p:txBody>
          <a:bodyPr lIns="478800" tIns="180000" rIns="478800" bIns="108000"/>
          <a:lstStyle>
            <a:lvl1pPr>
              <a:defRPr>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1060178377"/>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1/2 Page Dark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5507663"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6096000" y="-9235"/>
            <a:ext cx="6096001" cy="6364828"/>
          </a:xfrm>
          <a:solidFill>
            <a:schemeClr val="accent1"/>
          </a:solidFill>
        </p:spPr>
        <p:txBody>
          <a:bodyPr lIns="478800" tIns="1764000" rIns="478800" bIns="108000"/>
          <a:lstStyle>
            <a:lvl1pPr>
              <a:defRPr>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308495454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1 x Content Light 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0" y="2389188"/>
            <a:ext cx="12191997" cy="44688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694526" y="2617875"/>
            <a:ext cx="11019636" cy="326698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Guides" hidden="1">
            <a:extLst>
              <a:ext uri="{FF2B5EF4-FFF2-40B4-BE49-F238E27FC236}">
                <a16:creationId xmlns:a16="http://schemas.microsoft.com/office/drawing/2014/main" id="{78890168-1A2A-431B-BAF2-81CBB1A60E7D}"/>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83802031"/>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2 x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lvl1pPr>
              <a:defRPr>
                <a:latin typeface="+mj-lt"/>
              </a:defRPr>
            </a:lvl1pPr>
          </a:lstStyle>
          <a:p>
            <a:r>
              <a:rPr lang="de-DE"/>
              <a:t>Mastertitelformat bearbeiten</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9200" cy="4134839"/>
          </a:xfrm>
          <a:solidFill>
            <a:schemeClr val="bg2">
              <a:alpha val="12000"/>
            </a:schemeClr>
          </a:solidFill>
        </p:spPr>
        <p:txBody>
          <a:bodyPr lIns="144000" tIns="144000" rIns="144000" bIns="144000"/>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10" name="Content Placeholder 21">
            <a:extLst>
              <a:ext uri="{FF2B5EF4-FFF2-40B4-BE49-F238E27FC236}">
                <a16:creationId xmlns:a16="http://schemas.microsoft.com/office/drawing/2014/main" id="{31C5FEEE-DCA3-4C0C-B068-A006F93B9358}"/>
              </a:ext>
            </a:extLst>
          </p:cNvPr>
          <p:cNvSpPr>
            <a:spLocks noGrp="1"/>
          </p:cNvSpPr>
          <p:nvPr>
            <p:ph idx="14"/>
            <p:custDataLst>
              <p:tags r:id="rId6"/>
            </p:custDataLst>
          </p:nvPr>
        </p:nvSpPr>
        <p:spPr>
          <a:xfrm>
            <a:off x="6204001" y="1751162"/>
            <a:ext cx="5509200" cy="4134839"/>
          </a:xfrm>
          <a:solidFill>
            <a:schemeClr val="bg2">
              <a:alpha val="12000"/>
            </a:schemeClr>
          </a:solidFill>
        </p:spPr>
        <p:txBody>
          <a:bodyPr lIns="144000" tIns="144000" rIns="144000" bIns="144000"/>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4" name="Guides" hidden="1">
            <a:extLst>
              <a:ext uri="{FF2B5EF4-FFF2-40B4-BE49-F238E27FC236}">
                <a16:creationId xmlns:a16="http://schemas.microsoft.com/office/drawing/2014/main" id="{BDBE3A7C-86FE-4F5A-A024-3B8EC57E3F04}"/>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270782887"/>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io x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j-lt"/>
              </a:defRPr>
            </a:lvl1pPr>
          </a:lstStyle>
          <a:p>
            <a:r>
              <a:rPr lang="de-DE"/>
              <a:t>Mastertitelformat bearbeiten</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p:custDataLst>
              <p:tags r:id="rId5"/>
            </p:custDataLst>
          </p:nvPr>
        </p:nvSpPr>
        <p:spPr>
          <a:xfrm>
            <a:off x="-1" y="2786063"/>
            <a:ext cx="4078287" cy="3570287"/>
          </a:xfrm>
          <a:solidFill>
            <a:schemeClr val="tx1"/>
          </a:solidFill>
        </p:spPr>
        <p:txBody>
          <a:bodyPr lIns="478800" tIns="1368000" rIns="360000" bIns="180000"/>
          <a:lstStyle>
            <a:lvl1pPr marL="0" indent="0">
              <a:buNone/>
              <a:defRPr sz="2000" b="0">
                <a:solidFill>
                  <a:schemeClr val="bg1"/>
                </a:solidFill>
                <a:latin typeface="+mj-lt"/>
              </a:defRPr>
            </a:lvl1pPr>
            <a:lvl2pPr marL="0" indent="0">
              <a:buNone/>
              <a:defRPr sz="1400" b="0">
                <a:solidFill>
                  <a:schemeClr val="bg1"/>
                </a:solidFill>
                <a:latin typeface="+mj-lt"/>
              </a:defRPr>
            </a:lvl2pPr>
            <a:lvl3pPr marL="0" indent="0">
              <a:buNone/>
              <a:defRPr sz="14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de-DE"/>
              <a:t>Mastertextformat bearbeiten</a:t>
            </a:r>
          </a:p>
          <a:p>
            <a:pPr lvl="1"/>
            <a:r>
              <a:rPr lang="de-DE"/>
              <a:t>Zweite Ebene</a:t>
            </a:r>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6"/>
            </p:custDataLst>
          </p:nvPr>
        </p:nvSpPr>
        <p:spPr>
          <a:xfrm>
            <a:off x="477838" y="2278106"/>
            <a:ext cx="1620000" cy="162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a:latin typeface="+mj-lt"/>
              </a:defRPr>
            </a:lvl1pPr>
          </a:lstStyle>
          <a:p>
            <a:r>
              <a:rPr lang="en-GB" dirty="0"/>
              <a:t>Add Picture</a:t>
            </a:r>
          </a:p>
        </p:txBody>
      </p:sp>
      <p:sp>
        <p:nvSpPr>
          <p:cNvPr id="13" name="Content Placeholder 12">
            <a:extLst>
              <a:ext uri="{FF2B5EF4-FFF2-40B4-BE49-F238E27FC236}">
                <a16:creationId xmlns:a16="http://schemas.microsoft.com/office/drawing/2014/main" id="{0131FCA9-B4F9-4173-8087-AF678BC2662F}"/>
              </a:ext>
            </a:extLst>
          </p:cNvPr>
          <p:cNvSpPr>
            <a:spLocks noGrp="1"/>
          </p:cNvSpPr>
          <p:nvPr>
            <p:ph sz="quarter" idx="16"/>
            <p:custDataLst>
              <p:tags r:id="rId7"/>
            </p:custDataLst>
          </p:nvPr>
        </p:nvSpPr>
        <p:spPr>
          <a:xfrm>
            <a:off x="4294188" y="2786063"/>
            <a:ext cx="3602037" cy="357028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16" name="Content Placeholder 15">
            <a:extLst>
              <a:ext uri="{FF2B5EF4-FFF2-40B4-BE49-F238E27FC236}">
                <a16:creationId xmlns:a16="http://schemas.microsoft.com/office/drawing/2014/main" id="{12BEEAB4-D46C-49FB-8DFD-68CA500EF55D}"/>
              </a:ext>
            </a:extLst>
          </p:cNvPr>
          <p:cNvSpPr>
            <a:spLocks noGrp="1"/>
          </p:cNvSpPr>
          <p:nvPr>
            <p:ph sz="quarter" idx="17"/>
            <p:custDataLst>
              <p:tags r:id="rId8"/>
            </p:custDataLst>
          </p:nvPr>
        </p:nvSpPr>
        <p:spPr>
          <a:xfrm>
            <a:off x="8112125" y="2786063"/>
            <a:ext cx="3600450" cy="3570286"/>
          </a:xfrm>
          <a:solidFill>
            <a:srgbClr val="3ABDDC">
              <a:alpha val="5098"/>
            </a:srgbClr>
          </a:solidFill>
        </p:spPr>
        <p:txBody>
          <a:bodyPr lIns="180000" tIns="180000" rIns="180000"/>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3" name="Guides" hidden="1">
            <a:extLst>
              <a:ext uri="{FF2B5EF4-FFF2-40B4-BE49-F238E27FC236}">
                <a16:creationId xmlns:a16="http://schemas.microsoft.com/office/drawing/2014/main" id="{926C083B-1498-4631-9F7F-D0B1E171A116}"/>
              </a:ext>
            </a:extLst>
          </p:cNvPr>
          <p:cNvSpPr/>
          <p:nvPr userDrawn="1">
            <p:custDataLst>
              <p:tags r:id="rId9"/>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333414728"/>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io x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j-lt"/>
              </a:defRPr>
            </a:lvl1pPr>
          </a:lstStyle>
          <a:p>
            <a:r>
              <a:rPr lang="de-DE"/>
              <a:t>Mastertitelformat bearbeiten</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hasCustomPrompt="1"/>
            <p:custDataLst>
              <p:tags r:id="rId5"/>
            </p:custDataLst>
          </p:nvPr>
        </p:nvSpPr>
        <p:spPr>
          <a:xfrm>
            <a:off x="488661"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latin typeface="+mj-lt"/>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6"/>
            </p:custDataLst>
          </p:nvPr>
        </p:nvSpPr>
        <p:spPr>
          <a:xfrm>
            <a:off x="3126876"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atin typeface="+mj-lt"/>
              </a:defRPr>
            </a:lvl1pPr>
          </a:lstStyle>
          <a:p>
            <a:r>
              <a:rPr lang="en-GB" dirty="0"/>
              <a:t>Add Picture</a:t>
            </a:r>
          </a:p>
        </p:txBody>
      </p:sp>
      <p:sp>
        <p:nvSpPr>
          <p:cNvPr id="14" name="Text Placeholder 61">
            <a:extLst>
              <a:ext uri="{FF2B5EF4-FFF2-40B4-BE49-F238E27FC236}">
                <a16:creationId xmlns:a16="http://schemas.microsoft.com/office/drawing/2014/main" id="{08A933B5-4B6E-48FB-9434-D11EEE592D7D}"/>
              </a:ext>
            </a:extLst>
          </p:cNvPr>
          <p:cNvSpPr>
            <a:spLocks noGrp="1"/>
          </p:cNvSpPr>
          <p:nvPr>
            <p:ph type="body" sz="quarter" idx="16" hasCustomPrompt="1"/>
            <p:custDataLst>
              <p:tags r:id="rId7"/>
            </p:custDataLst>
          </p:nvPr>
        </p:nvSpPr>
        <p:spPr>
          <a:xfrm>
            <a:off x="429419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latin typeface="+mj-lt"/>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7" name="Picture Placeholder 142">
            <a:extLst>
              <a:ext uri="{FF2B5EF4-FFF2-40B4-BE49-F238E27FC236}">
                <a16:creationId xmlns:a16="http://schemas.microsoft.com/office/drawing/2014/main" id="{9D0CDE38-1CD6-4F68-9805-B68519BE01B2}"/>
              </a:ext>
            </a:extLst>
          </p:cNvPr>
          <p:cNvSpPr>
            <a:spLocks noGrp="1"/>
          </p:cNvSpPr>
          <p:nvPr>
            <p:ph type="pic" sz="quarter" idx="17" hasCustomPrompt="1"/>
            <p:custDataLst>
              <p:tags r:id="rId8"/>
            </p:custDataLst>
          </p:nvPr>
        </p:nvSpPr>
        <p:spPr>
          <a:xfrm>
            <a:off x="693240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atin typeface="+mj-lt"/>
              </a:defRPr>
            </a:lvl1pPr>
          </a:lstStyle>
          <a:p>
            <a:r>
              <a:rPr lang="en-GB" dirty="0"/>
              <a:t>Add Picture</a:t>
            </a:r>
          </a:p>
        </p:txBody>
      </p:sp>
      <p:sp>
        <p:nvSpPr>
          <p:cNvPr id="18" name="Text Placeholder 63">
            <a:extLst>
              <a:ext uri="{FF2B5EF4-FFF2-40B4-BE49-F238E27FC236}">
                <a16:creationId xmlns:a16="http://schemas.microsoft.com/office/drawing/2014/main" id="{FC6DBB79-511B-4231-A7E9-1CA8279E9669}"/>
              </a:ext>
            </a:extLst>
          </p:cNvPr>
          <p:cNvSpPr>
            <a:spLocks noGrp="1"/>
          </p:cNvSpPr>
          <p:nvPr>
            <p:ph type="body" sz="quarter" idx="18" hasCustomPrompt="1"/>
            <p:custDataLst>
              <p:tags r:id="rId9"/>
            </p:custDataLst>
          </p:nvPr>
        </p:nvSpPr>
        <p:spPr>
          <a:xfrm>
            <a:off x="812295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latin typeface="+mj-lt"/>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9" name="Picture Placeholder 144">
            <a:extLst>
              <a:ext uri="{FF2B5EF4-FFF2-40B4-BE49-F238E27FC236}">
                <a16:creationId xmlns:a16="http://schemas.microsoft.com/office/drawing/2014/main" id="{D446FD71-60A7-4A0B-9111-C588EBA4BD7A}"/>
              </a:ext>
            </a:extLst>
          </p:cNvPr>
          <p:cNvSpPr>
            <a:spLocks noGrp="1"/>
          </p:cNvSpPr>
          <p:nvPr>
            <p:ph type="pic" sz="quarter" idx="19" hasCustomPrompt="1"/>
            <p:custDataLst>
              <p:tags r:id="rId10"/>
            </p:custDataLst>
          </p:nvPr>
        </p:nvSpPr>
        <p:spPr>
          <a:xfrm>
            <a:off x="1076116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atin typeface="+mj-lt"/>
              </a:defRPr>
            </a:lvl1pPr>
          </a:lstStyle>
          <a:p>
            <a:r>
              <a:rPr lang="en-GB" dirty="0"/>
              <a:t>Add Picture</a:t>
            </a:r>
          </a:p>
        </p:txBody>
      </p:sp>
      <p:sp>
        <p:nvSpPr>
          <p:cNvPr id="4" name="Text Placeholder 3">
            <a:extLst>
              <a:ext uri="{FF2B5EF4-FFF2-40B4-BE49-F238E27FC236}">
                <a16:creationId xmlns:a16="http://schemas.microsoft.com/office/drawing/2014/main" id="{7CF301A6-DC93-4A07-8C2D-526A2A2D5693}"/>
              </a:ext>
            </a:extLst>
          </p:cNvPr>
          <p:cNvSpPr>
            <a:spLocks noGrp="1"/>
          </p:cNvSpPr>
          <p:nvPr>
            <p:ph type="body" sz="quarter" idx="20"/>
            <p:custDataLst>
              <p:tags r:id="rId11"/>
            </p:custDataLst>
          </p:nvPr>
        </p:nvSpPr>
        <p:spPr>
          <a:xfrm>
            <a:off x="477838" y="1439862"/>
            <a:ext cx="11234737" cy="380825"/>
          </a:xfrm>
        </p:spPr>
        <p:txBody>
          <a:bodyPr/>
          <a:lstStyle>
            <a:lvl1pPr marL="0" indent="0">
              <a:defRPr sz="1200" b="0">
                <a:solidFill>
                  <a:schemeClr val="tx2"/>
                </a:solidFill>
                <a:latin typeface="+mj-lt"/>
              </a:defRPr>
            </a:lvl1pPr>
            <a:lvl2pPr marL="0" indent="0">
              <a:defRPr sz="1200" b="0">
                <a:solidFill>
                  <a:schemeClr val="tx2"/>
                </a:solidFill>
                <a:latin typeface="+mn-lt"/>
              </a:defRPr>
            </a:lvl2pPr>
            <a:lvl3pPr marL="0" indent="0">
              <a:defRPr sz="1200" b="0">
                <a:solidFill>
                  <a:schemeClr val="tx2"/>
                </a:solidFill>
                <a:latin typeface="+mn-lt"/>
              </a:defRPr>
            </a:lvl3pPr>
            <a:lvl4pPr marL="0" indent="0">
              <a:defRPr sz="1200" b="0">
                <a:solidFill>
                  <a:schemeClr val="tx2"/>
                </a:solidFill>
                <a:latin typeface="+mn-lt"/>
              </a:defRPr>
            </a:lvl4pPr>
            <a:lvl5pPr marL="0" indent="0">
              <a:defRPr sz="1200" b="0">
                <a:solidFill>
                  <a:schemeClr val="tx2"/>
                </a:solidFill>
                <a:latin typeface="+mn-lt"/>
              </a:defRPr>
            </a:lvl5pPr>
          </a:lstStyle>
          <a:p>
            <a:pPr lvl="0"/>
            <a:r>
              <a:rPr lang="de-DE"/>
              <a:t>Mastertextformat bearbeiten</a:t>
            </a:r>
          </a:p>
        </p:txBody>
      </p:sp>
      <p:sp>
        <p:nvSpPr>
          <p:cNvPr id="3" name="Guides" hidden="1">
            <a:extLst>
              <a:ext uri="{FF2B5EF4-FFF2-40B4-BE49-F238E27FC236}">
                <a16:creationId xmlns:a16="http://schemas.microsoft.com/office/drawing/2014/main" id="{FA5E3DB0-1825-4F3B-B682-F2311B9AC806}"/>
              </a:ext>
            </a:extLst>
          </p:cNvPr>
          <p:cNvSpPr/>
          <p:nvPr userDrawn="1">
            <p:custDataLst>
              <p:tags r:id="rId12"/>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72199436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j-lt"/>
              </a:defRPr>
            </a:lvl1pPr>
          </a:lstStyle>
          <a:p>
            <a:r>
              <a:rPr lang="de-DE"/>
              <a:t>Mastertitelformat bearbeiten</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lvl1pPr>
              <a:defRPr>
                <a:latin typeface="+mj-lt"/>
              </a:defRPr>
            </a:lvl1p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lvl1pPr>
              <a:defRPr>
                <a:latin typeface="+mj-lt"/>
              </a:defRPr>
            </a:lvl1pPr>
          </a:lstStyle>
          <a:p>
            <a:fld id="{F9C97B4F-A257-426B-BCB5-E8BA1624BD45}" type="slidenum">
              <a:rPr lang="en-GB" smtClean="0"/>
              <a:pPr/>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3" name="Guides" hidden="1">
            <a:extLst>
              <a:ext uri="{FF2B5EF4-FFF2-40B4-BE49-F238E27FC236}">
                <a16:creationId xmlns:a16="http://schemas.microsoft.com/office/drawing/2014/main" id="{51214D4D-461C-4F2C-B673-39831BF1BC9B}"/>
              </a:ext>
            </a:extLst>
          </p:cNvPr>
          <p:cNvSpPr/>
          <p:nvPr userDrawn="1">
            <p:custDataLst>
              <p:tags r:id="rId5"/>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523074629"/>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519571831" name="image" descr="{&quot;templafy&quot;:{&quot;id&quot;:&quot;65f495f6-1328-458c-a1c6-edd62d10c90d&quot;}}"/>
          <p:cNvPicPr>
            <a:picLocks noChangeAspect="1"/>
          </p:cNvPicPr>
          <p:nvPr/>
        </p:nvPicPr>
        <p:blipFill>
          <a:blip r:embed="rId20"/>
          <a:stretch>
            <a:fillRect/>
          </a:stretch>
        </p:blipFill>
        <p:spPr>
          <a:xfrm>
            <a:off x="0" y="0"/>
            <a:ext cx="12305109" cy="6858000"/>
          </a:xfrm>
          <a:prstGeom prst="rect">
            <a:avLst/>
          </a:prstGeom>
        </p:spPr>
      </p:pic>
      <p:sp>
        <p:nvSpPr>
          <p:cNvPr id="39" name="TextBox 38">
            <a:extLst>
              <a:ext uri="{FF2B5EF4-FFF2-40B4-BE49-F238E27FC236}">
                <a16:creationId xmlns:a16="http://schemas.microsoft.com/office/drawing/2014/main" id="{7041DE90-D0FC-49B7-9E7F-C2E5D7395CF7}"/>
              </a:ext>
            </a:extLst>
          </p:cNvPr>
          <p:cNvSpPr txBox="1"/>
          <p:nvPr userDrawn="1">
            <p:custDataLst>
              <p:tags r:id="rId1"/>
            </p:custDataLst>
          </p:nvPr>
        </p:nvSpPr>
        <p:spPr>
          <a:xfrm>
            <a:off x="780579" y="3584233"/>
            <a:ext cx="5315418" cy="3976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0" dirty="0">
                <a:solidFill>
                  <a:schemeClr val="bg1"/>
                </a:solidFill>
                <a:latin typeface="+mj-lt"/>
              </a:rPr>
              <a:t>ERA Group</a:t>
            </a:r>
          </a:p>
          <a:p>
            <a:pPr algn="l"/>
            <a:endParaRPr lang="en-GB" sz="2400" b="1" dirty="0">
              <a:solidFill>
                <a:schemeClr val="bg1"/>
              </a:solidFill>
              <a:latin typeface="+mj-lt"/>
            </a:endParaRPr>
          </a:p>
        </p:txBody>
      </p:sp>
      <p:sp>
        <p:nvSpPr>
          <p:cNvPr id="42" name="text" descr="{&quot;templafy&quot;:{&quot;id&quot;:&quot;01086e7f-efd7-4773-9e55-c5d687741ac5&quot;}}" hidden="1" title="text">
            <a:extLst>
              <a:ext uri="{FF2B5EF4-FFF2-40B4-BE49-F238E27FC236}">
                <a16:creationId xmlns:a16="http://schemas.microsoft.com/office/drawing/2014/main" id="{24C6B772-7C11-420F-9118-9BD47D0CF8D9}"/>
              </a:ext>
            </a:extLst>
          </p:cNvPr>
          <p:cNvSpPr txBox="1"/>
          <p:nvPr userDrawn="1">
            <p:custDataLst>
              <p:tags r:id="rId2"/>
            </p:custDataLst>
          </p:nvPr>
        </p:nvSpPr>
        <p:spPr>
          <a:xfrm>
            <a:off x="809542" y="4266759"/>
            <a:ext cx="5286455" cy="369332"/>
          </a:xfrm>
          <a:prstGeom prst="rect">
            <a:avLst/>
          </a:prstGeom>
          <a:noFill/>
        </p:spPr>
        <p:txBody>
          <a:bodyPr wrap="square" lIns="0" tIns="0" rIns="0" bIns="0" rtlCol="0">
            <a:noAutofit/>
          </a:bodyPr>
          <a:lstStyle/>
          <a:p>
            <a:pPr algn="l"/>
            <a:r>
              <a:rPr lang="en-GB" sz="2400" b="1" dirty="0">
                <a:solidFill>
                  <a:schemeClr val="bg1"/>
                </a:solidFill>
                <a:latin typeface="+mj-lt"/>
              </a:rPr>
              <a:t>For:</a:t>
            </a:r>
          </a:p>
        </p:txBody>
      </p:sp>
      <p:sp>
        <p:nvSpPr>
          <p:cNvPr id="50" name="text1" descr="{&quot;templafy&quot;:{&quot;id&quot;:&quot;6c258b43-340d-4ad2-926d-944cff8580d9&quot;}}" title="text">
            <a:extLst>
              <a:ext uri="{FF2B5EF4-FFF2-40B4-BE49-F238E27FC236}">
                <a16:creationId xmlns:a16="http://schemas.microsoft.com/office/drawing/2014/main" id="{0EFA632F-CEC2-40AE-A005-2E9769B6FE0F}"/>
              </a:ext>
            </a:extLst>
          </p:cNvPr>
          <p:cNvSpPr txBox="1"/>
          <p:nvPr userDrawn="1">
            <p:custDataLst>
              <p:tags r:id="rId3"/>
            </p:custDataLst>
          </p:nvPr>
        </p:nvSpPr>
        <p:spPr>
          <a:xfrm>
            <a:off x="780583" y="5917939"/>
            <a:ext cx="198388" cy="184666"/>
          </a:xfrm>
          <a:prstGeom prst="rect">
            <a:avLst/>
          </a:prstGeom>
          <a:noFill/>
        </p:spPr>
        <p:txBody>
          <a:bodyPr wrap="square" lIns="0" tIns="0" rIns="0" bIns="0" rtlCol="0">
            <a:spAutoFit/>
          </a:bodyPr>
          <a:lstStyle/>
          <a:p>
            <a:pPr algn="l"/>
            <a:r>
              <a:rPr lang="en-GB" sz="1200" b="0" dirty="0">
                <a:solidFill>
                  <a:schemeClr val="bg1"/>
                </a:solidFill>
                <a:latin typeface="+mj-lt"/>
              </a:rPr>
              <a:t>M:</a:t>
            </a:r>
          </a:p>
        </p:txBody>
      </p:sp>
      <p:sp>
        <p:nvSpPr>
          <p:cNvPr id="51" name="text12" descr="{&quot;templafy&quot;:{&quot;id&quot;:&quot;bf834440-4f73-4102-b14d-42a3668bb7c1&quot;}}" title="text">
            <a:extLst>
              <a:ext uri="{FF2B5EF4-FFF2-40B4-BE49-F238E27FC236}">
                <a16:creationId xmlns:a16="http://schemas.microsoft.com/office/drawing/2014/main" id="{C01787FB-588B-4C54-9E7C-B4DC134B9221}"/>
              </a:ext>
            </a:extLst>
          </p:cNvPr>
          <p:cNvSpPr txBox="1"/>
          <p:nvPr userDrawn="1">
            <p:custDataLst>
              <p:tags r:id="rId4"/>
            </p:custDataLst>
          </p:nvPr>
        </p:nvSpPr>
        <p:spPr>
          <a:xfrm>
            <a:off x="780583" y="6124680"/>
            <a:ext cx="198388" cy="184666"/>
          </a:xfrm>
          <a:prstGeom prst="rect">
            <a:avLst/>
          </a:prstGeom>
          <a:noFill/>
        </p:spPr>
        <p:txBody>
          <a:bodyPr wrap="square" lIns="0" tIns="0" rIns="0" bIns="0" rtlCol="0">
            <a:spAutoFit/>
          </a:bodyPr>
          <a:lstStyle/>
          <a:p>
            <a:pPr algn="l"/>
            <a:r>
              <a:rPr lang="en-GB" sz="1200" b="0" dirty="0">
                <a:solidFill>
                  <a:schemeClr val="bg1"/>
                </a:solidFill>
                <a:latin typeface="+mj-lt"/>
              </a:rPr>
              <a:t>E:</a:t>
            </a:r>
          </a:p>
        </p:txBody>
      </p:sp>
      <p:sp>
        <p:nvSpPr>
          <p:cNvPr id="56" name="text3" descr="{&quot;templafy&quot;:{&quot;id&quot;:&quot;5e602f12-76ee-437a-93c0-341040742d4e&quot;}}" title="Translations.pp_Created">
            <a:extLst>
              <a:ext uri="{FF2B5EF4-FFF2-40B4-BE49-F238E27FC236}">
                <a16:creationId xmlns:a16="http://schemas.microsoft.com/office/drawing/2014/main" id="{02EB11CC-461F-4DED-B2BC-340140B41FE4}"/>
              </a:ext>
            </a:extLst>
          </p:cNvPr>
          <p:cNvSpPr txBox="1"/>
          <p:nvPr userDrawn="1">
            <p:custDataLst>
              <p:tags r:id="rId5"/>
            </p:custDataLst>
          </p:nvPr>
        </p:nvSpPr>
        <p:spPr>
          <a:xfrm>
            <a:off x="780582" y="5318943"/>
            <a:ext cx="3318739" cy="184666"/>
          </a:xfrm>
          <a:prstGeom prst="rect">
            <a:avLst/>
          </a:prstGeom>
          <a:noFill/>
        </p:spPr>
        <p:txBody>
          <a:bodyPr wrap="square" lIns="0" tIns="0" rIns="0" bIns="0" rtlCol="0">
            <a:spAutoFit/>
          </a:bodyPr>
          <a:lstStyle/>
          <a:p>
            <a:pPr algn="l"/>
            <a:r>
              <a:t>Created by:</a:t>
            </a:r>
          </a:p>
        </p:txBody>
      </p:sp>
      <p:sp>
        <p:nvSpPr>
          <p:cNvPr id="9" name="Text Placeholder 8">
            <a:extLst>
              <a:ext uri="{FF2B5EF4-FFF2-40B4-BE49-F238E27FC236}">
                <a16:creationId xmlns:a16="http://schemas.microsoft.com/office/drawing/2014/main" id="{023C95D3-42A5-4CA3-9DDA-CEF4CC5E3303}"/>
              </a:ext>
            </a:extLst>
          </p:cNvPr>
          <p:cNvSpPr>
            <a:spLocks noGrp="1"/>
          </p:cNvSpPr>
          <p:nvPr>
            <p:ph type="body" sz="quarter" idx="13" hasCustomPrompt="1"/>
            <p:custDataLst>
              <p:tags r:id="rId6"/>
            </p:custDataLst>
          </p:nvPr>
        </p:nvSpPr>
        <p:spPr>
          <a:xfrm>
            <a:off x="4297709" y="5499740"/>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Consultant Name</a:t>
            </a:r>
            <a:endParaRPr lang="en-GB" dirty="0"/>
          </a:p>
        </p:txBody>
      </p:sp>
      <p:sp>
        <p:nvSpPr>
          <p:cNvPr id="59" name="Text Placeholder 81">
            <a:extLst>
              <a:ext uri="{FF2B5EF4-FFF2-40B4-BE49-F238E27FC236}">
                <a16:creationId xmlns:a16="http://schemas.microsoft.com/office/drawing/2014/main" id="{83D53D79-8C4C-479E-9788-9A5B72412199}"/>
              </a:ext>
            </a:extLst>
          </p:cNvPr>
          <p:cNvSpPr>
            <a:spLocks noGrp="1"/>
          </p:cNvSpPr>
          <p:nvPr>
            <p:ph type="body" sz="quarter" idx="14" hasCustomPrompt="1"/>
            <p:custDataLst>
              <p:tags r:id="rId7"/>
            </p:custDataLst>
          </p:nvPr>
        </p:nvSpPr>
        <p:spPr>
          <a:xfrm>
            <a:off x="4297709" y="5710774"/>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Title</a:t>
            </a:r>
            <a:endParaRPr lang="en-GB" dirty="0"/>
          </a:p>
        </p:txBody>
      </p:sp>
      <p:sp>
        <p:nvSpPr>
          <p:cNvPr id="60" name="Text Placeholder 82">
            <a:extLst>
              <a:ext uri="{FF2B5EF4-FFF2-40B4-BE49-F238E27FC236}">
                <a16:creationId xmlns:a16="http://schemas.microsoft.com/office/drawing/2014/main" id="{CFBF395C-C8C3-4169-BC6F-295F437BD1E8}"/>
              </a:ext>
            </a:extLst>
          </p:cNvPr>
          <p:cNvSpPr>
            <a:spLocks noGrp="1"/>
          </p:cNvSpPr>
          <p:nvPr>
            <p:ph type="body" sz="quarter" idx="15" hasCustomPrompt="1"/>
            <p:custDataLst>
              <p:tags r:id="rId8"/>
            </p:custDataLst>
          </p:nvPr>
        </p:nvSpPr>
        <p:spPr>
          <a:xfrm>
            <a:off x="4297709" y="5917939"/>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M: Number</a:t>
            </a:r>
            <a:endParaRPr lang="en-GB" dirty="0"/>
          </a:p>
        </p:txBody>
      </p:sp>
      <p:sp>
        <p:nvSpPr>
          <p:cNvPr id="61" name="Text Placeholder 83">
            <a:extLst>
              <a:ext uri="{FF2B5EF4-FFF2-40B4-BE49-F238E27FC236}">
                <a16:creationId xmlns:a16="http://schemas.microsoft.com/office/drawing/2014/main" id="{EE0673EE-5BBA-430D-B9E6-477A0C73ACE7}"/>
              </a:ext>
            </a:extLst>
          </p:cNvPr>
          <p:cNvSpPr>
            <a:spLocks noGrp="1"/>
          </p:cNvSpPr>
          <p:nvPr>
            <p:ph type="body" sz="quarter" idx="16" hasCustomPrompt="1"/>
            <p:custDataLst>
              <p:tags r:id="rId9"/>
            </p:custDataLst>
          </p:nvPr>
        </p:nvSpPr>
        <p:spPr>
          <a:xfrm>
            <a:off x="4297709" y="6124680"/>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E: Email</a:t>
            </a:r>
            <a:endParaRPr lang="en-GB" dirty="0"/>
          </a:p>
        </p:txBody>
      </p:sp>
      <p:sp>
        <p:nvSpPr>
          <p:cNvPr id="2" name="Guides" hidden="1">
            <a:extLst>
              <a:ext uri="{FF2B5EF4-FFF2-40B4-BE49-F238E27FC236}">
                <a16:creationId xmlns:a16="http://schemas.microsoft.com/office/drawing/2014/main" id="{A387A157-8698-4232-9E01-E424511810BB}"/>
              </a:ext>
            </a:extLst>
          </p:cNvPr>
          <p:cNvSpPr/>
          <p:nvPr userDrawn="1">
            <p:custDataLst>
              <p:tags r:id="rId10"/>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4" name="text2" descr="{&quot;templafy&quot;:{&quot;id&quot;:&quot;ef3955bf-f7c5-427d-9ee5-da5d18a4a989&quot;}}" hidden="1" title="Form.Title">
            <a:extLst>
              <a:ext uri="{FF2B5EF4-FFF2-40B4-BE49-F238E27FC236}">
                <a16:creationId xmlns:a16="http://schemas.microsoft.com/office/drawing/2014/main" id="{1A5AE413-8A03-4DF4-A9ED-D055F8A3E4DC}"/>
              </a:ext>
            </a:extLst>
          </p:cNvPr>
          <p:cNvSpPr/>
          <p:nvPr userDrawn="1">
            <p:custDataLst>
              <p:tags r:id="rId11"/>
            </p:custDataLst>
          </p:nvPr>
        </p:nvSpPr>
        <p:spPr>
          <a:xfrm>
            <a:off x="797976" y="1710353"/>
            <a:ext cx="8046766" cy="14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3600" dirty="0">
              <a:solidFill>
                <a:schemeClr val="bg1"/>
              </a:solidFill>
              <a:latin typeface="+mj-lt"/>
            </a:endParaRPr>
          </a:p>
        </p:txBody>
      </p:sp>
      <p:sp>
        <p:nvSpPr>
          <p:cNvPr id="5" name="text13" descr="{&quot;templafy&quot;:{&quot;id&quot;:&quot;45e9f55f-df10-4c64-bc90-1a3096a0ac66&quot;}}" hidden="1" title="Form.CompanyName">
            <a:extLst>
              <a:ext uri="{FF2B5EF4-FFF2-40B4-BE49-F238E27FC236}">
                <a16:creationId xmlns:a16="http://schemas.microsoft.com/office/drawing/2014/main" id="{3D24E56B-EE6F-45D5-B522-529F9CD6985B}"/>
              </a:ext>
            </a:extLst>
          </p:cNvPr>
          <p:cNvSpPr/>
          <p:nvPr userDrawn="1">
            <p:custDataLst>
              <p:tags r:id="rId12"/>
            </p:custDataLst>
          </p:nvPr>
        </p:nvSpPr>
        <p:spPr>
          <a:xfrm>
            <a:off x="809542" y="4636372"/>
            <a:ext cx="5634584"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2400" dirty="0">
              <a:solidFill>
                <a:schemeClr val="bg1"/>
              </a:solidFill>
              <a:latin typeface="+mj-lt"/>
            </a:endParaRPr>
          </a:p>
        </p:txBody>
      </p:sp>
      <p:sp>
        <p:nvSpPr>
          <p:cNvPr id="6" name="text11" descr="{&quot;templafy&quot;:{&quot;id&quot;:&quot;db0f67c8-80ae-4300-9b1a-7fb4b847cdd7&quot;}}" title="UserProfile.Name">
            <a:extLst>
              <a:ext uri="{FF2B5EF4-FFF2-40B4-BE49-F238E27FC236}">
                <a16:creationId xmlns:a16="http://schemas.microsoft.com/office/drawing/2014/main" id="{5C0F24F6-1120-4F7C-99EF-207BC3919389}"/>
              </a:ext>
            </a:extLst>
          </p:cNvPr>
          <p:cNvSpPr/>
          <p:nvPr userDrawn="1">
            <p:custDataLst>
              <p:tags r:id="rId13"/>
            </p:custDataLst>
          </p:nvPr>
        </p:nvSpPr>
        <p:spPr>
          <a:xfrm>
            <a:off x="780582" y="5503609"/>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Thomas Löwer</a:t>
            </a:r>
          </a:p>
        </p:txBody>
      </p:sp>
      <p:sp>
        <p:nvSpPr>
          <p:cNvPr id="8" name="text24" descr="{&quot;templafy&quot;:{&quot;id&quot;:&quot;c9de9106-ddc1-461e-8c2e-2dedf22f1933&quot;}}" title="UserProfile.Title">
            <a:extLst>
              <a:ext uri="{FF2B5EF4-FFF2-40B4-BE49-F238E27FC236}">
                <a16:creationId xmlns:a16="http://schemas.microsoft.com/office/drawing/2014/main" id="{65FA84A7-A198-4D41-839B-0F650DE9CC9F}"/>
              </a:ext>
            </a:extLst>
          </p:cNvPr>
          <p:cNvSpPr/>
          <p:nvPr userDrawn="1">
            <p:custDataLst>
              <p:tags r:id="rId14"/>
            </p:custDataLst>
          </p:nvPr>
        </p:nvSpPr>
        <p:spPr>
          <a:xfrm>
            <a:off x="780582" y="5710774"/>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Leiter Kommunikation &amp; Marketing</a:t>
            </a:r>
          </a:p>
        </p:txBody>
      </p:sp>
      <p:sp>
        <p:nvSpPr>
          <p:cNvPr id="13" name="text5" descr="{&quot;templafy&quot;:{&quot;id&quot;:&quot;24544b6f-8f00-497d-ae60-df7e3f00ea54&quot;}}" title="UserProfile.DirectPhone">
            <a:extLst>
              <a:ext uri="{FF2B5EF4-FFF2-40B4-BE49-F238E27FC236}">
                <a16:creationId xmlns:a16="http://schemas.microsoft.com/office/drawing/2014/main" id="{D3074E4E-71A1-4F44-AE52-FBA3CF34A4FD}"/>
              </a:ext>
            </a:extLst>
          </p:cNvPr>
          <p:cNvSpPr/>
          <p:nvPr userDrawn="1">
            <p:custDataLst>
              <p:tags r:id="rId15"/>
            </p:custDataLst>
          </p:nvPr>
        </p:nvSpPr>
        <p:spPr>
          <a:xfrm>
            <a:off x="978971" y="591794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+49 151 2192 8931</a:t>
            </a:r>
          </a:p>
        </p:txBody>
      </p:sp>
      <p:sp>
        <p:nvSpPr>
          <p:cNvPr id="14" name="text4" descr="{&quot;templafy&quot;:{&quot;id&quot;:&quot;1ab1064b-8058-4c08-98a9-6d74a309f9ee&quot;}}" title="UserProfile.Email">
            <a:extLst>
              <a:ext uri="{FF2B5EF4-FFF2-40B4-BE49-F238E27FC236}">
                <a16:creationId xmlns:a16="http://schemas.microsoft.com/office/drawing/2014/main" id="{6F8F04E5-1F3E-4A99-873C-E48C7AA01269}"/>
              </a:ext>
            </a:extLst>
          </p:cNvPr>
          <p:cNvSpPr/>
          <p:nvPr userDrawn="1">
            <p:custDataLst>
              <p:tags r:id="rId16"/>
            </p:custDataLst>
          </p:nvPr>
        </p:nvSpPr>
        <p:spPr>
          <a:xfrm>
            <a:off x="978971" y="612468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tloewer@eragroup.com</a:t>
            </a:r>
          </a:p>
        </p:txBody>
      </p:sp>
      <p:sp>
        <p:nvSpPr>
          <p:cNvPr id="3" name="date" descr="{&quot;templafy&quot;:{&quot;id&quot;:&quot;6fc65d91-8cd7-49e5-be01-7f324c5953c3&quot;}}" title="Form.Date">
            <a:extLst>
              <a:ext uri="{FF2B5EF4-FFF2-40B4-BE49-F238E27FC236}">
                <a16:creationId xmlns:a16="http://schemas.microsoft.com/office/drawing/2014/main" id="{27D4B7A8-7484-475E-8D27-0EF530D71AEB}"/>
              </a:ext>
            </a:extLst>
          </p:cNvPr>
          <p:cNvSpPr/>
          <p:nvPr userDrawn="1">
            <p:custDataLst>
              <p:tags r:id="rId17"/>
            </p:custDataLst>
          </p:nvPr>
        </p:nvSpPr>
        <p:spPr>
          <a:xfrm>
            <a:off x="8591555" y="6051398"/>
            <a:ext cx="308717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fld id="{B06205E0-D3BD-E143-BF1A-67DC6356CA08}" type="datetime4">
              <a:rPr lang="de-DE" smtClean="0">
                <a:solidFill>
                  <a:schemeClr val="bg1"/>
                </a:solidFill>
              </a:rPr>
              <a:t>17. Februar 2025</a:t>
            </a:fld>
            <a:endParaRPr lang="en-GB" dirty="0">
              <a:solidFill>
                <a:schemeClr val="bg1"/>
              </a:solidFill>
            </a:endParaRPr>
          </a:p>
        </p:txBody>
      </p:sp>
      <p:sp>
        <p:nvSpPr>
          <p:cNvPr id="23" name="text41" descr="{&quot;templafy&quot;:{&quot;id&quot;:&quot;f901b95b-d28c-4540-bf6d-6411aeaff87b&quot;}}" hidden="1" title="text">
            <a:extLst>
              <a:ext uri="{FF2B5EF4-FFF2-40B4-BE49-F238E27FC236}">
                <a16:creationId xmlns:a16="http://schemas.microsoft.com/office/drawing/2014/main" id="{9C72AC0D-4869-4729-BA42-FD3A58A433A6}"/>
              </a:ext>
            </a:extLst>
          </p:cNvPr>
          <p:cNvSpPr txBox="1"/>
          <p:nvPr userDrawn="1">
            <p:custDataLst>
              <p:tags r:id="rId18"/>
            </p:custDataLst>
          </p:nvPr>
        </p:nvSpPr>
        <p:spPr>
          <a:xfrm>
            <a:off x="780579" y="3224382"/>
            <a:ext cx="5315418" cy="397635"/>
          </a:xfrm>
          <a:prstGeom prst="rect">
            <a:avLst/>
          </a:prstGeom>
          <a:noFill/>
        </p:spPr>
        <p:txBody>
          <a:bodyPr wrap="square" lIns="0" tIns="0" rIns="0" bIns="0" rtlCol="0">
            <a:noAutofit/>
          </a:bodyPr>
          <a:lstStyle/>
          <a:p>
            <a:pPr algn="l"/>
            <a:r>
              <a:rPr lang="en-GB" sz="2400" b="1" dirty="0">
                <a:solidFill>
                  <a:schemeClr val="bg1"/>
                </a:solidFill>
                <a:latin typeface="+mj-lt"/>
              </a:rPr>
              <a:t>Prepared by:</a:t>
            </a:r>
          </a:p>
        </p:txBody>
      </p:sp>
      <p:sp>
        <p:nvSpPr>
          <p:cNvPr id="16" name="Prepared" descr="{&quot;templafy&quot;:{&quot;id&quot;:&quot;d66c101a-6ad5-43f5-bab1-e04a35dfc390&quot;}}" title="Translations.pp_Prepared">
            <a:extLst>
              <a:ext uri="{FF2B5EF4-FFF2-40B4-BE49-F238E27FC236}">
                <a16:creationId xmlns:a16="http://schemas.microsoft.com/office/drawing/2014/main" id="{62726CC4-A34D-41A2-92BD-1947FF2EECAC}"/>
              </a:ext>
            </a:extLst>
          </p:cNvPr>
          <p:cNvSpPr/>
          <p:nvPr userDrawn="1"/>
        </p:nvSpPr>
        <p:spPr>
          <a:xfrm>
            <a:off x="688633" y="3205125"/>
            <a:ext cx="5315409" cy="420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400" b="1" dirty="0">
                <a:solidFill>
                  <a:schemeClr val="bg1"/>
                </a:solidFill>
                <a:latin typeface="+mj-lt"/>
              </a:rPr>
              <a:t>Hergestellt von:</a:t>
            </a:r>
          </a:p>
        </p:txBody>
      </p:sp>
      <p:sp>
        <p:nvSpPr>
          <p:cNvPr id="17" name="for" descr="{&quot;templafy&quot;:{&quot;id&quot;:&quot;85261c80-4716-4982-a2ed-55f7c8d506eb&quot;}}" title="Translations.pp_For">
            <a:extLst>
              <a:ext uri="{FF2B5EF4-FFF2-40B4-BE49-F238E27FC236}">
                <a16:creationId xmlns:a16="http://schemas.microsoft.com/office/drawing/2014/main" id="{5EAA1403-2CCE-407A-8230-946E19D205C4}"/>
              </a:ext>
            </a:extLst>
          </p:cNvPr>
          <p:cNvSpPr/>
          <p:nvPr userDrawn="1"/>
        </p:nvSpPr>
        <p:spPr>
          <a:xfrm>
            <a:off x="719646" y="4274139"/>
            <a:ext cx="5271382" cy="3490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l"/>
            <a:r>
              <a:rPr lang="nl-NL" sz="2400" b="1" dirty="0">
                <a:latin typeface="+mj-lt"/>
              </a:rPr>
              <a:t>Für:</a:t>
            </a:r>
          </a:p>
        </p:txBody>
      </p:sp>
      <p:pic>
        <p:nvPicPr>
          <p:cNvPr id="7" name="image1">
            <a:extLst>
              <a:ext uri="{FF2B5EF4-FFF2-40B4-BE49-F238E27FC236}">
                <a16:creationId xmlns:a16="http://schemas.microsoft.com/office/drawing/2014/main" id="{19DE17DD-FB1B-C338-827D-E972254C09BE}"/>
              </a:ext>
            </a:extLst>
          </p:cNvPr>
          <p:cNvPicPr>
            <a:picLocks noChangeAspect="1"/>
          </p:cNvPicPr>
          <p:nvPr userDrawn="1"/>
        </p:nvPicPr>
        <p:blipFill>
          <a:blip r:embed="rId21">
            <a:extLst>
              <a:ext uri="{28A0092B-C50C-407E-A947-70E740481C1C}">
                <a14:useLocalDpi xmlns:a14="http://schemas.microsoft.com/office/drawing/2010/main" val="0"/>
              </a:ext>
            </a:extLst>
          </a:blip>
          <a:srcRect/>
          <a:stretch/>
        </p:blipFill>
        <p:spPr>
          <a:xfrm>
            <a:off x="719645" y="622723"/>
            <a:ext cx="1335923" cy="944819"/>
          </a:xfrm>
          <a:prstGeom prst="rect">
            <a:avLst/>
          </a:prstGeom>
        </p:spPr>
      </p:pic>
      <p:grpSp>
        <p:nvGrpSpPr>
          <p:cNvPr id="10" name="Group 9">
            <a:extLst>
              <a:ext uri="{FF2B5EF4-FFF2-40B4-BE49-F238E27FC236}">
                <a16:creationId xmlns:a16="http://schemas.microsoft.com/office/drawing/2014/main" id="{229A8B68-7A20-D9EA-9410-68A2237729C5}"/>
              </a:ext>
            </a:extLst>
          </p:cNvPr>
          <p:cNvGrpSpPr/>
          <p:nvPr userDrawn="1"/>
        </p:nvGrpSpPr>
        <p:grpSpPr>
          <a:xfrm>
            <a:off x="9739223" y="6429865"/>
            <a:ext cx="1749315" cy="115200"/>
            <a:chOff x="9739223" y="6429865"/>
            <a:chExt cx="1749315" cy="115200"/>
          </a:xfrm>
        </p:grpSpPr>
        <p:cxnSp>
          <p:nvCxnSpPr>
            <p:cNvPr id="15" name="Straight Connector 14">
              <a:extLst>
                <a:ext uri="{FF2B5EF4-FFF2-40B4-BE49-F238E27FC236}">
                  <a16:creationId xmlns:a16="http://schemas.microsoft.com/office/drawing/2014/main" id="{0ECA7175-E61F-AF7D-FB5A-102B7365B65C}"/>
                </a:ext>
              </a:extLst>
            </p:cNvPr>
            <p:cNvCxnSpPr/>
            <p:nvPr userDrawn="1"/>
          </p:nvCxnSpPr>
          <p:spPr>
            <a:xfrm>
              <a:off x="9739223" y="6487064"/>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9EC3800E-295A-8E11-3EFD-D1A9138F1260}"/>
                </a:ext>
              </a:extLst>
            </p:cNvPr>
            <p:cNvSpPr/>
            <p:nvPr userDrawn="1"/>
          </p:nvSpPr>
          <p:spPr>
            <a:xfrm>
              <a:off x="11373338" y="6429865"/>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grpSp>
    </p:spTree>
    <p:extLst>
      <p:ext uri="{BB962C8B-B14F-4D97-AF65-F5344CB8AC3E}">
        <p14:creationId xmlns:p14="http://schemas.microsoft.com/office/powerpoint/2010/main" val="83598525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483">
          <p15:clr>
            <a:srgbClr val="FF96FF"/>
          </p15:clr>
        </p15:guide>
        <p15:guide id="6" pos="7378">
          <p15:clr>
            <a:srgbClr val="FF96FF"/>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defRPr>
            </a:lvl1pPr>
          </a:lstStyle>
          <a:p>
            <a:r>
              <a:rPr lang="en-US"/>
              <a:t>Click to edit Master title style</a:t>
            </a:r>
            <a:endParaRPr lang="en-GB" dirty="0"/>
          </a:p>
        </p:txBody>
      </p:sp>
      <p:sp>
        <p:nvSpPr>
          <p:cNvPr id="11" name="TextBox 10">
            <a:extLst>
              <a:ext uri="{FF2B5EF4-FFF2-40B4-BE49-F238E27FC236}">
                <a16:creationId xmlns:a16="http://schemas.microsoft.com/office/drawing/2014/main" id="{DF54A03A-4ECE-4B60-B5FA-6180A9ACEA7A}"/>
              </a:ext>
            </a:extLst>
          </p:cNvPr>
          <p:cNvSpPr txBox="1"/>
          <p:nvPr userDrawn="1">
            <p:custDataLst>
              <p:tags r:id="rId2"/>
            </p:custDataLst>
          </p:nvPr>
        </p:nvSpPr>
        <p:spPr>
          <a:xfrm>
            <a:off x="4145756" y="4171071"/>
            <a:ext cx="3900487" cy="369332"/>
          </a:xfrm>
          <a:prstGeom prst="rect">
            <a:avLst/>
          </a:prstGeom>
          <a:noFill/>
        </p:spPr>
        <p:txBody>
          <a:bodyPr wrap="square" lIns="0" tIns="0" rIns="0" bIns="0" rtlCol="0">
            <a:spAutoFit/>
          </a:bodyPr>
          <a:lstStyle/>
          <a:p>
            <a:pPr algn="ctr"/>
            <a:r>
              <a:rPr lang="en-GB" sz="2400" dirty="0">
                <a:latin typeface="+mj-lt"/>
              </a:rPr>
              <a:t>Value</a:t>
            </a:r>
            <a:r>
              <a:rPr lang="en-GB" sz="2400" dirty="0"/>
              <a:t> Through </a:t>
            </a:r>
            <a:r>
              <a:rPr lang="en-GB" sz="2400" dirty="0">
                <a:latin typeface="+mj-lt"/>
              </a:rPr>
              <a:t>Insight™</a:t>
            </a:r>
          </a:p>
        </p:txBody>
      </p:sp>
      <p:sp>
        <p:nvSpPr>
          <p:cNvPr id="3" name="Guides" hidden="1">
            <a:extLst>
              <a:ext uri="{FF2B5EF4-FFF2-40B4-BE49-F238E27FC236}">
                <a16:creationId xmlns:a16="http://schemas.microsoft.com/office/drawing/2014/main" id="{D67A0D60-DA17-4EB7-B83D-FD6094671140}"/>
              </a:ext>
            </a:extLst>
          </p:cNvPr>
          <p:cNvSpPr/>
          <p:nvPr userDrawn="1">
            <p:custDataLst>
              <p:tags r:id="rId3"/>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grpSp>
        <p:nvGrpSpPr>
          <p:cNvPr id="4" name="Group 3">
            <a:extLst>
              <a:ext uri="{FF2B5EF4-FFF2-40B4-BE49-F238E27FC236}">
                <a16:creationId xmlns:a16="http://schemas.microsoft.com/office/drawing/2014/main" id="{62CF8E1E-F92E-3580-7188-B9564458B2D9}"/>
              </a:ext>
            </a:extLst>
          </p:cNvPr>
          <p:cNvGrpSpPr/>
          <p:nvPr userDrawn="1"/>
        </p:nvGrpSpPr>
        <p:grpSpPr>
          <a:xfrm>
            <a:off x="5110073" y="3588692"/>
            <a:ext cx="1749315" cy="115200"/>
            <a:chOff x="5110073" y="3588692"/>
            <a:chExt cx="1749315" cy="115200"/>
          </a:xfrm>
        </p:grpSpPr>
        <p:cxnSp>
          <p:nvCxnSpPr>
            <p:cNvPr id="5" name="Straight Connector 4">
              <a:extLst>
                <a:ext uri="{FF2B5EF4-FFF2-40B4-BE49-F238E27FC236}">
                  <a16:creationId xmlns:a16="http://schemas.microsoft.com/office/drawing/2014/main" id="{0D0C4D13-45EC-E394-4143-5F5ABCEF38AC}"/>
                </a:ext>
              </a:extLst>
            </p:cNvPr>
            <p:cNvCxnSpPr/>
            <p:nvPr userDrawn="1"/>
          </p:nvCxnSpPr>
          <p:spPr>
            <a:xfrm>
              <a:off x="5110073" y="3645891"/>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27C5F4AD-E1B8-1D29-B784-E25C68D5A8F2}"/>
                </a:ext>
              </a:extLst>
            </p:cNvPr>
            <p:cNvSpPr/>
            <p:nvPr userDrawn="1"/>
          </p:nvSpPr>
          <p:spPr>
            <a:xfrm>
              <a:off x="6744188" y="3588692"/>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grpSp>
    </p:spTree>
    <p:extLst>
      <p:ext uri="{BB962C8B-B14F-4D97-AF65-F5344CB8AC3E}">
        <p14:creationId xmlns:p14="http://schemas.microsoft.com/office/powerpoint/2010/main" val="39220270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ection Header Pri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defRPr>
            </a:lvl1pPr>
          </a:lstStyle>
          <a:p>
            <a:r>
              <a:rPr lang="en-US"/>
              <a:t>Click to edit Master title style</a:t>
            </a:r>
            <a:endParaRPr lang="en-GB" dirty="0"/>
          </a:p>
        </p:txBody>
      </p:sp>
      <p:sp>
        <p:nvSpPr>
          <p:cNvPr id="11" name="TextBox 10">
            <a:extLst>
              <a:ext uri="{FF2B5EF4-FFF2-40B4-BE49-F238E27FC236}">
                <a16:creationId xmlns:a16="http://schemas.microsoft.com/office/drawing/2014/main" id="{DF54A03A-4ECE-4B60-B5FA-6180A9ACEA7A}"/>
              </a:ext>
            </a:extLst>
          </p:cNvPr>
          <p:cNvSpPr txBox="1"/>
          <p:nvPr userDrawn="1">
            <p:custDataLst>
              <p:tags r:id="rId2"/>
            </p:custDataLst>
          </p:nvPr>
        </p:nvSpPr>
        <p:spPr>
          <a:xfrm>
            <a:off x="4145756" y="4171071"/>
            <a:ext cx="3900487" cy="369332"/>
          </a:xfrm>
          <a:prstGeom prst="rect">
            <a:avLst/>
          </a:prstGeom>
          <a:noFill/>
        </p:spPr>
        <p:txBody>
          <a:bodyPr wrap="square" lIns="0" tIns="0" rIns="0" bIns="0" rtlCol="0">
            <a:spAutoFit/>
          </a:bodyPr>
          <a:lstStyle/>
          <a:p>
            <a:pPr algn="ctr"/>
            <a:r>
              <a:rPr lang="en-GB" sz="2400" dirty="0">
                <a:latin typeface="+mj-lt"/>
              </a:rPr>
              <a:t>Value</a:t>
            </a:r>
            <a:r>
              <a:rPr lang="en-GB" sz="2400" dirty="0"/>
              <a:t> Through </a:t>
            </a:r>
            <a:r>
              <a:rPr lang="en-GB" sz="2400" dirty="0">
                <a:latin typeface="+mj-lt"/>
              </a:rPr>
              <a:t>Insight™</a:t>
            </a:r>
          </a:p>
        </p:txBody>
      </p:sp>
      <p:sp>
        <p:nvSpPr>
          <p:cNvPr id="3" name="Guides" hidden="1">
            <a:extLst>
              <a:ext uri="{FF2B5EF4-FFF2-40B4-BE49-F238E27FC236}">
                <a16:creationId xmlns:a16="http://schemas.microsoft.com/office/drawing/2014/main" id="{CD4E96A5-B858-449E-8D89-DAE91ADBCAC2}"/>
              </a:ext>
            </a:extLst>
          </p:cNvPr>
          <p:cNvSpPr/>
          <p:nvPr userDrawn="1">
            <p:custDataLst>
              <p:tags r:id="rId3"/>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grpSp>
        <p:nvGrpSpPr>
          <p:cNvPr id="4" name="Group 3">
            <a:extLst>
              <a:ext uri="{FF2B5EF4-FFF2-40B4-BE49-F238E27FC236}">
                <a16:creationId xmlns:a16="http://schemas.microsoft.com/office/drawing/2014/main" id="{A51CE74E-63DD-D537-9385-B58461AEA802}"/>
              </a:ext>
            </a:extLst>
          </p:cNvPr>
          <p:cNvGrpSpPr/>
          <p:nvPr userDrawn="1"/>
        </p:nvGrpSpPr>
        <p:grpSpPr>
          <a:xfrm>
            <a:off x="5110073" y="3588692"/>
            <a:ext cx="1749315" cy="115200"/>
            <a:chOff x="5110073" y="3588692"/>
            <a:chExt cx="1749315" cy="115200"/>
          </a:xfrm>
        </p:grpSpPr>
        <p:cxnSp>
          <p:nvCxnSpPr>
            <p:cNvPr id="5" name="Straight Connector 4">
              <a:extLst>
                <a:ext uri="{FF2B5EF4-FFF2-40B4-BE49-F238E27FC236}">
                  <a16:creationId xmlns:a16="http://schemas.microsoft.com/office/drawing/2014/main" id="{CEB6CCA1-2B14-181E-FAEE-887E650D5806}"/>
                </a:ext>
              </a:extLst>
            </p:cNvPr>
            <p:cNvCxnSpPr/>
            <p:nvPr userDrawn="1"/>
          </p:nvCxnSpPr>
          <p:spPr>
            <a:xfrm>
              <a:off x="5110073" y="3645891"/>
              <a:ext cx="1690777" cy="0"/>
            </a:xfrm>
            <a:prstGeom prst="line">
              <a:avLst/>
            </a:prstGeom>
            <a:ln w="1143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2774F25D-3658-AB18-108C-DCE08E2F69F1}"/>
                </a:ext>
              </a:extLst>
            </p:cNvPr>
            <p:cNvSpPr/>
            <p:nvPr userDrawn="1"/>
          </p:nvSpPr>
          <p:spPr>
            <a:xfrm>
              <a:off x="6744188" y="3588692"/>
              <a:ext cx="115200" cy="115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grpSp>
    </p:spTree>
    <p:extLst>
      <p:ext uri="{BB962C8B-B14F-4D97-AF65-F5344CB8AC3E}">
        <p14:creationId xmlns:p14="http://schemas.microsoft.com/office/powerpoint/2010/main" val="18180191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4" name="Text Placeholder 3">
            <a:extLst>
              <a:ext uri="{FF2B5EF4-FFF2-40B4-BE49-F238E27FC236}">
                <a16:creationId xmlns:a16="http://schemas.microsoft.com/office/drawing/2014/main" id="{76B27031-8ED6-41E6-8DF4-984103566FE5}"/>
              </a:ext>
            </a:extLst>
          </p:cNvPr>
          <p:cNvSpPr>
            <a:spLocks noGrp="1"/>
          </p:cNvSpPr>
          <p:nvPr>
            <p:ph type="body" sz="quarter" idx="14"/>
            <p:custDataLst>
              <p:tags r:id="rId5"/>
            </p:custDataLst>
          </p:nvPr>
        </p:nvSpPr>
        <p:spPr>
          <a:xfrm>
            <a:off x="477838" y="1770073"/>
            <a:ext cx="7418387" cy="4114789"/>
          </a:xfrm>
        </p:spPr>
        <p:txBody>
          <a:bodyPr/>
          <a:lstStyle>
            <a:lvl1pPr marL="0" indent="0">
              <a:lnSpc>
                <a:spcPct val="100000"/>
              </a:lnSpc>
              <a:spcBef>
                <a:spcPts val="0"/>
              </a:spcBef>
              <a:spcAft>
                <a:spcPts val="0"/>
              </a:spcAft>
              <a:buFont typeface="Arial" panose="020B0604020202020204" pitchFamily="34" charset="0"/>
              <a:buNone/>
              <a:tabLst>
                <a:tab pos="7177088" algn="r"/>
              </a:tabLst>
              <a:defRPr sz="1200" b="0" i="0">
                <a:solidFill>
                  <a:schemeClr val="tx2"/>
                </a:solidFill>
                <a:latin typeface="+mj-lt"/>
              </a:defRPr>
            </a:lvl1pPr>
            <a:lvl2pPr marL="0" indent="0">
              <a:lnSpc>
                <a:spcPct val="100000"/>
              </a:lnSpc>
              <a:spcBef>
                <a:spcPts val="0"/>
              </a:spcBef>
              <a:spcAft>
                <a:spcPts val="0"/>
              </a:spcAft>
              <a:buFont typeface="Arial" panose="020B0604020202020204" pitchFamily="34" charset="0"/>
              <a:buNone/>
              <a:tabLst>
                <a:tab pos="7177088" algn="r"/>
              </a:tabLst>
              <a:defRPr sz="1200" b="0" i="0">
                <a:solidFill>
                  <a:schemeClr val="bg2"/>
                </a:solidFill>
                <a:latin typeface="+mj-lt"/>
              </a:defRPr>
            </a:lvl2pPr>
            <a:lvl3pPr marL="0" indent="0">
              <a:lnSpc>
                <a:spcPct val="100000"/>
              </a:lnSpc>
              <a:spcBef>
                <a:spcPts val="0"/>
              </a:spcBef>
              <a:spcAft>
                <a:spcPts val="0"/>
              </a:spcAft>
              <a:buFont typeface="Arial" panose="020B0604020202020204" pitchFamily="34" charset="0"/>
              <a:buNone/>
              <a:defRPr sz="1200" b="0" i="0">
                <a:latin typeface="+mj-lt"/>
              </a:defRPr>
            </a:lvl3pPr>
            <a:lvl4pPr marL="0" indent="0">
              <a:lnSpc>
                <a:spcPct val="100000"/>
              </a:lnSpc>
              <a:spcBef>
                <a:spcPts val="0"/>
              </a:spcBef>
              <a:spcAft>
                <a:spcPts val="0"/>
              </a:spcAft>
              <a:buFont typeface="Arial" panose="020B0604020202020204" pitchFamily="34" charset="0"/>
              <a:buNone/>
              <a:defRPr sz="1200" b="0" i="0">
                <a:latin typeface="+mj-lt"/>
              </a:defRPr>
            </a:lvl4pPr>
            <a:lvl5pPr marL="0" indent="0">
              <a:buFont typeface="Arial" panose="020B0604020202020204" pitchFamily="34" charset="0"/>
              <a:buNone/>
              <a:defRPr sz="1800" b="0" i="0">
                <a:latin typeface="+mn-lt"/>
              </a:defRPr>
            </a:lvl5pPr>
            <a:lvl6pPr marL="0" indent="0">
              <a:buNone/>
              <a:defRPr sz="1800" b="0" i="0"/>
            </a:lvl6pPr>
            <a:lvl7pPr marL="0" indent="0">
              <a:buNone/>
              <a:defRPr sz="1800" b="0" i="0"/>
            </a:lvl7pPr>
            <a:lvl8pPr marL="0" indent="0">
              <a:buNone/>
              <a:defRPr sz="1800" b="0" i="0"/>
            </a:lvl8pPr>
            <a:lvl9pPr marL="0" indent="0">
              <a:buNone/>
              <a:defRPr sz="1800" b="0" i="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Guides" hidden="1">
            <a:extLst>
              <a:ext uri="{FF2B5EF4-FFF2-40B4-BE49-F238E27FC236}">
                <a16:creationId xmlns:a16="http://schemas.microsoft.com/office/drawing/2014/main" id="{F7D1C558-71A1-4B97-9530-F2AA06DDA5F8}"/>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951076501"/>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413370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4" name="Guides" hidden="1">
            <a:extLst>
              <a:ext uri="{FF2B5EF4-FFF2-40B4-BE49-F238E27FC236}">
                <a16:creationId xmlns:a16="http://schemas.microsoft.com/office/drawing/2014/main" id="{8EC57307-AD1F-47B7-A572-962C1511FB95}"/>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87024466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1337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dirty="0"/>
              <a:t>Click to edit Master text styles</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6204001" y="1751369"/>
            <a:ext cx="5509200" cy="413463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75537719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1" y="1751161"/>
            <a:ext cx="3599488" cy="4133701"/>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dirty="0"/>
              <a:t>Click to edit Master text styles</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4294188" y="1751369"/>
            <a:ext cx="3602037" cy="413463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8"/>
            </p:custDataLst>
          </p:nvPr>
        </p:nvSpPr>
        <p:spPr>
          <a:xfrm>
            <a:off x="8110538" y="1751161"/>
            <a:ext cx="3602037" cy="413463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1923174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2569">
          <p15:clr>
            <a:srgbClr val="FF96FF"/>
          </p15:clr>
        </p15:guide>
        <p15:guide id="9" pos="2705">
          <p15:clr>
            <a:srgbClr val="FF96FF"/>
          </p15:clr>
        </p15:guide>
        <p15:guide id="10" pos="4974">
          <p15:clr>
            <a:srgbClr val="FF96FF"/>
          </p15:clr>
        </p15:guide>
        <p15:guide id="11" pos="5110">
          <p15:clr>
            <a:srgbClr val="FF96FF"/>
          </p15:clr>
        </p15:guide>
        <p15:guide id="12" pos="7378">
          <p15:clr>
            <a:srgbClr val="FF96F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3765" cy="1949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dirty="0"/>
              <a:t>Click to edit Master text styles</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6"/>
            </p:custDataLst>
          </p:nvPr>
        </p:nvSpPr>
        <p:spPr>
          <a:xfrm>
            <a:off x="478800" y="3933615"/>
            <a:ext cx="5507663" cy="1949095"/>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8"/>
            </p:custDataLst>
          </p:nvPr>
        </p:nvSpPr>
        <p:spPr>
          <a:xfrm>
            <a:off x="6203950" y="1751161"/>
            <a:ext cx="5508625" cy="194930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Content Placeholder 611">
            <a:extLst>
              <a:ext uri="{FF2B5EF4-FFF2-40B4-BE49-F238E27FC236}">
                <a16:creationId xmlns:a16="http://schemas.microsoft.com/office/drawing/2014/main" id="{C61AC6F7-A653-447E-A7DC-D822A1E27BB8}"/>
              </a:ext>
            </a:extLst>
          </p:cNvPr>
          <p:cNvSpPr>
            <a:spLocks noGrp="1"/>
          </p:cNvSpPr>
          <p:nvPr>
            <p:ph sz="quarter" idx="16"/>
            <p:custDataLst>
              <p:tags r:id="rId9"/>
            </p:custDataLst>
          </p:nvPr>
        </p:nvSpPr>
        <p:spPr>
          <a:xfrm>
            <a:off x="6203950" y="3916363"/>
            <a:ext cx="5508625" cy="194930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6220007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2331">
          <p15:clr>
            <a:srgbClr val="FF96FF"/>
          </p15:clr>
        </p15:guide>
        <p15:guide id="5" orient="horz" pos="2467">
          <p15:clr>
            <a:srgbClr val="FF96FF"/>
          </p15:clr>
        </p15:guide>
        <p15:guide id="6" orient="horz" pos="3891">
          <p15:clr>
            <a:srgbClr val="FF96FF"/>
          </p15:clr>
        </p15:guide>
        <p15:guide id="7" orient="horz" pos="4000">
          <p15:clr>
            <a:srgbClr val="717275"/>
          </p15:clr>
        </p15:guide>
        <p15:guide id="8" orient="horz" pos="4320">
          <p15:clr>
            <a:srgbClr val="717275"/>
          </p15:clr>
        </p15:guide>
        <p15:guide id="9" pos="301">
          <p15:clr>
            <a:srgbClr val="FF96FF"/>
          </p15:clr>
        </p15:guide>
        <p15:guide id="10" pos="3771">
          <p15:clr>
            <a:srgbClr val="FF96FF"/>
          </p15:clr>
        </p15:guide>
        <p15:guide id="11" pos="3908">
          <p15:clr>
            <a:srgbClr val="FF96FF"/>
          </p15:clr>
        </p15:guide>
        <p15:guide id="12" pos="7378">
          <p15:clr>
            <a:srgbClr val="FF96F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 x Content Light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858000"/>
          </a:xfrm>
          <a:prstGeom prst="rect">
            <a:avLst/>
          </a:prstGeom>
          <a:solidFill>
            <a:schemeClr val="accent3">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8591547" y="1751161"/>
            <a:ext cx="3121029" cy="4133701"/>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Guides" hidden="1">
            <a:extLst>
              <a:ext uri="{FF2B5EF4-FFF2-40B4-BE49-F238E27FC236}">
                <a16:creationId xmlns:a16="http://schemas.microsoft.com/office/drawing/2014/main" id="{6BBD5BAA-1D47-4836-AB2C-663CD71B11A5}"/>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05457010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 x Content Dark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356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8591547" y="1751161"/>
            <a:ext cx="3121029" cy="413370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04862511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vl1pPr>
          </a:lstStyle>
          <a:p>
            <a:r>
              <a:rPr lang="en-GB" dirty="0"/>
              <a:t>Add Picture</a:t>
            </a: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832606528"/>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 x 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vl1pPr>
          </a:lstStyle>
          <a:p>
            <a:r>
              <a:rPr lang="en-GB" dirty="0"/>
              <a:t>Add Picture</a:t>
            </a: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1" y="1751161"/>
            <a:ext cx="3601076" cy="41337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21">
            <a:extLst>
              <a:ext uri="{FF2B5EF4-FFF2-40B4-BE49-F238E27FC236}">
                <a16:creationId xmlns:a16="http://schemas.microsoft.com/office/drawing/2014/main" id="{19C28B1B-133D-47AC-9604-F5AF1FAC2909}"/>
              </a:ext>
            </a:extLst>
          </p:cNvPr>
          <p:cNvSpPr>
            <a:spLocks noGrp="1"/>
          </p:cNvSpPr>
          <p:nvPr>
            <p:ph idx="15"/>
            <p:custDataLst>
              <p:tags r:id="rId8"/>
            </p:custDataLst>
          </p:nvPr>
        </p:nvSpPr>
        <p:spPr>
          <a:xfrm>
            <a:off x="4294188" y="1751160"/>
            <a:ext cx="3601076" cy="41337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08629292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2 Page Light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0" y="3428621"/>
            <a:ext cx="12192001" cy="2926971"/>
          </a:xfrm>
          <a:solidFill>
            <a:srgbClr val="97999B">
              <a:alpha val="12157"/>
            </a:srgbClr>
          </a:solidFill>
        </p:spPr>
        <p:txBody>
          <a:bodyPr lIns="478800" tIns="180000" rIns="478800" bIns="108000"/>
          <a:lstStyle>
            <a:lvl1pPr>
              <a:defRPr>
                <a:solidFill>
                  <a:schemeClr val="tx1"/>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31881372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2 Page Light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1" y="697124"/>
            <a:ext cx="5507662"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6096000" y="-9235"/>
            <a:ext cx="6096001" cy="6364828"/>
          </a:xfrm>
          <a:solidFill>
            <a:srgbClr val="97999B">
              <a:alpha val="12157"/>
            </a:srgbClr>
          </a:solidFill>
        </p:spPr>
        <p:txBody>
          <a:bodyPr lIns="478800" tIns="1764000" rIns="478800" bIns="108000"/>
          <a:lstStyle>
            <a:lvl1pPr>
              <a:defRPr>
                <a:solidFill>
                  <a:schemeClr val="tx1"/>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777829649"/>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2 Page Dark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0" y="3428621"/>
            <a:ext cx="12192001" cy="2926971"/>
          </a:xfrm>
          <a:solidFill>
            <a:schemeClr val="accent1"/>
          </a:solidFill>
        </p:spPr>
        <p:txBody>
          <a:bodyPr lIns="478800" tIns="180000" rIns="478800" bIns="108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0340920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2 Page Dark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5507663"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7"/>
            </p:custDataLst>
          </p:nvPr>
        </p:nvSpPr>
        <p:spPr>
          <a:xfrm>
            <a:off x="6096000" y="-9235"/>
            <a:ext cx="6096001" cy="6364828"/>
          </a:xfrm>
          <a:solidFill>
            <a:schemeClr val="accent1"/>
          </a:solidFill>
        </p:spPr>
        <p:txBody>
          <a:bodyPr lIns="478800" tIns="1764000" rIns="478800" bIns="108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291675008"/>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 x Content Light 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0" y="2389188"/>
            <a:ext cx="12191997" cy="4468812"/>
          </a:xfrm>
          <a:prstGeom prst="rect">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694526" y="2617875"/>
            <a:ext cx="11019636" cy="3266988"/>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78890168-1A2A-431B-BAF2-81CBB1A60E7D}"/>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049911398"/>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 x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9200" cy="4134839"/>
          </a:xfrm>
          <a:solidFill>
            <a:schemeClr val="bg2">
              <a:alpha val="12000"/>
            </a:schemeClr>
          </a:solidFill>
        </p:spPr>
        <p:txBody>
          <a:bodyPr lIns="144000" tIns="144000" rIns="144000" bIns="144000"/>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10" name="Content Placeholder 21">
            <a:extLst>
              <a:ext uri="{FF2B5EF4-FFF2-40B4-BE49-F238E27FC236}">
                <a16:creationId xmlns:a16="http://schemas.microsoft.com/office/drawing/2014/main" id="{31C5FEEE-DCA3-4C0C-B068-A006F93B9358}"/>
              </a:ext>
            </a:extLst>
          </p:cNvPr>
          <p:cNvSpPr>
            <a:spLocks noGrp="1"/>
          </p:cNvSpPr>
          <p:nvPr>
            <p:ph idx="14"/>
            <p:custDataLst>
              <p:tags r:id="rId6"/>
            </p:custDataLst>
          </p:nvPr>
        </p:nvSpPr>
        <p:spPr>
          <a:xfrm>
            <a:off x="6204001" y="1751162"/>
            <a:ext cx="5509200" cy="4134839"/>
          </a:xfrm>
          <a:solidFill>
            <a:schemeClr val="bg2">
              <a:alpha val="12000"/>
            </a:schemeClr>
          </a:solidFill>
        </p:spPr>
        <p:txBody>
          <a:bodyPr lIns="144000" tIns="144000" rIns="144000" bIns="144000"/>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Guides" hidden="1">
            <a:extLst>
              <a:ext uri="{FF2B5EF4-FFF2-40B4-BE49-F238E27FC236}">
                <a16:creationId xmlns:a16="http://schemas.microsoft.com/office/drawing/2014/main" id="{BDBE3A7C-86FE-4F5A-A024-3B8EC57E3F04}"/>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408583531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io x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p:custDataLst>
              <p:tags r:id="rId5"/>
            </p:custDataLst>
          </p:nvPr>
        </p:nvSpPr>
        <p:spPr>
          <a:xfrm>
            <a:off x="-1" y="2786063"/>
            <a:ext cx="4078287" cy="3570287"/>
          </a:xfrm>
          <a:solidFill>
            <a:schemeClr val="tx1"/>
          </a:solidFill>
        </p:spPr>
        <p:txBody>
          <a:bodyPr lIns="478800" tIns="1368000" rIns="360000" bIns="180000"/>
          <a:lstStyle>
            <a:lvl1pPr marL="0" indent="0">
              <a:buNone/>
              <a:defRPr sz="2000" b="0">
                <a:solidFill>
                  <a:schemeClr val="bg1"/>
                </a:solidFill>
              </a:defRPr>
            </a:lvl1pPr>
            <a:lvl2pPr marL="0" indent="0">
              <a:buNone/>
              <a:defRPr sz="1400" b="0">
                <a:solidFill>
                  <a:schemeClr val="bg1"/>
                </a:solidFill>
              </a:defRPr>
            </a:lvl2pPr>
            <a:lvl3pPr marL="0" indent="0">
              <a:buNone/>
              <a:defRPr sz="14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a:t>Click to edit Master text styles</a:t>
            </a:r>
          </a:p>
          <a:p>
            <a:pPr lvl="1"/>
            <a:r>
              <a:rPr lang="en-US" dirty="0"/>
              <a:t>Second level</a:t>
            </a:r>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6"/>
            </p:custDataLst>
          </p:nvPr>
        </p:nvSpPr>
        <p:spPr>
          <a:xfrm>
            <a:off x="477838" y="2278106"/>
            <a:ext cx="1620000" cy="162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a:lvl1pPr>
          </a:lstStyle>
          <a:p>
            <a:r>
              <a:rPr lang="en-GB" dirty="0"/>
              <a:t>Add Picture</a:t>
            </a:r>
          </a:p>
        </p:txBody>
      </p:sp>
      <p:sp>
        <p:nvSpPr>
          <p:cNvPr id="13" name="Content Placeholder 12">
            <a:extLst>
              <a:ext uri="{FF2B5EF4-FFF2-40B4-BE49-F238E27FC236}">
                <a16:creationId xmlns:a16="http://schemas.microsoft.com/office/drawing/2014/main" id="{0131FCA9-B4F9-4173-8087-AF678BC2662F}"/>
              </a:ext>
            </a:extLst>
          </p:cNvPr>
          <p:cNvSpPr>
            <a:spLocks noGrp="1"/>
          </p:cNvSpPr>
          <p:nvPr>
            <p:ph sz="quarter" idx="16"/>
            <p:custDataLst>
              <p:tags r:id="rId7"/>
            </p:custDataLst>
          </p:nvPr>
        </p:nvSpPr>
        <p:spPr>
          <a:xfrm>
            <a:off x="4294188" y="2786063"/>
            <a:ext cx="3602037" cy="3570287"/>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Content Placeholder 15">
            <a:extLst>
              <a:ext uri="{FF2B5EF4-FFF2-40B4-BE49-F238E27FC236}">
                <a16:creationId xmlns:a16="http://schemas.microsoft.com/office/drawing/2014/main" id="{12BEEAB4-D46C-49FB-8DFD-68CA500EF55D}"/>
              </a:ext>
            </a:extLst>
          </p:cNvPr>
          <p:cNvSpPr>
            <a:spLocks noGrp="1"/>
          </p:cNvSpPr>
          <p:nvPr>
            <p:ph sz="quarter" idx="17"/>
            <p:custDataLst>
              <p:tags r:id="rId8"/>
            </p:custDataLst>
          </p:nvPr>
        </p:nvSpPr>
        <p:spPr>
          <a:xfrm>
            <a:off x="8112125" y="2786063"/>
            <a:ext cx="3600450" cy="3570286"/>
          </a:xfrm>
          <a:solidFill>
            <a:srgbClr val="3ABDDC">
              <a:alpha val="5098"/>
            </a:srgbClr>
          </a:solidFill>
        </p:spPr>
        <p:txBody>
          <a:bodyPr lIns="180000" tIns="180000" rIns="180000"/>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Guides" hidden="1">
            <a:extLst>
              <a:ext uri="{FF2B5EF4-FFF2-40B4-BE49-F238E27FC236}">
                <a16:creationId xmlns:a16="http://schemas.microsoft.com/office/drawing/2014/main" id="{926C083B-1498-4631-9F7F-D0B1E171A116}"/>
              </a:ext>
            </a:extLst>
          </p:cNvPr>
          <p:cNvSpPr/>
          <p:nvPr userDrawn="1">
            <p:custDataLst>
              <p:tags r:id="rId9"/>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45271215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io x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hasCustomPrompt="1"/>
            <p:custDataLst>
              <p:tags r:id="rId5"/>
            </p:custDataLst>
          </p:nvPr>
        </p:nvSpPr>
        <p:spPr>
          <a:xfrm>
            <a:off x="488661"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6"/>
            </p:custDataLst>
          </p:nvPr>
        </p:nvSpPr>
        <p:spPr>
          <a:xfrm>
            <a:off x="3126876"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GB" dirty="0"/>
              <a:t>Add Picture</a:t>
            </a:r>
          </a:p>
        </p:txBody>
      </p:sp>
      <p:sp>
        <p:nvSpPr>
          <p:cNvPr id="14" name="Text Placeholder 61">
            <a:extLst>
              <a:ext uri="{FF2B5EF4-FFF2-40B4-BE49-F238E27FC236}">
                <a16:creationId xmlns:a16="http://schemas.microsoft.com/office/drawing/2014/main" id="{08A933B5-4B6E-48FB-9434-D11EEE592D7D}"/>
              </a:ext>
            </a:extLst>
          </p:cNvPr>
          <p:cNvSpPr>
            <a:spLocks noGrp="1"/>
          </p:cNvSpPr>
          <p:nvPr>
            <p:ph type="body" sz="quarter" idx="16" hasCustomPrompt="1"/>
            <p:custDataLst>
              <p:tags r:id="rId7"/>
            </p:custDataLst>
          </p:nvPr>
        </p:nvSpPr>
        <p:spPr>
          <a:xfrm>
            <a:off x="429419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7" name="Picture Placeholder 142">
            <a:extLst>
              <a:ext uri="{FF2B5EF4-FFF2-40B4-BE49-F238E27FC236}">
                <a16:creationId xmlns:a16="http://schemas.microsoft.com/office/drawing/2014/main" id="{9D0CDE38-1CD6-4F68-9805-B68519BE01B2}"/>
              </a:ext>
            </a:extLst>
          </p:cNvPr>
          <p:cNvSpPr>
            <a:spLocks noGrp="1"/>
          </p:cNvSpPr>
          <p:nvPr>
            <p:ph type="pic" sz="quarter" idx="17" hasCustomPrompt="1"/>
            <p:custDataLst>
              <p:tags r:id="rId8"/>
            </p:custDataLst>
          </p:nvPr>
        </p:nvSpPr>
        <p:spPr>
          <a:xfrm>
            <a:off x="693240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GB" dirty="0"/>
              <a:t>Add Picture</a:t>
            </a:r>
          </a:p>
        </p:txBody>
      </p:sp>
      <p:sp>
        <p:nvSpPr>
          <p:cNvPr id="18" name="Text Placeholder 63">
            <a:extLst>
              <a:ext uri="{FF2B5EF4-FFF2-40B4-BE49-F238E27FC236}">
                <a16:creationId xmlns:a16="http://schemas.microsoft.com/office/drawing/2014/main" id="{FC6DBB79-511B-4231-A7E9-1CA8279E9669}"/>
              </a:ext>
            </a:extLst>
          </p:cNvPr>
          <p:cNvSpPr>
            <a:spLocks noGrp="1"/>
          </p:cNvSpPr>
          <p:nvPr>
            <p:ph type="body" sz="quarter" idx="18" hasCustomPrompt="1"/>
            <p:custDataLst>
              <p:tags r:id="rId9"/>
            </p:custDataLst>
          </p:nvPr>
        </p:nvSpPr>
        <p:spPr>
          <a:xfrm>
            <a:off x="812295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9" name="Picture Placeholder 144">
            <a:extLst>
              <a:ext uri="{FF2B5EF4-FFF2-40B4-BE49-F238E27FC236}">
                <a16:creationId xmlns:a16="http://schemas.microsoft.com/office/drawing/2014/main" id="{D446FD71-60A7-4A0B-9111-C588EBA4BD7A}"/>
              </a:ext>
            </a:extLst>
          </p:cNvPr>
          <p:cNvSpPr>
            <a:spLocks noGrp="1"/>
          </p:cNvSpPr>
          <p:nvPr>
            <p:ph type="pic" sz="quarter" idx="19" hasCustomPrompt="1"/>
            <p:custDataLst>
              <p:tags r:id="rId10"/>
            </p:custDataLst>
          </p:nvPr>
        </p:nvSpPr>
        <p:spPr>
          <a:xfrm>
            <a:off x="1076116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GB" dirty="0"/>
              <a:t>Add Picture</a:t>
            </a:r>
          </a:p>
        </p:txBody>
      </p:sp>
      <p:sp>
        <p:nvSpPr>
          <p:cNvPr id="4" name="Text Placeholder 3">
            <a:extLst>
              <a:ext uri="{FF2B5EF4-FFF2-40B4-BE49-F238E27FC236}">
                <a16:creationId xmlns:a16="http://schemas.microsoft.com/office/drawing/2014/main" id="{7CF301A6-DC93-4A07-8C2D-526A2A2D5693}"/>
              </a:ext>
            </a:extLst>
          </p:cNvPr>
          <p:cNvSpPr>
            <a:spLocks noGrp="1"/>
          </p:cNvSpPr>
          <p:nvPr>
            <p:ph type="body" sz="quarter" idx="20"/>
            <p:custDataLst>
              <p:tags r:id="rId11"/>
            </p:custDataLst>
          </p:nvPr>
        </p:nvSpPr>
        <p:spPr>
          <a:xfrm>
            <a:off x="477838" y="1439862"/>
            <a:ext cx="11234737" cy="380825"/>
          </a:xfrm>
        </p:spPr>
        <p:txBody>
          <a:bodyPr/>
          <a:lstStyle>
            <a:lvl1pPr marL="0" indent="0">
              <a:defRPr sz="1200" b="0">
                <a:solidFill>
                  <a:schemeClr val="tx2"/>
                </a:solidFill>
                <a:latin typeface="+mn-lt"/>
              </a:defRPr>
            </a:lvl1pPr>
            <a:lvl2pPr marL="0" indent="0">
              <a:defRPr sz="1200" b="0">
                <a:solidFill>
                  <a:schemeClr val="tx2"/>
                </a:solidFill>
                <a:latin typeface="+mn-lt"/>
              </a:defRPr>
            </a:lvl2pPr>
            <a:lvl3pPr marL="0" indent="0">
              <a:defRPr sz="1200" b="0">
                <a:solidFill>
                  <a:schemeClr val="tx2"/>
                </a:solidFill>
                <a:latin typeface="+mn-lt"/>
              </a:defRPr>
            </a:lvl3pPr>
            <a:lvl4pPr marL="0" indent="0">
              <a:defRPr sz="1200" b="0">
                <a:solidFill>
                  <a:schemeClr val="tx2"/>
                </a:solidFill>
                <a:latin typeface="+mn-lt"/>
              </a:defRPr>
            </a:lvl4pPr>
            <a:lvl5pPr marL="0" indent="0">
              <a:defRPr sz="1200" b="0">
                <a:solidFill>
                  <a:schemeClr val="tx2"/>
                </a:solidFill>
                <a:latin typeface="+mn-lt"/>
              </a:defRPr>
            </a:lvl5pPr>
          </a:lstStyle>
          <a:p>
            <a:pPr lvl="0"/>
            <a:r>
              <a:rPr lang="en-US"/>
              <a:t>Click to edit Master text styles</a:t>
            </a:r>
          </a:p>
        </p:txBody>
      </p:sp>
      <p:sp>
        <p:nvSpPr>
          <p:cNvPr id="3" name="Guides" hidden="1">
            <a:extLst>
              <a:ext uri="{FF2B5EF4-FFF2-40B4-BE49-F238E27FC236}">
                <a16:creationId xmlns:a16="http://schemas.microsoft.com/office/drawing/2014/main" id="{FA5E3DB0-1825-4F3B-B682-F2311B9AC806}"/>
              </a:ext>
            </a:extLst>
          </p:cNvPr>
          <p:cNvSpPr/>
          <p:nvPr userDrawn="1">
            <p:custDataLst>
              <p:tags r:id="rId12"/>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60290061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GB" smtClean="0"/>
              <a:t>‹Nr.›</a:t>
            </a:fld>
            <a:endParaRPr lang="en-GB"/>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3" name="Guides" hidden="1">
            <a:extLst>
              <a:ext uri="{FF2B5EF4-FFF2-40B4-BE49-F238E27FC236}">
                <a16:creationId xmlns:a16="http://schemas.microsoft.com/office/drawing/2014/main" id="{51214D4D-461C-4F2C-B673-39831BF1BC9B}"/>
              </a:ext>
            </a:extLst>
          </p:cNvPr>
          <p:cNvSpPr/>
          <p:nvPr userDrawn="1">
            <p:custDataLst>
              <p:tags r:id="rId5"/>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23045643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D9CCAD-AAFC-410D-B880-7C2773ADABD1}"/>
              </a:ext>
            </a:extLst>
          </p:cNvPr>
          <p:cNvSpPr>
            <a:spLocks noGrp="1"/>
          </p:cNvSpPr>
          <p:nvPr>
            <p:ph type="ftr" sz="quarter" idx="11"/>
            <p:custDataLst>
              <p:tags r:id="rId1"/>
            </p:custDataLst>
          </p:nvPr>
        </p:nvSpPr>
        <p:spPr/>
        <p:txBody>
          <a:bodyPr/>
          <a:lstStyle/>
          <a:p>
            <a:r>
              <a:rPr lang="en-GB" dirty="0"/>
              <a:t>©ERA Group</a:t>
            </a:r>
          </a:p>
        </p:txBody>
      </p:sp>
      <p:sp>
        <p:nvSpPr>
          <p:cNvPr id="4" name="Slide Number Placeholder 3">
            <a:extLst>
              <a:ext uri="{FF2B5EF4-FFF2-40B4-BE49-F238E27FC236}">
                <a16:creationId xmlns:a16="http://schemas.microsoft.com/office/drawing/2014/main" id="{4BE1F325-5998-45C4-8BA3-1EC661464454}"/>
              </a:ext>
            </a:extLst>
          </p:cNvPr>
          <p:cNvSpPr>
            <a:spLocks noGrp="1"/>
          </p:cNvSpPr>
          <p:nvPr>
            <p:ph type="sldNum" sz="quarter" idx="12"/>
            <p:custDataLst>
              <p:tags r:id="rId2"/>
            </p:custDataLst>
          </p:nvPr>
        </p:nvSpPr>
        <p:spPr/>
        <p:txBody>
          <a:bodyPr/>
          <a:lstStyle/>
          <a:p>
            <a:fld id="{F9C97B4F-A257-426B-BCB5-E8BA1624BD45}" type="slidenum">
              <a:rPr lang="en-GB" smtClean="0"/>
              <a:t>‹Nr.›</a:t>
            </a:fld>
            <a:endParaRPr lang="en-GB"/>
          </a:p>
        </p:txBody>
      </p:sp>
      <p:sp>
        <p:nvSpPr>
          <p:cNvPr id="2" name="Guides" hidden="1">
            <a:extLst>
              <a:ext uri="{FF2B5EF4-FFF2-40B4-BE49-F238E27FC236}">
                <a16:creationId xmlns:a16="http://schemas.microsoft.com/office/drawing/2014/main" id="{1C57F73A-36AA-442A-A1E0-1502ED2B320F}"/>
              </a:ext>
            </a:extLst>
          </p:cNvPr>
          <p:cNvSpPr/>
          <p:nvPr userDrawn="1">
            <p:custDataLst>
              <p:tags r:id="rId3"/>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92263307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Cover">
    <p:spTree>
      <p:nvGrpSpPr>
        <p:cNvPr id="1" name=""/>
        <p:cNvGrpSpPr/>
        <p:nvPr/>
      </p:nvGrpSpPr>
      <p:grpSpPr>
        <a:xfrm>
          <a:off x="0" y="0"/>
          <a:ext cx="0" cy="0"/>
          <a:chOff x="0" y="0"/>
          <a:chExt cx="0" cy="0"/>
        </a:xfrm>
      </p:grpSpPr>
      <p:pic>
        <p:nvPicPr>
          <p:cNvPr id="1027011926" name="image" descr="{&quot;templafy&quot;:{&quot;id&quot;:&quot;555330f4-11dc-4161-89df-6efec1e44596&quot;}}"/>
          <p:cNvPicPr>
            <a:picLocks noChangeAspect="1"/>
          </p:cNvPicPr>
          <p:nvPr/>
        </p:nvPicPr>
        <p:blipFill>
          <a:blip r:embed="rId20"/>
          <a:stretch>
            <a:fillRect/>
          </a:stretch>
        </p:blipFill>
        <p:spPr>
          <a:xfrm>
            <a:off x="0" y="0"/>
            <a:ext cx="12180722" cy="6858000"/>
          </a:xfrm>
          <a:prstGeom prst="rect">
            <a:avLst/>
          </a:prstGeom>
        </p:spPr>
      </p:pic>
      <p:cxnSp>
        <p:nvCxnSpPr>
          <p:cNvPr id="12" name="Straight Connector 11">
            <a:extLst>
              <a:ext uri="{FF2B5EF4-FFF2-40B4-BE49-F238E27FC236}">
                <a16:creationId xmlns:a16="http://schemas.microsoft.com/office/drawing/2014/main" id="{1D5AC85E-0690-4B27-B484-DE99F57579A5}"/>
              </a:ext>
            </a:extLst>
          </p:cNvPr>
          <p:cNvCxnSpPr>
            <a:cxnSpLocks/>
          </p:cNvCxnSpPr>
          <p:nvPr userDrawn="1">
            <p:custDataLst>
              <p:tags r:id="rId1"/>
            </p:custDataLst>
          </p:nvPr>
        </p:nvCxnSpPr>
        <p:spPr>
          <a:xfrm>
            <a:off x="489493" y="-9236"/>
            <a:ext cx="0" cy="6290007"/>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041DE90-D0FC-49B7-9E7F-C2E5D7395CF7}"/>
              </a:ext>
            </a:extLst>
          </p:cNvPr>
          <p:cNvSpPr txBox="1"/>
          <p:nvPr userDrawn="1">
            <p:custDataLst>
              <p:tags r:id="rId2"/>
            </p:custDataLst>
          </p:nvPr>
        </p:nvSpPr>
        <p:spPr>
          <a:xfrm>
            <a:off x="780579" y="3584233"/>
            <a:ext cx="5315418" cy="3976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2400" b="0" dirty="0">
                <a:solidFill>
                  <a:schemeClr val="bg1"/>
                </a:solidFill>
                <a:latin typeface="+mj-lt"/>
              </a:rPr>
              <a:t>ERA Group</a:t>
            </a:r>
            <a:endParaRPr lang="da-DK" dirty="0"/>
          </a:p>
          <a:p>
            <a:pPr algn="l"/>
            <a:endParaRPr lang="da-DK" sz="2400" b="1" dirty="0">
              <a:solidFill>
                <a:schemeClr val="bg1"/>
              </a:solidFill>
              <a:latin typeface="+mj-lt"/>
            </a:endParaRPr>
          </a:p>
        </p:txBody>
      </p:sp>
      <p:sp>
        <p:nvSpPr>
          <p:cNvPr id="42" name="text" descr="{&quot;templafy&quot;:{&quot;id&quot;:&quot;475349dd-7004-43c2-aee1-b94a0d699477&quot;}}" hidden="1" title="text">
            <a:extLst>
              <a:ext uri="{FF2B5EF4-FFF2-40B4-BE49-F238E27FC236}">
                <a16:creationId xmlns:a16="http://schemas.microsoft.com/office/drawing/2014/main" id="{24C6B772-7C11-420F-9118-9BD47D0CF8D9}"/>
              </a:ext>
            </a:extLst>
          </p:cNvPr>
          <p:cNvSpPr txBox="1"/>
          <p:nvPr userDrawn="1">
            <p:custDataLst>
              <p:tags r:id="rId3"/>
            </p:custDataLst>
          </p:nvPr>
        </p:nvSpPr>
        <p:spPr>
          <a:xfrm>
            <a:off x="809542" y="4266759"/>
            <a:ext cx="5286455" cy="369332"/>
          </a:xfrm>
          <a:prstGeom prst="rect">
            <a:avLst/>
          </a:prstGeom>
          <a:noFill/>
        </p:spPr>
        <p:txBody>
          <a:bodyPr wrap="square" lIns="0" tIns="0" rIns="0" bIns="0" rtlCol="0">
            <a:noAutofit/>
          </a:bodyPr>
          <a:lstStyle/>
          <a:p>
            <a:pPr algn="l"/>
            <a:r>
              <a:rPr lang="da-DK" sz="2400" b="1" dirty="0">
                <a:solidFill>
                  <a:schemeClr val="bg1"/>
                </a:solidFill>
                <a:latin typeface="+mj-lt"/>
              </a:rPr>
              <a:t>For:</a:t>
            </a:r>
            <a:endParaRPr lang="da-DK"/>
          </a:p>
        </p:txBody>
      </p:sp>
      <p:sp>
        <p:nvSpPr>
          <p:cNvPr id="50" name="text1" descr="{&quot;templafy&quot;:{&quot;id&quot;:&quot;81aa7c14-b9b7-4253-9b18-44908558f92f&quot;}}" title="text">
            <a:extLst>
              <a:ext uri="{FF2B5EF4-FFF2-40B4-BE49-F238E27FC236}">
                <a16:creationId xmlns:a16="http://schemas.microsoft.com/office/drawing/2014/main" id="{0EFA632F-CEC2-40AE-A005-2E9769B6FE0F}"/>
              </a:ext>
            </a:extLst>
          </p:cNvPr>
          <p:cNvSpPr txBox="1"/>
          <p:nvPr userDrawn="1">
            <p:custDataLst>
              <p:tags r:id="rId4"/>
            </p:custDataLst>
          </p:nvPr>
        </p:nvSpPr>
        <p:spPr>
          <a:xfrm>
            <a:off x="780583" y="5917939"/>
            <a:ext cx="198388" cy="184666"/>
          </a:xfrm>
          <a:prstGeom prst="rect">
            <a:avLst/>
          </a:prstGeom>
          <a:noFill/>
        </p:spPr>
        <p:txBody>
          <a:bodyPr wrap="square" lIns="0" tIns="0" rIns="0" bIns="0" rtlCol="0">
            <a:spAutoFit/>
          </a:bodyPr>
          <a:lstStyle/>
          <a:p>
            <a:pPr algn="l"/>
            <a:r>
              <a:rPr lang="da-DK" sz="1200" b="0" dirty="0">
                <a:solidFill>
                  <a:schemeClr val="bg1"/>
                </a:solidFill>
                <a:latin typeface="+mj-lt"/>
              </a:rPr>
              <a:t>M:</a:t>
            </a:r>
            <a:endParaRPr lang="da-DK"/>
          </a:p>
        </p:txBody>
      </p:sp>
      <p:sp>
        <p:nvSpPr>
          <p:cNvPr id="51" name="text12" descr="{&quot;templafy&quot;:{&quot;id&quot;:&quot;b6c381d7-35f2-4a97-b76d-22fbbcdd212a&quot;}}" title="text">
            <a:extLst>
              <a:ext uri="{FF2B5EF4-FFF2-40B4-BE49-F238E27FC236}">
                <a16:creationId xmlns:a16="http://schemas.microsoft.com/office/drawing/2014/main" id="{C01787FB-588B-4C54-9E7C-B4DC134B9221}"/>
              </a:ext>
            </a:extLst>
          </p:cNvPr>
          <p:cNvSpPr txBox="1"/>
          <p:nvPr userDrawn="1">
            <p:custDataLst>
              <p:tags r:id="rId5"/>
            </p:custDataLst>
          </p:nvPr>
        </p:nvSpPr>
        <p:spPr>
          <a:xfrm>
            <a:off x="780583" y="6124680"/>
            <a:ext cx="198388" cy="184666"/>
          </a:xfrm>
          <a:prstGeom prst="rect">
            <a:avLst/>
          </a:prstGeom>
          <a:noFill/>
        </p:spPr>
        <p:txBody>
          <a:bodyPr wrap="square" lIns="0" tIns="0" rIns="0" bIns="0" rtlCol="0">
            <a:spAutoFit/>
          </a:bodyPr>
          <a:lstStyle/>
          <a:p>
            <a:pPr algn="l"/>
            <a:r>
              <a:rPr lang="da-DK" sz="1200" b="0" dirty="0">
                <a:solidFill>
                  <a:schemeClr val="bg1"/>
                </a:solidFill>
                <a:latin typeface="+mj-lt"/>
              </a:rPr>
              <a:t>E:</a:t>
            </a:r>
            <a:endParaRPr lang="da-DK"/>
          </a:p>
        </p:txBody>
      </p:sp>
      <p:sp>
        <p:nvSpPr>
          <p:cNvPr id="9" name="Text Placeholder 8">
            <a:extLst>
              <a:ext uri="{FF2B5EF4-FFF2-40B4-BE49-F238E27FC236}">
                <a16:creationId xmlns:a16="http://schemas.microsoft.com/office/drawing/2014/main" id="{023C95D3-42A5-4CA3-9DDA-CEF4CC5E3303}"/>
              </a:ext>
            </a:extLst>
          </p:cNvPr>
          <p:cNvSpPr>
            <a:spLocks noGrp="1"/>
          </p:cNvSpPr>
          <p:nvPr>
            <p:ph type="body" sz="quarter" idx="13" hasCustomPrompt="1"/>
            <p:custDataLst>
              <p:tags r:id="rId6"/>
            </p:custDataLst>
          </p:nvPr>
        </p:nvSpPr>
        <p:spPr>
          <a:xfrm>
            <a:off x="4297709" y="5499740"/>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da-DK" dirty="0"/>
              <a:t>Consultant Name</a:t>
            </a:r>
          </a:p>
        </p:txBody>
      </p:sp>
      <p:sp>
        <p:nvSpPr>
          <p:cNvPr id="59" name="Text Placeholder 81">
            <a:extLst>
              <a:ext uri="{FF2B5EF4-FFF2-40B4-BE49-F238E27FC236}">
                <a16:creationId xmlns:a16="http://schemas.microsoft.com/office/drawing/2014/main" id="{83D53D79-8C4C-479E-9788-9A5B72412199}"/>
              </a:ext>
            </a:extLst>
          </p:cNvPr>
          <p:cNvSpPr>
            <a:spLocks noGrp="1"/>
          </p:cNvSpPr>
          <p:nvPr>
            <p:ph type="body" sz="quarter" idx="14" hasCustomPrompt="1"/>
            <p:custDataLst>
              <p:tags r:id="rId7"/>
            </p:custDataLst>
          </p:nvPr>
        </p:nvSpPr>
        <p:spPr>
          <a:xfrm>
            <a:off x="4297709" y="5710774"/>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da-DK" dirty="0"/>
              <a:t>Title</a:t>
            </a:r>
          </a:p>
        </p:txBody>
      </p:sp>
      <p:sp>
        <p:nvSpPr>
          <p:cNvPr id="60" name="Text Placeholder 82">
            <a:extLst>
              <a:ext uri="{FF2B5EF4-FFF2-40B4-BE49-F238E27FC236}">
                <a16:creationId xmlns:a16="http://schemas.microsoft.com/office/drawing/2014/main" id="{CFBF395C-C8C3-4169-BC6F-295F437BD1E8}"/>
              </a:ext>
            </a:extLst>
          </p:cNvPr>
          <p:cNvSpPr>
            <a:spLocks noGrp="1"/>
          </p:cNvSpPr>
          <p:nvPr>
            <p:ph type="body" sz="quarter" idx="15" hasCustomPrompt="1"/>
            <p:custDataLst>
              <p:tags r:id="rId8"/>
            </p:custDataLst>
          </p:nvPr>
        </p:nvSpPr>
        <p:spPr>
          <a:xfrm>
            <a:off x="4297709" y="5917939"/>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da-DK" dirty="0"/>
              <a:t>M: Number</a:t>
            </a:r>
          </a:p>
        </p:txBody>
      </p:sp>
      <p:sp>
        <p:nvSpPr>
          <p:cNvPr id="61" name="Text Placeholder 83">
            <a:extLst>
              <a:ext uri="{FF2B5EF4-FFF2-40B4-BE49-F238E27FC236}">
                <a16:creationId xmlns:a16="http://schemas.microsoft.com/office/drawing/2014/main" id="{EE0673EE-5BBA-430D-B9E6-477A0C73ACE7}"/>
              </a:ext>
            </a:extLst>
          </p:cNvPr>
          <p:cNvSpPr>
            <a:spLocks noGrp="1"/>
          </p:cNvSpPr>
          <p:nvPr>
            <p:ph type="body" sz="quarter" idx="16" hasCustomPrompt="1"/>
            <p:custDataLst>
              <p:tags r:id="rId9"/>
            </p:custDataLst>
          </p:nvPr>
        </p:nvSpPr>
        <p:spPr>
          <a:xfrm>
            <a:off x="4297709" y="6124680"/>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da-DK" dirty="0"/>
              <a:t>E: Email</a:t>
            </a:r>
          </a:p>
        </p:txBody>
      </p:sp>
      <p:pic>
        <p:nvPicPr>
          <p:cNvPr id="253254861" name="image1" descr="{&quot;templafy&quot;:{&quot;id&quot;:&quot;512d9364-5f55-4d65-9d0b-f07bc7d9730e&quot;}}"/>
          <p:cNvPicPr>
            <a:picLocks noChangeAspect="1"/>
          </p:cNvPicPr>
          <p:nvPr/>
        </p:nvPicPr>
        <p:blipFill>
          <a:blip r:embed="rId21"/>
          <a:stretch>
            <a:fillRect/>
          </a:stretch>
        </p:blipFill>
        <p:spPr>
          <a:xfrm>
            <a:off x="859333" y="622724"/>
            <a:ext cx="3240000" cy="669832"/>
          </a:xfrm>
          <a:prstGeom prst="rect">
            <a:avLst/>
          </a:prstGeom>
        </p:spPr>
      </p:pic>
      <p:sp>
        <p:nvSpPr>
          <p:cNvPr id="2" name="Guides" hidden="1">
            <a:extLst>
              <a:ext uri="{FF2B5EF4-FFF2-40B4-BE49-F238E27FC236}">
                <a16:creationId xmlns:a16="http://schemas.microsoft.com/office/drawing/2014/main" id="{A387A157-8698-4232-9E01-E424511810BB}"/>
              </a:ext>
            </a:extLst>
          </p:cNvPr>
          <p:cNvSpPr/>
          <p:nvPr userDrawn="1">
            <p:custDataLst>
              <p:tags r:id="rId10"/>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
        <p:nvSpPr>
          <p:cNvPr id="4" name="text2" descr="{&quot;templafy&quot;:{&quot;id&quot;:&quot;16df8a0d-c772-4aac-8781-fc5fb8d39fd3&quot;}}" hidden="1" title="Form.Title">
            <a:extLst>
              <a:ext uri="{FF2B5EF4-FFF2-40B4-BE49-F238E27FC236}">
                <a16:creationId xmlns:a16="http://schemas.microsoft.com/office/drawing/2014/main" id="{1A5AE413-8A03-4DF4-A9ED-D055F8A3E4DC}"/>
              </a:ext>
            </a:extLst>
          </p:cNvPr>
          <p:cNvSpPr/>
          <p:nvPr userDrawn="1">
            <p:custDataLst>
              <p:tags r:id="rId11"/>
            </p:custDataLst>
          </p:nvPr>
        </p:nvSpPr>
        <p:spPr>
          <a:xfrm>
            <a:off x="797976" y="1710353"/>
            <a:ext cx="8046766" cy="14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da-DK" sz="3600" dirty="0">
              <a:solidFill>
                <a:schemeClr val="bg1"/>
              </a:solidFill>
              <a:latin typeface="+mj-lt"/>
            </a:endParaRPr>
          </a:p>
        </p:txBody>
      </p:sp>
      <p:sp>
        <p:nvSpPr>
          <p:cNvPr id="5" name="text13" descr="{&quot;templafy&quot;:{&quot;id&quot;:&quot;3b272e90-63d3-4550-b602-9aa258000019&quot;}}" hidden="1" title="Form.CompanyName">
            <a:extLst>
              <a:ext uri="{FF2B5EF4-FFF2-40B4-BE49-F238E27FC236}">
                <a16:creationId xmlns:a16="http://schemas.microsoft.com/office/drawing/2014/main" id="{3D24E56B-EE6F-45D5-B522-529F9CD6985B}"/>
              </a:ext>
            </a:extLst>
          </p:cNvPr>
          <p:cNvSpPr/>
          <p:nvPr userDrawn="1">
            <p:custDataLst>
              <p:tags r:id="rId12"/>
            </p:custDataLst>
          </p:nvPr>
        </p:nvSpPr>
        <p:spPr>
          <a:xfrm>
            <a:off x="809542" y="4636372"/>
            <a:ext cx="5634584"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da-DK" sz="2400" dirty="0">
              <a:solidFill>
                <a:schemeClr val="bg1"/>
              </a:solidFill>
              <a:latin typeface="+mj-lt"/>
            </a:endParaRPr>
          </a:p>
        </p:txBody>
      </p:sp>
      <p:sp>
        <p:nvSpPr>
          <p:cNvPr id="6" name="text11" descr="{&quot;templafy&quot;:{&quot;id&quot;:&quot;0d0b80d9-6b03-4068-990d-e1d6817cdaac&quot;}}" title="UserProfile.Name">
            <a:extLst>
              <a:ext uri="{FF2B5EF4-FFF2-40B4-BE49-F238E27FC236}">
                <a16:creationId xmlns:a16="http://schemas.microsoft.com/office/drawing/2014/main" id="{5C0F24F6-1120-4F7C-99EF-207BC3919389}"/>
              </a:ext>
            </a:extLst>
          </p:cNvPr>
          <p:cNvSpPr/>
          <p:nvPr userDrawn="1">
            <p:custDataLst>
              <p:tags r:id="rId13"/>
            </p:custDataLst>
          </p:nvPr>
        </p:nvSpPr>
        <p:spPr>
          <a:xfrm>
            <a:off x="780582" y="5503609"/>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da-DK" sz="1200">
                <a:solidFill>
                  <a:schemeClr val="bg1"/>
                </a:solidFill>
                <a:latin typeface="+mj-lt"/>
              </a:rPr>
              <a:t>Hans-Henrik S. Hansen</a:t>
            </a:r>
          </a:p>
        </p:txBody>
      </p:sp>
      <p:sp>
        <p:nvSpPr>
          <p:cNvPr id="8" name="text24" descr="{&quot;templafy&quot;:{&quot;id&quot;:&quot;c97c6f0b-4fbd-4955-afeb-da31938e3dd7&quot;}}" title="UserProfile.Title">
            <a:extLst>
              <a:ext uri="{FF2B5EF4-FFF2-40B4-BE49-F238E27FC236}">
                <a16:creationId xmlns:a16="http://schemas.microsoft.com/office/drawing/2014/main" id="{65FA84A7-A198-4D41-839B-0F650DE9CC9F}"/>
              </a:ext>
            </a:extLst>
          </p:cNvPr>
          <p:cNvSpPr/>
          <p:nvPr userDrawn="1">
            <p:custDataLst>
              <p:tags r:id="rId14"/>
            </p:custDataLst>
          </p:nvPr>
        </p:nvSpPr>
        <p:spPr>
          <a:xfrm>
            <a:off x="780582" y="5710774"/>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da-DK" sz="1200">
                <a:solidFill>
                  <a:schemeClr val="bg1"/>
                </a:solidFill>
                <a:latin typeface="+mj-lt"/>
              </a:rPr>
              <a:t>Landechef</a:t>
            </a:r>
          </a:p>
        </p:txBody>
      </p:sp>
      <p:sp>
        <p:nvSpPr>
          <p:cNvPr id="13" name="text5" descr="{&quot;templafy&quot;:{&quot;id&quot;:&quot;99b3ce02-e26d-486e-8d6f-1bcf794160fd&quot;}}" title="UserProfile.DirectPhone">
            <a:extLst>
              <a:ext uri="{FF2B5EF4-FFF2-40B4-BE49-F238E27FC236}">
                <a16:creationId xmlns:a16="http://schemas.microsoft.com/office/drawing/2014/main" id="{D3074E4E-71A1-4F44-AE52-FBA3CF34A4FD}"/>
              </a:ext>
            </a:extLst>
          </p:cNvPr>
          <p:cNvSpPr/>
          <p:nvPr userDrawn="1">
            <p:custDataLst>
              <p:tags r:id="rId15"/>
            </p:custDataLst>
          </p:nvPr>
        </p:nvSpPr>
        <p:spPr>
          <a:xfrm>
            <a:off x="978971" y="591794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da-DK" sz="1200">
                <a:solidFill>
                  <a:schemeClr val="bg1"/>
                </a:solidFill>
                <a:latin typeface="+mj-lt"/>
              </a:rPr>
              <a:t>+45 2498 1173</a:t>
            </a:r>
          </a:p>
        </p:txBody>
      </p:sp>
      <p:sp>
        <p:nvSpPr>
          <p:cNvPr id="14" name="text4" descr="{&quot;templafy&quot;:{&quot;id&quot;:&quot;3e668260-7ab2-4fa9-a794-caea1fa3a776&quot;}}" title="UserProfile.Email">
            <a:extLst>
              <a:ext uri="{FF2B5EF4-FFF2-40B4-BE49-F238E27FC236}">
                <a16:creationId xmlns:a16="http://schemas.microsoft.com/office/drawing/2014/main" id="{6F8F04E5-1F3E-4A99-873C-E48C7AA01269}"/>
              </a:ext>
            </a:extLst>
          </p:cNvPr>
          <p:cNvSpPr/>
          <p:nvPr userDrawn="1">
            <p:custDataLst>
              <p:tags r:id="rId16"/>
            </p:custDataLst>
          </p:nvPr>
        </p:nvSpPr>
        <p:spPr>
          <a:xfrm>
            <a:off x="978971" y="612468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da-DK" sz="1200">
                <a:solidFill>
                  <a:schemeClr val="bg1"/>
                </a:solidFill>
                <a:latin typeface="+mj-lt"/>
              </a:rPr>
              <a:t>hhansen@expensereduction.com</a:t>
            </a:r>
          </a:p>
        </p:txBody>
      </p:sp>
      <p:sp>
        <p:nvSpPr>
          <p:cNvPr id="3" name="date" descr="{&quot;templafy&quot;:{&quot;id&quot;:&quot;ae47c387-88d9-4bd8-8779-52cb113727ca&quot;}}" title="Form.Date">
            <a:extLst>
              <a:ext uri="{FF2B5EF4-FFF2-40B4-BE49-F238E27FC236}">
                <a16:creationId xmlns:a16="http://schemas.microsoft.com/office/drawing/2014/main" id="{27D4B7A8-7484-475E-8D27-0EF530D71AEB}"/>
              </a:ext>
            </a:extLst>
          </p:cNvPr>
          <p:cNvSpPr/>
          <p:nvPr userDrawn="1">
            <p:custDataLst>
              <p:tags r:id="rId17"/>
            </p:custDataLst>
          </p:nvPr>
        </p:nvSpPr>
        <p:spPr>
          <a:xfrm>
            <a:off x="8591555" y="6051398"/>
            <a:ext cx="308717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dirty="0">
                <a:solidFill>
                  <a:schemeClr val="bg1"/>
                </a:solidFill>
              </a:rPr>
              <a:t>2. januar 2023</a:t>
            </a:r>
          </a:p>
        </p:txBody>
      </p:sp>
      <p:sp>
        <p:nvSpPr>
          <p:cNvPr id="23" name="text41" descr="{&quot;templafy&quot;:{&quot;id&quot;:&quot;12914dc9-ded8-4c78-ac39-23760067fd22&quot;}}" hidden="1" title="text">
            <a:extLst>
              <a:ext uri="{FF2B5EF4-FFF2-40B4-BE49-F238E27FC236}">
                <a16:creationId xmlns:a16="http://schemas.microsoft.com/office/drawing/2014/main" id="{9C72AC0D-4869-4729-BA42-FD3A58A433A6}"/>
              </a:ext>
            </a:extLst>
          </p:cNvPr>
          <p:cNvSpPr txBox="1"/>
          <p:nvPr userDrawn="1">
            <p:custDataLst>
              <p:tags r:id="rId18"/>
            </p:custDataLst>
          </p:nvPr>
        </p:nvSpPr>
        <p:spPr>
          <a:xfrm>
            <a:off x="780579" y="3224382"/>
            <a:ext cx="5315418" cy="397635"/>
          </a:xfrm>
          <a:prstGeom prst="rect">
            <a:avLst/>
          </a:prstGeom>
          <a:noFill/>
        </p:spPr>
        <p:txBody>
          <a:bodyPr wrap="square" lIns="0" tIns="0" rIns="0" bIns="0" rtlCol="0">
            <a:noAutofit/>
          </a:bodyPr>
          <a:lstStyle/>
          <a:p>
            <a:pPr algn="l"/>
            <a:r>
              <a:rPr lang="da-DK" sz="2400" b="1" dirty="0">
                <a:solidFill>
                  <a:schemeClr val="bg1"/>
                </a:solidFill>
                <a:latin typeface="+mj-lt"/>
              </a:rPr>
              <a:t>Prepared by:</a:t>
            </a:r>
            <a:endParaRPr lang="da-DK"/>
          </a:p>
        </p:txBody>
      </p:sp>
      <p:sp>
        <p:nvSpPr>
          <p:cNvPr id="16" name="Prepared" descr="{&quot;templafy&quot;:{&quot;id&quot;:&quot;b2a5e8ef-79f5-4f96-8f08-77b688f00a67&quot;}}" title="Translations.pp_Prepared">
            <a:extLst>
              <a:ext uri="{FF2B5EF4-FFF2-40B4-BE49-F238E27FC236}">
                <a16:creationId xmlns:a16="http://schemas.microsoft.com/office/drawing/2014/main" id="{62726CC4-A34D-41A2-92BD-1947FF2EECAC}"/>
              </a:ext>
            </a:extLst>
          </p:cNvPr>
          <p:cNvSpPr/>
          <p:nvPr userDrawn="1"/>
        </p:nvSpPr>
        <p:spPr>
          <a:xfrm>
            <a:off x="688633" y="3205125"/>
            <a:ext cx="5315409" cy="420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da-DK" sz="2400" b="1" dirty="0">
                <a:solidFill>
                  <a:schemeClr val="bg1"/>
                </a:solidFill>
                <a:latin typeface="+mj-lt"/>
              </a:rPr>
              <a:t>Udarbejdet af:</a:t>
            </a:r>
          </a:p>
        </p:txBody>
      </p:sp>
      <p:sp>
        <p:nvSpPr>
          <p:cNvPr id="17" name="for" descr="{&quot;templafy&quot;:{&quot;id&quot;:&quot;ee31f7b2-2bfb-4cb9-ba36-c8dd404ca295&quot;}}" title="Translations.pp_For">
            <a:extLst>
              <a:ext uri="{FF2B5EF4-FFF2-40B4-BE49-F238E27FC236}">
                <a16:creationId xmlns:a16="http://schemas.microsoft.com/office/drawing/2014/main" id="{5EAA1403-2CCE-407A-8230-946E19D205C4}"/>
              </a:ext>
            </a:extLst>
          </p:cNvPr>
          <p:cNvSpPr/>
          <p:nvPr userDrawn="1"/>
        </p:nvSpPr>
        <p:spPr>
          <a:xfrm>
            <a:off x="719646" y="4274139"/>
            <a:ext cx="5271382" cy="3490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l"/>
            <a:r>
              <a:rPr lang="da-DK" sz="2400" b="1" dirty="0">
                <a:latin typeface="+mj-lt"/>
              </a:rPr>
              <a:t>For:</a:t>
            </a:r>
          </a:p>
        </p:txBody>
      </p:sp>
    </p:spTree>
    <p:extLst>
      <p:ext uri="{BB962C8B-B14F-4D97-AF65-F5344CB8AC3E}">
        <p14:creationId xmlns:p14="http://schemas.microsoft.com/office/powerpoint/2010/main" val="224288167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483">
          <p15:clr>
            <a:srgbClr val="FF96FF"/>
          </p15:clr>
        </p15:guide>
        <p15:guide id="6" pos="7378">
          <p15:clr>
            <a:srgbClr val="FF96F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defRPr>
            </a:lvl1pPr>
          </a:lstStyle>
          <a:p>
            <a:r>
              <a:rPr lang="da-DK"/>
              <a:t>Click to edit Master title style</a:t>
            </a:r>
            <a:endParaRPr lang="da-DK" dirty="0"/>
          </a:p>
        </p:txBody>
      </p:sp>
      <p:cxnSp>
        <p:nvCxnSpPr>
          <p:cNvPr id="10" name="Straight Connector 9">
            <a:extLst>
              <a:ext uri="{FF2B5EF4-FFF2-40B4-BE49-F238E27FC236}">
                <a16:creationId xmlns:a16="http://schemas.microsoft.com/office/drawing/2014/main" id="{AAB7049C-E241-4BF1-839B-41257B775EEE}"/>
              </a:ext>
            </a:extLst>
          </p:cNvPr>
          <p:cNvCxnSpPr>
            <a:cxnSpLocks/>
          </p:cNvCxnSpPr>
          <p:nvPr userDrawn="1">
            <p:custDataLst>
              <p:tags r:id="rId2"/>
            </p:custDataLst>
          </p:nvPr>
        </p:nvCxnSpPr>
        <p:spPr>
          <a:xfrm>
            <a:off x="4206000" y="3676483"/>
            <a:ext cx="3780000" cy="0"/>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F54A03A-4ECE-4B60-B5FA-6180A9ACEA7A}"/>
              </a:ext>
            </a:extLst>
          </p:cNvPr>
          <p:cNvSpPr txBox="1"/>
          <p:nvPr userDrawn="1">
            <p:custDataLst>
              <p:tags r:id="rId3"/>
            </p:custDataLst>
          </p:nvPr>
        </p:nvSpPr>
        <p:spPr>
          <a:xfrm>
            <a:off x="4145756" y="4171071"/>
            <a:ext cx="3900487" cy="369332"/>
          </a:xfrm>
          <a:prstGeom prst="rect">
            <a:avLst/>
          </a:prstGeom>
          <a:noFill/>
        </p:spPr>
        <p:txBody>
          <a:bodyPr wrap="square" lIns="0" tIns="0" rIns="0" bIns="0" rtlCol="0">
            <a:spAutoFit/>
          </a:bodyPr>
          <a:lstStyle/>
          <a:p>
            <a:pPr algn="ctr"/>
            <a:r>
              <a:rPr lang="da-DK" sz="2400" dirty="0">
                <a:latin typeface="+mj-lt"/>
              </a:rPr>
              <a:t>Value</a:t>
            </a:r>
            <a:r>
              <a:rPr lang="da-DK" sz="2400" dirty="0"/>
              <a:t> Through </a:t>
            </a:r>
            <a:r>
              <a:rPr lang="da-DK" sz="2400" dirty="0">
                <a:latin typeface="+mj-lt"/>
              </a:rPr>
              <a:t>Insight™</a:t>
            </a:r>
            <a:endParaRPr lang="da-DK"/>
          </a:p>
        </p:txBody>
      </p:sp>
      <p:sp>
        <p:nvSpPr>
          <p:cNvPr id="3" name="Guides" hidden="1">
            <a:extLst>
              <a:ext uri="{FF2B5EF4-FFF2-40B4-BE49-F238E27FC236}">
                <a16:creationId xmlns:a16="http://schemas.microsoft.com/office/drawing/2014/main" id="{D67A0D60-DA17-4EB7-B83D-FD6094671140}"/>
              </a:ext>
            </a:extLst>
          </p:cNvPr>
          <p:cNvSpPr/>
          <p:nvPr userDrawn="1">
            <p:custDataLst>
              <p:tags r:id="rId4"/>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9189355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Section Header Pri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defRPr>
            </a:lvl1pPr>
          </a:lstStyle>
          <a:p>
            <a:r>
              <a:rPr lang="da-DK"/>
              <a:t>Click to edit Master title style</a:t>
            </a:r>
            <a:endParaRPr lang="da-DK" dirty="0"/>
          </a:p>
        </p:txBody>
      </p:sp>
      <p:cxnSp>
        <p:nvCxnSpPr>
          <p:cNvPr id="10" name="Straight Connector 9">
            <a:extLst>
              <a:ext uri="{FF2B5EF4-FFF2-40B4-BE49-F238E27FC236}">
                <a16:creationId xmlns:a16="http://schemas.microsoft.com/office/drawing/2014/main" id="{AAB7049C-E241-4BF1-839B-41257B775EEE}"/>
              </a:ext>
            </a:extLst>
          </p:cNvPr>
          <p:cNvCxnSpPr>
            <a:cxnSpLocks/>
          </p:cNvCxnSpPr>
          <p:nvPr userDrawn="1">
            <p:custDataLst>
              <p:tags r:id="rId2"/>
            </p:custDataLst>
          </p:nvPr>
        </p:nvCxnSpPr>
        <p:spPr>
          <a:xfrm>
            <a:off x="4206000" y="3676483"/>
            <a:ext cx="3780000" cy="0"/>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F54A03A-4ECE-4B60-B5FA-6180A9ACEA7A}"/>
              </a:ext>
            </a:extLst>
          </p:cNvPr>
          <p:cNvSpPr txBox="1"/>
          <p:nvPr userDrawn="1">
            <p:custDataLst>
              <p:tags r:id="rId3"/>
            </p:custDataLst>
          </p:nvPr>
        </p:nvSpPr>
        <p:spPr>
          <a:xfrm>
            <a:off x="4145756" y="4171071"/>
            <a:ext cx="3900487" cy="369332"/>
          </a:xfrm>
          <a:prstGeom prst="rect">
            <a:avLst/>
          </a:prstGeom>
          <a:noFill/>
        </p:spPr>
        <p:txBody>
          <a:bodyPr wrap="square" lIns="0" tIns="0" rIns="0" bIns="0" rtlCol="0">
            <a:spAutoFit/>
          </a:bodyPr>
          <a:lstStyle/>
          <a:p>
            <a:pPr algn="ctr"/>
            <a:r>
              <a:rPr lang="da-DK" sz="2400" dirty="0">
                <a:latin typeface="+mj-lt"/>
              </a:rPr>
              <a:t>Value</a:t>
            </a:r>
            <a:r>
              <a:rPr lang="da-DK" sz="2400" dirty="0"/>
              <a:t> Through </a:t>
            </a:r>
            <a:r>
              <a:rPr lang="da-DK" sz="2400" dirty="0">
                <a:latin typeface="+mj-lt"/>
              </a:rPr>
              <a:t>Insight™</a:t>
            </a:r>
            <a:endParaRPr lang="da-DK"/>
          </a:p>
        </p:txBody>
      </p:sp>
      <p:sp>
        <p:nvSpPr>
          <p:cNvPr id="3" name="Guides" hidden="1">
            <a:extLst>
              <a:ext uri="{FF2B5EF4-FFF2-40B4-BE49-F238E27FC236}">
                <a16:creationId xmlns:a16="http://schemas.microsoft.com/office/drawing/2014/main" id="{CD4E96A5-B858-449E-8D89-DAE91ADBCAC2}"/>
              </a:ext>
            </a:extLst>
          </p:cNvPr>
          <p:cNvSpPr/>
          <p:nvPr userDrawn="1">
            <p:custDataLst>
              <p:tags r:id="rId4"/>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11843320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da-DK"/>
              <a:t>Click to edit Master title style</a:t>
            </a:r>
            <a:endParaRPr lang="da-DK"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4"/>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4" name="Text Placeholder 3">
            <a:extLst>
              <a:ext uri="{FF2B5EF4-FFF2-40B4-BE49-F238E27FC236}">
                <a16:creationId xmlns:a16="http://schemas.microsoft.com/office/drawing/2014/main" id="{76B27031-8ED6-41E6-8DF4-984103566FE5}"/>
              </a:ext>
            </a:extLst>
          </p:cNvPr>
          <p:cNvSpPr>
            <a:spLocks noGrp="1"/>
          </p:cNvSpPr>
          <p:nvPr>
            <p:ph type="body" sz="quarter" idx="14"/>
            <p:custDataLst>
              <p:tags r:id="rId6"/>
            </p:custDataLst>
          </p:nvPr>
        </p:nvSpPr>
        <p:spPr>
          <a:xfrm>
            <a:off x="477838" y="1770073"/>
            <a:ext cx="7418387" cy="4114789"/>
          </a:xfrm>
        </p:spPr>
        <p:txBody>
          <a:bodyPr/>
          <a:lstStyle>
            <a:lvl1pPr marL="0" indent="0">
              <a:lnSpc>
                <a:spcPct val="100000"/>
              </a:lnSpc>
              <a:spcBef>
                <a:spcPts val="0"/>
              </a:spcBef>
              <a:spcAft>
                <a:spcPts val="0"/>
              </a:spcAft>
              <a:buFont typeface="Arial" panose="020B0604020202020204" pitchFamily="34" charset="0"/>
              <a:buNone/>
              <a:tabLst>
                <a:tab pos="7177088" algn="r"/>
              </a:tabLst>
              <a:defRPr sz="1200" b="0" i="0">
                <a:solidFill>
                  <a:schemeClr val="tx2"/>
                </a:solidFill>
                <a:latin typeface="+mj-lt"/>
              </a:defRPr>
            </a:lvl1pPr>
            <a:lvl2pPr marL="0" indent="0">
              <a:lnSpc>
                <a:spcPct val="100000"/>
              </a:lnSpc>
              <a:spcBef>
                <a:spcPts val="0"/>
              </a:spcBef>
              <a:spcAft>
                <a:spcPts val="0"/>
              </a:spcAft>
              <a:buFont typeface="Arial" panose="020B0604020202020204" pitchFamily="34" charset="0"/>
              <a:buNone/>
              <a:tabLst>
                <a:tab pos="7177088" algn="r"/>
              </a:tabLst>
              <a:defRPr sz="1200" b="0" i="0">
                <a:solidFill>
                  <a:schemeClr val="bg2"/>
                </a:solidFill>
                <a:latin typeface="+mn-lt"/>
              </a:defRPr>
            </a:lvl2pPr>
            <a:lvl3pPr marL="0" indent="0">
              <a:lnSpc>
                <a:spcPct val="100000"/>
              </a:lnSpc>
              <a:spcBef>
                <a:spcPts val="0"/>
              </a:spcBef>
              <a:spcAft>
                <a:spcPts val="0"/>
              </a:spcAft>
              <a:buFont typeface="Arial" panose="020B0604020202020204" pitchFamily="34" charset="0"/>
              <a:buNone/>
              <a:defRPr sz="1200" b="0" i="0">
                <a:latin typeface="+mn-lt"/>
              </a:defRPr>
            </a:lvl3pPr>
            <a:lvl4pPr marL="0" indent="0">
              <a:lnSpc>
                <a:spcPct val="100000"/>
              </a:lnSpc>
              <a:spcBef>
                <a:spcPts val="0"/>
              </a:spcBef>
              <a:spcAft>
                <a:spcPts val="0"/>
              </a:spcAft>
              <a:buFont typeface="Arial" panose="020B0604020202020204" pitchFamily="34" charset="0"/>
              <a:buNone/>
              <a:defRPr sz="1200" b="0" i="0">
                <a:latin typeface="+mn-lt"/>
              </a:defRPr>
            </a:lvl4pPr>
            <a:lvl5pPr marL="0" indent="0">
              <a:buFont typeface="Arial" panose="020B0604020202020204" pitchFamily="34" charset="0"/>
              <a:buNone/>
              <a:defRPr sz="1800" b="0" i="0">
                <a:latin typeface="+mn-lt"/>
              </a:defRPr>
            </a:lvl5pPr>
            <a:lvl6pPr marL="0" indent="0">
              <a:buNone/>
              <a:defRPr sz="1800" b="0" i="0"/>
            </a:lvl6pPr>
            <a:lvl7pPr marL="0" indent="0">
              <a:buNone/>
              <a:defRPr sz="1800" b="0" i="0"/>
            </a:lvl7pPr>
            <a:lvl8pPr marL="0" indent="0">
              <a:buNone/>
              <a:defRPr sz="1800" b="0" i="0"/>
            </a:lvl8pPr>
            <a:lvl9pPr marL="0" indent="0">
              <a:buNone/>
              <a:defRPr sz="1800" b="0" i="0"/>
            </a:lvl9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p:txBody>
      </p:sp>
      <p:sp>
        <p:nvSpPr>
          <p:cNvPr id="3" name="Guides" hidden="1">
            <a:extLst>
              <a:ext uri="{FF2B5EF4-FFF2-40B4-BE49-F238E27FC236}">
                <a16:creationId xmlns:a16="http://schemas.microsoft.com/office/drawing/2014/main" id="{F7D1C558-71A1-4B97-9530-F2AA06DDA5F8}"/>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41158563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4133701"/>
          </a:xfrm>
        </p:spPr>
        <p:txBody>
          <a:body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4" name="Guides" hidden="1">
            <a:extLst>
              <a:ext uri="{FF2B5EF4-FFF2-40B4-BE49-F238E27FC236}">
                <a16:creationId xmlns:a16="http://schemas.microsoft.com/office/drawing/2014/main" id="{8EC57307-AD1F-47B7-A572-962C1511FB95}"/>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275179647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2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133701"/>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dirty="0"/>
              <a:t>Click to edit Master text styles</a:t>
            </a:r>
            <a:endParaRPr lang="da-DK"/>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7"/>
            </p:custDataLst>
          </p:nvPr>
        </p:nvSpPr>
        <p:spPr>
          <a:xfrm>
            <a:off x="6204001" y="1751369"/>
            <a:ext cx="5509200" cy="4134632"/>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418204781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3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da-DK" dirty="0"/>
              <a:t>Click to edit Master title style</a:t>
            </a:r>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1" y="1751161"/>
            <a:ext cx="3599488" cy="4133701"/>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dirty="0"/>
              <a:t>Click to edit Master text styles</a:t>
            </a:r>
            <a:endParaRPr lang="da-DK"/>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7"/>
            </p:custDataLst>
          </p:nvPr>
        </p:nvSpPr>
        <p:spPr>
          <a:xfrm>
            <a:off x="4294188" y="1751369"/>
            <a:ext cx="3602037" cy="4134632"/>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9"/>
            </p:custDataLst>
          </p:nvPr>
        </p:nvSpPr>
        <p:spPr>
          <a:xfrm>
            <a:off x="8110538" y="1751161"/>
            <a:ext cx="3602037" cy="4134632"/>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Tree>
    <p:extLst>
      <p:ext uri="{BB962C8B-B14F-4D97-AF65-F5344CB8AC3E}">
        <p14:creationId xmlns:p14="http://schemas.microsoft.com/office/powerpoint/2010/main" val="411235576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2569">
          <p15:clr>
            <a:srgbClr val="FF96FF"/>
          </p15:clr>
        </p15:guide>
        <p15:guide id="9" pos="2705">
          <p15:clr>
            <a:srgbClr val="FF96FF"/>
          </p15:clr>
        </p15:guide>
        <p15:guide id="10" pos="4974">
          <p15:clr>
            <a:srgbClr val="FF96FF"/>
          </p15:clr>
        </p15:guide>
        <p15:guide id="11" pos="5110">
          <p15:clr>
            <a:srgbClr val="FF96FF"/>
          </p15:clr>
        </p15:guide>
        <p15:guide id="12" pos="7378">
          <p15:clr>
            <a:srgbClr val="FF96FF"/>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4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da-DK" dirty="0"/>
              <a:t>Click to edit Master title style</a:t>
            </a:r>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3765" cy="1949302"/>
          </a:xfrm>
        </p:spPr>
        <p:txBody>
          <a:body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dirty="0"/>
              <a:t>Click to edit Master text styles</a:t>
            </a:r>
            <a:endParaRPr lang="da-DK"/>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7"/>
            </p:custDataLst>
          </p:nvPr>
        </p:nvSpPr>
        <p:spPr>
          <a:xfrm>
            <a:off x="478800" y="3933615"/>
            <a:ext cx="5507663" cy="1949095"/>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9"/>
            </p:custDataLst>
          </p:nvPr>
        </p:nvSpPr>
        <p:spPr>
          <a:xfrm>
            <a:off x="6203950" y="1751161"/>
            <a:ext cx="5508625" cy="1949302"/>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11" name="Content Placeholder 611">
            <a:extLst>
              <a:ext uri="{FF2B5EF4-FFF2-40B4-BE49-F238E27FC236}">
                <a16:creationId xmlns:a16="http://schemas.microsoft.com/office/drawing/2014/main" id="{C61AC6F7-A653-447E-A7DC-D822A1E27BB8}"/>
              </a:ext>
            </a:extLst>
          </p:cNvPr>
          <p:cNvSpPr>
            <a:spLocks noGrp="1"/>
          </p:cNvSpPr>
          <p:nvPr>
            <p:ph sz="quarter" idx="16"/>
            <p:custDataLst>
              <p:tags r:id="rId10"/>
            </p:custDataLst>
          </p:nvPr>
        </p:nvSpPr>
        <p:spPr>
          <a:xfrm>
            <a:off x="6203950" y="3916363"/>
            <a:ext cx="5508625" cy="1949302"/>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Tree>
    <p:extLst>
      <p:ext uri="{BB962C8B-B14F-4D97-AF65-F5344CB8AC3E}">
        <p14:creationId xmlns:p14="http://schemas.microsoft.com/office/powerpoint/2010/main" val="380760366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2331">
          <p15:clr>
            <a:srgbClr val="FF96FF"/>
          </p15:clr>
        </p15:guide>
        <p15:guide id="5" orient="horz" pos="2467">
          <p15:clr>
            <a:srgbClr val="FF96FF"/>
          </p15:clr>
        </p15:guide>
        <p15:guide id="6" orient="horz" pos="3891">
          <p15:clr>
            <a:srgbClr val="FF96FF"/>
          </p15:clr>
        </p15:guide>
        <p15:guide id="7" orient="horz" pos="4000">
          <p15:clr>
            <a:srgbClr val="717275"/>
          </p15:clr>
        </p15:guide>
        <p15:guide id="8" orient="horz" pos="4320">
          <p15:clr>
            <a:srgbClr val="717275"/>
          </p15:clr>
        </p15:guide>
        <p15:guide id="9" pos="301">
          <p15:clr>
            <a:srgbClr val="FF96FF"/>
          </p15:clr>
        </p15:guide>
        <p15:guide id="10" pos="3771">
          <p15:clr>
            <a:srgbClr val="FF96FF"/>
          </p15:clr>
        </p15:guide>
        <p15:guide id="11" pos="3908">
          <p15:clr>
            <a:srgbClr val="FF96FF"/>
          </p15:clr>
        </p15:guide>
        <p15:guide id="12" pos="7378">
          <p15:clr>
            <a:srgbClr val="FF96FF"/>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2 x Content Light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858000"/>
          </a:xfrm>
          <a:prstGeom prst="rect">
            <a:avLst/>
          </a:prstGeom>
          <a:solidFill>
            <a:schemeClr val="accent2">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8591547" y="1751161"/>
            <a:ext cx="3121029" cy="4133701"/>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7" name="Guides" hidden="1">
            <a:extLst>
              <a:ext uri="{FF2B5EF4-FFF2-40B4-BE49-F238E27FC236}">
                <a16:creationId xmlns:a16="http://schemas.microsoft.com/office/drawing/2014/main" id="{6BBD5BAA-1D47-4836-AB2C-663CD71B11A5}"/>
              </a:ext>
            </a:extLst>
          </p:cNvPr>
          <p:cNvSpPr/>
          <p:nvPr userDrawn="1">
            <p:custDataLst>
              <p:tags r:id="rId9"/>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66598925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2 x Content Dark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356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5pPr>
              <a:defRPr/>
            </a:lvl5p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endParaRPr lang="da-DK"/>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8591547" y="1751161"/>
            <a:ext cx="3121029" cy="413370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9"/>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4056403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vl1pPr>
          </a:lstStyle>
          <a:p>
            <a:r>
              <a:rPr lang="da-DK" dirty="0"/>
              <a:t>Add Picture</a:t>
            </a:r>
            <a:endParaRPr lang="da-DK"/>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181117051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2 x 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vl1pPr>
          </a:lstStyle>
          <a:p>
            <a:r>
              <a:rPr lang="da-DK" dirty="0"/>
              <a:t>Add Picture</a:t>
            </a:r>
            <a:endParaRPr lang="da-DK"/>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1" y="1751161"/>
            <a:ext cx="3601076" cy="4133701"/>
          </a:xfrm>
        </p:spPr>
        <p:txBody>
          <a:body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
        <p:nvSpPr>
          <p:cNvPr id="10" name="Content Placeholder 21">
            <a:extLst>
              <a:ext uri="{FF2B5EF4-FFF2-40B4-BE49-F238E27FC236}">
                <a16:creationId xmlns:a16="http://schemas.microsoft.com/office/drawing/2014/main" id="{19C28B1B-133D-47AC-9604-F5AF1FAC2909}"/>
              </a:ext>
            </a:extLst>
          </p:cNvPr>
          <p:cNvSpPr>
            <a:spLocks noGrp="1"/>
          </p:cNvSpPr>
          <p:nvPr>
            <p:ph idx="15"/>
            <p:custDataLst>
              <p:tags r:id="rId9"/>
            </p:custDataLst>
          </p:nvPr>
        </p:nvSpPr>
        <p:spPr>
          <a:xfrm>
            <a:off x="4294188" y="1751160"/>
            <a:ext cx="3601076" cy="4133702"/>
          </a:xfrm>
        </p:spPr>
        <p:txBody>
          <a:body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Tree>
    <p:extLst>
      <p:ext uri="{BB962C8B-B14F-4D97-AF65-F5344CB8AC3E}">
        <p14:creationId xmlns:p14="http://schemas.microsoft.com/office/powerpoint/2010/main" val="382412870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1/2 Page Light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5pPr>
              <a:defRPr/>
            </a:lvl5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endParaRPr lang="da-DK"/>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0" y="3428621"/>
            <a:ext cx="12192001" cy="2926971"/>
          </a:xfrm>
          <a:solidFill>
            <a:srgbClr val="E7F7FB"/>
          </a:solidFill>
        </p:spPr>
        <p:txBody>
          <a:bodyPr lIns="478800" tIns="180000" rIns="478800" bIns="108000"/>
          <a:lstStyle>
            <a:lvl1pPr>
              <a:defRPr>
                <a:solidFill>
                  <a:schemeClr val="tx1"/>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Tree>
    <p:extLst>
      <p:ext uri="{BB962C8B-B14F-4D97-AF65-F5344CB8AC3E}">
        <p14:creationId xmlns:p14="http://schemas.microsoft.com/office/powerpoint/2010/main" val="353596907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1/2 Page Light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1" y="697124"/>
            <a:ext cx="5507662"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5pPr>
              <a:defRPr/>
            </a:lvl5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endParaRPr lang="da-DK"/>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6096000" y="-9235"/>
            <a:ext cx="6096001" cy="6364828"/>
          </a:xfrm>
          <a:solidFill>
            <a:srgbClr val="E7F7FB"/>
          </a:solidFill>
        </p:spPr>
        <p:txBody>
          <a:bodyPr lIns="478800" tIns="1764000" rIns="478800" bIns="108000"/>
          <a:lstStyle>
            <a:lvl1pPr>
              <a:defRPr>
                <a:solidFill>
                  <a:schemeClr val="tx1"/>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Tree>
    <p:extLst>
      <p:ext uri="{BB962C8B-B14F-4D97-AF65-F5344CB8AC3E}">
        <p14:creationId xmlns:p14="http://schemas.microsoft.com/office/powerpoint/2010/main" val="384464840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1/2 Page Dark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5pPr>
              <a:defRPr/>
            </a:lvl5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endParaRPr lang="da-DK"/>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0" y="3428621"/>
            <a:ext cx="12192001" cy="2926971"/>
          </a:xfrm>
          <a:solidFill>
            <a:schemeClr val="accent1"/>
          </a:solidFill>
        </p:spPr>
        <p:txBody>
          <a:bodyPr lIns="478800" tIns="180000" rIns="478800" bIns="108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Tree>
    <p:extLst>
      <p:ext uri="{BB962C8B-B14F-4D97-AF65-F5344CB8AC3E}">
        <p14:creationId xmlns:p14="http://schemas.microsoft.com/office/powerpoint/2010/main" val="1985737249"/>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1/2 Page Dark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5507663"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5pPr>
              <a:defRPr/>
            </a:lvl5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endParaRPr lang="da-DK"/>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6096000" y="-9235"/>
            <a:ext cx="6096001" cy="6364828"/>
          </a:xfrm>
          <a:solidFill>
            <a:schemeClr val="accent1"/>
          </a:solidFill>
        </p:spPr>
        <p:txBody>
          <a:bodyPr lIns="478800" tIns="1764000" rIns="478800" bIns="108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da-DK" dirty="0"/>
              <a:t>Click to edit Master text styles</a:t>
            </a:r>
            <a:endParaRPr lang="da-DK"/>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Tree>
    <p:extLst>
      <p:ext uri="{BB962C8B-B14F-4D97-AF65-F5344CB8AC3E}">
        <p14:creationId xmlns:p14="http://schemas.microsoft.com/office/powerpoint/2010/main" val="2797011827"/>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1 x Content Light 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0" y="2389188"/>
            <a:ext cx="12191997" cy="4468812"/>
          </a:xfrm>
          <a:prstGeom prst="rect">
            <a:avLst/>
          </a:prstGeom>
          <a:solidFill>
            <a:schemeClr val="accent2">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694526" y="2617875"/>
            <a:ext cx="11019636" cy="3266988"/>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7" name="Guides" hidden="1">
            <a:extLst>
              <a:ext uri="{FF2B5EF4-FFF2-40B4-BE49-F238E27FC236}">
                <a16:creationId xmlns:a16="http://schemas.microsoft.com/office/drawing/2014/main" id="{78890168-1A2A-431B-BAF2-81CBB1A60E7D}"/>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300286318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2 x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da-DK"/>
              <a:t>Click to edit Master title style</a:t>
            </a:r>
            <a:endParaRPr lang="da-DK"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9200" cy="4134839"/>
          </a:xfrm>
          <a:solidFill>
            <a:schemeClr val="bg2">
              <a:alpha val="12000"/>
            </a:schemeClr>
          </a:solidFill>
        </p:spPr>
        <p:txBody>
          <a:bodyPr lIns="144000" tIns="144000" rIns="144000" bIns="144000"/>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10" name="Content Placeholder 21">
            <a:extLst>
              <a:ext uri="{FF2B5EF4-FFF2-40B4-BE49-F238E27FC236}">
                <a16:creationId xmlns:a16="http://schemas.microsoft.com/office/drawing/2014/main" id="{31C5FEEE-DCA3-4C0C-B068-A006F93B9358}"/>
              </a:ext>
            </a:extLst>
          </p:cNvPr>
          <p:cNvSpPr>
            <a:spLocks noGrp="1"/>
          </p:cNvSpPr>
          <p:nvPr>
            <p:ph idx="14"/>
            <p:custDataLst>
              <p:tags r:id="rId7"/>
            </p:custDataLst>
          </p:nvPr>
        </p:nvSpPr>
        <p:spPr>
          <a:xfrm>
            <a:off x="6204001" y="1751162"/>
            <a:ext cx="5509200" cy="4134839"/>
          </a:xfrm>
          <a:solidFill>
            <a:schemeClr val="bg2">
              <a:alpha val="12000"/>
            </a:schemeClr>
          </a:solidFill>
        </p:spPr>
        <p:txBody>
          <a:bodyPr lIns="144000" tIns="144000" rIns="144000" bIns="144000"/>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4" name="Guides" hidden="1">
            <a:extLst>
              <a:ext uri="{FF2B5EF4-FFF2-40B4-BE49-F238E27FC236}">
                <a16:creationId xmlns:a16="http://schemas.microsoft.com/office/drawing/2014/main" id="{BDBE3A7C-86FE-4F5A-A024-3B8EC57E3F04}"/>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3983114698"/>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Bio x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da-DK"/>
              <a:t>Click to edit Master title style</a:t>
            </a:r>
            <a:endParaRPr lang="da-DK"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4"/>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p:custDataLst>
              <p:tags r:id="rId6"/>
            </p:custDataLst>
          </p:nvPr>
        </p:nvSpPr>
        <p:spPr>
          <a:xfrm>
            <a:off x="-1" y="2786063"/>
            <a:ext cx="4078287" cy="3570287"/>
          </a:xfrm>
          <a:solidFill>
            <a:schemeClr val="tx1"/>
          </a:solidFill>
        </p:spPr>
        <p:txBody>
          <a:bodyPr lIns="478800" tIns="1368000" rIns="360000" bIns="180000"/>
          <a:lstStyle>
            <a:lvl1pPr marL="0" indent="0">
              <a:buNone/>
              <a:defRPr sz="2000" b="0">
                <a:solidFill>
                  <a:schemeClr val="bg1"/>
                </a:solidFill>
              </a:defRPr>
            </a:lvl1pPr>
            <a:lvl2pPr marL="0" indent="0">
              <a:buNone/>
              <a:defRPr sz="1400" b="0">
                <a:solidFill>
                  <a:schemeClr val="bg1"/>
                </a:solidFill>
              </a:defRPr>
            </a:lvl2pPr>
            <a:lvl3pPr marL="0" indent="0">
              <a:buNone/>
              <a:defRPr sz="14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da-DK"/>
              <a:t>Click to edit Master text styles</a:t>
            </a:r>
          </a:p>
          <a:p>
            <a:pPr lvl="1"/>
            <a:r>
              <a:rPr lang="da-DK" dirty="0"/>
              <a:t>Second level</a:t>
            </a:r>
            <a:endParaRPr lang="da-DK"/>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7"/>
            </p:custDataLst>
          </p:nvPr>
        </p:nvSpPr>
        <p:spPr>
          <a:xfrm>
            <a:off x="477838" y="2278106"/>
            <a:ext cx="1620000" cy="162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a:lvl1pPr>
          </a:lstStyle>
          <a:p>
            <a:r>
              <a:rPr lang="da-DK" dirty="0"/>
              <a:t>Add Picture</a:t>
            </a:r>
            <a:endParaRPr lang="da-DK"/>
          </a:p>
        </p:txBody>
      </p:sp>
      <p:sp>
        <p:nvSpPr>
          <p:cNvPr id="13" name="Content Placeholder 12">
            <a:extLst>
              <a:ext uri="{FF2B5EF4-FFF2-40B4-BE49-F238E27FC236}">
                <a16:creationId xmlns:a16="http://schemas.microsoft.com/office/drawing/2014/main" id="{0131FCA9-B4F9-4173-8087-AF678BC2662F}"/>
              </a:ext>
            </a:extLst>
          </p:cNvPr>
          <p:cNvSpPr>
            <a:spLocks noGrp="1"/>
          </p:cNvSpPr>
          <p:nvPr>
            <p:ph sz="quarter" idx="16"/>
            <p:custDataLst>
              <p:tags r:id="rId8"/>
            </p:custDataLst>
          </p:nvPr>
        </p:nvSpPr>
        <p:spPr>
          <a:xfrm>
            <a:off x="4294188" y="2786063"/>
            <a:ext cx="3602037" cy="3570287"/>
          </a:xfrm>
        </p:spPr>
        <p:txBody>
          <a:bodyPr/>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16" name="Content Placeholder 15">
            <a:extLst>
              <a:ext uri="{FF2B5EF4-FFF2-40B4-BE49-F238E27FC236}">
                <a16:creationId xmlns:a16="http://schemas.microsoft.com/office/drawing/2014/main" id="{12BEEAB4-D46C-49FB-8DFD-68CA500EF55D}"/>
              </a:ext>
            </a:extLst>
          </p:cNvPr>
          <p:cNvSpPr>
            <a:spLocks noGrp="1"/>
          </p:cNvSpPr>
          <p:nvPr>
            <p:ph sz="quarter" idx="17"/>
            <p:custDataLst>
              <p:tags r:id="rId9"/>
            </p:custDataLst>
          </p:nvPr>
        </p:nvSpPr>
        <p:spPr>
          <a:xfrm>
            <a:off x="8112125" y="2786063"/>
            <a:ext cx="3600450" cy="3570286"/>
          </a:xfrm>
          <a:solidFill>
            <a:srgbClr val="3ABDDC">
              <a:alpha val="5098"/>
            </a:srgbClr>
          </a:solidFill>
        </p:spPr>
        <p:txBody>
          <a:bodyPr lIns="180000" tIns="180000" rIns="180000"/>
          <a:lstStyle/>
          <a:p>
            <a:pPr lvl="0"/>
            <a:r>
              <a:rPr lang="da-DK"/>
              <a:t>Click to edit Master text styles</a:t>
            </a:r>
          </a:p>
          <a:p>
            <a:pPr lvl="1"/>
            <a:r>
              <a:rPr lang="da-DK" dirty="0"/>
              <a:t>Second level</a:t>
            </a:r>
            <a:endParaRPr lang="da-DK"/>
          </a:p>
          <a:p>
            <a:pPr lvl="2"/>
            <a:r>
              <a:rPr lang="da-DK" dirty="0"/>
              <a:t>Third level</a:t>
            </a:r>
            <a:endParaRPr lang="da-DK"/>
          </a:p>
          <a:p>
            <a:pPr lvl="3"/>
            <a:r>
              <a:rPr lang="da-DK" dirty="0"/>
              <a:t>Fourth level</a:t>
            </a:r>
            <a:endParaRPr lang="da-DK"/>
          </a:p>
          <a:p>
            <a:pPr lvl="4"/>
            <a:r>
              <a:rPr lang="da-DK" dirty="0"/>
              <a:t>Fifth level</a:t>
            </a:r>
          </a:p>
        </p:txBody>
      </p:sp>
      <p:sp>
        <p:nvSpPr>
          <p:cNvPr id="3" name="Guides" hidden="1">
            <a:extLst>
              <a:ext uri="{FF2B5EF4-FFF2-40B4-BE49-F238E27FC236}">
                <a16:creationId xmlns:a16="http://schemas.microsoft.com/office/drawing/2014/main" id="{926C083B-1498-4631-9F7F-D0B1E171A116}"/>
              </a:ext>
            </a:extLst>
          </p:cNvPr>
          <p:cNvSpPr/>
          <p:nvPr userDrawn="1">
            <p:custDataLst>
              <p:tags r:id="rId10"/>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26816365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Bio x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da-DK"/>
              <a:t>Click to edit Master title style</a:t>
            </a:r>
            <a:endParaRPr lang="da-DK"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4"/>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hasCustomPrompt="1"/>
            <p:custDataLst>
              <p:tags r:id="rId6"/>
            </p:custDataLst>
          </p:nvPr>
        </p:nvSpPr>
        <p:spPr>
          <a:xfrm>
            <a:off x="488661"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da-DK" dirty="0"/>
              <a:t>First Name</a:t>
            </a:r>
            <a:endParaRPr lang="da-DK"/>
          </a:p>
          <a:p>
            <a:pPr lvl="0"/>
            <a:r>
              <a:rPr lang="da-DK" dirty="0"/>
              <a:t>Last Name</a:t>
            </a:r>
            <a:endParaRPr lang="da-DK"/>
          </a:p>
          <a:p>
            <a:pPr lvl="1"/>
            <a:r>
              <a:rPr lang="da-DK" dirty="0"/>
              <a:t>Category</a:t>
            </a:r>
            <a:endParaRPr lang="da-DK"/>
          </a:p>
          <a:p>
            <a:pPr lvl="2"/>
            <a:r>
              <a:rPr lang="da-DK" dirty="0"/>
              <a:t>Bio</a:t>
            </a:r>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7"/>
            </p:custDataLst>
          </p:nvPr>
        </p:nvSpPr>
        <p:spPr>
          <a:xfrm>
            <a:off x="3126876"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da-DK" dirty="0"/>
              <a:t>Add Picture</a:t>
            </a:r>
            <a:endParaRPr lang="da-DK"/>
          </a:p>
        </p:txBody>
      </p:sp>
      <p:sp>
        <p:nvSpPr>
          <p:cNvPr id="14" name="Text Placeholder 61">
            <a:extLst>
              <a:ext uri="{FF2B5EF4-FFF2-40B4-BE49-F238E27FC236}">
                <a16:creationId xmlns:a16="http://schemas.microsoft.com/office/drawing/2014/main" id="{08A933B5-4B6E-48FB-9434-D11EEE592D7D}"/>
              </a:ext>
            </a:extLst>
          </p:cNvPr>
          <p:cNvSpPr>
            <a:spLocks noGrp="1"/>
          </p:cNvSpPr>
          <p:nvPr>
            <p:ph type="body" sz="quarter" idx="16" hasCustomPrompt="1"/>
            <p:custDataLst>
              <p:tags r:id="rId8"/>
            </p:custDataLst>
          </p:nvPr>
        </p:nvSpPr>
        <p:spPr>
          <a:xfrm>
            <a:off x="429419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da-DK" dirty="0"/>
              <a:t>First Name</a:t>
            </a:r>
            <a:endParaRPr lang="da-DK"/>
          </a:p>
          <a:p>
            <a:pPr lvl="0"/>
            <a:r>
              <a:rPr lang="da-DK" dirty="0"/>
              <a:t>Last Name</a:t>
            </a:r>
            <a:endParaRPr lang="da-DK"/>
          </a:p>
          <a:p>
            <a:pPr lvl="1"/>
            <a:r>
              <a:rPr lang="da-DK" dirty="0"/>
              <a:t>Category</a:t>
            </a:r>
            <a:endParaRPr lang="da-DK"/>
          </a:p>
          <a:p>
            <a:pPr lvl="2"/>
            <a:r>
              <a:rPr lang="da-DK" dirty="0"/>
              <a:t>Bio</a:t>
            </a:r>
          </a:p>
        </p:txBody>
      </p:sp>
      <p:sp>
        <p:nvSpPr>
          <p:cNvPr id="17" name="Picture Placeholder 142">
            <a:extLst>
              <a:ext uri="{FF2B5EF4-FFF2-40B4-BE49-F238E27FC236}">
                <a16:creationId xmlns:a16="http://schemas.microsoft.com/office/drawing/2014/main" id="{9D0CDE38-1CD6-4F68-9805-B68519BE01B2}"/>
              </a:ext>
            </a:extLst>
          </p:cNvPr>
          <p:cNvSpPr>
            <a:spLocks noGrp="1"/>
          </p:cNvSpPr>
          <p:nvPr>
            <p:ph type="pic" sz="quarter" idx="17" hasCustomPrompt="1"/>
            <p:custDataLst>
              <p:tags r:id="rId9"/>
            </p:custDataLst>
          </p:nvPr>
        </p:nvSpPr>
        <p:spPr>
          <a:xfrm>
            <a:off x="693240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da-DK" dirty="0"/>
              <a:t>Add Picture</a:t>
            </a:r>
            <a:endParaRPr lang="da-DK"/>
          </a:p>
        </p:txBody>
      </p:sp>
      <p:sp>
        <p:nvSpPr>
          <p:cNvPr id="18" name="Text Placeholder 63">
            <a:extLst>
              <a:ext uri="{FF2B5EF4-FFF2-40B4-BE49-F238E27FC236}">
                <a16:creationId xmlns:a16="http://schemas.microsoft.com/office/drawing/2014/main" id="{FC6DBB79-511B-4231-A7E9-1CA8279E9669}"/>
              </a:ext>
            </a:extLst>
          </p:cNvPr>
          <p:cNvSpPr>
            <a:spLocks noGrp="1"/>
          </p:cNvSpPr>
          <p:nvPr>
            <p:ph type="body" sz="quarter" idx="18" hasCustomPrompt="1"/>
            <p:custDataLst>
              <p:tags r:id="rId10"/>
            </p:custDataLst>
          </p:nvPr>
        </p:nvSpPr>
        <p:spPr>
          <a:xfrm>
            <a:off x="812295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da-DK" dirty="0"/>
              <a:t>First Name</a:t>
            </a:r>
            <a:endParaRPr lang="da-DK"/>
          </a:p>
          <a:p>
            <a:pPr lvl="0"/>
            <a:r>
              <a:rPr lang="da-DK" dirty="0"/>
              <a:t>Last Name</a:t>
            </a:r>
            <a:endParaRPr lang="da-DK"/>
          </a:p>
          <a:p>
            <a:pPr lvl="1"/>
            <a:r>
              <a:rPr lang="da-DK" dirty="0"/>
              <a:t>Category</a:t>
            </a:r>
            <a:endParaRPr lang="da-DK"/>
          </a:p>
          <a:p>
            <a:pPr lvl="2"/>
            <a:r>
              <a:rPr lang="da-DK" dirty="0"/>
              <a:t>Bio</a:t>
            </a:r>
          </a:p>
        </p:txBody>
      </p:sp>
      <p:sp>
        <p:nvSpPr>
          <p:cNvPr id="19" name="Picture Placeholder 144">
            <a:extLst>
              <a:ext uri="{FF2B5EF4-FFF2-40B4-BE49-F238E27FC236}">
                <a16:creationId xmlns:a16="http://schemas.microsoft.com/office/drawing/2014/main" id="{D446FD71-60A7-4A0B-9111-C588EBA4BD7A}"/>
              </a:ext>
            </a:extLst>
          </p:cNvPr>
          <p:cNvSpPr>
            <a:spLocks noGrp="1"/>
          </p:cNvSpPr>
          <p:nvPr>
            <p:ph type="pic" sz="quarter" idx="19" hasCustomPrompt="1"/>
            <p:custDataLst>
              <p:tags r:id="rId11"/>
            </p:custDataLst>
          </p:nvPr>
        </p:nvSpPr>
        <p:spPr>
          <a:xfrm>
            <a:off x="1076116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da-DK" dirty="0"/>
              <a:t>Add Picture</a:t>
            </a:r>
            <a:endParaRPr lang="da-DK"/>
          </a:p>
        </p:txBody>
      </p:sp>
      <p:sp>
        <p:nvSpPr>
          <p:cNvPr id="4" name="Text Placeholder 3">
            <a:extLst>
              <a:ext uri="{FF2B5EF4-FFF2-40B4-BE49-F238E27FC236}">
                <a16:creationId xmlns:a16="http://schemas.microsoft.com/office/drawing/2014/main" id="{7CF301A6-DC93-4A07-8C2D-526A2A2D5693}"/>
              </a:ext>
            </a:extLst>
          </p:cNvPr>
          <p:cNvSpPr>
            <a:spLocks noGrp="1"/>
          </p:cNvSpPr>
          <p:nvPr>
            <p:ph type="body" sz="quarter" idx="20"/>
            <p:custDataLst>
              <p:tags r:id="rId12"/>
            </p:custDataLst>
          </p:nvPr>
        </p:nvSpPr>
        <p:spPr>
          <a:xfrm>
            <a:off x="477838" y="1439862"/>
            <a:ext cx="11234737" cy="380825"/>
          </a:xfrm>
        </p:spPr>
        <p:txBody>
          <a:bodyPr/>
          <a:lstStyle>
            <a:lvl1pPr marL="0" indent="0">
              <a:defRPr sz="1200" b="0">
                <a:solidFill>
                  <a:schemeClr val="tx2"/>
                </a:solidFill>
                <a:latin typeface="+mn-lt"/>
              </a:defRPr>
            </a:lvl1pPr>
            <a:lvl2pPr marL="0" indent="0">
              <a:defRPr sz="1200" b="0">
                <a:solidFill>
                  <a:schemeClr val="tx2"/>
                </a:solidFill>
                <a:latin typeface="+mn-lt"/>
              </a:defRPr>
            </a:lvl2pPr>
            <a:lvl3pPr marL="0" indent="0">
              <a:defRPr sz="1200" b="0">
                <a:solidFill>
                  <a:schemeClr val="tx2"/>
                </a:solidFill>
                <a:latin typeface="+mn-lt"/>
              </a:defRPr>
            </a:lvl3pPr>
            <a:lvl4pPr marL="0" indent="0">
              <a:defRPr sz="1200" b="0">
                <a:solidFill>
                  <a:schemeClr val="tx2"/>
                </a:solidFill>
                <a:latin typeface="+mn-lt"/>
              </a:defRPr>
            </a:lvl4pPr>
            <a:lvl5pPr marL="0" indent="0">
              <a:defRPr sz="1200" b="0">
                <a:solidFill>
                  <a:schemeClr val="tx2"/>
                </a:solidFill>
                <a:latin typeface="+mn-lt"/>
              </a:defRPr>
            </a:lvl5pPr>
          </a:lstStyle>
          <a:p>
            <a:pPr lvl="0"/>
            <a:r>
              <a:rPr lang="da-DK"/>
              <a:t>Click to edit Master text styles</a:t>
            </a:r>
          </a:p>
        </p:txBody>
      </p:sp>
      <p:sp>
        <p:nvSpPr>
          <p:cNvPr id="3" name="Guides" hidden="1">
            <a:extLst>
              <a:ext uri="{FF2B5EF4-FFF2-40B4-BE49-F238E27FC236}">
                <a16:creationId xmlns:a16="http://schemas.microsoft.com/office/drawing/2014/main" id="{FA5E3DB0-1825-4F3B-B682-F2311B9AC806}"/>
              </a:ext>
            </a:extLst>
          </p:cNvPr>
          <p:cNvSpPr/>
          <p:nvPr userDrawn="1">
            <p:custDataLst>
              <p:tags r:id="rId13"/>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260704952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da-DK"/>
              <a:t>Click to edit Master title style</a:t>
            </a:r>
            <a:endParaRPr lang="da-DK"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da-DK"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da-DK" smtClean="0"/>
              <a:t>‹Nr.›</a:t>
            </a:fld>
            <a:endParaRPr lang="da-DK"/>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4"/>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a-DK"/>
              <a:t>Click to edit Master text styles</a:t>
            </a:r>
          </a:p>
        </p:txBody>
      </p:sp>
      <p:sp>
        <p:nvSpPr>
          <p:cNvPr id="3" name="Guides" hidden="1">
            <a:extLst>
              <a:ext uri="{FF2B5EF4-FFF2-40B4-BE49-F238E27FC236}">
                <a16:creationId xmlns:a16="http://schemas.microsoft.com/office/drawing/2014/main" id="{51214D4D-461C-4F2C-B673-39831BF1BC9B}"/>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700">
              <a:solidFill>
                <a:srgbClr val="FFFFFF"/>
              </a:solidFill>
            </a:endParaRPr>
          </a:p>
        </p:txBody>
      </p:sp>
    </p:spTree>
    <p:extLst>
      <p:ext uri="{BB962C8B-B14F-4D97-AF65-F5344CB8AC3E}">
        <p14:creationId xmlns:p14="http://schemas.microsoft.com/office/powerpoint/2010/main" val="97760122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2_Cover">
    <p:spTree>
      <p:nvGrpSpPr>
        <p:cNvPr id="1" name=""/>
        <p:cNvGrpSpPr/>
        <p:nvPr/>
      </p:nvGrpSpPr>
      <p:grpSpPr>
        <a:xfrm>
          <a:off x="0" y="0"/>
          <a:ext cx="0" cy="0"/>
          <a:chOff x="0" y="0"/>
          <a:chExt cx="0" cy="0"/>
        </a:xfrm>
      </p:grpSpPr>
      <p:pic>
        <p:nvPicPr>
          <p:cNvPr id="379267795" name="image" descr="{&quot;templafy&quot;:{&quot;id&quot;:&quot;1a166894-2ef1-495d-8644-485843fa1758&quot;}}"/>
          <p:cNvPicPr>
            <a:picLocks noChangeAspect="1"/>
          </p:cNvPicPr>
          <p:nvPr/>
        </p:nvPicPr>
        <p:blipFill>
          <a:blip r:embed="rId21"/>
          <a:stretch>
            <a:fillRect/>
          </a:stretch>
        </p:blipFill>
        <p:spPr>
          <a:xfrm>
            <a:off x="0" y="0"/>
            <a:ext cx="12305109" cy="6858000"/>
          </a:xfrm>
          <a:prstGeom prst="rect">
            <a:avLst/>
          </a:prstGeom>
        </p:spPr>
      </p:pic>
      <p:cxnSp>
        <p:nvCxnSpPr>
          <p:cNvPr id="12" name="Straight Connector 11">
            <a:extLst>
              <a:ext uri="{FF2B5EF4-FFF2-40B4-BE49-F238E27FC236}">
                <a16:creationId xmlns:a16="http://schemas.microsoft.com/office/drawing/2014/main" id="{1D5AC85E-0690-4B27-B484-DE99F57579A5}"/>
              </a:ext>
            </a:extLst>
          </p:cNvPr>
          <p:cNvCxnSpPr>
            <a:cxnSpLocks/>
          </p:cNvCxnSpPr>
          <p:nvPr userDrawn="1">
            <p:custDataLst>
              <p:tags r:id="rId1"/>
            </p:custDataLst>
          </p:nvPr>
        </p:nvCxnSpPr>
        <p:spPr>
          <a:xfrm>
            <a:off x="489493" y="-9236"/>
            <a:ext cx="0" cy="6290007"/>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041DE90-D0FC-49B7-9E7F-C2E5D7395CF7}"/>
              </a:ext>
            </a:extLst>
          </p:cNvPr>
          <p:cNvSpPr txBox="1"/>
          <p:nvPr userDrawn="1">
            <p:custDataLst>
              <p:tags r:id="rId2"/>
            </p:custDataLst>
          </p:nvPr>
        </p:nvSpPr>
        <p:spPr>
          <a:xfrm>
            <a:off x="780579" y="3584233"/>
            <a:ext cx="5315418" cy="3976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0" dirty="0">
                <a:solidFill>
                  <a:schemeClr val="bg1"/>
                </a:solidFill>
                <a:latin typeface="+mj-lt"/>
              </a:rPr>
              <a:t>ERA Group</a:t>
            </a:r>
          </a:p>
          <a:p>
            <a:pPr algn="l"/>
            <a:endParaRPr lang="en-GB" sz="2400" b="1" dirty="0">
              <a:solidFill>
                <a:schemeClr val="bg1"/>
              </a:solidFill>
              <a:latin typeface="+mj-lt"/>
            </a:endParaRPr>
          </a:p>
        </p:txBody>
      </p:sp>
      <p:sp>
        <p:nvSpPr>
          <p:cNvPr id="42" name="text" descr="{&quot;templafy&quot;:{&quot;id&quot;:&quot;12b3e115-cb52-4469-96c6-2741d56b261f&quot;}}" hidden="1" title="text">
            <a:extLst>
              <a:ext uri="{FF2B5EF4-FFF2-40B4-BE49-F238E27FC236}">
                <a16:creationId xmlns:a16="http://schemas.microsoft.com/office/drawing/2014/main" id="{24C6B772-7C11-420F-9118-9BD47D0CF8D9}"/>
              </a:ext>
            </a:extLst>
          </p:cNvPr>
          <p:cNvSpPr txBox="1"/>
          <p:nvPr userDrawn="1">
            <p:custDataLst>
              <p:tags r:id="rId3"/>
            </p:custDataLst>
          </p:nvPr>
        </p:nvSpPr>
        <p:spPr>
          <a:xfrm>
            <a:off x="809542" y="4266759"/>
            <a:ext cx="5286455" cy="369332"/>
          </a:xfrm>
          <a:prstGeom prst="rect">
            <a:avLst/>
          </a:prstGeom>
          <a:noFill/>
        </p:spPr>
        <p:txBody>
          <a:bodyPr wrap="square" lIns="0" tIns="0" rIns="0" bIns="0" rtlCol="0">
            <a:noAutofit/>
          </a:bodyPr>
          <a:lstStyle/>
          <a:p>
            <a:pPr algn="l"/>
            <a:r>
              <a:rPr lang="en-GB" sz="2400" b="1" dirty="0">
                <a:solidFill>
                  <a:schemeClr val="bg1"/>
                </a:solidFill>
                <a:latin typeface="+mj-lt"/>
              </a:rPr>
              <a:t>For:</a:t>
            </a:r>
          </a:p>
        </p:txBody>
      </p:sp>
      <p:sp>
        <p:nvSpPr>
          <p:cNvPr id="50" name="text1" descr="{&quot;templafy&quot;:{&quot;id&quot;:&quot;5a069fb3-045d-46ef-9b65-d9c5624478a5&quot;}}" title="text">
            <a:extLst>
              <a:ext uri="{FF2B5EF4-FFF2-40B4-BE49-F238E27FC236}">
                <a16:creationId xmlns:a16="http://schemas.microsoft.com/office/drawing/2014/main" id="{0EFA632F-CEC2-40AE-A005-2E9769B6FE0F}"/>
              </a:ext>
            </a:extLst>
          </p:cNvPr>
          <p:cNvSpPr txBox="1"/>
          <p:nvPr userDrawn="1">
            <p:custDataLst>
              <p:tags r:id="rId4"/>
            </p:custDataLst>
          </p:nvPr>
        </p:nvSpPr>
        <p:spPr>
          <a:xfrm>
            <a:off x="780583" y="5917939"/>
            <a:ext cx="198388" cy="184666"/>
          </a:xfrm>
          <a:prstGeom prst="rect">
            <a:avLst/>
          </a:prstGeom>
          <a:noFill/>
        </p:spPr>
        <p:txBody>
          <a:bodyPr wrap="square" lIns="0" tIns="0" rIns="0" bIns="0" rtlCol="0">
            <a:spAutoFit/>
          </a:bodyPr>
          <a:lstStyle/>
          <a:p>
            <a:pPr algn="l"/>
            <a:r>
              <a:rPr lang="en-GB" sz="1200" b="0" dirty="0">
                <a:solidFill>
                  <a:schemeClr val="bg1"/>
                </a:solidFill>
                <a:latin typeface="+mj-lt"/>
              </a:rPr>
              <a:t>M:</a:t>
            </a:r>
          </a:p>
        </p:txBody>
      </p:sp>
      <p:sp>
        <p:nvSpPr>
          <p:cNvPr id="51" name="text12" descr="{&quot;templafy&quot;:{&quot;id&quot;:&quot;342463e9-4672-48a9-a017-e360087f9d16&quot;}}" title="text">
            <a:extLst>
              <a:ext uri="{FF2B5EF4-FFF2-40B4-BE49-F238E27FC236}">
                <a16:creationId xmlns:a16="http://schemas.microsoft.com/office/drawing/2014/main" id="{C01787FB-588B-4C54-9E7C-B4DC134B9221}"/>
              </a:ext>
            </a:extLst>
          </p:cNvPr>
          <p:cNvSpPr txBox="1"/>
          <p:nvPr userDrawn="1">
            <p:custDataLst>
              <p:tags r:id="rId5"/>
            </p:custDataLst>
          </p:nvPr>
        </p:nvSpPr>
        <p:spPr>
          <a:xfrm>
            <a:off x="780583" y="6124680"/>
            <a:ext cx="198388" cy="184666"/>
          </a:xfrm>
          <a:prstGeom prst="rect">
            <a:avLst/>
          </a:prstGeom>
          <a:noFill/>
        </p:spPr>
        <p:txBody>
          <a:bodyPr wrap="square" lIns="0" tIns="0" rIns="0" bIns="0" rtlCol="0">
            <a:spAutoFit/>
          </a:bodyPr>
          <a:lstStyle/>
          <a:p>
            <a:pPr algn="l"/>
            <a:r>
              <a:rPr lang="en-GB" sz="1200" b="0" dirty="0">
                <a:solidFill>
                  <a:schemeClr val="bg1"/>
                </a:solidFill>
                <a:latin typeface="+mj-lt"/>
              </a:rPr>
              <a:t>E:</a:t>
            </a:r>
          </a:p>
        </p:txBody>
      </p:sp>
      <p:sp>
        <p:nvSpPr>
          <p:cNvPr id="56" name="text3" descr="{&quot;templafy&quot;:{&quot;id&quot;:&quot;adda932d-027b-4b6e-94fd-5167a395d24d&quot;}}" hidden="1" title="Translations.pp_Created">
            <a:extLst>
              <a:ext uri="{FF2B5EF4-FFF2-40B4-BE49-F238E27FC236}">
                <a16:creationId xmlns:a16="http://schemas.microsoft.com/office/drawing/2014/main" id="{02EB11CC-461F-4DED-B2BC-340140B41FE4}"/>
              </a:ext>
            </a:extLst>
          </p:cNvPr>
          <p:cNvSpPr txBox="1"/>
          <p:nvPr userDrawn="1">
            <p:custDataLst>
              <p:tags r:id="rId6"/>
            </p:custDataLst>
          </p:nvPr>
        </p:nvSpPr>
        <p:spPr>
          <a:xfrm>
            <a:off x="780582" y="5318943"/>
            <a:ext cx="3318739" cy="184666"/>
          </a:xfrm>
          <a:prstGeom prst="rect">
            <a:avLst/>
          </a:prstGeom>
          <a:noFill/>
        </p:spPr>
        <p:txBody>
          <a:bodyPr wrap="square" lIns="0" tIns="0" rIns="0" bIns="0" rtlCol="0">
            <a:spAutoFit/>
          </a:bodyPr>
          <a:lstStyle/>
          <a:p>
            <a:pPr algn="l"/>
            <a:r>
              <a:t>Created by:</a:t>
            </a:r>
          </a:p>
        </p:txBody>
      </p:sp>
      <p:sp>
        <p:nvSpPr>
          <p:cNvPr id="9" name="Text Placeholder 8">
            <a:extLst>
              <a:ext uri="{FF2B5EF4-FFF2-40B4-BE49-F238E27FC236}">
                <a16:creationId xmlns:a16="http://schemas.microsoft.com/office/drawing/2014/main" id="{023C95D3-42A5-4CA3-9DDA-CEF4CC5E3303}"/>
              </a:ext>
            </a:extLst>
          </p:cNvPr>
          <p:cNvSpPr>
            <a:spLocks noGrp="1"/>
          </p:cNvSpPr>
          <p:nvPr>
            <p:ph type="body" sz="quarter" idx="13" hasCustomPrompt="1"/>
            <p:custDataLst>
              <p:tags r:id="rId7"/>
            </p:custDataLst>
          </p:nvPr>
        </p:nvSpPr>
        <p:spPr>
          <a:xfrm>
            <a:off x="4297709" y="5499740"/>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Consultant Name</a:t>
            </a:r>
            <a:endParaRPr lang="en-GB" dirty="0"/>
          </a:p>
        </p:txBody>
      </p:sp>
      <p:sp>
        <p:nvSpPr>
          <p:cNvPr id="59" name="Text Placeholder 81">
            <a:extLst>
              <a:ext uri="{FF2B5EF4-FFF2-40B4-BE49-F238E27FC236}">
                <a16:creationId xmlns:a16="http://schemas.microsoft.com/office/drawing/2014/main" id="{83D53D79-8C4C-479E-9788-9A5B72412199}"/>
              </a:ext>
            </a:extLst>
          </p:cNvPr>
          <p:cNvSpPr>
            <a:spLocks noGrp="1"/>
          </p:cNvSpPr>
          <p:nvPr>
            <p:ph type="body" sz="quarter" idx="14" hasCustomPrompt="1"/>
            <p:custDataLst>
              <p:tags r:id="rId8"/>
            </p:custDataLst>
          </p:nvPr>
        </p:nvSpPr>
        <p:spPr>
          <a:xfrm>
            <a:off x="4297709" y="5710774"/>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Title</a:t>
            </a:r>
            <a:endParaRPr lang="en-GB" dirty="0"/>
          </a:p>
        </p:txBody>
      </p:sp>
      <p:sp>
        <p:nvSpPr>
          <p:cNvPr id="60" name="Text Placeholder 82">
            <a:extLst>
              <a:ext uri="{FF2B5EF4-FFF2-40B4-BE49-F238E27FC236}">
                <a16:creationId xmlns:a16="http://schemas.microsoft.com/office/drawing/2014/main" id="{CFBF395C-C8C3-4169-BC6F-295F437BD1E8}"/>
              </a:ext>
            </a:extLst>
          </p:cNvPr>
          <p:cNvSpPr>
            <a:spLocks noGrp="1"/>
          </p:cNvSpPr>
          <p:nvPr>
            <p:ph type="body" sz="quarter" idx="15" hasCustomPrompt="1"/>
            <p:custDataLst>
              <p:tags r:id="rId9"/>
            </p:custDataLst>
          </p:nvPr>
        </p:nvSpPr>
        <p:spPr>
          <a:xfrm>
            <a:off x="4297709" y="5917939"/>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M: Number</a:t>
            </a:r>
            <a:endParaRPr lang="en-GB" dirty="0"/>
          </a:p>
        </p:txBody>
      </p:sp>
      <p:sp>
        <p:nvSpPr>
          <p:cNvPr id="61" name="Text Placeholder 83">
            <a:extLst>
              <a:ext uri="{FF2B5EF4-FFF2-40B4-BE49-F238E27FC236}">
                <a16:creationId xmlns:a16="http://schemas.microsoft.com/office/drawing/2014/main" id="{EE0673EE-5BBA-430D-B9E6-477A0C73ACE7}"/>
              </a:ext>
            </a:extLst>
          </p:cNvPr>
          <p:cNvSpPr>
            <a:spLocks noGrp="1"/>
          </p:cNvSpPr>
          <p:nvPr>
            <p:ph type="body" sz="quarter" idx="16" hasCustomPrompt="1"/>
            <p:custDataLst>
              <p:tags r:id="rId10"/>
            </p:custDataLst>
          </p:nvPr>
        </p:nvSpPr>
        <p:spPr>
          <a:xfrm>
            <a:off x="4297709" y="6124680"/>
            <a:ext cx="3543300" cy="184666"/>
          </a:xfrm>
        </p:spPr>
        <p:txBody>
          <a:bodyPr/>
          <a:lstStyle>
            <a:lvl1pPr marL="0" indent="0">
              <a:lnSpc>
                <a:spcPct val="100000"/>
              </a:lnSpc>
              <a:buNone/>
              <a:defRPr sz="1200" b="0">
                <a:solidFill>
                  <a:schemeClr val="bg1"/>
                </a:solidFill>
              </a:defRPr>
            </a:lvl1pPr>
            <a:lvl2pPr marL="0" indent="0">
              <a:lnSpc>
                <a:spcPct val="110000"/>
              </a:lnSpc>
              <a:spcBef>
                <a:spcPts val="0"/>
              </a:spcBef>
              <a:buNone/>
              <a:defRPr sz="1200" b="0">
                <a:solidFill>
                  <a:schemeClr val="bg1"/>
                </a:solidFill>
              </a:defRPr>
            </a:lvl2pPr>
            <a:lvl3pPr marL="0" indent="0">
              <a:lnSpc>
                <a:spcPct val="110000"/>
              </a:lnSpc>
              <a:spcBef>
                <a:spcPts val="0"/>
              </a:spcBef>
              <a:buNone/>
              <a:defRPr sz="1200" b="0">
                <a:solidFill>
                  <a:schemeClr val="bg1"/>
                </a:solidFill>
              </a:defRPr>
            </a:lvl3pPr>
            <a:lvl4pPr marL="0" indent="0">
              <a:lnSpc>
                <a:spcPct val="110000"/>
              </a:lnSpc>
              <a:spcBef>
                <a:spcPts val="0"/>
              </a:spcBef>
              <a:buNone/>
              <a:defRPr sz="1200" b="0">
                <a:solidFill>
                  <a:schemeClr val="bg1"/>
                </a:solidFill>
              </a:defRPr>
            </a:lvl4pPr>
            <a:lvl5pPr marL="0" indent="0">
              <a:lnSpc>
                <a:spcPct val="110000"/>
              </a:lnSpc>
              <a:spcBef>
                <a:spcPts val="0"/>
              </a:spcBef>
              <a:buNone/>
              <a:defRPr sz="1200" b="0">
                <a:solidFill>
                  <a:schemeClr val="bg1"/>
                </a:solidFill>
              </a:defRPr>
            </a:lvl5pPr>
          </a:lstStyle>
          <a:p>
            <a:pPr lvl="0"/>
            <a:r>
              <a:rPr lang="en-US" dirty="0"/>
              <a:t>E: Email</a:t>
            </a:r>
            <a:endParaRPr lang="en-GB" dirty="0"/>
          </a:p>
        </p:txBody>
      </p:sp>
      <p:pic>
        <p:nvPicPr>
          <p:cNvPr id="754031838" name="image1" descr="{&quot;templafy&quot;:{&quot;id&quot;:&quot;623dacbd-ad20-45db-81f1-ec0a7268f16d&quot;}}"/>
          <p:cNvPicPr>
            <a:picLocks noChangeAspect="1"/>
          </p:cNvPicPr>
          <p:nvPr/>
        </p:nvPicPr>
        <p:blipFill>
          <a:blip r:embed="rId22"/>
          <a:stretch>
            <a:fillRect/>
          </a:stretch>
        </p:blipFill>
        <p:spPr>
          <a:xfrm>
            <a:off x="859333" y="622724"/>
            <a:ext cx="3240000" cy="2291460"/>
          </a:xfrm>
          <a:prstGeom prst="rect">
            <a:avLst/>
          </a:prstGeom>
        </p:spPr>
      </p:pic>
      <p:sp>
        <p:nvSpPr>
          <p:cNvPr id="2" name="Guides" hidden="1">
            <a:extLst>
              <a:ext uri="{FF2B5EF4-FFF2-40B4-BE49-F238E27FC236}">
                <a16:creationId xmlns:a16="http://schemas.microsoft.com/office/drawing/2014/main" id="{A387A157-8698-4232-9E01-E424511810BB}"/>
              </a:ext>
            </a:extLst>
          </p:cNvPr>
          <p:cNvSpPr/>
          <p:nvPr userDrawn="1">
            <p:custDataLst>
              <p:tags r:id="rId11"/>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4" name="text2" descr="{&quot;templafy&quot;:{&quot;id&quot;:&quot;186c8953-c1c1-49eb-a4e4-b00d109875de&quot;}}" hidden="1" title="Form.Title">
            <a:extLst>
              <a:ext uri="{FF2B5EF4-FFF2-40B4-BE49-F238E27FC236}">
                <a16:creationId xmlns:a16="http://schemas.microsoft.com/office/drawing/2014/main" id="{1A5AE413-8A03-4DF4-A9ED-D055F8A3E4DC}"/>
              </a:ext>
            </a:extLst>
          </p:cNvPr>
          <p:cNvSpPr/>
          <p:nvPr userDrawn="1">
            <p:custDataLst>
              <p:tags r:id="rId12"/>
            </p:custDataLst>
          </p:nvPr>
        </p:nvSpPr>
        <p:spPr>
          <a:xfrm>
            <a:off x="797976" y="1710353"/>
            <a:ext cx="5298024" cy="14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4800" dirty="0">
              <a:solidFill>
                <a:schemeClr val="bg1"/>
              </a:solidFill>
              <a:latin typeface="+mj-lt"/>
            </a:endParaRPr>
          </a:p>
        </p:txBody>
      </p:sp>
      <p:sp>
        <p:nvSpPr>
          <p:cNvPr id="5" name="text13" descr="{&quot;templafy&quot;:{&quot;id&quot;:&quot;49f03d5b-0c5b-4920-bc57-ea91f9166c5c&quot;}}" hidden="1" title="Form.CompanyName">
            <a:extLst>
              <a:ext uri="{FF2B5EF4-FFF2-40B4-BE49-F238E27FC236}">
                <a16:creationId xmlns:a16="http://schemas.microsoft.com/office/drawing/2014/main" id="{3D24E56B-EE6F-45D5-B522-529F9CD6985B}"/>
              </a:ext>
            </a:extLst>
          </p:cNvPr>
          <p:cNvSpPr/>
          <p:nvPr userDrawn="1">
            <p:custDataLst>
              <p:tags r:id="rId13"/>
            </p:custDataLst>
          </p:nvPr>
        </p:nvSpPr>
        <p:spPr>
          <a:xfrm>
            <a:off x="809542" y="4636372"/>
            <a:ext cx="5634584"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US" sz="2400" dirty="0">
              <a:solidFill>
                <a:schemeClr val="bg1"/>
              </a:solidFill>
              <a:latin typeface="+mj-lt"/>
            </a:endParaRPr>
          </a:p>
        </p:txBody>
      </p:sp>
      <p:sp>
        <p:nvSpPr>
          <p:cNvPr id="6" name="text11" descr="{&quot;templafy&quot;:{&quot;id&quot;:&quot;5c28f7b6-6299-4671-af5e-e4c5642b8705&quot;}}" title="UserProfile.Name">
            <a:extLst>
              <a:ext uri="{FF2B5EF4-FFF2-40B4-BE49-F238E27FC236}">
                <a16:creationId xmlns:a16="http://schemas.microsoft.com/office/drawing/2014/main" id="{5C0F24F6-1120-4F7C-99EF-207BC3919389}"/>
              </a:ext>
            </a:extLst>
          </p:cNvPr>
          <p:cNvSpPr/>
          <p:nvPr userDrawn="1">
            <p:custDataLst>
              <p:tags r:id="rId14"/>
            </p:custDataLst>
          </p:nvPr>
        </p:nvSpPr>
        <p:spPr>
          <a:xfrm>
            <a:off x="780582" y="5503609"/>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Thomas Löwer</a:t>
            </a:r>
          </a:p>
        </p:txBody>
      </p:sp>
      <p:sp>
        <p:nvSpPr>
          <p:cNvPr id="8" name="text24" descr="{&quot;templafy&quot;:{&quot;id&quot;:&quot;af27bc5c-ce30-4b12-82d9-887ae44c2dbb&quot;}}" title="UserProfile.Title">
            <a:extLst>
              <a:ext uri="{FF2B5EF4-FFF2-40B4-BE49-F238E27FC236}">
                <a16:creationId xmlns:a16="http://schemas.microsoft.com/office/drawing/2014/main" id="{65FA84A7-A198-4D41-839B-0F650DE9CC9F}"/>
              </a:ext>
            </a:extLst>
          </p:cNvPr>
          <p:cNvSpPr/>
          <p:nvPr userDrawn="1">
            <p:custDataLst>
              <p:tags r:id="rId15"/>
            </p:custDataLst>
          </p:nvPr>
        </p:nvSpPr>
        <p:spPr>
          <a:xfrm>
            <a:off x="780582" y="5710774"/>
            <a:ext cx="3318739"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Leiter Kommunikation &amp; Marketing</a:t>
            </a:r>
          </a:p>
        </p:txBody>
      </p:sp>
      <p:sp>
        <p:nvSpPr>
          <p:cNvPr id="13" name="text5" descr="{&quot;templafy&quot;:{&quot;id&quot;:&quot;f5e211d6-c980-4d4a-b0d8-f7fd11103364&quot;}}" title="UserProfile.DirectPhone">
            <a:extLst>
              <a:ext uri="{FF2B5EF4-FFF2-40B4-BE49-F238E27FC236}">
                <a16:creationId xmlns:a16="http://schemas.microsoft.com/office/drawing/2014/main" id="{D3074E4E-71A1-4F44-AE52-FBA3CF34A4FD}"/>
              </a:ext>
            </a:extLst>
          </p:cNvPr>
          <p:cNvSpPr/>
          <p:nvPr userDrawn="1">
            <p:custDataLst>
              <p:tags r:id="rId16"/>
            </p:custDataLst>
          </p:nvPr>
        </p:nvSpPr>
        <p:spPr>
          <a:xfrm>
            <a:off x="978971" y="591794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+49 151 2192 8931</a:t>
            </a:r>
          </a:p>
        </p:txBody>
      </p:sp>
      <p:sp>
        <p:nvSpPr>
          <p:cNvPr id="14" name="text4" descr="{&quot;templafy&quot;:{&quot;id&quot;:&quot;e7a0271b-bbcf-40a4-823b-177c038cea27&quot;}}" title="UserProfile.Email">
            <a:extLst>
              <a:ext uri="{FF2B5EF4-FFF2-40B4-BE49-F238E27FC236}">
                <a16:creationId xmlns:a16="http://schemas.microsoft.com/office/drawing/2014/main" id="{6F8F04E5-1F3E-4A99-873C-E48C7AA01269}"/>
              </a:ext>
            </a:extLst>
          </p:cNvPr>
          <p:cNvSpPr/>
          <p:nvPr userDrawn="1">
            <p:custDataLst>
              <p:tags r:id="rId17"/>
            </p:custDataLst>
          </p:nvPr>
        </p:nvSpPr>
        <p:spPr>
          <a:xfrm>
            <a:off x="978971" y="6124680"/>
            <a:ext cx="31320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US" sz="1200">
                <a:solidFill>
                  <a:schemeClr val="bg1"/>
                </a:solidFill>
                <a:latin typeface="+mj-lt"/>
              </a:rPr>
              <a:t>tloewer@eragroup.com</a:t>
            </a:r>
          </a:p>
        </p:txBody>
      </p:sp>
      <p:sp>
        <p:nvSpPr>
          <p:cNvPr id="3" name="date" descr="{&quot;templafy&quot;:{&quot;id&quot;:&quot;26ba37a9-ef71-41b5-b365-871919a9f2af&quot;}}" title="Form.Date">
            <a:extLst>
              <a:ext uri="{FF2B5EF4-FFF2-40B4-BE49-F238E27FC236}">
                <a16:creationId xmlns:a16="http://schemas.microsoft.com/office/drawing/2014/main" id="{27D4B7A8-7484-475E-8D27-0EF530D71AEB}"/>
              </a:ext>
            </a:extLst>
          </p:cNvPr>
          <p:cNvSpPr/>
          <p:nvPr userDrawn="1">
            <p:custDataLst>
              <p:tags r:id="rId18"/>
            </p:custDataLst>
          </p:nvPr>
        </p:nvSpPr>
        <p:spPr>
          <a:xfrm>
            <a:off x="8591555" y="6051398"/>
            <a:ext cx="308717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en-GB" dirty="0">
                <a:solidFill>
                  <a:schemeClr val="bg1"/>
                </a:solidFill>
              </a:rPr>
              <a:t>20. September 2024</a:t>
            </a:r>
          </a:p>
        </p:txBody>
      </p:sp>
      <p:sp>
        <p:nvSpPr>
          <p:cNvPr id="23" name="text41" descr="{&quot;templafy&quot;:{&quot;id&quot;:&quot;f7a96b69-9d5d-411a-b128-4089daca3688&quot;}}" hidden="1" title="text">
            <a:extLst>
              <a:ext uri="{FF2B5EF4-FFF2-40B4-BE49-F238E27FC236}">
                <a16:creationId xmlns:a16="http://schemas.microsoft.com/office/drawing/2014/main" id="{9C72AC0D-4869-4729-BA42-FD3A58A433A6}"/>
              </a:ext>
            </a:extLst>
          </p:cNvPr>
          <p:cNvSpPr txBox="1"/>
          <p:nvPr userDrawn="1">
            <p:custDataLst>
              <p:tags r:id="rId19"/>
            </p:custDataLst>
          </p:nvPr>
        </p:nvSpPr>
        <p:spPr>
          <a:xfrm>
            <a:off x="780579" y="3224382"/>
            <a:ext cx="5315418" cy="397635"/>
          </a:xfrm>
          <a:prstGeom prst="rect">
            <a:avLst/>
          </a:prstGeom>
          <a:noFill/>
        </p:spPr>
        <p:txBody>
          <a:bodyPr wrap="square" lIns="0" tIns="0" rIns="0" bIns="0" rtlCol="0">
            <a:noAutofit/>
          </a:bodyPr>
          <a:lstStyle/>
          <a:p>
            <a:pPr algn="l"/>
            <a:r>
              <a:rPr lang="en-GB" sz="2400" b="1" dirty="0">
                <a:solidFill>
                  <a:schemeClr val="bg1"/>
                </a:solidFill>
                <a:latin typeface="+mj-lt"/>
              </a:rPr>
              <a:t>Prepared by:</a:t>
            </a:r>
          </a:p>
        </p:txBody>
      </p:sp>
      <p:sp>
        <p:nvSpPr>
          <p:cNvPr id="16" name="Prepared" descr="{&quot;templafy&quot;:{&quot;id&quot;:&quot;73ee16fc-2ac7-4cd5-8146-54d5cdef10f1&quot;}}" title="Translations.pp_Prepared">
            <a:extLst>
              <a:ext uri="{FF2B5EF4-FFF2-40B4-BE49-F238E27FC236}">
                <a16:creationId xmlns:a16="http://schemas.microsoft.com/office/drawing/2014/main" id="{62726CC4-A34D-41A2-92BD-1947FF2EECAC}"/>
              </a:ext>
            </a:extLst>
          </p:cNvPr>
          <p:cNvSpPr/>
          <p:nvPr userDrawn="1"/>
        </p:nvSpPr>
        <p:spPr>
          <a:xfrm>
            <a:off x="688633" y="3205125"/>
            <a:ext cx="5315409" cy="420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400" b="1" dirty="0">
                <a:solidFill>
                  <a:schemeClr val="bg1"/>
                </a:solidFill>
                <a:latin typeface="+mj-lt"/>
              </a:rPr>
              <a:t>Hergestellt von:</a:t>
            </a:r>
          </a:p>
        </p:txBody>
      </p:sp>
      <p:sp>
        <p:nvSpPr>
          <p:cNvPr id="17" name="for" descr="{&quot;templafy&quot;:{&quot;id&quot;:&quot;b2d643bf-8ac5-4189-8810-96d391fa972b&quot;}}" title="Translations.pp_For">
            <a:extLst>
              <a:ext uri="{FF2B5EF4-FFF2-40B4-BE49-F238E27FC236}">
                <a16:creationId xmlns:a16="http://schemas.microsoft.com/office/drawing/2014/main" id="{5EAA1403-2CCE-407A-8230-946E19D205C4}"/>
              </a:ext>
            </a:extLst>
          </p:cNvPr>
          <p:cNvSpPr/>
          <p:nvPr userDrawn="1"/>
        </p:nvSpPr>
        <p:spPr>
          <a:xfrm>
            <a:off x="719646" y="4274139"/>
            <a:ext cx="5271382" cy="3490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l"/>
            <a:r>
              <a:rPr lang="nl-NL" sz="2400" b="1" dirty="0">
                <a:latin typeface="+mj-lt"/>
              </a:rPr>
              <a:t>Für:</a:t>
            </a:r>
          </a:p>
        </p:txBody>
      </p:sp>
    </p:spTree>
    <p:extLst>
      <p:ext uri="{BB962C8B-B14F-4D97-AF65-F5344CB8AC3E}">
        <p14:creationId xmlns:p14="http://schemas.microsoft.com/office/powerpoint/2010/main" val="1257765689"/>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483">
          <p15:clr>
            <a:srgbClr val="FF96FF"/>
          </p15:clr>
        </p15:guide>
        <p15:guide id="6" pos="7378">
          <p15:clr>
            <a:srgbClr val="FF96FF"/>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2_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defRPr>
            </a:lvl1pPr>
          </a:lstStyle>
          <a:p>
            <a:r>
              <a:rPr lang="en-US"/>
              <a:t>Click to edit Master title style</a:t>
            </a:r>
            <a:endParaRPr lang="en-GB" dirty="0"/>
          </a:p>
        </p:txBody>
      </p:sp>
      <p:cxnSp>
        <p:nvCxnSpPr>
          <p:cNvPr id="10" name="Straight Connector 9">
            <a:extLst>
              <a:ext uri="{FF2B5EF4-FFF2-40B4-BE49-F238E27FC236}">
                <a16:creationId xmlns:a16="http://schemas.microsoft.com/office/drawing/2014/main" id="{AAB7049C-E241-4BF1-839B-41257B775EEE}"/>
              </a:ext>
            </a:extLst>
          </p:cNvPr>
          <p:cNvCxnSpPr>
            <a:cxnSpLocks/>
          </p:cNvCxnSpPr>
          <p:nvPr userDrawn="1">
            <p:custDataLst>
              <p:tags r:id="rId2"/>
            </p:custDataLst>
          </p:nvPr>
        </p:nvCxnSpPr>
        <p:spPr>
          <a:xfrm>
            <a:off x="4206000" y="3676483"/>
            <a:ext cx="3780000" cy="0"/>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F54A03A-4ECE-4B60-B5FA-6180A9ACEA7A}"/>
              </a:ext>
            </a:extLst>
          </p:cNvPr>
          <p:cNvSpPr txBox="1"/>
          <p:nvPr userDrawn="1">
            <p:custDataLst>
              <p:tags r:id="rId3"/>
            </p:custDataLst>
          </p:nvPr>
        </p:nvSpPr>
        <p:spPr>
          <a:xfrm>
            <a:off x="4145756" y="4171071"/>
            <a:ext cx="3900487" cy="369332"/>
          </a:xfrm>
          <a:prstGeom prst="rect">
            <a:avLst/>
          </a:prstGeom>
          <a:noFill/>
        </p:spPr>
        <p:txBody>
          <a:bodyPr wrap="square" lIns="0" tIns="0" rIns="0" bIns="0" rtlCol="0">
            <a:spAutoFit/>
          </a:bodyPr>
          <a:lstStyle/>
          <a:p>
            <a:pPr algn="ctr"/>
            <a:r>
              <a:rPr lang="en-GB" sz="2400" dirty="0">
                <a:latin typeface="+mj-lt"/>
              </a:rPr>
              <a:t>Value</a:t>
            </a:r>
            <a:r>
              <a:rPr lang="en-GB" sz="2400" dirty="0"/>
              <a:t> Through </a:t>
            </a:r>
            <a:r>
              <a:rPr lang="en-GB" sz="2400" dirty="0">
                <a:latin typeface="+mj-lt"/>
              </a:rPr>
              <a:t>Insight™</a:t>
            </a:r>
          </a:p>
        </p:txBody>
      </p:sp>
      <p:sp>
        <p:nvSpPr>
          <p:cNvPr id="3" name="Guides" hidden="1">
            <a:extLst>
              <a:ext uri="{FF2B5EF4-FFF2-40B4-BE49-F238E27FC236}">
                <a16:creationId xmlns:a16="http://schemas.microsoft.com/office/drawing/2014/main" id="{D67A0D60-DA17-4EB7-B83D-FD6094671140}"/>
              </a:ext>
            </a:extLst>
          </p:cNvPr>
          <p:cNvSpPr/>
          <p:nvPr userDrawn="1">
            <p:custDataLst>
              <p:tags r:id="rId4"/>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2680519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Section Header Pri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AEF4-587F-4058-99DD-A1BF92099BC7}"/>
              </a:ext>
            </a:extLst>
          </p:cNvPr>
          <p:cNvSpPr>
            <a:spLocks noGrp="1"/>
          </p:cNvSpPr>
          <p:nvPr>
            <p:ph type="title"/>
            <p:custDataLst>
              <p:tags r:id="rId1"/>
            </p:custDataLst>
          </p:nvPr>
        </p:nvSpPr>
        <p:spPr>
          <a:xfrm>
            <a:off x="844550" y="1849927"/>
            <a:ext cx="10515600" cy="1271587"/>
          </a:xfrm>
        </p:spPr>
        <p:txBody>
          <a:bodyPr anchor="b">
            <a:normAutofit/>
          </a:bodyPr>
          <a:lstStyle>
            <a:lvl1pPr algn="ctr">
              <a:defRPr sz="2800">
                <a:solidFill>
                  <a:schemeClr val="tx1"/>
                </a:solidFill>
              </a:defRPr>
            </a:lvl1pPr>
          </a:lstStyle>
          <a:p>
            <a:r>
              <a:rPr lang="en-US"/>
              <a:t>Click to edit Master title style</a:t>
            </a:r>
            <a:endParaRPr lang="en-GB" dirty="0"/>
          </a:p>
        </p:txBody>
      </p:sp>
      <p:cxnSp>
        <p:nvCxnSpPr>
          <p:cNvPr id="10" name="Straight Connector 9">
            <a:extLst>
              <a:ext uri="{FF2B5EF4-FFF2-40B4-BE49-F238E27FC236}">
                <a16:creationId xmlns:a16="http://schemas.microsoft.com/office/drawing/2014/main" id="{AAB7049C-E241-4BF1-839B-41257B775EEE}"/>
              </a:ext>
            </a:extLst>
          </p:cNvPr>
          <p:cNvCxnSpPr>
            <a:cxnSpLocks/>
          </p:cNvCxnSpPr>
          <p:nvPr userDrawn="1">
            <p:custDataLst>
              <p:tags r:id="rId2"/>
            </p:custDataLst>
          </p:nvPr>
        </p:nvCxnSpPr>
        <p:spPr>
          <a:xfrm>
            <a:off x="4206000" y="3676483"/>
            <a:ext cx="3780000" cy="0"/>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F54A03A-4ECE-4B60-B5FA-6180A9ACEA7A}"/>
              </a:ext>
            </a:extLst>
          </p:cNvPr>
          <p:cNvSpPr txBox="1"/>
          <p:nvPr userDrawn="1">
            <p:custDataLst>
              <p:tags r:id="rId3"/>
            </p:custDataLst>
          </p:nvPr>
        </p:nvSpPr>
        <p:spPr>
          <a:xfrm>
            <a:off x="4145756" y="4171071"/>
            <a:ext cx="3900487" cy="369332"/>
          </a:xfrm>
          <a:prstGeom prst="rect">
            <a:avLst/>
          </a:prstGeom>
          <a:noFill/>
        </p:spPr>
        <p:txBody>
          <a:bodyPr wrap="square" lIns="0" tIns="0" rIns="0" bIns="0" rtlCol="0">
            <a:spAutoFit/>
          </a:bodyPr>
          <a:lstStyle/>
          <a:p>
            <a:pPr algn="ctr"/>
            <a:r>
              <a:rPr lang="en-GB" sz="2400" dirty="0">
                <a:latin typeface="+mj-lt"/>
              </a:rPr>
              <a:t>Value</a:t>
            </a:r>
            <a:r>
              <a:rPr lang="en-GB" sz="2400" dirty="0"/>
              <a:t> Through </a:t>
            </a:r>
            <a:r>
              <a:rPr lang="en-GB" sz="2400" dirty="0">
                <a:latin typeface="+mj-lt"/>
              </a:rPr>
              <a:t>Insight™</a:t>
            </a:r>
          </a:p>
        </p:txBody>
      </p:sp>
      <p:sp>
        <p:nvSpPr>
          <p:cNvPr id="3" name="Guides" hidden="1">
            <a:extLst>
              <a:ext uri="{FF2B5EF4-FFF2-40B4-BE49-F238E27FC236}">
                <a16:creationId xmlns:a16="http://schemas.microsoft.com/office/drawing/2014/main" id="{CD4E96A5-B858-449E-8D89-DAE91ADBCAC2}"/>
              </a:ext>
            </a:extLst>
          </p:cNvPr>
          <p:cNvSpPr/>
          <p:nvPr userDrawn="1">
            <p:custDataLst>
              <p:tags r:id="rId4"/>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8439453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4"/>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4" name="Text Placeholder 3">
            <a:extLst>
              <a:ext uri="{FF2B5EF4-FFF2-40B4-BE49-F238E27FC236}">
                <a16:creationId xmlns:a16="http://schemas.microsoft.com/office/drawing/2014/main" id="{76B27031-8ED6-41E6-8DF4-984103566FE5}"/>
              </a:ext>
            </a:extLst>
          </p:cNvPr>
          <p:cNvSpPr>
            <a:spLocks noGrp="1"/>
          </p:cNvSpPr>
          <p:nvPr>
            <p:ph type="body" sz="quarter" idx="14"/>
            <p:custDataLst>
              <p:tags r:id="rId6"/>
            </p:custDataLst>
          </p:nvPr>
        </p:nvSpPr>
        <p:spPr>
          <a:xfrm>
            <a:off x="477838" y="1770073"/>
            <a:ext cx="7418387" cy="4114789"/>
          </a:xfrm>
        </p:spPr>
        <p:txBody>
          <a:bodyPr/>
          <a:lstStyle>
            <a:lvl1pPr marL="0" indent="0">
              <a:lnSpc>
                <a:spcPct val="100000"/>
              </a:lnSpc>
              <a:spcBef>
                <a:spcPts val="0"/>
              </a:spcBef>
              <a:spcAft>
                <a:spcPts val="0"/>
              </a:spcAft>
              <a:buFont typeface="Arial" panose="020B0604020202020204" pitchFamily="34" charset="0"/>
              <a:buNone/>
              <a:tabLst>
                <a:tab pos="7177088" algn="r"/>
              </a:tabLst>
              <a:defRPr sz="1200" b="0" i="0">
                <a:solidFill>
                  <a:schemeClr val="tx2"/>
                </a:solidFill>
                <a:latin typeface="+mj-lt"/>
              </a:defRPr>
            </a:lvl1pPr>
            <a:lvl2pPr marL="0" indent="0">
              <a:lnSpc>
                <a:spcPct val="100000"/>
              </a:lnSpc>
              <a:spcBef>
                <a:spcPts val="0"/>
              </a:spcBef>
              <a:spcAft>
                <a:spcPts val="0"/>
              </a:spcAft>
              <a:buFont typeface="Arial" panose="020B0604020202020204" pitchFamily="34" charset="0"/>
              <a:buNone/>
              <a:tabLst>
                <a:tab pos="7177088" algn="r"/>
              </a:tabLst>
              <a:defRPr sz="1200" b="0" i="0">
                <a:solidFill>
                  <a:schemeClr val="bg2"/>
                </a:solidFill>
                <a:latin typeface="+mn-lt"/>
              </a:defRPr>
            </a:lvl2pPr>
            <a:lvl3pPr marL="0" indent="0">
              <a:lnSpc>
                <a:spcPct val="100000"/>
              </a:lnSpc>
              <a:spcBef>
                <a:spcPts val="0"/>
              </a:spcBef>
              <a:spcAft>
                <a:spcPts val="0"/>
              </a:spcAft>
              <a:buFont typeface="Arial" panose="020B0604020202020204" pitchFamily="34" charset="0"/>
              <a:buNone/>
              <a:defRPr sz="1200" b="0" i="0">
                <a:latin typeface="+mn-lt"/>
              </a:defRPr>
            </a:lvl3pPr>
            <a:lvl4pPr marL="0" indent="0">
              <a:lnSpc>
                <a:spcPct val="100000"/>
              </a:lnSpc>
              <a:spcBef>
                <a:spcPts val="0"/>
              </a:spcBef>
              <a:spcAft>
                <a:spcPts val="0"/>
              </a:spcAft>
              <a:buFont typeface="Arial" panose="020B0604020202020204" pitchFamily="34" charset="0"/>
              <a:buNone/>
              <a:defRPr sz="1200" b="0" i="0">
                <a:latin typeface="+mn-lt"/>
              </a:defRPr>
            </a:lvl4pPr>
            <a:lvl5pPr marL="0" indent="0">
              <a:buFont typeface="Arial" panose="020B0604020202020204" pitchFamily="34" charset="0"/>
              <a:buNone/>
              <a:defRPr sz="1800" b="0" i="0">
                <a:latin typeface="+mn-lt"/>
              </a:defRPr>
            </a:lvl5pPr>
            <a:lvl6pPr marL="0" indent="0">
              <a:buNone/>
              <a:defRPr sz="1800" b="0" i="0"/>
            </a:lvl6pPr>
            <a:lvl7pPr marL="0" indent="0">
              <a:buNone/>
              <a:defRPr sz="1800" b="0" i="0"/>
            </a:lvl7pPr>
            <a:lvl8pPr marL="0" indent="0">
              <a:buNone/>
              <a:defRPr sz="1800" b="0" i="0"/>
            </a:lvl8pPr>
            <a:lvl9pPr marL="0" indent="0">
              <a:buNone/>
              <a:defRPr sz="1800" b="0" i="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Guides" hidden="1">
            <a:extLst>
              <a:ext uri="{FF2B5EF4-FFF2-40B4-BE49-F238E27FC236}">
                <a16:creationId xmlns:a16="http://schemas.microsoft.com/office/drawing/2014/main" id="{F7D1C558-71A1-4B97-9530-F2AA06DDA5F8}"/>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39890563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41337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4" name="Guides" hidden="1">
            <a:extLst>
              <a:ext uri="{FF2B5EF4-FFF2-40B4-BE49-F238E27FC236}">
                <a16:creationId xmlns:a16="http://schemas.microsoft.com/office/drawing/2014/main" id="{8EC57307-AD1F-47B7-A572-962C1511FB95}"/>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30897785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_2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133701"/>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dirty="0"/>
              <a:t>Click to edit Master text styles</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7"/>
            </p:custDataLst>
          </p:nvPr>
        </p:nvSpPr>
        <p:spPr>
          <a:xfrm>
            <a:off x="6204001" y="1751369"/>
            <a:ext cx="5509200" cy="413463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1454487007"/>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_3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1" y="1751161"/>
            <a:ext cx="3599488" cy="4133701"/>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dirty="0"/>
              <a:t>Click to edit Master text styles</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7"/>
            </p:custDataLst>
          </p:nvPr>
        </p:nvSpPr>
        <p:spPr>
          <a:xfrm>
            <a:off x="4294188" y="1751369"/>
            <a:ext cx="3602037" cy="413463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9"/>
            </p:custDataLst>
          </p:nvPr>
        </p:nvSpPr>
        <p:spPr>
          <a:xfrm>
            <a:off x="8110538" y="1751161"/>
            <a:ext cx="3602037" cy="413463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4867414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2569">
          <p15:clr>
            <a:srgbClr val="FF96FF"/>
          </p15:clr>
        </p15:guide>
        <p15:guide id="9" pos="2705">
          <p15:clr>
            <a:srgbClr val="FF96FF"/>
          </p15:clr>
        </p15:guide>
        <p15:guide id="10" pos="4974">
          <p15:clr>
            <a:srgbClr val="FF96FF"/>
          </p15:clr>
        </p15:guide>
        <p15:guide id="11" pos="5110">
          <p15:clr>
            <a:srgbClr val="FF96FF"/>
          </p15:clr>
        </p15:guide>
        <p15:guide id="12" pos="7378">
          <p15:clr>
            <a:srgbClr val="FF96FF"/>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4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3765" cy="1949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dirty="0"/>
              <a:t>Click to edit Master text styles</a:t>
            </a:r>
          </a:p>
        </p:txBody>
      </p:sp>
      <p:sp>
        <p:nvSpPr>
          <p:cNvPr id="7" name="Content Placeholder 6">
            <a:extLst>
              <a:ext uri="{FF2B5EF4-FFF2-40B4-BE49-F238E27FC236}">
                <a16:creationId xmlns:a16="http://schemas.microsoft.com/office/drawing/2014/main" id="{2230CD69-5A73-4CF5-9CD4-BE2C60530C87}"/>
              </a:ext>
            </a:extLst>
          </p:cNvPr>
          <p:cNvSpPr>
            <a:spLocks noGrp="1"/>
          </p:cNvSpPr>
          <p:nvPr>
            <p:ph sz="quarter" idx="14"/>
            <p:custDataLst>
              <p:tags r:id="rId7"/>
            </p:custDataLst>
          </p:nvPr>
        </p:nvSpPr>
        <p:spPr>
          <a:xfrm>
            <a:off x="478800" y="3933615"/>
            <a:ext cx="5507663" cy="1949095"/>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Guides" hidden="1">
            <a:extLst>
              <a:ext uri="{FF2B5EF4-FFF2-40B4-BE49-F238E27FC236}">
                <a16:creationId xmlns:a16="http://schemas.microsoft.com/office/drawing/2014/main" id="{F24170E4-702F-472D-B242-57BB9DE0FB8A}"/>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61">
            <a:extLst>
              <a:ext uri="{FF2B5EF4-FFF2-40B4-BE49-F238E27FC236}">
                <a16:creationId xmlns:a16="http://schemas.microsoft.com/office/drawing/2014/main" id="{97963357-B3A6-4787-8B50-B286C46F1B8B}"/>
              </a:ext>
            </a:extLst>
          </p:cNvPr>
          <p:cNvSpPr>
            <a:spLocks noGrp="1"/>
          </p:cNvSpPr>
          <p:nvPr>
            <p:ph sz="quarter" idx="15"/>
            <p:custDataLst>
              <p:tags r:id="rId9"/>
            </p:custDataLst>
          </p:nvPr>
        </p:nvSpPr>
        <p:spPr>
          <a:xfrm>
            <a:off x="6203950" y="1751161"/>
            <a:ext cx="5508625" cy="194930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Content Placeholder 611">
            <a:extLst>
              <a:ext uri="{FF2B5EF4-FFF2-40B4-BE49-F238E27FC236}">
                <a16:creationId xmlns:a16="http://schemas.microsoft.com/office/drawing/2014/main" id="{C61AC6F7-A653-447E-A7DC-D822A1E27BB8}"/>
              </a:ext>
            </a:extLst>
          </p:cNvPr>
          <p:cNvSpPr>
            <a:spLocks noGrp="1"/>
          </p:cNvSpPr>
          <p:nvPr>
            <p:ph sz="quarter" idx="16"/>
            <p:custDataLst>
              <p:tags r:id="rId10"/>
            </p:custDataLst>
          </p:nvPr>
        </p:nvSpPr>
        <p:spPr>
          <a:xfrm>
            <a:off x="6203950" y="3916363"/>
            <a:ext cx="5508625" cy="194930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197179575"/>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2331">
          <p15:clr>
            <a:srgbClr val="FF96FF"/>
          </p15:clr>
        </p15:guide>
        <p15:guide id="5" orient="horz" pos="2467">
          <p15:clr>
            <a:srgbClr val="FF96FF"/>
          </p15:clr>
        </p15:guide>
        <p15:guide id="6" orient="horz" pos="3891">
          <p15:clr>
            <a:srgbClr val="FF96FF"/>
          </p15:clr>
        </p15:guide>
        <p15:guide id="7" orient="horz" pos="4000">
          <p15:clr>
            <a:srgbClr val="717275"/>
          </p15:clr>
        </p15:guide>
        <p15:guide id="8" orient="horz" pos="4320">
          <p15:clr>
            <a:srgbClr val="717275"/>
          </p15:clr>
        </p15:guide>
        <p15:guide id="9" pos="301">
          <p15:clr>
            <a:srgbClr val="FF96FF"/>
          </p15:clr>
        </p15:guide>
        <p15:guide id="10" pos="3771">
          <p15:clr>
            <a:srgbClr val="FF96FF"/>
          </p15:clr>
        </p15:guide>
        <p15:guide id="11" pos="3908">
          <p15:clr>
            <a:srgbClr val="FF96FF"/>
          </p15:clr>
        </p15:guide>
        <p15:guide id="12" pos="7378">
          <p15:clr>
            <a:srgbClr val="FF96FF"/>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2 x Content Light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858000"/>
          </a:xfrm>
          <a:prstGeom prst="rect">
            <a:avLst/>
          </a:prstGeom>
          <a:solidFill>
            <a:schemeClr val="accent2">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8591547" y="1751161"/>
            <a:ext cx="3121029" cy="4133701"/>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Guides" hidden="1">
            <a:extLst>
              <a:ext uri="{FF2B5EF4-FFF2-40B4-BE49-F238E27FC236}">
                <a16:creationId xmlns:a16="http://schemas.microsoft.com/office/drawing/2014/main" id="{6BBD5BAA-1D47-4836-AB2C-663CD71B11A5}"/>
              </a:ext>
            </a:extLst>
          </p:cNvPr>
          <p:cNvSpPr/>
          <p:nvPr userDrawn="1">
            <p:custDataLst>
              <p:tags r:id="rId9"/>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589095807"/>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2 x Content Dark Blue Pane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8112125" y="0"/>
            <a:ext cx="4079872" cy="6356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lvl5pPr>
              <a:defRPr/>
            </a:lvl5p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8591547" y="1751161"/>
            <a:ext cx="3121029" cy="413370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9"/>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269175351"/>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vl1pPr>
          </a:lstStyle>
          <a:p>
            <a:r>
              <a:rPr lang="en-GB" dirty="0"/>
              <a:t>Add Picture</a:t>
            </a: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0" y="1751161"/>
            <a:ext cx="7417599" cy="41337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03252248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2 x Content +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58C03FD-7458-481C-A464-905C2817F3D2}"/>
              </a:ext>
            </a:extLst>
          </p:cNvPr>
          <p:cNvSpPr>
            <a:spLocks noGrp="1"/>
          </p:cNvSpPr>
          <p:nvPr>
            <p:ph type="pic" sz="quarter" idx="14" hasCustomPrompt="1"/>
            <p:custDataLst>
              <p:tags r:id="rId1"/>
            </p:custDataLst>
          </p:nvPr>
        </p:nvSpPr>
        <p:spPr>
          <a:xfrm>
            <a:off x="8112125" y="-9525"/>
            <a:ext cx="4079875" cy="6365875"/>
          </a:xfrm>
        </p:spPr>
        <p:txBody>
          <a:bodyPr tIns="144000"/>
          <a:lstStyle>
            <a:lvl1pPr marL="0" indent="0" algn="ctr">
              <a:buNone/>
              <a:defRPr/>
            </a:lvl1pPr>
          </a:lstStyle>
          <a:p>
            <a:r>
              <a:rPr lang="en-GB" dirty="0"/>
              <a:t>Add Picture</a:t>
            </a:r>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478801" y="1751161"/>
            <a:ext cx="3601076" cy="41337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4" name="Guides" hidden="1">
            <a:extLst>
              <a:ext uri="{FF2B5EF4-FFF2-40B4-BE49-F238E27FC236}">
                <a16:creationId xmlns:a16="http://schemas.microsoft.com/office/drawing/2014/main" id="{C1D6E338-0F39-4F86-BA0A-B76AA41D344B}"/>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10" name="Content Placeholder 21">
            <a:extLst>
              <a:ext uri="{FF2B5EF4-FFF2-40B4-BE49-F238E27FC236}">
                <a16:creationId xmlns:a16="http://schemas.microsoft.com/office/drawing/2014/main" id="{19C28B1B-133D-47AC-9604-F5AF1FAC2909}"/>
              </a:ext>
            </a:extLst>
          </p:cNvPr>
          <p:cNvSpPr>
            <a:spLocks noGrp="1"/>
          </p:cNvSpPr>
          <p:nvPr>
            <p:ph idx="15"/>
            <p:custDataLst>
              <p:tags r:id="rId9"/>
            </p:custDataLst>
          </p:nvPr>
        </p:nvSpPr>
        <p:spPr>
          <a:xfrm>
            <a:off x="4294188" y="1751160"/>
            <a:ext cx="3601076" cy="41337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0025984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1/2 Page Light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0" y="3428621"/>
            <a:ext cx="12192001" cy="2926971"/>
          </a:xfrm>
          <a:solidFill>
            <a:srgbClr val="E7F7FB"/>
          </a:solidFill>
        </p:spPr>
        <p:txBody>
          <a:bodyPr lIns="478800" tIns="180000" rIns="478800" bIns="108000"/>
          <a:lstStyle>
            <a:lvl1pPr>
              <a:defRPr>
                <a:solidFill>
                  <a:schemeClr val="tx1"/>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451525643"/>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1/2 Page Light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1" y="697124"/>
            <a:ext cx="5507662"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6096000" y="-9235"/>
            <a:ext cx="6096001" cy="6364828"/>
          </a:xfrm>
          <a:solidFill>
            <a:srgbClr val="E7F7FB"/>
          </a:solidFill>
        </p:spPr>
        <p:txBody>
          <a:bodyPr lIns="478800" tIns="1764000" rIns="478800" bIns="108000"/>
          <a:lstStyle>
            <a:lvl1pPr>
              <a:defRPr>
                <a:solidFill>
                  <a:schemeClr val="tx1"/>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12304928"/>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_1/2 Page Dark Blue Horizont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11234400" cy="1525439"/>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0" y="3428621"/>
            <a:ext cx="12192001" cy="2926971"/>
          </a:xfrm>
          <a:solidFill>
            <a:schemeClr val="accent1"/>
          </a:solidFill>
        </p:spPr>
        <p:txBody>
          <a:bodyPr lIns="478800" tIns="180000" rIns="478800" bIns="108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91873591"/>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_1/2 Page Dark Blue Vertical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5507663"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1"/>
            <a:ext cx="5507663" cy="4425802"/>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BC698EFD-AA04-41F0-BF9C-1DF066A906F1}"/>
              </a:ext>
            </a:extLst>
          </p:cNvPr>
          <p:cNvSpPr/>
          <p:nvPr userDrawn="1">
            <p:custDataLst>
              <p:tags r:id="rId7"/>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8" name="Content Placeholder 7">
            <a:extLst>
              <a:ext uri="{FF2B5EF4-FFF2-40B4-BE49-F238E27FC236}">
                <a16:creationId xmlns:a16="http://schemas.microsoft.com/office/drawing/2014/main" id="{1C8BDFFD-4C78-4482-AF47-0A63B3CCF468}"/>
              </a:ext>
            </a:extLst>
          </p:cNvPr>
          <p:cNvSpPr>
            <a:spLocks noGrp="1"/>
          </p:cNvSpPr>
          <p:nvPr>
            <p:ph sz="quarter" idx="14"/>
            <p:custDataLst>
              <p:tags r:id="rId8"/>
            </p:custDataLst>
          </p:nvPr>
        </p:nvSpPr>
        <p:spPr>
          <a:xfrm>
            <a:off x="6096000" y="-9235"/>
            <a:ext cx="6096001" cy="6364828"/>
          </a:xfrm>
          <a:solidFill>
            <a:schemeClr val="accent1"/>
          </a:solidFill>
        </p:spPr>
        <p:txBody>
          <a:bodyPr lIns="478800" tIns="1764000" rIns="478800" bIns="108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360000" indent="-180000">
              <a:buFont typeface="Courier New" panose="02070309020205020404" pitchFamily="49" charset="0"/>
              <a:buChar char="­"/>
              <a:defRPr baseline="0">
                <a:solidFill>
                  <a:schemeClr val="bg1"/>
                </a:solidFill>
              </a:defRPr>
            </a:lvl6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14059444"/>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orient="horz" pos="4000">
          <p15:clr>
            <a:srgbClr val="717275"/>
          </p15:clr>
        </p15:guide>
        <p15:guide id="6" orient="horz" pos="4320">
          <p15:clr>
            <a:srgbClr val="717275"/>
          </p15:clr>
        </p15:guide>
        <p15:guide id="7" pos="301">
          <p15:clr>
            <a:srgbClr val="FF96FF"/>
          </p15:clr>
        </p15:guide>
        <p15:guide id="8" pos="3771">
          <p15:clr>
            <a:srgbClr val="FF96FF"/>
          </p15:clr>
        </p15:guide>
        <p15:guide id="9" pos="3908">
          <p15:clr>
            <a:srgbClr val="FF96FF"/>
          </p15:clr>
        </p15:guide>
        <p15:guide id="10" pos="7378">
          <p15:clr>
            <a:srgbClr val="FF96FF"/>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1 x Content Light 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66CEC-A325-4EEE-82FD-6373A0D111EE}"/>
              </a:ext>
            </a:extLst>
          </p:cNvPr>
          <p:cNvSpPr/>
          <p:nvPr userDrawn="1">
            <p:custDataLst>
              <p:tags r:id="rId1"/>
            </p:custDataLst>
          </p:nvPr>
        </p:nvSpPr>
        <p:spPr>
          <a:xfrm>
            <a:off x="0" y="2389188"/>
            <a:ext cx="12191997" cy="4468812"/>
          </a:xfrm>
          <a:prstGeom prst="rect">
            <a:avLst/>
          </a:prstGeom>
          <a:solidFill>
            <a:schemeClr val="accent2">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2"/>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3"/>
            </p:custDataLst>
          </p:nvPr>
        </p:nvSpPr>
        <p:spPr>
          <a:xfrm>
            <a:off x="694526" y="2617875"/>
            <a:ext cx="11019636" cy="3266988"/>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4"/>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5"/>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6"/>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7"/>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Guides" hidden="1">
            <a:extLst>
              <a:ext uri="{FF2B5EF4-FFF2-40B4-BE49-F238E27FC236}">
                <a16:creationId xmlns:a16="http://schemas.microsoft.com/office/drawing/2014/main" id="{78890168-1A2A-431B-BAF2-81CBB1A60E7D}"/>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771185180"/>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_2 x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a:xfrm>
            <a:off x="478800" y="697124"/>
            <a:ext cx="7417425" cy="361914"/>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081652C-97FA-4869-A47B-6B1A9BCAC5CA}"/>
              </a:ext>
            </a:extLst>
          </p:cNvPr>
          <p:cNvSpPr>
            <a:spLocks noGrp="1"/>
          </p:cNvSpPr>
          <p:nvPr>
            <p:ph idx="1"/>
            <p:custDataLst>
              <p:tags r:id="rId2"/>
            </p:custDataLst>
          </p:nvPr>
        </p:nvSpPr>
        <p:spPr>
          <a:xfrm>
            <a:off x="478800" y="1751162"/>
            <a:ext cx="5509200" cy="4134839"/>
          </a:xfrm>
          <a:solidFill>
            <a:schemeClr val="bg2">
              <a:alpha val="12000"/>
            </a:schemeClr>
          </a:solidFill>
        </p:spPr>
        <p:txBody>
          <a:bodyPr lIns="144000" tIns="144000" rIns="144000" bIns="144000"/>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3"/>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4"/>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5"/>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6"/>
            </p:custDataLst>
          </p:nvPr>
        </p:nvSpPr>
        <p:spPr>
          <a:xfrm>
            <a:off x="479425" y="1077949"/>
            <a:ext cx="741680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10" name="Content Placeholder 21">
            <a:extLst>
              <a:ext uri="{FF2B5EF4-FFF2-40B4-BE49-F238E27FC236}">
                <a16:creationId xmlns:a16="http://schemas.microsoft.com/office/drawing/2014/main" id="{31C5FEEE-DCA3-4C0C-B068-A006F93B9358}"/>
              </a:ext>
            </a:extLst>
          </p:cNvPr>
          <p:cNvSpPr>
            <a:spLocks noGrp="1"/>
          </p:cNvSpPr>
          <p:nvPr>
            <p:ph idx="14"/>
            <p:custDataLst>
              <p:tags r:id="rId7"/>
            </p:custDataLst>
          </p:nvPr>
        </p:nvSpPr>
        <p:spPr>
          <a:xfrm>
            <a:off x="6204001" y="1751162"/>
            <a:ext cx="5509200" cy="4134839"/>
          </a:xfrm>
          <a:solidFill>
            <a:schemeClr val="bg2">
              <a:alpha val="12000"/>
            </a:schemeClr>
          </a:solidFill>
        </p:spPr>
        <p:txBody>
          <a:bodyPr lIns="144000" tIns="144000" rIns="144000" bIns="144000"/>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Guides" hidden="1">
            <a:extLst>
              <a:ext uri="{FF2B5EF4-FFF2-40B4-BE49-F238E27FC236}">
                <a16:creationId xmlns:a16="http://schemas.microsoft.com/office/drawing/2014/main" id="{BDBE3A7C-86FE-4F5A-A024-3B8EC57E3F04}"/>
              </a:ext>
            </a:extLst>
          </p:cNvPr>
          <p:cNvSpPr/>
          <p:nvPr userDrawn="1">
            <p:custDataLst>
              <p:tags r:id="rId8"/>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739803689"/>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3771">
          <p15:clr>
            <a:srgbClr val="FF96FF"/>
          </p15:clr>
        </p15:guide>
        <p15:guide id="7" pos="3908">
          <p15:clr>
            <a:srgbClr val="FF96FF"/>
          </p15:clr>
        </p15:guide>
        <p15:guide id="8" pos="7378">
          <p15:clr>
            <a:srgbClr val="FF96FF"/>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_Bio x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4"/>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p:custDataLst>
              <p:tags r:id="rId6"/>
            </p:custDataLst>
          </p:nvPr>
        </p:nvSpPr>
        <p:spPr>
          <a:xfrm>
            <a:off x="-1" y="2786063"/>
            <a:ext cx="4078287" cy="3570287"/>
          </a:xfrm>
          <a:solidFill>
            <a:schemeClr val="tx1"/>
          </a:solidFill>
        </p:spPr>
        <p:txBody>
          <a:bodyPr lIns="478800" tIns="1368000" rIns="360000" bIns="180000"/>
          <a:lstStyle>
            <a:lvl1pPr marL="0" indent="0">
              <a:buNone/>
              <a:defRPr sz="2000" b="0">
                <a:solidFill>
                  <a:schemeClr val="bg1"/>
                </a:solidFill>
              </a:defRPr>
            </a:lvl1pPr>
            <a:lvl2pPr marL="0" indent="0">
              <a:buNone/>
              <a:defRPr sz="1400" b="0">
                <a:solidFill>
                  <a:schemeClr val="bg1"/>
                </a:solidFill>
              </a:defRPr>
            </a:lvl2pPr>
            <a:lvl3pPr marL="0" indent="0">
              <a:buNone/>
              <a:defRPr sz="14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a:t>Click to edit Master text styles</a:t>
            </a:r>
          </a:p>
          <a:p>
            <a:pPr lvl="1"/>
            <a:r>
              <a:rPr lang="en-US" dirty="0"/>
              <a:t>Second level</a:t>
            </a:r>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7"/>
            </p:custDataLst>
          </p:nvPr>
        </p:nvSpPr>
        <p:spPr>
          <a:xfrm>
            <a:off x="477838" y="2278106"/>
            <a:ext cx="1620000" cy="162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a:lvl1pPr>
          </a:lstStyle>
          <a:p>
            <a:r>
              <a:rPr lang="en-GB" dirty="0"/>
              <a:t>Add Picture</a:t>
            </a:r>
          </a:p>
        </p:txBody>
      </p:sp>
      <p:sp>
        <p:nvSpPr>
          <p:cNvPr id="13" name="Content Placeholder 12">
            <a:extLst>
              <a:ext uri="{FF2B5EF4-FFF2-40B4-BE49-F238E27FC236}">
                <a16:creationId xmlns:a16="http://schemas.microsoft.com/office/drawing/2014/main" id="{0131FCA9-B4F9-4173-8087-AF678BC2662F}"/>
              </a:ext>
            </a:extLst>
          </p:cNvPr>
          <p:cNvSpPr>
            <a:spLocks noGrp="1"/>
          </p:cNvSpPr>
          <p:nvPr>
            <p:ph sz="quarter" idx="16"/>
            <p:custDataLst>
              <p:tags r:id="rId8"/>
            </p:custDataLst>
          </p:nvPr>
        </p:nvSpPr>
        <p:spPr>
          <a:xfrm>
            <a:off x="4294188" y="2786063"/>
            <a:ext cx="3602037" cy="3570287"/>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Content Placeholder 15">
            <a:extLst>
              <a:ext uri="{FF2B5EF4-FFF2-40B4-BE49-F238E27FC236}">
                <a16:creationId xmlns:a16="http://schemas.microsoft.com/office/drawing/2014/main" id="{12BEEAB4-D46C-49FB-8DFD-68CA500EF55D}"/>
              </a:ext>
            </a:extLst>
          </p:cNvPr>
          <p:cNvSpPr>
            <a:spLocks noGrp="1"/>
          </p:cNvSpPr>
          <p:nvPr>
            <p:ph sz="quarter" idx="17"/>
            <p:custDataLst>
              <p:tags r:id="rId9"/>
            </p:custDataLst>
          </p:nvPr>
        </p:nvSpPr>
        <p:spPr>
          <a:xfrm>
            <a:off x="8112125" y="2786063"/>
            <a:ext cx="3600450" cy="3570286"/>
          </a:xfrm>
          <a:solidFill>
            <a:srgbClr val="3ABDDC">
              <a:alpha val="5098"/>
            </a:srgbClr>
          </a:solidFill>
        </p:spPr>
        <p:txBody>
          <a:bodyPr lIns="180000" tIns="180000" rIns="180000"/>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Guides" hidden="1">
            <a:extLst>
              <a:ext uri="{FF2B5EF4-FFF2-40B4-BE49-F238E27FC236}">
                <a16:creationId xmlns:a16="http://schemas.microsoft.com/office/drawing/2014/main" id="{926C083B-1498-4631-9F7F-D0B1E171A116}"/>
              </a:ext>
            </a:extLst>
          </p:cNvPr>
          <p:cNvSpPr/>
          <p:nvPr userDrawn="1">
            <p:custDataLst>
              <p:tags r:id="rId10"/>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526819676"/>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_Bio x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4"/>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7" name="Text Placeholder 6">
            <a:extLst>
              <a:ext uri="{FF2B5EF4-FFF2-40B4-BE49-F238E27FC236}">
                <a16:creationId xmlns:a16="http://schemas.microsoft.com/office/drawing/2014/main" id="{986D5894-5E8D-41CD-B184-88E915259B88}"/>
              </a:ext>
            </a:extLst>
          </p:cNvPr>
          <p:cNvSpPr>
            <a:spLocks noGrp="1"/>
          </p:cNvSpPr>
          <p:nvPr>
            <p:ph type="body" sz="quarter" idx="14" hasCustomPrompt="1"/>
            <p:custDataLst>
              <p:tags r:id="rId6"/>
            </p:custDataLst>
          </p:nvPr>
        </p:nvSpPr>
        <p:spPr>
          <a:xfrm>
            <a:off x="488661"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5" name="Picture Placeholder 14">
            <a:extLst>
              <a:ext uri="{FF2B5EF4-FFF2-40B4-BE49-F238E27FC236}">
                <a16:creationId xmlns:a16="http://schemas.microsoft.com/office/drawing/2014/main" id="{9D948128-627A-4735-A02A-52DD09478771}"/>
              </a:ext>
            </a:extLst>
          </p:cNvPr>
          <p:cNvSpPr>
            <a:spLocks noGrp="1"/>
          </p:cNvSpPr>
          <p:nvPr>
            <p:ph type="pic" sz="quarter" idx="15" hasCustomPrompt="1"/>
            <p:custDataLst>
              <p:tags r:id="rId7"/>
            </p:custDataLst>
          </p:nvPr>
        </p:nvSpPr>
        <p:spPr>
          <a:xfrm>
            <a:off x="3126876"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GB" dirty="0"/>
              <a:t>Add Picture</a:t>
            </a:r>
          </a:p>
        </p:txBody>
      </p:sp>
      <p:sp>
        <p:nvSpPr>
          <p:cNvPr id="14" name="Text Placeholder 61">
            <a:extLst>
              <a:ext uri="{FF2B5EF4-FFF2-40B4-BE49-F238E27FC236}">
                <a16:creationId xmlns:a16="http://schemas.microsoft.com/office/drawing/2014/main" id="{08A933B5-4B6E-48FB-9434-D11EEE592D7D}"/>
              </a:ext>
            </a:extLst>
          </p:cNvPr>
          <p:cNvSpPr>
            <a:spLocks noGrp="1"/>
          </p:cNvSpPr>
          <p:nvPr>
            <p:ph type="body" sz="quarter" idx="16" hasCustomPrompt="1"/>
            <p:custDataLst>
              <p:tags r:id="rId8"/>
            </p:custDataLst>
          </p:nvPr>
        </p:nvSpPr>
        <p:spPr>
          <a:xfrm>
            <a:off x="429419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7" name="Picture Placeholder 142">
            <a:extLst>
              <a:ext uri="{FF2B5EF4-FFF2-40B4-BE49-F238E27FC236}">
                <a16:creationId xmlns:a16="http://schemas.microsoft.com/office/drawing/2014/main" id="{9D0CDE38-1CD6-4F68-9805-B68519BE01B2}"/>
              </a:ext>
            </a:extLst>
          </p:cNvPr>
          <p:cNvSpPr>
            <a:spLocks noGrp="1"/>
          </p:cNvSpPr>
          <p:nvPr>
            <p:ph type="pic" sz="quarter" idx="17" hasCustomPrompt="1"/>
            <p:custDataLst>
              <p:tags r:id="rId9"/>
            </p:custDataLst>
          </p:nvPr>
        </p:nvSpPr>
        <p:spPr>
          <a:xfrm>
            <a:off x="693240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GB" dirty="0"/>
              <a:t>Add Picture</a:t>
            </a:r>
          </a:p>
        </p:txBody>
      </p:sp>
      <p:sp>
        <p:nvSpPr>
          <p:cNvPr id="18" name="Text Placeholder 63">
            <a:extLst>
              <a:ext uri="{FF2B5EF4-FFF2-40B4-BE49-F238E27FC236}">
                <a16:creationId xmlns:a16="http://schemas.microsoft.com/office/drawing/2014/main" id="{FC6DBB79-511B-4231-A7E9-1CA8279E9669}"/>
              </a:ext>
            </a:extLst>
          </p:cNvPr>
          <p:cNvSpPr>
            <a:spLocks noGrp="1"/>
          </p:cNvSpPr>
          <p:nvPr>
            <p:ph type="body" sz="quarter" idx="18" hasCustomPrompt="1"/>
            <p:custDataLst>
              <p:tags r:id="rId10"/>
            </p:custDataLst>
          </p:nvPr>
        </p:nvSpPr>
        <p:spPr>
          <a:xfrm>
            <a:off x="8122950" y="2299585"/>
            <a:ext cx="3589627" cy="3756728"/>
          </a:xfrm>
          <a:solidFill>
            <a:schemeClr val="tx1"/>
          </a:solidFill>
        </p:spPr>
        <p:txBody>
          <a:bodyPr lIns="478800" tIns="432000" rIns="360000" bIns="180000"/>
          <a:lstStyle>
            <a:lvl1pPr marL="0" indent="0">
              <a:lnSpc>
                <a:spcPct val="100000"/>
              </a:lnSpc>
              <a:spcBef>
                <a:spcPts val="0"/>
              </a:spcBef>
              <a:buNone/>
              <a:defRPr sz="2000" b="0">
                <a:solidFill>
                  <a:schemeClr val="bg1"/>
                </a:solidFill>
              </a:defRPr>
            </a:lvl1pPr>
            <a:lvl2pPr marL="0" indent="0">
              <a:spcBef>
                <a:spcPts val="1800"/>
              </a:spcBef>
              <a:buNone/>
              <a:defRPr sz="1600" b="1">
                <a:solidFill>
                  <a:schemeClr val="bg2"/>
                </a:solidFill>
              </a:defRPr>
            </a:lvl2pPr>
            <a:lvl3pPr marL="0" indent="0">
              <a:buNone/>
              <a:defRPr sz="1200" b="0">
                <a:solidFill>
                  <a:schemeClr val="bg1"/>
                </a:solidFill>
              </a:defRPr>
            </a:lvl3pPr>
            <a:lvl4pPr marL="0" indent="0">
              <a:buNone/>
              <a:defRPr sz="1400" b="0">
                <a:solidFill>
                  <a:schemeClr val="bg1"/>
                </a:solidFill>
              </a:defRPr>
            </a:lvl4pPr>
            <a:lvl5pPr marL="0" indent="0">
              <a:buNone/>
              <a:defRPr sz="1400" b="0">
                <a:solidFill>
                  <a:schemeClr val="bg1"/>
                </a:solidFill>
              </a:defRPr>
            </a:lvl5pPr>
          </a:lstStyle>
          <a:p>
            <a:pPr lvl="0"/>
            <a:r>
              <a:rPr lang="en-US" dirty="0"/>
              <a:t>First Name</a:t>
            </a:r>
          </a:p>
          <a:p>
            <a:pPr lvl="0"/>
            <a:r>
              <a:rPr lang="en-US" dirty="0"/>
              <a:t>Last Name</a:t>
            </a:r>
          </a:p>
          <a:p>
            <a:pPr lvl="1"/>
            <a:r>
              <a:rPr lang="en-US" dirty="0"/>
              <a:t>Category</a:t>
            </a:r>
          </a:p>
          <a:p>
            <a:pPr lvl="2"/>
            <a:r>
              <a:rPr lang="en-US" dirty="0"/>
              <a:t>Bio</a:t>
            </a:r>
            <a:endParaRPr lang="en-GB" dirty="0"/>
          </a:p>
        </p:txBody>
      </p:sp>
      <p:sp>
        <p:nvSpPr>
          <p:cNvPr id="19" name="Picture Placeholder 144">
            <a:extLst>
              <a:ext uri="{FF2B5EF4-FFF2-40B4-BE49-F238E27FC236}">
                <a16:creationId xmlns:a16="http://schemas.microsoft.com/office/drawing/2014/main" id="{D446FD71-60A7-4A0B-9111-C588EBA4BD7A}"/>
              </a:ext>
            </a:extLst>
          </p:cNvPr>
          <p:cNvSpPr>
            <a:spLocks noGrp="1"/>
          </p:cNvSpPr>
          <p:nvPr>
            <p:ph type="pic" sz="quarter" idx="19" hasCustomPrompt="1"/>
            <p:custDataLst>
              <p:tags r:id="rId11"/>
            </p:custDataLst>
          </p:nvPr>
        </p:nvSpPr>
        <p:spPr>
          <a:xfrm>
            <a:off x="10761165" y="1918760"/>
            <a:ext cx="1080000" cy="1080000"/>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chemeClr val="bg1"/>
          </a:solidFill>
          <a:effectLst>
            <a:outerShdw blurRad="431800" dist="50800" dir="3540000" sx="87000" sy="87000" algn="ctr" rotWithShape="0">
              <a:schemeClr val="tx1">
                <a:alpha val="98000"/>
              </a:schemeClr>
            </a:outerShdw>
          </a:effectLst>
        </p:spPr>
        <p:txBody>
          <a:bodyPr wrap="square" tIns="144000">
            <a:noAutofit/>
          </a:bodyPr>
          <a:lstStyle>
            <a:lvl1pPr marL="0" indent="0" algn="ctr">
              <a:buNone/>
              <a:defRPr sz="1000"/>
            </a:lvl1pPr>
          </a:lstStyle>
          <a:p>
            <a:r>
              <a:rPr lang="en-GB" dirty="0"/>
              <a:t>Add Picture</a:t>
            </a:r>
          </a:p>
        </p:txBody>
      </p:sp>
      <p:sp>
        <p:nvSpPr>
          <p:cNvPr id="4" name="Text Placeholder 3">
            <a:extLst>
              <a:ext uri="{FF2B5EF4-FFF2-40B4-BE49-F238E27FC236}">
                <a16:creationId xmlns:a16="http://schemas.microsoft.com/office/drawing/2014/main" id="{7CF301A6-DC93-4A07-8C2D-526A2A2D5693}"/>
              </a:ext>
            </a:extLst>
          </p:cNvPr>
          <p:cNvSpPr>
            <a:spLocks noGrp="1"/>
          </p:cNvSpPr>
          <p:nvPr>
            <p:ph type="body" sz="quarter" idx="20"/>
            <p:custDataLst>
              <p:tags r:id="rId12"/>
            </p:custDataLst>
          </p:nvPr>
        </p:nvSpPr>
        <p:spPr>
          <a:xfrm>
            <a:off x="477838" y="1439862"/>
            <a:ext cx="11234737" cy="380825"/>
          </a:xfrm>
        </p:spPr>
        <p:txBody>
          <a:bodyPr/>
          <a:lstStyle>
            <a:lvl1pPr marL="0" indent="0">
              <a:defRPr sz="1200" b="0">
                <a:solidFill>
                  <a:schemeClr val="tx2"/>
                </a:solidFill>
                <a:latin typeface="+mn-lt"/>
              </a:defRPr>
            </a:lvl1pPr>
            <a:lvl2pPr marL="0" indent="0">
              <a:defRPr sz="1200" b="0">
                <a:solidFill>
                  <a:schemeClr val="tx2"/>
                </a:solidFill>
                <a:latin typeface="+mn-lt"/>
              </a:defRPr>
            </a:lvl2pPr>
            <a:lvl3pPr marL="0" indent="0">
              <a:defRPr sz="1200" b="0">
                <a:solidFill>
                  <a:schemeClr val="tx2"/>
                </a:solidFill>
                <a:latin typeface="+mn-lt"/>
              </a:defRPr>
            </a:lvl3pPr>
            <a:lvl4pPr marL="0" indent="0">
              <a:defRPr sz="1200" b="0">
                <a:solidFill>
                  <a:schemeClr val="tx2"/>
                </a:solidFill>
                <a:latin typeface="+mn-lt"/>
              </a:defRPr>
            </a:lvl4pPr>
            <a:lvl5pPr marL="0" indent="0">
              <a:defRPr sz="1200" b="0">
                <a:solidFill>
                  <a:schemeClr val="tx2"/>
                </a:solidFill>
                <a:latin typeface="+mn-lt"/>
              </a:defRPr>
            </a:lvl5pPr>
          </a:lstStyle>
          <a:p>
            <a:pPr lvl="0"/>
            <a:r>
              <a:rPr lang="en-US"/>
              <a:t>Click to edit Master text styles</a:t>
            </a:r>
          </a:p>
        </p:txBody>
      </p:sp>
      <p:sp>
        <p:nvSpPr>
          <p:cNvPr id="3" name="Guides" hidden="1">
            <a:extLst>
              <a:ext uri="{FF2B5EF4-FFF2-40B4-BE49-F238E27FC236}">
                <a16:creationId xmlns:a16="http://schemas.microsoft.com/office/drawing/2014/main" id="{FA5E3DB0-1825-4F3B-B682-F2311B9AC806}"/>
              </a:ext>
            </a:extLst>
          </p:cNvPr>
          <p:cNvSpPr/>
          <p:nvPr userDrawn="1">
            <p:custDataLst>
              <p:tags r:id="rId13"/>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2151481922"/>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2569">
          <p15:clr>
            <a:srgbClr val="FF96FF"/>
          </p15:clr>
        </p15:guide>
        <p15:guide id="7" pos="2705">
          <p15:clr>
            <a:srgbClr val="FF96FF"/>
          </p15:clr>
        </p15:guide>
        <p15:guide id="8" pos="4974">
          <p15:clr>
            <a:srgbClr val="FF96FF"/>
          </p15:clr>
        </p15:guide>
        <p15:guide id="9" pos="5110">
          <p15:clr>
            <a:srgbClr val="FF96FF"/>
          </p15:clr>
        </p15:guide>
        <p15:guide id="10" pos="7378">
          <p15:clr>
            <a:srgbClr val="FF96FF"/>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GB" dirty="0"/>
              <a:t>©ERA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GB" smtClean="0"/>
              <a:t>‹Nr.›</a:t>
            </a:fld>
            <a:endParaRPr lang="en-GB"/>
          </a:p>
        </p:txBody>
      </p:sp>
      <p:cxnSp>
        <p:nvCxnSpPr>
          <p:cNvPr id="33" name="Straight Connector 32">
            <a:extLst>
              <a:ext uri="{FF2B5EF4-FFF2-40B4-BE49-F238E27FC236}">
                <a16:creationId xmlns:a16="http://schemas.microsoft.com/office/drawing/2014/main" id="{F86AC67E-F2DD-4AE9-8283-5F8A3DFD3213}"/>
              </a:ext>
            </a:extLst>
          </p:cNvPr>
          <p:cNvCxnSpPr>
            <a:cxnSpLocks/>
          </p:cNvCxnSpPr>
          <p:nvPr userDrawn="1">
            <p:custDataLst>
              <p:tags r:id="rId4"/>
            </p:custDataLst>
          </p:nvPr>
        </p:nvCxnSpPr>
        <p:spPr>
          <a:xfrm>
            <a:off x="230703" y="-9236"/>
            <a:ext cx="0" cy="942686"/>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5"/>
            </p:custDataLst>
          </p:nvPr>
        </p:nvSpPr>
        <p:spPr>
          <a:xfrm>
            <a:off x="479425" y="1077949"/>
            <a:ext cx="11233150" cy="361914"/>
          </a:xfrm>
        </p:spPr>
        <p:txBody>
          <a:bodyPr/>
          <a:lstStyle>
            <a:lvl1pPr marL="0" indent="0">
              <a:buNone/>
              <a:defRPr sz="1600" b="0" i="1">
                <a:solidFill>
                  <a:schemeClr val="bg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en-US"/>
              <a:t>Click to edit Master text styles</a:t>
            </a:r>
          </a:p>
        </p:txBody>
      </p:sp>
      <p:sp>
        <p:nvSpPr>
          <p:cNvPr id="3" name="Guides" hidden="1">
            <a:extLst>
              <a:ext uri="{FF2B5EF4-FFF2-40B4-BE49-F238E27FC236}">
                <a16:creationId xmlns:a16="http://schemas.microsoft.com/office/drawing/2014/main" id="{51214D4D-461C-4F2C-B673-39831BF1BC9B}"/>
              </a:ext>
            </a:extLst>
          </p:cNvPr>
          <p:cNvSpPr/>
          <p:nvPr userDrawn="1">
            <p:custDataLst>
              <p:tags r:id="rId6"/>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Tree>
    <p:extLst>
      <p:ext uri="{BB962C8B-B14F-4D97-AF65-F5344CB8AC3E}">
        <p14:creationId xmlns:p14="http://schemas.microsoft.com/office/powerpoint/2010/main" val="325114079"/>
      </p:ext>
    </p:extLst>
  </p:cSld>
  <p:clrMapOvr>
    <a:masterClrMapping/>
  </p:clrMapOvr>
  <p:extLst>
    <p:ext uri="{DCECCB84-F9BA-43D5-87BE-67443E8EF086}">
      <p15:sldGuideLst xmlns:p15="http://schemas.microsoft.com/office/powerpoint/2012/main">
        <p15:guide id="1" orient="horz" pos="439">
          <p15:clr>
            <a:srgbClr val="717275"/>
          </p15:clr>
        </p15:guide>
        <p15:guide id="2" orient="horz" pos="667">
          <p15:clr>
            <a:srgbClr val="717275"/>
          </p15:clr>
        </p15:guide>
        <p15:guide id="3" orient="horz" pos="907">
          <p15:clr>
            <a:srgbClr val="FF96FF"/>
          </p15:clr>
        </p15:guide>
        <p15:guide id="4" orient="horz" pos="3891">
          <p15:clr>
            <a:srgbClr val="FF96FF"/>
          </p15:clr>
        </p15:guide>
        <p15:guide id="5" pos="301">
          <p15:clr>
            <a:srgbClr val="FF96FF"/>
          </p15:clr>
        </p15:guide>
        <p15:guide id="6" pos="7378">
          <p15:clr>
            <a:srgbClr val="FF96FF"/>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_Nur Titel">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A89AAD26-7698-4DC5-8C1A-C8EBCC360E63}"/>
              </a:ext>
            </a:extLst>
          </p:cNvPr>
          <p:cNvGraphicFramePr>
            <a:graphicFrameLocks noChangeAspect="1"/>
          </p:cNvGraphicFramePr>
          <p:nvPr userDrawn="1">
            <p:custDataLst>
              <p:tags r:id="rId1"/>
            </p:custDataLst>
            <p:extLst>
              <p:ext uri="{D42A27DB-BD31-4B8C-83A1-F6EECF244321}">
                <p14:modId xmlns:p14="http://schemas.microsoft.com/office/powerpoint/2010/main" val="4239388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51" imgH="351" progId="TCLayout.ActiveDocument.1">
                  <p:embed/>
                </p:oleObj>
              </mc:Choice>
              <mc:Fallback>
                <p:oleObj name="think-cell Folie" r:id="rId5" imgW="351" imgH="351" progId="TCLayout.ActiveDocument.1">
                  <p:embed/>
                  <p:pic>
                    <p:nvPicPr>
                      <p:cNvPr id="7" name="Objekt 6" hidden="1">
                        <a:extLst>
                          <a:ext uri="{FF2B5EF4-FFF2-40B4-BE49-F238E27FC236}">
                            <a16:creationId xmlns:a16="http://schemas.microsoft.com/office/drawing/2014/main" id="{A89AAD26-7698-4DC5-8C1A-C8EBCC360E6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F27027DF-DA6C-439F-9484-B387A216E70F}"/>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de-DE" sz="2400" b="0" i="0" baseline="0" dirty="0">
              <a:latin typeface="Calibri" panose="020F0502020204030204" pitchFamily="34" charset="0"/>
              <a:ea typeface="+mj-ea"/>
              <a:cs typeface="+mj-cs"/>
              <a:sym typeface="Calibri" panose="020F0502020204030204" pitchFamily="34" charset="0"/>
            </a:endParaRPr>
          </a:p>
        </p:txBody>
      </p:sp>
      <p:sp>
        <p:nvSpPr>
          <p:cNvPr id="5" name="Foliennummernplatzhalter 4">
            <a:extLst>
              <a:ext uri="{FF2B5EF4-FFF2-40B4-BE49-F238E27FC236}">
                <a16:creationId xmlns:a16="http://schemas.microsoft.com/office/drawing/2014/main" id="{C2B17275-64B3-4BD6-976B-35FA373BB89C}"/>
              </a:ext>
            </a:extLst>
          </p:cNvPr>
          <p:cNvSpPr>
            <a:spLocks noGrp="1"/>
          </p:cNvSpPr>
          <p:nvPr>
            <p:ph type="sldNum" sz="quarter" idx="12"/>
          </p:nvPr>
        </p:nvSpPr>
        <p:spPr/>
        <p:txBody>
          <a:bodyPr/>
          <a:lstStyle/>
          <a:p>
            <a:fld id="{5EE2ECF6-E7B2-474A-BE3A-4A3A2424717D}" type="slidenum">
              <a:rPr lang="de-DE" smtClean="0"/>
              <a:pPr/>
              <a:t>‹Nr.›</a:t>
            </a:fld>
            <a:endParaRPr lang="de-DE" dirty="0"/>
          </a:p>
        </p:txBody>
      </p:sp>
      <p:sp>
        <p:nvSpPr>
          <p:cNvPr id="8" name="Titel 7">
            <a:extLst>
              <a:ext uri="{FF2B5EF4-FFF2-40B4-BE49-F238E27FC236}">
                <a16:creationId xmlns:a16="http://schemas.microsoft.com/office/drawing/2014/main" id="{5ABBDE31-252E-4706-B35F-3FC2D53823C9}"/>
              </a:ext>
            </a:extLst>
          </p:cNvPr>
          <p:cNvSpPr>
            <a:spLocks noGrp="1"/>
          </p:cNvSpPr>
          <p:nvPr>
            <p:ph type="title"/>
          </p:nvPr>
        </p:nvSpPr>
        <p:spPr/>
        <p:txBody>
          <a:bodyPr/>
          <a:lstStyle/>
          <a:p>
            <a:r>
              <a:rPr lang="de-DE" dirty="0"/>
              <a:t>Mastertitelformat bearbeiten</a:t>
            </a:r>
            <a:endParaRPr lang="en-US" dirty="0"/>
          </a:p>
        </p:txBody>
      </p:sp>
      <p:sp>
        <p:nvSpPr>
          <p:cNvPr id="2" name="Footer Placeholder 4">
            <a:extLst>
              <a:ext uri="{FF2B5EF4-FFF2-40B4-BE49-F238E27FC236}">
                <a16:creationId xmlns:a16="http://schemas.microsoft.com/office/drawing/2014/main" id="{43B10739-48E2-8754-21A5-4C3F036FF4B5}"/>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extLst>
      <p:ext uri="{BB962C8B-B14F-4D97-AF65-F5344CB8AC3E}">
        <p14:creationId xmlns:p14="http://schemas.microsoft.com/office/powerpoint/2010/main" val="111555545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8BD9F406-5660-4F64-89C0-7400A7461DF2}"/>
              </a:ext>
            </a:extLst>
          </p:cNvPr>
          <p:cNvGraphicFramePr>
            <a:graphicFrameLocks noChangeAspect="1"/>
          </p:cNvGraphicFramePr>
          <p:nvPr userDrawn="1">
            <p:custDataLst>
              <p:tags r:id="rId1"/>
            </p:custDataLst>
            <p:extLst>
              <p:ext uri="{D42A27DB-BD31-4B8C-83A1-F6EECF244321}">
                <p14:modId xmlns:p14="http://schemas.microsoft.com/office/powerpoint/2010/main" val="41279750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51" imgH="351" progId="TCLayout.ActiveDocument.1">
                  <p:embed/>
                </p:oleObj>
              </mc:Choice>
              <mc:Fallback>
                <p:oleObj name="think-cell Folie" r:id="rId5" imgW="351" imgH="351" progId="TCLayout.ActiveDocument.1">
                  <p:embed/>
                  <p:pic>
                    <p:nvPicPr>
                      <p:cNvPr id="13" name="Objekt 12" hidden="1">
                        <a:extLst>
                          <a:ext uri="{FF2B5EF4-FFF2-40B4-BE49-F238E27FC236}">
                            <a16:creationId xmlns:a16="http://schemas.microsoft.com/office/drawing/2014/main" id="{8BD9F406-5660-4F64-89C0-7400A7461DF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2" name="Rechteck 11" hidden="1">
            <a:extLst>
              <a:ext uri="{FF2B5EF4-FFF2-40B4-BE49-F238E27FC236}">
                <a16:creationId xmlns:a16="http://schemas.microsoft.com/office/drawing/2014/main" id="{B076A1CC-FF74-4958-9D82-F38E22AEF620}"/>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de-DE" sz="2400" b="0" i="0" baseline="0" dirty="0">
              <a:latin typeface="Calibri" panose="020F0502020204030204" pitchFamily="34" charset="0"/>
              <a:ea typeface="+mj-ea"/>
              <a:cs typeface="+mj-cs"/>
              <a:sym typeface="Calibri" panose="020F0502020204030204" pitchFamily="34" charset="0"/>
            </a:endParaRPr>
          </a:p>
        </p:txBody>
      </p:sp>
      <p:sp>
        <p:nvSpPr>
          <p:cNvPr id="5" name="Foliennummernplatzhalter 4">
            <a:extLst>
              <a:ext uri="{FF2B5EF4-FFF2-40B4-BE49-F238E27FC236}">
                <a16:creationId xmlns:a16="http://schemas.microsoft.com/office/drawing/2014/main" id="{C2B17275-64B3-4BD6-976B-35FA373BB89C}"/>
              </a:ext>
            </a:extLst>
          </p:cNvPr>
          <p:cNvSpPr>
            <a:spLocks noGrp="1"/>
          </p:cNvSpPr>
          <p:nvPr>
            <p:ph type="sldNum" sz="quarter" idx="12"/>
          </p:nvPr>
        </p:nvSpPr>
        <p:spPr/>
        <p:txBody>
          <a:bodyPr/>
          <a:lstStyle/>
          <a:p>
            <a:fld id="{5EE2ECF6-E7B2-474A-BE3A-4A3A2424717D}" type="slidenum">
              <a:rPr lang="de-DE" smtClean="0"/>
              <a:pPr/>
              <a:t>‹Nr.›</a:t>
            </a:fld>
            <a:endParaRPr lang="de-DE" dirty="0"/>
          </a:p>
        </p:txBody>
      </p:sp>
      <p:sp>
        <p:nvSpPr>
          <p:cNvPr id="9" name="Inhaltsplatzhalter 8">
            <a:extLst>
              <a:ext uri="{FF2B5EF4-FFF2-40B4-BE49-F238E27FC236}">
                <a16:creationId xmlns:a16="http://schemas.microsoft.com/office/drawing/2014/main" id="{C241BA45-41C2-4BA7-95BD-07A467551208}"/>
              </a:ext>
            </a:extLst>
          </p:cNvPr>
          <p:cNvSpPr>
            <a:spLocks noGrp="1"/>
          </p:cNvSpPr>
          <p:nvPr>
            <p:ph sz="quarter" idx="13"/>
          </p:nvPr>
        </p:nvSpPr>
        <p:spPr>
          <a:xfrm>
            <a:off x="1127124" y="1449388"/>
            <a:ext cx="10683866" cy="4572000"/>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2" name="Titel 1">
            <a:extLst>
              <a:ext uri="{FF2B5EF4-FFF2-40B4-BE49-F238E27FC236}">
                <a16:creationId xmlns:a16="http://schemas.microsoft.com/office/drawing/2014/main" id="{2B4FE731-AAD1-4F69-A8DE-65E91A660D97}"/>
              </a:ext>
            </a:extLst>
          </p:cNvPr>
          <p:cNvSpPr>
            <a:spLocks noGrp="1"/>
          </p:cNvSpPr>
          <p:nvPr>
            <p:ph type="title"/>
          </p:nvPr>
        </p:nvSpPr>
        <p:spPr/>
        <p:txBody>
          <a:bodyPr/>
          <a:lstStyle/>
          <a:p>
            <a:r>
              <a:rPr lang="de-DE"/>
              <a:t>Mastertitelformat bearbeiten</a:t>
            </a:r>
            <a:endParaRPr lang="en-US"/>
          </a:p>
        </p:txBody>
      </p:sp>
      <p:sp>
        <p:nvSpPr>
          <p:cNvPr id="6" name="Footer Placeholder 4">
            <a:extLst>
              <a:ext uri="{FF2B5EF4-FFF2-40B4-BE49-F238E27FC236}">
                <a16:creationId xmlns:a16="http://schemas.microsoft.com/office/drawing/2014/main" id="{933B7480-0C3D-67BA-1434-26F13D2FF264}"/>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extLst>
      <p:ext uri="{BB962C8B-B14F-4D97-AF65-F5344CB8AC3E}">
        <p14:creationId xmlns:p14="http://schemas.microsoft.com/office/powerpoint/2010/main" val="202497197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331-57EA-4417-AC86-B7AC3258FE96}"/>
              </a:ext>
            </a:extLst>
          </p:cNvPr>
          <p:cNvSpPr>
            <a:spLocks noGrp="1"/>
          </p:cNvSpPr>
          <p:nvPr>
            <p:ph type="title"/>
            <p:custDataLst>
              <p:tags r:id="rId1"/>
            </p:custDataLst>
          </p:nvPr>
        </p:nvSpPr>
        <p:spPr/>
        <p:txBody>
          <a:bodyPr/>
          <a:lstStyle>
            <a:lvl1pPr>
              <a:defRPr>
                <a:latin typeface="+mn-lt"/>
              </a:defRPr>
            </a:lvl1pPr>
          </a:lstStyle>
          <a:p>
            <a:r>
              <a:rPr lang="de-DE"/>
              <a:t>Mastertitelformat bearbeiten</a:t>
            </a:r>
            <a:endParaRPr lang="en-US" dirty="0"/>
          </a:p>
        </p:txBody>
      </p:sp>
      <p:sp>
        <p:nvSpPr>
          <p:cNvPr id="5" name="Footer Placeholder 4">
            <a:extLst>
              <a:ext uri="{FF2B5EF4-FFF2-40B4-BE49-F238E27FC236}">
                <a16:creationId xmlns:a16="http://schemas.microsoft.com/office/drawing/2014/main" id="{62A53E60-2A64-4317-81B2-DFFCF035AD56}"/>
              </a:ext>
            </a:extLst>
          </p:cNvPr>
          <p:cNvSpPr>
            <a:spLocks noGrp="1"/>
          </p:cNvSpPr>
          <p:nvPr>
            <p:ph type="ftr" sz="quarter" idx="11"/>
            <p:custDataLst>
              <p:tags r:id="rId2"/>
            </p:custDataLst>
          </p:nvPr>
        </p:nvSpPr>
        <p:spPr/>
        <p:txBody>
          <a:bodyPr/>
          <a:lstStyle/>
          <a:p>
            <a:r>
              <a:rPr lang="en-US" dirty="0"/>
              <a:t>© ERA Group</a:t>
            </a:r>
          </a:p>
        </p:txBody>
      </p:sp>
      <p:sp>
        <p:nvSpPr>
          <p:cNvPr id="6" name="Slide Number Placeholder 5">
            <a:extLst>
              <a:ext uri="{FF2B5EF4-FFF2-40B4-BE49-F238E27FC236}">
                <a16:creationId xmlns:a16="http://schemas.microsoft.com/office/drawing/2014/main" id="{6F3B5FBC-B64E-4F6B-B126-1DCF2D3A72E3}"/>
              </a:ext>
            </a:extLst>
          </p:cNvPr>
          <p:cNvSpPr>
            <a:spLocks noGrp="1"/>
          </p:cNvSpPr>
          <p:nvPr>
            <p:ph type="sldNum" sz="quarter" idx="12"/>
            <p:custDataLst>
              <p:tags r:id="rId3"/>
            </p:custDataLst>
          </p:nvPr>
        </p:nvSpPr>
        <p:spPr/>
        <p:txBody>
          <a:bodyPr/>
          <a:lstStyle/>
          <a:p>
            <a:fld id="{F9C97B4F-A257-426B-BCB5-E8BA1624BD45}" type="slidenum">
              <a:rPr lang="en-US" smtClean="0"/>
              <a:t>‹Nr.›</a:t>
            </a:fld>
            <a:endParaRPr lang="en-US"/>
          </a:p>
        </p:txBody>
      </p:sp>
      <p:sp>
        <p:nvSpPr>
          <p:cNvPr id="36" name="Text Placeholder 35">
            <a:extLst>
              <a:ext uri="{FF2B5EF4-FFF2-40B4-BE49-F238E27FC236}">
                <a16:creationId xmlns:a16="http://schemas.microsoft.com/office/drawing/2014/main" id="{1AF5B9EB-F3CC-474B-9BE0-E484000556D4}"/>
              </a:ext>
            </a:extLst>
          </p:cNvPr>
          <p:cNvSpPr>
            <a:spLocks noGrp="1"/>
          </p:cNvSpPr>
          <p:nvPr>
            <p:ph type="body" sz="quarter" idx="13"/>
            <p:custDataLst>
              <p:tags r:id="rId4"/>
            </p:custDataLst>
          </p:nvPr>
        </p:nvSpPr>
        <p:spPr>
          <a:xfrm>
            <a:off x="479425" y="1077949"/>
            <a:ext cx="11233150" cy="361914"/>
          </a:xfrm>
        </p:spPr>
        <p:txBody>
          <a:bodyPr/>
          <a:lstStyle>
            <a:lvl1pPr marL="0" indent="0">
              <a:buNone/>
              <a:defRPr sz="1600" b="0" i="1">
                <a:solidFill>
                  <a:schemeClr val="tx2"/>
                </a:solidFill>
                <a:latin typeface="+mj-lt"/>
              </a:defRPr>
            </a:lvl1pPr>
            <a:lvl2pPr marL="0" indent="0">
              <a:buNone/>
              <a:defRPr sz="1600" b="0" i="1">
                <a:solidFill>
                  <a:schemeClr val="bg2"/>
                </a:solidFill>
                <a:latin typeface="+mj-lt"/>
              </a:defRPr>
            </a:lvl2pPr>
            <a:lvl3pPr marL="0" indent="0">
              <a:buNone/>
              <a:defRPr sz="1600" b="0" i="1">
                <a:solidFill>
                  <a:schemeClr val="bg2"/>
                </a:solidFill>
                <a:latin typeface="+mj-lt"/>
              </a:defRPr>
            </a:lvl3pPr>
            <a:lvl4pPr marL="0" indent="0">
              <a:buNone/>
              <a:defRPr sz="1600" b="0" i="1">
                <a:solidFill>
                  <a:schemeClr val="bg2"/>
                </a:solidFill>
                <a:latin typeface="+mj-lt"/>
              </a:defRPr>
            </a:lvl4pPr>
            <a:lvl5pPr marL="0" indent="0">
              <a:buNone/>
              <a:defRPr sz="1600" b="0" i="1">
                <a:solidFill>
                  <a:schemeClr val="bg2"/>
                </a:solidFill>
                <a:latin typeface="+mj-lt"/>
              </a:defRPr>
            </a:lvl5pPr>
          </a:lstStyle>
          <a:p>
            <a:pPr lvl="0"/>
            <a:r>
              <a:rPr lang="de-DE"/>
              <a:t>Mastertextformat bearbeiten</a:t>
            </a:r>
          </a:p>
        </p:txBody>
      </p:sp>
      <p:sp>
        <p:nvSpPr>
          <p:cNvPr id="3" name="Guides" hidden="1">
            <a:extLst>
              <a:ext uri="{FF2B5EF4-FFF2-40B4-BE49-F238E27FC236}">
                <a16:creationId xmlns:a16="http://schemas.microsoft.com/office/drawing/2014/main" id="{51214D4D-461C-4F2C-B673-39831BF1BC9B}"/>
              </a:ext>
            </a:extLst>
          </p:cNvPr>
          <p:cNvSpPr/>
          <p:nvPr userDrawn="1">
            <p:custDataLst>
              <p:tags r:id="rId5"/>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Tree>
    <p:extLst>
      <p:ext uri="{BB962C8B-B14F-4D97-AF65-F5344CB8AC3E}">
        <p14:creationId xmlns:p14="http://schemas.microsoft.com/office/powerpoint/2010/main" val="3489007063"/>
      </p:ext>
    </p:extLst>
  </p:cSld>
  <p:clrMapOvr>
    <a:masterClrMapping/>
  </p:clrMapOvr>
  <p:extLst>
    <p:ext uri="{DCECCB84-F9BA-43D5-87BE-67443E8EF086}">
      <p15:sldGuideLst xmlns:p15="http://schemas.microsoft.com/office/powerpoint/2012/main">
        <p15:guide id="1" orient="horz" pos="439">
          <p15:clr>
            <a:srgbClr val="8F8F8F"/>
          </p15:clr>
        </p15:guide>
        <p15:guide id="2" orient="horz" pos="667">
          <p15:clr>
            <a:srgbClr val="8F8F8F"/>
          </p15:clr>
        </p15:guide>
        <p15:guide id="3" orient="horz" pos="907">
          <p15:clr>
            <a:srgbClr val="FF96FF"/>
          </p15:clr>
        </p15:guide>
        <p15:guide id="4" orient="horz" pos="2331">
          <p15:clr>
            <a:srgbClr val="FF96FF"/>
          </p15:clr>
        </p15:guide>
        <p15:guide id="5" orient="horz" pos="2467">
          <p15:clr>
            <a:srgbClr val="FF96FF"/>
          </p15:clr>
        </p15:guide>
        <p15:guide id="6" orient="horz" pos="3891">
          <p15:clr>
            <a:srgbClr val="FF96FF"/>
          </p15:clr>
        </p15:guide>
        <p15:guide id="7" orient="horz" pos="4000">
          <p15:clr>
            <a:srgbClr val="8F8F8F"/>
          </p15:clr>
        </p15:guide>
        <p15:guide id="8" orient="horz" pos="4320">
          <p15:clr>
            <a:srgbClr val="8F8F8F"/>
          </p15:clr>
        </p15:guide>
        <p15:guide id="9" pos="301">
          <p15:clr>
            <a:srgbClr val="FF96FF"/>
          </p15:clr>
        </p15:guide>
        <p15:guide id="10" pos="1367">
          <p15:clr>
            <a:srgbClr val="FF96FF"/>
          </p15:clr>
        </p15:guide>
        <p15:guide id="11" pos="1503">
          <p15:clr>
            <a:srgbClr val="FF96FF"/>
          </p15:clr>
        </p15:guide>
        <p15:guide id="12" pos="2569">
          <p15:clr>
            <a:srgbClr val="FF96FF"/>
          </p15:clr>
        </p15:guide>
        <p15:guide id="13" pos="2705">
          <p15:clr>
            <a:srgbClr val="FF96FF"/>
          </p15:clr>
        </p15:guide>
        <p15:guide id="14" pos="3771">
          <p15:clr>
            <a:srgbClr val="FF96FF"/>
          </p15:clr>
        </p15:guide>
        <p15:guide id="15" pos="3908">
          <p15:clr>
            <a:srgbClr val="FF96FF"/>
          </p15:clr>
        </p15:guide>
        <p15:guide id="16" pos="4974">
          <p15:clr>
            <a:srgbClr val="FF96FF"/>
          </p15:clr>
        </p15:guide>
        <p15:guide id="17" pos="5110">
          <p15:clr>
            <a:srgbClr val="FF96FF"/>
          </p15:clr>
        </p15:guide>
        <p15:guide id="18" pos="6176">
          <p15:clr>
            <a:srgbClr val="FF96FF"/>
          </p15:clr>
        </p15:guide>
        <p15:guide id="19" pos="6312">
          <p15:clr>
            <a:srgbClr val="FF96FF"/>
          </p15:clr>
        </p15:guide>
        <p15:guide id="20" pos="7378">
          <p15:clr>
            <a:srgbClr val="FF96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69.xml"/><Relationship Id="rId21" Type="http://schemas.openxmlformats.org/officeDocument/2006/relationships/slideLayout" Target="../slideLayouts/slideLayout64.xml"/><Relationship Id="rId42" Type="http://schemas.openxmlformats.org/officeDocument/2006/relationships/slideLayout" Target="../slideLayouts/slideLayout85.xml"/><Relationship Id="rId47" Type="http://schemas.openxmlformats.org/officeDocument/2006/relationships/slideLayout" Target="../slideLayouts/slideLayout90.xml"/><Relationship Id="rId63" Type="http://schemas.openxmlformats.org/officeDocument/2006/relationships/slideLayout" Target="../slideLayouts/slideLayout106.xml"/><Relationship Id="rId68" Type="http://schemas.openxmlformats.org/officeDocument/2006/relationships/theme" Target="../theme/theme2.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slideLayout" Target="../slideLayouts/slideLayout88.xml"/><Relationship Id="rId53" Type="http://schemas.openxmlformats.org/officeDocument/2006/relationships/slideLayout" Target="../slideLayouts/slideLayout96.xml"/><Relationship Id="rId58" Type="http://schemas.openxmlformats.org/officeDocument/2006/relationships/slideLayout" Target="../slideLayouts/slideLayout101.xml"/><Relationship Id="rId66" Type="http://schemas.openxmlformats.org/officeDocument/2006/relationships/slideLayout" Target="../slideLayouts/slideLayout109.xml"/><Relationship Id="rId5" Type="http://schemas.openxmlformats.org/officeDocument/2006/relationships/slideLayout" Target="../slideLayouts/slideLayout48.xml"/><Relationship Id="rId61" Type="http://schemas.openxmlformats.org/officeDocument/2006/relationships/slideLayout" Target="../slideLayouts/slideLayout104.xml"/><Relationship Id="rId19" Type="http://schemas.openxmlformats.org/officeDocument/2006/relationships/slideLayout" Target="../slideLayouts/slideLayout6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48" Type="http://schemas.openxmlformats.org/officeDocument/2006/relationships/slideLayout" Target="../slideLayouts/slideLayout91.xml"/><Relationship Id="rId56" Type="http://schemas.openxmlformats.org/officeDocument/2006/relationships/slideLayout" Target="../slideLayouts/slideLayout99.xml"/><Relationship Id="rId64" Type="http://schemas.openxmlformats.org/officeDocument/2006/relationships/slideLayout" Target="../slideLayouts/slideLayout107.xml"/><Relationship Id="rId69" Type="http://schemas.openxmlformats.org/officeDocument/2006/relationships/tags" Target="../tags/tag326.xml"/><Relationship Id="rId8" Type="http://schemas.openxmlformats.org/officeDocument/2006/relationships/slideLayout" Target="../slideLayouts/slideLayout51.xml"/><Relationship Id="rId51" Type="http://schemas.openxmlformats.org/officeDocument/2006/relationships/slideLayout" Target="../slideLayouts/slideLayout94.xml"/><Relationship Id="rId72" Type="http://schemas.openxmlformats.org/officeDocument/2006/relationships/tags" Target="../tags/tag329.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46" Type="http://schemas.openxmlformats.org/officeDocument/2006/relationships/slideLayout" Target="../slideLayouts/slideLayout89.xml"/><Relationship Id="rId59" Type="http://schemas.openxmlformats.org/officeDocument/2006/relationships/slideLayout" Target="../slideLayouts/slideLayout102.xml"/><Relationship Id="rId67" Type="http://schemas.openxmlformats.org/officeDocument/2006/relationships/slideLayout" Target="../slideLayouts/slideLayout110.xml"/><Relationship Id="rId20" Type="http://schemas.openxmlformats.org/officeDocument/2006/relationships/slideLayout" Target="../slideLayouts/slideLayout63.xml"/><Relationship Id="rId41" Type="http://schemas.openxmlformats.org/officeDocument/2006/relationships/slideLayout" Target="../slideLayouts/slideLayout84.xml"/><Relationship Id="rId54" Type="http://schemas.openxmlformats.org/officeDocument/2006/relationships/slideLayout" Target="../slideLayouts/slideLayout97.xml"/><Relationship Id="rId62" Type="http://schemas.openxmlformats.org/officeDocument/2006/relationships/slideLayout" Target="../slideLayouts/slideLayout105.xml"/><Relationship Id="rId70" Type="http://schemas.openxmlformats.org/officeDocument/2006/relationships/tags" Target="../tags/tag327.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49" Type="http://schemas.openxmlformats.org/officeDocument/2006/relationships/slideLayout" Target="../slideLayouts/slideLayout92.xml"/><Relationship Id="rId57" Type="http://schemas.openxmlformats.org/officeDocument/2006/relationships/slideLayout" Target="../slideLayouts/slideLayout100.xml"/><Relationship Id="rId10" Type="http://schemas.openxmlformats.org/officeDocument/2006/relationships/slideLayout" Target="../slideLayouts/slideLayout53.xml"/><Relationship Id="rId31" Type="http://schemas.openxmlformats.org/officeDocument/2006/relationships/slideLayout" Target="../slideLayouts/slideLayout74.xml"/><Relationship Id="rId44" Type="http://schemas.openxmlformats.org/officeDocument/2006/relationships/slideLayout" Target="../slideLayouts/slideLayout87.xml"/><Relationship Id="rId52" Type="http://schemas.openxmlformats.org/officeDocument/2006/relationships/slideLayout" Target="../slideLayouts/slideLayout95.xml"/><Relationship Id="rId60" Type="http://schemas.openxmlformats.org/officeDocument/2006/relationships/slideLayout" Target="../slideLayouts/slideLayout103.xml"/><Relationship Id="rId65" Type="http://schemas.openxmlformats.org/officeDocument/2006/relationships/slideLayout" Target="../slideLayouts/slideLayout108.xml"/><Relationship Id="rId73" Type="http://schemas.openxmlformats.org/officeDocument/2006/relationships/image" Target="../media/image6.png"/><Relationship Id="rId4" Type="http://schemas.openxmlformats.org/officeDocument/2006/relationships/slideLayout" Target="../slideLayouts/slideLayout47.xml"/><Relationship Id="rId9" Type="http://schemas.openxmlformats.org/officeDocument/2006/relationships/slideLayout" Target="../slideLayouts/slideLayout52.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9" Type="http://schemas.openxmlformats.org/officeDocument/2006/relationships/slideLayout" Target="../slideLayouts/slideLayout82.xml"/><Relationship Id="rId34" Type="http://schemas.openxmlformats.org/officeDocument/2006/relationships/slideLayout" Target="../slideLayouts/slideLayout77.xml"/><Relationship Id="rId50" Type="http://schemas.openxmlformats.org/officeDocument/2006/relationships/slideLayout" Target="../slideLayouts/slideLayout93.xml"/><Relationship Id="rId55" Type="http://schemas.openxmlformats.org/officeDocument/2006/relationships/slideLayout" Target="../slideLayouts/slideLayout98.xml"/><Relationship Id="rId7" Type="http://schemas.openxmlformats.org/officeDocument/2006/relationships/slideLayout" Target="../slideLayouts/slideLayout50.xml"/><Relationship Id="rId71" Type="http://schemas.openxmlformats.org/officeDocument/2006/relationships/tags" Target="../tags/tag3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1B5C29-8454-067F-30A4-9519EB660B71}"/>
              </a:ext>
            </a:extLst>
          </p:cNvPr>
          <p:cNvSpPr/>
          <p:nvPr userDrawn="1"/>
        </p:nvSpPr>
        <p:spPr>
          <a:xfrm>
            <a:off x="0" y="6351402"/>
            <a:ext cx="12192000" cy="508948"/>
          </a:xfrm>
          <a:prstGeom prst="rect">
            <a:avLst/>
          </a:prstGeom>
          <a:solidFill>
            <a:srgbClr val="003A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A8766117-94E5-43B6-84BB-F7F3F83B4877}"/>
              </a:ext>
            </a:extLst>
          </p:cNvPr>
          <p:cNvSpPr>
            <a:spLocks noGrp="1"/>
          </p:cNvSpPr>
          <p:nvPr>
            <p:ph type="title"/>
            <p:custDataLst>
              <p:tags r:id="rId45"/>
            </p:custDataLst>
          </p:nvPr>
        </p:nvSpPr>
        <p:spPr>
          <a:xfrm>
            <a:off x="478800" y="697124"/>
            <a:ext cx="11234400" cy="361914"/>
          </a:xfrm>
          <a:prstGeom prst="rect">
            <a:avLst/>
          </a:prstGeom>
        </p:spPr>
        <p:txBody>
          <a:bodyPr vert="horz" lIns="0" tIns="0" rIns="0" bIns="0" rtlCol="0" anchor="t" anchorCtr="0">
            <a:normAutofit/>
          </a:bodyPr>
          <a:lstStyle/>
          <a:p>
            <a:r>
              <a:rPr lang="de-DE"/>
              <a:t>Mastertitelformat bearbeiten</a:t>
            </a:r>
            <a:endParaRPr lang="en-US" dirty="0"/>
          </a:p>
        </p:txBody>
      </p:sp>
      <p:sp>
        <p:nvSpPr>
          <p:cNvPr id="3" name="Text Placeholder 2">
            <a:extLst>
              <a:ext uri="{FF2B5EF4-FFF2-40B4-BE49-F238E27FC236}">
                <a16:creationId xmlns:a16="http://schemas.microsoft.com/office/drawing/2014/main" id="{8CA47A20-F612-4A0D-955E-017E969F79C3}"/>
              </a:ext>
            </a:extLst>
          </p:cNvPr>
          <p:cNvSpPr>
            <a:spLocks noGrp="1"/>
          </p:cNvSpPr>
          <p:nvPr>
            <p:ph type="body" idx="1"/>
            <p:custDataLst>
              <p:tags r:id="rId46"/>
            </p:custDataLst>
          </p:nvPr>
        </p:nvSpPr>
        <p:spPr>
          <a:xfrm>
            <a:off x="478800" y="1751161"/>
            <a:ext cx="11234400" cy="4131351"/>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A25FC799-ADF6-4288-B9BB-F6AB21C51C50}"/>
              </a:ext>
            </a:extLst>
          </p:cNvPr>
          <p:cNvSpPr>
            <a:spLocks noGrp="1"/>
          </p:cNvSpPr>
          <p:nvPr>
            <p:ph type="ftr" sz="quarter" idx="3"/>
            <p:custDataLst>
              <p:tags r:id="rId47"/>
            </p:custDataLst>
          </p:nvPr>
        </p:nvSpPr>
        <p:spPr>
          <a:xfrm>
            <a:off x="4038600" y="6356350"/>
            <a:ext cx="2600739" cy="501650"/>
          </a:xfrm>
          <a:prstGeom prst="rect">
            <a:avLst/>
          </a:prstGeom>
        </p:spPr>
        <p:txBody>
          <a:bodyPr vert="horz" lIns="91440" tIns="45720" rIns="0" bIns="45720" rtlCol="0" anchor="ctr"/>
          <a:lstStyle>
            <a:lvl1pPr algn="r">
              <a:defRPr sz="900">
                <a:solidFill>
                  <a:schemeClr val="bg1"/>
                </a:solidFill>
              </a:defRPr>
            </a:lvl1pPr>
          </a:lstStyle>
          <a:p>
            <a:r>
              <a:rPr lang="en-US"/>
              <a:t>© ERA Group </a:t>
            </a:r>
            <a:endParaRPr lang="en-US" dirty="0"/>
          </a:p>
        </p:txBody>
      </p:sp>
      <p:sp>
        <p:nvSpPr>
          <p:cNvPr id="6" name="Slide Number Placeholder 5">
            <a:extLst>
              <a:ext uri="{FF2B5EF4-FFF2-40B4-BE49-F238E27FC236}">
                <a16:creationId xmlns:a16="http://schemas.microsoft.com/office/drawing/2014/main" id="{E44679C2-C131-436D-A86E-28B856FDD674}"/>
              </a:ext>
            </a:extLst>
          </p:cNvPr>
          <p:cNvSpPr>
            <a:spLocks noGrp="1"/>
          </p:cNvSpPr>
          <p:nvPr>
            <p:ph type="sldNum" sz="quarter" idx="4"/>
          </p:nvPr>
        </p:nvSpPr>
        <p:spPr>
          <a:xfrm>
            <a:off x="10801350" y="6356350"/>
            <a:ext cx="1174648" cy="501650"/>
          </a:xfrm>
          <a:prstGeom prst="rect">
            <a:avLst/>
          </a:prstGeom>
        </p:spPr>
        <p:txBody>
          <a:bodyPr vert="horz" lIns="91440" tIns="45720" rIns="91440" bIns="45720" rtlCol="0" anchor="ctr"/>
          <a:lstStyle>
            <a:lvl1pPr algn="r">
              <a:defRPr sz="1100">
                <a:solidFill>
                  <a:schemeClr val="bg1"/>
                </a:solidFill>
              </a:defRPr>
            </a:lvl1pPr>
          </a:lstStyle>
          <a:p>
            <a:fld id="{F9C97B4F-A257-426B-BCB5-E8BA1624BD45}" type="slidenum">
              <a:rPr lang="en-US" smtClean="0"/>
              <a:pPr/>
              <a:t>‹Nr.›</a:t>
            </a:fld>
            <a:endParaRPr lang="en-US" dirty="0"/>
          </a:p>
        </p:txBody>
      </p:sp>
      <p:sp>
        <p:nvSpPr>
          <p:cNvPr id="8" name="Guides" hidden="1">
            <a:extLst>
              <a:ext uri="{FF2B5EF4-FFF2-40B4-BE49-F238E27FC236}">
                <a16:creationId xmlns:a16="http://schemas.microsoft.com/office/drawing/2014/main" id="{B37259AA-D6F7-4651-BFEA-DBE01FB304CF}"/>
              </a:ext>
            </a:extLst>
          </p:cNvPr>
          <p:cNvSpPr/>
          <p:nvPr userDrawn="1">
            <p:custDataLst>
              <p:tags r:id="rId48"/>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pic>
        <p:nvPicPr>
          <p:cNvPr id="10" name="Picture 9" descr="A white and orange logo&#10;&#10;Description automatically generated">
            <a:extLst>
              <a:ext uri="{FF2B5EF4-FFF2-40B4-BE49-F238E27FC236}">
                <a16:creationId xmlns:a16="http://schemas.microsoft.com/office/drawing/2014/main" id="{CFDA56FF-E7A0-E840-394D-49CF3BA5AA4B}"/>
              </a:ext>
            </a:extLst>
          </p:cNvPr>
          <p:cNvPicPr>
            <a:picLocks noChangeAspect="1"/>
          </p:cNvPicPr>
          <p:nvPr userDrawn="1"/>
        </p:nvPicPr>
        <p:blipFill>
          <a:blip r:embed="rId49" cstate="print">
            <a:extLst>
              <a:ext uri="{28A0092B-C50C-407E-A947-70E740481C1C}">
                <a14:useLocalDpi xmlns:a14="http://schemas.microsoft.com/office/drawing/2010/main"/>
              </a:ext>
            </a:extLst>
          </a:blip>
          <a:stretch>
            <a:fillRect/>
          </a:stretch>
        </p:blipFill>
        <p:spPr>
          <a:xfrm>
            <a:off x="114635" y="6249195"/>
            <a:ext cx="920533" cy="651038"/>
          </a:xfrm>
          <a:prstGeom prst="rect">
            <a:avLst/>
          </a:prstGeom>
        </p:spPr>
      </p:pic>
    </p:spTree>
    <p:extLst>
      <p:ext uri="{BB962C8B-B14F-4D97-AF65-F5344CB8AC3E}">
        <p14:creationId xmlns:p14="http://schemas.microsoft.com/office/powerpoint/2010/main" val="2079336752"/>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 id="2147483891" r:id="rId12"/>
    <p:sldLayoutId id="2147483892" r:id="rId13"/>
    <p:sldLayoutId id="2147483893" r:id="rId14"/>
    <p:sldLayoutId id="2147483894" r:id="rId15"/>
    <p:sldLayoutId id="2147483895" r:id="rId16"/>
    <p:sldLayoutId id="2147483896" r:id="rId17"/>
    <p:sldLayoutId id="2147483897" r:id="rId18"/>
    <p:sldLayoutId id="2147483898" r:id="rId19"/>
    <p:sldLayoutId id="2147483899" r:id="rId20"/>
    <p:sldLayoutId id="2147483900" r:id="rId21"/>
    <p:sldLayoutId id="2147483901" r:id="rId22"/>
    <p:sldLayoutId id="2147483857" r:id="rId23"/>
    <p:sldLayoutId id="2147483858" r:id="rId24"/>
    <p:sldLayoutId id="2147483859" r:id="rId25"/>
    <p:sldLayoutId id="2147483860" r:id="rId26"/>
    <p:sldLayoutId id="2147483861" r:id="rId27"/>
    <p:sldLayoutId id="2147483862" r:id="rId28"/>
    <p:sldLayoutId id="2147483863" r:id="rId29"/>
    <p:sldLayoutId id="2147483864" r:id="rId30"/>
    <p:sldLayoutId id="2147483865" r:id="rId31"/>
    <p:sldLayoutId id="2147483866" r:id="rId32"/>
    <p:sldLayoutId id="2147483867" r:id="rId33"/>
    <p:sldLayoutId id="2147483868" r:id="rId34"/>
    <p:sldLayoutId id="2147483869" r:id="rId35"/>
    <p:sldLayoutId id="2147483870" r:id="rId36"/>
    <p:sldLayoutId id="2147483871" r:id="rId37"/>
    <p:sldLayoutId id="2147483872" r:id="rId38"/>
    <p:sldLayoutId id="2147483873" r:id="rId39"/>
    <p:sldLayoutId id="2147483874" r:id="rId40"/>
    <p:sldLayoutId id="2147483875" r:id="rId41"/>
    <p:sldLayoutId id="2147483876" r:id="rId42"/>
    <p:sldLayoutId id="2147483877" r:id="rId43"/>
  </p:sldLayoutIdLst>
  <p:hf sldNum="0" hdr="0" dt="0"/>
  <p:txStyles>
    <p:title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80975" indent="-180975" algn="l" defTabSz="914400" rtl="0" eaLnBrk="1" latinLnBrk="0" hangingPunct="1">
        <a:lnSpc>
          <a:spcPct val="106000"/>
        </a:lnSpc>
        <a:spcBef>
          <a:spcPts val="900"/>
        </a:spcBef>
        <a:buFont typeface="Arial" panose="020B0604020202020204" pitchFamily="34" charset="0"/>
        <a:buChar char="•"/>
        <a:defRPr sz="1400" b="1" kern="1200">
          <a:solidFill>
            <a:schemeClr val="tx1"/>
          </a:solidFill>
          <a:latin typeface="+mj-lt"/>
          <a:ea typeface="+mn-ea"/>
          <a:cs typeface="+mn-cs"/>
        </a:defRPr>
      </a:lvl1pPr>
      <a:lvl2pPr marL="180975" indent="-180975" algn="l" defTabSz="914400" rtl="0" eaLnBrk="1" latinLnBrk="0" hangingPunct="1">
        <a:lnSpc>
          <a:spcPct val="106000"/>
        </a:lnSpc>
        <a:spcBef>
          <a:spcPts val="600"/>
        </a:spcBef>
        <a:buFont typeface="Arial" panose="020B0604020202020204" pitchFamily="34" charset="0"/>
        <a:buChar char="•"/>
        <a:defRPr sz="1200" b="0" kern="1200">
          <a:solidFill>
            <a:schemeClr val="tx1"/>
          </a:solidFill>
          <a:latin typeface="+mn-lt"/>
          <a:ea typeface="+mn-ea"/>
          <a:cs typeface="+mn-cs"/>
        </a:defRPr>
      </a:lvl2pPr>
      <a:lvl3pPr marL="180975" indent="-180975" algn="l" defTabSz="914400" rtl="0" eaLnBrk="1" latinLnBrk="0" hangingPunct="1">
        <a:lnSpc>
          <a:spcPct val="106000"/>
        </a:lnSpc>
        <a:spcBef>
          <a:spcPts val="600"/>
        </a:spcBef>
        <a:buFont typeface="Arial" panose="020B0604020202020204" pitchFamily="34" charset="0"/>
        <a:buChar char="•"/>
        <a:defRPr sz="1200" kern="1200">
          <a:solidFill>
            <a:schemeClr val="tx2"/>
          </a:solidFill>
          <a:latin typeface="+mn-lt"/>
          <a:ea typeface="+mn-ea"/>
          <a:cs typeface="+mn-cs"/>
        </a:defRPr>
      </a:lvl3pPr>
      <a:lvl4pPr marL="360000" indent="-180975" algn="l" defTabSz="914400" rtl="0" eaLnBrk="1" latinLnBrk="0" hangingPunct="1">
        <a:lnSpc>
          <a:spcPct val="106000"/>
        </a:lnSpc>
        <a:spcBef>
          <a:spcPts val="600"/>
        </a:spcBef>
        <a:buClr>
          <a:schemeClr val="tx2"/>
        </a:buClr>
        <a:buFont typeface="Arial" panose="020B0604020202020204" pitchFamily="34" charset="0"/>
        <a:buChar char="•"/>
        <a:defRPr sz="1100" kern="1200">
          <a:solidFill>
            <a:schemeClr val="tx2"/>
          </a:solidFill>
          <a:latin typeface="+mn-lt"/>
          <a:ea typeface="+mn-ea"/>
          <a:cs typeface="+mn-cs"/>
        </a:defRPr>
      </a:lvl4pPr>
      <a:lvl5pPr marL="540000" indent="-180000" algn="l" defTabSz="914400" rtl="0" eaLnBrk="1" latinLnBrk="0" hangingPunct="1">
        <a:lnSpc>
          <a:spcPct val="106000"/>
        </a:lnSpc>
        <a:spcBef>
          <a:spcPts val="500"/>
        </a:spcBef>
        <a:buClr>
          <a:schemeClr val="tx2"/>
        </a:buClr>
        <a:buFont typeface="Arial" panose="020B0604020202020204" pitchFamily="34" charset="0"/>
        <a:buChar char="•"/>
        <a:defRPr sz="1000" i="1" kern="1200">
          <a:solidFill>
            <a:schemeClr val="tx2"/>
          </a:solidFill>
          <a:latin typeface="+mn-lt"/>
          <a:ea typeface="+mn-ea"/>
          <a:cs typeface="+mn-cs"/>
        </a:defRPr>
      </a:lvl5pPr>
      <a:lvl6pPr marL="360000" indent="-180975" algn="l" defTabSz="914400" rtl="0" eaLnBrk="1" latinLnBrk="0" hangingPunct="1">
        <a:lnSpc>
          <a:spcPct val="106000"/>
        </a:lnSpc>
        <a:spcBef>
          <a:spcPts val="600"/>
        </a:spcBef>
        <a:buFont typeface="Courier New" panose="02070309020205020404" pitchFamily="49" charset="0"/>
        <a:buChar char="­"/>
        <a:defRPr sz="1000" kern="1200">
          <a:solidFill>
            <a:schemeClr val="tx2"/>
          </a:solidFill>
          <a:latin typeface="+mn-lt"/>
          <a:ea typeface="+mn-ea"/>
          <a:cs typeface="+mn-cs"/>
        </a:defRPr>
      </a:lvl6pPr>
      <a:lvl7pPr marL="180975" indent="-180975" algn="l" defTabSz="914400" rtl="0" eaLnBrk="1" latinLnBrk="0" hangingPunct="1">
        <a:lnSpc>
          <a:spcPct val="90000"/>
        </a:lnSpc>
        <a:spcBef>
          <a:spcPts val="500"/>
        </a:spcBef>
        <a:buFont typeface="Arial" panose="020B0604020202020204" pitchFamily="34" charset="0"/>
        <a:buChar char="•"/>
        <a:defRPr sz="1400" i="1" kern="1200">
          <a:solidFill>
            <a:schemeClr val="accent2"/>
          </a:solidFill>
          <a:latin typeface="+mn-lt"/>
          <a:ea typeface="+mn-ea"/>
          <a:cs typeface="+mn-cs"/>
        </a:defRPr>
      </a:lvl7pPr>
      <a:lvl8pPr marL="180975" indent="-180975" algn="l" defTabSz="914400" rtl="0" eaLnBrk="1" latinLnBrk="0" hangingPunct="1">
        <a:lnSpc>
          <a:spcPct val="106000"/>
        </a:lnSpc>
        <a:spcBef>
          <a:spcPts val="600"/>
        </a:spcBef>
        <a:buFont typeface="Arial" panose="020B0604020202020204" pitchFamily="34" charset="0"/>
        <a:buChar char="•"/>
        <a:defRPr sz="1200" kern="1200">
          <a:solidFill>
            <a:schemeClr val="tx2"/>
          </a:solidFill>
          <a:latin typeface="+mn-lt"/>
          <a:ea typeface="+mn-ea"/>
          <a:cs typeface="+mn-cs"/>
        </a:defRPr>
      </a:lvl8pPr>
      <a:lvl9pPr marL="180975" indent="-180975" algn="l" defTabSz="914400" rtl="0" eaLnBrk="1" latinLnBrk="0" hangingPunct="1">
        <a:lnSpc>
          <a:spcPct val="106000"/>
        </a:lnSpc>
        <a:spcBef>
          <a:spcPts val="600"/>
        </a:spcBef>
        <a:buFont typeface="Arial" panose="020B0604020202020204" pitchFamily="34" charset="0"/>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2456A4D-C5B2-4DE1-9D7D-35F72E3522EC}"/>
              </a:ext>
            </a:extLst>
          </p:cNvPr>
          <p:cNvSpPr/>
          <p:nvPr userDrawn="1"/>
        </p:nvSpPr>
        <p:spPr>
          <a:xfrm>
            <a:off x="0" y="6356350"/>
            <a:ext cx="12192000" cy="50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Placeholder 1">
            <a:extLst>
              <a:ext uri="{FF2B5EF4-FFF2-40B4-BE49-F238E27FC236}">
                <a16:creationId xmlns:a16="http://schemas.microsoft.com/office/drawing/2014/main" id="{A8766117-94E5-43B6-84BB-F7F3F83B4877}"/>
              </a:ext>
            </a:extLst>
          </p:cNvPr>
          <p:cNvSpPr>
            <a:spLocks noGrp="1"/>
          </p:cNvSpPr>
          <p:nvPr>
            <p:ph type="title"/>
            <p:custDataLst>
              <p:tags r:id="rId69"/>
            </p:custDataLst>
          </p:nvPr>
        </p:nvSpPr>
        <p:spPr>
          <a:xfrm>
            <a:off x="478800" y="697124"/>
            <a:ext cx="11234400" cy="361914"/>
          </a:xfrm>
          <a:prstGeom prst="rect">
            <a:avLst/>
          </a:prstGeom>
        </p:spPr>
        <p:txBody>
          <a:bodyPr vert="horz" lIns="0" tIns="0" rIns="0" bIns="0" rtlCol="0" anchor="t" anchorCtr="0">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8CA47A20-F612-4A0D-955E-017E969F79C3}"/>
              </a:ext>
            </a:extLst>
          </p:cNvPr>
          <p:cNvSpPr>
            <a:spLocks noGrp="1"/>
          </p:cNvSpPr>
          <p:nvPr>
            <p:ph type="body" idx="1"/>
            <p:custDataLst>
              <p:tags r:id="rId70"/>
            </p:custDataLst>
          </p:nvPr>
        </p:nvSpPr>
        <p:spPr>
          <a:xfrm>
            <a:off x="478800" y="1751161"/>
            <a:ext cx="11234400" cy="413135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A25FC799-ADF6-4288-B9BB-F6AB21C51C50}"/>
              </a:ext>
            </a:extLst>
          </p:cNvPr>
          <p:cNvSpPr>
            <a:spLocks noGrp="1"/>
          </p:cNvSpPr>
          <p:nvPr>
            <p:ph type="ftr" sz="quarter" idx="3"/>
            <p:custDataLst>
              <p:tags r:id="rId71"/>
            </p:custDataLst>
          </p:nvPr>
        </p:nvSpPr>
        <p:spPr>
          <a:xfrm>
            <a:off x="4038600" y="6356350"/>
            <a:ext cx="2600739" cy="501650"/>
          </a:xfrm>
          <a:prstGeom prst="rect">
            <a:avLst/>
          </a:prstGeom>
        </p:spPr>
        <p:txBody>
          <a:bodyPr vert="horz" lIns="91440" tIns="45720" rIns="0" bIns="45720" rtlCol="0" anchor="ctr"/>
          <a:lstStyle>
            <a:lvl1pPr algn="r">
              <a:defRPr sz="900">
                <a:solidFill>
                  <a:schemeClr val="bg1"/>
                </a:solidFill>
                <a:latin typeface="+mj-lt"/>
              </a:defRPr>
            </a:lvl1pPr>
          </a:lstStyle>
          <a:p>
            <a:r>
              <a:rPr lang="en-GB" dirty="0"/>
              <a:t>©ERA Group</a:t>
            </a:r>
          </a:p>
        </p:txBody>
      </p:sp>
      <p:sp>
        <p:nvSpPr>
          <p:cNvPr id="6" name="Slide Number Placeholder 5">
            <a:extLst>
              <a:ext uri="{FF2B5EF4-FFF2-40B4-BE49-F238E27FC236}">
                <a16:creationId xmlns:a16="http://schemas.microsoft.com/office/drawing/2014/main" id="{E44679C2-C131-436D-A86E-28B856FDD674}"/>
              </a:ext>
            </a:extLst>
          </p:cNvPr>
          <p:cNvSpPr>
            <a:spLocks noGrp="1"/>
          </p:cNvSpPr>
          <p:nvPr>
            <p:ph type="sldNum" sz="quarter" idx="4"/>
          </p:nvPr>
        </p:nvSpPr>
        <p:spPr>
          <a:xfrm>
            <a:off x="10801350" y="6356350"/>
            <a:ext cx="1174648" cy="501650"/>
          </a:xfrm>
          <a:prstGeom prst="rect">
            <a:avLst/>
          </a:prstGeom>
        </p:spPr>
        <p:txBody>
          <a:bodyPr vert="horz" lIns="91440" tIns="45720" rIns="91440" bIns="45720" rtlCol="0" anchor="ctr"/>
          <a:lstStyle>
            <a:lvl1pPr algn="r">
              <a:defRPr sz="1100">
                <a:solidFill>
                  <a:schemeClr val="bg1"/>
                </a:solidFill>
                <a:latin typeface="+mj-lt"/>
              </a:defRPr>
            </a:lvl1pPr>
          </a:lstStyle>
          <a:p>
            <a:fld id="{F9C97B4F-A257-426B-BCB5-E8BA1624BD45}" type="slidenum">
              <a:rPr lang="en-GB" smtClean="0"/>
              <a:pPr/>
              <a:t>‹Nr.›</a:t>
            </a:fld>
            <a:endParaRPr lang="en-GB" dirty="0"/>
          </a:p>
        </p:txBody>
      </p:sp>
      <p:sp>
        <p:nvSpPr>
          <p:cNvPr id="8" name="Guides" hidden="1">
            <a:extLst>
              <a:ext uri="{FF2B5EF4-FFF2-40B4-BE49-F238E27FC236}">
                <a16:creationId xmlns:a16="http://schemas.microsoft.com/office/drawing/2014/main" id="{B37259AA-D6F7-4651-BFEA-DBE01FB304CF}"/>
              </a:ext>
            </a:extLst>
          </p:cNvPr>
          <p:cNvSpPr/>
          <p:nvPr userDrawn="1">
            <p:custDataLst>
              <p:tags r:id="rId72"/>
            </p:custDataLst>
          </p:nvPr>
        </p:nvSpPr>
        <p:spPr>
          <a:xfrm>
            <a:off x="0" y="0"/>
            <a:ext cx="635000" cy="254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700">
              <a:solidFill>
                <a:srgbClr val="FFFFFF"/>
              </a:solidFill>
            </a:endParaRPr>
          </a:p>
        </p:txBody>
      </p:sp>
      <p:sp>
        <p:nvSpPr>
          <p:cNvPr id="9" name="date" descr="{&quot;templafy&quot;:{&quot;id&quot;:&quot;b8b110c0-472a-476d-bd6d-f5301124faf2&quot;}}" title="Form.Date">
            <a:extLst>
              <a:ext uri="{FF2B5EF4-FFF2-40B4-BE49-F238E27FC236}">
                <a16:creationId xmlns:a16="http://schemas.microsoft.com/office/drawing/2014/main" id="{1AEA9E52-F365-4E28-8FC3-63EFBBBB7878}"/>
              </a:ext>
            </a:extLst>
          </p:cNvPr>
          <p:cNvSpPr/>
          <p:nvPr userDrawn="1"/>
        </p:nvSpPr>
        <p:spPr>
          <a:xfrm>
            <a:off x="6680610" y="6355051"/>
            <a:ext cx="1466491" cy="5016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r>
              <a:rPr lang="en-GB" sz="900" dirty="0">
                <a:solidFill>
                  <a:schemeClr val="bg1"/>
                </a:solidFill>
              </a:rPr>
              <a:t>2024</a:t>
            </a:r>
          </a:p>
        </p:txBody>
      </p:sp>
      <p:pic>
        <p:nvPicPr>
          <p:cNvPr id="4" name="Picture 3">
            <a:extLst>
              <a:ext uri="{FF2B5EF4-FFF2-40B4-BE49-F238E27FC236}">
                <a16:creationId xmlns:a16="http://schemas.microsoft.com/office/drawing/2014/main" id="{382E0512-8DE5-C09B-016F-0B27E2732C43}"/>
              </a:ext>
            </a:extLst>
          </p:cNvPr>
          <p:cNvPicPr>
            <a:picLocks noChangeAspect="1"/>
          </p:cNvPicPr>
          <p:nvPr userDrawn="1"/>
        </p:nvPicPr>
        <p:blipFill>
          <a:blip r:embed="rId73">
            <a:extLst>
              <a:ext uri="{28A0092B-C50C-407E-A947-70E740481C1C}">
                <a14:useLocalDpi xmlns:a14="http://schemas.microsoft.com/office/drawing/2010/main" val="0"/>
              </a:ext>
            </a:extLst>
          </a:blip>
          <a:srcRect/>
          <a:stretch/>
        </p:blipFill>
        <p:spPr>
          <a:xfrm>
            <a:off x="244509" y="6431501"/>
            <a:ext cx="468581" cy="331400"/>
          </a:xfrm>
          <a:prstGeom prst="rect">
            <a:avLst/>
          </a:prstGeom>
        </p:spPr>
      </p:pic>
    </p:spTree>
    <p:extLst>
      <p:ext uri="{BB962C8B-B14F-4D97-AF65-F5344CB8AC3E}">
        <p14:creationId xmlns:p14="http://schemas.microsoft.com/office/powerpoint/2010/main" val="3255486367"/>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 id="2147483920" r:id="rId13"/>
    <p:sldLayoutId id="2147483921" r:id="rId14"/>
    <p:sldLayoutId id="2147483922" r:id="rId15"/>
    <p:sldLayoutId id="2147483923" r:id="rId16"/>
    <p:sldLayoutId id="2147483924" r:id="rId17"/>
    <p:sldLayoutId id="2147483925" r:id="rId18"/>
    <p:sldLayoutId id="2147483926" r:id="rId19"/>
    <p:sldLayoutId id="2147483927" r:id="rId20"/>
    <p:sldLayoutId id="2147483928" r:id="rId21"/>
    <p:sldLayoutId id="2147483929" r:id="rId22"/>
    <p:sldLayoutId id="2147483930" r:id="rId23"/>
    <p:sldLayoutId id="2147483931" r:id="rId24"/>
    <p:sldLayoutId id="2147483932" r:id="rId25"/>
    <p:sldLayoutId id="2147483933" r:id="rId26"/>
    <p:sldLayoutId id="2147483934" r:id="rId27"/>
    <p:sldLayoutId id="2147483935" r:id="rId28"/>
    <p:sldLayoutId id="2147483936" r:id="rId29"/>
    <p:sldLayoutId id="2147483937" r:id="rId30"/>
    <p:sldLayoutId id="2147483938" r:id="rId31"/>
    <p:sldLayoutId id="2147483939" r:id="rId32"/>
    <p:sldLayoutId id="2147483940" r:id="rId33"/>
    <p:sldLayoutId id="2147483941" r:id="rId34"/>
    <p:sldLayoutId id="2147483942" r:id="rId35"/>
    <p:sldLayoutId id="2147483943" r:id="rId36"/>
    <p:sldLayoutId id="2147483944" r:id="rId37"/>
    <p:sldLayoutId id="2147483945" r:id="rId38"/>
    <p:sldLayoutId id="2147483946" r:id="rId39"/>
    <p:sldLayoutId id="2147483947" r:id="rId40"/>
    <p:sldLayoutId id="2147483948" r:id="rId41"/>
    <p:sldLayoutId id="2147483949" r:id="rId42"/>
    <p:sldLayoutId id="2147483950" r:id="rId43"/>
    <p:sldLayoutId id="2147483951" r:id="rId44"/>
    <p:sldLayoutId id="2147483952" r:id="rId45"/>
    <p:sldLayoutId id="2147483953" r:id="rId46"/>
    <p:sldLayoutId id="2147483954" r:id="rId47"/>
    <p:sldLayoutId id="2147483955" r:id="rId48"/>
    <p:sldLayoutId id="2147483956" r:id="rId49"/>
    <p:sldLayoutId id="2147483957" r:id="rId50"/>
    <p:sldLayoutId id="2147483958" r:id="rId51"/>
    <p:sldLayoutId id="2147483959" r:id="rId52"/>
    <p:sldLayoutId id="2147483960" r:id="rId53"/>
    <p:sldLayoutId id="2147483961" r:id="rId54"/>
    <p:sldLayoutId id="2147483962" r:id="rId55"/>
    <p:sldLayoutId id="2147483963" r:id="rId56"/>
    <p:sldLayoutId id="2147483964" r:id="rId57"/>
    <p:sldLayoutId id="2147483965" r:id="rId58"/>
    <p:sldLayoutId id="2147483966" r:id="rId59"/>
    <p:sldLayoutId id="2147483967" r:id="rId60"/>
    <p:sldLayoutId id="2147483968" r:id="rId61"/>
    <p:sldLayoutId id="2147483969" r:id="rId62"/>
    <p:sldLayoutId id="2147483970" r:id="rId63"/>
    <p:sldLayoutId id="2147483971" r:id="rId64"/>
    <p:sldLayoutId id="2147483972" r:id="rId65"/>
    <p:sldLayoutId id="2147483973" r:id="rId66"/>
    <p:sldLayoutId id="2147483974" r:id="rId67"/>
  </p:sldLayoutIdLst>
  <p:hf sldNum="0" hdr="0" dt="0"/>
  <p:txStyles>
    <p:titleStyle>
      <a:lvl1pPr algn="l" defTabSz="914400" rtl="0" eaLnBrk="1" latinLnBrk="0" hangingPunct="1">
        <a:lnSpc>
          <a:spcPct val="90000"/>
        </a:lnSpc>
        <a:spcBef>
          <a:spcPct val="0"/>
        </a:spcBef>
        <a:buNone/>
        <a:defRPr sz="2000" b="0" kern="1200">
          <a:solidFill>
            <a:schemeClr val="tx1"/>
          </a:solidFill>
          <a:latin typeface="+mj-lt"/>
          <a:ea typeface="+mj-ea"/>
          <a:cs typeface="+mj-cs"/>
        </a:defRPr>
      </a:lvl1pPr>
    </p:titleStyle>
    <p:bodyStyle>
      <a:lvl1pPr marL="180975" indent="-180975" algn="l" defTabSz="914400" rtl="0" eaLnBrk="1" latinLnBrk="0" hangingPunct="1">
        <a:lnSpc>
          <a:spcPct val="106000"/>
        </a:lnSpc>
        <a:spcBef>
          <a:spcPts val="900"/>
        </a:spcBef>
        <a:buFont typeface="Arial" panose="020B0604020202020204" pitchFamily="34" charset="0"/>
        <a:buChar char="•"/>
        <a:defRPr sz="1400" b="0" kern="1200">
          <a:solidFill>
            <a:schemeClr val="tx1"/>
          </a:solidFill>
          <a:latin typeface="+mj-lt"/>
          <a:ea typeface="+mn-ea"/>
          <a:cs typeface="+mn-cs"/>
        </a:defRPr>
      </a:lvl1pPr>
      <a:lvl2pPr marL="180975" indent="-180975" algn="l" defTabSz="914400" rtl="0" eaLnBrk="1" latinLnBrk="0" hangingPunct="1">
        <a:lnSpc>
          <a:spcPct val="106000"/>
        </a:lnSpc>
        <a:spcBef>
          <a:spcPts val="600"/>
        </a:spcBef>
        <a:buFont typeface="Arial" panose="020B0604020202020204" pitchFamily="34" charset="0"/>
        <a:buChar char="•"/>
        <a:defRPr sz="1200" b="0" kern="1200">
          <a:solidFill>
            <a:schemeClr val="tx1"/>
          </a:solidFill>
          <a:latin typeface="+mj-lt"/>
          <a:ea typeface="+mn-ea"/>
          <a:cs typeface="+mn-cs"/>
        </a:defRPr>
      </a:lvl2pPr>
      <a:lvl3pPr marL="180975" indent="-180975" algn="l" defTabSz="914400" rtl="0" eaLnBrk="1" latinLnBrk="0" hangingPunct="1">
        <a:lnSpc>
          <a:spcPct val="106000"/>
        </a:lnSpc>
        <a:spcBef>
          <a:spcPts val="600"/>
        </a:spcBef>
        <a:buFont typeface="Arial" panose="020B0604020202020204" pitchFamily="34" charset="0"/>
        <a:buChar char="•"/>
        <a:defRPr sz="1200" kern="1200">
          <a:solidFill>
            <a:schemeClr val="tx2"/>
          </a:solidFill>
          <a:latin typeface="+mj-lt"/>
          <a:ea typeface="+mn-ea"/>
          <a:cs typeface="+mn-cs"/>
        </a:defRPr>
      </a:lvl3pPr>
      <a:lvl4pPr marL="360000" indent="-180975" algn="l" defTabSz="914400" rtl="0" eaLnBrk="1" latinLnBrk="0" hangingPunct="1">
        <a:lnSpc>
          <a:spcPct val="106000"/>
        </a:lnSpc>
        <a:spcBef>
          <a:spcPts val="600"/>
        </a:spcBef>
        <a:buClr>
          <a:schemeClr val="tx2"/>
        </a:buClr>
        <a:buFont typeface="Arial" panose="020B0604020202020204" pitchFamily="34" charset="0"/>
        <a:buChar char="•"/>
        <a:defRPr sz="1100" kern="1200">
          <a:solidFill>
            <a:schemeClr val="tx2"/>
          </a:solidFill>
          <a:latin typeface="+mj-lt"/>
          <a:ea typeface="+mn-ea"/>
          <a:cs typeface="+mn-cs"/>
        </a:defRPr>
      </a:lvl4pPr>
      <a:lvl5pPr marL="630238" indent="-180975" algn="l" defTabSz="914400" rtl="0" eaLnBrk="1" latinLnBrk="0" hangingPunct="1">
        <a:lnSpc>
          <a:spcPct val="106000"/>
        </a:lnSpc>
        <a:spcBef>
          <a:spcPts val="500"/>
        </a:spcBef>
        <a:buClr>
          <a:schemeClr val="bg2"/>
        </a:buClr>
        <a:buFont typeface="Wingdings" panose="05000000000000000000" pitchFamily="2" charset="2"/>
        <a:buChar char="§"/>
        <a:defRPr sz="1000" i="1" kern="1200">
          <a:solidFill>
            <a:schemeClr val="tx2"/>
          </a:solidFill>
          <a:latin typeface="+mj-lt"/>
          <a:ea typeface="+mn-ea"/>
          <a:cs typeface="+mn-cs"/>
        </a:defRPr>
      </a:lvl5pPr>
      <a:lvl6pPr marL="360000" indent="-180975" algn="l" defTabSz="914400" rtl="0" eaLnBrk="1" latinLnBrk="0" hangingPunct="1">
        <a:lnSpc>
          <a:spcPct val="106000"/>
        </a:lnSpc>
        <a:spcBef>
          <a:spcPts val="600"/>
        </a:spcBef>
        <a:buFont typeface="Courier New" panose="02070309020205020404" pitchFamily="49" charset="0"/>
        <a:buChar char="­"/>
        <a:defRPr sz="1000" kern="1200">
          <a:solidFill>
            <a:schemeClr val="tx2"/>
          </a:solidFill>
          <a:latin typeface="+mn-lt"/>
          <a:ea typeface="+mn-ea"/>
          <a:cs typeface="+mn-cs"/>
        </a:defRPr>
      </a:lvl6pPr>
      <a:lvl7pPr marL="180975" indent="-180975" algn="l" defTabSz="914400" rtl="0" eaLnBrk="1" latinLnBrk="0" hangingPunct="1">
        <a:lnSpc>
          <a:spcPct val="90000"/>
        </a:lnSpc>
        <a:spcBef>
          <a:spcPts val="500"/>
        </a:spcBef>
        <a:buFont typeface="Arial" panose="020B0604020202020204" pitchFamily="34" charset="0"/>
        <a:buChar char="•"/>
        <a:defRPr sz="1400" i="1" kern="1200">
          <a:solidFill>
            <a:schemeClr val="accent3"/>
          </a:solidFill>
          <a:latin typeface="+mn-lt"/>
          <a:ea typeface="+mn-ea"/>
          <a:cs typeface="+mn-cs"/>
        </a:defRPr>
      </a:lvl7pPr>
      <a:lvl8pPr marL="180975" indent="-180975" algn="l" defTabSz="914400" rtl="0" eaLnBrk="1" latinLnBrk="0" hangingPunct="1">
        <a:lnSpc>
          <a:spcPct val="106000"/>
        </a:lnSpc>
        <a:spcBef>
          <a:spcPts val="600"/>
        </a:spcBef>
        <a:buFont typeface="Arial" panose="020B0604020202020204" pitchFamily="34" charset="0"/>
        <a:buChar char="•"/>
        <a:defRPr sz="1200" kern="1200">
          <a:solidFill>
            <a:schemeClr val="tx2"/>
          </a:solidFill>
          <a:latin typeface="+mn-lt"/>
          <a:ea typeface="+mn-ea"/>
          <a:cs typeface="+mn-cs"/>
        </a:defRPr>
      </a:lvl8pPr>
      <a:lvl9pPr marL="180975" indent="-180975" algn="l" defTabSz="914400" rtl="0" eaLnBrk="1" latinLnBrk="0" hangingPunct="1">
        <a:lnSpc>
          <a:spcPct val="106000"/>
        </a:lnSpc>
        <a:spcBef>
          <a:spcPts val="600"/>
        </a:spcBef>
        <a:buFont typeface="Arial" panose="020B0604020202020204" pitchFamily="34" charset="0"/>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tags" Target="../tags/tag862.xml"/><Relationship Id="rId7" Type="http://schemas.openxmlformats.org/officeDocument/2006/relationships/tags" Target="../tags/tag866.xml"/><Relationship Id="rId2" Type="http://schemas.openxmlformats.org/officeDocument/2006/relationships/customXml" Target="../../customXml/item132.xml"/><Relationship Id="rId1" Type="http://schemas.openxmlformats.org/officeDocument/2006/relationships/customXml" Target="../../customXml/item127.xml"/><Relationship Id="rId6" Type="http://schemas.openxmlformats.org/officeDocument/2006/relationships/tags" Target="../tags/tag865.xml"/><Relationship Id="rId5" Type="http://schemas.openxmlformats.org/officeDocument/2006/relationships/tags" Target="../tags/tag864.xml"/><Relationship Id="rId4" Type="http://schemas.openxmlformats.org/officeDocument/2006/relationships/tags" Target="../tags/tag863.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867.xml"/><Relationship Id="rId7" Type="http://schemas.openxmlformats.org/officeDocument/2006/relationships/notesSlide" Target="../notesSlides/notesSlide1.xml"/><Relationship Id="rId2" Type="http://schemas.openxmlformats.org/officeDocument/2006/relationships/customXml" Target="../../customXml/item4.xml"/><Relationship Id="rId1" Type="http://schemas.openxmlformats.org/officeDocument/2006/relationships/customXml" Target="../../customXml/item134.xml"/><Relationship Id="rId6" Type="http://schemas.openxmlformats.org/officeDocument/2006/relationships/slideLayout" Target="../slideLayouts/slideLayout108.xml"/><Relationship Id="rId5" Type="http://schemas.openxmlformats.org/officeDocument/2006/relationships/tags" Target="../tags/tag869.xml"/><Relationship Id="rId10" Type="http://schemas.openxmlformats.org/officeDocument/2006/relationships/image" Target="../media/image12.gif"/><Relationship Id="rId4" Type="http://schemas.openxmlformats.org/officeDocument/2006/relationships/tags" Target="../tags/tag868.xml"/><Relationship Id="rId9" Type="http://schemas.openxmlformats.org/officeDocument/2006/relationships/image" Target="../media/image11.emf"/></Relationships>
</file>

<file path=ppt/slides/_rels/slide3.xml.rels><?xml version="1.0" encoding="UTF-8" standalone="yes"?>
<Relationships xmlns="http://schemas.openxmlformats.org/package/2006/relationships"><Relationship Id="rId3" Type="http://schemas.openxmlformats.org/officeDocument/2006/relationships/tags" Target="../tags/tag870.xml"/><Relationship Id="rId2" Type="http://schemas.openxmlformats.org/officeDocument/2006/relationships/customXml" Target="../../customXml/item110.xml"/><Relationship Id="rId1" Type="http://schemas.openxmlformats.org/officeDocument/2006/relationships/customXml" Target="../../customXml/item131.xml"/><Relationship Id="rId6" Type="http://schemas.openxmlformats.org/officeDocument/2006/relationships/image" Target="../media/image13.jpeg"/><Relationship Id="rId5" Type="http://schemas.openxmlformats.org/officeDocument/2006/relationships/notesSlide" Target="../notesSlides/notesSlide2.xml"/><Relationship Id="rId4" Type="http://schemas.openxmlformats.org/officeDocument/2006/relationships/slideLayout" Target="../slideLayouts/slideLayout108.xml"/></Relationships>
</file>

<file path=ppt/slides/_rels/slide4.xml.rels><?xml version="1.0" encoding="UTF-8" standalone="yes"?>
<Relationships xmlns="http://schemas.openxmlformats.org/package/2006/relationships"><Relationship Id="rId3" Type="http://schemas.openxmlformats.org/officeDocument/2006/relationships/tags" Target="../tags/tag871.xml"/><Relationship Id="rId2" Type="http://schemas.openxmlformats.org/officeDocument/2006/relationships/customXml" Target="../../customXml/item36.xml"/><Relationship Id="rId1" Type="http://schemas.openxmlformats.org/officeDocument/2006/relationships/customXml" Target="../../customXml/item105.xml"/><Relationship Id="rId5" Type="http://schemas.openxmlformats.org/officeDocument/2006/relationships/notesSlide" Target="../notesSlides/notesSlide3.xml"/><Relationship Id="rId4" Type="http://schemas.openxmlformats.org/officeDocument/2006/relationships/slideLayout" Target="../slideLayouts/slideLayout109.xml"/></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26.svg"/><Relationship Id="rId3" Type="http://schemas.openxmlformats.org/officeDocument/2006/relationships/tags" Target="../tags/tag872.xml"/><Relationship Id="rId7" Type="http://schemas.openxmlformats.org/officeDocument/2006/relationships/image" Target="../media/image15.png"/><Relationship Id="rId12" Type="http://schemas.openxmlformats.org/officeDocument/2006/relationships/image" Target="../media/image20.svg"/><Relationship Id="rId17" Type="http://schemas.openxmlformats.org/officeDocument/2006/relationships/image" Target="../media/image25.png"/><Relationship Id="rId2" Type="http://schemas.openxmlformats.org/officeDocument/2006/relationships/customXml" Target="../../customXml/item63.xml"/><Relationship Id="rId16" Type="http://schemas.openxmlformats.org/officeDocument/2006/relationships/image" Target="../media/image24.svg"/><Relationship Id="rId20" Type="http://schemas.openxmlformats.org/officeDocument/2006/relationships/image" Target="../media/image28.svg"/><Relationship Id="rId1" Type="http://schemas.openxmlformats.org/officeDocument/2006/relationships/customXml" Target="../../customXml/item37.x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notesSlide" Target="../notesSlides/notesSlide4.xml"/><Relationship Id="rId15" Type="http://schemas.openxmlformats.org/officeDocument/2006/relationships/image" Target="../media/image23.png"/><Relationship Id="rId10" Type="http://schemas.openxmlformats.org/officeDocument/2006/relationships/image" Target="../media/image18.svg"/><Relationship Id="rId19" Type="http://schemas.openxmlformats.org/officeDocument/2006/relationships/image" Target="../media/image27.png"/><Relationship Id="rId4" Type="http://schemas.openxmlformats.org/officeDocument/2006/relationships/slideLayout" Target="../slideLayouts/slideLayout108.xml"/><Relationship Id="rId9" Type="http://schemas.openxmlformats.org/officeDocument/2006/relationships/image" Target="../media/image17.png"/><Relationship Id="rId14"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31.gif"/><Relationship Id="rId13" Type="http://schemas.openxmlformats.org/officeDocument/2006/relationships/image" Target="../media/image35.png"/><Relationship Id="rId18" Type="http://schemas.openxmlformats.org/officeDocument/2006/relationships/image" Target="../media/image40.png"/><Relationship Id="rId26" Type="http://schemas.openxmlformats.org/officeDocument/2006/relationships/image" Target="../media/image48.png"/><Relationship Id="rId3" Type="http://schemas.openxmlformats.org/officeDocument/2006/relationships/tags" Target="../tags/tag873.xml"/><Relationship Id="rId21" Type="http://schemas.openxmlformats.org/officeDocument/2006/relationships/image" Target="../media/image43.jpeg"/><Relationship Id="rId7" Type="http://schemas.openxmlformats.org/officeDocument/2006/relationships/image" Target="../media/image30.jpeg"/><Relationship Id="rId12" Type="http://schemas.openxmlformats.org/officeDocument/2006/relationships/image" Target="../media/image34.png"/><Relationship Id="rId17" Type="http://schemas.openxmlformats.org/officeDocument/2006/relationships/image" Target="../media/image39.jpeg"/><Relationship Id="rId25" Type="http://schemas.openxmlformats.org/officeDocument/2006/relationships/image" Target="../media/image47.jpeg"/><Relationship Id="rId2" Type="http://schemas.openxmlformats.org/officeDocument/2006/relationships/customXml" Target="../../customXml/item104.xml"/><Relationship Id="rId16" Type="http://schemas.openxmlformats.org/officeDocument/2006/relationships/image" Target="../media/image38.gif"/><Relationship Id="rId20" Type="http://schemas.openxmlformats.org/officeDocument/2006/relationships/image" Target="../media/image42.png"/><Relationship Id="rId1" Type="http://schemas.openxmlformats.org/officeDocument/2006/relationships/customXml" Target="../../customXml/item19.xml"/><Relationship Id="rId6" Type="http://schemas.openxmlformats.org/officeDocument/2006/relationships/image" Target="../media/image29.jpeg"/><Relationship Id="rId11" Type="http://schemas.openxmlformats.org/officeDocument/2006/relationships/image" Target="../media/image33.png"/><Relationship Id="rId24" Type="http://schemas.openxmlformats.org/officeDocument/2006/relationships/image" Target="../media/image46.gif"/><Relationship Id="rId5" Type="http://schemas.openxmlformats.org/officeDocument/2006/relationships/notesSlide" Target="../notesSlides/notesSlide5.xml"/><Relationship Id="rId15" Type="http://schemas.openxmlformats.org/officeDocument/2006/relationships/image" Target="../media/image37.png"/><Relationship Id="rId23" Type="http://schemas.openxmlformats.org/officeDocument/2006/relationships/image" Target="../media/image45.png"/><Relationship Id="rId10" Type="http://schemas.openxmlformats.org/officeDocument/2006/relationships/image" Target="../media/image32.gif"/><Relationship Id="rId19" Type="http://schemas.openxmlformats.org/officeDocument/2006/relationships/image" Target="../media/image41.jpeg"/><Relationship Id="rId4" Type="http://schemas.openxmlformats.org/officeDocument/2006/relationships/slideLayout" Target="../slideLayouts/slideLayout108.xml"/><Relationship Id="rId9" Type="http://schemas.openxmlformats.org/officeDocument/2006/relationships/image" Target="file://localhost/Users/heinricherkens/Documents/Heinrich%20Erkens/01%20Expense%20Reduction%20Analysts%20-%20find%20extra%20profit/04%20Vorlagen/05%20Ersttermin/Logos/DN_ES_logo.gif" TargetMode="External"/><Relationship Id="rId14" Type="http://schemas.openxmlformats.org/officeDocument/2006/relationships/image" Target="../media/image36.png"/><Relationship Id="rId22" Type="http://schemas.openxmlformats.org/officeDocument/2006/relationships/image" Target="../media/image44.jpeg"/></Relationships>
</file>

<file path=ppt/slides/_rels/slide7.xml.rels><?xml version="1.0" encoding="UTF-8" standalone="yes"?>
<Relationships xmlns="http://schemas.openxmlformats.org/package/2006/relationships"><Relationship Id="rId3" Type="http://schemas.openxmlformats.org/officeDocument/2006/relationships/tags" Target="../tags/tag874.xml"/><Relationship Id="rId7" Type="http://schemas.openxmlformats.org/officeDocument/2006/relationships/image" Target="../media/image49.png"/><Relationship Id="rId2" Type="http://schemas.openxmlformats.org/officeDocument/2006/relationships/customXml" Target="../../customXml/item86.xml"/><Relationship Id="rId1" Type="http://schemas.openxmlformats.org/officeDocument/2006/relationships/customXml" Target="../../customXml/item64.xml"/><Relationship Id="rId6" Type="http://schemas.openxmlformats.org/officeDocument/2006/relationships/image" Target="../media/image47.jpeg"/><Relationship Id="rId5" Type="http://schemas.openxmlformats.org/officeDocument/2006/relationships/image" Target="../media/image44.jpeg"/><Relationship Id="rId4" Type="http://schemas.openxmlformats.org/officeDocument/2006/relationships/slideLayout" Target="../slideLayouts/slideLayout108.xml"/></Relationships>
</file>

<file path=ppt/slides/_rels/slide8.xml.rels><?xml version="1.0" encoding="UTF-8" standalone="yes"?>
<Relationships xmlns="http://schemas.openxmlformats.org/package/2006/relationships"><Relationship Id="rId8" Type="http://schemas.openxmlformats.org/officeDocument/2006/relationships/image" Target="../media/image52.jpeg"/><Relationship Id="rId13" Type="http://schemas.openxmlformats.org/officeDocument/2006/relationships/image" Target="../media/image57.jpeg"/><Relationship Id="rId18" Type="http://schemas.openxmlformats.org/officeDocument/2006/relationships/image" Target="../media/image62.jpeg"/><Relationship Id="rId3" Type="http://schemas.openxmlformats.org/officeDocument/2006/relationships/tags" Target="../tags/tag875.xml"/><Relationship Id="rId21" Type="http://schemas.openxmlformats.org/officeDocument/2006/relationships/image" Target="../media/image65.png"/><Relationship Id="rId7" Type="http://schemas.openxmlformats.org/officeDocument/2006/relationships/image" Target="../media/image51.gif"/><Relationship Id="rId12" Type="http://schemas.openxmlformats.org/officeDocument/2006/relationships/image" Target="../media/image56.png"/><Relationship Id="rId17" Type="http://schemas.openxmlformats.org/officeDocument/2006/relationships/image" Target="../media/image61.jpeg"/><Relationship Id="rId25" Type="http://schemas.openxmlformats.org/officeDocument/2006/relationships/image" Target="../media/image69.png"/><Relationship Id="rId2" Type="http://schemas.openxmlformats.org/officeDocument/2006/relationships/customXml" Target="../../customXml/item28.xml"/><Relationship Id="rId16" Type="http://schemas.openxmlformats.org/officeDocument/2006/relationships/image" Target="../media/image60.png"/><Relationship Id="rId20" Type="http://schemas.openxmlformats.org/officeDocument/2006/relationships/image" Target="../media/image64.png"/><Relationship Id="rId1" Type="http://schemas.openxmlformats.org/officeDocument/2006/relationships/customXml" Target="../../customXml/item82.xml"/><Relationship Id="rId6" Type="http://schemas.openxmlformats.org/officeDocument/2006/relationships/image" Target="../media/image50.png"/><Relationship Id="rId11" Type="http://schemas.openxmlformats.org/officeDocument/2006/relationships/image" Target="../media/image55.jpeg"/><Relationship Id="rId24" Type="http://schemas.openxmlformats.org/officeDocument/2006/relationships/image" Target="../media/image68.jpeg"/><Relationship Id="rId5" Type="http://schemas.openxmlformats.org/officeDocument/2006/relationships/notesSlide" Target="../notesSlides/notesSlide6.xml"/><Relationship Id="rId15" Type="http://schemas.openxmlformats.org/officeDocument/2006/relationships/image" Target="../media/image59.jpeg"/><Relationship Id="rId23" Type="http://schemas.openxmlformats.org/officeDocument/2006/relationships/image" Target="../media/image67.png"/><Relationship Id="rId10" Type="http://schemas.openxmlformats.org/officeDocument/2006/relationships/image" Target="../media/image54.png"/><Relationship Id="rId19" Type="http://schemas.openxmlformats.org/officeDocument/2006/relationships/image" Target="../media/image63.jpeg"/><Relationship Id="rId4" Type="http://schemas.openxmlformats.org/officeDocument/2006/relationships/slideLayout" Target="../slideLayouts/slideLayout108.xml"/><Relationship Id="rId9" Type="http://schemas.openxmlformats.org/officeDocument/2006/relationships/image" Target="../media/image53.jpeg"/><Relationship Id="rId14" Type="http://schemas.openxmlformats.org/officeDocument/2006/relationships/image" Target="../media/image58.jpeg"/><Relationship Id="rId22" Type="http://schemas.openxmlformats.org/officeDocument/2006/relationships/image" Target="../media/image66.png"/></Relationships>
</file>

<file path=ppt/slides/_rels/slide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tags" Target="../tags/tag876.xml"/><Relationship Id="rId7" Type="http://schemas.openxmlformats.org/officeDocument/2006/relationships/image" Target="../media/image66.png"/><Relationship Id="rId2" Type="http://schemas.openxmlformats.org/officeDocument/2006/relationships/customXml" Target="../../customXml/item137.xml"/><Relationship Id="rId1" Type="http://schemas.openxmlformats.org/officeDocument/2006/relationships/customXml" Target="../../customXml/item130.xml"/><Relationship Id="rId6" Type="http://schemas.openxmlformats.org/officeDocument/2006/relationships/image" Target="../media/image52.jpeg"/><Relationship Id="rId5" Type="http://schemas.openxmlformats.org/officeDocument/2006/relationships/notesSlide" Target="../notesSlides/notesSlide7.xml"/><Relationship Id="rId4" Type="http://schemas.openxmlformats.org/officeDocument/2006/relationships/slideLayout" Target="../slideLayouts/slideLayout108.xml"/></Relationships>
</file>

<file path=ppt/slides/_rels/slide10.xml.rels><?xml version="1.0" encoding="UTF-8" standalone="yes"?>
<Relationships xmlns="http://schemas.openxmlformats.org/package/2006/relationships"><Relationship Id="rId8" Type="http://schemas.openxmlformats.org/officeDocument/2006/relationships/image" Target="../media/image73.gif"/><Relationship Id="rId13" Type="http://schemas.openxmlformats.org/officeDocument/2006/relationships/image" Target="../media/image78.jpeg"/><Relationship Id="rId18" Type="http://schemas.openxmlformats.org/officeDocument/2006/relationships/image" Target="../media/image83.jpeg"/><Relationship Id="rId3" Type="http://schemas.openxmlformats.org/officeDocument/2006/relationships/tags" Target="../tags/tag877.xml"/><Relationship Id="rId21" Type="http://schemas.openxmlformats.org/officeDocument/2006/relationships/image" Target="../media/image86.png"/><Relationship Id="rId7" Type="http://schemas.openxmlformats.org/officeDocument/2006/relationships/image" Target="../media/image72.png"/><Relationship Id="rId12" Type="http://schemas.openxmlformats.org/officeDocument/2006/relationships/image" Target="../media/image77.jpeg"/><Relationship Id="rId17" Type="http://schemas.openxmlformats.org/officeDocument/2006/relationships/image" Target="../media/image82.png"/><Relationship Id="rId25" Type="http://schemas.openxmlformats.org/officeDocument/2006/relationships/image" Target="../media/image90.png"/><Relationship Id="rId2" Type="http://schemas.openxmlformats.org/officeDocument/2006/relationships/customXml" Target="../../customXml/item48.xml"/><Relationship Id="rId16" Type="http://schemas.openxmlformats.org/officeDocument/2006/relationships/image" Target="../media/image81.png"/><Relationship Id="rId20" Type="http://schemas.openxmlformats.org/officeDocument/2006/relationships/image" Target="../media/image85.jpeg"/><Relationship Id="rId1" Type="http://schemas.openxmlformats.org/officeDocument/2006/relationships/customXml" Target="../../customXml/item93.xml"/><Relationship Id="rId6" Type="http://schemas.openxmlformats.org/officeDocument/2006/relationships/image" Target="../media/image71.gif"/><Relationship Id="rId11" Type="http://schemas.openxmlformats.org/officeDocument/2006/relationships/image" Target="../media/image76.png"/><Relationship Id="rId24" Type="http://schemas.openxmlformats.org/officeDocument/2006/relationships/image" Target="../media/image89.png"/><Relationship Id="rId5" Type="http://schemas.openxmlformats.org/officeDocument/2006/relationships/notesSlide" Target="../notesSlides/notesSlide8.xml"/><Relationship Id="rId15" Type="http://schemas.openxmlformats.org/officeDocument/2006/relationships/image" Target="../media/image80.png"/><Relationship Id="rId23" Type="http://schemas.openxmlformats.org/officeDocument/2006/relationships/image" Target="../media/image88.jpeg"/><Relationship Id="rId10" Type="http://schemas.openxmlformats.org/officeDocument/2006/relationships/image" Target="../media/image75.jpeg"/><Relationship Id="rId19" Type="http://schemas.openxmlformats.org/officeDocument/2006/relationships/image" Target="../media/image84.jpeg"/><Relationship Id="rId4" Type="http://schemas.openxmlformats.org/officeDocument/2006/relationships/slideLayout" Target="../slideLayouts/slideLayout108.xml"/><Relationship Id="rId9" Type="http://schemas.openxmlformats.org/officeDocument/2006/relationships/image" Target="../media/image74.png"/><Relationship Id="rId14" Type="http://schemas.openxmlformats.org/officeDocument/2006/relationships/image" Target="../media/image79.jpeg"/><Relationship Id="rId22" Type="http://schemas.openxmlformats.org/officeDocument/2006/relationships/image" Target="../media/image87.jpeg"/></Relationships>
</file>

<file path=ppt/slides/_rels/slide11.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tags" Target="../tags/tag878.xml"/><Relationship Id="rId7" Type="http://schemas.openxmlformats.org/officeDocument/2006/relationships/image" Target="../media/image91.jpeg"/><Relationship Id="rId2" Type="http://schemas.openxmlformats.org/officeDocument/2006/relationships/customXml" Target="../../customXml/item52.xml"/><Relationship Id="rId1" Type="http://schemas.openxmlformats.org/officeDocument/2006/relationships/customXml" Target="../../customXml/item8.xml"/><Relationship Id="rId6" Type="http://schemas.openxmlformats.org/officeDocument/2006/relationships/image" Target="../media/image90.png"/><Relationship Id="rId5" Type="http://schemas.openxmlformats.org/officeDocument/2006/relationships/notesSlide" Target="../notesSlides/notesSlide9.xml"/><Relationship Id="rId4" Type="http://schemas.openxmlformats.org/officeDocument/2006/relationships/slideLayout" Target="../slideLayouts/slideLayout108.xml"/></Relationships>
</file>

<file path=ppt/slides/_rels/slide12.xml.rels><?xml version="1.0" encoding="UTF-8" standalone="yes"?>
<Relationships xmlns="http://schemas.openxmlformats.org/package/2006/relationships"><Relationship Id="rId8" Type="http://schemas.openxmlformats.org/officeDocument/2006/relationships/image" Target="../media/image95.jpeg"/><Relationship Id="rId13" Type="http://schemas.openxmlformats.org/officeDocument/2006/relationships/image" Target="../media/image100.jpeg"/><Relationship Id="rId18" Type="http://schemas.openxmlformats.org/officeDocument/2006/relationships/image" Target="../media/image105.jpeg"/><Relationship Id="rId3" Type="http://schemas.openxmlformats.org/officeDocument/2006/relationships/tags" Target="../tags/tag879.xml"/><Relationship Id="rId7" Type="http://schemas.openxmlformats.org/officeDocument/2006/relationships/image" Target="../media/image94.jpeg"/><Relationship Id="rId12" Type="http://schemas.openxmlformats.org/officeDocument/2006/relationships/image" Target="../media/image99.jpeg"/><Relationship Id="rId17" Type="http://schemas.openxmlformats.org/officeDocument/2006/relationships/image" Target="../media/image104.gif"/><Relationship Id="rId2" Type="http://schemas.openxmlformats.org/officeDocument/2006/relationships/customXml" Target="../../customXml/item20.xml"/><Relationship Id="rId16" Type="http://schemas.openxmlformats.org/officeDocument/2006/relationships/image" Target="../media/image103.jpeg"/><Relationship Id="rId1" Type="http://schemas.openxmlformats.org/officeDocument/2006/relationships/customXml" Target="../../customXml/item126.xml"/><Relationship Id="rId6" Type="http://schemas.openxmlformats.org/officeDocument/2006/relationships/image" Target="../media/image93.jpeg"/><Relationship Id="rId11" Type="http://schemas.openxmlformats.org/officeDocument/2006/relationships/image" Target="../media/image98.png"/><Relationship Id="rId5" Type="http://schemas.openxmlformats.org/officeDocument/2006/relationships/notesSlide" Target="../notesSlides/notesSlide10.xml"/><Relationship Id="rId15" Type="http://schemas.openxmlformats.org/officeDocument/2006/relationships/image" Target="../media/image102.jpeg"/><Relationship Id="rId10" Type="http://schemas.openxmlformats.org/officeDocument/2006/relationships/image" Target="../media/image97.png"/><Relationship Id="rId19" Type="http://schemas.openxmlformats.org/officeDocument/2006/relationships/image" Target="../media/image106.jpeg"/><Relationship Id="rId4" Type="http://schemas.openxmlformats.org/officeDocument/2006/relationships/slideLayout" Target="../slideLayouts/slideLayout108.xml"/><Relationship Id="rId9" Type="http://schemas.openxmlformats.org/officeDocument/2006/relationships/image" Target="../media/image96.jpeg"/><Relationship Id="rId14" Type="http://schemas.openxmlformats.org/officeDocument/2006/relationships/image" Target="../media/image101.png"/></Relationships>
</file>

<file path=ppt/slides/_rels/slide13.xml.rels><?xml version="1.0" encoding="UTF-8" standalone="yes"?>
<Relationships xmlns="http://schemas.openxmlformats.org/package/2006/relationships"><Relationship Id="rId3" Type="http://schemas.openxmlformats.org/officeDocument/2006/relationships/tags" Target="../tags/tag880.xml"/><Relationship Id="rId7" Type="http://schemas.openxmlformats.org/officeDocument/2006/relationships/image" Target="../media/image106.jpeg"/><Relationship Id="rId2" Type="http://schemas.openxmlformats.org/officeDocument/2006/relationships/customXml" Target="../../customXml/item43.xml"/><Relationship Id="rId1" Type="http://schemas.openxmlformats.org/officeDocument/2006/relationships/customXml" Target="../../customXml/item112.xml"/><Relationship Id="rId6" Type="http://schemas.openxmlformats.org/officeDocument/2006/relationships/image" Target="../media/image101.png"/><Relationship Id="rId5" Type="http://schemas.openxmlformats.org/officeDocument/2006/relationships/image" Target="../media/image100.jpeg"/><Relationship Id="rId4" Type="http://schemas.openxmlformats.org/officeDocument/2006/relationships/slideLayout" Target="../slideLayouts/slideLayout108.xml"/></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881.xml"/><Relationship Id="rId7" Type="http://schemas.openxmlformats.org/officeDocument/2006/relationships/image" Target="../media/image107.png"/><Relationship Id="rId2" Type="http://schemas.openxmlformats.org/officeDocument/2006/relationships/customXml" Target="../../customXml/item90.xml"/><Relationship Id="rId1" Type="http://schemas.openxmlformats.org/officeDocument/2006/relationships/customXml" Target="../../customXml/item101.xml"/><Relationship Id="rId6" Type="http://schemas.openxmlformats.org/officeDocument/2006/relationships/hyperlink" Target="https://www.google.com/maps/d/viewer?mid=1D_i3p88-SUEGnVwbQgGXJjLxFkN3vRP2&amp;ll=50.44232113105484,14.06207522968748&amp;z=6" TargetMode="External"/><Relationship Id="rId5" Type="http://schemas.openxmlformats.org/officeDocument/2006/relationships/notesSlide" Target="../notesSlides/notesSlide11.xml"/><Relationship Id="rId4" Type="http://schemas.openxmlformats.org/officeDocument/2006/relationships/slideLayout" Target="../slideLayouts/slideLayout108.xml"/><Relationship Id="rId9" Type="http://schemas.openxmlformats.org/officeDocument/2006/relationships/image" Target="../media/image18.svg"/></Relationships>
</file>

<file path=ppt/slides/_rels/slide15.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svg"/><Relationship Id="rId18" Type="http://schemas.openxmlformats.org/officeDocument/2006/relationships/image" Target="../media/image119.png"/><Relationship Id="rId3" Type="http://schemas.openxmlformats.org/officeDocument/2006/relationships/tags" Target="../tags/tag882.xml"/><Relationship Id="rId21" Type="http://schemas.openxmlformats.org/officeDocument/2006/relationships/image" Target="../media/image122.svg"/><Relationship Id="rId7" Type="http://schemas.microsoft.com/office/2007/relationships/hdphoto" Target="../media/hdphoto1.wdp"/><Relationship Id="rId12" Type="http://schemas.openxmlformats.org/officeDocument/2006/relationships/image" Target="../media/image113.png"/><Relationship Id="rId17" Type="http://schemas.openxmlformats.org/officeDocument/2006/relationships/image" Target="../media/image118.svg"/><Relationship Id="rId2" Type="http://schemas.openxmlformats.org/officeDocument/2006/relationships/customXml" Target="../../customXml/item71.xml"/><Relationship Id="rId16" Type="http://schemas.openxmlformats.org/officeDocument/2006/relationships/image" Target="../media/image117.png"/><Relationship Id="rId20" Type="http://schemas.openxmlformats.org/officeDocument/2006/relationships/image" Target="../media/image121.png"/><Relationship Id="rId1" Type="http://schemas.openxmlformats.org/officeDocument/2006/relationships/customXml" Target="../../customXml/item51.xml"/><Relationship Id="rId6" Type="http://schemas.openxmlformats.org/officeDocument/2006/relationships/image" Target="../media/image108.png"/><Relationship Id="rId11" Type="http://schemas.openxmlformats.org/officeDocument/2006/relationships/image" Target="../media/image112.svg"/><Relationship Id="rId5" Type="http://schemas.openxmlformats.org/officeDocument/2006/relationships/notesSlide" Target="../notesSlides/notesSlide12.xml"/><Relationship Id="rId15" Type="http://schemas.openxmlformats.org/officeDocument/2006/relationships/image" Target="../media/image116.svg"/><Relationship Id="rId10" Type="http://schemas.openxmlformats.org/officeDocument/2006/relationships/image" Target="../media/image111.png"/><Relationship Id="rId19" Type="http://schemas.openxmlformats.org/officeDocument/2006/relationships/image" Target="../media/image120.svg"/><Relationship Id="rId4" Type="http://schemas.openxmlformats.org/officeDocument/2006/relationships/slideLayout" Target="../slideLayouts/slideLayout108.xml"/><Relationship Id="rId9" Type="http://schemas.openxmlformats.org/officeDocument/2006/relationships/image" Target="../media/image110.svg"/><Relationship Id="rId14" Type="http://schemas.openxmlformats.org/officeDocument/2006/relationships/image" Target="../media/image115.png"/></Relationships>
</file>

<file path=ppt/slides/_rels/slide16.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svg"/><Relationship Id="rId3" Type="http://schemas.openxmlformats.org/officeDocument/2006/relationships/tags" Target="../tags/tag883.xml"/><Relationship Id="rId7" Type="http://schemas.openxmlformats.org/officeDocument/2006/relationships/image" Target="../media/image124.svg"/><Relationship Id="rId12" Type="http://schemas.openxmlformats.org/officeDocument/2006/relationships/image" Target="../media/image129.png"/><Relationship Id="rId2" Type="http://schemas.openxmlformats.org/officeDocument/2006/relationships/customXml" Target="../../customXml/item139.xml"/><Relationship Id="rId1" Type="http://schemas.openxmlformats.org/officeDocument/2006/relationships/customXml" Target="../../customXml/item40.xml"/><Relationship Id="rId6" Type="http://schemas.openxmlformats.org/officeDocument/2006/relationships/image" Target="../media/image123.png"/><Relationship Id="rId11" Type="http://schemas.openxmlformats.org/officeDocument/2006/relationships/image" Target="../media/image128.svg"/><Relationship Id="rId5" Type="http://schemas.openxmlformats.org/officeDocument/2006/relationships/notesSlide" Target="../notesSlides/notesSlide13.xml"/><Relationship Id="rId15" Type="http://schemas.openxmlformats.org/officeDocument/2006/relationships/image" Target="../media/image132.svg"/><Relationship Id="rId10" Type="http://schemas.openxmlformats.org/officeDocument/2006/relationships/image" Target="../media/image127.png"/><Relationship Id="rId4" Type="http://schemas.openxmlformats.org/officeDocument/2006/relationships/slideLayout" Target="../slideLayouts/slideLayout108.xml"/><Relationship Id="rId9" Type="http://schemas.openxmlformats.org/officeDocument/2006/relationships/image" Target="../media/image126.svg"/><Relationship Id="rId14" Type="http://schemas.openxmlformats.org/officeDocument/2006/relationships/image" Target="../media/image131.png"/></Relationships>
</file>

<file path=ppt/slides/_rels/slide17.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svg"/><Relationship Id="rId3" Type="http://schemas.openxmlformats.org/officeDocument/2006/relationships/tags" Target="../tags/tag884.xml"/><Relationship Id="rId7" Type="http://schemas.openxmlformats.org/officeDocument/2006/relationships/image" Target="../media/image124.svg"/><Relationship Id="rId12" Type="http://schemas.openxmlformats.org/officeDocument/2006/relationships/image" Target="../media/image131.png"/><Relationship Id="rId2" Type="http://schemas.openxmlformats.org/officeDocument/2006/relationships/customXml" Target="../../customXml/item23.xml"/><Relationship Id="rId1" Type="http://schemas.openxmlformats.org/officeDocument/2006/relationships/customXml" Target="../../customXml/item136.xml"/><Relationship Id="rId6" Type="http://schemas.openxmlformats.org/officeDocument/2006/relationships/image" Target="../media/image123.png"/><Relationship Id="rId11" Type="http://schemas.openxmlformats.org/officeDocument/2006/relationships/image" Target="../media/image130.svg"/><Relationship Id="rId5" Type="http://schemas.openxmlformats.org/officeDocument/2006/relationships/notesSlide" Target="../notesSlides/notesSlide14.xml"/><Relationship Id="rId10" Type="http://schemas.openxmlformats.org/officeDocument/2006/relationships/image" Target="../media/image129.png"/><Relationship Id="rId4" Type="http://schemas.openxmlformats.org/officeDocument/2006/relationships/slideLayout" Target="../slideLayouts/slideLayout108.xml"/><Relationship Id="rId9" Type="http://schemas.openxmlformats.org/officeDocument/2006/relationships/image" Target="../media/image128.svg"/></Relationships>
</file>

<file path=ppt/slides/_rels/slide18.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tags" Target="../tags/tag885.xml"/><Relationship Id="rId7" Type="http://schemas.openxmlformats.org/officeDocument/2006/relationships/image" Target="../media/image132.svg"/><Relationship Id="rId2" Type="http://schemas.openxmlformats.org/officeDocument/2006/relationships/customXml" Target="../../customXml/item68.xml"/><Relationship Id="rId1" Type="http://schemas.openxmlformats.org/officeDocument/2006/relationships/customXml" Target="../../customXml/item53.xml"/><Relationship Id="rId6" Type="http://schemas.openxmlformats.org/officeDocument/2006/relationships/image" Target="../media/image131.png"/><Relationship Id="rId11" Type="http://schemas.openxmlformats.org/officeDocument/2006/relationships/image" Target="../media/image134.svg"/><Relationship Id="rId5" Type="http://schemas.openxmlformats.org/officeDocument/2006/relationships/notesSlide" Target="../notesSlides/notesSlide15.xml"/><Relationship Id="rId10" Type="http://schemas.openxmlformats.org/officeDocument/2006/relationships/image" Target="../media/image133.png"/><Relationship Id="rId4" Type="http://schemas.openxmlformats.org/officeDocument/2006/relationships/slideLayout" Target="../slideLayouts/slideLayout108.xml"/><Relationship Id="rId9" Type="http://schemas.openxmlformats.org/officeDocument/2006/relationships/image" Target="../media/image124.svg"/></Relationships>
</file>

<file path=ppt/slides/_rels/slide19.xml.rels><?xml version="1.0" encoding="UTF-8" standalone="yes"?>
<Relationships xmlns="http://schemas.openxmlformats.org/package/2006/relationships"><Relationship Id="rId8" Type="http://schemas.openxmlformats.org/officeDocument/2006/relationships/image" Target="../media/image138.svg"/><Relationship Id="rId3" Type="http://schemas.openxmlformats.org/officeDocument/2006/relationships/slideLayout" Target="../slideLayouts/slideLayout110.xml"/><Relationship Id="rId7" Type="http://schemas.openxmlformats.org/officeDocument/2006/relationships/image" Target="../media/image137.png"/><Relationship Id="rId2" Type="http://schemas.openxmlformats.org/officeDocument/2006/relationships/customXml" Target="../../customXml/item140.xml"/><Relationship Id="rId1" Type="http://schemas.openxmlformats.org/officeDocument/2006/relationships/customXml" Target="../../customXml/item39.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slideLayout" Target="../slideLayouts/slideLayout110.xml"/><Relationship Id="rId7" Type="http://schemas.openxmlformats.org/officeDocument/2006/relationships/image" Target="../media/image142.svg"/><Relationship Id="rId2" Type="http://schemas.openxmlformats.org/officeDocument/2006/relationships/customXml" Target="../../customXml/item76.xml"/><Relationship Id="rId1" Type="http://schemas.openxmlformats.org/officeDocument/2006/relationships/customXml" Target="../../customXml/item22.xml"/><Relationship Id="rId6" Type="http://schemas.openxmlformats.org/officeDocument/2006/relationships/image" Target="../media/image141.png"/><Relationship Id="rId11" Type="http://schemas.openxmlformats.org/officeDocument/2006/relationships/image" Target="../media/image146.svg"/><Relationship Id="rId5" Type="http://schemas.openxmlformats.org/officeDocument/2006/relationships/image" Target="../media/image140.svg"/><Relationship Id="rId10" Type="http://schemas.openxmlformats.org/officeDocument/2006/relationships/image" Target="../media/image145.png"/><Relationship Id="rId4" Type="http://schemas.openxmlformats.org/officeDocument/2006/relationships/image" Target="../media/image139.png"/><Relationship Id="rId9" Type="http://schemas.openxmlformats.org/officeDocument/2006/relationships/image" Target="../media/image144.svg"/></Relationships>
</file>

<file path=ppt/slides/_rels/slide21.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tags" Target="../tags/tag886.xml"/><Relationship Id="rId7" Type="http://schemas.microsoft.com/office/2007/relationships/hdphoto" Target="../media/hdphoto2.wdp"/><Relationship Id="rId2" Type="http://schemas.openxmlformats.org/officeDocument/2006/relationships/customXml" Target="../../customXml/item11.xml"/><Relationship Id="rId1" Type="http://schemas.openxmlformats.org/officeDocument/2006/relationships/customXml" Target="../../customXml/item109.xml"/><Relationship Id="rId6" Type="http://schemas.openxmlformats.org/officeDocument/2006/relationships/image" Target="../media/image147.png"/><Relationship Id="rId5" Type="http://schemas.openxmlformats.org/officeDocument/2006/relationships/notesSlide" Target="../notesSlides/notesSlide17.xml"/><Relationship Id="rId4" Type="http://schemas.openxmlformats.org/officeDocument/2006/relationships/slideLayout" Target="../slideLayouts/slideLayout108.xml"/><Relationship Id="rId9" Type="http://schemas.openxmlformats.org/officeDocument/2006/relationships/image" Target="../media/image149.svg"/></Relationships>
</file>

<file path=ppt/slides/_rels/slide22.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slideLayout" Target="../slideLayouts/slideLayout110.xml"/><Relationship Id="rId7" Type="http://schemas.openxmlformats.org/officeDocument/2006/relationships/image" Target="../media/image153.svg"/><Relationship Id="rId2" Type="http://schemas.openxmlformats.org/officeDocument/2006/relationships/customXml" Target="../../customXml/item77.xml"/><Relationship Id="rId1" Type="http://schemas.openxmlformats.org/officeDocument/2006/relationships/customXml" Target="../../customXml/item91.xml"/><Relationship Id="rId6" Type="http://schemas.openxmlformats.org/officeDocument/2006/relationships/image" Target="../media/image152.png"/><Relationship Id="rId11" Type="http://schemas.openxmlformats.org/officeDocument/2006/relationships/image" Target="../media/image157.svg"/><Relationship Id="rId5" Type="http://schemas.openxmlformats.org/officeDocument/2006/relationships/image" Target="../media/image151.svg"/><Relationship Id="rId10" Type="http://schemas.openxmlformats.org/officeDocument/2006/relationships/image" Target="../media/image156.png"/><Relationship Id="rId4" Type="http://schemas.openxmlformats.org/officeDocument/2006/relationships/image" Target="../media/image150.png"/><Relationship Id="rId9" Type="http://schemas.openxmlformats.org/officeDocument/2006/relationships/image" Target="../media/image155.svg"/></Relationships>
</file>

<file path=ppt/slides/_rels/slide23.xml.rels><?xml version="1.0" encoding="UTF-8" standalone="yes"?>
<Relationships xmlns="http://schemas.openxmlformats.org/package/2006/relationships"><Relationship Id="rId8" Type="http://schemas.openxmlformats.org/officeDocument/2006/relationships/image" Target="../media/image162.jpg"/><Relationship Id="rId3" Type="http://schemas.openxmlformats.org/officeDocument/2006/relationships/slideLayout" Target="../slideLayouts/slideLayout62.xml"/><Relationship Id="rId7" Type="http://schemas.openxmlformats.org/officeDocument/2006/relationships/image" Target="../media/image161.jpg"/><Relationship Id="rId2" Type="http://schemas.openxmlformats.org/officeDocument/2006/relationships/customXml" Target="../../customXml/item67.xml"/><Relationship Id="rId1" Type="http://schemas.openxmlformats.org/officeDocument/2006/relationships/customXml" Target="../../customXml/item138.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7.xml"/><Relationship Id="rId2" Type="http://schemas.openxmlformats.org/officeDocument/2006/relationships/customXml" Target="../../customXml/item116.xml"/><Relationship Id="rId1" Type="http://schemas.openxmlformats.org/officeDocument/2006/relationships/customXml" Target="../../customXml/item1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0B2E9FC8-3AE4-4F60-8B1A-B7DD53339FED}"/>
              </a:ext>
            </a:extLst>
          </p:cNvPr>
          <p:cNvSpPr>
            <a:spLocks noGrp="1"/>
          </p:cNvSpPr>
          <p:nvPr>
            <p:ph type="body" sz="quarter" idx="13"/>
            <p:custDataLst>
              <p:tags r:id="rId4"/>
            </p:custDataLst>
          </p:nvPr>
        </p:nvSpPr>
        <p:spPr/>
        <p:txBody>
          <a:bodyPr/>
          <a:lstStyle/>
          <a:p>
            <a:endParaRPr lang="en-US" dirty="0"/>
          </a:p>
        </p:txBody>
      </p:sp>
      <p:sp>
        <p:nvSpPr>
          <p:cNvPr id="13" name="Text Placeholder 12">
            <a:extLst>
              <a:ext uri="{FF2B5EF4-FFF2-40B4-BE49-F238E27FC236}">
                <a16:creationId xmlns:a16="http://schemas.microsoft.com/office/drawing/2014/main" id="{C2475A93-F112-4C07-B85D-8F65FB9C6A4E}"/>
              </a:ext>
            </a:extLst>
          </p:cNvPr>
          <p:cNvSpPr>
            <a:spLocks noGrp="1"/>
          </p:cNvSpPr>
          <p:nvPr>
            <p:ph type="body" sz="quarter" idx="14"/>
            <p:custDataLst>
              <p:tags r:id="rId5"/>
            </p:custDataLst>
          </p:nvPr>
        </p:nvSpPr>
        <p:spPr/>
        <p:txBody>
          <a:bodyPr/>
          <a:lstStyle/>
          <a:p>
            <a:endParaRPr lang="en-US"/>
          </a:p>
        </p:txBody>
      </p:sp>
      <p:sp>
        <p:nvSpPr>
          <p:cNvPr id="14" name="Text Placeholder 13">
            <a:extLst>
              <a:ext uri="{FF2B5EF4-FFF2-40B4-BE49-F238E27FC236}">
                <a16:creationId xmlns:a16="http://schemas.microsoft.com/office/drawing/2014/main" id="{EF8004F1-8EF2-4110-8CDF-6B4EAB46A583}"/>
              </a:ext>
            </a:extLst>
          </p:cNvPr>
          <p:cNvSpPr>
            <a:spLocks noGrp="1"/>
          </p:cNvSpPr>
          <p:nvPr>
            <p:ph type="body" sz="quarter" idx="15"/>
            <p:custDataLst>
              <p:tags r:id="rId6"/>
            </p:custDataLst>
          </p:nvPr>
        </p:nvSpPr>
        <p:spPr/>
        <p:txBody>
          <a:bodyPr/>
          <a:lstStyle/>
          <a:p>
            <a:endParaRPr lang="en-US"/>
          </a:p>
        </p:txBody>
      </p:sp>
      <p:sp>
        <p:nvSpPr>
          <p:cNvPr id="15" name="Text Placeholder 14">
            <a:extLst>
              <a:ext uri="{FF2B5EF4-FFF2-40B4-BE49-F238E27FC236}">
                <a16:creationId xmlns:a16="http://schemas.microsoft.com/office/drawing/2014/main" id="{1B3F9033-8995-4D6B-A97B-64639F0B3F5F}"/>
              </a:ext>
            </a:extLst>
          </p:cNvPr>
          <p:cNvSpPr>
            <a:spLocks noGrp="1"/>
          </p:cNvSpPr>
          <p:nvPr>
            <p:ph type="body" sz="quarter" idx="16"/>
            <p:custDataLst>
              <p:tags r:id="rId7"/>
            </p:custDataLst>
          </p:nvPr>
        </p:nvSpPr>
        <p:spPr/>
        <p:txBody>
          <a:bodyPr/>
          <a:lstStyle/>
          <a:p>
            <a:endParaRPr lang="en-US"/>
          </a:p>
        </p:txBody>
      </p:sp>
    </p:spTree>
    <p:custDataLst>
      <p:custData r:id="rId1"/>
      <p:custData r:id="rId2"/>
      <p:tags r:id="rId3"/>
    </p:custDataLst>
    <p:extLst>
      <p:ext uri="{BB962C8B-B14F-4D97-AF65-F5344CB8AC3E}">
        <p14:creationId xmlns:p14="http://schemas.microsoft.com/office/powerpoint/2010/main" val="774723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5A590819-5EEB-4F5B-81A5-300EF98C5929}"/>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8" imgW="351" imgH="351" progId="TCLayout.ActiveDocument.1">
                  <p:embed/>
                </p:oleObj>
              </mc:Choice>
              <mc:Fallback>
                <p:oleObj name="think-cell Folie" r:id="rId8" imgW="351" imgH="351" progId="TCLayout.ActiveDocument.1">
                  <p:embed/>
                  <p:pic>
                    <p:nvPicPr>
                      <p:cNvPr id="13" name="Objekt 12" hidden="1">
                        <a:extLst>
                          <a:ext uri="{FF2B5EF4-FFF2-40B4-BE49-F238E27FC236}">
                            <a16:creationId xmlns:a16="http://schemas.microsoft.com/office/drawing/2014/main" id="{5A590819-5EEB-4F5B-81A5-300EF98C592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2" name="Rechteck 11" hidden="1">
            <a:extLst>
              <a:ext uri="{FF2B5EF4-FFF2-40B4-BE49-F238E27FC236}">
                <a16:creationId xmlns:a16="http://schemas.microsoft.com/office/drawing/2014/main" id="{18B5EE11-AE8C-48B9-B49C-21EC219D0909}"/>
              </a:ext>
            </a:extLst>
          </p:cNvPr>
          <p:cNvSpPr/>
          <p:nvPr>
            <p:custDataLst>
              <p:tags r:id="rId4"/>
            </p:custDataLst>
          </p:nvPr>
        </p:nvSpPr>
        <p:spPr bwMode="gray">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de-DE" sz="2800" b="1" dirty="0">
              <a:latin typeface="Calibri" panose="020F0502020204030204" pitchFamily="34" charset="0"/>
              <a:ea typeface="+mj-ea"/>
              <a:cs typeface="+mj-cs"/>
              <a:sym typeface="Calibri" panose="020F0502020204030204" pitchFamily="34" charset="0"/>
            </a:endParaRPr>
          </a:p>
        </p:txBody>
      </p:sp>
      <p:sp>
        <p:nvSpPr>
          <p:cNvPr id="5" name="Foliennummernplatzhalter 4"/>
          <p:cNvSpPr>
            <a:spLocks noGrp="1"/>
          </p:cNvSpPr>
          <p:nvPr>
            <p:ph type="sldNum" sz="quarter" idx="12"/>
          </p:nvPr>
        </p:nvSpPr>
        <p:spPr/>
        <p:txBody>
          <a:bodyPr/>
          <a:lstStyle/>
          <a:p>
            <a:fld id="{5EE2ECF6-E7B2-474A-BE3A-4A3A2424717D}" type="slidenum">
              <a:rPr lang="de-DE" smtClean="0"/>
              <a:pPr/>
              <a:t>2</a:t>
            </a:fld>
            <a:endParaRPr lang="de-DE" dirty="0"/>
          </a:p>
        </p:txBody>
      </p:sp>
      <p:sp>
        <p:nvSpPr>
          <p:cNvPr id="2" name="Titel 1"/>
          <p:cNvSpPr>
            <a:spLocks noGrp="1"/>
          </p:cNvSpPr>
          <p:nvPr>
            <p:ph type="title"/>
          </p:nvPr>
        </p:nvSpPr>
        <p:spPr/>
        <p:txBody>
          <a:bodyPr/>
          <a:lstStyle/>
          <a:p>
            <a:r>
              <a:rPr lang="de-DE" b="1" dirty="0"/>
              <a:t>Agenda Folie</a:t>
            </a:r>
          </a:p>
        </p:txBody>
      </p:sp>
      <p:sp>
        <p:nvSpPr>
          <p:cNvPr id="28" name="Textplatzhalter 13">
            <a:extLst>
              <a:ext uri="{FF2B5EF4-FFF2-40B4-BE49-F238E27FC236}">
                <a16:creationId xmlns:a16="http://schemas.microsoft.com/office/drawing/2014/main" id="{36DB1983-6626-49A5-A0D2-AA2B9B6306EB}"/>
              </a:ext>
            </a:extLst>
          </p:cNvPr>
          <p:cNvSpPr txBox="1">
            <a:spLocks/>
          </p:cNvSpPr>
          <p:nvPr/>
        </p:nvSpPr>
        <p:spPr bwMode="gray">
          <a:xfrm>
            <a:off x="1307937" y="1548789"/>
            <a:ext cx="4619467"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29" name="Textplatzhalter 13">
            <a:extLst>
              <a:ext uri="{FF2B5EF4-FFF2-40B4-BE49-F238E27FC236}">
                <a16:creationId xmlns:a16="http://schemas.microsoft.com/office/drawing/2014/main" id="{1C1CD462-C3AB-4CFB-AE6D-91CD49826EEB}"/>
              </a:ext>
            </a:extLst>
          </p:cNvPr>
          <p:cNvSpPr txBox="1">
            <a:spLocks/>
          </p:cNvSpPr>
          <p:nvPr/>
        </p:nvSpPr>
        <p:spPr bwMode="gray">
          <a:xfrm>
            <a:off x="515937" y="1398428"/>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01.</a:t>
            </a:r>
          </a:p>
        </p:txBody>
      </p:sp>
      <p:sp>
        <p:nvSpPr>
          <p:cNvPr id="40" name="Textplatzhalter 13">
            <a:extLst>
              <a:ext uri="{FF2B5EF4-FFF2-40B4-BE49-F238E27FC236}">
                <a16:creationId xmlns:a16="http://schemas.microsoft.com/office/drawing/2014/main" id="{64A0DDF7-774E-4839-B924-02FDCCDC1CD0}"/>
              </a:ext>
            </a:extLst>
          </p:cNvPr>
          <p:cNvSpPr txBox="1">
            <a:spLocks/>
          </p:cNvSpPr>
          <p:nvPr/>
        </p:nvSpPr>
        <p:spPr bwMode="gray">
          <a:xfrm>
            <a:off x="1307937" y="2359049"/>
            <a:ext cx="4619467"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41" name="Textplatzhalter 13">
            <a:extLst>
              <a:ext uri="{FF2B5EF4-FFF2-40B4-BE49-F238E27FC236}">
                <a16:creationId xmlns:a16="http://schemas.microsoft.com/office/drawing/2014/main" id="{30187EEE-D6DC-4130-8A2B-752808CA0B7E}"/>
              </a:ext>
            </a:extLst>
          </p:cNvPr>
          <p:cNvSpPr txBox="1">
            <a:spLocks/>
          </p:cNvSpPr>
          <p:nvPr/>
        </p:nvSpPr>
        <p:spPr bwMode="gray">
          <a:xfrm>
            <a:off x="515937" y="2208688"/>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02.</a:t>
            </a:r>
          </a:p>
        </p:txBody>
      </p:sp>
      <p:sp>
        <p:nvSpPr>
          <p:cNvPr id="43" name="Textplatzhalter 13">
            <a:extLst>
              <a:ext uri="{FF2B5EF4-FFF2-40B4-BE49-F238E27FC236}">
                <a16:creationId xmlns:a16="http://schemas.microsoft.com/office/drawing/2014/main" id="{1566E270-4318-4FD4-8921-4797FCE37D7A}"/>
              </a:ext>
            </a:extLst>
          </p:cNvPr>
          <p:cNvSpPr txBox="1">
            <a:spLocks/>
          </p:cNvSpPr>
          <p:nvPr/>
        </p:nvSpPr>
        <p:spPr bwMode="gray">
          <a:xfrm>
            <a:off x="1307937" y="3169309"/>
            <a:ext cx="4619467"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dirty="0"/>
              <a:t>Agendapunkt </a:t>
            </a:r>
          </a:p>
        </p:txBody>
      </p:sp>
      <p:sp>
        <p:nvSpPr>
          <p:cNvPr id="44" name="Textplatzhalter 13">
            <a:extLst>
              <a:ext uri="{FF2B5EF4-FFF2-40B4-BE49-F238E27FC236}">
                <a16:creationId xmlns:a16="http://schemas.microsoft.com/office/drawing/2014/main" id="{D55F5FB0-3A96-4737-A863-7E0BD4D184AF}"/>
              </a:ext>
            </a:extLst>
          </p:cNvPr>
          <p:cNvSpPr txBox="1">
            <a:spLocks/>
          </p:cNvSpPr>
          <p:nvPr/>
        </p:nvSpPr>
        <p:spPr bwMode="gray">
          <a:xfrm>
            <a:off x="515937" y="3018948"/>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03.</a:t>
            </a:r>
          </a:p>
        </p:txBody>
      </p:sp>
      <p:sp>
        <p:nvSpPr>
          <p:cNvPr id="46" name="Textplatzhalter 13">
            <a:extLst>
              <a:ext uri="{FF2B5EF4-FFF2-40B4-BE49-F238E27FC236}">
                <a16:creationId xmlns:a16="http://schemas.microsoft.com/office/drawing/2014/main" id="{1E30781E-2015-4DFE-892E-75B3D88DC11F}"/>
              </a:ext>
            </a:extLst>
          </p:cNvPr>
          <p:cNvSpPr txBox="1">
            <a:spLocks/>
          </p:cNvSpPr>
          <p:nvPr/>
        </p:nvSpPr>
        <p:spPr bwMode="gray">
          <a:xfrm>
            <a:off x="1307937" y="3979569"/>
            <a:ext cx="4619467"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47" name="Textplatzhalter 13">
            <a:extLst>
              <a:ext uri="{FF2B5EF4-FFF2-40B4-BE49-F238E27FC236}">
                <a16:creationId xmlns:a16="http://schemas.microsoft.com/office/drawing/2014/main" id="{E53D1DBE-0A59-4F7B-B3A9-2E0B0463E27B}"/>
              </a:ext>
            </a:extLst>
          </p:cNvPr>
          <p:cNvSpPr txBox="1">
            <a:spLocks/>
          </p:cNvSpPr>
          <p:nvPr/>
        </p:nvSpPr>
        <p:spPr bwMode="gray">
          <a:xfrm>
            <a:off x="515937" y="3829208"/>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04.</a:t>
            </a:r>
          </a:p>
        </p:txBody>
      </p:sp>
      <p:sp>
        <p:nvSpPr>
          <p:cNvPr id="54" name="Textplatzhalter 13">
            <a:extLst>
              <a:ext uri="{FF2B5EF4-FFF2-40B4-BE49-F238E27FC236}">
                <a16:creationId xmlns:a16="http://schemas.microsoft.com/office/drawing/2014/main" id="{3DF13871-9432-49FD-8541-E3297BFB1D1F}"/>
              </a:ext>
            </a:extLst>
          </p:cNvPr>
          <p:cNvSpPr txBox="1">
            <a:spLocks/>
          </p:cNvSpPr>
          <p:nvPr/>
        </p:nvSpPr>
        <p:spPr bwMode="gray">
          <a:xfrm>
            <a:off x="1307937" y="4789829"/>
            <a:ext cx="4619467"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55" name="Textplatzhalter 13">
            <a:extLst>
              <a:ext uri="{FF2B5EF4-FFF2-40B4-BE49-F238E27FC236}">
                <a16:creationId xmlns:a16="http://schemas.microsoft.com/office/drawing/2014/main" id="{4D06513E-F6B6-486E-997F-8DD418369AEB}"/>
              </a:ext>
            </a:extLst>
          </p:cNvPr>
          <p:cNvSpPr txBox="1">
            <a:spLocks/>
          </p:cNvSpPr>
          <p:nvPr/>
        </p:nvSpPr>
        <p:spPr bwMode="gray">
          <a:xfrm>
            <a:off x="515937" y="4639468"/>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05.</a:t>
            </a:r>
          </a:p>
        </p:txBody>
      </p:sp>
      <p:sp>
        <p:nvSpPr>
          <p:cNvPr id="58" name="Textplatzhalter 13">
            <a:extLst>
              <a:ext uri="{FF2B5EF4-FFF2-40B4-BE49-F238E27FC236}">
                <a16:creationId xmlns:a16="http://schemas.microsoft.com/office/drawing/2014/main" id="{F83E3E27-1190-41A2-865A-FAD06D4157A1}"/>
              </a:ext>
            </a:extLst>
          </p:cNvPr>
          <p:cNvSpPr txBox="1">
            <a:spLocks/>
          </p:cNvSpPr>
          <p:nvPr/>
        </p:nvSpPr>
        <p:spPr bwMode="gray">
          <a:xfrm>
            <a:off x="1307937" y="5600089"/>
            <a:ext cx="4619467"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59" name="Textplatzhalter 13">
            <a:extLst>
              <a:ext uri="{FF2B5EF4-FFF2-40B4-BE49-F238E27FC236}">
                <a16:creationId xmlns:a16="http://schemas.microsoft.com/office/drawing/2014/main" id="{183BE9AC-DFBD-4A70-B9AD-D6B204CDD026}"/>
              </a:ext>
            </a:extLst>
          </p:cNvPr>
          <p:cNvSpPr txBox="1">
            <a:spLocks/>
          </p:cNvSpPr>
          <p:nvPr/>
        </p:nvSpPr>
        <p:spPr bwMode="gray">
          <a:xfrm>
            <a:off x="515937" y="5449728"/>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06.</a:t>
            </a:r>
          </a:p>
        </p:txBody>
      </p:sp>
      <p:sp>
        <p:nvSpPr>
          <p:cNvPr id="27" name="Textplatzhalter 13">
            <a:extLst>
              <a:ext uri="{FF2B5EF4-FFF2-40B4-BE49-F238E27FC236}">
                <a16:creationId xmlns:a16="http://schemas.microsoft.com/office/drawing/2014/main" id="{5325D993-8A86-478C-8DBD-4D3E38043FDC}"/>
              </a:ext>
            </a:extLst>
          </p:cNvPr>
          <p:cNvSpPr txBox="1">
            <a:spLocks/>
          </p:cNvSpPr>
          <p:nvPr/>
        </p:nvSpPr>
        <p:spPr bwMode="gray">
          <a:xfrm>
            <a:off x="7056597" y="1553705"/>
            <a:ext cx="4619465"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30" name="Textplatzhalter 13">
            <a:extLst>
              <a:ext uri="{FF2B5EF4-FFF2-40B4-BE49-F238E27FC236}">
                <a16:creationId xmlns:a16="http://schemas.microsoft.com/office/drawing/2014/main" id="{D96416EF-245C-476C-9917-1A4D599B70A3}"/>
              </a:ext>
            </a:extLst>
          </p:cNvPr>
          <p:cNvSpPr txBox="1">
            <a:spLocks/>
          </p:cNvSpPr>
          <p:nvPr/>
        </p:nvSpPr>
        <p:spPr bwMode="gray">
          <a:xfrm>
            <a:off x="6264597" y="1403344"/>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07.</a:t>
            </a:r>
          </a:p>
        </p:txBody>
      </p:sp>
      <p:sp>
        <p:nvSpPr>
          <p:cNvPr id="31" name="Textplatzhalter 13">
            <a:extLst>
              <a:ext uri="{FF2B5EF4-FFF2-40B4-BE49-F238E27FC236}">
                <a16:creationId xmlns:a16="http://schemas.microsoft.com/office/drawing/2014/main" id="{7D202095-4EC7-46C7-B6A2-CA60DA7FE5C4}"/>
              </a:ext>
            </a:extLst>
          </p:cNvPr>
          <p:cNvSpPr txBox="1">
            <a:spLocks/>
          </p:cNvSpPr>
          <p:nvPr/>
        </p:nvSpPr>
        <p:spPr bwMode="gray">
          <a:xfrm>
            <a:off x="7056597" y="2363965"/>
            <a:ext cx="4619465"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32" name="Textplatzhalter 13">
            <a:extLst>
              <a:ext uri="{FF2B5EF4-FFF2-40B4-BE49-F238E27FC236}">
                <a16:creationId xmlns:a16="http://schemas.microsoft.com/office/drawing/2014/main" id="{5E4B766F-F0E7-4F7D-BF46-B1E4F7CC5D47}"/>
              </a:ext>
            </a:extLst>
          </p:cNvPr>
          <p:cNvSpPr txBox="1">
            <a:spLocks/>
          </p:cNvSpPr>
          <p:nvPr/>
        </p:nvSpPr>
        <p:spPr bwMode="gray">
          <a:xfrm>
            <a:off x="6264597" y="2213604"/>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08.</a:t>
            </a:r>
          </a:p>
        </p:txBody>
      </p:sp>
      <p:sp>
        <p:nvSpPr>
          <p:cNvPr id="33" name="Textplatzhalter 13">
            <a:extLst>
              <a:ext uri="{FF2B5EF4-FFF2-40B4-BE49-F238E27FC236}">
                <a16:creationId xmlns:a16="http://schemas.microsoft.com/office/drawing/2014/main" id="{FDC9E5E7-E8B8-49A1-95EC-B6191BE02E8D}"/>
              </a:ext>
            </a:extLst>
          </p:cNvPr>
          <p:cNvSpPr txBox="1">
            <a:spLocks/>
          </p:cNvSpPr>
          <p:nvPr/>
        </p:nvSpPr>
        <p:spPr bwMode="gray">
          <a:xfrm>
            <a:off x="7056597" y="3174225"/>
            <a:ext cx="4619465"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dirty="0"/>
              <a:t>Agendapunkt </a:t>
            </a:r>
          </a:p>
        </p:txBody>
      </p:sp>
      <p:sp>
        <p:nvSpPr>
          <p:cNvPr id="34" name="Textplatzhalter 13">
            <a:extLst>
              <a:ext uri="{FF2B5EF4-FFF2-40B4-BE49-F238E27FC236}">
                <a16:creationId xmlns:a16="http://schemas.microsoft.com/office/drawing/2014/main" id="{402065DA-22D4-48AA-B9B5-0B8B5722C885}"/>
              </a:ext>
            </a:extLst>
          </p:cNvPr>
          <p:cNvSpPr txBox="1">
            <a:spLocks/>
          </p:cNvSpPr>
          <p:nvPr/>
        </p:nvSpPr>
        <p:spPr bwMode="gray">
          <a:xfrm>
            <a:off x="6264598" y="3023864"/>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09.</a:t>
            </a:r>
          </a:p>
        </p:txBody>
      </p:sp>
      <p:sp>
        <p:nvSpPr>
          <p:cNvPr id="35" name="Textplatzhalter 13">
            <a:extLst>
              <a:ext uri="{FF2B5EF4-FFF2-40B4-BE49-F238E27FC236}">
                <a16:creationId xmlns:a16="http://schemas.microsoft.com/office/drawing/2014/main" id="{C8597BE5-5170-4381-9B87-6A70356F85FA}"/>
              </a:ext>
            </a:extLst>
          </p:cNvPr>
          <p:cNvSpPr txBox="1">
            <a:spLocks/>
          </p:cNvSpPr>
          <p:nvPr/>
        </p:nvSpPr>
        <p:spPr bwMode="gray">
          <a:xfrm>
            <a:off x="7056597" y="3984485"/>
            <a:ext cx="4619465"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36" name="Textplatzhalter 13">
            <a:extLst>
              <a:ext uri="{FF2B5EF4-FFF2-40B4-BE49-F238E27FC236}">
                <a16:creationId xmlns:a16="http://schemas.microsoft.com/office/drawing/2014/main" id="{AD278ADB-191D-4FB7-9184-5CF34F23B2CB}"/>
              </a:ext>
            </a:extLst>
          </p:cNvPr>
          <p:cNvSpPr txBox="1">
            <a:spLocks/>
          </p:cNvSpPr>
          <p:nvPr/>
        </p:nvSpPr>
        <p:spPr bwMode="gray">
          <a:xfrm>
            <a:off x="6264598" y="3834124"/>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10.</a:t>
            </a:r>
          </a:p>
        </p:txBody>
      </p:sp>
      <p:sp>
        <p:nvSpPr>
          <p:cNvPr id="37" name="Textplatzhalter 13">
            <a:extLst>
              <a:ext uri="{FF2B5EF4-FFF2-40B4-BE49-F238E27FC236}">
                <a16:creationId xmlns:a16="http://schemas.microsoft.com/office/drawing/2014/main" id="{35AD01FC-0630-4A49-A004-F4752FD65C27}"/>
              </a:ext>
            </a:extLst>
          </p:cNvPr>
          <p:cNvSpPr txBox="1">
            <a:spLocks/>
          </p:cNvSpPr>
          <p:nvPr/>
        </p:nvSpPr>
        <p:spPr bwMode="gray">
          <a:xfrm>
            <a:off x="7056597" y="4794745"/>
            <a:ext cx="4619465"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38" name="Textplatzhalter 13">
            <a:extLst>
              <a:ext uri="{FF2B5EF4-FFF2-40B4-BE49-F238E27FC236}">
                <a16:creationId xmlns:a16="http://schemas.microsoft.com/office/drawing/2014/main" id="{4137F04E-5038-4555-ABE4-8F75D580E5EE}"/>
              </a:ext>
            </a:extLst>
          </p:cNvPr>
          <p:cNvSpPr txBox="1">
            <a:spLocks/>
          </p:cNvSpPr>
          <p:nvPr/>
        </p:nvSpPr>
        <p:spPr bwMode="gray">
          <a:xfrm>
            <a:off x="6264597" y="4644384"/>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11.</a:t>
            </a:r>
          </a:p>
        </p:txBody>
      </p:sp>
      <p:sp>
        <p:nvSpPr>
          <p:cNvPr id="49" name="Textplatzhalter 13">
            <a:extLst>
              <a:ext uri="{FF2B5EF4-FFF2-40B4-BE49-F238E27FC236}">
                <a16:creationId xmlns:a16="http://schemas.microsoft.com/office/drawing/2014/main" id="{751C9442-D975-4BB9-A241-E5FF9F7F4079}"/>
              </a:ext>
            </a:extLst>
          </p:cNvPr>
          <p:cNvSpPr txBox="1">
            <a:spLocks/>
          </p:cNvSpPr>
          <p:nvPr/>
        </p:nvSpPr>
        <p:spPr bwMode="gray">
          <a:xfrm>
            <a:off x="7056597" y="5605005"/>
            <a:ext cx="4619465" cy="332399"/>
          </a:xfrm>
          <a:prstGeom prst="rect">
            <a:avLst/>
          </a:prstGeom>
        </p:spPr>
        <p:txBody>
          <a:bodyPr wrap="square" lIns="0" tIns="0" rIns="0" bIns="0">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a:t>Agendapunkt </a:t>
            </a:r>
          </a:p>
        </p:txBody>
      </p:sp>
      <p:sp>
        <p:nvSpPr>
          <p:cNvPr id="50" name="Textplatzhalter 13">
            <a:extLst>
              <a:ext uri="{FF2B5EF4-FFF2-40B4-BE49-F238E27FC236}">
                <a16:creationId xmlns:a16="http://schemas.microsoft.com/office/drawing/2014/main" id="{C25680BA-8FA2-45FD-8182-9807E8D25A96}"/>
              </a:ext>
            </a:extLst>
          </p:cNvPr>
          <p:cNvSpPr txBox="1">
            <a:spLocks/>
          </p:cNvSpPr>
          <p:nvPr/>
        </p:nvSpPr>
        <p:spPr bwMode="gray">
          <a:xfrm>
            <a:off x="6264597" y="5454644"/>
            <a:ext cx="792000" cy="553998"/>
          </a:xfrm>
          <a:prstGeom prst="rect">
            <a:avLst/>
          </a:prstGeom>
        </p:spPr>
        <p:txBody>
          <a:bodyPr wrap="square" lIns="0" tIns="0" rIns="0" bIns="0" anchor="ctr">
            <a:spAutoFit/>
          </a:bodyPr>
          <a:lstStyle>
            <a:lvl1pPr marL="0" marR="0" indent="-252000" algn="l" defTabSz="914400" rtl="0" eaLnBrk="1" fontAlgn="auto" latinLnBrk="0" hangingPunct="1">
              <a:lnSpc>
                <a:spcPct val="90000"/>
              </a:lnSpc>
              <a:spcBef>
                <a:spcPts val="1000"/>
              </a:spcBef>
              <a:spcAft>
                <a:spcPts val="0"/>
              </a:spcAft>
              <a:buClrTx/>
              <a:buSzTx/>
              <a:buFontTx/>
              <a:buBlip>
                <a:blip r:embed="rId10"/>
              </a:buBlip>
              <a:tabLst/>
              <a:defRPr lang="de-DE" sz="2400" kern="1200" smtClean="0">
                <a:solidFill>
                  <a:schemeClr val="tx1"/>
                </a:solidFill>
                <a:latin typeface="+mn-lt"/>
                <a:ea typeface="+mn-ea"/>
                <a:cs typeface="+mn-cs"/>
              </a:defRPr>
            </a:lvl1pPr>
            <a:lvl2pPr marL="252000" marR="0" indent="252000" algn="l" defTabSz="914400" rtl="0" eaLnBrk="1" fontAlgn="auto" latinLnBrk="0" hangingPunct="1">
              <a:lnSpc>
                <a:spcPct val="90000"/>
              </a:lnSpc>
              <a:spcBef>
                <a:spcPts val="500"/>
              </a:spcBef>
              <a:spcAft>
                <a:spcPts val="0"/>
              </a:spcAft>
              <a:buClrTx/>
              <a:buSzTx/>
              <a:buFontTx/>
              <a:buBlip>
                <a:blip r:embed="rId10"/>
              </a:buBlip>
              <a:tabLst/>
              <a:defRPr lang="de-DE" sz="2000" kern="1200" smtClean="0">
                <a:solidFill>
                  <a:schemeClr val="tx1"/>
                </a:solidFill>
                <a:latin typeface="+mn-lt"/>
                <a:ea typeface="+mn-ea"/>
                <a:cs typeface="+mn-cs"/>
              </a:defRPr>
            </a:lvl2pPr>
            <a:lvl3pPr marL="75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800" kern="1200" smtClean="0">
                <a:solidFill>
                  <a:schemeClr val="tx1"/>
                </a:solidFill>
                <a:latin typeface="+mn-lt"/>
                <a:ea typeface="+mn-ea"/>
                <a:cs typeface="+mn-cs"/>
              </a:defRPr>
            </a:lvl3pPr>
            <a:lvl4pPr marL="100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de-DE" sz="1600" kern="1200" smtClean="0">
                <a:solidFill>
                  <a:schemeClr val="tx1"/>
                </a:solidFill>
                <a:latin typeface="+mn-lt"/>
                <a:ea typeface="+mn-ea"/>
                <a:cs typeface="+mn-cs"/>
              </a:defRPr>
            </a:lvl4pPr>
            <a:lvl5pPr marL="1293750" marR="0" indent="-28575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lang="en-US" sz="1600" kern="1200" dirty="0">
                <a:solidFill>
                  <a:schemeClr val="tx1"/>
                </a:solidFill>
                <a:latin typeface="+mn-lt"/>
                <a:ea typeface="+mn-ea"/>
                <a:cs typeface="+mn-cs"/>
              </a:defRPr>
            </a:lvl5pPr>
            <a:lvl6pPr marL="1512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6pPr>
            <a:lvl7pPr marL="1764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7pPr>
            <a:lvl8pPr marL="2016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8pPr>
            <a:lvl9pPr marL="2268000" marR="0" indent="-252000" algn="l" defTabSz="914400" rtl="0" eaLnBrk="1" fontAlgn="auto" latinLnBrk="0" hangingPunct="1">
              <a:lnSpc>
                <a:spcPct val="90000"/>
              </a:lnSpc>
              <a:spcBef>
                <a:spcPts val="500"/>
              </a:spcBef>
              <a:spcAft>
                <a:spcPts val="0"/>
              </a:spcAft>
              <a:buClr>
                <a:srgbClr val="2BC1DC"/>
              </a:buClr>
              <a:buSzTx/>
              <a:buFont typeface="Symbol" panose="05050102010706020507" pitchFamily="18" charset="2"/>
              <a:buChar char="-"/>
              <a:tabLst/>
              <a:defRPr sz="1600" kern="1200">
                <a:solidFill>
                  <a:schemeClr val="tx1"/>
                </a:solidFill>
                <a:latin typeface="+mn-lt"/>
                <a:ea typeface="+mn-ea"/>
                <a:cs typeface="+mn-cs"/>
              </a:defRPr>
            </a:lvl9pPr>
          </a:lstStyle>
          <a:p>
            <a:pPr indent="0">
              <a:buNone/>
            </a:pPr>
            <a:r>
              <a:rPr lang="de-DE" sz="4000">
                <a:solidFill>
                  <a:schemeClr val="accent1"/>
                </a:solidFill>
              </a:rPr>
              <a:t>12.</a:t>
            </a:r>
          </a:p>
        </p:txBody>
      </p:sp>
      <p:sp>
        <p:nvSpPr>
          <p:cNvPr id="3" name="Footer Placeholder 4">
            <a:extLst>
              <a:ext uri="{FF2B5EF4-FFF2-40B4-BE49-F238E27FC236}">
                <a16:creationId xmlns:a16="http://schemas.microsoft.com/office/drawing/2014/main" id="{424622DD-6510-3BEA-4831-BF3A2532C7FF}"/>
              </a:ext>
            </a:extLst>
          </p:cNvPr>
          <p:cNvSpPr>
            <a:spLocks noGrp="1"/>
          </p:cNvSpPr>
          <p:nvPr>
            <p:ph type="ftr" sz="quarter" idx="11"/>
            <p:custDataLst>
              <p:tags r:id="rId5"/>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3612964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65789A5-06C0-4B41-B334-141203A8153A}"/>
              </a:ext>
            </a:extLst>
          </p:cNvPr>
          <p:cNvSpPr>
            <a:spLocks noGrp="1"/>
          </p:cNvSpPr>
          <p:nvPr>
            <p:ph type="sldNum" sz="quarter" idx="12"/>
          </p:nvPr>
        </p:nvSpPr>
        <p:spPr/>
        <p:txBody>
          <a:bodyPr/>
          <a:lstStyle/>
          <a:p>
            <a:fld id="{5EE2ECF6-E7B2-474A-BE3A-4A3A2424717D}" type="slidenum">
              <a:rPr lang="de-DE" smtClean="0"/>
              <a:pPr/>
              <a:t>3</a:t>
            </a:fld>
            <a:endParaRPr lang="de-DE" dirty="0"/>
          </a:p>
        </p:txBody>
      </p:sp>
      <p:sp>
        <p:nvSpPr>
          <p:cNvPr id="3" name="Titel 2">
            <a:extLst>
              <a:ext uri="{FF2B5EF4-FFF2-40B4-BE49-F238E27FC236}">
                <a16:creationId xmlns:a16="http://schemas.microsoft.com/office/drawing/2014/main" id="{47361BEA-76F5-0042-AC9B-080982F87690}"/>
              </a:ext>
            </a:extLst>
          </p:cNvPr>
          <p:cNvSpPr>
            <a:spLocks noGrp="1"/>
          </p:cNvSpPr>
          <p:nvPr>
            <p:ph type="title"/>
          </p:nvPr>
        </p:nvSpPr>
        <p:spPr/>
        <p:txBody>
          <a:bodyPr/>
          <a:lstStyle/>
          <a:p>
            <a:r>
              <a:rPr lang="de-DE" b="1" dirty="0"/>
              <a:t>Ihre Ziele &amp; unser Mehrwert</a:t>
            </a:r>
          </a:p>
        </p:txBody>
      </p:sp>
      <p:grpSp>
        <p:nvGrpSpPr>
          <p:cNvPr id="4" name="Gruppieren 3">
            <a:extLst>
              <a:ext uri="{FF2B5EF4-FFF2-40B4-BE49-F238E27FC236}">
                <a16:creationId xmlns:a16="http://schemas.microsoft.com/office/drawing/2014/main" id="{F130ABB7-0EE8-5B4D-B964-0FE721D934C6}"/>
              </a:ext>
            </a:extLst>
          </p:cNvPr>
          <p:cNvGrpSpPr/>
          <p:nvPr/>
        </p:nvGrpSpPr>
        <p:grpSpPr>
          <a:xfrm>
            <a:off x="515937" y="1903208"/>
            <a:ext cx="11113234" cy="4014372"/>
            <a:chOff x="515937" y="1903208"/>
            <a:chExt cx="11113234" cy="4014372"/>
          </a:xfrm>
        </p:grpSpPr>
        <p:pic>
          <p:nvPicPr>
            <p:cNvPr id="5" name="Picture 51" descr="A picture containing person&#10;&#10;Description automatically generated">
              <a:extLst>
                <a:ext uri="{FF2B5EF4-FFF2-40B4-BE49-F238E27FC236}">
                  <a16:creationId xmlns:a16="http://schemas.microsoft.com/office/drawing/2014/main" id="{1FB38EEC-E1BF-2D43-AF3E-25E69766B2C6}"/>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4432478" y="2007904"/>
              <a:ext cx="3280153" cy="3804981"/>
            </a:xfrm>
            <a:custGeom>
              <a:avLst/>
              <a:gdLst>
                <a:gd name="connsiteX0" fmla="*/ 1640077 w 3280153"/>
                <a:gd name="connsiteY0" fmla="*/ 0 h 3804981"/>
                <a:gd name="connsiteX1" fmla="*/ 3280153 w 3280153"/>
                <a:gd name="connsiteY1" fmla="*/ 820039 h 3804981"/>
                <a:gd name="connsiteX2" fmla="*/ 3280153 w 3280153"/>
                <a:gd name="connsiteY2" fmla="*/ 2984942 h 3804981"/>
                <a:gd name="connsiteX3" fmla="*/ 1640077 w 3280153"/>
                <a:gd name="connsiteY3" fmla="*/ 3804981 h 3804981"/>
                <a:gd name="connsiteX4" fmla="*/ 0 w 3280153"/>
                <a:gd name="connsiteY4" fmla="*/ 2984942 h 3804981"/>
                <a:gd name="connsiteX5" fmla="*/ 0 w 3280153"/>
                <a:gd name="connsiteY5" fmla="*/ 820039 h 3804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0153" h="3804981">
                  <a:moveTo>
                    <a:pt x="1640077" y="0"/>
                  </a:moveTo>
                  <a:lnTo>
                    <a:pt x="3280153" y="820039"/>
                  </a:lnTo>
                  <a:lnTo>
                    <a:pt x="3280153" y="2984942"/>
                  </a:lnTo>
                  <a:lnTo>
                    <a:pt x="1640077" y="3804981"/>
                  </a:lnTo>
                  <a:lnTo>
                    <a:pt x="0" y="2984942"/>
                  </a:lnTo>
                  <a:lnTo>
                    <a:pt x="0" y="820039"/>
                  </a:lnTo>
                  <a:close/>
                </a:path>
              </a:pathLst>
            </a:custGeom>
          </p:spPr>
        </p:pic>
        <p:sp>
          <p:nvSpPr>
            <p:cNvPr id="6" name="Hexagon 52">
              <a:extLst>
                <a:ext uri="{FF2B5EF4-FFF2-40B4-BE49-F238E27FC236}">
                  <a16:creationId xmlns:a16="http://schemas.microsoft.com/office/drawing/2014/main" id="{7993D9BB-2362-B348-866F-DA49F7083335}"/>
                </a:ext>
              </a:extLst>
            </p:cNvPr>
            <p:cNvSpPr/>
            <p:nvPr/>
          </p:nvSpPr>
          <p:spPr>
            <a:xfrm rot="16200000">
              <a:off x="4170064" y="2270317"/>
              <a:ext cx="3804981" cy="3280155"/>
            </a:xfrm>
            <a:prstGeom prst="hexagon">
              <a:avLst/>
            </a:prstGeom>
            <a:solidFill>
              <a:schemeClr val="accent1">
                <a:alpha val="73000"/>
              </a:schemeClr>
            </a:solidFill>
            <a:ln>
              <a:noFill/>
            </a:ln>
          </p:spPr>
          <p:txBody>
            <a:bodyPr spcFirstLastPara="1" wrap="square" lIns="91425" tIns="45700" rIns="91425" bIns="45700" anchor="ctr" anchorCtr="0">
              <a:noAutofit/>
            </a:bodyPr>
            <a:lstStyle/>
            <a:p>
              <a:pPr algn="ctr"/>
              <a:endParaRPr lang="en-US" sz="1400" dirty="0">
                <a:latin typeface="Arial"/>
                <a:cs typeface="Arial"/>
              </a:endParaRPr>
            </a:p>
          </p:txBody>
        </p:sp>
        <p:sp>
          <p:nvSpPr>
            <p:cNvPr id="7" name="Oval 6">
              <a:extLst>
                <a:ext uri="{FF2B5EF4-FFF2-40B4-BE49-F238E27FC236}">
                  <a16:creationId xmlns:a16="http://schemas.microsoft.com/office/drawing/2014/main" id="{B3F1D8D1-7D12-4547-9A9B-2B83DD6FA307}"/>
                </a:ext>
              </a:extLst>
            </p:cNvPr>
            <p:cNvSpPr/>
            <p:nvPr/>
          </p:nvSpPr>
          <p:spPr>
            <a:xfrm>
              <a:off x="3469914" y="4133219"/>
              <a:ext cx="1784361" cy="1784361"/>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902F6D3B-E5F7-8C42-9ED8-76F94FC4276A}"/>
                </a:ext>
              </a:extLst>
            </p:cNvPr>
            <p:cNvSpPr/>
            <p:nvPr/>
          </p:nvSpPr>
          <p:spPr>
            <a:xfrm>
              <a:off x="3691786" y="4355091"/>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B7B5D5FD-3018-BD44-AF11-A18E150B21BB}"/>
                </a:ext>
              </a:extLst>
            </p:cNvPr>
            <p:cNvSpPr/>
            <p:nvPr/>
          </p:nvSpPr>
          <p:spPr>
            <a:xfrm>
              <a:off x="3469914" y="1903208"/>
              <a:ext cx="1784361" cy="1784361"/>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56E15131-E16A-7040-8984-BC19229E497C}"/>
                </a:ext>
              </a:extLst>
            </p:cNvPr>
            <p:cNvSpPr/>
            <p:nvPr/>
          </p:nvSpPr>
          <p:spPr>
            <a:xfrm>
              <a:off x="3691786" y="2125080"/>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F4B2063D-E60A-244F-AFB2-05DC646043B8}"/>
                </a:ext>
              </a:extLst>
            </p:cNvPr>
            <p:cNvSpPr/>
            <p:nvPr/>
          </p:nvSpPr>
          <p:spPr>
            <a:xfrm>
              <a:off x="6890833" y="4133219"/>
              <a:ext cx="1784361" cy="1784361"/>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4BCC5840-C502-0541-BCA0-D98E2CB1809E}"/>
                </a:ext>
              </a:extLst>
            </p:cNvPr>
            <p:cNvSpPr/>
            <p:nvPr/>
          </p:nvSpPr>
          <p:spPr>
            <a:xfrm>
              <a:off x="7112705" y="4355091"/>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C5D14102-02A6-2E40-A5B9-7A5609749238}"/>
                </a:ext>
              </a:extLst>
            </p:cNvPr>
            <p:cNvSpPr/>
            <p:nvPr/>
          </p:nvSpPr>
          <p:spPr>
            <a:xfrm>
              <a:off x="6890833" y="1903208"/>
              <a:ext cx="1784361" cy="1784361"/>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6CC3E79B-A6AC-1645-BB72-FE1C50F5746F}"/>
                </a:ext>
              </a:extLst>
            </p:cNvPr>
            <p:cNvSpPr/>
            <p:nvPr/>
          </p:nvSpPr>
          <p:spPr>
            <a:xfrm>
              <a:off x="7112705" y="2125080"/>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Rectangle 62">
              <a:extLst>
                <a:ext uri="{FF2B5EF4-FFF2-40B4-BE49-F238E27FC236}">
                  <a16:creationId xmlns:a16="http://schemas.microsoft.com/office/drawing/2014/main" id="{DAD55706-FDF0-B041-99B2-5D346F68C84A}"/>
                </a:ext>
              </a:extLst>
            </p:cNvPr>
            <p:cNvSpPr/>
            <p:nvPr/>
          </p:nvSpPr>
          <p:spPr>
            <a:xfrm>
              <a:off x="5001239" y="3356397"/>
              <a:ext cx="2142630" cy="1107996"/>
            </a:xfrm>
            <a:prstGeom prst="rect">
              <a:avLst/>
            </a:prstGeom>
          </p:spPr>
          <p:txBody>
            <a:bodyPr wrap="square" lIns="0" tIns="0" rIns="0" bIns="0" anchor="ctr">
              <a:spAutoFit/>
            </a:bodyPr>
            <a:lstStyle/>
            <a:p>
              <a:pPr marL="0" marR="0" lvl="0" indent="0" algn="ctr" defTabSz="914400" eaLnBrk="1" fontAlgn="auto" latinLnBrk="0" hangingPunct="1">
                <a:lnSpc>
                  <a:spcPct val="100000"/>
                </a:lnSpc>
                <a:spcAft>
                  <a:spcPts val="0"/>
                </a:spcAft>
                <a:buClrTx/>
                <a:buSzTx/>
                <a:buFontTx/>
                <a:buNone/>
                <a:tabLst/>
                <a:defRPr/>
              </a:pPr>
              <a:r>
                <a:rPr kumimoji="0" lang="de-DE" altLang="en-US" sz="2400" b="1" i="0" u="none" strike="noStrike" kern="0" cap="none" spc="0" normalizeH="0" baseline="0" dirty="0">
                  <a:ln>
                    <a:noFill/>
                  </a:ln>
                  <a:solidFill>
                    <a:schemeClr val="bg1"/>
                  </a:solidFill>
                  <a:effectLst/>
                  <a:uLnTx/>
                  <a:uFillTx/>
                  <a:cs typeface="Arial" panose="020B0604020202020204" pitchFamily="34" charset="0"/>
                </a:rPr>
                <a:t>Ihre </a:t>
              </a:r>
            </a:p>
            <a:p>
              <a:pPr marL="0" marR="0" lvl="0" indent="0" algn="ctr" defTabSz="914400" eaLnBrk="1" fontAlgn="auto" latinLnBrk="0" hangingPunct="1">
                <a:lnSpc>
                  <a:spcPct val="100000"/>
                </a:lnSpc>
                <a:spcAft>
                  <a:spcPts val="0"/>
                </a:spcAft>
                <a:buClrTx/>
                <a:buSzTx/>
                <a:buFontTx/>
                <a:buNone/>
                <a:tabLst/>
                <a:defRPr/>
              </a:pPr>
              <a:r>
                <a:rPr kumimoji="0" lang="de-DE" altLang="en-US" sz="2400" b="1" i="0" u="none" strike="noStrike" kern="0" cap="none" spc="0" normalizeH="0" baseline="0" dirty="0">
                  <a:ln>
                    <a:noFill/>
                  </a:ln>
                  <a:solidFill>
                    <a:schemeClr val="bg1"/>
                  </a:solidFill>
                  <a:effectLst/>
                  <a:uLnTx/>
                  <a:uFillTx/>
                  <a:cs typeface="Arial" panose="020B0604020202020204" pitchFamily="34" charset="0"/>
                </a:rPr>
                <a:t>Wettbewerbs-fähigkeit</a:t>
              </a:r>
            </a:p>
          </p:txBody>
        </p:sp>
        <p:sp>
          <p:nvSpPr>
            <p:cNvPr id="16" name="Rectangle 63">
              <a:extLst>
                <a:ext uri="{FF2B5EF4-FFF2-40B4-BE49-F238E27FC236}">
                  <a16:creationId xmlns:a16="http://schemas.microsoft.com/office/drawing/2014/main" id="{D46EF185-D013-EE4C-B081-E74E11C834CA}"/>
                </a:ext>
              </a:extLst>
            </p:cNvPr>
            <p:cNvSpPr/>
            <p:nvPr/>
          </p:nvSpPr>
          <p:spPr>
            <a:xfrm>
              <a:off x="515938" y="2356808"/>
              <a:ext cx="2681062" cy="877163"/>
            </a:xfrm>
            <a:prstGeom prst="rect">
              <a:avLst/>
            </a:prstGeom>
          </p:spPr>
          <p:txBody>
            <a:bodyPr wrap="square" lIns="0" tIns="0" rIns="0" bIns="0" anchor="ctr">
              <a:spAutoFit/>
            </a:bodyPr>
            <a:lstStyle/>
            <a:p>
              <a:pPr marL="0" marR="0" lvl="0" indent="0" algn="r" defTabSz="914400" eaLnBrk="1" fontAlgn="auto" latinLnBrk="0" hangingPunct="1">
                <a:lnSpc>
                  <a:spcPct val="100000"/>
                </a:lnSpc>
                <a:spcBef>
                  <a:spcPts val="600"/>
                </a:spcBef>
                <a:spcAft>
                  <a:spcPts val="0"/>
                </a:spcAft>
                <a:buClrTx/>
                <a:buSzTx/>
                <a:buFontTx/>
                <a:buNone/>
                <a:tabLst/>
                <a:defRPr/>
              </a:pPr>
              <a:r>
                <a:rPr kumimoji="0" lang="de-DE" altLang="en-US" sz="2000" b="1" i="0" u="none" strike="noStrike" kern="0" cap="none" spc="0" normalizeH="0" baseline="0" noProof="0" dirty="0">
                  <a:ln>
                    <a:noFill/>
                  </a:ln>
                  <a:solidFill>
                    <a:schemeClr val="tx2"/>
                  </a:solidFill>
                  <a:effectLst/>
                  <a:uLnTx/>
                  <a:uFillTx/>
                  <a:cs typeface="Arial" panose="020B0604020202020204" pitchFamily="34" charset="0"/>
                </a:rPr>
                <a:t>Besser</a:t>
              </a:r>
            </a:p>
            <a:p>
              <a:pPr marL="0" marR="0" lvl="0" indent="0" algn="r" defTabSz="914400" eaLnBrk="1" fontAlgn="auto" latinLnBrk="0" hangingPunct="1">
                <a:lnSpc>
                  <a:spcPct val="100000"/>
                </a:lnSpc>
                <a:spcBef>
                  <a:spcPts val="600"/>
                </a:spcBef>
                <a:spcAft>
                  <a:spcPts val="0"/>
                </a:spcAft>
                <a:buClrTx/>
                <a:buSzTx/>
                <a:buFontTx/>
                <a:buNone/>
                <a:tabLst/>
                <a:defRPr/>
              </a:pPr>
              <a:r>
                <a:rPr kumimoji="0" lang="de-DE" altLang="en-US" sz="1600" i="0" u="none" strike="noStrike" kern="0" cap="none" spc="0" normalizeH="0" baseline="0" noProof="0" dirty="0">
                  <a:ln>
                    <a:noFill/>
                  </a:ln>
                  <a:solidFill>
                    <a:schemeClr val="tx2"/>
                  </a:solidFill>
                  <a:effectLst/>
                  <a:uLnTx/>
                  <a:uFillTx/>
                  <a:cs typeface="Arial" panose="020B0604020202020204" pitchFamily="34" charset="0"/>
                </a:rPr>
                <a:t>Verbesserung der             Qualität und Leistung</a:t>
              </a:r>
            </a:p>
          </p:txBody>
        </p:sp>
        <p:sp>
          <p:nvSpPr>
            <p:cNvPr id="17" name="Rectangle 107">
              <a:extLst>
                <a:ext uri="{FF2B5EF4-FFF2-40B4-BE49-F238E27FC236}">
                  <a16:creationId xmlns:a16="http://schemas.microsoft.com/office/drawing/2014/main" id="{1F5064EF-E1C6-F94C-88E6-DF2F13448A49}"/>
                </a:ext>
              </a:extLst>
            </p:cNvPr>
            <p:cNvSpPr/>
            <p:nvPr/>
          </p:nvSpPr>
          <p:spPr>
            <a:xfrm>
              <a:off x="515937" y="4463708"/>
              <a:ext cx="2787751" cy="1123384"/>
            </a:xfrm>
            <a:prstGeom prst="rect">
              <a:avLst/>
            </a:prstGeom>
          </p:spPr>
          <p:txBody>
            <a:bodyPr wrap="square" lIns="0" tIns="0" rIns="0" bIns="0" anchor="ctr">
              <a:spAutoFit/>
            </a:bodyPr>
            <a:lstStyle/>
            <a:p>
              <a:pPr marL="0" marR="0" lvl="0" indent="0" algn="r" defTabSz="914400" eaLnBrk="1" fontAlgn="auto" latinLnBrk="0" hangingPunct="1">
                <a:lnSpc>
                  <a:spcPct val="100000"/>
                </a:lnSpc>
                <a:spcBef>
                  <a:spcPts val="600"/>
                </a:spcBef>
                <a:spcAft>
                  <a:spcPts val="0"/>
                </a:spcAft>
                <a:buClrTx/>
                <a:buSzTx/>
                <a:buFontTx/>
                <a:buNone/>
                <a:tabLst/>
                <a:defRPr/>
              </a:pPr>
              <a:r>
                <a:rPr kumimoji="0" lang="de-DE" altLang="en-US" sz="2000" b="1" i="0" u="none" strike="noStrike" kern="0" cap="none" spc="0" normalizeH="0" baseline="0" noProof="0" dirty="0">
                  <a:ln>
                    <a:noFill/>
                  </a:ln>
                  <a:solidFill>
                    <a:schemeClr val="tx2"/>
                  </a:solidFill>
                  <a:effectLst/>
                  <a:uLnTx/>
                  <a:uFillTx/>
                  <a:cs typeface="Arial" panose="020B0604020202020204" pitchFamily="34" charset="0"/>
                </a:rPr>
                <a:t>Günstiger</a:t>
              </a:r>
            </a:p>
            <a:p>
              <a:pPr marL="0" marR="0" lvl="0" indent="0" algn="r" defTabSz="914400" eaLnBrk="1" fontAlgn="auto" latinLnBrk="0" hangingPunct="1">
                <a:lnSpc>
                  <a:spcPct val="100000"/>
                </a:lnSpc>
                <a:spcBef>
                  <a:spcPts val="600"/>
                </a:spcBef>
                <a:spcAft>
                  <a:spcPts val="0"/>
                </a:spcAft>
                <a:buClrTx/>
                <a:buSzTx/>
                <a:buFontTx/>
                <a:buNone/>
                <a:tabLst/>
                <a:defRPr/>
              </a:pPr>
              <a:r>
                <a:rPr kumimoji="0" lang="de-DE" altLang="en-US" sz="1600" i="0" u="none" strike="noStrike" kern="0" cap="none" spc="0" normalizeH="0" baseline="0" noProof="0" dirty="0">
                  <a:ln>
                    <a:noFill/>
                  </a:ln>
                  <a:solidFill>
                    <a:schemeClr val="tx2"/>
                  </a:solidFill>
                  <a:effectLst/>
                  <a:uLnTx/>
                  <a:uFillTx/>
                  <a:cs typeface="Arial" panose="020B0604020202020204" pitchFamily="34" charset="0"/>
                </a:rPr>
                <a:t>Verbesserung der Kosteneffizienz und </a:t>
              </a:r>
              <a:br>
                <a:rPr kumimoji="0" lang="de-DE" altLang="en-US" sz="1600" i="0" u="none" strike="noStrike" kern="0" cap="none" spc="0" normalizeH="0" baseline="0" noProof="0" dirty="0">
                  <a:ln>
                    <a:noFill/>
                  </a:ln>
                  <a:solidFill>
                    <a:schemeClr val="tx2"/>
                  </a:solidFill>
                  <a:effectLst/>
                  <a:uLnTx/>
                  <a:uFillTx/>
                  <a:cs typeface="Arial" panose="020B0604020202020204" pitchFamily="34" charset="0"/>
                </a:rPr>
              </a:br>
              <a:r>
                <a:rPr kumimoji="0" lang="de-DE" altLang="en-US" sz="1600" i="0" u="none" strike="noStrike" kern="0" cap="none" spc="0" normalizeH="0" baseline="0" noProof="0" dirty="0">
                  <a:ln>
                    <a:noFill/>
                  </a:ln>
                  <a:solidFill>
                    <a:schemeClr val="tx2"/>
                  </a:solidFill>
                  <a:effectLst/>
                  <a:uLnTx/>
                  <a:uFillTx/>
                  <a:cs typeface="Arial" panose="020B0604020202020204" pitchFamily="34" charset="0"/>
                </a:rPr>
                <a:t>-transparenz</a:t>
              </a:r>
            </a:p>
          </p:txBody>
        </p:sp>
        <p:sp>
          <p:nvSpPr>
            <p:cNvPr id="18" name="Rectangle 108">
              <a:extLst>
                <a:ext uri="{FF2B5EF4-FFF2-40B4-BE49-F238E27FC236}">
                  <a16:creationId xmlns:a16="http://schemas.microsoft.com/office/drawing/2014/main" id="{3C8E7AAB-03B1-234C-8279-A0855FD388D3}"/>
                </a:ext>
              </a:extLst>
            </p:cNvPr>
            <p:cNvSpPr/>
            <p:nvPr/>
          </p:nvSpPr>
          <p:spPr>
            <a:xfrm>
              <a:off x="8948109" y="2233698"/>
              <a:ext cx="2681062" cy="1123384"/>
            </a:xfrm>
            <a:prstGeom prst="rect">
              <a:avLst/>
            </a:prstGeom>
          </p:spPr>
          <p:txBody>
            <a:bodyPr wrap="square" lIns="0" tIns="0" rIns="0" bIns="0" anchor="ctr">
              <a:spAutoFit/>
            </a:bodyPr>
            <a:lstStyle/>
            <a:p>
              <a:pPr marL="0" marR="0" lvl="0" indent="0" defTabSz="914400" eaLnBrk="1" fontAlgn="auto" latinLnBrk="0" hangingPunct="1">
                <a:lnSpc>
                  <a:spcPct val="100000"/>
                </a:lnSpc>
                <a:spcBef>
                  <a:spcPts val="600"/>
                </a:spcBef>
                <a:spcAft>
                  <a:spcPts val="0"/>
                </a:spcAft>
                <a:buClrTx/>
                <a:buSzTx/>
                <a:buFontTx/>
                <a:buNone/>
                <a:tabLst/>
                <a:defRPr/>
              </a:pPr>
              <a:r>
                <a:rPr kumimoji="0" lang="de-DE" altLang="en-US" sz="2000" b="1" i="0" u="none" strike="noStrike" kern="0" cap="none" spc="0" normalizeH="0" baseline="0" noProof="0" dirty="0">
                  <a:ln>
                    <a:noFill/>
                  </a:ln>
                  <a:solidFill>
                    <a:schemeClr val="tx2"/>
                  </a:solidFill>
                  <a:effectLst/>
                  <a:uLnTx/>
                  <a:uFillTx/>
                  <a:cs typeface="Arial" panose="020B0604020202020204" pitchFamily="34" charset="0"/>
                </a:rPr>
                <a:t>Nachhaltiger</a:t>
              </a:r>
            </a:p>
            <a:p>
              <a:pPr marL="0" marR="0" lvl="0" indent="0" defTabSz="914400" eaLnBrk="1" fontAlgn="auto" latinLnBrk="0" hangingPunct="1">
                <a:lnSpc>
                  <a:spcPct val="100000"/>
                </a:lnSpc>
                <a:spcBef>
                  <a:spcPts val="600"/>
                </a:spcBef>
                <a:spcAft>
                  <a:spcPts val="0"/>
                </a:spcAft>
                <a:buClrTx/>
                <a:buSzTx/>
                <a:buFontTx/>
                <a:buNone/>
                <a:tabLst/>
                <a:defRPr/>
              </a:pPr>
              <a:r>
                <a:rPr kumimoji="0" lang="de-DE" altLang="en-US" sz="1600" i="0" u="none" strike="noStrike" kern="0" cap="none" spc="0" normalizeH="0" baseline="0" noProof="0" dirty="0">
                  <a:ln>
                    <a:noFill/>
                  </a:ln>
                  <a:solidFill>
                    <a:schemeClr val="tx2"/>
                  </a:solidFill>
                  <a:effectLst/>
                  <a:uLnTx/>
                  <a:uFillTx/>
                  <a:cs typeface="Arial" panose="020B0604020202020204" pitchFamily="34" charset="0"/>
                </a:rPr>
                <a:t>Verbesserung des </a:t>
              </a:r>
              <a:r>
                <a:rPr lang="de-DE" altLang="en-US" sz="1600" kern="0" dirty="0">
                  <a:solidFill>
                    <a:schemeClr val="tx2"/>
                  </a:solidFill>
                  <a:cs typeface="Arial" panose="020B0604020202020204" pitchFamily="34" charset="0"/>
                </a:rPr>
                <a:t>          </a:t>
              </a:r>
              <a:r>
                <a:rPr kumimoji="0" lang="de-DE" altLang="en-US" sz="1600" i="0" u="none" strike="noStrike" kern="0" cap="none" spc="0" normalizeH="0" baseline="0" noProof="0" dirty="0">
                  <a:ln>
                    <a:noFill/>
                  </a:ln>
                  <a:solidFill>
                    <a:schemeClr val="tx2"/>
                  </a:solidFill>
                  <a:effectLst/>
                  <a:uLnTx/>
                  <a:uFillTx/>
                  <a:cs typeface="Arial" panose="020B0604020202020204" pitchFamily="34" charset="0"/>
                </a:rPr>
                <a:t>Einklangs von Umwelt, Gesellschaft und Wirtschaft</a:t>
              </a:r>
            </a:p>
          </p:txBody>
        </p:sp>
        <p:sp>
          <p:nvSpPr>
            <p:cNvPr id="19" name="Rectangle 109">
              <a:extLst>
                <a:ext uri="{FF2B5EF4-FFF2-40B4-BE49-F238E27FC236}">
                  <a16:creationId xmlns:a16="http://schemas.microsoft.com/office/drawing/2014/main" id="{322D8C89-3E9E-9E42-A89A-DE3EA74F8BAC}"/>
                </a:ext>
              </a:extLst>
            </p:cNvPr>
            <p:cNvSpPr/>
            <p:nvPr/>
          </p:nvSpPr>
          <p:spPr>
            <a:xfrm>
              <a:off x="8948109" y="4586818"/>
              <a:ext cx="2681062" cy="877163"/>
            </a:xfrm>
            <a:prstGeom prst="rect">
              <a:avLst/>
            </a:prstGeom>
          </p:spPr>
          <p:txBody>
            <a:bodyPr wrap="square" lIns="0" tIns="0" rIns="0" bIns="0" anchor="ctr">
              <a:spAutoFit/>
            </a:bodyPr>
            <a:lstStyle/>
            <a:p>
              <a:pPr marL="0" marR="0" lvl="0" indent="0" defTabSz="914400" eaLnBrk="1" fontAlgn="auto" latinLnBrk="0" hangingPunct="1">
                <a:lnSpc>
                  <a:spcPct val="100000"/>
                </a:lnSpc>
                <a:spcBef>
                  <a:spcPts val="600"/>
                </a:spcBef>
                <a:spcAft>
                  <a:spcPts val="0"/>
                </a:spcAft>
                <a:buClrTx/>
                <a:buSzTx/>
                <a:buFontTx/>
                <a:buNone/>
                <a:tabLst/>
                <a:defRPr/>
              </a:pPr>
              <a:r>
                <a:rPr kumimoji="0" lang="de-DE" altLang="en-US" sz="2000" b="1" i="0" u="none" strike="noStrike" kern="0" cap="none" spc="0" normalizeH="0" baseline="0" noProof="0" dirty="0">
                  <a:ln>
                    <a:noFill/>
                  </a:ln>
                  <a:solidFill>
                    <a:schemeClr val="tx2"/>
                  </a:solidFill>
                  <a:effectLst/>
                  <a:uLnTx/>
                  <a:uFillTx/>
                  <a:cs typeface="Arial" panose="020B0604020202020204" pitchFamily="34" charset="0"/>
                </a:rPr>
                <a:t>Schneller</a:t>
              </a:r>
            </a:p>
            <a:p>
              <a:pPr marL="0" marR="0" lvl="0" indent="0" defTabSz="914400" eaLnBrk="1" fontAlgn="auto" latinLnBrk="0" hangingPunct="1">
                <a:lnSpc>
                  <a:spcPct val="100000"/>
                </a:lnSpc>
                <a:spcBef>
                  <a:spcPts val="600"/>
                </a:spcBef>
                <a:spcAft>
                  <a:spcPts val="0"/>
                </a:spcAft>
                <a:buClrTx/>
                <a:buSzTx/>
                <a:buFontTx/>
                <a:buNone/>
                <a:tabLst/>
                <a:defRPr/>
              </a:pPr>
              <a:r>
                <a:rPr kumimoji="0" lang="de-DE" altLang="en-US" sz="1600" i="0" u="none" strike="noStrike" kern="0" cap="none" spc="0" normalizeH="0" baseline="0" noProof="0" dirty="0">
                  <a:ln>
                    <a:noFill/>
                  </a:ln>
                  <a:solidFill>
                    <a:schemeClr val="tx2"/>
                  </a:solidFill>
                  <a:effectLst/>
                  <a:uLnTx/>
                  <a:uFillTx/>
                  <a:cs typeface="Arial" panose="020B0604020202020204" pitchFamily="34" charset="0"/>
                </a:rPr>
                <a:t>Verbesserung von Prozessen und Abläufen</a:t>
              </a:r>
            </a:p>
          </p:txBody>
        </p:sp>
        <p:grpSp>
          <p:nvGrpSpPr>
            <p:cNvPr id="20" name="Group 110">
              <a:extLst>
                <a:ext uri="{FF2B5EF4-FFF2-40B4-BE49-F238E27FC236}">
                  <a16:creationId xmlns:a16="http://schemas.microsoft.com/office/drawing/2014/main" id="{5B6AE09B-2E68-AA44-BE40-900DC5A2935A}"/>
                </a:ext>
              </a:extLst>
            </p:cNvPr>
            <p:cNvGrpSpPr/>
            <p:nvPr/>
          </p:nvGrpSpPr>
          <p:grpSpPr>
            <a:xfrm>
              <a:off x="4088903" y="4787296"/>
              <a:ext cx="546384" cy="476206"/>
              <a:chOff x="6283326" y="2565401"/>
              <a:chExt cx="346075" cy="301626"/>
            </a:xfrm>
          </p:grpSpPr>
          <p:sp>
            <p:nvSpPr>
              <p:cNvPr id="45" name="Freeform 78">
                <a:extLst>
                  <a:ext uri="{FF2B5EF4-FFF2-40B4-BE49-F238E27FC236}">
                    <a16:creationId xmlns:a16="http://schemas.microsoft.com/office/drawing/2014/main" id="{606F5BCD-4EF6-0E4D-A15D-909316E103AE}"/>
                  </a:ext>
                </a:extLst>
              </p:cNvPr>
              <p:cNvSpPr>
                <a:spLocks/>
              </p:cNvSpPr>
              <p:nvPr/>
            </p:nvSpPr>
            <p:spPr bwMode="auto">
              <a:xfrm>
                <a:off x="6450013" y="2625726"/>
                <a:ext cx="74613" cy="22225"/>
              </a:xfrm>
              <a:custGeom>
                <a:avLst/>
                <a:gdLst>
                  <a:gd name="T0" fmla="*/ 0 w 20"/>
                  <a:gd name="T1" fmla="*/ 0 h 6"/>
                  <a:gd name="T2" fmla="*/ 20 w 20"/>
                  <a:gd name="T3" fmla="*/ 6 h 6"/>
                </a:gdLst>
                <a:ahLst/>
                <a:cxnLst>
                  <a:cxn ang="0">
                    <a:pos x="T0" y="T1"/>
                  </a:cxn>
                  <a:cxn ang="0">
                    <a:pos x="T2" y="T3"/>
                  </a:cxn>
                </a:cxnLst>
                <a:rect l="0" t="0" r="r" b="b"/>
                <a:pathLst>
                  <a:path w="20" h="6">
                    <a:moveTo>
                      <a:pt x="0" y="0"/>
                    </a:moveTo>
                    <a:cubicBezTo>
                      <a:pt x="7" y="0"/>
                      <a:pt x="14" y="2"/>
                      <a:pt x="20" y="6"/>
                    </a:cubicBezTo>
                  </a:path>
                </a:pathLst>
              </a:cu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6" name="Freeform 79">
                <a:extLst>
                  <a:ext uri="{FF2B5EF4-FFF2-40B4-BE49-F238E27FC236}">
                    <a16:creationId xmlns:a16="http://schemas.microsoft.com/office/drawing/2014/main" id="{D1E68149-B716-D84C-8F49-CFAB2E0F5D3E}"/>
                  </a:ext>
                </a:extLst>
              </p:cNvPr>
              <p:cNvSpPr>
                <a:spLocks/>
              </p:cNvSpPr>
              <p:nvPr/>
            </p:nvSpPr>
            <p:spPr bwMode="auto">
              <a:xfrm>
                <a:off x="6599238" y="2678114"/>
                <a:ext cx="30163" cy="30163"/>
              </a:xfrm>
              <a:custGeom>
                <a:avLst/>
                <a:gdLst>
                  <a:gd name="T0" fmla="*/ 8 w 8"/>
                  <a:gd name="T1" fmla="*/ 0 h 8"/>
                  <a:gd name="T2" fmla="*/ 0 w 8"/>
                  <a:gd name="T3" fmla="*/ 8 h 8"/>
                </a:gdLst>
                <a:ahLst/>
                <a:cxnLst>
                  <a:cxn ang="0">
                    <a:pos x="T0" y="T1"/>
                  </a:cxn>
                  <a:cxn ang="0">
                    <a:pos x="T2" y="T3"/>
                  </a:cxn>
                </a:cxnLst>
                <a:rect l="0" t="0" r="r" b="b"/>
                <a:pathLst>
                  <a:path w="8" h="8">
                    <a:moveTo>
                      <a:pt x="8" y="0"/>
                    </a:moveTo>
                    <a:cubicBezTo>
                      <a:pt x="8" y="4"/>
                      <a:pt x="4" y="8"/>
                      <a:pt x="0" y="8"/>
                    </a:cubicBezTo>
                  </a:path>
                </a:pathLst>
              </a:cu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7" name="Freeform 80">
                <a:extLst>
                  <a:ext uri="{FF2B5EF4-FFF2-40B4-BE49-F238E27FC236}">
                    <a16:creationId xmlns:a16="http://schemas.microsoft.com/office/drawing/2014/main" id="{62032755-7F34-5049-9D89-DF451A5204CD}"/>
                  </a:ext>
                </a:extLst>
              </p:cNvPr>
              <p:cNvSpPr>
                <a:spLocks/>
              </p:cNvSpPr>
              <p:nvPr/>
            </p:nvSpPr>
            <p:spPr bwMode="auto">
              <a:xfrm>
                <a:off x="6283326" y="2565401"/>
                <a:ext cx="315913" cy="263525"/>
              </a:xfrm>
              <a:custGeom>
                <a:avLst/>
                <a:gdLst>
                  <a:gd name="T0" fmla="*/ 46 w 84"/>
                  <a:gd name="T1" fmla="*/ 6 h 70"/>
                  <a:gd name="T2" fmla="*/ 36 w 84"/>
                  <a:gd name="T3" fmla="*/ 7 h 70"/>
                  <a:gd name="T4" fmla="*/ 24 w 84"/>
                  <a:gd name="T5" fmla="*/ 0 h 70"/>
                  <a:gd name="T6" fmla="*/ 17 w 84"/>
                  <a:gd name="T7" fmla="*/ 2 h 70"/>
                  <a:gd name="T8" fmla="*/ 24 w 84"/>
                  <a:gd name="T9" fmla="*/ 12 h 70"/>
                  <a:gd name="T10" fmla="*/ 8 w 84"/>
                  <a:gd name="T11" fmla="*/ 34 h 70"/>
                  <a:gd name="T12" fmla="*/ 0 w 84"/>
                  <a:gd name="T13" fmla="*/ 34 h 70"/>
                  <a:gd name="T14" fmla="*/ 0 w 84"/>
                  <a:gd name="T15" fmla="*/ 50 h 70"/>
                  <a:gd name="T16" fmla="*/ 11 w 84"/>
                  <a:gd name="T17" fmla="*/ 50 h 70"/>
                  <a:gd name="T18" fmla="*/ 46 w 84"/>
                  <a:gd name="T19" fmla="*/ 70 h 70"/>
                  <a:gd name="T20" fmla="*/ 84 w 84"/>
                  <a:gd name="T21" fmla="*/ 38 h 70"/>
                  <a:gd name="T22" fmla="*/ 46 w 84"/>
                  <a:gd name="T23" fmla="*/ 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 h="70">
                    <a:moveTo>
                      <a:pt x="46" y="6"/>
                    </a:moveTo>
                    <a:cubicBezTo>
                      <a:pt x="43" y="6"/>
                      <a:pt x="39" y="6"/>
                      <a:pt x="36" y="7"/>
                    </a:cubicBezTo>
                    <a:cubicBezTo>
                      <a:pt x="34" y="3"/>
                      <a:pt x="29" y="0"/>
                      <a:pt x="24" y="0"/>
                    </a:cubicBezTo>
                    <a:cubicBezTo>
                      <a:pt x="21" y="0"/>
                      <a:pt x="19" y="1"/>
                      <a:pt x="17" y="2"/>
                    </a:cubicBezTo>
                    <a:cubicBezTo>
                      <a:pt x="21" y="4"/>
                      <a:pt x="23" y="8"/>
                      <a:pt x="24" y="12"/>
                    </a:cubicBezTo>
                    <a:cubicBezTo>
                      <a:pt x="15" y="17"/>
                      <a:pt x="10" y="25"/>
                      <a:pt x="8" y="34"/>
                    </a:cubicBezTo>
                    <a:cubicBezTo>
                      <a:pt x="0" y="34"/>
                      <a:pt x="0" y="34"/>
                      <a:pt x="0" y="34"/>
                    </a:cubicBezTo>
                    <a:cubicBezTo>
                      <a:pt x="0" y="50"/>
                      <a:pt x="0" y="50"/>
                      <a:pt x="0" y="50"/>
                    </a:cubicBezTo>
                    <a:cubicBezTo>
                      <a:pt x="11" y="50"/>
                      <a:pt x="11" y="50"/>
                      <a:pt x="11" y="50"/>
                    </a:cubicBezTo>
                    <a:cubicBezTo>
                      <a:pt x="16" y="62"/>
                      <a:pt x="30" y="70"/>
                      <a:pt x="46" y="70"/>
                    </a:cubicBezTo>
                    <a:cubicBezTo>
                      <a:pt x="67" y="70"/>
                      <a:pt x="84" y="56"/>
                      <a:pt x="84" y="38"/>
                    </a:cubicBezTo>
                    <a:cubicBezTo>
                      <a:pt x="84" y="20"/>
                      <a:pt x="67" y="6"/>
                      <a:pt x="46" y="6"/>
                    </a:cubicBezTo>
                    <a:close/>
                  </a:path>
                </a:pathLst>
              </a:cu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8" name="Oval 81">
                <a:extLst>
                  <a:ext uri="{FF2B5EF4-FFF2-40B4-BE49-F238E27FC236}">
                    <a16:creationId xmlns:a16="http://schemas.microsoft.com/office/drawing/2014/main" id="{2AD9DB21-60BE-4747-BF33-FE8090A593A5}"/>
                  </a:ext>
                </a:extLst>
              </p:cNvPr>
              <p:cNvSpPr>
                <a:spLocks noChangeArrowheads="1"/>
              </p:cNvSpPr>
              <p:nvPr/>
            </p:nvSpPr>
            <p:spPr bwMode="auto">
              <a:xfrm>
                <a:off x="6359526" y="2678114"/>
                <a:ext cx="14288" cy="15875"/>
              </a:xfrm>
              <a:prstGeom prst="ellipse">
                <a:avLst/>
              </a:pr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9" name="Line 82">
                <a:extLst>
                  <a:ext uri="{FF2B5EF4-FFF2-40B4-BE49-F238E27FC236}">
                    <a16:creationId xmlns:a16="http://schemas.microsoft.com/office/drawing/2014/main" id="{1AA0F093-2616-4644-8885-E8505FB3EF03}"/>
                  </a:ext>
                </a:extLst>
              </p:cNvPr>
              <p:cNvSpPr>
                <a:spLocks noChangeShapeType="1"/>
              </p:cNvSpPr>
              <p:nvPr/>
            </p:nvSpPr>
            <p:spPr bwMode="auto">
              <a:xfrm>
                <a:off x="6389688" y="2817814"/>
                <a:ext cx="0" cy="49213"/>
              </a:xfrm>
              <a:prstGeom prst="line">
                <a:avLst/>
              </a:prstGeom>
              <a:noFill/>
              <a:ln w="14288" cap="rnd">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0" name="Line 83">
                <a:extLst>
                  <a:ext uri="{FF2B5EF4-FFF2-40B4-BE49-F238E27FC236}">
                    <a16:creationId xmlns:a16="http://schemas.microsoft.com/office/drawing/2014/main" id="{7402036B-7E6C-D044-BC7C-6842969B36FD}"/>
                  </a:ext>
                </a:extLst>
              </p:cNvPr>
              <p:cNvSpPr>
                <a:spLocks noChangeShapeType="1"/>
              </p:cNvSpPr>
              <p:nvPr/>
            </p:nvSpPr>
            <p:spPr bwMode="auto">
              <a:xfrm>
                <a:off x="6524626" y="2817814"/>
                <a:ext cx="0" cy="49213"/>
              </a:xfrm>
              <a:prstGeom prst="line">
                <a:avLst/>
              </a:prstGeom>
              <a:noFill/>
              <a:ln w="14288" cap="rnd">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21" name="Group 117">
              <a:extLst>
                <a:ext uri="{FF2B5EF4-FFF2-40B4-BE49-F238E27FC236}">
                  <a16:creationId xmlns:a16="http://schemas.microsoft.com/office/drawing/2014/main" id="{CF655151-85C8-A54F-B4A5-878005ABBCDF}"/>
                </a:ext>
              </a:extLst>
            </p:cNvPr>
            <p:cNvGrpSpPr/>
            <p:nvPr/>
          </p:nvGrpSpPr>
          <p:grpSpPr>
            <a:xfrm>
              <a:off x="4131781" y="2565075"/>
              <a:ext cx="460627" cy="460626"/>
              <a:chOff x="2678113" y="2533651"/>
              <a:chExt cx="346076" cy="346075"/>
            </a:xfrm>
          </p:grpSpPr>
          <p:sp>
            <p:nvSpPr>
              <p:cNvPr id="37" name="Line 24">
                <a:extLst>
                  <a:ext uri="{FF2B5EF4-FFF2-40B4-BE49-F238E27FC236}">
                    <a16:creationId xmlns:a16="http://schemas.microsoft.com/office/drawing/2014/main" id="{4AFAB2CB-FDD7-EE48-9DEB-2AE1E0488053}"/>
                  </a:ext>
                </a:extLst>
              </p:cNvPr>
              <p:cNvSpPr>
                <a:spLocks noChangeShapeType="1"/>
              </p:cNvSpPr>
              <p:nvPr/>
            </p:nvSpPr>
            <p:spPr bwMode="auto">
              <a:xfrm flipV="1">
                <a:off x="2678113" y="2684463"/>
                <a:ext cx="195263" cy="195263"/>
              </a:xfrm>
              <a:prstGeom prst="line">
                <a:avLst/>
              </a:prstGeom>
              <a:noFill/>
              <a:ln w="28575"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8" name="Line 25">
                <a:extLst>
                  <a:ext uri="{FF2B5EF4-FFF2-40B4-BE49-F238E27FC236}">
                    <a16:creationId xmlns:a16="http://schemas.microsoft.com/office/drawing/2014/main" id="{3E648A87-DDB6-694B-9016-6C10BEA1C2B2}"/>
                  </a:ext>
                </a:extLst>
              </p:cNvPr>
              <p:cNvSpPr>
                <a:spLocks noChangeShapeType="1"/>
              </p:cNvSpPr>
              <p:nvPr/>
            </p:nvSpPr>
            <p:spPr bwMode="auto">
              <a:xfrm>
                <a:off x="2978151" y="2640013"/>
                <a:ext cx="46038" cy="0"/>
              </a:xfrm>
              <a:prstGeom prst="line">
                <a:avLst/>
              </a:prstGeom>
              <a:noFill/>
              <a:ln w="28575"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9" name="Line 26">
                <a:extLst>
                  <a:ext uri="{FF2B5EF4-FFF2-40B4-BE49-F238E27FC236}">
                    <a16:creationId xmlns:a16="http://schemas.microsoft.com/office/drawing/2014/main" id="{A3F7C9BC-CA7E-8641-BD8F-FE6EFC7F6A4F}"/>
                  </a:ext>
                </a:extLst>
              </p:cNvPr>
              <p:cNvSpPr>
                <a:spLocks noChangeShapeType="1"/>
              </p:cNvSpPr>
              <p:nvPr/>
            </p:nvSpPr>
            <p:spPr bwMode="auto">
              <a:xfrm flipV="1">
                <a:off x="2963863" y="2563813"/>
                <a:ext cx="30163" cy="30163"/>
              </a:xfrm>
              <a:prstGeom prst="line">
                <a:avLst/>
              </a:prstGeom>
              <a:noFill/>
              <a:ln w="28575"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0" name="Line 27">
                <a:extLst>
                  <a:ext uri="{FF2B5EF4-FFF2-40B4-BE49-F238E27FC236}">
                    <a16:creationId xmlns:a16="http://schemas.microsoft.com/office/drawing/2014/main" id="{E43A4C29-4E40-E143-9A3F-4A12D4D88094}"/>
                  </a:ext>
                </a:extLst>
              </p:cNvPr>
              <p:cNvSpPr>
                <a:spLocks noChangeShapeType="1"/>
              </p:cNvSpPr>
              <p:nvPr/>
            </p:nvSpPr>
            <p:spPr bwMode="auto">
              <a:xfrm flipV="1">
                <a:off x="2917826" y="2533651"/>
                <a:ext cx="0" cy="46038"/>
              </a:xfrm>
              <a:prstGeom prst="line">
                <a:avLst/>
              </a:prstGeom>
              <a:noFill/>
              <a:ln w="28575"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1" name="Line 28">
                <a:extLst>
                  <a:ext uri="{FF2B5EF4-FFF2-40B4-BE49-F238E27FC236}">
                    <a16:creationId xmlns:a16="http://schemas.microsoft.com/office/drawing/2014/main" id="{F51435FF-50D3-8043-BAE5-AE6B785FDA59}"/>
                  </a:ext>
                </a:extLst>
              </p:cNvPr>
              <p:cNvSpPr>
                <a:spLocks noChangeShapeType="1"/>
              </p:cNvSpPr>
              <p:nvPr/>
            </p:nvSpPr>
            <p:spPr bwMode="auto">
              <a:xfrm flipH="1" flipV="1">
                <a:off x="2843213" y="2563813"/>
                <a:ext cx="30163" cy="30163"/>
              </a:xfrm>
              <a:prstGeom prst="line">
                <a:avLst/>
              </a:prstGeom>
              <a:noFill/>
              <a:ln w="28575"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2" name="Line 29">
                <a:extLst>
                  <a:ext uri="{FF2B5EF4-FFF2-40B4-BE49-F238E27FC236}">
                    <a16:creationId xmlns:a16="http://schemas.microsoft.com/office/drawing/2014/main" id="{E2057032-F21B-5A43-B7FD-AED572A8C52A}"/>
                  </a:ext>
                </a:extLst>
              </p:cNvPr>
              <p:cNvSpPr>
                <a:spLocks noChangeShapeType="1"/>
              </p:cNvSpPr>
              <p:nvPr/>
            </p:nvSpPr>
            <p:spPr bwMode="auto">
              <a:xfrm flipH="1">
                <a:off x="2813051" y="2640013"/>
                <a:ext cx="44450" cy="0"/>
              </a:xfrm>
              <a:prstGeom prst="line">
                <a:avLst/>
              </a:prstGeom>
              <a:noFill/>
              <a:ln w="28575"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3" name="Line 30">
                <a:extLst>
                  <a:ext uri="{FF2B5EF4-FFF2-40B4-BE49-F238E27FC236}">
                    <a16:creationId xmlns:a16="http://schemas.microsoft.com/office/drawing/2014/main" id="{FC349C91-CE92-1545-8ACB-0F6B01D6CE73}"/>
                  </a:ext>
                </a:extLst>
              </p:cNvPr>
              <p:cNvSpPr>
                <a:spLocks noChangeShapeType="1"/>
              </p:cNvSpPr>
              <p:nvPr/>
            </p:nvSpPr>
            <p:spPr bwMode="auto">
              <a:xfrm>
                <a:off x="2917826" y="2684463"/>
                <a:ext cx="0" cy="44450"/>
              </a:xfrm>
              <a:prstGeom prst="line">
                <a:avLst/>
              </a:prstGeom>
              <a:noFill/>
              <a:ln w="28575"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4" name="Line 31">
                <a:extLst>
                  <a:ext uri="{FF2B5EF4-FFF2-40B4-BE49-F238E27FC236}">
                    <a16:creationId xmlns:a16="http://schemas.microsoft.com/office/drawing/2014/main" id="{F14608E2-3D84-3041-B889-31BCDA1B0B09}"/>
                  </a:ext>
                </a:extLst>
              </p:cNvPr>
              <p:cNvSpPr>
                <a:spLocks noChangeShapeType="1"/>
              </p:cNvSpPr>
              <p:nvPr/>
            </p:nvSpPr>
            <p:spPr bwMode="auto">
              <a:xfrm>
                <a:off x="2963863" y="2670176"/>
                <a:ext cx="30163" cy="30163"/>
              </a:xfrm>
              <a:prstGeom prst="line">
                <a:avLst/>
              </a:prstGeom>
              <a:noFill/>
              <a:ln w="28575"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22" name="Group 126">
              <a:extLst>
                <a:ext uri="{FF2B5EF4-FFF2-40B4-BE49-F238E27FC236}">
                  <a16:creationId xmlns:a16="http://schemas.microsoft.com/office/drawing/2014/main" id="{24384A4E-CF8F-9848-A763-6F060A097749}"/>
                </a:ext>
              </a:extLst>
            </p:cNvPr>
            <p:cNvGrpSpPr/>
            <p:nvPr/>
          </p:nvGrpSpPr>
          <p:grpSpPr>
            <a:xfrm>
              <a:off x="7529669" y="2531585"/>
              <a:ext cx="506689" cy="527607"/>
              <a:chOff x="3398838" y="1811338"/>
              <a:chExt cx="346075" cy="360363"/>
            </a:xfrm>
          </p:grpSpPr>
          <p:sp>
            <p:nvSpPr>
              <p:cNvPr id="31" name="Freeform 48">
                <a:extLst>
                  <a:ext uri="{FF2B5EF4-FFF2-40B4-BE49-F238E27FC236}">
                    <a16:creationId xmlns:a16="http://schemas.microsoft.com/office/drawing/2014/main" id="{6BFD44C7-31B9-144F-ACFD-C874A2DB0C0C}"/>
                  </a:ext>
                </a:extLst>
              </p:cNvPr>
              <p:cNvSpPr>
                <a:spLocks/>
              </p:cNvSpPr>
              <p:nvPr/>
            </p:nvSpPr>
            <p:spPr bwMode="auto">
              <a:xfrm>
                <a:off x="3598863" y="1885951"/>
                <a:ext cx="112713" cy="120650"/>
              </a:xfrm>
              <a:custGeom>
                <a:avLst/>
                <a:gdLst>
                  <a:gd name="T0" fmla="*/ 7 w 30"/>
                  <a:gd name="T1" fmla="*/ 8 h 32"/>
                  <a:gd name="T2" fmla="*/ 7 w 30"/>
                  <a:gd name="T3" fmla="*/ 22 h 32"/>
                  <a:gd name="T4" fmla="*/ 23 w 30"/>
                  <a:gd name="T5" fmla="*/ 24 h 32"/>
                  <a:gd name="T6" fmla="*/ 26 w 30"/>
                  <a:gd name="T7" fmla="*/ 0 h 32"/>
                  <a:gd name="T8" fmla="*/ 7 w 30"/>
                  <a:gd name="T9" fmla="*/ 8 h 32"/>
                </a:gdLst>
                <a:ahLst/>
                <a:cxnLst>
                  <a:cxn ang="0">
                    <a:pos x="T0" y="T1"/>
                  </a:cxn>
                  <a:cxn ang="0">
                    <a:pos x="T2" y="T3"/>
                  </a:cxn>
                  <a:cxn ang="0">
                    <a:pos x="T4" y="T5"/>
                  </a:cxn>
                  <a:cxn ang="0">
                    <a:pos x="T6" y="T7"/>
                  </a:cxn>
                  <a:cxn ang="0">
                    <a:pos x="T8" y="T9"/>
                  </a:cxn>
                </a:cxnLst>
                <a:rect l="0" t="0" r="r" b="b"/>
                <a:pathLst>
                  <a:path w="30" h="32">
                    <a:moveTo>
                      <a:pt x="7" y="8"/>
                    </a:moveTo>
                    <a:cubicBezTo>
                      <a:pt x="2" y="11"/>
                      <a:pt x="0" y="17"/>
                      <a:pt x="7" y="22"/>
                    </a:cubicBezTo>
                    <a:cubicBezTo>
                      <a:pt x="11" y="32"/>
                      <a:pt x="18" y="29"/>
                      <a:pt x="23" y="24"/>
                    </a:cubicBezTo>
                    <a:cubicBezTo>
                      <a:pt x="27" y="20"/>
                      <a:pt x="30" y="7"/>
                      <a:pt x="26" y="0"/>
                    </a:cubicBezTo>
                    <a:cubicBezTo>
                      <a:pt x="19" y="5"/>
                      <a:pt x="13" y="4"/>
                      <a:pt x="7" y="8"/>
                    </a:cubicBezTo>
                    <a:close/>
                  </a:path>
                </a:pathLst>
              </a:cu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2" name="Freeform 49">
                <a:extLst>
                  <a:ext uri="{FF2B5EF4-FFF2-40B4-BE49-F238E27FC236}">
                    <a16:creationId xmlns:a16="http://schemas.microsoft.com/office/drawing/2014/main" id="{4D6E6B1F-E984-4B44-A183-557D47A5EB54}"/>
                  </a:ext>
                </a:extLst>
              </p:cNvPr>
              <p:cNvSpPr>
                <a:spLocks/>
              </p:cNvSpPr>
              <p:nvPr/>
            </p:nvSpPr>
            <p:spPr bwMode="auto">
              <a:xfrm>
                <a:off x="3451226" y="1811338"/>
                <a:ext cx="150813" cy="173038"/>
              </a:xfrm>
              <a:custGeom>
                <a:avLst/>
                <a:gdLst>
                  <a:gd name="T0" fmla="*/ 32 w 40"/>
                  <a:gd name="T1" fmla="*/ 14 h 46"/>
                  <a:gd name="T2" fmla="*/ 28 w 40"/>
                  <a:gd name="T3" fmla="*/ 33 h 46"/>
                  <a:gd name="T4" fmla="*/ 8 w 40"/>
                  <a:gd name="T5" fmla="*/ 34 h 46"/>
                  <a:gd name="T6" fmla="*/ 5 w 40"/>
                  <a:gd name="T7" fmla="*/ 0 h 46"/>
                  <a:gd name="T8" fmla="*/ 32 w 40"/>
                  <a:gd name="T9" fmla="*/ 14 h 46"/>
                </a:gdLst>
                <a:ahLst/>
                <a:cxnLst>
                  <a:cxn ang="0">
                    <a:pos x="T0" y="T1"/>
                  </a:cxn>
                  <a:cxn ang="0">
                    <a:pos x="T2" y="T3"/>
                  </a:cxn>
                  <a:cxn ang="0">
                    <a:pos x="T4" y="T5"/>
                  </a:cxn>
                  <a:cxn ang="0">
                    <a:pos x="T6" y="T7"/>
                  </a:cxn>
                  <a:cxn ang="0">
                    <a:pos x="T8" y="T9"/>
                  </a:cxn>
                </a:cxnLst>
                <a:rect l="0" t="0" r="r" b="b"/>
                <a:pathLst>
                  <a:path w="40" h="46">
                    <a:moveTo>
                      <a:pt x="32" y="14"/>
                    </a:moveTo>
                    <a:cubicBezTo>
                      <a:pt x="37" y="20"/>
                      <a:pt x="40" y="28"/>
                      <a:pt x="28" y="33"/>
                    </a:cubicBezTo>
                    <a:cubicBezTo>
                      <a:pt x="22" y="46"/>
                      <a:pt x="13" y="41"/>
                      <a:pt x="8" y="34"/>
                    </a:cubicBezTo>
                    <a:cubicBezTo>
                      <a:pt x="2" y="28"/>
                      <a:pt x="0" y="10"/>
                      <a:pt x="5" y="0"/>
                    </a:cubicBezTo>
                    <a:cubicBezTo>
                      <a:pt x="14" y="8"/>
                      <a:pt x="26" y="6"/>
                      <a:pt x="32" y="14"/>
                    </a:cubicBezTo>
                    <a:close/>
                  </a:path>
                </a:pathLst>
              </a:cu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3" name="Freeform 50">
                <a:extLst>
                  <a:ext uri="{FF2B5EF4-FFF2-40B4-BE49-F238E27FC236}">
                    <a16:creationId xmlns:a16="http://schemas.microsoft.com/office/drawing/2014/main" id="{E47A990D-B8D7-5249-A1E9-94A37B28F514}"/>
                  </a:ext>
                </a:extLst>
              </p:cNvPr>
              <p:cNvSpPr>
                <a:spLocks/>
              </p:cNvSpPr>
              <p:nvPr/>
            </p:nvSpPr>
            <p:spPr bwMode="auto">
              <a:xfrm>
                <a:off x="3500438" y="1863726"/>
                <a:ext cx="161925" cy="158750"/>
              </a:xfrm>
              <a:custGeom>
                <a:avLst/>
                <a:gdLst>
                  <a:gd name="T0" fmla="*/ 43 w 43"/>
                  <a:gd name="T1" fmla="*/ 20 h 42"/>
                  <a:gd name="T2" fmla="*/ 25 w 43"/>
                  <a:gd name="T3" fmla="*/ 42 h 42"/>
                  <a:gd name="T4" fmla="*/ 0 w 43"/>
                  <a:gd name="T5" fmla="*/ 0 h 42"/>
                </a:gdLst>
                <a:ahLst/>
                <a:cxnLst>
                  <a:cxn ang="0">
                    <a:pos x="T0" y="T1"/>
                  </a:cxn>
                  <a:cxn ang="0">
                    <a:pos x="T2" y="T3"/>
                  </a:cxn>
                  <a:cxn ang="0">
                    <a:pos x="T4" y="T5"/>
                  </a:cxn>
                </a:cxnLst>
                <a:rect l="0" t="0" r="r" b="b"/>
                <a:pathLst>
                  <a:path w="43" h="42">
                    <a:moveTo>
                      <a:pt x="43" y="20"/>
                    </a:moveTo>
                    <a:cubicBezTo>
                      <a:pt x="31" y="26"/>
                      <a:pt x="25" y="42"/>
                      <a:pt x="25" y="42"/>
                    </a:cubicBezTo>
                    <a:cubicBezTo>
                      <a:pt x="25" y="42"/>
                      <a:pt x="20" y="18"/>
                      <a:pt x="0" y="0"/>
                    </a:cubicBezTo>
                  </a:path>
                </a:pathLst>
              </a:cu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4" name="Rectangle 51">
                <a:extLst>
                  <a:ext uri="{FF2B5EF4-FFF2-40B4-BE49-F238E27FC236}">
                    <a16:creationId xmlns:a16="http://schemas.microsoft.com/office/drawing/2014/main" id="{70C5C9BC-B08E-DF46-86A5-BB1D68BE756A}"/>
                  </a:ext>
                </a:extLst>
              </p:cNvPr>
              <p:cNvSpPr>
                <a:spLocks noChangeArrowheads="1"/>
              </p:cNvSpPr>
              <p:nvPr/>
            </p:nvSpPr>
            <p:spPr bwMode="auto">
              <a:xfrm>
                <a:off x="3398838" y="2022476"/>
                <a:ext cx="60325" cy="119063"/>
              </a:xfrm>
              <a:prstGeom prst="rect">
                <a:avLst/>
              </a:prstGeom>
              <a:noFill/>
              <a:ln w="14288" cap="flat">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5" name="Freeform 52">
                <a:extLst>
                  <a:ext uri="{FF2B5EF4-FFF2-40B4-BE49-F238E27FC236}">
                    <a16:creationId xmlns:a16="http://schemas.microsoft.com/office/drawing/2014/main" id="{A83856B4-9990-844C-9A5A-CD35CB4764DB}"/>
                  </a:ext>
                </a:extLst>
              </p:cNvPr>
              <p:cNvSpPr>
                <a:spLocks/>
              </p:cNvSpPr>
              <p:nvPr/>
            </p:nvSpPr>
            <p:spPr bwMode="auto">
              <a:xfrm>
                <a:off x="3459163" y="2063751"/>
                <a:ext cx="285750" cy="107950"/>
              </a:xfrm>
              <a:custGeom>
                <a:avLst/>
                <a:gdLst>
                  <a:gd name="T0" fmla="*/ 0 w 76"/>
                  <a:gd name="T1" fmla="*/ 15 h 29"/>
                  <a:gd name="T2" fmla="*/ 76 w 76"/>
                  <a:gd name="T3" fmla="*/ 5 h 29"/>
                  <a:gd name="T4" fmla="*/ 64 w 76"/>
                  <a:gd name="T5" fmla="*/ 1 h 29"/>
                  <a:gd name="T6" fmla="*/ 46 w 76"/>
                  <a:gd name="T7" fmla="*/ 7 h 29"/>
                </a:gdLst>
                <a:ahLst/>
                <a:cxnLst>
                  <a:cxn ang="0">
                    <a:pos x="T0" y="T1"/>
                  </a:cxn>
                  <a:cxn ang="0">
                    <a:pos x="T2" y="T3"/>
                  </a:cxn>
                  <a:cxn ang="0">
                    <a:pos x="T4" y="T5"/>
                  </a:cxn>
                  <a:cxn ang="0">
                    <a:pos x="T6" y="T7"/>
                  </a:cxn>
                </a:cxnLst>
                <a:rect l="0" t="0" r="r" b="b"/>
                <a:pathLst>
                  <a:path w="76" h="29">
                    <a:moveTo>
                      <a:pt x="0" y="15"/>
                    </a:moveTo>
                    <a:cubicBezTo>
                      <a:pt x="43" y="29"/>
                      <a:pt x="27" y="29"/>
                      <a:pt x="76" y="5"/>
                    </a:cubicBezTo>
                    <a:cubicBezTo>
                      <a:pt x="72" y="1"/>
                      <a:pt x="68" y="0"/>
                      <a:pt x="64" y="1"/>
                    </a:cubicBezTo>
                    <a:cubicBezTo>
                      <a:pt x="46" y="7"/>
                      <a:pt x="46" y="7"/>
                      <a:pt x="46" y="7"/>
                    </a:cubicBezTo>
                  </a:path>
                </a:pathLst>
              </a:cu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6" name="Freeform 53">
                <a:extLst>
                  <a:ext uri="{FF2B5EF4-FFF2-40B4-BE49-F238E27FC236}">
                    <a16:creationId xmlns:a16="http://schemas.microsoft.com/office/drawing/2014/main" id="{D59648A6-77FD-7847-9E48-002E3D3D11C9}"/>
                  </a:ext>
                </a:extLst>
              </p:cNvPr>
              <p:cNvSpPr>
                <a:spLocks/>
              </p:cNvSpPr>
              <p:nvPr/>
            </p:nvSpPr>
            <p:spPr bwMode="auto">
              <a:xfrm>
                <a:off x="3459163" y="2036763"/>
                <a:ext cx="180975" cy="60325"/>
              </a:xfrm>
              <a:custGeom>
                <a:avLst/>
                <a:gdLst>
                  <a:gd name="T0" fmla="*/ 0 w 48"/>
                  <a:gd name="T1" fmla="*/ 0 h 16"/>
                  <a:gd name="T2" fmla="*/ 12 w 48"/>
                  <a:gd name="T3" fmla="*/ 0 h 16"/>
                  <a:gd name="T4" fmla="*/ 30 w 48"/>
                  <a:gd name="T5" fmla="*/ 8 h 16"/>
                  <a:gd name="T6" fmla="*/ 42 w 48"/>
                  <a:gd name="T7" fmla="*/ 8 h 16"/>
                  <a:gd name="T8" fmla="*/ 42 w 48"/>
                  <a:gd name="T9" fmla="*/ 16 h 16"/>
                  <a:gd name="T10" fmla="*/ 20 w 48"/>
                  <a:gd name="T11" fmla="*/ 16 h 16"/>
                </a:gdLst>
                <a:ahLst/>
                <a:cxnLst>
                  <a:cxn ang="0">
                    <a:pos x="T0" y="T1"/>
                  </a:cxn>
                  <a:cxn ang="0">
                    <a:pos x="T2" y="T3"/>
                  </a:cxn>
                  <a:cxn ang="0">
                    <a:pos x="T4" y="T5"/>
                  </a:cxn>
                  <a:cxn ang="0">
                    <a:pos x="T6" y="T7"/>
                  </a:cxn>
                  <a:cxn ang="0">
                    <a:pos x="T8" y="T9"/>
                  </a:cxn>
                  <a:cxn ang="0">
                    <a:pos x="T10" y="T11"/>
                  </a:cxn>
                </a:cxnLst>
                <a:rect l="0" t="0" r="r" b="b"/>
                <a:pathLst>
                  <a:path w="48" h="16">
                    <a:moveTo>
                      <a:pt x="0" y="0"/>
                    </a:moveTo>
                    <a:cubicBezTo>
                      <a:pt x="12" y="0"/>
                      <a:pt x="12" y="0"/>
                      <a:pt x="12" y="0"/>
                    </a:cubicBezTo>
                    <a:cubicBezTo>
                      <a:pt x="21" y="0"/>
                      <a:pt x="28" y="6"/>
                      <a:pt x="30" y="8"/>
                    </a:cubicBezTo>
                    <a:cubicBezTo>
                      <a:pt x="30" y="8"/>
                      <a:pt x="36" y="8"/>
                      <a:pt x="42" y="8"/>
                    </a:cubicBezTo>
                    <a:cubicBezTo>
                      <a:pt x="48" y="8"/>
                      <a:pt x="48" y="16"/>
                      <a:pt x="42" y="16"/>
                    </a:cubicBezTo>
                    <a:cubicBezTo>
                      <a:pt x="20" y="16"/>
                      <a:pt x="20" y="16"/>
                      <a:pt x="20" y="16"/>
                    </a:cubicBezTo>
                  </a:path>
                </a:pathLst>
              </a:custGeom>
              <a:noFill/>
              <a:ln w="14288"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23" name="Group 141">
              <a:extLst>
                <a:ext uri="{FF2B5EF4-FFF2-40B4-BE49-F238E27FC236}">
                  <a16:creationId xmlns:a16="http://schemas.microsoft.com/office/drawing/2014/main" id="{EA2768EE-033D-134A-B3EE-099099B5394E}"/>
                </a:ext>
              </a:extLst>
            </p:cNvPr>
            <p:cNvGrpSpPr/>
            <p:nvPr/>
          </p:nvGrpSpPr>
          <p:grpSpPr>
            <a:xfrm>
              <a:off x="7560200" y="4787297"/>
              <a:ext cx="445628" cy="476206"/>
              <a:chOff x="6291263" y="4338639"/>
              <a:chExt cx="323851" cy="346075"/>
            </a:xfrm>
          </p:grpSpPr>
          <p:sp>
            <p:nvSpPr>
              <p:cNvPr id="24" name="Oval 151">
                <a:extLst>
                  <a:ext uri="{FF2B5EF4-FFF2-40B4-BE49-F238E27FC236}">
                    <a16:creationId xmlns:a16="http://schemas.microsoft.com/office/drawing/2014/main" id="{C717AACD-9AF7-274D-9EDE-FA569BBD892B}"/>
                  </a:ext>
                </a:extLst>
              </p:cNvPr>
              <p:cNvSpPr>
                <a:spLocks noChangeArrowheads="1"/>
              </p:cNvSpPr>
              <p:nvPr/>
            </p:nvSpPr>
            <p:spPr bwMode="auto">
              <a:xfrm>
                <a:off x="6321426" y="4338639"/>
                <a:ext cx="104775" cy="106363"/>
              </a:xfrm>
              <a:prstGeom prst="ellipse">
                <a:avLst/>
              </a:prstGeom>
              <a:noFill/>
              <a:ln w="14288"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5" name="Freeform 152">
                <a:extLst>
                  <a:ext uri="{FF2B5EF4-FFF2-40B4-BE49-F238E27FC236}">
                    <a16:creationId xmlns:a16="http://schemas.microsoft.com/office/drawing/2014/main" id="{D9578599-7D5F-1249-A0A8-DA5FCB0208AE}"/>
                  </a:ext>
                </a:extLst>
              </p:cNvPr>
              <p:cNvSpPr>
                <a:spLocks/>
              </p:cNvSpPr>
              <p:nvPr/>
            </p:nvSpPr>
            <p:spPr bwMode="auto">
              <a:xfrm>
                <a:off x="6343651" y="4618039"/>
                <a:ext cx="60325" cy="66675"/>
              </a:xfrm>
              <a:custGeom>
                <a:avLst/>
                <a:gdLst>
                  <a:gd name="T0" fmla="*/ 0 w 38"/>
                  <a:gd name="T1" fmla="*/ 28 h 42"/>
                  <a:gd name="T2" fmla="*/ 0 w 38"/>
                  <a:gd name="T3" fmla="*/ 42 h 42"/>
                  <a:gd name="T4" fmla="*/ 38 w 38"/>
                  <a:gd name="T5" fmla="*/ 42 h 42"/>
                  <a:gd name="T6" fmla="*/ 38 w 38"/>
                  <a:gd name="T7" fmla="*/ 0 h 42"/>
                </a:gdLst>
                <a:ahLst/>
                <a:cxnLst>
                  <a:cxn ang="0">
                    <a:pos x="T0" y="T1"/>
                  </a:cxn>
                  <a:cxn ang="0">
                    <a:pos x="T2" y="T3"/>
                  </a:cxn>
                  <a:cxn ang="0">
                    <a:pos x="T4" y="T5"/>
                  </a:cxn>
                  <a:cxn ang="0">
                    <a:pos x="T6" y="T7"/>
                  </a:cxn>
                </a:cxnLst>
                <a:rect l="0" t="0" r="r" b="b"/>
                <a:pathLst>
                  <a:path w="38" h="42">
                    <a:moveTo>
                      <a:pt x="0" y="28"/>
                    </a:moveTo>
                    <a:lnTo>
                      <a:pt x="0" y="42"/>
                    </a:lnTo>
                    <a:lnTo>
                      <a:pt x="38" y="42"/>
                    </a:lnTo>
                    <a:lnTo>
                      <a:pt x="38" y="0"/>
                    </a:lnTo>
                  </a:path>
                </a:pathLst>
              </a:custGeom>
              <a:noFill/>
              <a:ln w="14288"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6" name="Freeform 153">
                <a:extLst>
                  <a:ext uri="{FF2B5EF4-FFF2-40B4-BE49-F238E27FC236}">
                    <a16:creationId xmlns:a16="http://schemas.microsoft.com/office/drawing/2014/main" id="{8E086FD0-A4B3-8748-BA46-6149A80B07B4}"/>
                  </a:ext>
                </a:extLst>
              </p:cNvPr>
              <p:cNvSpPr>
                <a:spLocks/>
              </p:cNvSpPr>
              <p:nvPr/>
            </p:nvSpPr>
            <p:spPr bwMode="auto">
              <a:xfrm>
                <a:off x="6291263" y="4475164"/>
                <a:ext cx="165100" cy="112713"/>
              </a:xfrm>
              <a:custGeom>
                <a:avLst/>
                <a:gdLst>
                  <a:gd name="T0" fmla="*/ 42 w 44"/>
                  <a:gd name="T1" fmla="*/ 14 h 30"/>
                  <a:gd name="T2" fmla="*/ 44 w 44"/>
                  <a:gd name="T3" fmla="*/ 0 h 30"/>
                  <a:gd name="T4" fmla="*/ 0 w 44"/>
                  <a:gd name="T5" fmla="*/ 0 h 30"/>
                  <a:gd name="T6" fmla="*/ 14 w 44"/>
                  <a:gd name="T7" fmla="*/ 30 h 30"/>
                </a:gdLst>
                <a:ahLst/>
                <a:cxnLst>
                  <a:cxn ang="0">
                    <a:pos x="T0" y="T1"/>
                  </a:cxn>
                  <a:cxn ang="0">
                    <a:pos x="T2" y="T3"/>
                  </a:cxn>
                  <a:cxn ang="0">
                    <a:pos x="T4" y="T5"/>
                  </a:cxn>
                  <a:cxn ang="0">
                    <a:pos x="T6" y="T7"/>
                  </a:cxn>
                </a:cxnLst>
                <a:rect l="0" t="0" r="r" b="b"/>
                <a:pathLst>
                  <a:path w="44" h="30">
                    <a:moveTo>
                      <a:pt x="42" y="14"/>
                    </a:moveTo>
                    <a:cubicBezTo>
                      <a:pt x="43" y="10"/>
                      <a:pt x="44" y="5"/>
                      <a:pt x="44" y="0"/>
                    </a:cubicBezTo>
                    <a:cubicBezTo>
                      <a:pt x="0" y="0"/>
                      <a:pt x="0" y="0"/>
                      <a:pt x="0" y="0"/>
                    </a:cubicBezTo>
                    <a:cubicBezTo>
                      <a:pt x="0" y="16"/>
                      <a:pt x="6" y="26"/>
                      <a:pt x="14" y="30"/>
                    </a:cubicBezTo>
                  </a:path>
                </a:pathLst>
              </a:custGeom>
              <a:noFill/>
              <a:ln w="14288"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7" name="Oval 154">
                <a:extLst>
                  <a:ext uri="{FF2B5EF4-FFF2-40B4-BE49-F238E27FC236}">
                    <a16:creationId xmlns:a16="http://schemas.microsoft.com/office/drawing/2014/main" id="{EADDD631-EFBE-7E46-8836-FBE099B4AA90}"/>
                  </a:ext>
                </a:extLst>
              </p:cNvPr>
              <p:cNvSpPr>
                <a:spLocks noChangeArrowheads="1"/>
              </p:cNvSpPr>
              <p:nvPr/>
            </p:nvSpPr>
            <p:spPr bwMode="auto">
              <a:xfrm>
                <a:off x="6502401" y="4338639"/>
                <a:ext cx="44450" cy="46038"/>
              </a:xfrm>
              <a:prstGeom prst="ellipse">
                <a:avLst/>
              </a:prstGeom>
              <a:noFill/>
              <a:ln w="14288"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8" name="Freeform 155">
                <a:extLst>
                  <a:ext uri="{FF2B5EF4-FFF2-40B4-BE49-F238E27FC236}">
                    <a16:creationId xmlns:a16="http://schemas.microsoft.com/office/drawing/2014/main" id="{D9E8861F-9C5C-EE43-9070-8E8F229F6A81}"/>
                  </a:ext>
                </a:extLst>
              </p:cNvPr>
              <p:cNvSpPr>
                <a:spLocks/>
              </p:cNvSpPr>
              <p:nvPr/>
            </p:nvSpPr>
            <p:spPr bwMode="auto">
              <a:xfrm>
                <a:off x="6486526" y="4398964"/>
                <a:ext cx="74613" cy="53975"/>
              </a:xfrm>
              <a:custGeom>
                <a:avLst/>
                <a:gdLst>
                  <a:gd name="T0" fmla="*/ 14 w 20"/>
                  <a:gd name="T1" fmla="*/ 14 h 14"/>
                  <a:gd name="T2" fmla="*/ 20 w 20"/>
                  <a:gd name="T3" fmla="*/ 0 h 14"/>
                  <a:gd name="T4" fmla="*/ 0 w 20"/>
                  <a:gd name="T5" fmla="*/ 0 h 14"/>
                  <a:gd name="T6" fmla="*/ 6 w 20"/>
                  <a:gd name="T7" fmla="*/ 14 h 14"/>
                </a:gdLst>
                <a:ahLst/>
                <a:cxnLst>
                  <a:cxn ang="0">
                    <a:pos x="T0" y="T1"/>
                  </a:cxn>
                  <a:cxn ang="0">
                    <a:pos x="T2" y="T3"/>
                  </a:cxn>
                  <a:cxn ang="0">
                    <a:pos x="T4" y="T5"/>
                  </a:cxn>
                  <a:cxn ang="0">
                    <a:pos x="T6" y="T7"/>
                  </a:cxn>
                </a:cxnLst>
                <a:rect l="0" t="0" r="r" b="b"/>
                <a:pathLst>
                  <a:path w="20" h="14">
                    <a:moveTo>
                      <a:pt x="14" y="14"/>
                    </a:moveTo>
                    <a:cubicBezTo>
                      <a:pt x="17" y="12"/>
                      <a:pt x="20" y="7"/>
                      <a:pt x="20" y="0"/>
                    </a:cubicBezTo>
                    <a:cubicBezTo>
                      <a:pt x="0" y="0"/>
                      <a:pt x="0" y="0"/>
                      <a:pt x="0" y="0"/>
                    </a:cubicBezTo>
                    <a:cubicBezTo>
                      <a:pt x="0" y="7"/>
                      <a:pt x="3" y="12"/>
                      <a:pt x="6" y="14"/>
                    </a:cubicBezTo>
                  </a:path>
                </a:pathLst>
              </a:custGeom>
              <a:noFill/>
              <a:ln w="14288"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9" name="Freeform 156">
                <a:extLst>
                  <a:ext uri="{FF2B5EF4-FFF2-40B4-BE49-F238E27FC236}">
                    <a16:creationId xmlns:a16="http://schemas.microsoft.com/office/drawing/2014/main" id="{E438E405-1F64-8349-A7F1-C74E82207EF3}"/>
                  </a:ext>
                </a:extLst>
              </p:cNvPr>
              <p:cNvSpPr>
                <a:spLocks/>
              </p:cNvSpPr>
              <p:nvPr/>
            </p:nvSpPr>
            <p:spPr bwMode="auto">
              <a:xfrm>
                <a:off x="6291263" y="4489451"/>
                <a:ext cx="323850" cy="195263"/>
              </a:xfrm>
              <a:custGeom>
                <a:avLst/>
                <a:gdLst>
                  <a:gd name="T0" fmla="*/ 0 w 204"/>
                  <a:gd name="T1" fmla="*/ 123 h 123"/>
                  <a:gd name="T2" fmla="*/ 85 w 204"/>
                  <a:gd name="T3" fmla="*/ 38 h 123"/>
                  <a:gd name="T4" fmla="*/ 133 w 204"/>
                  <a:gd name="T5" fmla="*/ 76 h 123"/>
                  <a:gd name="T6" fmla="*/ 204 w 204"/>
                  <a:gd name="T7" fmla="*/ 0 h 123"/>
                </a:gdLst>
                <a:ahLst/>
                <a:cxnLst>
                  <a:cxn ang="0">
                    <a:pos x="T0" y="T1"/>
                  </a:cxn>
                  <a:cxn ang="0">
                    <a:pos x="T2" y="T3"/>
                  </a:cxn>
                  <a:cxn ang="0">
                    <a:pos x="T4" y="T5"/>
                  </a:cxn>
                  <a:cxn ang="0">
                    <a:pos x="T6" y="T7"/>
                  </a:cxn>
                </a:cxnLst>
                <a:rect l="0" t="0" r="r" b="b"/>
                <a:pathLst>
                  <a:path w="204" h="123">
                    <a:moveTo>
                      <a:pt x="0" y="123"/>
                    </a:moveTo>
                    <a:lnTo>
                      <a:pt x="85" y="38"/>
                    </a:lnTo>
                    <a:lnTo>
                      <a:pt x="133" y="76"/>
                    </a:lnTo>
                    <a:lnTo>
                      <a:pt x="204" y="0"/>
                    </a:lnTo>
                  </a:path>
                </a:pathLst>
              </a:custGeom>
              <a:noFill/>
              <a:ln w="14288"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0" name="Freeform 157">
                <a:extLst>
                  <a:ext uri="{FF2B5EF4-FFF2-40B4-BE49-F238E27FC236}">
                    <a16:creationId xmlns:a16="http://schemas.microsoft.com/office/drawing/2014/main" id="{00786DF0-5CDE-6C4A-A79C-04BF9FC785F7}"/>
                  </a:ext>
                </a:extLst>
              </p:cNvPr>
              <p:cNvSpPr>
                <a:spLocks/>
              </p:cNvSpPr>
              <p:nvPr/>
            </p:nvSpPr>
            <p:spPr bwMode="auto">
              <a:xfrm>
                <a:off x="6508751" y="4489451"/>
                <a:ext cx="106363" cy="98425"/>
              </a:xfrm>
              <a:custGeom>
                <a:avLst/>
                <a:gdLst>
                  <a:gd name="T0" fmla="*/ 0 w 67"/>
                  <a:gd name="T1" fmla="*/ 0 h 62"/>
                  <a:gd name="T2" fmla="*/ 67 w 67"/>
                  <a:gd name="T3" fmla="*/ 0 h 62"/>
                  <a:gd name="T4" fmla="*/ 67 w 67"/>
                  <a:gd name="T5" fmla="*/ 62 h 62"/>
                </a:gdLst>
                <a:ahLst/>
                <a:cxnLst>
                  <a:cxn ang="0">
                    <a:pos x="T0" y="T1"/>
                  </a:cxn>
                  <a:cxn ang="0">
                    <a:pos x="T2" y="T3"/>
                  </a:cxn>
                  <a:cxn ang="0">
                    <a:pos x="T4" y="T5"/>
                  </a:cxn>
                </a:cxnLst>
                <a:rect l="0" t="0" r="r" b="b"/>
                <a:pathLst>
                  <a:path w="67" h="62">
                    <a:moveTo>
                      <a:pt x="0" y="0"/>
                    </a:moveTo>
                    <a:lnTo>
                      <a:pt x="67" y="0"/>
                    </a:lnTo>
                    <a:lnTo>
                      <a:pt x="67" y="62"/>
                    </a:lnTo>
                  </a:path>
                </a:pathLst>
              </a:custGeom>
              <a:noFill/>
              <a:ln w="14288"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sp>
        <p:nvSpPr>
          <p:cNvPr id="51" name="Footer Placeholder 4">
            <a:extLst>
              <a:ext uri="{FF2B5EF4-FFF2-40B4-BE49-F238E27FC236}">
                <a16:creationId xmlns:a16="http://schemas.microsoft.com/office/drawing/2014/main" id="{77529205-9EE4-D877-18C4-410AEA38C677}"/>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2751806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A239F6-7F1B-4DE7-B378-92C133C444FA}"/>
              </a:ext>
            </a:extLst>
          </p:cNvPr>
          <p:cNvSpPr>
            <a:spLocks noGrp="1"/>
          </p:cNvSpPr>
          <p:nvPr>
            <p:ph type="sldNum" sz="quarter" idx="12"/>
          </p:nvPr>
        </p:nvSpPr>
        <p:spPr/>
        <p:txBody>
          <a:bodyPr/>
          <a:lstStyle/>
          <a:p>
            <a:fld id="{5EE2ECF6-E7B2-474A-BE3A-4A3A2424717D}" type="slidenum">
              <a:rPr lang="de-DE" smtClean="0"/>
              <a:pPr/>
              <a:t>4</a:t>
            </a:fld>
            <a:endParaRPr lang="de-DE" dirty="0"/>
          </a:p>
        </p:txBody>
      </p:sp>
      <p:grpSp>
        <p:nvGrpSpPr>
          <p:cNvPr id="6" name="Gruppieren 5">
            <a:extLst>
              <a:ext uri="{FF2B5EF4-FFF2-40B4-BE49-F238E27FC236}">
                <a16:creationId xmlns:a16="http://schemas.microsoft.com/office/drawing/2014/main" id="{5E536AE0-FCDA-AEF7-2820-F4B7469356D6}"/>
              </a:ext>
            </a:extLst>
          </p:cNvPr>
          <p:cNvGrpSpPr/>
          <p:nvPr/>
        </p:nvGrpSpPr>
        <p:grpSpPr>
          <a:xfrm>
            <a:off x="515939" y="1268413"/>
            <a:ext cx="11159608" cy="4824412"/>
            <a:chOff x="515939" y="1268413"/>
            <a:chExt cx="11159608" cy="4824412"/>
          </a:xfrm>
        </p:grpSpPr>
        <p:grpSp>
          <p:nvGrpSpPr>
            <p:cNvPr id="7" name="Group 543">
              <a:extLst>
                <a:ext uri="{FF2B5EF4-FFF2-40B4-BE49-F238E27FC236}">
                  <a16:creationId xmlns:a16="http://schemas.microsoft.com/office/drawing/2014/main" id="{88CC4AC0-3187-176E-A6EF-CDFA88868D14}"/>
                </a:ext>
              </a:extLst>
            </p:cNvPr>
            <p:cNvGrpSpPr/>
            <p:nvPr/>
          </p:nvGrpSpPr>
          <p:grpSpPr>
            <a:xfrm>
              <a:off x="2053856" y="1801533"/>
              <a:ext cx="8084288" cy="4291292"/>
              <a:chOff x="2019300" y="1516631"/>
              <a:chExt cx="8153400" cy="4327976"/>
            </a:xfrm>
          </p:grpSpPr>
          <p:sp>
            <p:nvSpPr>
              <p:cNvPr id="58" name="Freeform: Shape 213">
                <a:extLst>
                  <a:ext uri="{FF2B5EF4-FFF2-40B4-BE49-F238E27FC236}">
                    <a16:creationId xmlns:a16="http://schemas.microsoft.com/office/drawing/2014/main" id="{1FCC68E0-153A-0568-0194-405313AA8F31}"/>
                  </a:ext>
                </a:extLst>
              </p:cNvPr>
              <p:cNvSpPr/>
              <p:nvPr/>
            </p:nvSpPr>
            <p:spPr>
              <a:xfrm>
                <a:off x="6778455" y="4005061"/>
                <a:ext cx="39026" cy="43904"/>
              </a:xfrm>
              <a:custGeom>
                <a:avLst/>
                <a:gdLst>
                  <a:gd name="connsiteX0" fmla="*/ 27185 w 76200"/>
                  <a:gd name="connsiteY0" fmla="*/ 11430 h 85725"/>
                  <a:gd name="connsiteX1" fmla="*/ 5278 w 76200"/>
                  <a:gd name="connsiteY1" fmla="*/ 44768 h 85725"/>
                  <a:gd name="connsiteX2" fmla="*/ 4325 w 76200"/>
                  <a:gd name="connsiteY2" fmla="*/ 84773 h 85725"/>
                  <a:gd name="connsiteX3" fmla="*/ 29091 w 76200"/>
                  <a:gd name="connsiteY3" fmla="*/ 82868 h 85725"/>
                  <a:gd name="connsiteX4" fmla="*/ 50045 w 76200"/>
                  <a:gd name="connsiteY4" fmla="*/ 90488 h 85725"/>
                  <a:gd name="connsiteX5" fmla="*/ 68143 w 76200"/>
                  <a:gd name="connsiteY5" fmla="*/ 66675 h 85725"/>
                  <a:gd name="connsiteX6" fmla="*/ 44330 w 76200"/>
                  <a:gd name="connsiteY6" fmla="*/ 56198 h 85725"/>
                  <a:gd name="connsiteX7" fmla="*/ 70048 w 76200"/>
                  <a:gd name="connsiteY7" fmla="*/ 34290 h 85725"/>
                  <a:gd name="connsiteX8" fmla="*/ 66238 w 76200"/>
                  <a:gd name="connsiteY8" fmla="*/ 5715 h 85725"/>
                  <a:gd name="connsiteX9" fmla="*/ 60523 w 76200"/>
                  <a:gd name="connsiteY9" fmla="*/ 0 h 85725"/>
                  <a:gd name="connsiteX10" fmla="*/ 48141 w 76200"/>
                  <a:gd name="connsiteY10" fmla="*/ 8573 h 85725"/>
                  <a:gd name="connsiteX11" fmla="*/ 27185 w 76200"/>
                  <a:gd name="connsiteY11" fmla="*/ 11430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00" h="85725">
                    <a:moveTo>
                      <a:pt x="27185" y="11430"/>
                    </a:moveTo>
                    <a:cubicBezTo>
                      <a:pt x="24328" y="16193"/>
                      <a:pt x="13850" y="34290"/>
                      <a:pt x="5278" y="44768"/>
                    </a:cubicBezTo>
                    <a:cubicBezTo>
                      <a:pt x="-4247" y="56198"/>
                      <a:pt x="1468" y="79057"/>
                      <a:pt x="4325" y="84773"/>
                    </a:cubicBezTo>
                    <a:cubicBezTo>
                      <a:pt x="7183" y="90488"/>
                      <a:pt x="20518" y="89535"/>
                      <a:pt x="29091" y="82868"/>
                    </a:cubicBezTo>
                    <a:cubicBezTo>
                      <a:pt x="35758" y="78105"/>
                      <a:pt x="40520" y="80963"/>
                      <a:pt x="50045" y="90488"/>
                    </a:cubicBezTo>
                    <a:cubicBezTo>
                      <a:pt x="54808" y="82868"/>
                      <a:pt x="62428" y="74295"/>
                      <a:pt x="68143" y="66675"/>
                    </a:cubicBezTo>
                    <a:cubicBezTo>
                      <a:pt x="57666" y="60007"/>
                      <a:pt x="47188" y="59055"/>
                      <a:pt x="44330" y="56198"/>
                    </a:cubicBezTo>
                    <a:cubicBezTo>
                      <a:pt x="39568" y="51435"/>
                      <a:pt x="57666" y="37148"/>
                      <a:pt x="70048" y="34290"/>
                    </a:cubicBezTo>
                    <a:cubicBezTo>
                      <a:pt x="82430" y="31432"/>
                      <a:pt x="76716" y="16193"/>
                      <a:pt x="66238" y="5715"/>
                    </a:cubicBezTo>
                    <a:cubicBezTo>
                      <a:pt x="64333" y="3810"/>
                      <a:pt x="62428" y="1905"/>
                      <a:pt x="60523" y="0"/>
                    </a:cubicBezTo>
                    <a:cubicBezTo>
                      <a:pt x="54808" y="3810"/>
                      <a:pt x="50045" y="6668"/>
                      <a:pt x="48141" y="8573"/>
                    </a:cubicBezTo>
                    <a:cubicBezTo>
                      <a:pt x="44330" y="14288"/>
                      <a:pt x="37663" y="12383"/>
                      <a:pt x="27185" y="1143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9" name="Freeform: Shape 214">
                <a:extLst>
                  <a:ext uri="{FF2B5EF4-FFF2-40B4-BE49-F238E27FC236}">
                    <a16:creationId xmlns:a16="http://schemas.microsoft.com/office/drawing/2014/main" id="{7684479A-0016-441D-CC54-E049C3EAD65B}"/>
                  </a:ext>
                </a:extLst>
              </p:cNvPr>
              <p:cNvSpPr/>
              <p:nvPr/>
            </p:nvSpPr>
            <p:spPr>
              <a:xfrm>
                <a:off x="6631885" y="3426950"/>
                <a:ext cx="29270" cy="43904"/>
              </a:xfrm>
              <a:custGeom>
                <a:avLst/>
                <a:gdLst>
                  <a:gd name="connsiteX0" fmla="*/ 53340 w 57150"/>
                  <a:gd name="connsiteY0" fmla="*/ 37231 h 85725"/>
                  <a:gd name="connsiteX1" fmla="*/ 32385 w 57150"/>
                  <a:gd name="connsiteY1" fmla="*/ 83 h 85725"/>
                  <a:gd name="connsiteX2" fmla="*/ 32385 w 57150"/>
                  <a:gd name="connsiteY2" fmla="*/ 6751 h 85725"/>
                  <a:gd name="connsiteX3" fmla="*/ 0 w 57150"/>
                  <a:gd name="connsiteY3" fmla="*/ 78188 h 85725"/>
                  <a:gd name="connsiteX4" fmla="*/ 20955 w 57150"/>
                  <a:gd name="connsiteY4" fmla="*/ 87713 h 85725"/>
                  <a:gd name="connsiteX5" fmla="*/ 53340 w 57150"/>
                  <a:gd name="connsiteY5" fmla="*/ 3723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50" h="85725">
                    <a:moveTo>
                      <a:pt x="53340" y="37231"/>
                    </a:moveTo>
                    <a:cubicBezTo>
                      <a:pt x="61913" y="29611"/>
                      <a:pt x="66675" y="-1822"/>
                      <a:pt x="32385" y="83"/>
                    </a:cubicBezTo>
                    <a:cubicBezTo>
                      <a:pt x="32385" y="1988"/>
                      <a:pt x="32385" y="3893"/>
                      <a:pt x="32385" y="6751"/>
                    </a:cubicBezTo>
                    <a:cubicBezTo>
                      <a:pt x="32385" y="21038"/>
                      <a:pt x="11430" y="50566"/>
                      <a:pt x="0" y="78188"/>
                    </a:cubicBezTo>
                    <a:lnTo>
                      <a:pt x="20955" y="87713"/>
                    </a:lnTo>
                    <a:cubicBezTo>
                      <a:pt x="30480" y="65806"/>
                      <a:pt x="46673" y="42946"/>
                      <a:pt x="53340" y="37231"/>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0" name="Freeform: Shape 215">
                <a:extLst>
                  <a:ext uri="{FF2B5EF4-FFF2-40B4-BE49-F238E27FC236}">
                    <a16:creationId xmlns:a16="http://schemas.microsoft.com/office/drawing/2014/main" id="{7AA87D58-BF46-40DE-2466-A9F3B958B3DB}"/>
                  </a:ext>
                </a:extLst>
              </p:cNvPr>
              <p:cNvSpPr/>
              <p:nvPr/>
            </p:nvSpPr>
            <p:spPr>
              <a:xfrm>
                <a:off x="6641641" y="3357722"/>
                <a:ext cx="151225" cy="131712"/>
              </a:xfrm>
              <a:custGeom>
                <a:avLst/>
                <a:gdLst>
                  <a:gd name="connsiteX0" fmla="*/ 34290 w 295275"/>
                  <a:gd name="connsiteY0" fmla="*/ 172403 h 257175"/>
                  <a:gd name="connsiteX1" fmla="*/ 0 w 295275"/>
                  <a:gd name="connsiteY1" fmla="*/ 222885 h 257175"/>
                  <a:gd name="connsiteX2" fmla="*/ 1905 w 295275"/>
                  <a:gd name="connsiteY2" fmla="*/ 223838 h 257175"/>
                  <a:gd name="connsiteX3" fmla="*/ 5715 w 295275"/>
                  <a:gd name="connsiteY3" fmla="*/ 240982 h 257175"/>
                  <a:gd name="connsiteX4" fmla="*/ 45720 w 295275"/>
                  <a:gd name="connsiteY4" fmla="*/ 263842 h 257175"/>
                  <a:gd name="connsiteX5" fmla="*/ 87630 w 295275"/>
                  <a:gd name="connsiteY5" fmla="*/ 239078 h 257175"/>
                  <a:gd name="connsiteX6" fmla="*/ 239078 w 295275"/>
                  <a:gd name="connsiteY6" fmla="*/ 156210 h 257175"/>
                  <a:gd name="connsiteX7" fmla="*/ 249555 w 295275"/>
                  <a:gd name="connsiteY7" fmla="*/ 127635 h 257175"/>
                  <a:gd name="connsiteX8" fmla="*/ 253365 w 295275"/>
                  <a:gd name="connsiteY8" fmla="*/ 89535 h 257175"/>
                  <a:gd name="connsiteX9" fmla="*/ 249555 w 295275"/>
                  <a:gd name="connsiteY9" fmla="*/ 49530 h 257175"/>
                  <a:gd name="connsiteX10" fmla="*/ 277178 w 295275"/>
                  <a:gd name="connsiteY10" fmla="*/ 26670 h 257175"/>
                  <a:gd name="connsiteX11" fmla="*/ 302895 w 295275"/>
                  <a:gd name="connsiteY11" fmla="*/ 5715 h 257175"/>
                  <a:gd name="connsiteX12" fmla="*/ 285750 w 295275"/>
                  <a:gd name="connsiteY12" fmla="*/ 0 h 257175"/>
                  <a:gd name="connsiteX13" fmla="*/ 237173 w 295275"/>
                  <a:gd name="connsiteY13" fmla="*/ 7620 h 257175"/>
                  <a:gd name="connsiteX14" fmla="*/ 178118 w 295275"/>
                  <a:gd name="connsiteY14" fmla="*/ 26670 h 257175"/>
                  <a:gd name="connsiteX15" fmla="*/ 127635 w 295275"/>
                  <a:gd name="connsiteY15" fmla="*/ 24765 h 257175"/>
                  <a:gd name="connsiteX16" fmla="*/ 100013 w 295275"/>
                  <a:gd name="connsiteY16" fmla="*/ 30480 h 257175"/>
                  <a:gd name="connsiteX17" fmla="*/ 60007 w 295275"/>
                  <a:gd name="connsiteY17" fmla="*/ 30480 h 257175"/>
                  <a:gd name="connsiteX18" fmla="*/ 42863 w 295275"/>
                  <a:gd name="connsiteY18" fmla="*/ 41910 h 257175"/>
                  <a:gd name="connsiteX19" fmla="*/ 17145 w 295275"/>
                  <a:gd name="connsiteY19" fmla="*/ 75247 h 257175"/>
                  <a:gd name="connsiteX20" fmla="*/ 17145 w 295275"/>
                  <a:gd name="connsiteY20" fmla="*/ 99060 h 257175"/>
                  <a:gd name="connsiteX21" fmla="*/ 13335 w 295275"/>
                  <a:gd name="connsiteY21" fmla="*/ 134303 h 257175"/>
                  <a:gd name="connsiteX22" fmla="*/ 34290 w 295275"/>
                  <a:gd name="connsiteY22" fmla="*/ 172403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5275" h="257175">
                    <a:moveTo>
                      <a:pt x="34290" y="172403"/>
                    </a:moveTo>
                    <a:cubicBezTo>
                      <a:pt x="27623" y="179070"/>
                      <a:pt x="11430" y="201930"/>
                      <a:pt x="0" y="222885"/>
                    </a:cubicBezTo>
                    <a:lnTo>
                      <a:pt x="1905" y="223838"/>
                    </a:lnTo>
                    <a:lnTo>
                      <a:pt x="5715" y="240982"/>
                    </a:lnTo>
                    <a:lnTo>
                      <a:pt x="45720" y="263842"/>
                    </a:lnTo>
                    <a:cubicBezTo>
                      <a:pt x="45720" y="263842"/>
                      <a:pt x="75248" y="240982"/>
                      <a:pt x="87630" y="239078"/>
                    </a:cubicBezTo>
                    <a:cubicBezTo>
                      <a:pt x="100013" y="237172"/>
                      <a:pt x="239078" y="156210"/>
                      <a:pt x="239078" y="156210"/>
                    </a:cubicBezTo>
                    <a:cubicBezTo>
                      <a:pt x="239078" y="156210"/>
                      <a:pt x="251460" y="135255"/>
                      <a:pt x="249555" y="127635"/>
                    </a:cubicBezTo>
                    <a:cubicBezTo>
                      <a:pt x="247650" y="120015"/>
                      <a:pt x="245745" y="99060"/>
                      <a:pt x="253365" y="89535"/>
                    </a:cubicBezTo>
                    <a:cubicBezTo>
                      <a:pt x="260032" y="80010"/>
                      <a:pt x="244793" y="64770"/>
                      <a:pt x="249555" y="49530"/>
                    </a:cubicBezTo>
                    <a:cubicBezTo>
                      <a:pt x="254318" y="34290"/>
                      <a:pt x="277178" y="26670"/>
                      <a:pt x="277178" y="26670"/>
                    </a:cubicBezTo>
                    <a:lnTo>
                      <a:pt x="302895" y="5715"/>
                    </a:lnTo>
                    <a:lnTo>
                      <a:pt x="285750" y="0"/>
                    </a:lnTo>
                    <a:cubicBezTo>
                      <a:pt x="285750" y="0"/>
                      <a:pt x="262890" y="9525"/>
                      <a:pt x="237173" y="7620"/>
                    </a:cubicBezTo>
                    <a:cubicBezTo>
                      <a:pt x="211455" y="5715"/>
                      <a:pt x="205740" y="26670"/>
                      <a:pt x="178118" y="26670"/>
                    </a:cubicBezTo>
                    <a:cubicBezTo>
                      <a:pt x="150495" y="26670"/>
                      <a:pt x="134303" y="34290"/>
                      <a:pt x="127635" y="24765"/>
                    </a:cubicBezTo>
                    <a:cubicBezTo>
                      <a:pt x="120968" y="15240"/>
                      <a:pt x="119063" y="20955"/>
                      <a:pt x="100013" y="30480"/>
                    </a:cubicBezTo>
                    <a:cubicBezTo>
                      <a:pt x="80963" y="40005"/>
                      <a:pt x="68580" y="38100"/>
                      <a:pt x="60007" y="30480"/>
                    </a:cubicBezTo>
                    <a:cubicBezTo>
                      <a:pt x="51435" y="22860"/>
                      <a:pt x="43815" y="32385"/>
                      <a:pt x="42863" y="41910"/>
                    </a:cubicBezTo>
                    <a:cubicBezTo>
                      <a:pt x="40957" y="50482"/>
                      <a:pt x="43815" y="71438"/>
                      <a:pt x="17145" y="75247"/>
                    </a:cubicBezTo>
                    <a:cubicBezTo>
                      <a:pt x="15240" y="83820"/>
                      <a:pt x="12382" y="93345"/>
                      <a:pt x="17145" y="99060"/>
                    </a:cubicBezTo>
                    <a:cubicBezTo>
                      <a:pt x="23813" y="108585"/>
                      <a:pt x="16193" y="119063"/>
                      <a:pt x="13335" y="134303"/>
                    </a:cubicBezTo>
                    <a:cubicBezTo>
                      <a:pt x="47625" y="133350"/>
                      <a:pt x="41910" y="163830"/>
                      <a:pt x="34290" y="17240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1" name="Freeform: Shape 216">
                <a:extLst>
                  <a:ext uri="{FF2B5EF4-FFF2-40B4-BE49-F238E27FC236}">
                    <a16:creationId xmlns:a16="http://schemas.microsoft.com/office/drawing/2014/main" id="{4E4BCAC6-5FD7-8D4E-BDE3-707260C11ABD}"/>
                  </a:ext>
                </a:extLst>
              </p:cNvPr>
              <p:cNvSpPr/>
              <p:nvPr/>
            </p:nvSpPr>
            <p:spPr>
              <a:xfrm>
                <a:off x="8683692" y="3332355"/>
                <a:ext cx="78052" cy="107321"/>
              </a:xfrm>
              <a:custGeom>
                <a:avLst/>
                <a:gdLst>
                  <a:gd name="connsiteX0" fmla="*/ 141866 w 152400"/>
                  <a:gd name="connsiteY0" fmla="*/ 72390 h 209550"/>
                  <a:gd name="connsiteX1" fmla="*/ 141866 w 152400"/>
                  <a:gd name="connsiteY1" fmla="*/ 68580 h 209550"/>
                  <a:gd name="connsiteX2" fmla="*/ 137103 w 152400"/>
                  <a:gd name="connsiteY2" fmla="*/ 64770 h 209550"/>
                  <a:gd name="connsiteX3" fmla="*/ 81858 w 152400"/>
                  <a:gd name="connsiteY3" fmla="*/ 0 h 209550"/>
                  <a:gd name="connsiteX4" fmla="*/ 73285 w 152400"/>
                  <a:gd name="connsiteY4" fmla="*/ 953 h 209550"/>
                  <a:gd name="connsiteX5" fmla="*/ 33280 w 152400"/>
                  <a:gd name="connsiteY5" fmla="*/ 10478 h 209550"/>
                  <a:gd name="connsiteX6" fmla="*/ 7562 w 152400"/>
                  <a:gd name="connsiteY6" fmla="*/ 31433 h 209550"/>
                  <a:gd name="connsiteX7" fmla="*/ 20897 w 152400"/>
                  <a:gd name="connsiteY7" fmla="*/ 57150 h 209550"/>
                  <a:gd name="connsiteX8" fmla="*/ 18041 w 152400"/>
                  <a:gd name="connsiteY8" fmla="*/ 77153 h 209550"/>
                  <a:gd name="connsiteX9" fmla="*/ 16135 w 152400"/>
                  <a:gd name="connsiteY9" fmla="*/ 120968 h 209550"/>
                  <a:gd name="connsiteX10" fmla="*/ 1847 w 152400"/>
                  <a:gd name="connsiteY10" fmla="*/ 179070 h 209550"/>
                  <a:gd name="connsiteX11" fmla="*/ 8516 w 152400"/>
                  <a:gd name="connsiteY11" fmla="*/ 210503 h 209550"/>
                  <a:gd name="connsiteX12" fmla="*/ 93287 w 152400"/>
                  <a:gd name="connsiteY12" fmla="*/ 180975 h 209550"/>
                  <a:gd name="connsiteX13" fmla="*/ 136150 w 152400"/>
                  <a:gd name="connsiteY13" fmla="*/ 160972 h 209550"/>
                  <a:gd name="connsiteX14" fmla="*/ 154247 w 152400"/>
                  <a:gd name="connsiteY14" fmla="*/ 140970 h 209550"/>
                  <a:gd name="connsiteX15" fmla="*/ 141866 w 152400"/>
                  <a:gd name="connsiteY15" fmla="*/ 7239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400" h="209550">
                    <a:moveTo>
                      <a:pt x="141866" y="72390"/>
                    </a:moveTo>
                    <a:cubicBezTo>
                      <a:pt x="141866" y="71438"/>
                      <a:pt x="141866" y="69533"/>
                      <a:pt x="141866" y="68580"/>
                    </a:cubicBezTo>
                    <a:cubicBezTo>
                      <a:pt x="139960" y="67628"/>
                      <a:pt x="138055" y="66675"/>
                      <a:pt x="137103" y="64770"/>
                    </a:cubicBezTo>
                    <a:cubicBezTo>
                      <a:pt x="114243" y="47625"/>
                      <a:pt x="93287" y="25718"/>
                      <a:pt x="81858" y="0"/>
                    </a:cubicBezTo>
                    <a:cubicBezTo>
                      <a:pt x="79000" y="953"/>
                      <a:pt x="77095" y="953"/>
                      <a:pt x="73285" y="953"/>
                    </a:cubicBezTo>
                    <a:cubicBezTo>
                      <a:pt x="58045" y="953"/>
                      <a:pt x="39947" y="2858"/>
                      <a:pt x="33280" y="10478"/>
                    </a:cubicBezTo>
                    <a:cubicBezTo>
                      <a:pt x="29470" y="14288"/>
                      <a:pt x="17087" y="22860"/>
                      <a:pt x="7562" y="31433"/>
                    </a:cubicBezTo>
                    <a:cubicBezTo>
                      <a:pt x="12325" y="40005"/>
                      <a:pt x="11372" y="55245"/>
                      <a:pt x="20897" y="57150"/>
                    </a:cubicBezTo>
                    <a:cubicBezTo>
                      <a:pt x="34233" y="59055"/>
                      <a:pt x="33280" y="80963"/>
                      <a:pt x="18041" y="77153"/>
                    </a:cubicBezTo>
                    <a:cubicBezTo>
                      <a:pt x="2800" y="73343"/>
                      <a:pt x="2800" y="99060"/>
                      <a:pt x="16135" y="120968"/>
                    </a:cubicBezTo>
                    <a:cubicBezTo>
                      <a:pt x="29470" y="142875"/>
                      <a:pt x="-8630" y="167640"/>
                      <a:pt x="1847" y="179070"/>
                    </a:cubicBezTo>
                    <a:cubicBezTo>
                      <a:pt x="12325" y="190500"/>
                      <a:pt x="3753" y="203835"/>
                      <a:pt x="8516" y="210503"/>
                    </a:cubicBezTo>
                    <a:cubicBezTo>
                      <a:pt x="13278" y="217170"/>
                      <a:pt x="68522" y="207645"/>
                      <a:pt x="93287" y="180975"/>
                    </a:cubicBezTo>
                    <a:cubicBezTo>
                      <a:pt x="117100" y="154305"/>
                      <a:pt x="123768" y="158115"/>
                      <a:pt x="136150" y="160972"/>
                    </a:cubicBezTo>
                    <a:cubicBezTo>
                      <a:pt x="148533" y="164783"/>
                      <a:pt x="160916" y="151447"/>
                      <a:pt x="154247" y="140970"/>
                    </a:cubicBezTo>
                    <a:cubicBezTo>
                      <a:pt x="147580" y="130493"/>
                      <a:pt x="139960" y="104775"/>
                      <a:pt x="141866" y="7239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2" name="Freeform: Shape 217">
                <a:extLst>
                  <a:ext uri="{FF2B5EF4-FFF2-40B4-BE49-F238E27FC236}">
                    <a16:creationId xmlns:a16="http://schemas.microsoft.com/office/drawing/2014/main" id="{7CDE0F8D-B0B8-C9CA-1466-22F69DECAA61}"/>
                  </a:ext>
                </a:extLst>
              </p:cNvPr>
              <p:cNvSpPr/>
              <p:nvPr/>
            </p:nvSpPr>
            <p:spPr>
              <a:xfrm>
                <a:off x="7833694" y="3661309"/>
                <a:ext cx="92686" cy="136589"/>
              </a:xfrm>
              <a:custGeom>
                <a:avLst/>
                <a:gdLst>
                  <a:gd name="connsiteX0" fmla="*/ 185142 w 180975"/>
                  <a:gd name="connsiteY0" fmla="*/ 222568 h 266700"/>
                  <a:gd name="connsiteX1" fmla="*/ 167044 w 180975"/>
                  <a:gd name="connsiteY1" fmla="*/ 130175 h 266700"/>
                  <a:gd name="connsiteX2" fmla="*/ 135613 w 180975"/>
                  <a:gd name="connsiteY2" fmla="*/ 167322 h 266700"/>
                  <a:gd name="connsiteX3" fmla="*/ 138469 w 180975"/>
                  <a:gd name="connsiteY3" fmla="*/ 115888 h 266700"/>
                  <a:gd name="connsiteX4" fmla="*/ 172760 w 180975"/>
                  <a:gd name="connsiteY4" fmla="*/ 67310 h 266700"/>
                  <a:gd name="connsiteX5" fmla="*/ 141327 w 180975"/>
                  <a:gd name="connsiteY5" fmla="*/ 55880 h 266700"/>
                  <a:gd name="connsiteX6" fmla="*/ 90844 w 180975"/>
                  <a:gd name="connsiteY6" fmla="*/ 58738 h 266700"/>
                  <a:gd name="connsiteX7" fmla="*/ 69890 w 180975"/>
                  <a:gd name="connsiteY7" fmla="*/ 35878 h 266700"/>
                  <a:gd name="connsiteX8" fmla="*/ 40363 w 180975"/>
                  <a:gd name="connsiteY8" fmla="*/ 10160 h 266700"/>
                  <a:gd name="connsiteX9" fmla="*/ 3215 w 180975"/>
                  <a:gd name="connsiteY9" fmla="*/ 10160 h 266700"/>
                  <a:gd name="connsiteX10" fmla="*/ 32742 w 180975"/>
                  <a:gd name="connsiteY10" fmla="*/ 50165 h 266700"/>
                  <a:gd name="connsiteX11" fmla="*/ 8930 w 180975"/>
                  <a:gd name="connsiteY11" fmla="*/ 70168 h 266700"/>
                  <a:gd name="connsiteX12" fmla="*/ 19407 w 180975"/>
                  <a:gd name="connsiteY12" fmla="*/ 141605 h 266700"/>
                  <a:gd name="connsiteX13" fmla="*/ 34648 w 180975"/>
                  <a:gd name="connsiteY13" fmla="*/ 229235 h 266700"/>
                  <a:gd name="connsiteX14" fmla="*/ 64175 w 180975"/>
                  <a:gd name="connsiteY14" fmla="*/ 220663 h 266700"/>
                  <a:gd name="connsiteX15" fmla="*/ 99417 w 180975"/>
                  <a:gd name="connsiteY15" fmla="*/ 202565 h 266700"/>
                  <a:gd name="connsiteX16" fmla="*/ 126088 w 180975"/>
                  <a:gd name="connsiteY16" fmla="*/ 179705 h 266700"/>
                  <a:gd name="connsiteX17" fmla="*/ 149900 w 180975"/>
                  <a:gd name="connsiteY17" fmla="*/ 244475 h 266700"/>
                  <a:gd name="connsiteX18" fmla="*/ 156567 w 180975"/>
                  <a:gd name="connsiteY18" fmla="*/ 268288 h 266700"/>
                  <a:gd name="connsiteX19" fmla="*/ 172760 w 180975"/>
                  <a:gd name="connsiteY19" fmla="*/ 254000 h 266700"/>
                  <a:gd name="connsiteX20" fmla="*/ 185142 w 180975"/>
                  <a:gd name="connsiteY20" fmla="*/ 222568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975" h="266700">
                    <a:moveTo>
                      <a:pt x="185142" y="222568"/>
                    </a:moveTo>
                    <a:cubicBezTo>
                      <a:pt x="177523" y="175895"/>
                      <a:pt x="172760" y="130175"/>
                      <a:pt x="167044" y="130175"/>
                    </a:cubicBezTo>
                    <a:cubicBezTo>
                      <a:pt x="159425" y="130175"/>
                      <a:pt x="148948" y="170180"/>
                      <a:pt x="135613" y="167322"/>
                    </a:cubicBezTo>
                    <a:cubicBezTo>
                      <a:pt x="122277" y="164465"/>
                      <a:pt x="122277" y="115888"/>
                      <a:pt x="138469" y="115888"/>
                    </a:cubicBezTo>
                    <a:cubicBezTo>
                      <a:pt x="154663" y="115888"/>
                      <a:pt x="172760" y="78740"/>
                      <a:pt x="172760" y="67310"/>
                    </a:cubicBezTo>
                    <a:cubicBezTo>
                      <a:pt x="172760" y="55880"/>
                      <a:pt x="156567" y="55880"/>
                      <a:pt x="141327" y="55880"/>
                    </a:cubicBezTo>
                    <a:cubicBezTo>
                      <a:pt x="125135" y="55880"/>
                      <a:pt x="90844" y="58738"/>
                      <a:pt x="90844" y="58738"/>
                    </a:cubicBezTo>
                    <a:cubicBezTo>
                      <a:pt x="90844" y="58738"/>
                      <a:pt x="69890" y="50165"/>
                      <a:pt x="69890" y="35878"/>
                    </a:cubicBezTo>
                    <a:cubicBezTo>
                      <a:pt x="69890" y="21590"/>
                      <a:pt x="62269" y="10160"/>
                      <a:pt x="40363" y="10160"/>
                    </a:cubicBezTo>
                    <a:cubicBezTo>
                      <a:pt x="19407" y="10160"/>
                      <a:pt x="19407" y="-12700"/>
                      <a:pt x="3215" y="10160"/>
                    </a:cubicBezTo>
                    <a:cubicBezTo>
                      <a:pt x="-12977" y="33020"/>
                      <a:pt x="37505" y="33020"/>
                      <a:pt x="32742" y="50165"/>
                    </a:cubicBezTo>
                    <a:cubicBezTo>
                      <a:pt x="27027" y="67310"/>
                      <a:pt x="11788" y="55880"/>
                      <a:pt x="8930" y="70168"/>
                    </a:cubicBezTo>
                    <a:cubicBezTo>
                      <a:pt x="6073" y="84455"/>
                      <a:pt x="11788" y="121603"/>
                      <a:pt x="19407" y="141605"/>
                    </a:cubicBezTo>
                    <a:cubicBezTo>
                      <a:pt x="25123" y="156845"/>
                      <a:pt x="34648" y="195897"/>
                      <a:pt x="34648" y="229235"/>
                    </a:cubicBezTo>
                    <a:cubicBezTo>
                      <a:pt x="47030" y="226378"/>
                      <a:pt x="52744" y="220663"/>
                      <a:pt x="64175" y="220663"/>
                    </a:cubicBezTo>
                    <a:cubicBezTo>
                      <a:pt x="78463" y="220663"/>
                      <a:pt x="98465" y="218757"/>
                      <a:pt x="99417" y="202565"/>
                    </a:cubicBezTo>
                    <a:cubicBezTo>
                      <a:pt x="100369" y="186372"/>
                      <a:pt x="117515" y="173990"/>
                      <a:pt x="126088" y="179705"/>
                    </a:cubicBezTo>
                    <a:cubicBezTo>
                      <a:pt x="135613" y="184468"/>
                      <a:pt x="148948" y="224472"/>
                      <a:pt x="149900" y="244475"/>
                    </a:cubicBezTo>
                    <a:cubicBezTo>
                      <a:pt x="149900" y="251143"/>
                      <a:pt x="152757" y="259715"/>
                      <a:pt x="156567" y="268288"/>
                    </a:cubicBezTo>
                    <a:cubicBezTo>
                      <a:pt x="164188" y="260668"/>
                      <a:pt x="172760" y="254000"/>
                      <a:pt x="172760" y="254000"/>
                    </a:cubicBezTo>
                    <a:cubicBezTo>
                      <a:pt x="172760" y="254000"/>
                      <a:pt x="177523" y="232093"/>
                      <a:pt x="185142" y="222568"/>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3" name="Freeform: Shape 218">
                <a:extLst>
                  <a:ext uri="{FF2B5EF4-FFF2-40B4-BE49-F238E27FC236}">
                    <a16:creationId xmlns:a16="http://schemas.microsoft.com/office/drawing/2014/main" id="{6DFD259D-3578-9162-8FD2-62CA52C237F5}"/>
                  </a:ext>
                </a:extLst>
              </p:cNvPr>
              <p:cNvSpPr/>
              <p:nvPr/>
            </p:nvSpPr>
            <p:spPr>
              <a:xfrm>
                <a:off x="7391911" y="3407479"/>
                <a:ext cx="629290" cy="712220"/>
              </a:xfrm>
              <a:custGeom>
                <a:avLst/>
                <a:gdLst>
                  <a:gd name="connsiteX0" fmla="*/ 1220152 w 1228725"/>
                  <a:gd name="connsiteY0" fmla="*/ 414338 h 1390650"/>
                  <a:gd name="connsiteX1" fmla="*/ 1230631 w 1228725"/>
                  <a:gd name="connsiteY1" fmla="*/ 391478 h 1390650"/>
                  <a:gd name="connsiteX2" fmla="*/ 1204913 w 1228725"/>
                  <a:gd name="connsiteY2" fmla="*/ 376238 h 1390650"/>
                  <a:gd name="connsiteX3" fmla="*/ 1187768 w 1228725"/>
                  <a:gd name="connsiteY3" fmla="*/ 343853 h 1390650"/>
                  <a:gd name="connsiteX4" fmla="*/ 1164908 w 1228725"/>
                  <a:gd name="connsiteY4" fmla="*/ 347663 h 1390650"/>
                  <a:gd name="connsiteX5" fmla="*/ 1112521 w 1228725"/>
                  <a:gd name="connsiteY5" fmla="*/ 349568 h 1390650"/>
                  <a:gd name="connsiteX6" fmla="*/ 1074421 w 1228725"/>
                  <a:gd name="connsiteY6" fmla="*/ 376238 h 1390650"/>
                  <a:gd name="connsiteX7" fmla="*/ 1057275 w 1228725"/>
                  <a:gd name="connsiteY7" fmla="*/ 395288 h 1390650"/>
                  <a:gd name="connsiteX8" fmla="*/ 1036320 w 1228725"/>
                  <a:gd name="connsiteY8" fmla="*/ 416243 h 1390650"/>
                  <a:gd name="connsiteX9" fmla="*/ 1013460 w 1228725"/>
                  <a:gd name="connsiteY9" fmla="*/ 425768 h 1390650"/>
                  <a:gd name="connsiteX10" fmla="*/ 1018223 w 1228725"/>
                  <a:gd name="connsiteY10" fmla="*/ 466725 h 1390650"/>
                  <a:gd name="connsiteX11" fmla="*/ 974408 w 1228725"/>
                  <a:gd name="connsiteY11" fmla="*/ 472440 h 1390650"/>
                  <a:gd name="connsiteX12" fmla="*/ 932498 w 1228725"/>
                  <a:gd name="connsiteY12" fmla="*/ 468630 h 1390650"/>
                  <a:gd name="connsiteX13" fmla="*/ 902970 w 1228725"/>
                  <a:gd name="connsiteY13" fmla="*/ 461010 h 1390650"/>
                  <a:gd name="connsiteX14" fmla="*/ 888683 w 1228725"/>
                  <a:gd name="connsiteY14" fmla="*/ 428625 h 1390650"/>
                  <a:gd name="connsiteX15" fmla="*/ 874395 w 1228725"/>
                  <a:gd name="connsiteY15" fmla="*/ 403860 h 1390650"/>
                  <a:gd name="connsiteX16" fmla="*/ 857250 w 1228725"/>
                  <a:gd name="connsiteY16" fmla="*/ 426720 h 1390650"/>
                  <a:gd name="connsiteX17" fmla="*/ 855345 w 1228725"/>
                  <a:gd name="connsiteY17" fmla="*/ 475298 h 1390650"/>
                  <a:gd name="connsiteX18" fmla="*/ 778193 w 1228725"/>
                  <a:gd name="connsiteY18" fmla="*/ 482918 h 1390650"/>
                  <a:gd name="connsiteX19" fmla="*/ 721043 w 1228725"/>
                  <a:gd name="connsiteY19" fmla="*/ 458153 h 1390650"/>
                  <a:gd name="connsiteX20" fmla="*/ 696277 w 1228725"/>
                  <a:gd name="connsiteY20" fmla="*/ 431483 h 1390650"/>
                  <a:gd name="connsiteX21" fmla="*/ 654368 w 1228725"/>
                  <a:gd name="connsiteY21" fmla="*/ 439103 h 1390650"/>
                  <a:gd name="connsiteX22" fmla="*/ 618173 w 1228725"/>
                  <a:gd name="connsiteY22" fmla="*/ 416243 h 1390650"/>
                  <a:gd name="connsiteX23" fmla="*/ 584835 w 1228725"/>
                  <a:gd name="connsiteY23" fmla="*/ 397193 h 1390650"/>
                  <a:gd name="connsiteX24" fmla="*/ 549593 w 1228725"/>
                  <a:gd name="connsiteY24" fmla="*/ 378143 h 1390650"/>
                  <a:gd name="connsiteX25" fmla="*/ 526733 w 1228725"/>
                  <a:gd name="connsiteY25" fmla="*/ 359093 h 1390650"/>
                  <a:gd name="connsiteX26" fmla="*/ 533400 w 1228725"/>
                  <a:gd name="connsiteY26" fmla="*/ 322898 h 1390650"/>
                  <a:gd name="connsiteX27" fmla="*/ 554356 w 1228725"/>
                  <a:gd name="connsiteY27" fmla="*/ 292418 h 1390650"/>
                  <a:gd name="connsiteX28" fmla="*/ 535306 w 1228725"/>
                  <a:gd name="connsiteY28" fmla="*/ 271463 h 1390650"/>
                  <a:gd name="connsiteX29" fmla="*/ 508635 w 1228725"/>
                  <a:gd name="connsiteY29" fmla="*/ 246698 h 1390650"/>
                  <a:gd name="connsiteX30" fmla="*/ 472440 w 1228725"/>
                  <a:gd name="connsiteY30" fmla="*/ 218123 h 1390650"/>
                  <a:gd name="connsiteX31" fmla="*/ 456248 w 1228725"/>
                  <a:gd name="connsiteY31" fmla="*/ 180023 h 1390650"/>
                  <a:gd name="connsiteX32" fmla="*/ 466725 w 1228725"/>
                  <a:gd name="connsiteY32" fmla="*/ 159068 h 1390650"/>
                  <a:gd name="connsiteX33" fmla="*/ 492443 w 1228725"/>
                  <a:gd name="connsiteY33" fmla="*/ 141923 h 1390650"/>
                  <a:gd name="connsiteX34" fmla="*/ 467677 w 1228725"/>
                  <a:gd name="connsiteY34" fmla="*/ 100965 h 1390650"/>
                  <a:gd name="connsiteX35" fmla="*/ 465773 w 1228725"/>
                  <a:gd name="connsiteY35" fmla="*/ 55245 h 1390650"/>
                  <a:gd name="connsiteX36" fmla="*/ 440056 w 1228725"/>
                  <a:gd name="connsiteY36" fmla="*/ 22860 h 1390650"/>
                  <a:gd name="connsiteX37" fmla="*/ 422910 w 1228725"/>
                  <a:gd name="connsiteY37" fmla="*/ 0 h 1390650"/>
                  <a:gd name="connsiteX38" fmla="*/ 405765 w 1228725"/>
                  <a:gd name="connsiteY38" fmla="*/ 1905 h 1390650"/>
                  <a:gd name="connsiteX39" fmla="*/ 388620 w 1228725"/>
                  <a:gd name="connsiteY39" fmla="*/ 36195 h 1390650"/>
                  <a:gd name="connsiteX40" fmla="*/ 344806 w 1228725"/>
                  <a:gd name="connsiteY40" fmla="*/ 55245 h 1390650"/>
                  <a:gd name="connsiteX41" fmla="*/ 278131 w 1228725"/>
                  <a:gd name="connsiteY41" fmla="*/ 41910 h 1390650"/>
                  <a:gd name="connsiteX42" fmla="*/ 255270 w 1228725"/>
                  <a:gd name="connsiteY42" fmla="*/ 68580 h 1390650"/>
                  <a:gd name="connsiteX43" fmla="*/ 261938 w 1228725"/>
                  <a:gd name="connsiteY43" fmla="*/ 113348 h 1390650"/>
                  <a:gd name="connsiteX44" fmla="*/ 287656 w 1228725"/>
                  <a:gd name="connsiteY44" fmla="*/ 158115 h 1390650"/>
                  <a:gd name="connsiteX45" fmla="*/ 308610 w 1228725"/>
                  <a:gd name="connsiteY45" fmla="*/ 179070 h 1390650"/>
                  <a:gd name="connsiteX46" fmla="*/ 285750 w 1228725"/>
                  <a:gd name="connsiteY46" fmla="*/ 215265 h 1390650"/>
                  <a:gd name="connsiteX47" fmla="*/ 277177 w 1228725"/>
                  <a:gd name="connsiteY47" fmla="*/ 251460 h 1390650"/>
                  <a:gd name="connsiteX48" fmla="*/ 256223 w 1228725"/>
                  <a:gd name="connsiteY48" fmla="*/ 278130 h 1390650"/>
                  <a:gd name="connsiteX49" fmla="*/ 230506 w 1228725"/>
                  <a:gd name="connsiteY49" fmla="*/ 300990 h 1390650"/>
                  <a:gd name="connsiteX50" fmla="*/ 213360 w 1228725"/>
                  <a:gd name="connsiteY50" fmla="*/ 351473 h 1390650"/>
                  <a:gd name="connsiteX51" fmla="*/ 177165 w 1228725"/>
                  <a:gd name="connsiteY51" fmla="*/ 376238 h 1390650"/>
                  <a:gd name="connsiteX52" fmla="*/ 152400 w 1228725"/>
                  <a:gd name="connsiteY52" fmla="*/ 412433 h 1390650"/>
                  <a:gd name="connsiteX53" fmla="*/ 122873 w 1228725"/>
                  <a:gd name="connsiteY53" fmla="*/ 414338 h 1390650"/>
                  <a:gd name="connsiteX54" fmla="*/ 89535 w 1228725"/>
                  <a:gd name="connsiteY54" fmla="*/ 410528 h 1390650"/>
                  <a:gd name="connsiteX55" fmla="*/ 56198 w 1228725"/>
                  <a:gd name="connsiteY55" fmla="*/ 455295 h 1390650"/>
                  <a:gd name="connsiteX56" fmla="*/ 83820 w 1228725"/>
                  <a:gd name="connsiteY56" fmla="*/ 489585 h 1390650"/>
                  <a:gd name="connsiteX57" fmla="*/ 102870 w 1228725"/>
                  <a:gd name="connsiteY57" fmla="*/ 538163 h 1390650"/>
                  <a:gd name="connsiteX58" fmla="*/ 118110 w 1228725"/>
                  <a:gd name="connsiteY58" fmla="*/ 581978 h 1390650"/>
                  <a:gd name="connsiteX59" fmla="*/ 84773 w 1228725"/>
                  <a:gd name="connsiteY59" fmla="*/ 591503 h 1390650"/>
                  <a:gd name="connsiteX60" fmla="*/ 42863 w 1228725"/>
                  <a:gd name="connsiteY60" fmla="*/ 593408 h 1390650"/>
                  <a:gd name="connsiteX61" fmla="*/ 2858 w 1228725"/>
                  <a:gd name="connsiteY61" fmla="*/ 623888 h 1390650"/>
                  <a:gd name="connsiteX62" fmla="*/ 0 w 1228725"/>
                  <a:gd name="connsiteY62" fmla="*/ 627698 h 1390650"/>
                  <a:gd name="connsiteX63" fmla="*/ 40958 w 1228725"/>
                  <a:gd name="connsiteY63" fmla="*/ 667703 h 1390650"/>
                  <a:gd name="connsiteX64" fmla="*/ 89535 w 1228725"/>
                  <a:gd name="connsiteY64" fmla="*/ 670560 h 1390650"/>
                  <a:gd name="connsiteX65" fmla="*/ 28575 w 1228725"/>
                  <a:gd name="connsiteY65" fmla="*/ 693420 h 1390650"/>
                  <a:gd name="connsiteX66" fmla="*/ 122873 w 1228725"/>
                  <a:gd name="connsiteY66" fmla="*/ 776288 h 1390650"/>
                  <a:gd name="connsiteX67" fmla="*/ 169545 w 1228725"/>
                  <a:gd name="connsiteY67" fmla="*/ 726758 h 1390650"/>
                  <a:gd name="connsiteX68" fmla="*/ 182881 w 1228725"/>
                  <a:gd name="connsiteY68" fmla="*/ 701993 h 1390650"/>
                  <a:gd name="connsiteX69" fmla="*/ 194310 w 1228725"/>
                  <a:gd name="connsiteY69" fmla="*/ 751523 h 1390650"/>
                  <a:gd name="connsiteX70" fmla="*/ 194310 w 1228725"/>
                  <a:gd name="connsiteY70" fmla="*/ 795338 h 1390650"/>
                  <a:gd name="connsiteX71" fmla="*/ 202883 w 1228725"/>
                  <a:gd name="connsiteY71" fmla="*/ 875348 h 1390650"/>
                  <a:gd name="connsiteX72" fmla="*/ 222885 w 1228725"/>
                  <a:gd name="connsiteY72" fmla="*/ 958215 h 1390650"/>
                  <a:gd name="connsiteX73" fmla="*/ 250508 w 1228725"/>
                  <a:gd name="connsiteY73" fmla="*/ 999173 h 1390650"/>
                  <a:gd name="connsiteX74" fmla="*/ 251460 w 1228725"/>
                  <a:gd name="connsiteY74" fmla="*/ 1060133 h 1390650"/>
                  <a:gd name="connsiteX75" fmla="*/ 263843 w 1228725"/>
                  <a:gd name="connsiteY75" fmla="*/ 1088708 h 1390650"/>
                  <a:gd name="connsiteX76" fmla="*/ 306706 w 1228725"/>
                  <a:gd name="connsiteY76" fmla="*/ 1212532 h 1390650"/>
                  <a:gd name="connsiteX77" fmla="*/ 331470 w 1228725"/>
                  <a:gd name="connsiteY77" fmla="*/ 1256348 h 1390650"/>
                  <a:gd name="connsiteX78" fmla="*/ 409575 w 1228725"/>
                  <a:gd name="connsiteY78" fmla="*/ 1395413 h 1390650"/>
                  <a:gd name="connsiteX79" fmla="*/ 432435 w 1228725"/>
                  <a:gd name="connsiteY79" fmla="*/ 1366838 h 1390650"/>
                  <a:gd name="connsiteX80" fmla="*/ 473393 w 1228725"/>
                  <a:gd name="connsiteY80" fmla="*/ 1322070 h 1390650"/>
                  <a:gd name="connsiteX81" fmla="*/ 490538 w 1228725"/>
                  <a:gd name="connsiteY81" fmla="*/ 1289685 h 1390650"/>
                  <a:gd name="connsiteX82" fmla="*/ 501968 w 1228725"/>
                  <a:gd name="connsiteY82" fmla="*/ 1255395 h 1390650"/>
                  <a:gd name="connsiteX83" fmla="*/ 515302 w 1228725"/>
                  <a:gd name="connsiteY83" fmla="*/ 1194435 h 1390650"/>
                  <a:gd name="connsiteX84" fmla="*/ 521970 w 1228725"/>
                  <a:gd name="connsiteY84" fmla="*/ 1117283 h 1390650"/>
                  <a:gd name="connsiteX85" fmla="*/ 524827 w 1228725"/>
                  <a:gd name="connsiteY85" fmla="*/ 1057275 h 1390650"/>
                  <a:gd name="connsiteX86" fmla="*/ 541020 w 1228725"/>
                  <a:gd name="connsiteY86" fmla="*/ 1018223 h 1390650"/>
                  <a:gd name="connsiteX87" fmla="*/ 584835 w 1228725"/>
                  <a:gd name="connsiteY87" fmla="*/ 985838 h 1390650"/>
                  <a:gd name="connsiteX88" fmla="*/ 616268 w 1228725"/>
                  <a:gd name="connsiteY88" fmla="*/ 956310 h 1390650"/>
                  <a:gd name="connsiteX89" fmla="*/ 621983 w 1228725"/>
                  <a:gd name="connsiteY89" fmla="*/ 928688 h 1390650"/>
                  <a:gd name="connsiteX90" fmla="*/ 672465 w 1228725"/>
                  <a:gd name="connsiteY90" fmla="*/ 841058 h 1390650"/>
                  <a:gd name="connsiteX91" fmla="*/ 711518 w 1228725"/>
                  <a:gd name="connsiteY91" fmla="*/ 818198 h 1390650"/>
                  <a:gd name="connsiteX92" fmla="*/ 759143 w 1228725"/>
                  <a:gd name="connsiteY92" fmla="*/ 776288 h 1390650"/>
                  <a:gd name="connsiteX93" fmla="*/ 802006 w 1228725"/>
                  <a:gd name="connsiteY93" fmla="*/ 776288 h 1390650"/>
                  <a:gd name="connsiteX94" fmla="*/ 803910 w 1228725"/>
                  <a:gd name="connsiteY94" fmla="*/ 751523 h 1390650"/>
                  <a:gd name="connsiteX95" fmla="*/ 882968 w 1228725"/>
                  <a:gd name="connsiteY95" fmla="*/ 722948 h 1390650"/>
                  <a:gd name="connsiteX96" fmla="*/ 894398 w 1228725"/>
                  <a:gd name="connsiteY96" fmla="*/ 721995 h 1390650"/>
                  <a:gd name="connsiteX97" fmla="*/ 879158 w 1228725"/>
                  <a:gd name="connsiteY97" fmla="*/ 634365 h 1390650"/>
                  <a:gd name="connsiteX98" fmla="*/ 868681 w 1228725"/>
                  <a:gd name="connsiteY98" fmla="*/ 562928 h 1390650"/>
                  <a:gd name="connsiteX99" fmla="*/ 892493 w 1228725"/>
                  <a:gd name="connsiteY99" fmla="*/ 542925 h 1390650"/>
                  <a:gd name="connsiteX100" fmla="*/ 862965 w 1228725"/>
                  <a:gd name="connsiteY100" fmla="*/ 502920 h 1390650"/>
                  <a:gd name="connsiteX101" fmla="*/ 900113 w 1228725"/>
                  <a:gd name="connsiteY101" fmla="*/ 502920 h 1390650"/>
                  <a:gd name="connsiteX102" fmla="*/ 929640 w 1228725"/>
                  <a:gd name="connsiteY102" fmla="*/ 528638 h 1390650"/>
                  <a:gd name="connsiteX103" fmla="*/ 950595 w 1228725"/>
                  <a:gd name="connsiteY103" fmla="*/ 551498 h 1390650"/>
                  <a:gd name="connsiteX104" fmla="*/ 1001077 w 1228725"/>
                  <a:gd name="connsiteY104" fmla="*/ 548640 h 1390650"/>
                  <a:gd name="connsiteX105" fmla="*/ 1032510 w 1228725"/>
                  <a:gd name="connsiteY105" fmla="*/ 560070 h 1390650"/>
                  <a:gd name="connsiteX106" fmla="*/ 998220 w 1228725"/>
                  <a:gd name="connsiteY106" fmla="*/ 608648 h 1390650"/>
                  <a:gd name="connsiteX107" fmla="*/ 995363 w 1228725"/>
                  <a:gd name="connsiteY107" fmla="*/ 660083 h 1390650"/>
                  <a:gd name="connsiteX108" fmla="*/ 1026795 w 1228725"/>
                  <a:gd name="connsiteY108" fmla="*/ 622935 h 1390650"/>
                  <a:gd name="connsiteX109" fmla="*/ 1044893 w 1228725"/>
                  <a:gd name="connsiteY109" fmla="*/ 715328 h 1390650"/>
                  <a:gd name="connsiteX110" fmla="*/ 1051560 w 1228725"/>
                  <a:gd name="connsiteY110" fmla="*/ 710565 h 1390650"/>
                  <a:gd name="connsiteX111" fmla="*/ 1063943 w 1228725"/>
                  <a:gd name="connsiteY111" fmla="*/ 660083 h 1390650"/>
                  <a:gd name="connsiteX112" fmla="*/ 1072515 w 1228725"/>
                  <a:gd name="connsiteY112" fmla="*/ 613410 h 1390650"/>
                  <a:gd name="connsiteX113" fmla="*/ 1107758 w 1228725"/>
                  <a:gd name="connsiteY113" fmla="*/ 615315 h 1390650"/>
                  <a:gd name="connsiteX114" fmla="*/ 1122998 w 1228725"/>
                  <a:gd name="connsiteY114" fmla="*/ 557213 h 1390650"/>
                  <a:gd name="connsiteX115" fmla="*/ 1135381 w 1228725"/>
                  <a:gd name="connsiteY115" fmla="*/ 499110 h 1390650"/>
                  <a:gd name="connsiteX116" fmla="*/ 1164908 w 1228725"/>
                  <a:gd name="connsiteY116" fmla="*/ 461010 h 1390650"/>
                  <a:gd name="connsiteX117" fmla="*/ 1201102 w 1228725"/>
                  <a:gd name="connsiteY117" fmla="*/ 443865 h 1390650"/>
                  <a:gd name="connsiteX118" fmla="*/ 1220152 w 1228725"/>
                  <a:gd name="connsiteY118" fmla="*/ 443865 h 1390650"/>
                  <a:gd name="connsiteX119" fmla="*/ 1220152 w 1228725"/>
                  <a:gd name="connsiteY119" fmla="*/ 414338 h 139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228725" h="1390650">
                    <a:moveTo>
                      <a:pt x="1220152" y="414338"/>
                    </a:moveTo>
                    <a:cubicBezTo>
                      <a:pt x="1226821" y="410528"/>
                      <a:pt x="1230631" y="391478"/>
                      <a:pt x="1230631" y="391478"/>
                    </a:cubicBezTo>
                    <a:cubicBezTo>
                      <a:pt x="1230631" y="391478"/>
                      <a:pt x="1207771" y="387668"/>
                      <a:pt x="1204913" y="376238"/>
                    </a:cubicBezTo>
                    <a:cubicBezTo>
                      <a:pt x="1201102" y="364808"/>
                      <a:pt x="1187768" y="353378"/>
                      <a:pt x="1187768" y="343853"/>
                    </a:cubicBezTo>
                    <a:cubicBezTo>
                      <a:pt x="1187768" y="334328"/>
                      <a:pt x="1175385" y="338138"/>
                      <a:pt x="1164908" y="347663"/>
                    </a:cubicBezTo>
                    <a:cubicBezTo>
                      <a:pt x="1154431" y="357188"/>
                      <a:pt x="1135381" y="336233"/>
                      <a:pt x="1112521" y="349568"/>
                    </a:cubicBezTo>
                    <a:cubicBezTo>
                      <a:pt x="1089660" y="362903"/>
                      <a:pt x="1084898" y="378143"/>
                      <a:pt x="1074421" y="376238"/>
                    </a:cubicBezTo>
                    <a:cubicBezTo>
                      <a:pt x="1063943" y="374333"/>
                      <a:pt x="1065848" y="385763"/>
                      <a:pt x="1057275" y="395288"/>
                    </a:cubicBezTo>
                    <a:cubicBezTo>
                      <a:pt x="1048702" y="404813"/>
                      <a:pt x="1041083" y="416243"/>
                      <a:pt x="1036320" y="416243"/>
                    </a:cubicBezTo>
                    <a:cubicBezTo>
                      <a:pt x="1031558" y="416243"/>
                      <a:pt x="1013460" y="425768"/>
                      <a:pt x="1013460" y="425768"/>
                    </a:cubicBezTo>
                    <a:cubicBezTo>
                      <a:pt x="1013460" y="425768"/>
                      <a:pt x="1025843" y="454343"/>
                      <a:pt x="1018223" y="466725"/>
                    </a:cubicBezTo>
                    <a:cubicBezTo>
                      <a:pt x="1011556" y="480060"/>
                      <a:pt x="993458" y="466725"/>
                      <a:pt x="974408" y="472440"/>
                    </a:cubicBezTo>
                    <a:cubicBezTo>
                      <a:pt x="955358" y="478155"/>
                      <a:pt x="946785" y="464820"/>
                      <a:pt x="932498" y="468630"/>
                    </a:cubicBezTo>
                    <a:cubicBezTo>
                      <a:pt x="918210" y="472440"/>
                      <a:pt x="909638" y="459105"/>
                      <a:pt x="902970" y="461010"/>
                    </a:cubicBezTo>
                    <a:cubicBezTo>
                      <a:pt x="896302" y="462915"/>
                      <a:pt x="885825" y="443865"/>
                      <a:pt x="888683" y="428625"/>
                    </a:cubicBezTo>
                    <a:cubicBezTo>
                      <a:pt x="892493" y="413385"/>
                      <a:pt x="882015" y="392430"/>
                      <a:pt x="874395" y="403860"/>
                    </a:cubicBezTo>
                    <a:cubicBezTo>
                      <a:pt x="867727" y="415290"/>
                      <a:pt x="857250" y="409575"/>
                      <a:pt x="857250" y="426720"/>
                    </a:cubicBezTo>
                    <a:cubicBezTo>
                      <a:pt x="857250" y="443865"/>
                      <a:pt x="865823" y="464820"/>
                      <a:pt x="855345" y="475298"/>
                    </a:cubicBezTo>
                    <a:cubicBezTo>
                      <a:pt x="844868" y="486728"/>
                      <a:pt x="788670" y="492443"/>
                      <a:pt x="778193" y="482918"/>
                    </a:cubicBezTo>
                    <a:cubicBezTo>
                      <a:pt x="767715" y="473393"/>
                      <a:pt x="721995" y="467678"/>
                      <a:pt x="721043" y="458153"/>
                    </a:cubicBezTo>
                    <a:cubicBezTo>
                      <a:pt x="719138" y="448628"/>
                      <a:pt x="704850" y="431483"/>
                      <a:pt x="696277" y="431483"/>
                    </a:cubicBezTo>
                    <a:cubicBezTo>
                      <a:pt x="687706" y="431483"/>
                      <a:pt x="661035" y="444818"/>
                      <a:pt x="654368" y="439103"/>
                    </a:cubicBezTo>
                    <a:cubicBezTo>
                      <a:pt x="647700" y="433388"/>
                      <a:pt x="629602" y="418148"/>
                      <a:pt x="618173" y="416243"/>
                    </a:cubicBezTo>
                    <a:cubicBezTo>
                      <a:pt x="605790" y="414338"/>
                      <a:pt x="586740" y="404813"/>
                      <a:pt x="584835" y="397193"/>
                    </a:cubicBezTo>
                    <a:cubicBezTo>
                      <a:pt x="582931" y="389573"/>
                      <a:pt x="555308" y="385763"/>
                      <a:pt x="549593" y="378143"/>
                    </a:cubicBezTo>
                    <a:cubicBezTo>
                      <a:pt x="543877" y="370523"/>
                      <a:pt x="526733" y="368618"/>
                      <a:pt x="526733" y="359093"/>
                    </a:cubicBezTo>
                    <a:cubicBezTo>
                      <a:pt x="526733" y="349568"/>
                      <a:pt x="533400" y="334328"/>
                      <a:pt x="533400" y="322898"/>
                    </a:cubicBezTo>
                    <a:cubicBezTo>
                      <a:pt x="533400" y="311468"/>
                      <a:pt x="554356" y="300038"/>
                      <a:pt x="554356" y="292418"/>
                    </a:cubicBezTo>
                    <a:cubicBezTo>
                      <a:pt x="554356" y="284798"/>
                      <a:pt x="535306" y="271463"/>
                      <a:pt x="535306" y="271463"/>
                    </a:cubicBezTo>
                    <a:cubicBezTo>
                      <a:pt x="535306" y="271463"/>
                      <a:pt x="522923" y="246698"/>
                      <a:pt x="508635" y="246698"/>
                    </a:cubicBezTo>
                    <a:cubicBezTo>
                      <a:pt x="494348" y="246698"/>
                      <a:pt x="483870" y="220028"/>
                      <a:pt x="472440" y="218123"/>
                    </a:cubicBezTo>
                    <a:cubicBezTo>
                      <a:pt x="460058" y="216218"/>
                      <a:pt x="463868" y="189548"/>
                      <a:pt x="456248" y="180023"/>
                    </a:cubicBezTo>
                    <a:cubicBezTo>
                      <a:pt x="449581" y="170498"/>
                      <a:pt x="454343" y="147638"/>
                      <a:pt x="466725" y="159068"/>
                    </a:cubicBezTo>
                    <a:cubicBezTo>
                      <a:pt x="479108" y="170498"/>
                      <a:pt x="501968" y="159068"/>
                      <a:pt x="492443" y="141923"/>
                    </a:cubicBezTo>
                    <a:cubicBezTo>
                      <a:pt x="483870" y="124778"/>
                      <a:pt x="467677" y="109538"/>
                      <a:pt x="467677" y="100965"/>
                    </a:cubicBezTo>
                    <a:cubicBezTo>
                      <a:pt x="467677" y="91440"/>
                      <a:pt x="478156" y="62865"/>
                      <a:pt x="465773" y="55245"/>
                    </a:cubicBezTo>
                    <a:cubicBezTo>
                      <a:pt x="453390" y="47625"/>
                      <a:pt x="442913" y="36195"/>
                      <a:pt x="440056" y="22860"/>
                    </a:cubicBezTo>
                    <a:cubicBezTo>
                      <a:pt x="436245" y="9525"/>
                      <a:pt x="422910" y="0"/>
                      <a:pt x="422910" y="0"/>
                    </a:cubicBezTo>
                    <a:lnTo>
                      <a:pt x="405765" y="1905"/>
                    </a:lnTo>
                    <a:cubicBezTo>
                      <a:pt x="405765" y="1905"/>
                      <a:pt x="395288" y="32385"/>
                      <a:pt x="388620" y="36195"/>
                    </a:cubicBezTo>
                    <a:cubicBezTo>
                      <a:pt x="381952" y="40005"/>
                      <a:pt x="357188" y="45720"/>
                      <a:pt x="344806" y="55245"/>
                    </a:cubicBezTo>
                    <a:cubicBezTo>
                      <a:pt x="332423" y="64770"/>
                      <a:pt x="298133" y="41910"/>
                      <a:pt x="278131" y="41910"/>
                    </a:cubicBezTo>
                    <a:cubicBezTo>
                      <a:pt x="259081" y="41910"/>
                      <a:pt x="246698" y="62865"/>
                      <a:pt x="255270" y="68580"/>
                    </a:cubicBezTo>
                    <a:cubicBezTo>
                      <a:pt x="263843" y="74295"/>
                      <a:pt x="261938" y="113348"/>
                      <a:pt x="261938" y="113348"/>
                    </a:cubicBezTo>
                    <a:cubicBezTo>
                      <a:pt x="261938" y="113348"/>
                      <a:pt x="272415" y="161925"/>
                      <a:pt x="287656" y="158115"/>
                    </a:cubicBezTo>
                    <a:cubicBezTo>
                      <a:pt x="302895" y="154305"/>
                      <a:pt x="322898" y="175260"/>
                      <a:pt x="308610" y="179070"/>
                    </a:cubicBezTo>
                    <a:cubicBezTo>
                      <a:pt x="294323" y="182880"/>
                      <a:pt x="287656" y="200025"/>
                      <a:pt x="285750" y="215265"/>
                    </a:cubicBezTo>
                    <a:cubicBezTo>
                      <a:pt x="283845" y="230505"/>
                      <a:pt x="287656" y="249555"/>
                      <a:pt x="277177" y="251460"/>
                    </a:cubicBezTo>
                    <a:cubicBezTo>
                      <a:pt x="266700" y="253365"/>
                      <a:pt x="256223" y="257175"/>
                      <a:pt x="256223" y="278130"/>
                    </a:cubicBezTo>
                    <a:cubicBezTo>
                      <a:pt x="256223" y="299085"/>
                      <a:pt x="233363" y="293370"/>
                      <a:pt x="230506" y="300990"/>
                    </a:cubicBezTo>
                    <a:cubicBezTo>
                      <a:pt x="226695" y="308610"/>
                      <a:pt x="218123" y="345758"/>
                      <a:pt x="213360" y="351473"/>
                    </a:cubicBezTo>
                    <a:cubicBezTo>
                      <a:pt x="208598" y="357188"/>
                      <a:pt x="178118" y="359093"/>
                      <a:pt x="177165" y="376238"/>
                    </a:cubicBezTo>
                    <a:cubicBezTo>
                      <a:pt x="175260" y="393383"/>
                      <a:pt x="161925" y="414338"/>
                      <a:pt x="152400" y="412433"/>
                    </a:cubicBezTo>
                    <a:cubicBezTo>
                      <a:pt x="143827" y="410528"/>
                      <a:pt x="127635" y="402908"/>
                      <a:pt x="122873" y="414338"/>
                    </a:cubicBezTo>
                    <a:cubicBezTo>
                      <a:pt x="117158" y="425768"/>
                      <a:pt x="95250" y="404813"/>
                      <a:pt x="89535" y="410528"/>
                    </a:cubicBezTo>
                    <a:cubicBezTo>
                      <a:pt x="84773" y="416243"/>
                      <a:pt x="56198" y="441008"/>
                      <a:pt x="56198" y="455295"/>
                    </a:cubicBezTo>
                    <a:cubicBezTo>
                      <a:pt x="56198" y="470535"/>
                      <a:pt x="85725" y="470535"/>
                      <a:pt x="83820" y="489585"/>
                    </a:cubicBezTo>
                    <a:cubicBezTo>
                      <a:pt x="81915" y="508635"/>
                      <a:pt x="94298" y="529590"/>
                      <a:pt x="102870" y="538163"/>
                    </a:cubicBezTo>
                    <a:cubicBezTo>
                      <a:pt x="111443" y="547688"/>
                      <a:pt x="125731" y="570548"/>
                      <a:pt x="118110" y="581978"/>
                    </a:cubicBezTo>
                    <a:cubicBezTo>
                      <a:pt x="111443" y="593408"/>
                      <a:pt x="100965" y="595313"/>
                      <a:pt x="84773" y="591503"/>
                    </a:cubicBezTo>
                    <a:cubicBezTo>
                      <a:pt x="68581" y="587693"/>
                      <a:pt x="70485" y="599123"/>
                      <a:pt x="42863" y="593408"/>
                    </a:cubicBezTo>
                    <a:cubicBezTo>
                      <a:pt x="15240" y="587693"/>
                      <a:pt x="13335" y="610553"/>
                      <a:pt x="2858" y="623888"/>
                    </a:cubicBezTo>
                    <a:cubicBezTo>
                      <a:pt x="1906" y="624840"/>
                      <a:pt x="952" y="625793"/>
                      <a:pt x="0" y="627698"/>
                    </a:cubicBezTo>
                    <a:cubicBezTo>
                      <a:pt x="13335" y="639128"/>
                      <a:pt x="19050" y="659130"/>
                      <a:pt x="40958" y="667703"/>
                    </a:cubicBezTo>
                    <a:cubicBezTo>
                      <a:pt x="66675" y="678180"/>
                      <a:pt x="89535" y="649605"/>
                      <a:pt x="89535" y="670560"/>
                    </a:cubicBezTo>
                    <a:cubicBezTo>
                      <a:pt x="89535" y="690563"/>
                      <a:pt x="29527" y="686753"/>
                      <a:pt x="28575" y="693420"/>
                    </a:cubicBezTo>
                    <a:cubicBezTo>
                      <a:pt x="27623" y="700088"/>
                      <a:pt x="90488" y="782003"/>
                      <a:pt x="122873" y="776288"/>
                    </a:cubicBezTo>
                    <a:cubicBezTo>
                      <a:pt x="155258" y="769620"/>
                      <a:pt x="178118" y="732473"/>
                      <a:pt x="169545" y="726758"/>
                    </a:cubicBezTo>
                    <a:cubicBezTo>
                      <a:pt x="160020" y="721043"/>
                      <a:pt x="174308" y="698183"/>
                      <a:pt x="182881" y="701993"/>
                    </a:cubicBezTo>
                    <a:cubicBezTo>
                      <a:pt x="191452" y="705803"/>
                      <a:pt x="183833" y="742950"/>
                      <a:pt x="194310" y="751523"/>
                    </a:cubicBezTo>
                    <a:cubicBezTo>
                      <a:pt x="203835" y="760095"/>
                      <a:pt x="200977" y="775335"/>
                      <a:pt x="194310" y="795338"/>
                    </a:cubicBezTo>
                    <a:cubicBezTo>
                      <a:pt x="187643" y="815340"/>
                      <a:pt x="200977" y="853440"/>
                      <a:pt x="202883" y="875348"/>
                    </a:cubicBezTo>
                    <a:cubicBezTo>
                      <a:pt x="204788" y="896303"/>
                      <a:pt x="218123" y="926783"/>
                      <a:pt x="222885" y="958215"/>
                    </a:cubicBezTo>
                    <a:cubicBezTo>
                      <a:pt x="238125" y="963930"/>
                      <a:pt x="250508" y="978218"/>
                      <a:pt x="250508" y="999173"/>
                    </a:cubicBezTo>
                    <a:cubicBezTo>
                      <a:pt x="250508" y="1019175"/>
                      <a:pt x="250508" y="1040130"/>
                      <a:pt x="251460" y="1060133"/>
                    </a:cubicBezTo>
                    <a:cubicBezTo>
                      <a:pt x="255270" y="1070610"/>
                      <a:pt x="260033" y="1080135"/>
                      <a:pt x="263843" y="1088708"/>
                    </a:cubicBezTo>
                    <a:cubicBezTo>
                      <a:pt x="281940" y="1124903"/>
                      <a:pt x="295275" y="1195388"/>
                      <a:pt x="306706" y="1212532"/>
                    </a:cubicBezTo>
                    <a:cubicBezTo>
                      <a:pt x="312420" y="1221105"/>
                      <a:pt x="322898" y="1237298"/>
                      <a:pt x="331470" y="1256348"/>
                    </a:cubicBezTo>
                    <a:cubicBezTo>
                      <a:pt x="360045" y="1301115"/>
                      <a:pt x="378143" y="1352550"/>
                      <a:pt x="409575" y="1395413"/>
                    </a:cubicBezTo>
                    <a:cubicBezTo>
                      <a:pt x="419100" y="1389698"/>
                      <a:pt x="428625" y="1379220"/>
                      <a:pt x="432435" y="1366838"/>
                    </a:cubicBezTo>
                    <a:cubicBezTo>
                      <a:pt x="438150" y="1346835"/>
                      <a:pt x="471488" y="1339215"/>
                      <a:pt x="473393" y="1322070"/>
                    </a:cubicBezTo>
                    <a:cubicBezTo>
                      <a:pt x="475298" y="1304925"/>
                      <a:pt x="478156" y="1291590"/>
                      <a:pt x="490538" y="1289685"/>
                    </a:cubicBezTo>
                    <a:cubicBezTo>
                      <a:pt x="501968" y="1287780"/>
                      <a:pt x="501968" y="1274445"/>
                      <a:pt x="501968" y="1255395"/>
                    </a:cubicBezTo>
                    <a:cubicBezTo>
                      <a:pt x="501968" y="1237298"/>
                      <a:pt x="502920" y="1210628"/>
                      <a:pt x="515302" y="1194435"/>
                    </a:cubicBezTo>
                    <a:cubicBezTo>
                      <a:pt x="526733" y="1178243"/>
                      <a:pt x="528638" y="1134428"/>
                      <a:pt x="521970" y="1117283"/>
                    </a:cubicBezTo>
                    <a:cubicBezTo>
                      <a:pt x="514350" y="1099185"/>
                      <a:pt x="519113" y="1075373"/>
                      <a:pt x="524827" y="1057275"/>
                    </a:cubicBezTo>
                    <a:cubicBezTo>
                      <a:pt x="531495" y="1040130"/>
                      <a:pt x="528638" y="1019175"/>
                      <a:pt x="541020" y="1018223"/>
                    </a:cubicBezTo>
                    <a:cubicBezTo>
                      <a:pt x="553402" y="1017270"/>
                      <a:pt x="571500" y="1004888"/>
                      <a:pt x="584835" y="985838"/>
                    </a:cubicBezTo>
                    <a:cubicBezTo>
                      <a:pt x="591502" y="976313"/>
                      <a:pt x="603885" y="965835"/>
                      <a:pt x="616268" y="956310"/>
                    </a:cubicBezTo>
                    <a:cubicBezTo>
                      <a:pt x="615315" y="946785"/>
                      <a:pt x="617220" y="938213"/>
                      <a:pt x="621983" y="928688"/>
                    </a:cubicBezTo>
                    <a:cubicBezTo>
                      <a:pt x="636270" y="898208"/>
                      <a:pt x="651510" y="867728"/>
                      <a:pt x="672465" y="841058"/>
                    </a:cubicBezTo>
                    <a:cubicBezTo>
                      <a:pt x="681990" y="827723"/>
                      <a:pt x="696277" y="819150"/>
                      <a:pt x="711518" y="818198"/>
                    </a:cubicBezTo>
                    <a:cubicBezTo>
                      <a:pt x="714375" y="796290"/>
                      <a:pt x="735331" y="773430"/>
                      <a:pt x="759143" y="776288"/>
                    </a:cubicBezTo>
                    <a:cubicBezTo>
                      <a:pt x="773431" y="778193"/>
                      <a:pt x="787718" y="778193"/>
                      <a:pt x="802006" y="776288"/>
                    </a:cubicBezTo>
                    <a:cubicBezTo>
                      <a:pt x="802958" y="768668"/>
                      <a:pt x="802006" y="762000"/>
                      <a:pt x="803910" y="751523"/>
                    </a:cubicBezTo>
                    <a:cubicBezTo>
                      <a:pt x="806768" y="731520"/>
                      <a:pt x="862013" y="722948"/>
                      <a:pt x="882968" y="722948"/>
                    </a:cubicBezTo>
                    <a:cubicBezTo>
                      <a:pt x="886777" y="722948"/>
                      <a:pt x="890588" y="721995"/>
                      <a:pt x="894398" y="721995"/>
                    </a:cubicBezTo>
                    <a:cubicBezTo>
                      <a:pt x="894398" y="689610"/>
                      <a:pt x="884873" y="650558"/>
                      <a:pt x="879158" y="634365"/>
                    </a:cubicBezTo>
                    <a:cubicBezTo>
                      <a:pt x="871538" y="614363"/>
                      <a:pt x="865823" y="577215"/>
                      <a:pt x="868681" y="562928"/>
                    </a:cubicBezTo>
                    <a:cubicBezTo>
                      <a:pt x="871538" y="548640"/>
                      <a:pt x="886777" y="560070"/>
                      <a:pt x="892493" y="542925"/>
                    </a:cubicBezTo>
                    <a:cubicBezTo>
                      <a:pt x="898208" y="525780"/>
                      <a:pt x="847725" y="525780"/>
                      <a:pt x="862965" y="502920"/>
                    </a:cubicBezTo>
                    <a:cubicBezTo>
                      <a:pt x="879158" y="480060"/>
                      <a:pt x="879158" y="502920"/>
                      <a:pt x="900113" y="502920"/>
                    </a:cubicBezTo>
                    <a:cubicBezTo>
                      <a:pt x="921068" y="502920"/>
                      <a:pt x="929640" y="514350"/>
                      <a:pt x="929640" y="528638"/>
                    </a:cubicBezTo>
                    <a:cubicBezTo>
                      <a:pt x="929640" y="542925"/>
                      <a:pt x="950595" y="551498"/>
                      <a:pt x="950595" y="551498"/>
                    </a:cubicBezTo>
                    <a:cubicBezTo>
                      <a:pt x="950595" y="551498"/>
                      <a:pt x="984885" y="548640"/>
                      <a:pt x="1001077" y="548640"/>
                    </a:cubicBezTo>
                    <a:cubicBezTo>
                      <a:pt x="1017270" y="548640"/>
                      <a:pt x="1032510" y="548640"/>
                      <a:pt x="1032510" y="560070"/>
                    </a:cubicBezTo>
                    <a:cubicBezTo>
                      <a:pt x="1032510" y="571500"/>
                      <a:pt x="1014413" y="608648"/>
                      <a:pt x="998220" y="608648"/>
                    </a:cubicBezTo>
                    <a:cubicBezTo>
                      <a:pt x="982027" y="608648"/>
                      <a:pt x="982027" y="657225"/>
                      <a:pt x="995363" y="660083"/>
                    </a:cubicBezTo>
                    <a:cubicBezTo>
                      <a:pt x="1008698" y="662940"/>
                      <a:pt x="1019175" y="622935"/>
                      <a:pt x="1026795" y="622935"/>
                    </a:cubicBezTo>
                    <a:cubicBezTo>
                      <a:pt x="1032510" y="622935"/>
                      <a:pt x="1037273" y="668655"/>
                      <a:pt x="1044893" y="715328"/>
                    </a:cubicBezTo>
                    <a:cubicBezTo>
                      <a:pt x="1046798" y="712470"/>
                      <a:pt x="1048702" y="710565"/>
                      <a:pt x="1051560" y="710565"/>
                    </a:cubicBezTo>
                    <a:cubicBezTo>
                      <a:pt x="1062038" y="710565"/>
                      <a:pt x="1057275" y="670560"/>
                      <a:pt x="1063943" y="660083"/>
                    </a:cubicBezTo>
                    <a:cubicBezTo>
                      <a:pt x="1070610" y="648653"/>
                      <a:pt x="1067752" y="613410"/>
                      <a:pt x="1072515" y="613410"/>
                    </a:cubicBezTo>
                    <a:cubicBezTo>
                      <a:pt x="1078231" y="613410"/>
                      <a:pt x="1108710" y="624840"/>
                      <a:pt x="1107758" y="615315"/>
                    </a:cubicBezTo>
                    <a:cubicBezTo>
                      <a:pt x="1105852" y="605790"/>
                      <a:pt x="1126808" y="573405"/>
                      <a:pt x="1122998" y="557213"/>
                    </a:cubicBezTo>
                    <a:cubicBezTo>
                      <a:pt x="1119188" y="540068"/>
                      <a:pt x="1135381" y="519113"/>
                      <a:pt x="1135381" y="499110"/>
                    </a:cubicBezTo>
                    <a:cubicBezTo>
                      <a:pt x="1135381" y="478155"/>
                      <a:pt x="1152525" y="472440"/>
                      <a:pt x="1164908" y="461010"/>
                    </a:cubicBezTo>
                    <a:cubicBezTo>
                      <a:pt x="1177290" y="449580"/>
                      <a:pt x="1198246" y="434340"/>
                      <a:pt x="1201102" y="443865"/>
                    </a:cubicBezTo>
                    <a:cubicBezTo>
                      <a:pt x="1204913" y="453390"/>
                      <a:pt x="1230631" y="461010"/>
                      <a:pt x="1220152" y="443865"/>
                    </a:cubicBezTo>
                    <a:cubicBezTo>
                      <a:pt x="1212533" y="429578"/>
                      <a:pt x="1212533" y="418148"/>
                      <a:pt x="1220152" y="414338"/>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41" name="Freeform: Shape 219">
                <a:extLst>
                  <a:ext uri="{FF2B5EF4-FFF2-40B4-BE49-F238E27FC236}">
                    <a16:creationId xmlns:a16="http://schemas.microsoft.com/office/drawing/2014/main" id="{04EBD322-7547-F122-4EDE-3EB7145B30DC}"/>
                  </a:ext>
                </a:extLst>
              </p:cNvPr>
              <p:cNvSpPr/>
              <p:nvPr/>
            </p:nvSpPr>
            <p:spPr>
              <a:xfrm>
                <a:off x="7828023" y="2910661"/>
                <a:ext cx="712220" cy="326840"/>
              </a:xfrm>
              <a:custGeom>
                <a:avLst/>
                <a:gdLst>
                  <a:gd name="connsiteX0" fmla="*/ 1331596 w 1390650"/>
                  <a:gd name="connsiteY0" fmla="*/ 267122 h 638175"/>
                  <a:gd name="connsiteX1" fmla="*/ 1288733 w 1390650"/>
                  <a:gd name="connsiteY1" fmla="*/ 272837 h 638175"/>
                  <a:gd name="connsiteX2" fmla="*/ 1245871 w 1390650"/>
                  <a:gd name="connsiteY2" fmla="*/ 267122 h 638175"/>
                  <a:gd name="connsiteX3" fmla="*/ 1200150 w 1390650"/>
                  <a:gd name="connsiteY3" fmla="*/ 264265 h 638175"/>
                  <a:gd name="connsiteX4" fmla="*/ 1205865 w 1390650"/>
                  <a:gd name="connsiteY4" fmla="*/ 239500 h 638175"/>
                  <a:gd name="connsiteX5" fmla="*/ 1208723 w 1390650"/>
                  <a:gd name="connsiteY5" fmla="*/ 214734 h 638175"/>
                  <a:gd name="connsiteX6" fmla="*/ 1243965 w 1390650"/>
                  <a:gd name="connsiteY6" fmla="*/ 138534 h 638175"/>
                  <a:gd name="connsiteX7" fmla="*/ 1211580 w 1390650"/>
                  <a:gd name="connsiteY7" fmla="*/ 134725 h 638175"/>
                  <a:gd name="connsiteX8" fmla="*/ 1173480 w 1390650"/>
                  <a:gd name="connsiteY8" fmla="*/ 126152 h 638175"/>
                  <a:gd name="connsiteX9" fmla="*/ 1118235 w 1390650"/>
                  <a:gd name="connsiteY9" fmla="*/ 123294 h 638175"/>
                  <a:gd name="connsiteX10" fmla="*/ 1082992 w 1390650"/>
                  <a:gd name="connsiteY10" fmla="*/ 149012 h 638175"/>
                  <a:gd name="connsiteX11" fmla="*/ 1047750 w 1390650"/>
                  <a:gd name="connsiteY11" fmla="*/ 163300 h 638175"/>
                  <a:gd name="connsiteX12" fmla="*/ 990600 w 1390650"/>
                  <a:gd name="connsiteY12" fmla="*/ 178540 h 638175"/>
                  <a:gd name="connsiteX13" fmla="*/ 931545 w 1390650"/>
                  <a:gd name="connsiteY13" fmla="*/ 178540 h 638175"/>
                  <a:gd name="connsiteX14" fmla="*/ 875348 w 1390650"/>
                  <a:gd name="connsiteY14" fmla="*/ 167109 h 638175"/>
                  <a:gd name="connsiteX15" fmla="*/ 851535 w 1390650"/>
                  <a:gd name="connsiteY15" fmla="*/ 140440 h 638175"/>
                  <a:gd name="connsiteX16" fmla="*/ 815340 w 1390650"/>
                  <a:gd name="connsiteY16" fmla="*/ 122342 h 638175"/>
                  <a:gd name="connsiteX17" fmla="*/ 781050 w 1390650"/>
                  <a:gd name="connsiteY17" fmla="*/ 112817 h 638175"/>
                  <a:gd name="connsiteX18" fmla="*/ 740092 w 1390650"/>
                  <a:gd name="connsiteY18" fmla="*/ 103292 h 638175"/>
                  <a:gd name="connsiteX19" fmla="*/ 699135 w 1390650"/>
                  <a:gd name="connsiteY19" fmla="*/ 109007 h 638175"/>
                  <a:gd name="connsiteX20" fmla="*/ 667702 w 1390650"/>
                  <a:gd name="connsiteY20" fmla="*/ 126152 h 638175"/>
                  <a:gd name="connsiteX21" fmla="*/ 628650 w 1390650"/>
                  <a:gd name="connsiteY21" fmla="*/ 113769 h 638175"/>
                  <a:gd name="connsiteX22" fmla="*/ 601027 w 1390650"/>
                  <a:gd name="connsiteY22" fmla="*/ 90909 h 638175"/>
                  <a:gd name="connsiteX23" fmla="*/ 596265 w 1390650"/>
                  <a:gd name="connsiteY23" fmla="*/ 49952 h 638175"/>
                  <a:gd name="connsiteX24" fmla="*/ 553402 w 1390650"/>
                  <a:gd name="connsiteY24" fmla="*/ 35665 h 638175"/>
                  <a:gd name="connsiteX25" fmla="*/ 521017 w 1390650"/>
                  <a:gd name="connsiteY25" fmla="*/ 21377 h 638175"/>
                  <a:gd name="connsiteX26" fmla="*/ 493395 w 1390650"/>
                  <a:gd name="connsiteY26" fmla="*/ 14709 h 638175"/>
                  <a:gd name="connsiteX27" fmla="*/ 461010 w 1390650"/>
                  <a:gd name="connsiteY27" fmla="*/ 422 h 638175"/>
                  <a:gd name="connsiteX28" fmla="*/ 445770 w 1390650"/>
                  <a:gd name="connsiteY28" fmla="*/ 15662 h 638175"/>
                  <a:gd name="connsiteX29" fmla="*/ 421958 w 1390650"/>
                  <a:gd name="connsiteY29" fmla="*/ 32807 h 638175"/>
                  <a:gd name="connsiteX30" fmla="*/ 403860 w 1390650"/>
                  <a:gd name="connsiteY30" fmla="*/ 56619 h 638175"/>
                  <a:gd name="connsiteX31" fmla="*/ 419100 w 1390650"/>
                  <a:gd name="connsiteY31" fmla="*/ 95672 h 638175"/>
                  <a:gd name="connsiteX32" fmla="*/ 418148 w 1390650"/>
                  <a:gd name="connsiteY32" fmla="*/ 124247 h 638175"/>
                  <a:gd name="connsiteX33" fmla="*/ 381952 w 1390650"/>
                  <a:gd name="connsiteY33" fmla="*/ 144250 h 638175"/>
                  <a:gd name="connsiteX34" fmla="*/ 350520 w 1390650"/>
                  <a:gd name="connsiteY34" fmla="*/ 134725 h 638175"/>
                  <a:gd name="connsiteX35" fmla="*/ 315277 w 1390650"/>
                  <a:gd name="connsiteY35" fmla="*/ 137582 h 638175"/>
                  <a:gd name="connsiteX36" fmla="*/ 279083 w 1390650"/>
                  <a:gd name="connsiteY36" fmla="*/ 122342 h 638175"/>
                  <a:gd name="connsiteX37" fmla="*/ 264795 w 1390650"/>
                  <a:gd name="connsiteY37" fmla="*/ 95672 h 638175"/>
                  <a:gd name="connsiteX38" fmla="*/ 203835 w 1390650"/>
                  <a:gd name="connsiteY38" fmla="*/ 84242 h 638175"/>
                  <a:gd name="connsiteX39" fmla="*/ 172402 w 1390650"/>
                  <a:gd name="connsiteY39" fmla="*/ 89957 h 638175"/>
                  <a:gd name="connsiteX40" fmla="*/ 141923 w 1390650"/>
                  <a:gd name="connsiteY40" fmla="*/ 104244 h 638175"/>
                  <a:gd name="connsiteX41" fmla="*/ 113348 w 1390650"/>
                  <a:gd name="connsiteY41" fmla="*/ 125200 h 638175"/>
                  <a:gd name="connsiteX42" fmla="*/ 79058 w 1390650"/>
                  <a:gd name="connsiteY42" fmla="*/ 146154 h 638175"/>
                  <a:gd name="connsiteX43" fmla="*/ 38100 w 1390650"/>
                  <a:gd name="connsiteY43" fmla="*/ 166157 h 638175"/>
                  <a:gd name="connsiteX44" fmla="*/ 7620 w 1390650"/>
                  <a:gd name="connsiteY44" fmla="*/ 178540 h 638175"/>
                  <a:gd name="connsiteX45" fmla="*/ 0 w 1390650"/>
                  <a:gd name="connsiteY45" fmla="*/ 181397 h 638175"/>
                  <a:gd name="connsiteX46" fmla="*/ 1905 w 1390650"/>
                  <a:gd name="connsiteY46" fmla="*/ 187112 h 638175"/>
                  <a:gd name="connsiteX47" fmla="*/ 33338 w 1390650"/>
                  <a:gd name="connsiteY47" fmla="*/ 230927 h 638175"/>
                  <a:gd name="connsiteX48" fmla="*/ 73342 w 1390650"/>
                  <a:gd name="connsiteY48" fmla="*/ 254740 h 638175"/>
                  <a:gd name="connsiteX49" fmla="*/ 111442 w 1390650"/>
                  <a:gd name="connsiteY49" fmla="*/ 288077 h 638175"/>
                  <a:gd name="connsiteX50" fmla="*/ 135255 w 1390650"/>
                  <a:gd name="connsiteY50" fmla="*/ 324272 h 638175"/>
                  <a:gd name="connsiteX51" fmla="*/ 132398 w 1390650"/>
                  <a:gd name="connsiteY51" fmla="*/ 371897 h 638175"/>
                  <a:gd name="connsiteX52" fmla="*/ 122873 w 1390650"/>
                  <a:gd name="connsiteY52" fmla="*/ 410950 h 638175"/>
                  <a:gd name="connsiteX53" fmla="*/ 221933 w 1390650"/>
                  <a:gd name="connsiteY53" fmla="*/ 437619 h 638175"/>
                  <a:gd name="connsiteX54" fmla="*/ 255270 w 1390650"/>
                  <a:gd name="connsiteY54" fmla="*/ 459527 h 638175"/>
                  <a:gd name="connsiteX55" fmla="*/ 283845 w 1390650"/>
                  <a:gd name="connsiteY55" fmla="*/ 481434 h 638175"/>
                  <a:gd name="connsiteX56" fmla="*/ 318135 w 1390650"/>
                  <a:gd name="connsiteY56" fmla="*/ 521440 h 638175"/>
                  <a:gd name="connsiteX57" fmla="*/ 343852 w 1390650"/>
                  <a:gd name="connsiteY57" fmla="*/ 570969 h 638175"/>
                  <a:gd name="connsiteX58" fmla="*/ 401002 w 1390650"/>
                  <a:gd name="connsiteY58" fmla="*/ 576685 h 638175"/>
                  <a:gd name="connsiteX59" fmla="*/ 506730 w 1390650"/>
                  <a:gd name="connsiteY59" fmla="*/ 579542 h 638175"/>
                  <a:gd name="connsiteX60" fmla="*/ 586740 w 1390650"/>
                  <a:gd name="connsiteY60" fmla="*/ 597640 h 638175"/>
                  <a:gd name="connsiteX61" fmla="*/ 635317 w 1390650"/>
                  <a:gd name="connsiteY61" fmla="*/ 610022 h 638175"/>
                  <a:gd name="connsiteX62" fmla="*/ 681038 w 1390650"/>
                  <a:gd name="connsiteY62" fmla="*/ 622404 h 638175"/>
                  <a:gd name="connsiteX63" fmla="*/ 715327 w 1390650"/>
                  <a:gd name="connsiteY63" fmla="*/ 640502 h 638175"/>
                  <a:gd name="connsiteX64" fmla="*/ 792480 w 1390650"/>
                  <a:gd name="connsiteY64" fmla="*/ 597640 h 638175"/>
                  <a:gd name="connsiteX65" fmla="*/ 892492 w 1390650"/>
                  <a:gd name="connsiteY65" fmla="*/ 594782 h 638175"/>
                  <a:gd name="connsiteX66" fmla="*/ 972502 w 1390650"/>
                  <a:gd name="connsiteY66" fmla="*/ 557635 h 638175"/>
                  <a:gd name="connsiteX67" fmla="*/ 1026795 w 1390650"/>
                  <a:gd name="connsiteY67" fmla="*/ 511915 h 638175"/>
                  <a:gd name="connsiteX68" fmla="*/ 1015365 w 1390650"/>
                  <a:gd name="connsiteY68" fmla="*/ 456669 h 638175"/>
                  <a:gd name="connsiteX69" fmla="*/ 1058227 w 1390650"/>
                  <a:gd name="connsiteY69" fmla="*/ 444287 h 638175"/>
                  <a:gd name="connsiteX70" fmla="*/ 1129665 w 1390650"/>
                  <a:gd name="connsiteY70" fmla="*/ 438572 h 638175"/>
                  <a:gd name="connsiteX71" fmla="*/ 1195388 w 1390650"/>
                  <a:gd name="connsiteY71" fmla="*/ 416665 h 638175"/>
                  <a:gd name="connsiteX72" fmla="*/ 1235392 w 1390650"/>
                  <a:gd name="connsiteY72" fmla="*/ 376659 h 638175"/>
                  <a:gd name="connsiteX73" fmla="*/ 1289685 w 1390650"/>
                  <a:gd name="connsiteY73" fmla="*/ 351894 h 638175"/>
                  <a:gd name="connsiteX74" fmla="*/ 1346835 w 1390650"/>
                  <a:gd name="connsiteY74" fmla="*/ 339512 h 638175"/>
                  <a:gd name="connsiteX75" fmla="*/ 1392555 w 1390650"/>
                  <a:gd name="connsiteY75" fmla="*/ 333797 h 638175"/>
                  <a:gd name="connsiteX76" fmla="*/ 1331596 w 1390650"/>
                  <a:gd name="connsiteY76" fmla="*/ 267122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390650" h="638175">
                    <a:moveTo>
                      <a:pt x="1331596" y="267122"/>
                    </a:moveTo>
                    <a:cubicBezTo>
                      <a:pt x="1317308" y="249025"/>
                      <a:pt x="1294448" y="257597"/>
                      <a:pt x="1288733" y="272837"/>
                    </a:cubicBezTo>
                    <a:cubicBezTo>
                      <a:pt x="1283017" y="288077"/>
                      <a:pt x="1271588" y="267122"/>
                      <a:pt x="1245871" y="267122"/>
                    </a:cubicBezTo>
                    <a:cubicBezTo>
                      <a:pt x="1220152" y="267122"/>
                      <a:pt x="1217296" y="282362"/>
                      <a:pt x="1200150" y="264265"/>
                    </a:cubicBezTo>
                    <a:cubicBezTo>
                      <a:pt x="1183005" y="246167"/>
                      <a:pt x="1205865" y="239500"/>
                      <a:pt x="1205865" y="239500"/>
                    </a:cubicBezTo>
                    <a:lnTo>
                      <a:pt x="1208723" y="214734"/>
                    </a:lnTo>
                    <a:lnTo>
                      <a:pt x="1243965" y="138534"/>
                    </a:lnTo>
                    <a:cubicBezTo>
                      <a:pt x="1233488" y="133772"/>
                      <a:pt x="1219200" y="131867"/>
                      <a:pt x="1211580" y="134725"/>
                    </a:cubicBezTo>
                    <a:cubicBezTo>
                      <a:pt x="1201102" y="138534"/>
                      <a:pt x="1176338" y="136629"/>
                      <a:pt x="1173480" y="126152"/>
                    </a:cubicBezTo>
                    <a:cubicBezTo>
                      <a:pt x="1170623" y="116627"/>
                      <a:pt x="1128713" y="114722"/>
                      <a:pt x="1118235" y="123294"/>
                    </a:cubicBezTo>
                    <a:cubicBezTo>
                      <a:pt x="1107758" y="131867"/>
                      <a:pt x="1083946" y="138534"/>
                      <a:pt x="1082992" y="149012"/>
                    </a:cubicBezTo>
                    <a:cubicBezTo>
                      <a:pt x="1082040" y="158537"/>
                      <a:pt x="1057275" y="155679"/>
                      <a:pt x="1047750" y="163300"/>
                    </a:cubicBezTo>
                    <a:cubicBezTo>
                      <a:pt x="1038225" y="169967"/>
                      <a:pt x="991552" y="172825"/>
                      <a:pt x="990600" y="178540"/>
                    </a:cubicBezTo>
                    <a:cubicBezTo>
                      <a:pt x="989648" y="184254"/>
                      <a:pt x="939165" y="185207"/>
                      <a:pt x="931545" y="178540"/>
                    </a:cubicBezTo>
                    <a:cubicBezTo>
                      <a:pt x="923925" y="171872"/>
                      <a:pt x="880110" y="178540"/>
                      <a:pt x="875348" y="167109"/>
                    </a:cubicBezTo>
                    <a:cubicBezTo>
                      <a:pt x="870585" y="155679"/>
                      <a:pt x="851535" y="149965"/>
                      <a:pt x="851535" y="140440"/>
                    </a:cubicBezTo>
                    <a:cubicBezTo>
                      <a:pt x="851535" y="130915"/>
                      <a:pt x="819150" y="130915"/>
                      <a:pt x="815340" y="122342"/>
                    </a:cubicBezTo>
                    <a:cubicBezTo>
                      <a:pt x="811530" y="113769"/>
                      <a:pt x="784860" y="109959"/>
                      <a:pt x="781050" y="112817"/>
                    </a:cubicBezTo>
                    <a:cubicBezTo>
                      <a:pt x="777240" y="115675"/>
                      <a:pt x="748665" y="104244"/>
                      <a:pt x="740092" y="103292"/>
                    </a:cubicBezTo>
                    <a:cubicBezTo>
                      <a:pt x="732473" y="102340"/>
                      <a:pt x="707708" y="109007"/>
                      <a:pt x="699135" y="109007"/>
                    </a:cubicBezTo>
                    <a:cubicBezTo>
                      <a:pt x="691515" y="109007"/>
                      <a:pt x="677227" y="124247"/>
                      <a:pt x="667702" y="126152"/>
                    </a:cubicBezTo>
                    <a:cubicBezTo>
                      <a:pt x="658177" y="128057"/>
                      <a:pt x="633413" y="109007"/>
                      <a:pt x="628650" y="113769"/>
                    </a:cubicBezTo>
                    <a:cubicBezTo>
                      <a:pt x="623888" y="117579"/>
                      <a:pt x="607695" y="99482"/>
                      <a:pt x="601027" y="90909"/>
                    </a:cubicBezTo>
                    <a:cubicBezTo>
                      <a:pt x="594360" y="82337"/>
                      <a:pt x="601027" y="58525"/>
                      <a:pt x="596265" y="49952"/>
                    </a:cubicBezTo>
                    <a:cubicBezTo>
                      <a:pt x="591502" y="41379"/>
                      <a:pt x="561975" y="41379"/>
                      <a:pt x="553402" y="35665"/>
                    </a:cubicBezTo>
                    <a:cubicBezTo>
                      <a:pt x="543877" y="29950"/>
                      <a:pt x="529590" y="21377"/>
                      <a:pt x="521017" y="21377"/>
                    </a:cubicBezTo>
                    <a:cubicBezTo>
                      <a:pt x="511492" y="21377"/>
                      <a:pt x="497205" y="18519"/>
                      <a:pt x="493395" y="14709"/>
                    </a:cubicBezTo>
                    <a:cubicBezTo>
                      <a:pt x="489585" y="10900"/>
                      <a:pt x="469583" y="3279"/>
                      <a:pt x="461010" y="422"/>
                    </a:cubicBezTo>
                    <a:cubicBezTo>
                      <a:pt x="451485" y="-2435"/>
                      <a:pt x="450533" y="9947"/>
                      <a:pt x="445770" y="15662"/>
                    </a:cubicBezTo>
                    <a:cubicBezTo>
                      <a:pt x="441008" y="21377"/>
                      <a:pt x="424815" y="22329"/>
                      <a:pt x="421958" y="32807"/>
                    </a:cubicBezTo>
                    <a:cubicBezTo>
                      <a:pt x="419100" y="42332"/>
                      <a:pt x="401002" y="45190"/>
                      <a:pt x="403860" y="56619"/>
                    </a:cubicBezTo>
                    <a:cubicBezTo>
                      <a:pt x="406717" y="68050"/>
                      <a:pt x="413385" y="90909"/>
                      <a:pt x="419100" y="95672"/>
                    </a:cubicBezTo>
                    <a:cubicBezTo>
                      <a:pt x="425767" y="101387"/>
                      <a:pt x="421958" y="118532"/>
                      <a:pt x="418148" y="124247"/>
                    </a:cubicBezTo>
                    <a:cubicBezTo>
                      <a:pt x="414338" y="129962"/>
                      <a:pt x="386715" y="133772"/>
                      <a:pt x="381952" y="144250"/>
                    </a:cubicBezTo>
                    <a:cubicBezTo>
                      <a:pt x="377190" y="153775"/>
                      <a:pt x="363855" y="142344"/>
                      <a:pt x="350520" y="134725"/>
                    </a:cubicBezTo>
                    <a:cubicBezTo>
                      <a:pt x="337185" y="126152"/>
                      <a:pt x="321945" y="131867"/>
                      <a:pt x="315277" y="137582"/>
                    </a:cubicBezTo>
                    <a:cubicBezTo>
                      <a:pt x="308610" y="143297"/>
                      <a:pt x="284798" y="123294"/>
                      <a:pt x="279083" y="122342"/>
                    </a:cubicBezTo>
                    <a:cubicBezTo>
                      <a:pt x="272415" y="121390"/>
                      <a:pt x="271463" y="93767"/>
                      <a:pt x="264795" y="95672"/>
                    </a:cubicBezTo>
                    <a:cubicBezTo>
                      <a:pt x="258127" y="96625"/>
                      <a:pt x="212408" y="87100"/>
                      <a:pt x="203835" y="84242"/>
                    </a:cubicBezTo>
                    <a:cubicBezTo>
                      <a:pt x="194310" y="81384"/>
                      <a:pt x="175260" y="83290"/>
                      <a:pt x="172402" y="89957"/>
                    </a:cubicBezTo>
                    <a:cubicBezTo>
                      <a:pt x="169545" y="96625"/>
                      <a:pt x="146685" y="95672"/>
                      <a:pt x="141923" y="104244"/>
                    </a:cubicBezTo>
                    <a:cubicBezTo>
                      <a:pt x="138113" y="112817"/>
                      <a:pt x="120015" y="116627"/>
                      <a:pt x="113348" y="125200"/>
                    </a:cubicBezTo>
                    <a:cubicBezTo>
                      <a:pt x="106680" y="133772"/>
                      <a:pt x="84773" y="133772"/>
                      <a:pt x="79058" y="146154"/>
                    </a:cubicBezTo>
                    <a:cubicBezTo>
                      <a:pt x="74295" y="158537"/>
                      <a:pt x="46673" y="164252"/>
                      <a:pt x="38100" y="166157"/>
                    </a:cubicBezTo>
                    <a:cubicBezTo>
                      <a:pt x="30480" y="168062"/>
                      <a:pt x="9525" y="171872"/>
                      <a:pt x="7620" y="178540"/>
                    </a:cubicBezTo>
                    <a:cubicBezTo>
                      <a:pt x="6667" y="181397"/>
                      <a:pt x="3810" y="182350"/>
                      <a:pt x="0" y="181397"/>
                    </a:cubicBezTo>
                    <a:cubicBezTo>
                      <a:pt x="952" y="183302"/>
                      <a:pt x="952" y="185207"/>
                      <a:pt x="1905" y="187112"/>
                    </a:cubicBezTo>
                    <a:cubicBezTo>
                      <a:pt x="7620" y="219497"/>
                      <a:pt x="20002" y="218544"/>
                      <a:pt x="33338" y="230927"/>
                    </a:cubicBezTo>
                    <a:cubicBezTo>
                      <a:pt x="46673" y="243309"/>
                      <a:pt x="59055" y="253787"/>
                      <a:pt x="73342" y="254740"/>
                    </a:cubicBezTo>
                    <a:cubicBezTo>
                      <a:pt x="87630" y="255692"/>
                      <a:pt x="109538" y="273790"/>
                      <a:pt x="111442" y="288077"/>
                    </a:cubicBezTo>
                    <a:cubicBezTo>
                      <a:pt x="113348" y="301412"/>
                      <a:pt x="126683" y="317604"/>
                      <a:pt x="135255" y="324272"/>
                    </a:cubicBezTo>
                    <a:cubicBezTo>
                      <a:pt x="143827" y="330940"/>
                      <a:pt x="132398" y="354752"/>
                      <a:pt x="132398" y="371897"/>
                    </a:cubicBezTo>
                    <a:cubicBezTo>
                      <a:pt x="132398" y="389042"/>
                      <a:pt x="112395" y="393804"/>
                      <a:pt x="122873" y="410950"/>
                    </a:cubicBezTo>
                    <a:cubicBezTo>
                      <a:pt x="132398" y="428094"/>
                      <a:pt x="202883" y="437619"/>
                      <a:pt x="221933" y="437619"/>
                    </a:cubicBezTo>
                    <a:cubicBezTo>
                      <a:pt x="241935" y="437619"/>
                      <a:pt x="248602" y="458575"/>
                      <a:pt x="255270" y="459527"/>
                    </a:cubicBezTo>
                    <a:cubicBezTo>
                      <a:pt x="267652" y="461432"/>
                      <a:pt x="269558" y="477625"/>
                      <a:pt x="283845" y="481434"/>
                    </a:cubicBezTo>
                    <a:cubicBezTo>
                      <a:pt x="298133" y="484292"/>
                      <a:pt x="312420" y="493817"/>
                      <a:pt x="318135" y="521440"/>
                    </a:cubicBezTo>
                    <a:cubicBezTo>
                      <a:pt x="323850" y="549062"/>
                      <a:pt x="340995" y="558587"/>
                      <a:pt x="343852" y="570969"/>
                    </a:cubicBezTo>
                    <a:cubicBezTo>
                      <a:pt x="346710" y="583352"/>
                      <a:pt x="378142" y="573827"/>
                      <a:pt x="401002" y="576685"/>
                    </a:cubicBezTo>
                    <a:cubicBezTo>
                      <a:pt x="423863" y="579542"/>
                      <a:pt x="489585" y="576685"/>
                      <a:pt x="506730" y="579542"/>
                    </a:cubicBezTo>
                    <a:cubicBezTo>
                      <a:pt x="523875" y="582400"/>
                      <a:pt x="563880" y="579542"/>
                      <a:pt x="586740" y="597640"/>
                    </a:cubicBezTo>
                    <a:cubicBezTo>
                      <a:pt x="609600" y="615737"/>
                      <a:pt x="621030" y="600497"/>
                      <a:pt x="635317" y="610022"/>
                    </a:cubicBezTo>
                    <a:cubicBezTo>
                      <a:pt x="649605" y="619547"/>
                      <a:pt x="661035" y="625262"/>
                      <a:pt x="681038" y="622404"/>
                    </a:cubicBezTo>
                    <a:cubicBezTo>
                      <a:pt x="701040" y="619547"/>
                      <a:pt x="701040" y="637644"/>
                      <a:pt x="715327" y="640502"/>
                    </a:cubicBezTo>
                    <a:cubicBezTo>
                      <a:pt x="729615" y="643360"/>
                      <a:pt x="755333" y="615737"/>
                      <a:pt x="792480" y="597640"/>
                    </a:cubicBezTo>
                    <a:cubicBezTo>
                      <a:pt x="829627" y="579542"/>
                      <a:pt x="872490" y="591925"/>
                      <a:pt x="892492" y="594782"/>
                    </a:cubicBezTo>
                    <a:cubicBezTo>
                      <a:pt x="912495" y="597640"/>
                      <a:pt x="949642" y="585257"/>
                      <a:pt x="972502" y="557635"/>
                    </a:cubicBezTo>
                    <a:cubicBezTo>
                      <a:pt x="995363" y="530012"/>
                      <a:pt x="1023938" y="535727"/>
                      <a:pt x="1026795" y="511915"/>
                    </a:cubicBezTo>
                    <a:cubicBezTo>
                      <a:pt x="1029652" y="487150"/>
                      <a:pt x="1003935" y="478577"/>
                      <a:pt x="1015365" y="456669"/>
                    </a:cubicBezTo>
                    <a:cubicBezTo>
                      <a:pt x="1026795" y="434762"/>
                      <a:pt x="1046798" y="438572"/>
                      <a:pt x="1058227" y="444287"/>
                    </a:cubicBezTo>
                    <a:cubicBezTo>
                      <a:pt x="1069658" y="450002"/>
                      <a:pt x="1101090" y="459527"/>
                      <a:pt x="1129665" y="438572"/>
                    </a:cubicBezTo>
                    <a:cubicBezTo>
                      <a:pt x="1158240" y="416665"/>
                      <a:pt x="1169671" y="420475"/>
                      <a:pt x="1195388" y="416665"/>
                    </a:cubicBezTo>
                    <a:cubicBezTo>
                      <a:pt x="1221105" y="413807"/>
                      <a:pt x="1218248" y="394757"/>
                      <a:pt x="1235392" y="376659"/>
                    </a:cubicBezTo>
                    <a:cubicBezTo>
                      <a:pt x="1252538" y="358562"/>
                      <a:pt x="1272540" y="351894"/>
                      <a:pt x="1289685" y="351894"/>
                    </a:cubicBezTo>
                    <a:cubicBezTo>
                      <a:pt x="1306830" y="351894"/>
                      <a:pt x="1329690" y="333797"/>
                      <a:pt x="1346835" y="339512"/>
                    </a:cubicBezTo>
                    <a:cubicBezTo>
                      <a:pt x="1363980" y="345227"/>
                      <a:pt x="1389698" y="349037"/>
                      <a:pt x="1392555" y="333797"/>
                    </a:cubicBezTo>
                    <a:cubicBezTo>
                      <a:pt x="1391602" y="316652"/>
                      <a:pt x="1345883" y="285219"/>
                      <a:pt x="1331596" y="267122"/>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42" name="Freeform: Shape 220">
                <a:extLst>
                  <a:ext uri="{FF2B5EF4-FFF2-40B4-BE49-F238E27FC236}">
                    <a16:creationId xmlns:a16="http://schemas.microsoft.com/office/drawing/2014/main" id="{169C96D0-389E-CB7F-CAB6-0B33D5C455F1}"/>
                  </a:ext>
                </a:extLst>
              </p:cNvPr>
              <p:cNvSpPr/>
              <p:nvPr/>
            </p:nvSpPr>
            <p:spPr>
              <a:xfrm>
                <a:off x="6628958" y="3487969"/>
                <a:ext cx="9757" cy="29270"/>
              </a:xfrm>
              <a:custGeom>
                <a:avLst/>
                <a:gdLst>
                  <a:gd name="connsiteX0" fmla="*/ 9525 w 19050"/>
                  <a:gd name="connsiteY0" fmla="*/ 953 h 57150"/>
                  <a:gd name="connsiteX1" fmla="*/ 0 w 19050"/>
                  <a:gd name="connsiteY1" fmla="*/ 35243 h 57150"/>
                  <a:gd name="connsiteX2" fmla="*/ 16193 w 19050"/>
                  <a:gd name="connsiteY2" fmla="*/ 65723 h 57150"/>
                  <a:gd name="connsiteX3" fmla="*/ 20955 w 19050"/>
                  <a:gd name="connsiteY3" fmla="*/ 9525 h 57150"/>
                  <a:gd name="connsiteX4" fmla="*/ 22860 w 19050"/>
                  <a:gd name="connsiteY4" fmla="*/ 0 h 57150"/>
                  <a:gd name="connsiteX5" fmla="*/ 9525 w 19050"/>
                  <a:gd name="connsiteY5" fmla="*/ 953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50" h="57150">
                    <a:moveTo>
                      <a:pt x="9525" y="953"/>
                    </a:moveTo>
                    <a:cubicBezTo>
                      <a:pt x="2857" y="3810"/>
                      <a:pt x="0" y="31433"/>
                      <a:pt x="0" y="35243"/>
                    </a:cubicBezTo>
                    <a:cubicBezTo>
                      <a:pt x="0" y="38100"/>
                      <a:pt x="3810" y="52388"/>
                      <a:pt x="16193" y="65723"/>
                    </a:cubicBezTo>
                    <a:cubicBezTo>
                      <a:pt x="19050" y="44768"/>
                      <a:pt x="19050" y="17145"/>
                      <a:pt x="20955" y="9525"/>
                    </a:cubicBezTo>
                    <a:cubicBezTo>
                      <a:pt x="20955" y="7620"/>
                      <a:pt x="21907" y="4763"/>
                      <a:pt x="22860" y="0"/>
                    </a:cubicBezTo>
                    <a:cubicBezTo>
                      <a:pt x="16193" y="0"/>
                      <a:pt x="11430" y="0"/>
                      <a:pt x="9525" y="95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43" name="Freeform: Shape 221">
                <a:extLst>
                  <a:ext uri="{FF2B5EF4-FFF2-40B4-BE49-F238E27FC236}">
                    <a16:creationId xmlns:a16="http://schemas.microsoft.com/office/drawing/2014/main" id="{D19ABCF9-BFC6-CF74-C082-72E83A57C16D}"/>
                  </a:ext>
                </a:extLst>
              </p:cNvPr>
              <p:cNvSpPr/>
              <p:nvPr/>
            </p:nvSpPr>
            <p:spPr>
              <a:xfrm>
                <a:off x="6610421" y="3466994"/>
                <a:ext cx="29270" cy="97565"/>
              </a:xfrm>
              <a:custGeom>
                <a:avLst/>
                <a:gdLst>
                  <a:gd name="connsiteX0" fmla="*/ 28575 w 57150"/>
                  <a:gd name="connsiteY0" fmla="*/ 196215 h 190500"/>
                  <a:gd name="connsiteX1" fmla="*/ 33338 w 57150"/>
                  <a:gd name="connsiteY1" fmla="*/ 199072 h 190500"/>
                  <a:gd name="connsiteX2" fmla="*/ 47625 w 57150"/>
                  <a:gd name="connsiteY2" fmla="*/ 129540 h 190500"/>
                  <a:gd name="connsiteX3" fmla="*/ 53340 w 57150"/>
                  <a:gd name="connsiteY3" fmla="*/ 106680 h 190500"/>
                  <a:gd name="connsiteX4" fmla="*/ 37147 w 57150"/>
                  <a:gd name="connsiteY4" fmla="*/ 76200 h 190500"/>
                  <a:gd name="connsiteX5" fmla="*/ 46672 w 57150"/>
                  <a:gd name="connsiteY5" fmla="*/ 41910 h 190500"/>
                  <a:gd name="connsiteX6" fmla="*/ 60007 w 57150"/>
                  <a:gd name="connsiteY6" fmla="*/ 41910 h 190500"/>
                  <a:gd name="connsiteX7" fmla="*/ 63817 w 57150"/>
                  <a:gd name="connsiteY7" fmla="*/ 10478 h 190500"/>
                  <a:gd name="connsiteX8" fmla="*/ 41910 w 57150"/>
                  <a:gd name="connsiteY8" fmla="*/ 0 h 190500"/>
                  <a:gd name="connsiteX9" fmla="*/ 35242 w 57150"/>
                  <a:gd name="connsiteY9" fmla="*/ 21907 h 190500"/>
                  <a:gd name="connsiteX10" fmla="*/ 0 w 57150"/>
                  <a:gd name="connsiteY10" fmla="*/ 106680 h 190500"/>
                  <a:gd name="connsiteX11" fmla="*/ 31432 w 57150"/>
                  <a:gd name="connsiteY11" fmla="*/ 190500 h 190500"/>
                  <a:gd name="connsiteX12" fmla="*/ 28575 w 57150"/>
                  <a:gd name="connsiteY12" fmla="*/ 1962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 h="190500">
                    <a:moveTo>
                      <a:pt x="28575" y="196215"/>
                    </a:moveTo>
                    <a:cubicBezTo>
                      <a:pt x="30480" y="197168"/>
                      <a:pt x="31432" y="198120"/>
                      <a:pt x="33338" y="199072"/>
                    </a:cubicBezTo>
                    <a:cubicBezTo>
                      <a:pt x="37147" y="170497"/>
                      <a:pt x="42863" y="137160"/>
                      <a:pt x="47625" y="129540"/>
                    </a:cubicBezTo>
                    <a:cubicBezTo>
                      <a:pt x="50482" y="125730"/>
                      <a:pt x="52388" y="117157"/>
                      <a:pt x="53340" y="106680"/>
                    </a:cubicBezTo>
                    <a:cubicBezTo>
                      <a:pt x="40957" y="93345"/>
                      <a:pt x="37147" y="79057"/>
                      <a:pt x="37147" y="76200"/>
                    </a:cubicBezTo>
                    <a:cubicBezTo>
                      <a:pt x="37147" y="71438"/>
                      <a:pt x="40005" y="44768"/>
                      <a:pt x="46672" y="41910"/>
                    </a:cubicBezTo>
                    <a:cubicBezTo>
                      <a:pt x="48577" y="40957"/>
                      <a:pt x="53340" y="40957"/>
                      <a:pt x="60007" y="41910"/>
                    </a:cubicBezTo>
                    <a:cubicBezTo>
                      <a:pt x="60960" y="33338"/>
                      <a:pt x="62865" y="20955"/>
                      <a:pt x="63817" y="10478"/>
                    </a:cubicBezTo>
                    <a:lnTo>
                      <a:pt x="41910" y="0"/>
                    </a:lnTo>
                    <a:cubicBezTo>
                      <a:pt x="39052" y="7620"/>
                      <a:pt x="36195" y="15240"/>
                      <a:pt x="35242" y="21907"/>
                    </a:cubicBezTo>
                    <a:cubicBezTo>
                      <a:pt x="31432" y="47625"/>
                      <a:pt x="10477" y="89535"/>
                      <a:pt x="0" y="106680"/>
                    </a:cubicBezTo>
                    <a:lnTo>
                      <a:pt x="31432" y="190500"/>
                    </a:lnTo>
                    <a:lnTo>
                      <a:pt x="28575" y="196215"/>
                    </a:ln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45" name="Freeform: Shape 222">
                <a:extLst>
                  <a:ext uri="{FF2B5EF4-FFF2-40B4-BE49-F238E27FC236}">
                    <a16:creationId xmlns:a16="http://schemas.microsoft.com/office/drawing/2014/main" id="{C993ACA3-9EED-2049-6096-BFF0058CC187}"/>
                  </a:ext>
                </a:extLst>
              </p:cNvPr>
              <p:cNvSpPr/>
              <p:nvPr/>
            </p:nvSpPr>
            <p:spPr>
              <a:xfrm>
                <a:off x="6627495" y="3465043"/>
                <a:ext cx="92686" cy="112198"/>
              </a:xfrm>
              <a:custGeom>
                <a:avLst/>
                <a:gdLst>
                  <a:gd name="connsiteX0" fmla="*/ 172402 w 180975"/>
                  <a:gd name="connsiteY0" fmla="*/ 0 h 219075"/>
                  <a:gd name="connsiteX1" fmla="*/ 116205 w 180975"/>
                  <a:gd name="connsiteY1" fmla="*/ 28575 h 219075"/>
                  <a:gd name="connsiteX2" fmla="*/ 74295 w 180975"/>
                  <a:gd name="connsiteY2" fmla="*/ 53340 h 219075"/>
                  <a:gd name="connsiteX3" fmla="*/ 34290 w 180975"/>
                  <a:gd name="connsiteY3" fmla="*/ 30480 h 219075"/>
                  <a:gd name="connsiteX4" fmla="*/ 30480 w 180975"/>
                  <a:gd name="connsiteY4" fmla="*/ 13335 h 219075"/>
                  <a:gd name="connsiteX5" fmla="*/ 29527 w 180975"/>
                  <a:gd name="connsiteY5" fmla="*/ 13335 h 219075"/>
                  <a:gd name="connsiteX6" fmla="*/ 24765 w 180975"/>
                  <a:gd name="connsiteY6" fmla="*/ 54292 h 219075"/>
                  <a:gd name="connsiteX7" fmla="*/ 14288 w 180975"/>
                  <a:gd name="connsiteY7" fmla="*/ 133350 h 219075"/>
                  <a:gd name="connsiteX8" fmla="*/ 0 w 180975"/>
                  <a:gd name="connsiteY8" fmla="*/ 202882 h 219075"/>
                  <a:gd name="connsiteX9" fmla="*/ 39052 w 180975"/>
                  <a:gd name="connsiteY9" fmla="*/ 220980 h 219075"/>
                  <a:gd name="connsiteX10" fmla="*/ 74295 w 180975"/>
                  <a:gd name="connsiteY10" fmla="*/ 192405 h 219075"/>
                  <a:gd name="connsiteX11" fmla="*/ 101917 w 180975"/>
                  <a:gd name="connsiteY11" fmla="*/ 179070 h 219075"/>
                  <a:gd name="connsiteX12" fmla="*/ 127635 w 180975"/>
                  <a:gd name="connsiteY12" fmla="*/ 156210 h 219075"/>
                  <a:gd name="connsiteX13" fmla="*/ 94297 w 180975"/>
                  <a:gd name="connsiteY13" fmla="*/ 115253 h 219075"/>
                  <a:gd name="connsiteX14" fmla="*/ 138113 w 180975"/>
                  <a:gd name="connsiteY14" fmla="*/ 84772 h 219075"/>
                  <a:gd name="connsiteX15" fmla="*/ 183832 w 180975"/>
                  <a:gd name="connsiteY15" fmla="*/ 69532 h 219075"/>
                  <a:gd name="connsiteX16" fmla="*/ 186690 w 180975"/>
                  <a:gd name="connsiteY16" fmla="*/ 69532 h 219075"/>
                  <a:gd name="connsiteX17" fmla="*/ 176213 w 180975"/>
                  <a:gd name="connsiteY17" fmla="*/ 22860 h 219075"/>
                  <a:gd name="connsiteX18" fmla="*/ 172402 w 180975"/>
                  <a:gd name="connsiteY18" fmla="*/ 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0975" h="219075">
                    <a:moveTo>
                      <a:pt x="172402" y="0"/>
                    </a:moveTo>
                    <a:cubicBezTo>
                      <a:pt x="144780" y="15240"/>
                      <a:pt x="120967" y="27622"/>
                      <a:pt x="116205" y="28575"/>
                    </a:cubicBezTo>
                    <a:cubicBezTo>
                      <a:pt x="103822" y="30480"/>
                      <a:pt x="74295" y="53340"/>
                      <a:pt x="74295" y="53340"/>
                    </a:cubicBezTo>
                    <a:lnTo>
                      <a:pt x="34290" y="30480"/>
                    </a:lnTo>
                    <a:lnTo>
                      <a:pt x="30480" y="13335"/>
                    </a:lnTo>
                    <a:lnTo>
                      <a:pt x="29527" y="13335"/>
                    </a:lnTo>
                    <a:cubicBezTo>
                      <a:pt x="27622" y="29528"/>
                      <a:pt x="25717" y="48578"/>
                      <a:pt x="24765" y="54292"/>
                    </a:cubicBezTo>
                    <a:cubicBezTo>
                      <a:pt x="21907" y="65722"/>
                      <a:pt x="21907" y="121920"/>
                      <a:pt x="14288" y="133350"/>
                    </a:cubicBezTo>
                    <a:cubicBezTo>
                      <a:pt x="9525" y="140017"/>
                      <a:pt x="3810" y="174307"/>
                      <a:pt x="0" y="202882"/>
                    </a:cubicBezTo>
                    <a:cubicBezTo>
                      <a:pt x="14288" y="211455"/>
                      <a:pt x="31432" y="220028"/>
                      <a:pt x="39052" y="220980"/>
                    </a:cubicBezTo>
                    <a:cubicBezTo>
                      <a:pt x="54292" y="222885"/>
                      <a:pt x="74295" y="203835"/>
                      <a:pt x="74295" y="192405"/>
                    </a:cubicBezTo>
                    <a:cubicBezTo>
                      <a:pt x="74295" y="180975"/>
                      <a:pt x="88582" y="179070"/>
                      <a:pt x="101917" y="179070"/>
                    </a:cubicBezTo>
                    <a:cubicBezTo>
                      <a:pt x="116205" y="179070"/>
                      <a:pt x="117157" y="161925"/>
                      <a:pt x="127635" y="156210"/>
                    </a:cubicBezTo>
                    <a:cubicBezTo>
                      <a:pt x="138113" y="150495"/>
                      <a:pt x="104775" y="118110"/>
                      <a:pt x="94297" y="115253"/>
                    </a:cubicBezTo>
                    <a:cubicBezTo>
                      <a:pt x="83820" y="111442"/>
                      <a:pt x="102870" y="86678"/>
                      <a:pt x="138113" y="84772"/>
                    </a:cubicBezTo>
                    <a:cubicBezTo>
                      <a:pt x="173355" y="82867"/>
                      <a:pt x="163830" y="69532"/>
                      <a:pt x="183832" y="69532"/>
                    </a:cubicBezTo>
                    <a:cubicBezTo>
                      <a:pt x="184785" y="69532"/>
                      <a:pt x="185738" y="69532"/>
                      <a:pt x="186690" y="69532"/>
                    </a:cubicBezTo>
                    <a:cubicBezTo>
                      <a:pt x="182880" y="53340"/>
                      <a:pt x="179070" y="33338"/>
                      <a:pt x="176213" y="22860"/>
                    </a:cubicBezTo>
                    <a:cubicBezTo>
                      <a:pt x="174307" y="17145"/>
                      <a:pt x="173355" y="8572"/>
                      <a:pt x="172402" y="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46" name="Freeform: Shape 223">
                <a:extLst>
                  <a:ext uri="{FF2B5EF4-FFF2-40B4-BE49-F238E27FC236}">
                    <a16:creationId xmlns:a16="http://schemas.microsoft.com/office/drawing/2014/main" id="{A80C9AA9-A379-71D1-E3FD-2C6149F7532A}"/>
                  </a:ext>
                </a:extLst>
              </p:cNvPr>
              <p:cNvSpPr/>
              <p:nvPr/>
            </p:nvSpPr>
            <p:spPr>
              <a:xfrm>
                <a:off x="7418679" y="3187860"/>
                <a:ext cx="243910" cy="112198"/>
              </a:xfrm>
              <a:custGeom>
                <a:avLst/>
                <a:gdLst>
                  <a:gd name="connsiteX0" fmla="*/ 444940 w 476250"/>
                  <a:gd name="connsiteY0" fmla="*/ 39248 h 219075"/>
                  <a:gd name="connsiteX1" fmla="*/ 403029 w 476250"/>
                  <a:gd name="connsiteY1" fmla="*/ 26866 h 219075"/>
                  <a:gd name="connsiteX2" fmla="*/ 289682 w 476250"/>
                  <a:gd name="connsiteY2" fmla="*/ 20198 h 219075"/>
                  <a:gd name="connsiteX3" fmla="*/ 230627 w 476250"/>
                  <a:gd name="connsiteY3" fmla="*/ 2100 h 219075"/>
                  <a:gd name="connsiteX4" fmla="*/ 184907 w 476250"/>
                  <a:gd name="connsiteY4" fmla="*/ 22103 h 219075"/>
                  <a:gd name="connsiteX5" fmla="*/ 145854 w 476250"/>
                  <a:gd name="connsiteY5" fmla="*/ 28770 h 219075"/>
                  <a:gd name="connsiteX6" fmla="*/ 85846 w 476250"/>
                  <a:gd name="connsiteY6" fmla="*/ 30675 h 219075"/>
                  <a:gd name="connsiteX7" fmla="*/ 58224 w 476250"/>
                  <a:gd name="connsiteY7" fmla="*/ 63060 h 219075"/>
                  <a:gd name="connsiteX8" fmla="*/ 44890 w 476250"/>
                  <a:gd name="connsiteY8" fmla="*/ 89731 h 219075"/>
                  <a:gd name="connsiteX9" fmla="*/ 61082 w 476250"/>
                  <a:gd name="connsiteY9" fmla="*/ 105923 h 219075"/>
                  <a:gd name="connsiteX10" fmla="*/ 96324 w 476250"/>
                  <a:gd name="connsiteY10" fmla="*/ 104018 h 219075"/>
                  <a:gd name="connsiteX11" fmla="*/ 157284 w 476250"/>
                  <a:gd name="connsiteY11" fmla="*/ 134498 h 219075"/>
                  <a:gd name="connsiteX12" fmla="*/ 138234 w 476250"/>
                  <a:gd name="connsiteY12" fmla="*/ 159263 h 219075"/>
                  <a:gd name="connsiteX13" fmla="*/ 96324 w 476250"/>
                  <a:gd name="connsiteY13" fmla="*/ 166883 h 219075"/>
                  <a:gd name="connsiteX14" fmla="*/ 31554 w 476250"/>
                  <a:gd name="connsiteY14" fmla="*/ 176408 h 219075"/>
                  <a:gd name="connsiteX15" fmla="*/ 121 w 476250"/>
                  <a:gd name="connsiteY15" fmla="*/ 204983 h 219075"/>
                  <a:gd name="connsiteX16" fmla="*/ 62986 w 476250"/>
                  <a:gd name="connsiteY16" fmla="*/ 210698 h 219075"/>
                  <a:gd name="connsiteX17" fmla="*/ 102992 w 476250"/>
                  <a:gd name="connsiteY17" fmla="*/ 212603 h 219075"/>
                  <a:gd name="connsiteX18" fmla="*/ 139186 w 476250"/>
                  <a:gd name="connsiteY18" fmla="*/ 220223 h 219075"/>
                  <a:gd name="connsiteX19" fmla="*/ 196336 w 476250"/>
                  <a:gd name="connsiteY19" fmla="*/ 216413 h 219075"/>
                  <a:gd name="connsiteX20" fmla="*/ 203957 w 476250"/>
                  <a:gd name="connsiteY20" fmla="*/ 192600 h 219075"/>
                  <a:gd name="connsiteX21" fmla="*/ 223959 w 476250"/>
                  <a:gd name="connsiteY21" fmla="*/ 180218 h 219075"/>
                  <a:gd name="connsiteX22" fmla="*/ 248724 w 476250"/>
                  <a:gd name="connsiteY22" fmla="*/ 163073 h 219075"/>
                  <a:gd name="connsiteX23" fmla="*/ 275394 w 476250"/>
                  <a:gd name="connsiteY23" fmla="*/ 153548 h 219075"/>
                  <a:gd name="connsiteX24" fmla="*/ 303017 w 476250"/>
                  <a:gd name="connsiteY24" fmla="*/ 163073 h 219075"/>
                  <a:gd name="connsiteX25" fmla="*/ 329686 w 476250"/>
                  <a:gd name="connsiteY25" fmla="*/ 144023 h 219075"/>
                  <a:gd name="connsiteX26" fmla="*/ 369692 w 476250"/>
                  <a:gd name="connsiteY26" fmla="*/ 131641 h 219075"/>
                  <a:gd name="connsiteX27" fmla="*/ 404934 w 476250"/>
                  <a:gd name="connsiteY27" fmla="*/ 110685 h 219075"/>
                  <a:gd name="connsiteX28" fmla="*/ 439224 w 476250"/>
                  <a:gd name="connsiteY28" fmla="*/ 89731 h 219075"/>
                  <a:gd name="connsiteX29" fmla="*/ 478277 w 476250"/>
                  <a:gd name="connsiteY29" fmla="*/ 68775 h 219075"/>
                  <a:gd name="connsiteX30" fmla="*/ 482086 w 476250"/>
                  <a:gd name="connsiteY30" fmla="*/ 58298 h 219075"/>
                  <a:gd name="connsiteX31" fmla="*/ 444940 w 476250"/>
                  <a:gd name="connsiteY31" fmla="*/ 39248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76250" h="219075">
                    <a:moveTo>
                      <a:pt x="444940" y="39248"/>
                    </a:moveTo>
                    <a:cubicBezTo>
                      <a:pt x="427794" y="18293"/>
                      <a:pt x="423032" y="32581"/>
                      <a:pt x="403029" y="26866"/>
                    </a:cubicBezTo>
                    <a:cubicBezTo>
                      <a:pt x="383027" y="21150"/>
                      <a:pt x="304921" y="12578"/>
                      <a:pt x="289682" y="20198"/>
                    </a:cubicBezTo>
                    <a:cubicBezTo>
                      <a:pt x="274442" y="26866"/>
                      <a:pt x="241104" y="7816"/>
                      <a:pt x="230627" y="2100"/>
                    </a:cubicBezTo>
                    <a:cubicBezTo>
                      <a:pt x="220149" y="-3615"/>
                      <a:pt x="185859" y="2100"/>
                      <a:pt x="184907" y="22103"/>
                    </a:cubicBezTo>
                    <a:cubicBezTo>
                      <a:pt x="183954" y="42106"/>
                      <a:pt x="169667" y="42106"/>
                      <a:pt x="145854" y="28770"/>
                    </a:cubicBezTo>
                    <a:cubicBezTo>
                      <a:pt x="122042" y="16388"/>
                      <a:pt x="86799" y="16388"/>
                      <a:pt x="85846" y="30675"/>
                    </a:cubicBezTo>
                    <a:cubicBezTo>
                      <a:pt x="84894" y="44963"/>
                      <a:pt x="67749" y="59250"/>
                      <a:pt x="58224" y="63060"/>
                    </a:cubicBezTo>
                    <a:cubicBezTo>
                      <a:pt x="54415" y="64966"/>
                      <a:pt x="49652" y="76395"/>
                      <a:pt x="44890" y="89731"/>
                    </a:cubicBezTo>
                    <a:cubicBezTo>
                      <a:pt x="52509" y="92588"/>
                      <a:pt x="56319" y="99256"/>
                      <a:pt x="61082" y="105923"/>
                    </a:cubicBezTo>
                    <a:cubicBezTo>
                      <a:pt x="69654" y="117353"/>
                      <a:pt x="92515" y="115448"/>
                      <a:pt x="96324" y="104018"/>
                    </a:cubicBezTo>
                    <a:cubicBezTo>
                      <a:pt x="100134" y="92588"/>
                      <a:pt x="136329" y="115448"/>
                      <a:pt x="157284" y="134498"/>
                    </a:cubicBezTo>
                    <a:cubicBezTo>
                      <a:pt x="178240" y="153548"/>
                      <a:pt x="146807" y="140213"/>
                      <a:pt x="138234" y="159263"/>
                    </a:cubicBezTo>
                    <a:cubicBezTo>
                      <a:pt x="129661" y="178313"/>
                      <a:pt x="102992" y="159263"/>
                      <a:pt x="96324" y="166883"/>
                    </a:cubicBezTo>
                    <a:cubicBezTo>
                      <a:pt x="89657" y="174503"/>
                      <a:pt x="43936" y="178313"/>
                      <a:pt x="31554" y="176408"/>
                    </a:cubicBezTo>
                    <a:cubicBezTo>
                      <a:pt x="19171" y="174503"/>
                      <a:pt x="-1783" y="195458"/>
                      <a:pt x="121" y="204983"/>
                    </a:cubicBezTo>
                    <a:cubicBezTo>
                      <a:pt x="2027" y="214508"/>
                      <a:pt x="46794" y="199268"/>
                      <a:pt x="62986" y="210698"/>
                    </a:cubicBezTo>
                    <a:cubicBezTo>
                      <a:pt x="78227" y="222128"/>
                      <a:pt x="94419" y="199268"/>
                      <a:pt x="102992" y="212603"/>
                    </a:cubicBezTo>
                    <a:cubicBezTo>
                      <a:pt x="111565" y="225938"/>
                      <a:pt x="130615" y="216413"/>
                      <a:pt x="139186" y="220223"/>
                    </a:cubicBezTo>
                    <a:cubicBezTo>
                      <a:pt x="147759" y="224033"/>
                      <a:pt x="196336" y="216413"/>
                      <a:pt x="196336" y="216413"/>
                    </a:cubicBezTo>
                    <a:cubicBezTo>
                      <a:pt x="202052" y="209745"/>
                      <a:pt x="203957" y="200220"/>
                      <a:pt x="203957" y="192600"/>
                    </a:cubicBezTo>
                    <a:cubicBezTo>
                      <a:pt x="203957" y="180218"/>
                      <a:pt x="213482" y="183075"/>
                      <a:pt x="223959" y="180218"/>
                    </a:cubicBezTo>
                    <a:cubicBezTo>
                      <a:pt x="233484" y="177360"/>
                      <a:pt x="240152" y="163073"/>
                      <a:pt x="248724" y="163073"/>
                    </a:cubicBezTo>
                    <a:cubicBezTo>
                      <a:pt x="256344" y="163073"/>
                      <a:pt x="267774" y="150691"/>
                      <a:pt x="275394" y="153548"/>
                    </a:cubicBezTo>
                    <a:cubicBezTo>
                      <a:pt x="283015" y="156406"/>
                      <a:pt x="293492" y="171645"/>
                      <a:pt x="303017" y="163073"/>
                    </a:cubicBezTo>
                    <a:cubicBezTo>
                      <a:pt x="312542" y="154500"/>
                      <a:pt x="315399" y="162120"/>
                      <a:pt x="329686" y="144023"/>
                    </a:cubicBezTo>
                    <a:cubicBezTo>
                      <a:pt x="343021" y="125925"/>
                      <a:pt x="352546" y="128783"/>
                      <a:pt x="369692" y="131641"/>
                    </a:cubicBezTo>
                    <a:cubicBezTo>
                      <a:pt x="390646" y="134498"/>
                      <a:pt x="399219" y="123068"/>
                      <a:pt x="404934" y="110685"/>
                    </a:cubicBezTo>
                    <a:cubicBezTo>
                      <a:pt x="410649" y="98303"/>
                      <a:pt x="428746" y="98303"/>
                      <a:pt x="439224" y="89731"/>
                    </a:cubicBezTo>
                    <a:cubicBezTo>
                      <a:pt x="449702" y="81158"/>
                      <a:pt x="471609" y="71633"/>
                      <a:pt x="478277" y="68775"/>
                    </a:cubicBezTo>
                    <a:cubicBezTo>
                      <a:pt x="481134" y="66870"/>
                      <a:pt x="482086" y="63060"/>
                      <a:pt x="482086" y="58298"/>
                    </a:cubicBezTo>
                    <a:cubicBezTo>
                      <a:pt x="465894" y="41153"/>
                      <a:pt x="459227" y="57345"/>
                      <a:pt x="444940" y="39248"/>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47" name="Freeform: Shape 224">
                <a:extLst>
                  <a:ext uri="{FF2B5EF4-FFF2-40B4-BE49-F238E27FC236}">
                    <a16:creationId xmlns:a16="http://schemas.microsoft.com/office/drawing/2014/main" id="{01FE42FB-A1E3-BED9-E8D5-F49683217515}"/>
                  </a:ext>
                </a:extLst>
              </p:cNvPr>
              <p:cNvSpPr/>
              <p:nvPr/>
            </p:nvSpPr>
            <p:spPr>
              <a:xfrm>
                <a:off x="6740181" y="3172701"/>
                <a:ext cx="151225" cy="73173"/>
              </a:xfrm>
              <a:custGeom>
                <a:avLst/>
                <a:gdLst>
                  <a:gd name="connsiteX0" fmla="*/ 120015 w 295275"/>
                  <a:gd name="connsiteY0" fmla="*/ 114567 h 142875"/>
                  <a:gd name="connsiteX1" fmla="*/ 151448 w 295275"/>
                  <a:gd name="connsiteY1" fmla="*/ 141237 h 142875"/>
                  <a:gd name="connsiteX2" fmla="*/ 153352 w 295275"/>
                  <a:gd name="connsiteY2" fmla="*/ 144094 h 142875"/>
                  <a:gd name="connsiteX3" fmla="*/ 198120 w 295275"/>
                  <a:gd name="connsiteY3" fmla="*/ 134569 h 142875"/>
                  <a:gd name="connsiteX4" fmla="*/ 237173 w 295275"/>
                  <a:gd name="connsiteY4" fmla="*/ 139331 h 142875"/>
                  <a:gd name="connsiteX5" fmla="*/ 235268 w 295275"/>
                  <a:gd name="connsiteY5" fmla="*/ 128854 h 142875"/>
                  <a:gd name="connsiteX6" fmla="*/ 265748 w 295275"/>
                  <a:gd name="connsiteY6" fmla="*/ 138379 h 142875"/>
                  <a:gd name="connsiteX7" fmla="*/ 300038 w 295275"/>
                  <a:gd name="connsiteY7" fmla="*/ 141237 h 142875"/>
                  <a:gd name="connsiteX8" fmla="*/ 285750 w 295275"/>
                  <a:gd name="connsiteY8" fmla="*/ 120281 h 142875"/>
                  <a:gd name="connsiteX9" fmla="*/ 294323 w 295275"/>
                  <a:gd name="connsiteY9" fmla="*/ 103137 h 142875"/>
                  <a:gd name="connsiteX10" fmla="*/ 266700 w 295275"/>
                  <a:gd name="connsiteY10" fmla="*/ 87896 h 142875"/>
                  <a:gd name="connsiteX11" fmla="*/ 253365 w 295275"/>
                  <a:gd name="connsiteY11" fmla="*/ 58369 h 142875"/>
                  <a:gd name="connsiteX12" fmla="*/ 238125 w 295275"/>
                  <a:gd name="connsiteY12" fmla="*/ 51702 h 142875"/>
                  <a:gd name="connsiteX13" fmla="*/ 193357 w 295275"/>
                  <a:gd name="connsiteY13" fmla="*/ 58369 h 142875"/>
                  <a:gd name="connsiteX14" fmla="*/ 165735 w 295275"/>
                  <a:gd name="connsiteY14" fmla="*/ 43129 h 142875"/>
                  <a:gd name="connsiteX15" fmla="*/ 138113 w 295275"/>
                  <a:gd name="connsiteY15" fmla="*/ 24079 h 142875"/>
                  <a:gd name="connsiteX16" fmla="*/ 69532 w 295275"/>
                  <a:gd name="connsiteY16" fmla="*/ 17412 h 142875"/>
                  <a:gd name="connsiteX17" fmla="*/ 16193 w 295275"/>
                  <a:gd name="connsiteY17" fmla="*/ 267 h 142875"/>
                  <a:gd name="connsiteX18" fmla="*/ 0 w 295275"/>
                  <a:gd name="connsiteY18" fmla="*/ 8839 h 142875"/>
                  <a:gd name="connsiteX19" fmla="*/ 68580 w 295275"/>
                  <a:gd name="connsiteY19" fmla="*/ 49796 h 142875"/>
                  <a:gd name="connsiteX20" fmla="*/ 85725 w 295275"/>
                  <a:gd name="connsiteY20" fmla="*/ 99327 h 142875"/>
                  <a:gd name="connsiteX21" fmla="*/ 75248 w 295275"/>
                  <a:gd name="connsiteY21" fmla="*/ 115519 h 142875"/>
                  <a:gd name="connsiteX22" fmla="*/ 120015 w 295275"/>
                  <a:gd name="connsiteY22" fmla="*/ 114567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5275" h="142875">
                    <a:moveTo>
                      <a:pt x="120015" y="114567"/>
                    </a:moveTo>
                    <a:cubicBezTo>
                      <a:pt x="134302" y="107899"/>
                      <a:pt x="140018" y="124092"/>
                      <a:pt x="151448" y="141237"/>
                    </a:cubicBezTo>
                    <a:cubicBezTo>
                      <a:pt x="152400" y="142189"/>
                      <a:pt x="152400" y="143142"/>
                      <a:pt x="153352" y="144094"/>
                    </a:cubicBezTo>
                    <a:cubicBezTo>
                      <a:pt x="169545" y="141237"/>
                      <a:pt x="181927" y="136474"/>
                      <a:pt x="198120" y="134569"/>
                    </a:cubicBezTo>
                    <a:cubicBezTo>
                      <a:pt x="209550" y="132664"/>
                      <a:pt x="224790" y="135521"/>
                      <a:pt x="237173" y="139331"/>
                    </a:cubicBezTo>
                    <a:cubicBezTo>
                      <a:pt x="235268" y="135521"/>
                      <a:pt x="233363" y="131712"/>
                      <a:pt x="235268" y="128854"/>
                    </a:cubicBezTo>
                    <a:cubicBezTo>
                      <a:pt x="239077" y="120281"/>
                      <a:pt x="259080" y="131712"/>
                      <a:pt x="265748" y="138379"/>
                    </a:cubicBezTo>
                    <a:cubicBezTo>
                      <a:pt x="272415" y="145046"/>
                      <a:pt x="293370" y="147904"/>
                      <a:pt x="300038" y="141237"/>
                    </a:cubicBezTo>
                    <a:cubicBezTo>
                      <a:pt x="306705" y="134569"/>
                      <a:pt x="289560" y="126949"/>
                      <a:pt x="285750" y="120281"/>
                    </a:cubicBezTo>
                    <a:cubicBezTo>
                      <a:pt x="283845" y="116471"/>
                      <a:pt x="288607" y="109804"/>
                      <a:pt x="294323" y="103137"/>
                    </a:cubicBezTo>
                    <a:cubicBezTo>
                      <a:pt x="282893" y="96469"/>
                      <a:pt x="271463" y="86944"/>
                      <a:pt x="266700" y="87896"/>
                    </a:cubicBezTo>
                    <a:cubicBezTo>
                      <a:pt x="260985" y="89802"/>
                      <a:pt x="260985" y="58369"/>
                      <a:pt x="253365" y="58369"/>
                    </a:cubicBezTo>
                    <a:cubicBezTo>
                      <a:pt x="245745" y="58369"/>
                      <a:pt x="245745" y="51702"/>
                      <a:pt x="238125" y="51702"/>
                    </a:cubicBezTo>
                    <a:cubicBezTo>
                      <a:pt x="230505" y="51702"/>
                      <a:pt x="200977" y="51702"/>
                      <a:pt x="193357" y="58369"/>
                    </a:cubicBezTo>
                    <a:cubicBezTo>
                      <a:pt x="185738" y="65037"/>
                      <a:pt x="175260" y="43129"/>
                      <a:pt x="165735" y="43129"/>
                    </a:cubicBezTo>
                    <a:cubicBezTo>
                      <a:pt x="156210" y="43129"/>
                      <a:pt x="143827" y="32652"/>
                      <a:pt x="138113" y="24079"/>
                    </a:cubicBezTo>
                    <a:cubicBezTo>
                      <a:pt x="132398" y="15506"/>
                      <a:pt x="82868" y="27889"/>
                      <a:pt x="69532" y="17412"/>
                    </a:cubicBezTo>
                    <a:cubicBezTo>
                      <a:pt x="56198" y="6934"/>
                      <a:pt x="30480" y="-1638"/>
                      <a:pt x="16193" y="267"/>
                    </a:cubicBezTo>
                    <a:cubicBezTo>
                      <a:pt x="12382" y="1219"/>
                      <a:pt x="6668" y="4077"/>
                      <a:pt x="0" y="8839"/>
                    </a:cubicBezTo>
                    <a:cubicBezTo>
                      <a:pt x="25718" y="25031"/>
                      <a:pt x="62865" y="21221"/>
                      <a:pt x="68580" y="49796"/>
                    </a:cubicBezTo>
                    <a:cubicBezTo>
                      <a:pt x="74295" y="84087"/>
                      <a:pt x="92393" y="69799"/>
                      <a:pt x="85725" y="99327"/>
                    </a:cubicBezTo>
                    <a:cubicBezTo>
                      <a:pt x="84773" y="105042"/>
                      <a:pt x="80963" y="110756"/>
                      <a:pt x="75248" y="115519"/>
                    </a:cubicBezTo>
                    <a:cubicBezTo>
                      <a:pt x="94298" y="117424"/>
                      <a:pt x="113348" y="117424"/>
                      <a:pt x="120015" y="114567"/>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48" name="Freeform: Shape 225">
                <a:extLst>
                  <a:ext uri="{FF2B5EF4-FFF2-40B4-BE49-F238E27FC236}">
                    <a16:creationId xmlns:a16="http://schemas.microsoft.com/office/drawing/2014/main" id="{D9994BDA-023D-626F-FA4B-EDE6DCF9F333}"/>
                  </a:ext>
                </a:extLst>
              </p:cNvPr>
              <p:cNvSpPr/>
              <p:nvPr/>
            </p:nvSpPr>
            <p:spPr>
              <a:xfrm>
                <a:off x="7613870" y="3399167"/>
                <a:ext cx="48782" cy="53661"/>
              </a:xfrm>
              <a:custGeom>
                <a:avLst/>
                <a:gdLst>
                  <a:gd name="connsiteX0" fmla="*/ 50483 w 95250"/>
                  <a:gd name="connsiteY0" fmla="*/ 38 h 104775"/>
                  <a:gd name="connsiteX1" fmla="*/ 0 w 95250"/>
                  <a:gd name="connsiteY1" fmla="*/ 31470 h 104775"/>
                  <a:gd name="connsiteX2" fmla="*/ 7620 w 95250"/>
                  <a:gd name="connsiteY2" fmla="*/ 44805 h 104775"/>
                  <a:gd name="connsiteX3" fmla="*/ 33338 w 95250"/>
                  <a:gd name="connsiteY3" fmla="*/ 77191 h 104775"/>
                  <a:gd name="connsiteX4" fmla="*/ 38100 w 95250"/>
                  <a:gd name="connsiteY4" fmla="*/ 105766 h 104775"/>
                  <a:gd name="connsiteX5" fmla="*/ 57150 w 95250"/>
                  <a:gd name="connsiteY5" fmla="*/ 103860 h 104775"/>
                  <a:gd name="connsiteX6" fmla="*/ 100965 w 95250"/>
                  <a:gd name="connsiteY6" fmla="*/ 46710 h 104775"/>
                  <a:gd name="connsiteX7" fmla="*/ 50483 w 95250"/>
                  <a:gd name="connsiteY7" fmla="*/ 38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104775">
                    <a:moveTo>
                      <a:pt x="50483" y="38"/>
                    </a:moveTo>
                    <a:cubicBezTo>
                      <a:pt x="35243" y="-915"/>
                      <a:pt x="4763" y="16230"/>
                      <a:pt x="0" y="31470"/>
                    </a:cubicBezTo>
                    <a:cubicBezTo>
                      <a:pt x="2858" y="35280"/>
                      <a:pt x="5715" y="40043"/>
                      <a:pt x="7620" y="44805"/>
                    </a:cubicBezTo>
                    <a:cubicBezTo>
                      <a:pt x="11431" y="58141"/>
                      <a:pt x="21908" y="69570"/>
                      <a:pt x="33338" y="77191"/>
                    </a:cubicBezTo>
                    <a:cubicBezTo>
                      <a:pt x="40958" y="81953"/>
                      <a:pt x="40006" y="94335"/>
                      <a:pt x="38100" y="105766"/>
                    </a:cubicBezTo>
                    <a:cubicBezTo>
                      <a:pt x="44768" y="105766"/>
                      <a:pt x="52388" y="104813"/>
                      <a:pt x="57150" y="103860"/>
                    </a:cubicBezTo>
                    <a:cubicBezTo>
                      <a:pt x="69533" y="101003"/>
                      <a:pt x="97156" y="58141"/>
                      <a:pt x="100965" y="46710"/>
                    </a:cubicBezTo>
                    <a:cubicBezTo>
                      <a:pt x="105727" y="33375"/>
                      <a:pt x="67627" y="991"/>
                      <a:pt x="50483" y="38"/>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49" name="Freeform: Shape 226">
                <a:extLst>
                  <a:ext uri="{FF2B5EF4-FFF2-40B4-BE49-F238E27FC236}">
                    <a16:creationId xmlns:a16="http://schemas.microsoft.com/office/drawing/2014/main" id="{B729CF78-EAF7-6B79-52E3-6E6E09922B6B}"/>
                  </a:ext>
                </a:extLst>
              </p:cNvPr>
              <p:cNvSpPr/>
              <p:nvPr/>
            </p:nvSpPr>
            <p:spPr>
              <a:xfrm>
                <a:off x="8635856" y="3195277"/>
                <a:ext cx="156102" cy="151225"/>
              </a:xfrm>
              <a:custGeom>
                <a:avLst/>
                <a:gdLst>
                  <a:gd name="connsiteX0" fmla="*/ 164783 w 304800"/>
                  <a:gd name="connsiteY0" fmla="*/ 232410 h 295275"/>
                  <a:gd name="connsiteX1" fmla="*/ 150495 w 304800"/>
                  <a:gd name="connsiteY1" fmla="*/ 220028 h 295275"/>
                  <a:gd name="connsiteX2" fmla="*/ 162877 w 304800"/>
                  <a:gd name="connsiteY2" fmla="*/ 178118 h 295275"/>
                  <a:gd name="connsiteX3" fmla="*/ 177165 w 304800"/>
                  <a:gd name="connsiteY3" fmla="*/ 171450 h 295275"/>
                  <a:gd name="connsiteX4" fmla="*/ 220027 w 304800"/>
                  <a:gd name="connsiteY4" fmla="*/ 114300 h 295275"/>
                  <a:gd name="connsiteX5" fmla="*/ 248602 w 304800"/>
                  <a:gd name="connsiteY5" fmla="*/ 100013 h 295275"/>
                  <a:gd name="connsiteX6" fmla="*/ 255270 w 304800"/>
                  <a:gd name="connsiteY6" fmla="*/ 68580 h 295275"/>
                  <a:gd name="connsiteX7" fmla="*/ 304800 w 304800"/>
                  <a:gd name="connsiteY7" fmla="*/ 17145 h 295275"/>
                  <a:gd name="connsiteX8" fmla="*/ 292418 w 304800"/>
                  <a:gd name="connsiteY8" fmla="*/ 15240 h 295275"/>
                  <a:gd name="connsiteX9" fmla="*/ 255270 w 304800"/>
                  <a:gd name="connsiteY9" fmla="*/ 0 h 295275"/>
                  <a:gd name="connsiteX10" fmla="*/ 229552 w 304800"/>
                  <a:gd name="connsiteY10" fmla="*/ 37148 h 295275"/>
                  <a:gd name="connsiteX11" fmla="*/ 198120 w 304800"/>
                  <a:gd name="connsiteY11" fmla="*/ 61913 h 295275"/>
                  <a:gd name="connsiteX12" fmla="*/ 180975 w 304800"/>
                  <a:gd name="connsiteY12" fmla="*/ 80010 h 295275"/>
                  <a:gd name="connsiteX13" fmla="*/ 152400 w 304800"/>
                  <a:gd name="connsiteY13" fmla="*/ 89535 h 295275"/>
                  <a:gd name="connsiteX14" fmla="*/ 123825 w 304800"/>
                  <a:gd name="connsiteY14" fmla="*/ 77153 h 295275"/>
                  <a:gd name="connsiteX15" fmla="*/ 95250 w 304800"/>
                  <a:gd name="connsiteY15" fmla="*/ 110490 h 295275"/>
                  <a:gd name="connsiteX16" fmla="*/ 12383 w 304800"/>
                  <a:gd name="connsiteY16" fmla="*/ 160020 h 295275"/>
                  <a:gd name="connsiteX17" fmla="*/ 0 w 304800"/>
                  <a:gd name="connsiteY17" fmla="*/ 180975 h 295275"/>
                  <a:gd name="connsiteX18" fmla="*/ 50483 w 304800"/>
                  <a:gd name="connsiteY18" fmla="*/ 207645 h 295275"/>
                  <a:gd name="connsiteX19" fmla="*/ 24765 w 304800"/>
                  <a:gd name="connsiteY19" fmla="*/ 259080 h 295275"/>
                  <a:gd name="connsiteX20" fmla="*/ 32385 w 304800"/>
                  <a:gd name="connsiteY20" fmla="*/ 287655 h 295275"/>
                  <a:gd name="connsiteX21" fmla="*/ 54293 w 304800"/>
                  <a:gd name="connsiteY21" fmla="*/ 300038 h 295275"/>
                  <a:gd name="connsiteX22" fmla="*/ 88583 w 304800"/>
                  <a:gd name="connsiteY22" fmla="*/ 293370 h 295275"/>
                  <a:gd name="connsiteX23" fmla="*/ 99060 w 304800"/>
                  <a:gd name="connsiteY23" fmla="*/ 300038 h 295275"/>
                  <a:gd name="connsiteX24" fmla="*/ 124777 w 304800"/>
                  <a:gd name="connsiteY24" fmla="*/ 279083 h 295275"/>
                  <a:gd name="connsiteX25" fmla="*/ 164783 w 304800"/>
                  <a:gd name="connsiteY25" fmla="*/ 269558 h 295275"/>
                  <a:gd name="connsiteX26" fmla="*/ 173356 w 304800"/>
                  <a:gd name="connsiteY26" fmla="*/ 268605 h 295275"/>
                  <a:gd name="connsiteX27" fmla="*/ 164783 w 304800"/>
                  <a:gd name="connsiteY27" fmla="*/ 232410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4800" h="295275">
                    <a:moveTo>
                      <a:pt x="164783" y="232410"/>
                    </a:moveTo>
                    <a:cubicBezTo>
                      <a:pt x="158115" y="226695"/>
                      <a:pt x="153352" y="221933"/>
                      <a:pt x="150495" y="220028"/>
                    </a:cubicBezTo>
                    <a:cubicBezTo>
                      <a:pt x="135256" y="210503"/>
                      <a:pt x="144781" y="182880"/>
                      <a:pt x="162877" y="178118"/>
                    </a:cubicBezTo>
                    <a:cubicBezTo>
                      <a:pt x="166688" y="177165"/>
                      <a:pt x="171450" y="174308"/>
                      <a:pt x="177165" y="171450"/>
                    </a:cubicBezTo>
                    <a:cubicBezTo>
                      <a:pt x="187643" y="150495"/>
                      <a:pt x="203835" y="131445"/>
                      <a:pt x="220027" y="114300"/>
                    </a:cubicBezTo>
                    <a:cubicBezTo>
                      <a:pt x="228600" y="105728"/>
                      <a:pt x="239077" y="100965"/>
                      <a:pt x="248602" y="100013"/>
                    </a:cubicBezTo>
                    <a:cubicBezTo>
                      <a:pt x="249556" y="90488"/>
                      <a:pt x="250508" y="79058"/>
                      <a:pt x="255270" y="68580"/>
                    </a:cubicBezTo>
                    <a:cubicBezTo>
                      <a:pt x="260985" y="57150"/>
                      <a:pt x="282893" y="35243"/>
                      <a:pt x="304800" y="17145"/>
                    </a:cubicBezTo>
                    <a:cubicBezTo>
                      <a:pt x="300038" y="15240"/>
                      <a:pt x="296227" y="14288"/>
                      <a:pt x="292418" y="15240"/>
                    </a:cubicBezTo>
                    <a:cubicBezTo>
                      <a:pt x="275273" y="20955"/>
                      <a:pt x="269558" y="0"/>
                      <a:pt x="255270" y="0"/>
                    </a:cubicBezTo>
                    <a:cubicBezTo>
                      <a:pt x="240983" y="0"/>
                      <a:pt x="243840" y="37148"/>
                      <a:pt x="229552" y="37148"/>
                    </a:cubicBezTo>
                    <a:cubicBezTo>
                      <a:pt x="215265" y="37148"/>
                      <a:pt x="218123" y="59055"/>
                      <a:pt x="198120" y="61913"/>
                    </a:cubicBezTo>
                    <a:cubicBezTo>
                      <a:pt x="178118" y="64770"/>
                      <a:pt x="172402" y="64770"/>
                      <a:pt x="180975" y="80010"/>
                    </a:cubicBezTo>
                    <a:cubicBezTo>
                      <a:pt x="189548" y="95250"/>
                      <a:pt x="169545" y="89535"/>
                      <a:pt x="152400" y="89535"/>
                    </a:cubicBezTo>
                    <a:cubicBezTo>
                      <a:pt x="135256" y="89535"/>
                      <a:pt x="135256" y="77153"/>
                      <a:pt x="123825" y="77153"/>
                    </a:cubicBezTo>
                    <a:cubicBezTo>
                      <a:pt x="112395" y="77153"/>
                      <a:pt x="103823" y="99060"/>
                      <a:pt x="95250" y="110490"/>
                    </a:cubicBezTo>
                    <a:cubicBezTo>
                      <a:pt x="86677" y="122873"/>
                      <a:pt x="29527" y="150495"/>
                      <a:pt x="12383" y="160020"/>
                    </a:cubicBezTo>
                    <a:cubicBezTo>
                      <a:pt x="7620" y="162878"/>
                      <a:pt x="3810" y="170498"/>
                      <a:pt x="0" y="180975"/>
                    </a:cubicBezTo>
                    <a:cubicBezTo>
                      <a:pt x="20002" y="182880"/>
                      <a:pt x="41910" y="195263"/>
                      <a:pt x="50483" y="207645"/>
                    </a:cubicBezTo>
                    <a:cubicBezTo>
                      <a:pt x="62865" y="224790"/>
                      <a:pt x="36195" y="243840"/>
                      <a:pt x="24765" y="259080"/>
                    </a:cubicBezTo>
                    <a:cubicBezTo>
                      <a:pt x="13335" y="274320"/>
                      <a:pt x="32385" y="275273"/>
                      <a:pt x="32385" y="287655"/>
                    </a:cubicBezTo>
                    <a:cubicBezTo>
                      <a:pt x="33338" y="300038"/>
                      <a:pt x="48577" y="310515"/>
                      <a:pt x="54293" y="300038"/>
                    </a:cubicBezTo>
                    <a:cubicBezTo>
                      <a:pt x="60008" y="288608"/>
                      <a:pt x="69533" y="293370"/>
                      <a:pt x="88583" y="293370"/>
                    </a:cubicBezTo>
                    <a:cubicBezTo>
                      <a:pt x="94298" y="293370"/>
                      <a:pt x="97156" y="296228"/>
                      <a:pt x="99060" y="300038"/>
                    </a:cubicBezTo>
                    <a:cubicBezTo>
                      <a:pt x="109538" y="291465"/>
                      <a:pt x="120968" y="282893"/>
                      <a:pt x="124777" y="279083"/>
                    </a:cubicBezTo>
                    <a:cubicBezTo>
                      <a:pt x="131445" y="271463"/>
                      <a:pt x="149543" y="269558"/>
                      <a:pt x="164783" y="269558"/>
                    </a:cubicBezTo>
                    <a:cubicBezTo>
                      <a:pt x="167640" y="269558"/>
                      <a:pt x="170498" y="269558"/>
                      <a:pt x="173356" y="268605"/>
                    </a:cubicBezTo>
                    <a:cubicBezTo>
                      <a:pt x="169545" y="257175"/>
                      <a:pt x="165735" y="244793"/>
                      <a:pt x="164783" y="23241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50" name="Freeform: Shape 227">
                <a:extLst>
                  <a:ext uri="{FF2B5EF4-FFF2-40B4-BE49-F238E27FC236}">
                    <a16:creationId xmlns:a16="http://schemas.microsoft.com/office/drawing/2014/main" id="{02812A5E-05A4-D0FD-A11A-37A29D13746C}"/>
                  </a:ext>
                </a:extLst>
              </p:cNvPr>
              <p:cNvSpPr/>
              <p:nvPr/>
            </p:nvSpPr>
            <p:spPr>
              <a:xfrm>
                <a:off x="7661677" y="3553214"/>
                <a:ext cx="170738" cy="102443"/>
              </a:xfrm>
              <a:custGeom>
                <a:avLst/>
                <a:gdLst>
                  <a:gd name="connsiteX0" fmla="*/ 333375 w 333375"/>
                  <a:gd name="connsiteY0" fmla="*/ 131688 h 200025"/>
                  <a:gd name="connsiteX1" fmla="*/ 322898 w 333375"/>
                  <a:gd name="connsiteY1" fmla="*/ 131688 h 200025"/>
                  <a:gd name="connsiteX2" fmla="*/ 264794 w 333375"/>
                  <a:gd name="connsiteY2" fmla="*/ 120258 h 200025"/>
                  <a:gd name="connsiteX3" fmla="*/ 179069 w 333375"/>
                  <a:gd name="connsiteY3" fmla="*/ 83110 h 200025"/>
                  <a:gd name="connsiteX4" fmla="*/ 88582 w 333375"/>
                  <a:gd name="connsiteY4" fmla="*/ 12625 h 200025"/>
                  <a:gd name="connsiteX5" fmla="*/ 53340 w 333375"/>
                  <a:gd name="connsiteY5" fmla="*/ 5005 h 200025"/>
                  <a:gd name="connsiteX6" fmla="*/ 26669 w 333375"/>
                  <a:gd name="connsiteY6" fmla="*/ 13578 h 200025"/>
                  <a:gd name="connsiteX7" fmla="*/ 6667 w 333375"/>
                  <a:gd name="connsiteY7" fmla="*/ 41200 h 200025"/>
                  <a:gd name="connsiteX8" fmla="*/ 0 w 333375"/>
                  <a:gd name="connsiteY8" fmla="*/ 77395 h 200025"/>
                  <a:gd name="connsiteX9" fmla="*/ 22860 w 333375"/>
                  <a:gd name="connsiteY9" fmla="*/ 96445 h 200025"/>
                  <a:gd name="connsiteX10" fmla="*/ 58102 w 333375"/>
                  <a:gd name="connsiteY10" fmla="*/ 115495 h 200025"/>
                  <a:gd name="connsiteX11" fmla="*/ 91440 w 333375"/>
                  <a:gd name="connsiteY11" fmla="*/ 134545 h 200025"/>
                  <a:gd name="connsiteX12" fmla="*/ 127635 w 333375"/>
                  <a:gd name="connsiteY12" fmla="*/ 157405 h 200025"/>
                  <a:gd name="connsiteX13" fmla="*/ 169544 w 333375"/>
                  <a:gd name="connsiteY13" fmla="*/ 149785 h 200025"/>
                  <a:gd name="connsiteX14" fmla="*/ 194310 w 333375"/>
                  <a:gd name="connsiteY14" fmla="*/ 176455 h 200025"/>
                  <a:gd name="connsiteX15" fmla="*/ 251460 w 333375"/>
                  <a:gd name="connsiteY15" fmla="*/ 201220 h 200025"/>
                  <a:gd name="connsiteX16" fmla="*/ 328613 w 333375"/>
                  <a:gd name="connsiteY16" fmla="*/ 193600 h 200025"/>
                  <a:gd name="connsiteX17" fmla="*/ 330517 w 333375"/>
                  <a:gd name="connsiteY17" fmla="*/ 145023 h 200025"/>
                  <a:gd name="connsiteX18" fmla="*/ 333375 w 333375"/>
                  <a:gd name="connsiteY18" fmla="*/ 131688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3375" h="200025">
                    <a:moveTo>
                      <a:pt x="333375" y="131688"/>
                    </a:moveTo>
                    <a:cubicBezTo>
                      <a:pt x="330517" y="131688"/>
                      <a:pt x="326707" y="131688"/>
                      <a:pt x="322898" y="131688"/>
                    </a:cubicBezTo>
                    <a:cubicBezTo>
                      <a:pt x="297180" y="132640"/>
                      <a:pt x="281940" y="119305"/>
                      <a:pt x="264794" y="120258"/>
                    </a:cubicBezTo>
                    <a:cubicBezTo>
                      <a:pt x="248602" y="121210"/>
                      <a:pt x="200025" y="101208"/>
                      <a:pt x="179069" y="83110"/>
                    </a:cubicBezTo>
                    <a:cubicBezTo>
                      <a:pt x="158115" y="65013"/>
                      <a:pt x="102869" y="26913"/>
                      <a:pt x="88582" y="12625"/>
                    </a:cubicBezTo>
                    <a:cubicBezTo>
                      <a:pt x="75248" y="-2615"/>
                      <a:pt x="55244" y="-2615"/>
                      <a:pt x="53340" y="5005"/>
                    </a:cubicBezTo>
                    <a:cubicBezTo>
                      <a:pt x="51435" y="11673"/>
                      <a:pt x="41910" y="12625"/>
                      <a:pt x="26669" y="13578"/>
                    </a:cubicBezTo>
                    <a:cubicBezTo>
                      <a:pt x="22860" y="21198"/>
                      <a:pt x="6667" y="30723"/>
                      <a:pt x="6667" y="41200"/>
                    </a:cubicBezTo>
                    <a:cubicBezTo>
                      <a:pt x="6667" y="52630"/>
                      <a:pt x="0" y="67870"/>
                      <a:pt x="0" y="77395"/>
                    </a:cubicBezTo>
                    <a:cubicBezTo>
                      <a:pt x="0" y="86920"/>
                      <a:pt x="17144" y="88825"/>
                      <a:pt x="22860" y="96445"/>
                    </a:cubicBezTo>
                    <a:cubicBezTo>
                      <a:pt x="27623" y="104065"/>
                      <a:pt x="56198" y="107875"/>
                      <a:pt x="58102" y="115495"/>
                    </a:cubicBezTo>
                    <a:cubicBezTo>
                      <a:pt x="60007" y="123115"/>
                      <a:pt x="79057" y="132640"/>
                      <a:pt x="91440" y="134545"/>
                    </a:cubicBezTo>
                    <a:cubicBezTo>
                      <a:pt x="103823" y="136450"/>
                      <a:pt x="120967" y="151690"/>
                      <a:pt x="127635" y="157405"/>
                    </a:cubicBezTo>
                    <a:cubicBezTo>
                      <a:pt x="134302" y="163120"/>
                      <a:pt x="160973" y="149785"/>
                      <a:pt x="169544" y="149785"/>
                    </a:cubicBezTo>
                    <a:cubicBezTo>
                      <a:pt x="178117" y="149785"/>
                      <a:pt x="192405" y="166930"/>
                      <a:pt x="194310" y="176455"/>
                    </a:cubicBezTo>
                    <a:cubicBezTo>
                      <a:pt x="196215" y="185980"/>
                      <a:pt x="240982" y="191695"/>
                      <a:pt x="251460" y="201220"/>
                    </a:cubicBezTo>
                    <a:cubicBezTo>
                      <a:pt x="261938" y="210745"/>
                      <a:pt x="318135" y="205030"/>
                      <a:pt x="328613" y="193600"/>
                    </a:cubicBezTo>
                    <a:cubicBezTo>
                      <a:pt x="339090" y="182170"/>
                      <a:pt x="330517" y="161215"/>
                      <a:pt x="330517" y="145023"/>
                    </a:cubicBezTo>
                    <a:cubicBezTo>
                      <a:pt x="330517" y="137403"/>
                      <a:pt x="331469" y="134545"/>
                      <a:pt x="333375" y="131688"/>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51" name="Freeform: Shape 228">
                <a:extLst>
                  <a:ext uri="{FF2B5EF4-FFF2-40B4-BE49-F238E27FC236}">
                    <a16:creationId xmlns:a16="http://schemas.microsoft.com/office/drawing/2014/main" id="{0B6B440F-0B22-3B0E-2AFF-7BF208E8CD8D}"/>
                  </a:ext>
                </a:extLst>
              </p:cNvPr>
              <p:cNvSpPr/>
              <p:nvPr/>
            </p:nvSpPr>
            <p:spPr>
              <a:xfrm>
                <a:off x="7914367" y="3604827"/>
                <a:ext cx="190250" cy="453674"/>
              </a:xfrm>
              <a:custGeom>
                <a:avLst/>
                <a:gdLst>
                  <a:gd name="connsiteX0" fmla="*/ 357188 w 371475"/>
                  <a:gd name="connsiteY0" fmla="*/ 353806 h 885825"/>
                  <a:gd name="connsiteX1" fmla="*/ 329566 w 371475"/>
                  <a:gd name="connsiteY1" fmla="*/ 337614 h 885825"/>
                  <a:gd name="connsiteX2" fmla="*/ 304800 w 371475"/>
                  <a:gd name="connsiteY2" fmla="*/ 325231 h 885825"/>
                  <a:gd name="connsiteX3" fmla="*/ 304800 w 371475"/>
                  <a:gd name="connsiteY3" fmla="*/ 293799 h 885825"/>
                  <a:gd name="connsiteX4" fmla="*/ 288608 w 371475"/>
                  <a:gd name="connsiteY4" fmla="*/ 272844 h 885825"/>
                  <a:gd name="connsiteX5" fmla="*/ 275273 w 371475"/>
                  <a:gd name="connsiteY5" fmla="*/ 233791 h 885825"/>
                  <a:gd name="connsiteX6" fmla="*/ 235268 w 371475"/>
                  <a:gd name="connsiteY6" fmla="*/ 225219 h 885825"/>
                  <a:gd name="connsiteX7" fmla="*/ 227648 w 371475"/>
                  <a:gd name="connsiteY7" fmla="*/ 202359 h 885825"/>
                  <a:gd name="connsiteX8" fmla="*/ 263843 w 371475"/>
                  <a:gd name="connsiteY8" fmla="*/ 135684 h 885825"/>
                  <a:gd name="connsiteX9" fmla="*/ 274320 w 371475"/>
                  <a:gd name="connsiteY9" fmla="*/ 66151 h 885825"/>
                  <a:gd name="connsiteX10" fmla="*/ 256223 w 371475"/>
                  <a:gd name="connsiteY10" fmla="*/ 43291 h 885825"/>
                  <a:gd name="connsiteX11" fmla="*/ 246698 w 371475"/>
                  <a:gd name="connsiteY11" fmla="*/ 16621 h 885825"/>
                  <a:gd name="connsiteX12" fmla="*/ 217170 w 371475"/>
                  <a:gd name="connsiteY12" fmla="*/ 3286 h 885825"/>
                  <a:gd name="connsiteX13" fmla="*/ 209550 w 371475"/>
                  <a:gd name="connsiteY13" fmla="*/ 8049 h 885825"/>
                  <a:gd name="connsiteX14" fmla="*/ 210503 w 371475"/>
                  <a:gd name="connsiteY14" fmla="*/ 8049 h 885825"/>
                  <a:gd name="connsiteX15" fmla="*/ 200025 w 371475"/>
                  <a:gd name="connsiteY15" fmla="*/ 30909 h 885825"/>
                  <a:gd name="connsiteX16" fmla="*/ 203835 w 371475"/>
                  <a:gd name="connsiteY16" fmla="*/ 63294 h 885825"/>
                  <a:gd name="connsiteX17" fmla="*/ 184785 w 371475"/>
                  <a:gd name="connsiteY17" fmla="*/ 63294 h 885825"/>
                  <a:gd name="connsiteX18" fmla="*/ 148591 w 371475"/>
                  <a:gd name="connsiteY18" fmla="*/ 80439 h 885825"/>
                  <a:gd name="connsiteX19" fmla="*/ 119063 w 371475"/>
                  <a:gd name="connsiteY19" fmla="*/ 118539 h 885825"/>
                  <a:gd name="connsiteX20" fmla="*/ 106681 w 371475"/>
                  <a:gd name="connsiteY20" fmla="*/ 176641 h 885825"/>
                  <a:gd name="connsiteX21" fmla="*/ 91441 w 371475"/>
                  <a:gd name="connsiteY21" fmla="*/ 234744 h 885825"/>
                  <a:gd name="connsiteX22" fmla="*/ 56198 w 371475"/>
                  <a:gd name="connsiteY22" fmla="*/ 232839 h 885825"/>
                  <a:gd name="connsiteX23" fmla="*/ 47625 w 371475"/>
                  <a:gd name="connsiteY23" fmla="*/ 279511 h 885825"/>
                  <a:gd name="connsiteX24" fmla="*/ 35243 w 371475"/>
                  <a:gd name="connsiteY24" fmla="*/ 329994 h 885825"/>
                  <a:gd name="connsiteX25" fmla="*/ 16193 w 371475"/>
                  <a:gd name="connsiteY25" fmla="*/ 366189 h 885825"/>
                  <a:gd name="connsiteX26" fmla="*/ 0 w 371475"/>
                  <a:gd name="connsiteY26" fmla="*/ 380476 h 885825"/>
                  <a:gd name="connsiteX27" fmla="*/ 41910 w 371475"/>
                  <a:gd name="connsiteY27" fmla="*/ 428101 h 885825"/>
                  <a:gd name="connsiteX28" fmla="*/ 92393 w 371475"/>
                  <a:gd name="connsiteY28" fmla="*/ 524304 h 885825"/>
                  <a:gd name="connsiteX29" fmla="*/ 94298 w 371475"/>
                  <a:gd name="connsiteY29" fmla="*/ 575739 h 885825"/>
                  <a:gd name="connsiteX30" fmla="*/ 95250 w 371475"/>
                  <a:gd name="connsiteY30" fmla="*/ 582406 h 885825"/>
                  <a:gd name="connsiteX31" fmla="*/ 95250 w 371475"/>
                  <a:gd name="connsiteY31" fmla="*/ 607171 h 885825"/>
                  <a:gd name="connsiteX32" fmla="*/ 92393 w 371475"/>
                  <a:gd name="connsiteY32" fmla="*/ 621459 h 885825"/>
                  <a:gd name="connsiteX33" fmla="*/ 103823 w 371475"/>
                  <a:gd name="connsiteY33" fmla="*/ 627174 h 885825"/>
                  <a:gd name="connsiteX34" fmla="*/ 146685 w 371475"/>
                  <a:gd name="connsiteY34" fmla="*/ 621459 h 885825"/>
                  <a:gd name="connsiteX35" fmla="*/ 183833 w 371475"/>
                  <a:gd name="connsiteY35" fmla="*/ 573834 h 885825"/>
                  <a:gd name="connsiteX36" fmla="*/ 206693 w 371475"/>
                  <a:gd name="connsiteY36" fmla="*/ 592884 h 885825"/>
                  <a:gd name="connsiteX37" fmla="*/ 224791 w 371475"/>
                  <a:gd name="connsiteY37" fmla="*/ 646224 h 885825"/>
                  <a:gd name="connsiteX38" fmla="*/ 247650 w 371475"/>
                  <a:gd name="connsiteY38" fmla="*/ 749094 h 885825"/>
                  <a:gd name="connsiteX39" fmla="*/ 264795 w 371475"/>
                  <a:gd name="connsiteY39" fmla="*/ 824341 h 885825"/>
                  <a:gd name="connsiteX40" fmla="*/ 270510 w 371475"/>
                  <a:gd name="connsiteY40" fmla="*/ 880539 h 885825"/>
                  <a:gd name="connsiteX41" fmla="*/ 267653 w 371475"/>
                  <a:gd name="connsiteY41" fmla="*/ 893873 h 885825"/>
                  <a:gd name="connsiteX42" fmla="*/ 305753 w 371475"/>
                  <a:gd name="connsiteY42" fmla="*/ 814816 h 885825"/>
                  <a:gd name="connsiteX43" fmla="*/ 291466 w 371475"/>
                  <a:gd name="connsiteY43" fmla="*/ 778621 h 885825"/>
                  <a:gd name="connsiteX44" fmla="*/ 274320 w 371475"/>
                  <a:gd name="connsiteY44" fmla="*/ 720519 h 885825"/>
                  <a:gd name="connsiteX45" fmla="*/ 258128 w 371475"/>
                  <a:gd name="connsiteY45" fmla="*/ 670036 h 885825"/>
                  <a:gd name="connsiteX46" fmla="*/ 264795 w 371475"/>
                  <a:gd name="connsiteY46" fmla="*/ 635746 h 885825"/>
                  <a:gd name="connsiteX47" fmla="*/ 266700 w 371475"/>
                  <a:gd name="connsiteY47" fmla="*/ 612886 h 885825"/>
                  <a:gd name="connsiteX48" fmla="*/ 258128 w 371475"/>
                  <a:gd name="connsiteY48" fmla="*/ 580501 h 885825"/>
                  <a:gd name="connsiteX49" fmla="*/ 224791 w 371475"/>
                  <a:gd name="connsiteY49" fmla="*/ 537639 h 885825"/>
                  <a:gd name="connsiteX50" fmla="*/ 233363 w 371475"/>
                  <a:gd name="connsiteY50" fmla="*/ 462391 h 885825"/>
                  <a:gd name="connsiteX51" fmla="*/ 258128 w 371475"/>
                  <a:gd name="connsiteY51" fmla="*/ 447151 h 885825"/>
                  <a:gd name="connsiteX52" fmla="*/ 291466 w 371475"/>
                  <a:gd name="connsiteY52" fmla="*/ 435721 h 885825"/>
                  <a:gd name="connsiteX53" fmla="*/ 331470 w 371475"/>
                  <a:gd name="connsiteY53" fmla="*/ 410956 h 885825"/>
                  <a:gd name="connsiteX54" fmla="*/ 354331 w 371475"/>
                  <a:gd name="connsiteY54" fmla="*/ 390001 h 885825"/>
                  <a:gd name="connsiteX55" fmla="*/ 377191 w 371475"/>
                  <a:gd name="connsiteY55" fmla="*/ 349996 h 885825"/>
                  <a:gd name="connsiteX56" fmla="*/ 378143 w 371475"/>
                  <a:gd name="connsiteY56" fmla="*/ 349996 h 885825"/>
                  <a:gd name="connsiteX57" fmla="*/ 357188 w 371475"/>
                  <a:gd name="connsiteY57" fmla="*/ 353806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1475" h="885825">
                    <a:moveTo>
                      <a:pt x="357188" y="353806"/>
                    </a:moveTo>
                    <a:cubicBezTo>
                      <a:pt x="337185" y="362379"/>
                      <a:pt x="327660" y="350949"/>
                      <a:pt x="329566" y="337614"/>
                    </a:cubicBezTo>
                    <a:cubicBezTo>
                      <a:pt x="331470" y="325231"/>
                      <a:pt x="316231" y="325231"/>
                      <a:pt x="304800" y="325231"/>
                    </a:cubicBezTo>
                    <a:cubicBezTo>
                      <a:pt x="294323" y="325231"/>
                      <a:pt x="300991" y="306181"/>
                      <a:pt x="304800" y="293799"/>
                    </a:cubicBezTo>
                    <a:cubicBezTo>
                      <a:pt x="308610" y="281416"/>
                      <a:pt x="300991" y="273796"/>
                      <a:pt x="288608" y="272844"/>
                    </a:cubicBezTo>
                    <a:cubicBezTo>
                      <a:pt x="276225" y="271891"/>
                      <a:pt x="269558" y="242364"/>
                      <a:pt x="275273" y="233791"/>
                    </a:cubicBezTo>
                    <a:cubicBezTo>
                      <a:pt x="280035" y="225219"/>
                      <a:pt x="248603" y="217599"/>
                      <a:pt x="235268" y="225219"/>
                    </a:cubicBezTo>
                    <a:cubicBezTo>
                      <a:pt x="221933" y="232839"/>
                      <a:pt x="231458" y="212836"/>
                      <a:pt x="227648" y="202359"/>
                    </a:cubicBezTo>
                    <a:cubicBezTo>
                      <a:pt x="223838" y="191881"/>
                      <a:pt x="245745" y="155686"/>
                      <a:pt x="263843" y="135684"/>
                    </a:cubicBezTo>
                    <a:cubicBezTo>
                      <a:pt x="282893" y="115681"/>
                      <a:pt x="274320" y="89011"/>
                      <a:pt x="274320" y="66151"/>
                    </a:cubicBezTo>
                    <a:cubicBezTo>
                      <a:pt x="274320" y="43291"/>
                      <a:pt x="265748" y="43291"/>
                      <a:pt x="256223" y="43291"/>
                    </a:cubicBezTo>
                    <a:cubicBezTo>
                      <a:pt x="247650" y="43291"/>
                      <a:pt x="246698" y="29956"/>
                      <a:pt x="246698" y="16621"/>
                    </a:cubicBezTo>
                    <a:cubicBezTo>
                      <a:pt x="246698" y="4239"/>
                      <a:pt x="227648" y="-5286"/>
                      <a:pt x="217170" y="3286"/>
                    </a:cubicBezTo>
                    <a:cubicBezTo>
                      <a:pt x="215266" y="4239"/>
                      <a:pt x="213360" y="6144"/>
                      <a:pt x="209550" y="8049"/>
                    </a:cubicBezTo>
                    <a:cubicBezTo>
                      <a:pt x="209550" y="8049"/>
                      <a:pt x="210503" y="8049"/>
                      <a:pt x="210503" y="8049"/>
                    </a:cubicBezTo>
                    <a:cubicBezTo>
                      <a:pt x="210503" y="8049"/>
                      <a:pt x="206693" y="27099"/>
                      <a:pt x="200025" y="30909"/>
                    </a:cubicBezTo>
                    <a:cubicBezTo>
                      <a:pt x="193358" y="34719"/>
                      <a:pt x="193358" y="46149"/>
                      <a:pt x="203835" y="63294"/>
                    </a:cubicBezTo>
                    <a:cubicBezTo>
                      <a:pt x="214313" y="80439"/>
                      <a:pt x="188595" y="72819"/>
                      <a:pt x="184785" y="63294"/>
                    </a:cubicBezTo>
                    <a:cubicBezTo>
                      <a:pt x="180975" y="53769"/>
                      <a:pt x="160020" y="69009"/>
                      <a:pt x="148591" y="80439"/>
                    </a:cubicBezTo>
                    <a:cubicBezTo>
                      <a:pt x="136208" y="91869"/>
                      <a:pt x="119063" y="97584"/>
                      <a:pt x="119063" y="118539"/>
                    </a:cubicBezTo>
                    <a:cubicBezTo>
                      <a:pt x="119063" y="139494"/>
                      <a:pt x="103823" y="160449"/>
                      <a:pt x="106681" y="176641"/>
                    </a:cubicBezTo>
                    <a:cubicBezTo>
                      <a:pt x="110491" y="193786"/>
                      <a:pt x="89535" y="225219"/>
                      <a:pt x="91441" y="234744"/>
                    </a:cubicBezTo>
                    <a:cubicBezTo>
                      <a:pt x="93345" y="244269"/>
                      <a:pt x="61913" y="232839"/>
                      <a:pt x="56198" y="232839"/>
                    </a:cubicBezTo>
                    <a:cubicBezTo>
                      <a:pt x="50483" y="232839"/>
                      <a:pt x="54293" y="269034"/>
                      <a:pt x="47625" y="279511"/>
                    </a:cubicBezTo>
                    <a:cubicBezTo>
                      <a:pt x="40958" y="290941"/>
                      <a:pt x="45720" y="329994"/>
                      <a:pt x="35243" y="329994"/>
                    </a:cubicBezTo>
                    <a:cubicBezTo>
                      <a:pt x="24766" y="329994"/>
                      <a:pt x="16193" y="366189"/>
                      <a:pt x="16193" y="366189"/>
                    </a:cubicBezTo>
                    <a:cubicBezTo>
                      <a:pt x="16193" y="366189"/>
                      <a:pt x="7620" y="372856"/>
                      <a:pt x="0" y="380476"/>
                    </a:cubicBezTo>
                    <a:cubicBezTo>
                      <a:pt x="8573" y="399526"/>
                      <a:pt x="23813" y="419529"/>
                      <a:pt x="41910" y="428101"/>
                    </a:cubicBezTo>
                    <a:cubicBezTo>
                      <a:pt x="67628" y="439531"/>
                      <a:pt x="84773" y="494776"/>
                      <a:pt x="92393" y="524304"/>
                    </a:cubicBezTo>
                    <a:cubicBezTo>
                      <a:pt x="97156" y="542401"/>
                      <a:pt x="97156" y="560499"/>
                      <a:pt x="94298" y="575739"/>
                    </a:cubicBezTo>
                    <a:cubicBezTo>
                      <a:pt x="94298" y="577644"/>
                      <a:pt x="95250" y="580501"/>
                      <a:pt x="95250" y="582406"/>
                    </a:cubicBezTo>
                    <a:lnTo>
                      <a:pt x="95250" y="607171"/>
                    </a:lnTo>
                    <a:cubicBezTo>
                      <a:pt x="95250" y="611934"/>
                      <a:pt x="94298" y="616696"/>
                      <a:pt x="92393" y="621459"/>
                    </a:cubicBezTo>
                    <a:cubicBezTo>
                      <a:pt x="96203" y="623364"/>
                      <a:pt x="100013" y="625269"/>
                      <a:pt x="103823" y="627174"/>
                    </a:cubicBezTo>
                    <a:cubicBezTo>
                      <a:pt x="119063" y="635746"/>
                      <a:pt x="136208" y="638604"/>
                      <a:pt x="146685" y="621459"/>
                    </a:cubicBezTo>
                    <a:cubicBezTo>
                      <a:pt x="158116" y="604314"/>
                      <a:pt x="180975" y="592884"/>
                      <a:pt x="183833" y="573834"/>
                    </a:cubicBezTo>
                    <a:cubicBezTo>
                      <a:pt x="186691" y="554784"/>
                      <a:pt x="197168" y="583359"/>
                      <a:pt x="206693" y="592884"/>
                    </a:cubicBezTo>
                    <a:cubicBezTo>
                      <a:pt x="216218" y="602409"/>
                      <a:pt x="221933" y="621459"/>
                      <a:pt x="224791" y="646224"/>
                    </a:cubicBezTo>
                    <a:cubicBezTo>
                      <a:pt x="226695" y="670036"/>
                      <a:pt x="228600" y="730044"/>
                      <a:pt x="247650" y="749094"/>
                    </a:cubicBezTo>
                    <a:cubicBezTo>
                      <a:pt x="266700" y="768144"/>
                      <a:pt x="269558" y="810054"/>
                      <a:pt x="264795" y="824341"/>
                    </a:cubicBezTo>
                    <a:cubicBezTo>
                      <a:pt x="260033" y="839581"/>
                      <a:pt x="274320" y="864346"/>
                      <a:pt x="270510" y="880539"/>
                    </a:cubicBezTo>
                    <a:cubicBezTo>
                      <a:pt x="269558" y="883396"/>
                      <a:pt x="268606" y="888159"/>
                      <a:pt x="267653" y="893873"/>
                    </a:cubicBezTo>
                    <a:cubicBezTo>
                      <a:pt x="284798" y="897684"/>
                      <a:pt x="305753" y="814816"/>
                      <a:pt x="305753" y="814816"/>
                    </a:cubicBezTo>
                    <a:cubicBezTo>
                      <a:pt x="305753" y="795766"/>
                      <a:pt x="291466" y="793861"/>
                      <a:pt x="291466" y="778621"/>
                    </a:cubicBezTo>
                    <a:cubicBezTo>
                      <a:pt x="291466" y="763381"/>
                      <a:pt x="291466" y="736711"/>
                      <a:pt x="274320" y="720519"/>
                    </a:cubicBezTo>
                    <a:cubicBezTo>
                      <a:pt x="257175" y="703374"/>
                      <a:pt x="247650" y="678609"/>
                      <a:pt x="258128" y="670036"/>
                    </a:cubicBezTo>
                    <a:cubicBezTo>
                      <a:pt x="268606" y="660511"/>
                      <a:pt x="260033" y="633841"/>
                      <a:pt x="264795" y="635746"/>
                    </a:cubicBezTo>
                    <a:cubicBezTo>
                      <a:pt x="269558" y="637651"/>
                      <a:pt x="277178" y="618601"/>
                      <a:pt x="266700" y="612886"/>
                    </a:cubicBezTo>
                    <a:cubicBezTo>
                      <a:pt x="256223" y="607171"/>
                      <a:pt x="266700" y="584311"/>
                      <a:pt x="258128" y="580501"/>
                    </a:cubicBezTo>
                    <a:cubicBezTo>
                      <a:pt x="249556" y="576691"/>
                      <a:pt x="224791" y="546211"/>
                      <a:pt x="224791" y="537639"/>
                    </a:cubicBezTo>
                    <a:cubicBezTo>
                      <a:pt x="224791" y="528114"/>
                      <a:pt x="231458" y="475726"/>
                      <a:pt x="233363" y="462391"/>
                    </a:cubicBezTo>
                    <a:cubicBezTo>
                      <a:pt x="235268" y="449056"/>
                      <a:pt x="252413" y="447151"/>
                      <a:pt x="258128" y="447151"/>
                    </a:cubicBezTo>
                    <a:cubicBezTo>
                      <a:pt x="263843" y="447151"/>
                      <a:pt x="284798" y="449056"/>
                      <a:pt x="291466" y="435721"/>
                    </a:cubicBezTo>
                    <a:cubicBezTo>
                      <a:pt x="298133" y="422386"/>
                      <a:pt x="327660" y="420481"/>
                      <a:pt x="331470" y="410956"/>
                    </a:cubicBezTo>
                    <a:cubicBezTo>
                      <a:pt x="335281" y="401431"/>
                      <a:pt x="354331" y="401431"/>
                      <a:pt x="354331" y="390001"/>
                    </a:cubicBezTo>
                    <a:cubicBezTo>
                      <a:pt x="354331" y="378571"/>
                      <a:pt x="377191" y="349996"/>
                      <a:pt x="377191" y="349996"/>
                    </a:cubicBezTo>
                    <a:cubicBezTo>
                      <a:pt x="377191" y="349996"/>
                      <a:pt x="378143" y="349996"/>
                      <a:pt x="378143" y="349996"/>
                    </a:cubicBezTo>
                    <a:cubicBezTo>
                      <a:pt x="374333" y="344281"/>
                      <a:pt x="368618" y="349044"/>
                      <a:pt x="357188" y="353806"/>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52" name="Freeform: Shape 229">
                <a:extLst>
                  <a:ext uri="{FF2B5EF4-FFF2-40B4-BE49-F238E27FC236}">
                    <a16:creationId xmlns:a16="http://schemas.microsoft.com/office/drawing/2014/main" id="{215A01D2-CFC3-BB0C-66DB-CD736C010E81}"/>
                  </a:ext>
                </a:extLst>
              </p:cNvPr>
              <p:cNvSpPr/>
              <p:nvPr/>
            </p:nvSpPr>
            <p:spPr>
              <a:xfrm>
                <a:off x="7848024" y="3610528"/>
                <a:ext cx="63417" cy="39026"/>
              </a:xfrm>
              <a:custGeom>
                <a:avLst/>
                <a:gdLst>
                  <a:gd name="connsiteX0" fmla="*/ 128588 w 123825"/>
                  <a:gd name="connsiteY0" fmla="*/ 25494 h 76200"/>
                  <a:gd name="connsiteX1" fmla="*/ 77152 w 123825"/>
                  <a:gd name="connsiteY1" fmla="*/ 10254 h 76200"/>
                  <a:gd name="connsiteX2" fmla="*/ 40958 w 123825"/>
                  <a:gd name="connsiteY2" fmla="*/ 3587 h 76200"/>
                  <a:gd name="connsiteX3" fmla="*/ 9525 w 123825"/>
                  <a:gd name="connsiteY3" fmla="*/ 33114 h 76200"/>
                  <a:gd name="connsiteX4" fmla="*/ 0 w 123825"/>
                  <a:gd name="connsiteY4" fmla="*/ 53117 h 76200"/>
                  <a:gd name="connsiteX5" fmla="*/ 11431 w 123825"/>
                  <a:gd name="connsiteY5" fmla="*/ 64547 h 76200"/>
                  <a:gd name="connsiteX6" fmla="*/ 40958 w 123825"/>
                  <a:gd name="connsiteY6" fmla="*/ 72167 h 76200"/>
                  <a:gd name="connsiteX7" fmla="*/ 82868 w 123825"/>
                  <a:gd name="connsiteY7" fmla="*/ 75977 h 76200"/>
                  <a:gd name="connsiteX8" fmla="*/ 126683 w 123825"/>
                  <a:gd name="connsiteY8" fmla="*/ 70262 h 76200"/>
                  <a:gd name="connsiteX9" fmla="*/ 121920 w 123825"/>
                  <a:gd name="connsiteY9" fmla="*/ 29304 h 76200"/>
                  <a:gd name="connsiteX10" fmla="*/ 128588 w 123825"/>
                  <a:gd name="connsiteY10" fmla="*/ 25494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5" h="76200">
                    <a:moveTo>
                      <a:pt x="128588" y="25494"/>
                    </a:moveTo>
                    <a:cubicBezTo>
                      <a:pt x="101918" y="-223"/>
                      <a:pt x="95250" y="20732"/>
                      <a:pt x="77152" y="10254"/>
                    </a:cubicBezTo>
                    <a:cubicBezTo>
                      <a:pt x="58102" y="-223"/>
                      <a:pt x="49531" y="-3081"/>
                      <a:pt x="40958" y="3587"/>
                    </a:cubicBezTo>
                    <a:cubicBezTo>
                      <a:pt x="32385" y="11207"/>
                      <a:pt x="18098" y="10254"/>
                      <a:pt x="9525" y="33114"/>
                    </a:cubicBezTo>
                    <a:cubicBezTo>
                      <a:pt x="6668" y="40734"/>
                      <a:pt x="2858" y="48354"/>
                      <a:pt x="0" y="53117"/>
                    </a:cubicBezTo>
                    <a:cubicBezTo>
                      <a:pt x="2858" y="59784"/>
                      <a:pt x="7620" y="65499"/>
                      <a:pt x="11431" y="64547"/>
                    </a:cubicBezTo>
                    <a:cubicBezTo>
                      <a:pt x="18098" y="62642"/>
                      <a:pt x="26670" y="75977"/>
                      <a:pt x="40958" y="72167"/>
                    </a:cubicBezTo>
                    <a:cubicBezTo>
                      <a:pt x="55245" y="68357"/>
                      <a:pt x="63818" y="81692"/>
                      <a:pt x="82868" y="75977"/>
                    </a:cubicBezTo>
                    <a:cubicBezTo>
                      <a:pt x="101918" y="70262"/>
                      <a:pt x="119063" y="83597"/>
                      <a:pt x="126683" y="70262"/>
                    </a:cubicBezTo>
                    <a:cubicBezTo>
                      <a:pt x="133350" y="56927"/>
                      <a:pt x="121920" y="29304"/>
                      <a:pt x="121920" y="29304"/>
                    </a:cubicBezTo>
                    <a:cubicBezTo>
                      <a:pt x="121920" y="29304"/>
                      <a:pt x="124777" y="27399"/>
                      <a:pt x="128588" y="25494"/>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53" name="Freeform: Shape 230">
                <a:extLst>
                  <a:ext uri="{FF2B5EF4-FFF2-40B4-BE49-F238E27FC236}">
                    <a16:creationId xmlns:a16="http://schemas.microsoft.com/office/drawing/2014/main" id="{41C3692B-666A-F835-26FF-2F6B785493B4}"/>
                  </a:ext>
                </a:extLst>
              </p:cNvPr>
              <p:cNvSpPr/>
              <p:nvPr/>
            </p:nvSpPr>
            <p:spPr>
              <a:xfrm>
                <a:off x="8130960" y="3738620"/>
                <a:ext cx="156102" cy="360988"/>
              </a:xfrm>
              <a:custGeom>
                <a:avLst/>
                <a:gdLst>
                  <a:gd name="connsiteX0" fmla="*/ 301943 w 304800"/>
                  <a:gd name="connsiteY0" fmla="*/ 535483 h 704850"/>
                  <a:gd name="connsiteX1" fmla="*/ 306706 w 304800"/>
                  <a:gd name="connsiteY1" fmla="*/ 448805 h 704850"/>
                  <a:gd name="connsiteX2" fmla="*/ 308610 w 304800"/>
                  <a:gd name="connsiteY2" fmla="*/ 434518 h 704850"/>
                  <a:gd name="connsiteX3" fmla="*/ 266700 w 304800"/>
                  <a:gd name="connsiteY3" fmla="*/ 360223 h 704850"/>
                  <a:gd name="connsiteX4" fmla="*/ 195263 w 304800"/>
                  <a:gd name="connsiteY4" fmla="*/ 295453 h 704850"/>
                  <a:gd name="connsiteX5" fmla="*/ 175260 w 304800"/>
                  <a:gd name="connsiteY5" fmla="*/ 258305 h 704850"/>
                  <a:gd name="connsiteX6" fmla="*/ 163831 w 304800"/>
                  <a:gd name="connsiteY6" fmla="*/ 193535 h 704850"/>
                  <a:gd name="connsiteX7" fmla="*/ 195263 w 304800"/>
                  <a:gd name="connsiteY7" fmla="*/ 151625 h 704850"/>
                  <a:gd name="connsiteX8" fmla="*/ 212408 w 304800"/>
                  <a:gd name="connsiteY8" fmla="*/ 123050 h 704850"/>
                  <a:gd name="connsiteX9" fmla="*/ 246698 w 304800"/>
                  <a:gd name="connsiteY9" fmla="*/ 98285 h 704850"/>
                  <a:gd name="connsiteX10" fmla="*/ 250508 w 304800"/>
                  <a:gd name="connsiteY10" fmla="*/ 94475 h 704850"/>
                  <a:gd name="connsiteX11" fmla="*/ 240983 w 304800"/>
                  <a:gd name="connsiteY11" fmla="*/ 86855 h 704850"/>
                  <a:gd name="connsiteX12" fmla="*/ 197168 w 304800"/>
                  <a:gd name="connsiteY12" fmla="*/ 50660 h 704850"/>
                  <a:gd name="connsiteX13" fmla="*/ 184785 w 304800"/>
                  <a:gd name="connsiteY13" fmla="*/ 22085 h 704850"/>
                  <a:gd name="connsiteX14" fmla="*/ 148590 w 304800"/>
                  <a:gd name="connsiteY14" fmla="*/ 1130 h 704850"/>
                  <a:gd name="connsiteX15" fmla="*/ 113348 w 304800"/>
                  <a:gd name="connsiteY15" fmla="*/ 25895 h 704850"/>
                  <a:gd name="connsiteX16" fmla="*/ 83820 w 304800"/>
                  <a:gd name="connsiteY16" fmla="*/ 31610 h 704850"/>
                  <a:gd name="connsiteX17" fmla="*/ 45720 w 304800"/>
                  <a:gd name="connsiteY17" fmla="*/ 31610 h 704850"/>
                  <a:gd name="connsiteX18" fmla="*/ 12383 w 304800"/>
                  <a:gd name="connsiteY18" fmla="*/ 35420 h 704850"/>
                  <a:gd name="connsiteX19" fmla="*/ 0 w 304800"/>
                  <a:gd name="connsiteY19" fmla="*/ 45898 h 704850"/>
                  <a:gd name="connsiteX20" fmla="*/ 16193 w 304800"/>
                  <a:gd name="connsiteY20" fmla="*/ 70663 h 704850"/>
                  <a:gd name="connsiteX21" fmla="*/ 39052 w 304800"/>
                  <a:gd name="connsiteY21" fmla="*/ 106858 h 704850"/>
                  <a:gd name="connsiteX22" fmla="*/ 75248 w 304800"/>
                  <a:gd name="connsiteY22" fmla="*/ 127813 h 704850"/>
                  <a:gd name="connsiteX23" fmla="*/ 105727 w 304800"/>
                  <a:gd name="connsiteY23" fmla="*/ 137338 h 704850"/>
                  <a:gd name="connsiteX24" fmla="*/ 120015 w 304800"/>
                  <a:gd name="connsiteY24" fmla="*/ 173533 h 704850"/>
                  <a:gd name="connsiteX25" fmla="*/ 86677 w 304800"/>
                  <a:gd name="connsiteY25" fmla="*/ 194488 h 704850"/>
                  <a:gd name="connsiteX26" fmla="*/ 134302 w 304800"/>
                  <a:gd name="connsiteY26" fmla="*/ 240208 h 704850"/>
                  <a:gd name="connsiteX27" fmla="*/ 157163 w 304800"/>
                  <a:gd name="connsiteY27" fmla="*/ 282118 h 704850"/>
                  <a:gd name="connsiteX28" fmla="*/ 193358 w 304800"/>
                  <a:gd name="connsiteY28" fmla="*/ 333553 h 704850"/>
                  <a:gd name="connsiteX29" fmla="*/ 229552 w 304800"/>
                  <a:gd name="connsiteY29" fmla="*/ 369748 h 704850"/>
                  <a:gd name="connsiteX30" fmla="*/ 238125 w 304800"/>
                  <a:gd name="connsiteY30" fmla="*/ 418325 h 704850"/>
                  <a:gd name="connsiteX31" fmla="*/ 252413 w 304800"/>
                  <a:gd name="connsiteY31" fmla="*/ 497383 h 704850"/>
                  <a:gd name="connsiteX32" fmla="*/ 221933 w 304800"/>
                  <a:gd name="connsiteY32" fmla="*/ 551675 h 704850"/>
                  <a:gd name="connsiteX33" fmla="*/ 182881 w 304800"/>
                  <a:gd name="connsiteY33" fmla="*/ 579298 h 704850"/>
                  <a:gd name="connsiteX34" fmla="*/ 182881 w 304800"/>
                  <a:gd name="connsiteY34" fmla="*/ 621208 h 704850"/>
                  <a:gd name="connsiteX35" fmla="*/ 132398 w 304800"/>
                  <a:gd name="connsiteY35" fmla="*/ 621208 h 704850"/>
                  <a:gd name="connsiteX36" fmla="*/ 104775 w 304800"/>
                  <a:gd name="connsiteY36" fmla="*/ 644068 h 704850"/>
                  <a:gd name="connsiteX37" fmla="*/ 124777 w 304800"/>
                  <a:gd name="connsiteY37" fmla="*/ 660260 h 704850"/>
                  <a:gd name="connsiteX38" fmla="*/ 112395 w 304800"/>
                  <a:gd name="connsiteY38" fmla="*/ 702171 h 704850"/>
                  <a:gd name="connsiteX39" fmla="*/ 113348 w 304800"/>
                  <a:gd name="connsiteY39" fmla="*/ 707885 h 704850"/>
                  <a:gd name="connsiteX40" fmla="*/ 127635 w 304800"/>
                  <a:gd name="connsiteY40" fmla="*/ 701218 h 704850"/>
                  <a:gd name="connsiteX41" fmla="*/ 156210 w 304800"/>
                  <a:gd name="connsiteY41" fmla="*/ 691693 h 704850"/>
                  <a:gd name="connsiteX42" fmla="*/ 166688 w 304800"/>
                  <a:gd name="connsiteY42" fmla="*/ 692646 h 704850"/>
                  <a:gd name="connsiteX43" fmla="*/ 180023 w 304800"/>
                  <a:gd name="connsiteY43" fmla="*/ 667880 h 704850"/>
                  <a:gd name="connsiteX44" fmla="*/ 194310 w 304800"/>
                  <a:gd name="connsiteY44" fmla="*/ 658355 h 704850"/>
                  <a:gd name="connsiteX45" fmla="*/ 198120 w 304800"/>
                  <a:gd name="connsiteY45" fmla="*/ 644068 h 704850"/>
                  <a:gd name="connsiteX46" fmla="*/ 225743 w 304800"/>
                  <a:gd name="connsiteY46" fmla="*/ 639305 h 704850"/>
                  <a:gd name="connsiteX47" fmla="*/ 262890 w 304800"/>
                  <a:gd name="connsiteY47" fmla="*/ 624066 h 704850"/>
                  <a:gd name="connsiteX48" fmla="*/ 262890 w 304800"/>
                  <a:gd name="connsiteY48" fmla="*/ 621208 h 704850"/>
                  <a:gd name="connsiteX49" fmla="*/ 277177 w 304800"/>
                  <a:gd name="connsiteY49" fmla="*/ 588823 h 704850"/>
                  <a:gd name="connsiteX50" fmla="*/ 311468 w 304800"/>
                  <a:gd name="connsiteY50" fmla="*/ 575488 h 704850"/>
                  <a:gd name="connsiteX51" fmla="*/ 312420 w 304800"/>
                  <a:gd name="connsiteY51" fmla="*/ 575488 h 704850"/>
                  <a:gd name="connsiteX52" fmla="*/ 301943 w 304800"/>
                  <a:gd name="connsiteY52" fmla="*/ 535483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04800" h="704850">
                    <a:moveTo>
                      <a:pt x="301943" y="535483"/>
                    </a:moveTo>
                    <a:cubicBezTo>
                      <a:pt x="307658" y="506908"/>
                      <a:pt x="306706" y="477380"/>
                      <a:pt x="306706" y="448805"/>
                    </a:cubicBezTo>
                    <a:cubicBezTo>
                      <a:pt x="306706" y="444043"/>
                      <a:pt x="307658" y="439280"/>
                      <a:pt x="308610" y="434518"/>
                    </a:cubicBezTo>
                    <a:cubicBezTo>
                      <a:pt x="307658" y="420230"/>
                      <a:pt x="278131" y="359270"/>
                      <a:pt x="266700" y="360223"/>
                    </a:cubicBezTo>
                    <a:cubicBezTo>
                      <a:pt x="255270" y="361175"/>
                      <a:pt x="204788" y="304025"/>
                      <a:pt x="195263" y="295453"/>
                    </a:cubicBezTo>
                    <a:cubicBezTo>
                      <a:pt x="185738" y="285928"/>
                      <a:pt x="188595" y="270688"/>
                      <a:pt x="175260" y="258305"/>
                    </a:cubicBezTo>
                    <a:cubicBezTo>
                      <a:pt x="161925" y="245923"/>
                      <a:pt x="160973" y="215443"/>
                      <a:pt x="163831" y="193535"/>
                    </a:cubicBezTo>
                    <a:cubicBezTo>
                      <a:pt x="166688" y="171628"/>
                      <a:pt x="196215" y="166866"/>
                      <a:pt x="195263" y="151625"/>
                    </a:cubicBezTo>
                    <a:cubicBezTo>
                      <a:pt x="194310" y="136385"/>
                      <a:pt x="198120" y="124003"/>
                      <a:pt x="212408" y="123050"/>
                    </a:cubicBezTo>
                    <a:cubicBezTo>
                      <a:pt x="226695" y="122098"/>
                      <a:pt x="240983" y="109716"/>
                      <a:pt x="246698" y="98285"/>
                    </a:cubicBezTo>
                    <a:cubicBezTo>
                      <a:pt x="247650" y="96380"/>
                      <a:pt x="248602" y="95428"/>
                      <a:pt x="250508" y="94475"/>
                    </a:cubicBezTo>
                    <a:cubicBezTo>
                      <a:pt x="246698" y="89713"/>
                      <a:pt x="243840" y="86855"/>
                      <a:pt x="240983" y="86855"/>
                    </a:cubicBezTo>
                    <a:cubicBezTo>
                      <a:pt x="228600" y="84950"/>
                      <a:pt x="197168" y="60185"/>
                      <a:pt x="197168" y="50660"/>
                    </a:cubicBezTo>
                    <a:cubicBezTo>
                      <a:pt x="197168" y="41135"/>
                      <a:pt x="213360" y="25895"/>
                      <a:pt x="184785" y="22085"/>
                    </a:cubicBezTo>
                    <a:cubicBezTo>
                      <a:pt x="157163" y="18275"/>
                      <a:pt x="153352" y="6845"/>
                      <a:pt x="148590" y="1130"/>
                    </a:cubicBezTo>
                    <a:cubicBezTo>
                      <a:pt x="142875" y="-4584"/>
                      <a:pt x="120968" y="12560"/>
                      <a:pt x="113348" y="25895"/>
                    </a:cubicBezTo>
                    <a:cubicBezTo>
                      <a:pt x="106681" y="39230"/>
                      <a:pt x="99060" y="22085"/>
                      <a:pt x="83820" y="31610"/>
                    </a:cubicBezTo>
                    <a:cubicBezTo>
                      <a:pt x="67627" y="41135"/>
                      <a:pt x="52388" y="18275"/>
                      <a:pt x="45720" y="31610"/>
                    </a:cubicBezTo>
                    <a:cubicBezTo>
                      <a:pt x="39052" y="44945"/>
                      <a:pt x="20956" y="23991"/>
                      <a:pt x="12383" y="35420"/>
                    </a:cubicBezTo>
                    <a:cubicBezTo>
                      <a:pt x="9525" y="40183"/>
                      <a:pt x="4763" y="43041"/>
                      <a:pt x="0" y="45898"/>
                    </a:cubicBezTo>
                    <a:cubicBezTo>
                      <a:pt x="7620" y="55423"/>
                      <a:pt x="16193" y="63995"/>
                      <a:pt x="16193" y="70663"/>
                    </a:cubicBezTo>
                    <a:cubicBezTo>
                      <a:pt x="16193" y="83045"/>
                      <a:pt x="39052" y="91618"/>
                      <a:pt x="39052" y="106858"/>
                    </a:cubicBezTo>
                    <a:cubicBezTo>
                      <a:pt x="39052" y="122098"/>
                      <a:pt x="66675" y="134480"/>
                      <a:pt x="75248" y="127813"/>
                    </a:cubicBezTo>
                    <a:cubicBezTo>
                      <a:pt x="83820" y="122098"/>
                      <a:pt x="102870" y="115430"/>
                      <a:pt x="105727" y="137338"/>
                    </a:cubicBezTo>
                    <a:cubicBezTo>
                      <a:pt x="108585" y="158293"/>
                      <a:pt x="120015" y="158293"/>
                      <a:pt x="120015" y="173533"/>
                    </a:cubicBezTo>
                    <a:cubicBezTo>
                      <a:pt x="120015" y="188773"/>
                      <a:pt x="92393" y="179248"/>
                      <a:pt x="86677" y="194488"/>
                    </a:cubicBezTo>
                    <a:cubicBezTo>
                      <a:pt x="80963" y="209728"/>
                      <a:pt x="134302" y="227825"/>
                      <a:pt x="134302" y="240208"/>
                    </a:cubicBezTo>
                    <a:cubicBezTo>
                      <a:pt x="134302" y="252591"/>
                      <a:pt x="151448" y="267830"/>
                      <a:pt x="157163" y="282118"/>
                    </a:cubicBezTo>
                    <a:cubicBezTo>
                      <a:pt x="162877" y="297358"/>
                      <a:pt x="187643" y="315455"/>
                      <a:pt x="193358" y="333553"/>
                    </a:cubicBezTo>
                    <a:cubicBezTo>
                      <a:pt x="199073" y="351650"/>
                      <a:pt x="220981" y="361175"/>
                      <a:pt x="229552" y="369748"/>
                    </a:cubicBezTo>
                    <a:cubicBezTo>
                      <a:pt x="238125" y="379273"/>
                      <a:pt x="240983" y="400228"/>
                      <a:pt x="238125" y="418325"/>
                    </a:cubicBezTo>
                    <a:cubicBezTo>
                      <a:pt x="235268" y="436423"/>
                      <a:pt x="235268" y="469760"/>
                      <a:pt x="252413" y="497383"/>
                    </a:cubicBezTo>
                    <a:cubicBezTo>
                      <a:pt x="269558" y="525005"/>
                      <a:pt x="232410" y="536435"/>
                      <a:pt x="221933" y="551675"/>
                    </a:cubicBezTo>
                    <a:cubicBezTo>
                      <a:pt x="210502" y="566916"/>
                      <a:pt x="216218" y="587871"/>
                      <a:pt x="182881" y="579298"/>
                    </a:cubicBezTo>
                    <a:cubicBezTo>
                      <a:pt x="149543" y="569773"/>
                      <a:pt x="188595" y="609778"/>
                      <a:pt x="182881" y="621208"/>
                    </a:cubicBezTo>
                    <a:cubicBezTo>
                      <a:pt x="177165" y="633591"/>
                      <a:pt x="132398" y="608825"/>
                      <a:pt x="132398" y="621208"/>
                    </a:cubicBezTo>
                    <a:cubicBezTo>
                      <a:pt x="132398" y="628828"/>
                      <a:pt x="117158" y="638353"/>
                      <a:pt x="104775" y="644068"/>
                    </a:cubicBezTo>
                    <a:cubicBezTo>
                      <a:pt x="109538" y="650735"/>
                      <a:pt x="116206" y="654546"/>
                      <a:pt x="124777" y="660260"/>
                    </a:cubicBezTo>
                    <a:cubicBezTo>
                      <a:pt x="135256" y="666928"/>
                      <a:pt x="111443" y="679310"/>
                      <a:pt x="112395" y="702171"/>
                    </a:cubicBezTo>
                    <a:cubicBezTo>
                      <a:pt x="112395" y="704075"/>
                      <a:pt x="112395" y="705980"/>
                      <a:pt x="113348" y="707885"/>
                    </a:cubicBezTo>
                    <a:cubicBezTo>
                      <a:pt x="118110" y="705028"/>
                      <a:pt x="121920" y="702171"/>
                      <a:pt x="127635" y="701218"/>
                    </a:cubicBezTo>
                    <a:cubicBezTo>
                      <a:pt x="136208" y="695503"/>
                      <a:pt x="145733" y="692646"/>
                      <a:pt x="156210" y="691693"/>
                    </a:cubicBezTo>
                    <a:cubicBezTo>
                      <a:pt x="160020" y="691693"/>
                      <a:pt x="162877" y="691693"/>
                      <a:pt x="166688" y="692646"/>
                    </a:cubicBezTo>
                    <a:cubicBezTo>
                      <a:pt x="168593" y="683121"/>
                      <a:pt x="173356" y="674548"/>
                      <a:pt x="180023" y="667880"/>
                    </a:cubicBezTo>
                    <a:cubicBezTo>
                      <a:pt x="183833" y="664071"/>
                      <a:pt x="188595" y="661213"/>
                      <a:pt x="194310" y="658355"/>
                    </a:cubicBezTo>
                    <a:cubicBezTo>
                      <a:pt x="195263" y="653593"/>
                      <a:pt x="195263" y="647878"/>
                      <a:pt x="198120" y="644068"/>
                    </a:cubicBezTo>
                    <a:cubicBezTo>
                      <a:pt x="202883" y="634543"/>
                      <a:pt x="209550" y="638353"/>
                      <a:pt x="225743" y="639305"/>
                    </a:cubicBezTo>
                    <a:cubicBezTo>
                      <a:pt x="236220" y="639305"/>
                      <a:pt x="249556" y="632638"/>
                      <a:pt x="262890" y="624066"/>
                    </a:cubicBezTo>
                    <a:cubicBezTo>
                      <a:pt x="262890" y="623113"/>
                      <a:pt x="262890" y="622160"/>
                      <a:pt x="262890" y="621208"/>
                    </a:cubicBezTo>
                    <a:cubicBezTo>
                      <a:pt x="261938" y="609778"/>
                      <a:pt x="268606" y="596443"/>
                      <a:pt x="277177" y="588823"/>
                    </a:cubicBezTo>
                    <a:cubicBezTo>
                      <a:pt x="285750" y="580250"/>
                      <a:pt x="299085" y="575488"/>
                      <a:pt x="311468" y="575488"/>
                    </a:cubicBezTo>
                    <a:lnTo>
                      <a:pt x="312420" y="575488"/>
                    </a:lnTo>
                    <a:cubicBezTo>
                      <a:pt x="301943" y="564058"/>
                      <a:pt x="299085" y="549771"/>
                      <a:pt x="301943" y="53548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54" name="Freeform: Shape 231">
                <a:extLst>
                  <a:ext uri="{FF2B5EF4-FFF2-40B4-BE49-F238E27FC236}">
                    <a16:creationId xmlns:a16="http://schemas.microsoft.com/office/drawing/2014/main" id="{0FEC8997-92C9-7BB1-5514-7AB49FFCB97A}"/>
                  </a:ext>
                </a:extLst>
              </p:cNvPr>
              <p:cNvSpPr/>
              <p:nvPr/>
            </p:nvSpPr>
            <p:spPr>
              <a:xfrm>
                <a:off x="8136564" y="3963597"/>
                <a:ext cx="121956" cy="102443"/>
              </a:xfrm>
              <a:custGeom>
                <a:avLst/>
                <a:gdLst>
                  <a:gd name="connsiteX0" fmla="*/ 242423 w 238125"/>
                  <a:gd name="connsiteY0" fmla="*/ 59055 h 200025"/>
                  <a:gd name="connsiteX1" fmla="*/ 227183 w 238125"/>
                  <a:gd name="connsiteY1" fmla="*/ 0 h 200025"/>
                  <a:gd name="connsiteX2" fmla="*/ 195751 w 238125"/>
                  <a:gd name="connsiteY2" fmla="*/ 6668 h 200025"/>
                  <a:gd name="connsiteX3" fmla="*/ 165271 w 238125"/>
                  <a:gd name="connsiteY3" fmla="*/ 17145 h 200025"/>
                  <a:gd name="connsiteX4" fmla="*/ 151935 w 238125"/>
                  <a:gd name="connsiteY4" fmla="*/ 29528 h 200025"/>
                  <a:gd name="connsiteX5" fmla="*/ 127171 w 238125"/>
                  <a:gd name="connsiteY5" fmla="*/ 11430 h 200025"/>
                  <a:gd name="connsiteX6" fmla="*/ 67164 w 238125"/>
                  <a:gd name="connsiteY6" fmla="*/ 9525 h 200025"/>
                  <a:gd name="connsiteX7" fmla="*/ 7156 w 238125"/>
                  <a:gd name="connsiteY7" fmla="*/ 41910 h 200025"/>
                  <a:gd name="connsiteX8" fmla="*/ 9060 w 238125"/>
                  <a:gd name="connsiteY8" fmla="*/ 84773 h 200025"/>
                  <a:gd name="connsiteX9" fmla="*/ 14776 w 238125"/>
                  <a:gd name="connsiteY9" fmla="*/ 120968 h 200025"/>
                  <a:gd name="connsiteX10" fmla="*/ 14776 w 238125"/>
                  <a:gd name="connsiteY10" fmla="*/ 122873 h 200025"/>
                  <a:gd name="connsiteX11" fmla="*/ 26206 w 238125"/>
                  <a:gd name="connsiteY11" fmla="*/ 162878 h 200025"/>
                  <a:gd name="connsiteX12" fmla="*/ 35731 w 238125"/>
                  <a:gd name="connsiteY12" fmla="*/ 173355 h 200025"/>
                  <a:gd name="connsiteX13" fmla="*/ 53829 w 238125"/>
                  <a:gd name="connsiteY13" fmla="*/ 170498 h 200025"/>
                  <a:gd name="connsiteX14" fmla="*/ 54781 w 238125"/>
                  <a:gd name="connsiteY14" fmla="*/ 194310 h 200025"/>
                  <a:gd name="connsiteX15" fmla="*/ 57639 w 238125"/>
                  <a:gd name="connsiteY15" fmla="*/ 197168 h 200025"/>
                  <a:gd name="connsiteX16" fmla="*/ 90976 w 238125"/>
                  <a:gd name="connsiteY16" fmla="*/ 199073 h 200025"/>
                  <a:gd name="connsiteX17" fmla="*/ 94785 w 238125"/>
                  <a:gd name="connsiteY17" fmla="*/ 206693 h 200025"/>
                  <a:gd name="connsiteX18" fmla="*/ 122408 w 238125"/>
                  <a:gd name="connsiteY18" fmla="*/ 183832 h 200025"/>
                  <a:gd name="connsiteX19" fmla="*/ 172891 w 238125"/>
                  <a:gd name="connsiteY19" fmla="*/ 183832 h 200025"/>
                  <a:gd name="connsiteX20" fmla="*/ 172891 w 238125"/>
                  <a:gd name="connsiteY20" fmla="*/ 141923 h 200025"/>
                  <a:gd name="connsiteX21" fmla="*/ 211943 w 238125"/>
                  <a:gd name="connsiteY21" fmla="*/ 114300 h 200025"/>
                  <a:gd name="connsiteX22" fmla="*/ 242423 w 238125"/>
                  <a:gd name="connsiteY22" fmla="*/ 5905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8125" h="200025">
                    <a:moveTo>
                      <a:pt x="242423" y="59055"/>
                    </a:moveTo>
                    <a:cubicBezTo>
                      <a:pt x="230993" y="40005"/>
                      <a:pt x="227183" y="17145"/>
                      <a:pt x="227183" y="0"/>
                    </a:cubicBezTo>
                    <a:cubicBezTo>
                      <a:pt x="216706" y="9525"/>
                      <a:pt x="203371" y="9525"/>
                      <a:pt x="195751" y="6668"/>
                    </a:cubicBezTo>
                    <a:cubicBezTo>
                      <a:pt x="186226" y="2858"/>
                      <a:pt x="165271" y="953"/>
                      <a:pt x="165271" y="17145"/>
                    </a:cubicBezTo>
                    <a:cubicBezTo>
                      <a:pt x="165271" y="33338"/>
                      <a:pt x="150031" y="37148"/>
                      <a:pt x="151935" y="29528"/>
                    </a:cubicBezTo>
                    <a:cubicBezTo>
                      <a:pt x="153841" y="20955"/>
                      <a:pt x="136696" y="23813"/>
                      <a:pt x="127171" y="11430"/>
                    </a:cubicBezTo>
                    <a:cubicBezTo>
                      <a:pt x="117646" y="-952"/>
                      <a:pt x="83356" y="15240"/>
                      <a:pt x="67164" y="9525"/>
                    </a:cubicBezTo>
                    <a:cubicBezTo>
                      <a:pt x="50018" y="3810"/>
                      <a:pt x="23348" y="20003"/>
                      <a:pt x="7156" y="41910"/>
                    </a:cubicBezTo>
                    <a:cubicBezTo>
                      <a:pt x="-9990" y="64770"/>
                      <a:pt x="9060" y="64770"/>
                      <a:pt x="9060" y="84773"/>
                    </a:cubicBezTo>
                    <a:cubicBezTo>
                      <a:pt x="9060" y="104775"/>
                      <a:pt x="20491" y="104775"/>
                      <a:pt x="14776" y="120968"/>
                    </a:cubicBezTo>
                    <a:cubicBezTo>
                      <a:pt x="14776" y="120968"/>
                      <a:pt x="14776" y="121920"/>
                      <a:pt x="14776" y="122873"/>
                    </a:cubicBezTo>
                    <a:cubicBezTo>
                      <a:pt x="30016" y="130493"/>
                      <a:pt x="26206" y="150495"/>
                      <a:pt x="26206" y="162878"/>
                    </a:cubicBezTo>
                    <a:cubicBezTo>
                      <a:pt x="29064" y="166688"/>
                      <a:pt x="31921" y="169545"/>
                      <a:pt x="35731" y="173355"/>
                    </a:cubicBezTo>
                    <a:cubicBezTo>
                      <a:pt x="41446" y="173355"/>
                      <a:pt x="49066" y="171450"/>
                      <a:pt x="53829" y="170498"/>
                    </a:cubicBezTo>
                    <a:cubicBezTo>
                      <a:pt x="62401" y="169545"/>
                      <a:pt x="49066" y="184785"/>
                      <a:pt x="54781" y="194310"/>
                    </a:cubicBezTo>
                    <a:cubicBezTo>
                      <a:pt x="55733" y="195263"/>
                      <a:pt x="56685" y="196215"/>
                      <a:pt x="57639" y="197168"/>
                    </a:cubicBezTo>
                    <a:cubicBezTo>
                      <a:pt x="67164" y="202882"/>
                      <a:pt x="87166" y="187643"/>
                      <a:pt x="90976" y="199073"/>
                    </a:cubicBezTo>
                    <a:cubicBezTo>
                      <a:pt x="91929" y="201930"/>
                      <a:pt x="93833" y="203835"/>
                      <a:pt x="94785" y="206693"/>
                    </a:cubicBezTo>
                    <a:cubicBezTo>
                      <a:pt x="107168" y="200025"/>
                      <a:pt x="122408" y="190500"/>
                      <a:pt x="122408" y="183832"/>
                    </a:cubicBezTo>
                    <a:cubicBezTo>
                      <a:pt x="122408" y="171450"/>
                      <a:pt x="167176" y="196215"/>
                      <a:pt x="172891" y="183832"/>
                    </a:cubicBezTo>
                    <a:cubicBezTo>
                      <a:pt x="178606" y="171450"/>
                      <a:pt x="139554" y="132398"/>
                      <a:pt x="172891" y="141923"/>
                    </a:cubicBezTo>
                    <a:cubicBezTo>
                      <a:pt x="206229" y="151448"/>
                      <a:pt x="200514" y="129540"/>
                      <a:pt x="211943" y="114300"/>
                    </a:cubicBezTo>
                    <a:cubicBezTo>
                      <a:pt x="222421" y="98107"/>
                      <a:pt x="259568" y="86678"/>
                      <a:pt x="242423" y="5905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55" name="Freeform: Shape 232">
                <a:extLst>
                  <a:ext uri="{FF2B5EF4-FFF2-40B4-BE49-F238E27FC236}">
                    <a16:creationId xmlns:a16="http://schemas.microsoft.com/office/drawing/2014/main" id="{6280D292-1141-E1A0-14ED-7476372CF9C0}"/>
                  </a:ext>
                </a:extLst>
              </p:cNvPr>
              <p:cNvSpPr/>
              <p:nvPr/>
            </p:nvSpPr>
            <p:spPr>
              <a:xfrm>
                <a:off x="8087057" y="3763102"/>
                <a:ext cx="165860" cy="214641"/>
              </a:xfrm>
              <a:custGeom>
                <a:avLst/>
                <a:gdLst>
                  <a:gd name="connsiteX0" fmla="*/ 220981 w 323850"/>
                  <a:gd name="connsiteY0" fmla="*/ 194310 h 419100"/>
                  <a:gd name="connsiteX1" fmla="*/ 173356 w 323850"/>
                  <a:gd name="connsiteY1" fmla="*/ 148590 h 419100"/>
                  <a:gd name="connsiteX2" fmla="*/ 206693 w 323850"/>
                  <a:gd name="connsiteY2" fmla="*/ 127635 h 419100"/>
                  <a:gd name="connsiteX3" fmla="*/ 192406 w 323850"/>
                  <a:gd name="connsiteY3" fmla="*/ 91440 h 419100"/>
                  <a:gd name="connsiteX4" fmla="*/ 161925 w 323850"/>
                  <a:gd name="connsiteY4" fmla="*/ 81915 h 419100"/>
                  <a:gd name="connsiteX5" fmla="*/ 125731 w 323850"/>
                  <a:gd name="connsiteY5" fmla="*/ 60960 h 419100"/>
                  <a:gd name="connsiteX6" fmla="*/ 102870 w 323850"/>
                  <a:gd name="connsiteY6" fmla="*/ 24765 h 419100"/>
                  <a:gd name="connsiteX7" fmla="*/ 86677 w 323850"/>
                  <a:gd name="connsiteY7" fmla="*/ 0 h 419100"/>
                  <a:gd name="connsiteX8" fmla="*/ 69533 w 323850"/>
                  <a:gd name="connsiteY8" fmla="*/ 952 h 419100"/>
                  <a:gd name="connsiteX9" fmla="*/ 62865 w 323850"/>
                  <a:gd name="connsiteY9" fmla="*/ 25717 h 419100"/>
                  <a:gd name="connsiteX10" fmla="*/ 60960 w 323850"/>
                  <a:gd name="connsiteY10" fmla="*/ 63817 h 419100"/>
                  <a:gd name="connsiteX11" fmla="*/ 38100 w 323850"/>
                  <a:gd name="connsiteY11" fmla="*/ 40957 h 419100"/>
                  <a:gd name="connsiteX12" fmla="*/ 15240 w 323850"/>
                  <a:gd name="connsiteY12" fmla="*/ 80963 h 419100"/>
                  <a:gd name="connsiteX13" fmla="*/ 0 w 323850"/>
                  <a:gd name="connsiteY13" fmla="*/ 95250 h 419100"/>
                  <a:gd name="connsiteX14" fmla="*/ 8573 w 323850"/>
                  <a:gd name="connsiteY14" fmla="*/ 104775 h 419100"/>
                  <a:gd name="connsiteX15" fmla="*/ 12383 w 323850"/>
                  <a:gd name="connsiteY15" fmla="*/ 140970 h 419100"/>
                  <a:gd name="connsiteX16" fmla="*/ 42863 w 323850"/>
                  <a:gd name="connsiteY16" fmla="*/ 153352 h 419100"/>
                  <a:gd name="connsiteX17" fmla="*/ 39052 w 323850"/>
                  <a:gd name="connsiteY17" fmla="*/ 203835 h 419100"/>
                  <a:gd name="connsiteX18" fmla="*/ 27623 w 323850"/>
                  <a:gd name="connsiteY18" fmla="*/ 240982 h 419100"/>
                  <a:gd name="connsiteX19" fmla="*/ 67627 w 323850"/>
                  <a:gd name="connsiteY19" fmla="*/ 224790 h 419100"/>
                  <a:gd name="connsiteX20" fmla="*/ 100013 w 323850"/>
                  <a:gd name="connsiteY20" fmla="*/ 222885 h 419100"/>
                  <a:gd name="connsiteX21" fmla="*/ 128588 w 323850"/>
                  <a:gd name="connsiteY21" fmla="*/ 214313 h 419100"/>
                  <a:gd name="connsiteX22" fmla="*/ 170498 w 323850"/>
                  <a:gd name="connsiteY22" fmla="*/ 212407 h 419100"/>
                  <a:gd name="connsiteX23" fmla="*/ 202883 w 323850"/>
                  <a:gd name="connsiteY23" fmla="*/ 246697 h 419100"/>
                  <a:gd name="connsiteX24" fmla="*/ 206693 w 323850"/>
                  <a:gd name="connsiteY24" fmla="*/ 303847 h 419100"/>
                  <a:gd name="connsiteX25" fmla="*/ 237173 w 323850"/>
                  <a:gd name="connsiteY25" fmla="*/ 354330 h 419100"/>
                  <a:gd name="connsiteX26" fmla="*/ 231458 w 323850"/>
                  <a:gd name="connsiteY26" fmla="*/ 408622 h 419100"/>
                  <a:gd name="connsiteX27" fmla="*/ 250508 w 323850"/>
                  <a:gd name="connsiteY27" fmla="*/ 421957 h 419100"/>
                  <a:gd name="connsiteX28" fmla="*/ 263843 w 323850"/>
                  <a:gd name="connsiteY28" fmla="*/ 409575 h 419100"/>
                  <a:gd name="connsiteX29" fmla="*/ 294323 w 323850"/>
                  <a:gd name="connsiteY29" fmla="*/ 399097 h 419100"/>
                  <a:gd name="connsiteX30" fmla="*/ 325756 w 323850"/>
                  <a:gd name="connsiteY30" fmla="*/ 392430 h 419100"/>
                  <a:gd name="connsiteX31" fmla="*/ 326708 w 323850"/>
                  <a:gd name="connsiteY31" fmla="*/ 373380 h 419100"/>
                  <a:gd name="connsiteX32" fmla="*/ 318135 w 323850"/>
                  <a:gd name="connsiteY32" fmla="*/ 324802 h 419100"/>
                  <a:gd name="connsiteX33" fmla="*/ 281940 w 323850"/>
                  <a:gd name="connsiteY33" fmla="*/ 288607 h 419100"/>
                  <a:gd name="connsiteX34" fmla="*/ 245745 w 323850"/>
                  <a:gd name="connsiteY34" fmla="*/ 237172 h 419100"/>
                  <a:gd name="connsiteX35" fmla="*/ 220981 w 323850"/>
                  <a:gd name="connsiteY35" fmla="*/ 19431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23850" h="419100">
                    <a:moveTo>
                      <a:pt x="220981" y="194310"/>
                    </a:moveTo>
                    <a:cubicBezTo>
                      <a:pt x="220981" y="181927"/>
                      <a:pt x="167640" y="163830"/>
                      <a:pt x="173356" y="148590"/>
                    </a:cubicBezTo>
                    <a:cubicBezTo>
                      <a:pt x="179070" y="133350"/>
                      <a:pt x="206693" y="142875"/>
                      <a:pt x="206693" y="127635"/>
                    </a:cubicBezTo>
                    <a:cubicBezTo>
                      <a:pt x="206693" y="112395"/>
                      <a:pt x="195263" y="112395"/>
                      <a:pt x="192406" y="91440"/>
                    </a:cubicBezTo>
                    <a:cubicBezTo>
                      <a:pt x="189548" y="70485"/>
                      <a:pt x="169545" y="76200"/>
                      <a:pt x="161925" y="81915"/>
                    </a:cubicBezTo>
                    <a:cubicBezTo>
                      <a:pt x="153352" y="87630"/>
                      <a:pt x="125731" y="76200"/>
                      <a:pt x="125731" y="60960"/>
                    </a:cubicBezTo>
                    <a:cubicBezTo>
                      <a:pt x="125731" y="45720"/>
                      <a:pt x="102870" y="37147"/>
                      <a:pt x="102870" y="24765"/>
                    </a:cubicBezTo>
                    <a:cubicBezTo>
                      <a:pt x="102870" y="18097"/>
                      <a:pt x="94298" y="8572"/>
                      <a:pt x="86677" y="0"/>
                    </a:cubicBezTo>
                    <a:cubicBezTo>
                      <a:pt x="80010" y="3810"/>
                      <a:pt x="72390" y="4763"/>
                      <a:pt x="69533" y="952"/>
                    </a:cubicBezTo>
                    <a:cubicBezTo>
                      <a:pt x="63818" y="-4763"/>
                      <a:pt x="57150" y="20002"/>
                      <a:pt x="62865" y="25717"/>
                    </a:cubicBezTo>
                    <a:cubicBezTo>
                      <a:pt x="67627" y="31432"/>
                      <a:pt x="75248" y="67627"/>
                      <a:pt x="60960" y="63817"/>
                    </a:cubicBezTo>
                    <a:cubicBezTo>
                      <a:pt x="46673" y="60007"/>
                      <a:pt x="46673" y="39052"/>
                      <a:pt x="38100" y="40957"/>
                    </a:cubicBezTo>
                    <a:cubicBezTo>
                      <a:pt x="38100" y="40957"/>
                      <a:pt x="15240" y="69532"/>
                      <a:pt x="15240" y="80963"/>
                    </a:cubicBezTo>
                    <a:cubicBezTo>
                      <a:pt x="15240" y="88582"/>
                      <a:pt x="6668" y="91440"/>
                      <a:pt x="0" y="95250"/>
                    </a:cubicBezTo>
                    <a:cubicBezTo>
                      <a:pt x="3810" y="99060"/>
                      <a:pt x="7620" y="102870"/>
                      <a:pt x="8573" y="104775"/>
                    </a:cubicBezTo>
                    <a:cubicBezTo>
                      <a:pt x="12383" y="110490"/>
                      <a:pt x="6668" y="127635"/>
                      <a:pt x="12383" y="140970"/>
                    </a:cubicBezTo>
                    <a:cubicBezTo>
                      <a:pt x="18098" y="155257"/>
                      <a:pt x="37148" y="132397"/>
                      <a:pt x="42863" y="153352"/>
                    </a:cubicBezTo>
                    <a:cubicBezTo>
                      <a:pt x="48577" y="173355"/>
                      <a:pt x="39052" y="183832"/>
                      <a:pt x="39052" y="203835"/>
                    </a:cubicBezTo>
                    <a:cubicBezTo>
                      <a:pt x="39052" y="223838"/>
                      <a:pt x="23813" y="221932"/>
                      <a:pt x="27623" y="240982"/>
                    </a:cubicBezTo>
                    <a:cubicBezTo>
                      <a:pt x="31433" y="259080"/>
                      <a:pt x="52388" y="237172"/>
                      <a:pt x="67627" y="224790"/>
                    </a:cubicBezTo>
                    <a:cubicBezTo>
                      <a:pt x="82868" y="212407"/>
                      <a:pt x="94298" y="214313"/>
                      <a:pt x="100013" y="222885"/>
                    </a:cubicBezTo>
                    <a:cubicBezTo>
                      <a:pt x="105727" y="231457"/>
                      <a:pt x="124777" y="224790"/>
                      <a:pt x="128588" y="214313"/>
                    </a:cubicBezTo>
                    <a:cubicBezTo>
                      <a:pt x="132398" y="203835"/>
                      <a:pt x="160973" y="200025"/>
                      <a:pt x="170498" y="212407"/>
                    </a:cubicBezTo>
                    <a:cubicBezTo>
                      <a:pt x="180023" y="224790"/>
                      <a:pt x="189548" y="239077"/>
                      <a:pt x="202883" y="246697"/>
                    </a:cubicBezTo>
                    <a:cubicBezTo>
                      <a:pt x="216218" y="255270"/>
                      <a:pt x="193358" y="300038"/>
                      <a:pt x="206693" y="303847"/>
                    </a:cubicBezTo>
                    <a:cubicBezTo>
                      <a:pt x="220027" y="307657"/>
                      <a:pt x="239077" y="330517"/>
                      <a:pt x="237173" y="354330"/>
                    </a:cubicBezTo>
                    <a:cubicBezTo>
                      <a:pt x="235268" y="375285"/>
                      <a:pt x="246698" y="390525"/>
                      <a:pt x="231458" y="408622"/>
                    </a:cubicBezTo>
                    <a:cubicBezTo>
                      <a:pt x="240983" y="415290"/>
                      <a:pt x="251460" y="415290"/>
                      <a:pt x="250508" y="421957"/>
                    </a:cubicBezTo>
                    <a:cubicBezTo>
                      <a:pt x="248602" y="430530"/>
                      <a:pt x="263843" y="425767"/>
                      <a:pt x="263843" y="409575"/>
                    </a:cubicBezTo>
                    <a:cubicBezTo>
                      <a:pt x="263843" y="393382"/>
                      <a:pt x="284798" y="395288"/>
                      <a:pt x="294323" y="399097"/>
                    </a:cubicBezTo>
                    <a:cubicBezTo>
                      <a:pt x="301943" y="401955"/>
                      <a:pt x="315277" y="401955"/>
                      <a:pt x="325756" y="392430"/>
                    </a:cubicBezTo>
                    <a:cubicBezTo>
                      <a:pt x="325756" y="384810"/>
                      <a:pt x="326708" y="378142"/>
                      <a:pt x="326708" y="373380"/>
                    </a:cubicBezTo>
                    <a:cubicBezTo>
                      <a:pt x="329565" y="355282"/>
                      <a:pt x="326708" y="334327"/>
                      <a:pt x="318135" y="324802"/>
                    </a:cubicBezTo>
                    <a:cubicBezTo>
                      <a:pt x="309563" y="316230"/>
                      <a:pt x="287656" y="306705"/>
                      <a:pt x="281940" y="288607"/>
                    </a:cubicBezTo>
                    <a:cubicBezTo>
                      <a:pt x="276225" y="270510"/>
                      <a:pt x="251460" y="252413"/>
                      <a:pt x="245745" y="237172"/>
                    </a:cubicBezTo>
                    <a:cubicBezTo>
                      <a:pt x="238125" y="220980"/>
                      <a:pt x="220981" y="205740"/>
                      <a:pt x="220981" y="19431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56" name="Freeform: Shape 233">
                <a:extLst>
                  <a:ext uri="{FF2B5EF4-FFF2-40B4-BE49-F238E27FC236}">
                    <a16:creationId xmlns:a16="http://schemas.microsoft.com/office/drawing/2014/main" id="{B821AB8E-656E-64E2-1605-C3493BE8FEB8}"/>
                  </a:ext>
                </a:extLst>
              </p:cNvPr>
              <p:cNvSpPr/>
              <p:nvPr/>
            </p:nvSpPr>
            <p:spPr>
              <a:xfrm>
                <a:off x="8028030" y="3811396"/>
                <a:ext cx="180493" cy="365867"/>
              </a:xfrm>
              <a:custGeom>
                <a:avLst/>
                <a:gdLst>
                  <a:gd name="connsiteX0" fmla="*/ 351473 w 352425"/>
                  <a:gd name="connsiteY0" fmla="*/ 259080 h 714375"/>
                  <a:gd name="connsiteX1" fmla="*/ 320992 w 352425"/>
                  <a:gd name="connsiteY1" fmla="*/ 208597 h 714375"/>
                  <a:gd name="connsiteX2" fmla="*/ 317183 w 352425"/>
                  <a:gd name="connsiteY2" fmla="*/ 151447 h 714375"/>
                  <a:gd name="connsiteX3" fmla="*/ 284798 w 352425"/>
                  <a:gd name="connsiteY3" fmla="*/ 117157 h 714375"/>
                  <a:gd name="connsiteX4" fmla="*/ 242888 w 352425"/>
                  <a:gd name="connsiteY4" fmla="*/ 119063 h 714375"/>
                  <a:gd name="connsiteX5" fmla="*/ 214313 w 352425"/>
                  <a:gd name="connsiteY5" fmla="*/ 127635 h 714375"/>
                  <a:gd name="connsiteX6" fmla="*/ 181927 w 352425"/>
                  <a:gd name="connsiteY6" fmla="*/ 129540 h 714375"/>
                  <a:gd name="connsiteX7" fmla="*/ 141923 w 352425"/>
                  <a:gd name="connsiteY7" fmla="*/ 145732 h 714375"/>
                  <a:gd name="connsiteX8" fmla="*/ 153352 w 352425"/>
                  <a:gd name="connsiteY8" fmla="*/ 108585 h 714375"/>
                  <a:gd name="connsiteX9" fmla="*/ 157163 w 352425"/>
                  <a:gd name="connsiteY9" fmla="*/ 58103 h 714375"/>
                  <a:gd name="connsiteX10" fmla="*/ 126683 w 352425"/>
                  <a:gd name="connsiteY10" fmla="*/ 45720 h 714375"/>
                  <a:gd name="connsiteX11" fmla="*/ 122873 w 352425"/>
                  <a:gd name="connsiteY11" fmla="*/ 9525 h 714375"/>
                  <a:gd name="connsiteX12" fmla="*/ 114300 w 352425"/>
                  <a:gd name="connsiteY12" fmla="*/ 0 h 714375"/>
                  <a:gd name="connsiteX13" fmla="*/ 106680 w 352425"/>
                  <a:gd name="connsiteY13" fmla="*/ 6667 h 714375"/>
                  <a:gd name="connsiteX14" fmla="*/ 66675 w 352425"/>
                  <a:gd name="connsiteY14" fmla="*/ 31432 h 714375"/>
                  <a:gd name="connsiteX15" fmla="*/ 33338 w 352425"/>
                  <a:gd name="connsiteY15" fmla="*/ 42863 h 714375"/>
                  <a:gd name="connsiteX16" fmla="*/ 8573 w 352425"/>
                  <a:gd name="connsiteY16" fmla="*/ 58103 h 714375"/>
                  <a:gd name="connsiteX17" fmla="*/ 0 w 352425"/>
                  <a:gd name="connsiteY17" fmla="*/ 133350 h 714375"/>
                  <a:gd name="connsiteX18" fmla="*/ 33338 w 352425"/>
                  <a:gd name="connsiteY18" fmla="*/ 176213 h 714375"/>
                  <a:gd name="connsiteX19" fmla="*/ 41910 w 352425"/>
                  <a:gd name="connsiteY19" fmla="*/ 208597 h 714375"/>
                  <a:gd name="connsiteX20" fmla="*/ 40005 w 352425"/>
                  <a:gd name="connsiteY20" fmla="*/ 231457 h 714375"/>
                  <a:gd name="connsiteX21" fmla="*/ 33338 w 352425"/>
                  <a:gd name="connsiteY21" fmla="*/ 265747 h 714375"/>
                  <a:gd name="connsiteX22" fmla="*/ 49530 w 352425"/>
                  <a:gd name="connsiteY22" fmla="*/ 316230 h 714375"/>
                  <a:gd name="connsiteX23" fmla="*/ 66675 w 352425"/>
                  <a:gd name="connsiteY23" fmla="*/ 374332 h 714375"/>
                  <a:gd name="connsiteX24" fmla="*/ 80963 w 352425"/>
                  <a:gd name="connsiteY24" fmla="*/ 410528 h 714375"/>
                  <a:gd name="connsiteX25" fmla="*/ 42863 w 352425"/>
                  <a:gd name="connsiteY25" fmla="*/ 489585 h 714375"/>
                  <a:gd name="connsiteX26" fmla="*/ 30480 w 352425"/>
                  <a:gd name="connsiteY26" fmla="*/ 560070 h 714375"/>
                  <a:gd name="connsiteX27" fmla="*/ 33338 w 352425"/>
                  <a:gd name="connsiteY27" fmla="*/ 601980 h 714375"/>
                  <a:gd name="connsiteX28" fmla="*/ 91440 w 352425"/>
                  <a:gd name="connsiteY28" fmla="*/ 662940 h 714375"/>
                  <a:gd name="connsiteX29" fmla="*/ 104775 w 352425"/>
                  <a:gd name="connsiteY29" fmla="*/ 686753 h 714375"/>
                  <a:gd name="connsiteX30" fmla="*/ 130492 w 352425"/>
                  <a:gd name="connsiteY30" fmla="*/ 688658 h 714375"/>
                  <a:gd name="connsiteX31" fmla="*/ 152400 w 352425"/>
                  <a:gd name="connsiteY31" fmla="*/ 717233 h 714375"/>
                  <a:gd name="connsiteX32" fmla="*/ 187642 w 352425"/>
                  <a:gd name="connsiteY32" fmla="*/ 721995 h 714375"/>
                  <a:gd name="connsiteX33" fmla="*/ 200977 w 352425"/>
                  <a:gd name="connsiteY33" fmla="*/ 702945 h 714375"/>
                  <a:gd name="connsiteX34" fmla="*/ 150495 w 352425"/>
                  <a:gd name="connsiteY34" fmla="*/ 670560 h 714375"/>
                  <a:gd name="connsiteX35" fmla="*/ 120015 w 352425"/>
                  <a:gd name="connsiteY35" fmla="*/ 616267 h 714375"/>
                  <a:gd name="connsiteX36" fmla="*/ 103823 w 352425"/>
                  <a:gd name="connsiteY36" fmla="*/ 571500 h 714375"/>
                  <a:gd name="connsiteX37" fmla="*/ 76200 w 352425"/>
                  <a:gd name="connsiteY37" fmla="*/ 548640 h 714375"/>
                  <a:gd name="connsiteX38" fmla="*/ 80963 w 352425"/>
                  <a:gd name="connsiteY38" fmla="*/ 472440 h 714375"/>
                  <a:gd name="connsiteX39" fmla="*/ 97155 w 352425"/>
                  <a:gd name="connsiteY39" fmla="*/ 421958 h 714375"/>
                  <a:gd name="connsiteX40" fmla="*/ 105727 w 352425"/>
                  <a:gd name="connsiteY40" fmla="*/ 386715 h 714375"/>
                  <a:gd name="connsiteX41" fmla="*/ 103823 w 352425"/>
                  <a:gd name="connsiteY41" fmla="*/ 375285 h 714375"/>
                  <a:gd name="connsiteX42" fmla="*/ 140970 w 352425"/>
                  <a:gd name="connsiteY42" fmla="*/ 362903 h 714375"/>
                  <a:gd name="connsiteX43" fmla="*/ 141923 w 352425"/>
                  <a:gd name="connsiteY43" fmla="*/ 365760 h 714375"/>
                  <a:gd name="connsiteX44" fmla="*/ 184785 w 352425"/>
                  <a:gd name="connsiteY44" fmla="*/ 388620 h 714375"/>
                  <a:gd name="connsiteX45" fmla="*/ 187642 w 352425"/>
                  <a:gd name="connsiteY45" fmla="*/ 393382 h 714375"/>
                  <a:gd name="connsiteX46" fmla="*/ 221933 w 352425"/>
                  <a:gd name="connsiteY46" fmla="*/ 418147 h 714375"/>
                  <a:gd name="connsiteX47" fmla="*/ 224790 w 352425"/>
                  <a:gd name="connsiteY47" fmla="*/ 420053 h 714375"/>
                  <a:gd name="connsiteX48" fmla="*/ 224790 w 352425"/>
                  <a:gd name="connsiteY48" fmla="*/ 418147 h 714375"/>
                  <a:gd name="connsiteX49" fmla="*/ 219075 w 352425"/>
                  <a:gd name="connsiteY49" fmla="*/ 381953 h 714375"/>
                  <a:gd name="connsiteX50" fmla="*/ 217170 w 352425"/>
                  <a:gd name="connsiteY50" fmla="*/ 339090 h 714375"/>
                  <a:gd name="connsiteX51" fmla="*/ 277177 w 352425"/>
                  <a:gd name="connsiteY51" fmla="*/ 306705 h 714375"/>
                  <a:gd name="connsiteX52" fmla="*/ 337185 w 352425"/>
                  <a:gd name="connsiteY52" fmla="*/ 308610 h 714375"/>
                  <a:gd name="connsiteX53" fmla="*/ 342900 w 352425"/>
                  <a:gd name="connsiteY53" fmla="*/ 313372 h 714375"/>
                  <a:gd name="connsiteX54" fmla="*/ 351473 w 352425"/>
                  <a:gd name="connsiteY54" fmla="*/ 259080 h 71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52425" h="714375">
                    <a:moveTo>
                      <a:pt x="351473" y="259080"/>
                    </a:moveTo>
                    <a:cubicBezTo>
                      <a:pt x="353377" y="234315"/>
                      <a:pt x="334327" y="212407"/>
                      <a:pt x="320992" y="208597"/>
                    </a:cubicBezTo>
                    <a:cubicBezTo>
                      <a:pt x="307658" y="204788"/>
                      <a:pt x="330517" y="160020"/>
                      <a:pt x="317183" y="151447"/>
                    </a:cubicBezTo>
                    <a:cubicBezTo>
                      <a:pt x="303848" y="142875"/>
                      <a:pt x="294323" y="128588"/>
                      <a:pt x="284798" y="117157"/>
                    </a:cubicBezTo>
                    <a:cubicBezTo>
                      <a:pt x="275273" y="104775"/>
                      <a:pt x="246698" y="108585"/>
                      <a:pt x="242888" y="119063"/>
                    </a:cubicBezTo>
                    <a:cubicBezTo>
                      <a:pt x="239077" y="129540"/>
                      <a:pt x="220027" y="135255"/>
                      <a:pt x="214313" y="127635"/>
                    </a:cubicBezTo>
                    <a:cubicBezTo>
                      <a:pt x="208598" y="119063"/>
                      <a:pt x="197167" y="117157"/>
                      <a:pt x="181927" y="129540"/>
                    </a:cubicBezTo>
                    <a:cubicBezTo>
                      <a:pt x="166688" y="141922"/>
                      <a:pt x="145733" y="163830"/>
                      <a:pt x="141923" y="145732"/>
                    </a:cubicBezTo>
                    <a:cubicBezTo>
                      <a:pt x="138113" y="127635"/>
                      <a:pt x="153352" y="129540"/>
                      <a:pt x="153352" y="108585"/>
                    </a:cubicBezTo>
                    <a:cubicBezTo>
                      <a:pt x="153352" y="88582"/>
                      <a:pt x="162877" y="78105"/>
                      <a:pt x="157163" y="58103"/>
                    </a:cubicBezTo>
                    <a:cubicBezTo>
                      <a:pt x="151448" y="38100"/>
                      <a:pt x="132398" y="60007"/>
                      <a:pt x="126683" y="45720"/>
                    </a:cubicBezTo>
                    <a:cubicBezTo>
                      <a:pt x="120967" y="31432"/>
                      <a:pt x="126683" y="15240"/>
                      <a:pt x="122873" y="9525"/>
                    </a:cubicBezTo>
                    <a:cubicBezTo>
                      <a:pt x="121920" y="7620"/>
                      <a:pt x="118110" y="3810"/>
                      <a:pt x="114300" y="0"/>
                    </a:cubicBezTo>
                    <a:cubicBezTo>
                      <a:pt x="111442" y="1905"/>
                      <a:pt x="108585" y="3810"/>
                      <a:pt x="106680" y="6667"/>
                    </a:cubicBezTo>
                    <a:cubicBezTo>
                      <a:pt x="102870" y="16192"/>
                      <a:pt x="73342" y="18097"/>
                      <a:pt x="66675" y="31432"/>
                    </a:cubicBezTo>
                    <a:cubicBezTo>
                      <a:pt x="60008" y="44767"/>
                      <a:pt x="39052" y="42863"/>
                      <a:pt x="33338" y="42863"/>
                    </a:cubicBezTo>
                    <a:cubicBezTo>
                      <a:pt x="27623" y="42863"/>
                      <a:pt x="10477" y="44767"/>
                      <a:pt x="8573" y="58103"/>
                    </a:cubicBezTo>
                    <a:cubicBezTo>
                      <a:pt x="6667" y="71438"/>
                      <a:pt x="0" y="123825"/>
                      <a:pt x="0" y="133350"/>
                    </a:cubicBezTo>
                    <a:cubicBezTo>
                      <a:pt x="0" y="142875"/>
                      <a:pt x="24765" y="173355"/>
                      <a:pt x="33338" y="176213"/>
                    </a:cubicBezTo>
                    <a:cubicBezTo>
                      <a:pt x="41910" y="180022"/>
                      <a:pt x="31433" y="202882"/>
                      <a:pt x="41910" y="208597"/>
                    </a:cubicBezTo>
                    <a:cubicBezTo>
                      <a:pt x="52388" y="214313"/>
                      <a:pt x="45720" y="233363"/>
                      <a:pt x="40005" y="231457"/>
                    </a:cubicBezTo>
                    <a:cubicBezTo>
                      <a:pt x="34290" y="229553"/>
                      <a:pt x="43815" y="256222"/>
                      <a:pt x="33338" y="265747"/>
                    </a:cubicBezTo>
                    <a:cubicBezTo>
                      <a:pt x="22860" y="275272"/>
                      <a:pt x="31433" y="300038"/>
                      <a:pt x="49530" y="316230"/>
                    </a:cubicBezTo>
                    <a:cubicBezTo>
                      <a:pt x="66675" y="333375"/>
                      <a:pt x="66675" y="359092"/>
                      <a:pt x="66675" y="374332"/>
                    </a:cubicBezTo>
                    <a:cubicBezTo>
                      <a:pt x="66675" y="389572"/>
                      <a:pt x="80963" y="391478"/>
                      <a:pt x="80963" y="410528"/>
                    </a:cubicBezTo>
                    <a:cubicBezTo>
                      <a:pt x="80963" y="410528"/>
                      <a:pt x="60008" y="492442"/>
                      <a:pt x="42863" y="489585"/>
                    </a:cubicBezTo>
                    <a:cubicBezTo>
                      <a:pt x="39052" y="510540"/>
                      <a:pt x="34290" y="541972"/>
                      <a:pt x="30480" y="560070"/>
                    </a:cubicBezTo>
                    <a:cubicBezTo>
                      <a:pt x="25717" y="581978"/>
                      <a:pt x="20955" y="601028"/>
                      <a:pt x="33338" y="601980"/>
                    </a:cubicBezTo>
                    <a:cubicBezTo>
                      <a:pt x="44767" y="602933"/>
                      <a:pt x="68580" y="632460"/>
                      <a:pt x="91440" y="662940"/>
                    </a:cubicBezTo>
                    <a:cubicBezTo>
                      <a:pt x="97155" y="670560"/>
                      <a:pt x="100965" y="678180"/>
                      <a:pt x="104775" y="686753"/>
                    </a:cubicBezTo>
                    <a:cubicBezTo>
                      <a:pt x="112395" y="685800"/>
                      <a:pt x="121920" y="686753"/>
                      <a:pt x="130492" y="688658"/>
                    </a:cubicBezTo>
                    <a:cubicBezTo>
                      <a:pt x="147638" y="692467"/>
                      <a:pt x="152400" y="707708"/>
                      <a:pt x="152400" y="717233"/>
                    </a:cubicBezTo>
                    <a:cubicBezTo>
                      <a:pt x="152400" y="726758"/>
                      <a:pt x="181927" y="722947"/>
                      <a:pt x="187642" y="721995"/>
                    </a:cubicBezTo>
                    <a:cubicBezTo>
                      <a:pt x="191452" y="721042"/>
                      <a:pt x="186690" y="707708"/>
                      <a:pt x="200977" y="702945"/>
                    </a:cubicBezTo>
                    <a:cubicBezTo>
                      <a:pt x="192405" y="689610"/>
                      <a:pt x="168592" y="672465"/>
                      <a:pt x="150495" y="670560"/>
                    </a:cubicBezTo>
                    <a:cubicBezTo>
                      <a:pt x="128588" y="668655"/>
                      <a:pt x="118110" y="632460"/>
                      <a:pt x="120015" y="616267"/>
                    </a:cubicBezTo>
                    <a:cubicBezTo>
                      <a:pt x="121920" y="600075"/>
                      <a:pt x="103823" y="585787"/>
                      <a:pt x="103823" y="571500"/>
                    </a:cubicBezTo>
                    <a:cubicBezTo>
                      <a:pt x="103823" y="557212"/>
                      <a:pt x="90488" y="556260"/>
                      <a:pt x="76200" y="548640"/>
                    </a:cubicBezTo>
                    <a:cubicBezTo>
                      <a:pt x="60960" y="541020"/>
                      <a:pt x="79058" y="493395"/>
                      <a:pt x="80963" y="472440"/>
                    </a:cubicBezTo>
                    <a:cubicBezTo>
                      <a:pt x="81915" y="461962"/>
                      <a:pt x="90488" y="441960"/>
                      <a:pt x="97155" y="421958"/>
                    </a:cubicBezTo>
                    <a:cubicBezTo>
                      <a:pt x="94298" y="408622"/>
                      <a:pt x="98108" y="396240"/>
                      <a:pt x="105727" y="386715"/>
                    </a:cubicBezTo>
                    <a:cubicBezTo>
                      <a:pt x="105727" y="381953"/>
                      <a:pt x="105727" y="378142"/>
                      <a:pt x="103823" y="375285"/>
                    </a:cubicBezTo>
                    <a:cubicBezTo>
                      <a:pt x="94298" y="357188"/>
                      <a:pt x="136208" y="342900"/>
                      <a:pt x="140970" y="362903"/>
                    </a:cubicBezTo>
                    <a:cubicBezTo>
                      <a:pt x="140970" y="363855"/>
                      <a:pt x="141923" y="364807"/>
                      <a:pt x="141923" y="365760"/>
                    </a:cubicBezTo>
                    <a:cubicBezTo>
                      <a:pt x="158115" y="363855"/>
                      <a:pt x="174308" y="370522"/>
                      <a:pt x="184785" y="388620"/>
                    </a:cubicBezTo>
                    <a:cubicBezTo>
                      <a:pt x="185738" y="390525"/>
                      <a:pt x="186690" y="391478"/>
                      <a:pt x="187642" y="393382"/>
                    </a:cubicBezTo>
                    <a:cubicBezTo>
                      <a:pt x="201930" y="398145"/>
                      <a:pt x="204788" y="413385"/>
                      <a:pt x="221933" y="418147"/>
                    </a:cubicBezTo>
                    <a:cubicBezTo>
                      <a:pt x="222885" y="418147"/>
                      <a:pt x="223838" y="419100"/>
                      <a:pt x="224790" y="420053"/>
                    </a:cubicBezTo>
                    <a:cubicBezTo>
                      <a:pt x="224790" y="420053"/>
                      <a:pt x="224790" y="419100"/>
                      <a:pt x="224790" y="418147"/>
                    </a:cubicBezTo>
                    <a:cubicBezTo>
                      <a:pt x="230505" y="401955"/>
                      <a:pt x="219075" y="401955"/>
                      <a:pt x="219075" y="381953"/>
                    </a:cubicBezTo>
                    <a:cubicBezTo>
                      <a:pt x="219075" y="361950"/>
                      <a:pt x="200025" y="361950"/>
                      <a:pt x="217170" y="339090"/>
                    </a:cubicBezTo>
                    <a:cubicBezTo>
                      <a:pt x="234315" y="316230"/>
                      <a:pt x="260985" y="300038"/>
                      <a:pt x="277177" y="306705"/>
                    </a:cubicBezTo>
                    <a:cubicBezTo>
                      <a:pt x="294323" y="312420"/>
                      <a:pt x="327660" y="296228"/>
                      <a:pt x="337185" y="308610"/>
                    </a:cubicBezTo>
                    <a:cubicBezTo>
                      <a:pt x="339090" y="310515"/>
                      <a:pt x="340995" y="312420"/>
                      <a:pt x="342900" y="313372"/>
                    </a:cubicBezTo>
                    <a:cubicBezTo>
                      <a:pt x="360045" y="295275"/>
                      <a:pt x="349567" y="280035"/>
                      <a:pt x="351473" y="25908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57" name="Freeform: Shape 234">
                <a:extLst>
                  <a:ext uri="{FF2B5EF4-FFF2-40B4-BE49-F238E27FC236}">
                    <a16:creationId xmlns:a16="http://schemas.microsoft.com/office/drawing/2014/main" id="{B02B01AA-D72B-97FE-0B29-C525678F84DB}"/>
                  </a:ext>
                </a:extLst>
              </p:cNvPr>
              <p:cNvSpPr/>
              <p:nvPr/>
            </p:nvSpPr>
            <p:spPr>
              <a:xfrm>
                <a:off x="6621641" y="3500708"/>
                <a:ext cx="473187" cy="409770"/>
              </a:xfrm>
              <a:custGeom>
                <a:avLst/>
                <a:gdLst>
                  <a:gd name="connsiteX0" fmla="*/ 556260 w 923925"/>
                  <a:gd name="connsiteY0" fmla="*/ 168487 h 800100"/>
                  <a:gd name="connsiteX1" fmla="*/ 478155 w 923925"/>
                  <a:gd name="connsiteY1" fmla="*/ 158962 h 800100"/>
                  <a:gd name="connsiteX2" fmla="*/ 425768 w 923925"/>
                  <a:gd name="connsiteY2" fmla="*/ 139912 h 800100"/>
                  <a:gd name="connsiteX3" fmla="*/ 319088 w 923925"/>
                  <a:gd name="connsiteY3" fmla="*/ 55139 h 800100"/>
                  <a:gd name="connsiteX4" fmla="*/ 231457 w 923925"/>
                  <a:gd name="connsiteY4" fmla="*/ 847 h 800100"/>
                  <a:gd name="connsiteX5" fmla="*/ 195263 w 923925"/>
                  <a:gd name="connsiteY5" fmla="*/ 847 h 800100"/>
                  <a:gd name="connsiteX6" fmla="*/ 149543 w 923925"/>
                  <a:gd name="connsiteY6" fmla="*/ 16087 h 800100"/>
                  <a:gd name="connsiteX7" fmla="*/ 105727 w 923925"/>
                  <a:gd name="connsiteY7" fmla="*/ 46567 h 800100"/>
                  <a:gd name="connsiteX8" fmla="*/ 139065 w 923925"/>
                  <a:gd name="connsiteY8" fmla="*/ 87524 h 800100"/>
                  <a:gd name="connsiteX9" fmla="*/ 113347 w 923925"/>
                  <a:gd name="connsiteY9" fmla="*/ 110384 h 800100"/>
                  <a:gd name="connsiteX10" fmla="*/ 85725 w 923925"/>
                  <a:gd name="connsiteY10" fmla="*/ 123719 h 800100"/>
                  <a:gd name="connsiteX11" fmla="*/ 50482 w 923925"/>
                  <a:gd name="connsiteY11" fmla="*/ 152294 h 800100"/>
                  <a:gd name="connsiteX12" fmla="*/ 6668 w 923925"/>
                  <a:gd name="connsiteY12" fmla="*/ 131339 h 800100"/>
                  <a:gd name="connsiteX13" fmla="*/ 1905 w 923925"/>
                  <a:gd name="connsiteY13" fmla="*/ 144674 h 800100"/>
                  <a:gd name="connsiteX14" fmla="*/ 0 w 923925"/>
                  <a:gd name="connsiteY14" fmla="*/ 158009 h 800100"/>
                  <a:gd name="connsiteX15" fmla="*/ 7620 w 923925"/>
                  <a:gd name="connsiteY15" fmla="*/ 212302 h 800100"/>
                  <a:gd name="connsiteX16" fmla="*/ 43815 w 923925"/>
                  <a:gd name="connsiteY16" fmla="*/ 259927 h 800100"/>
                  <a:gd name="connsiteX17" fmla="*/ 107632 w 923925"/>
                  <a:gd name="connsiteY17" fmla="*/ 367559 h 800100"/>
                  <a:gd name="connsiteX18" fmla="*/ 141922 w 923925"/>
                  <a:gd name="connsiteY18" fmla="*/ 420899 h 800100"/>
                  <a:gd name="connsiteX19" fmla="*/ 181927 w 923925"/>
                  <a:gd name="connsiteY19" fmla="*/ 474239 h 800100"/>
                  <a:gd name="connsiteX20" fmla="*/ 193357 w 923925"/>
                  <a:gd name="connsiteY20" fmla="*/ 527579 h 800100"/>
                  <a:gd name="connsiteX21" fmla="*/ 229552 w 923925"/>
                  <a:gd name="connsiteY21" fmla="*/ 607589 h 800100"/>
                  <a:gd name="connsiteX22" fmla="*/ 280988 w 923925"/>
                  <a:gd name="connsiteY22" fmla="*/ 670454 h 800100"/>
                  <a:gd name="connsiteX23" fmla="*/ 321945 w 923925"/>
                  <a:gd name="connsiteY23" fmla="*/ 742844 h 800100"/>
                  <a:gd name="connsiteX24" fmla="*/ 337185 w 923925"/>
                  <a:gd name="connsiteY24" fmla="*/ 779039 h 800100"/>
                  <a:gd name="connsiteX25" fmla="*/ 351472 w 923925"/>
                  <a:gd name="connsiteY25" fmla="*/ 806662 h 800100"/>
                  <a:gd name="connsiteX26" fmla="*/ 371475 w 923925"/>
                  <a:gd name="connsiteY26" fmla="*/ 794279 h 800100"/>
                  <a:gd name="connsiteX27" fmla="*/ 370522 w 923925"/>
                  <a:gd name="connsiteY27" fmla="*/ 768562 h 800100"/>
                  <a:gd name="connsiteX28" fmla="*/ 389572 w 923925"/>
                  <a:gd name="connsiteY28" fmla="*/ 750464 h 800100"/>
                  <a:gd name="connsiteX29" fmla="*/ 421957 w 923925"/>
                  <a:gd name="connsiteY29" fmla="*/ 756179 h 800100"/>
                  <a:gd name="connsiteX30" fmla="*/ 476250 w 923925"/>
                  <a:gd name="connsiteY30" fmla="*/ 761894 h 800100"/>
                  <a:gd name="connsiteX31" fmla="*/ 538163 w 923925"/>
                  <a:gd name="connsiteY31" fmla="*/ 772372 h 800100"/>
                  <a:gd name="connsiteX32" fmla="*/ 568643 w 923925"/>
                  <a:gd name="connsiteY32" fmla="*/ 759989 h 800100"/>
                  <a:gd name="connsiteX33" fmla="*/ 637222 w 923925"/>
                  <a:gd name="connsiteY33" fmla="*/ 696172 h 800100"/>
                  <a:gd name="connsiteX34" fmla="*/ 724852 w 923925"/>
                  <a:gd name="connsiteY34" fmla="*/ 690457 h 800100"/>
                  <a:gd name="connsiteX35" fmla="*/ 902970 w 923925"/>
                  <a:gd name="connsiteY35" fmla="*/ 627592 h 800100"/>
                  <a:gd name="connsiteX36" fmla="*/ 933449 w 923925"/>
                  <a:gd name="connsiteY36" fmla="*/ 527579 h 800100"/>
                  <a:gd name="connsiteX37" fmla="*/ 910590 w 923925"/>
                  <a:gd name="connsiteY37" fmla="*/ 493289 h 800100"/>
                  <a:gd name="connsiteX38" fmla="*/ 799147 w 923925"/>
                  <a:gd name="connsiteY38" fmla="*/ 479954 h 800100"/>
                  <a:gd name="connsiteX39" fmla="*/ 765810 w 923925"/>
                  <a:gd name="connsiteY39" fmla="*/ 428519 h 800100"/>
                  <a:gd name="connsiteX40" fmla="*/ 747713 w 923925"/>
                  <a:gd name="connsiteY40" fmla="*/ 398039 h 800100"/>
                  <a:gd name="connsiteX41" fmla="*/ 710565 w 923925"/>
                  <a:gd name="connsiteY41" fmla="*/ 370417 h 800100"/>
                  <a:gd name="connsiteX42" fmla="*/ 686752 w 923925"/>
                  <a:gd name="connsiteY42" fmla="*/ 318982 h 800100"/>
                  <a:gd name="connsiteX43" fmla="*/ 666750 w 923925"/>
                  <a:gd name="connsiteY43" fmla="*/ 267547 h 800100"/>
                  <a:gd name="connsiteX44" fmla="*/ 621982 w 923925"/>
                  <a:gd name="connsiteY44" fmla="*/ 211349 h 800100"/>
                  <a:gd name="connsiteX45" fmla="*/ 616268 w 923925"/>
                  <a:gd name="connsiteY45" fmla="*/ 191347 h 800100"/>
                  <a:gd name="connsiteX46" fmla="*/ 581025 w 923925"/>
                  <a:gd name="connsiteY46" fmla="*/ 189442 h 800100"/>
                  <a:gd name="connsiteX47" fmla="*/ 556260 w 923925"/>
                  <a:gd name="connsiteY47" fmla="*/ 168487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23925" h="800100">
                    <a:moveTo>
                      <a:pt x="556260" y="168487"/>
                    </a:moveTo>
                    <a:cubicBezTo>
                      <a:pt x="556260" y="168487"/>
                      <a:pt x="488632" y="158962"/>
                      <a:pt x="478155" y="158962"/>
                    </a:cubicBezTo>
                    <a:cubicBezTo>
                      <a:pt x="467677" y="158962"/>
                      <a:pt x="441960" y="155152"/>
                      <a:pt x="425768" y="139912"/>
                    </a:cubicBezTo>
                    <a:cubicBezTo>
                      <a:pt x="409575" y="124672"/>
                      <a:pt x="333375" y="62759"/>
                      <a:pt x="319088" y="55139"/>
                    </a:cubicBezTo>
                    <a:cubicBezTo>
                      <a:pt x="304800" y="47519"/>
                      <a:pt x="247650" y="2752"/>
                      <a:pt x="231457" y="847"/>
                    </a:cubicBezTo>
                    <a:cubicBezTo>
                      <a:pt x="216218" y="-1058"/>
                      <a:pt x="214313" y="847"/>
                      <a:pt x="195263" y="847"/>
                    </a:cubicBezTo>
                    <a:cubicBezTo>
                      <a:pt x="176213" y="847"/>
                      <a:pt x="184785" y="14182"/>
                      <a:pt x="149543" y="16087"/>
                    </a:cubicBezTo>
                    <a:cubicBezTo>
                      <a:pt x="114300" y="17992"/>
                      <a:pt x="95250" y="42757"/>
                      <a:pt x="105727" y="46567"/>
                    </a:cubicBezTo>
                    <a:cubicBezTo>
                      <a:pt x="116205" y="50377"/>
                      <a:pt x="149543" y="82762"/>
                      <a:pt x="139065" y="87524"/>
                    </a:cubicBezTo>
                    <a:cubicBezTo>
                      <a:pt x="128588" y="93239"/>
                      <a:pt x="126682" y="110384"/>
                      <a:pt x="113347" y="110384"/>
                    </a:cubicBezTo>
                    <a:cubicBezTo>
                      <a:pt x="99060" y="110384"/>
                      <a:pt x="85725" y="112289"/>
                      <a:pt x="85725" y="123719"/>
                    </a:cubicBezTo>
                    <a:cubicBezTo>
                      <a:pt x="85725" y="135149"/>
                      <a:pt x="66675" y="154199"/>
                      <a:pt x="50482" y="152294"/>
                    </a:cubicBezTo>
                    <a:cubicBezTo>
                      <a:pt x="41910" y="151342"/>
                      <a:pt x="21907" y="139912"/>
                      <a:pt x="6668" y="131339"/>
                    </a:cubicBezTo>
                    <a:lnTo>
                      <a:pt x="1905" y="144674"/>
                    </a:lnTo>
                    <a:lnTo>
                      <a:pt x="0" y="158009"/>
                    </a:lnTo>
                    <a:cubicBezTo>
                      <a:pt x="2857" y="167534"/>
                      <a:pt x="-1905" y="209444"/>
                      <a:pt x="7620" y="212302"/>
                    </a:cubicBezTo>
                    <a:cubicBezTo>
                      <a:pt x="17145" y="216112"/>
                      <a:pt x="22860" y="235162"/>
                      <a:pt x="43815" y="259927"/>
                    </a:cubicBezTo>
                    <a:cubicBezTo>
                      <a:pt x="64770" y="284692"/>
                      <a:pt x="107632" y="351367"/>
                      <a:pt x="107632" y="367559"/>
                    </a:cubicBezTo>
                    <a:cubicBezTo>
                      <a:pt x="108585" y="383752"/>
                      <a:pt x="115252" y="401849"/>
                      <a:pt x="141922" y="420899"/>
                    </a:cubicBezTo>
                    <a:cubicBezTo>
                      <a:pt x="167640" y="439949"/>
                      <a:pt x="167640" y="462809"/>
                      <a:pt x="181927" y="474239"/>
                    </a:cubicBezTo>
                    <a:cubicBezTo>
                      <a:pt x="195263" y="485669"/>
                      <a:pt x="192405" y="499004"/>
                      <a:pt x="193357" y="527579"/>
                    </a:cubicBezTo>
                    <a:cubicBezTo>
                      <a:pt x="194310" y="556154"/>
                      <a:pt x="205740" y="592349"/>
                      <a:pt x="229552" y="607589"/>
                    </a:cubicBezTo>
                    <a:cubicBezTo>
                      <a:pt x="253365" y="622829"/>
                      <a:pt x="269557" y="639974"/>
                      <a:pt x="280988" y="670454"/>
                    </a:cubicBezTo>
                    <a:cubicBezTo>
                      <a:pt x="292418" y="700934"/>
                      <a:pt x="306705" y="726652"/>
                      <a:pt x="321945" y="742844"/>
                    </a:cubicBezTo>
                    <a:cubicBezTo>
                      <a:pt x="337185" y="759037"/>
                      <a:pt x="328613" y="767609"/>
                      <a:pt x="337185" y="779039"/>
                    </a:cubicBezTo>
                    <a:cubicBezTo>
                      <a:pt x="341947" y="784754"/>
                      <a:pt x="347663" y="796184"/>
                      <a:pt x="351472" y="806662"/>
                    </a:cubicBezTo>
                    <a:cubicBezTo>
                      <a:pt x="362902" y="800947"/>
                      <a:pt x="371475" y="796184"/>
                      <a:pt x="371475" y="794279"/>
                    </a:cubicBezTo>
                    <a:cubicBezTo>
                      <a:pt x="374332" y="788564"/>
                      <a:pt x="366713" y="773324"/>
                      <a:pt x="370522" y="768562"/>
                    </a:cubicBezTo>
                    <a:cubicBezTo>
                      <a:pt x="374332" y="762847"/>
                      <a:pt x="381952" y="753322"/>
                      <a:pt x="389572" y="750464"/>
                    </a:cubicBezTo>
                    <a:cubicBezTo>
                      <a:pt x="397193" y="747607"/>
                      <a:pt x="405765" y="759037"/>
                      <a:pt x="421957" y="756179"/>
                    </a:cubicBezTo>
                    <a:cubicBezTo>
                      <a:pt x="438150" y="753322"/>
                      <a:pt x="472440" y="757132"/>
                      <a:pt x="476250" y="761894"/>
                    </a:cubicBezTo>
                    <a:cubicBezTo>
                      <a:pt x="480060" y="765704"/>
                      <a:pt x="526732" y="762847"/>
                      <a:pt x="538163" y="772372"/>
                    </a:cubicBezTo>
                    <a:cubicBezTo>
                      <a:pt x="549593" y="781897"/>
                      <a:pt x="561022" y="779039"/>
                      <a:pt x="568643" y="759989"/>
                    </a:cubicBezTo>
                    <a:cubicBezTo>
                      <a:pt x="576263" y="740939"/>
                      <a:pt x="629602" y="699982"/>
                      <a:pt x="637222" y="696172"/>
                    </a:cubicBezTo>
                    <a:cubicBezTo>
                      <a:pt x="644843" y="692362"/>
                      <a:pt x="701993" y="696172"/>
                      <a:pt x="724852" y="690457"/>
                    </a:cubicBezTo>
                    <a:cubicBezTo>
                      <a:pt x="747713" y="684742"/>
                      <a:pt x="896303" y="633307"/>
                      <a:pt x="902970" y="627592"/>
                    </a:cubicBezTo>
                    <a:cubicBezTo>
                      <a:pt x="909637" y="621877"/>
                      <a:pt x="933449" y="538057"/>
                      <a:pt x="933449" y="527579"/>
                    </a:cubicBezTo>
                    <a:cubicBezTo>
                      <a:pt x="933449" y="518054"/>
                      <a:pt x="922020" y="492337"/>
                      <a:pt x="910590" y="493289"/>
                    </a:cubicBezTo>
                    <a:cubicBezTo>
                      <a:pt x="899160" y="494242"/>
                      <a:pt x="805815" y="483764"/>
                      <a:pt x="799147" y="479954"/>
                    </a:cubicBezTo>
                    <a:cubicBezTo>
                      <a:pt x="794385" y="477097"/>
                      <a:pt x="769620" y="456142"/>
                      <a:pt x="765810" y="428519"/>
                    </a:cubicBezTo>
                    <a:cubicBezTo>
                      <a:pt x="758190" y="422804"/>
                      <a:pt x="749618" y="409469"/>
                      <a:pt x="747713" y="398039"/>
                    </a:cubicBezTo>
                    <a:cubicBezTo>
                      <a:pt x="737235" y="399944"/>
                      <a:pt x="720090" y="397087"/>
                      <a:pt x="710565" y="370417"/>
                    </a:cubicBezTo>
                    <a:cubicBezTo>
                      <a:pt x="701993" y="363749"/>
                      <a:pt x="679132" y="328507"/>
                      <a:pt x="686752" y="318982"/>
                    </a:cubicBezTo>
                    <a:cubicBezTo>
                      <a:pt x="696277" y="306599"/>
                      <a:pt x="681990" y="281834"/>
                      <a:pt x="666750" y="267547"/>
                    </a:cubicBezTo>
                    <a:cubicBezTo>
                      <a:pt x="652463" y="253259"/>
                      <a:pt x="622935" y="227542"/>
                      <a:pt x="621982" y="211349"/>
                    </a:cubicBezTo>
                    <a:cubicBezTo>
                      <a:pt x="621982" y="206587"/>
                      <a:pt x="619125" y="199919"/>
                      <a:pt x="616268" y="191347"/>
                    </a:cubicBezTo>
                    <a:lnTo>
                      <a:pt x="581025" y="189442"/>
                    </a:lnTo>
                    <a:lnTo>
                      <a:pt x="556260" y="168487"/>
                    </a:lnTo>
                    <a:close/>
                  </a:path>
                </a:pathLst>
              </a:custGeom>
              <a:solidFill>
                <a:schemeClr val="accent1"/>
              </a:solidFill>
              <a:ln w="7144" cap="flat">
                <a:solidFill>
                  <a:srgbClr val="FFFFFF"/>
                </a:solidFill>
                <a:prstDash val="solid"/>
                <a:miter/>
              </a:ln>
            </p:spPr>
            <p:txBody>
              <a:bodyPr rtlCol="0" anchor="ctr"/>
              <a:lstStyle/>
              <a:p>
                <a:endParaRPr lang="en-ID"/>
              </a:p>
            </p:txBody>
          </p:sp>
          <p:sp>
            <p:nvSpPr>
              <p:cNvPr id="558" name="Freeform: Shape 235">
                <a:extLst>
                  <a:ext uri="{FF2B5EF4-FFF2-40B4-BE49-F238E27FC236}">
                    <a16:creationId xmlns:a16="http://schemas.microsoft.com/office/drawing/2014/main" id="{7C385B4D-4F10-8393-8BBE-2A32D3395E73}"/>
                  </a:ext>
                </a:extLst>
              </p:cNvPr>
              <p:cNvSpPr/>
              <p:nvPr/>
            </p:nvSpPr>
            <p:spPr>
              <a:xfrm>
                <a:off x="7012874" y="3689929"/>
                <a:ext cx="175615" cy="219520"/>
              </a:xfrm>
              <a:custGeom>
                <a:avLst/>
                <a:gdLst>
                  <a:gd name="connsiteX0" fmla="*/ 256223 w 342900"/>
                  <a:gd name="connsiteY0" fmla="*/ 246697 h 428625"/>
                  <a:gd name="connsiteX1" fmla="*/ 330517 w 342900"/>
                  <a:gd name="connsiteY1" fmla="*/ 149542 h 428625"/>
                  <a:gd name="connsiteX2" fmla="*/ 350519 w 342900"/>
                  <a:gd name="connsiteY2" fmla="*/ 132397 h 428625"/>
                  <a:gd name="connsiteX3" fmla="*/ 344805 w 342900"/>
                  <a:gd name="connsiteY3" fmla="*/ 130492 h 428625"/>
                  <a:gd name="connsiteX4" fmla="*/ 307657 w 342900"/>
                  <a:gd name="connsiteY4" fmla="*/ 80010 h 428625"/>
                  <a:gd name="connsiteX5" fmla="*/ 233363 w 342900"/>
                  <a:gd name="connsiteY5" fmla="*/ 50482 h 428625"/>
                  <a:gd name="connsiteX6" fmla="*/ 209550 w 342900"/>
                  <a:gd name="connsiteY6" fmla="*/ 0 h 428625"/>
                  <a:gd name="connsiteX7" fmla="*/ 194310 w 342900"/>
                  <a:gd name="connsiteY7" fmla="*/ 9525 h 428625"/>
                  <a:gd name="connsiteX8" fmla="*/ 177165 w 342900"/>
                  <a:gd name="connsiteY8" fmla="*/ 9525 h 428625"/>
                  <a:gd name="connsiteX9" fmla="*/ 177165 w 342900"/>
                  <a:gd name="connsiteY9" fmla="*/ 45720 h 428625"/>
                  <a:gd name="connsiteX10" fmla="*/ 149542 w 342900"/>
                  <a:gd name="connsiteY10" fmla="*/ 83820 h 428625"/>
                  <a:gd name="connsiteX11" fmla="*/ 134302 w 342900"/>
                  <a:gd name="connsiteY11" fmla="*/ 123825 h 428625"/>
                  <a:gd name="connsiteX12" fmla="*/ 142875 w 342900"/>
                  <a:gd name="connsiteY12" fmla="*/ 123825 h 428625"/>
                  <a:gd name="connsiteX13" fmla="*/ 165735 w 342900"/>
                  <a:gd name="connsiteY13" fmla="*/ 158115 h 428625"/>
                  <a:gd name="connsiteX14" fmla="*/ 135255 w 342900"/>
                  <a:gd name="connsiteY14" fmla="*/ 258127 h 428625"/>
                  <a:gd name="connsiteX15" fmla="*/ 0 w 342900"/>
                  <a:gd name="connsiteY15" fmla="*/ 307657 h 428625"/>
                  <a:gd name="connsiteX16" fmla="*/ 54292 w 342900"/>
                  <a:gd name="connsiteY16" fmla="*/ 428625 h 428625"/>
                  <a:gd name="connsiteX17" fmla="*/ 65723 w 342900"/>
                  <a:gd name="connsiteY17" fmla="*/ 422910 h 428625"/>
                  <a:gd name="connsiteX18" fmla="*/ 80010 w 342900"/>
                  <a:gd name="connsiteY18" fmla="*/ 416242 h 428625"/>
                  <a:gd name="connsiteX19" fmla="*/ 88582 w 342900"/>
                  <a:gd name="connsiteY19" fmla="*/ 412432 h 428625"/>
                  <a:gd name="connsiteX20" fmla="*/ 146685 w 342900"/>
                  <a:gd name="connsiteY20" fmla="*/ 387667 h 428625"/>
                  <a:gd name="connsiteX21" fmla="*/ 154305 w 342900"/>
                  <a:gd name="connsiteY21" fmla="*/ 372427 h 428625"/>
                  <a:gd name="connsiteX22" fmla="*/ 176213 w 342900"/>
                  <a:gd name="connsiteY22" fmla="*/ 364807 h 428625"/>
                  <a:gd name="connsiteX23" fmla="*/ 189548 w 342900"/>
                  <a:gd name="connsiteY23" fmla="*/ 354330 h 428625"/>
                  <a:gd name="connsiteX24" fmla="*/ 200025 w 342900"/>
                  <a:gd name="connsiteY24" fmla="*/ 349567 h 428625"/>
                  <a:gd name="connsiteX25" fmla="*/ 209550 w 342900"/>
                  <a:gd name="connsiteY25" fmla="*/ 343852 h 428625"/>
                  <a:gd name="connsiteX26" fmla="*/ 217169 w 342900"/>
                  <a:gd name="connsiteY26" fmla="*/ 339090 h 428625"/>
                  <a:gd name="connsiteX27" fmla="*/ 231457 w 342900"/>
                  <a:gd name="connsiteY27" fmla="*/ 320992 h 428625"/>
                  <a:gd name="connsiteX28" fmla="*/ 240030 w 342900"/>
                  <a:gd name="connsiteY28" fmla="*/ 318135 h 428625"/>
                  <a:gd name="connsiteX29" fmla="*/ 249555 w 342900"/>
                  <a:gd name="connsiteY29" fmla="*/ 304800 h 428625"/>
                  <a:gd name="connsiteX30" fmla="*/ 256223 w 342900"/>
                  <a:gd name="connsiteY30" fmla="*/ 246697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42900" h="428625">
                    <a:moveTo>
                      <a:pt x="256223" y="246697"/>
                    </a:moveTo>
                    <a:cubicBezTo>
                      <a:pt x="285750" y="217170"/>
                      <a:pt x="306705" y="182880"/>
                      <a:pt x="330517" y="149542"/>
                    </a:cubicBezTo>
                    <a:cubicBezTo>
                      <a:pt x="336232" y="141922"/>
                      <a:pt x="342900" y="136207"/>
                      <a:pt x="350519" y="132397"/>
                    </a:cubicBezTo>
                    <a:cubicBezTo>
                      <a:pt x="348615" y="131445"/>
                      <a:pt x="347663" y="130492"/>
                      <a:pt x="344805" y="130492"/>
                    </a:cubicBezTo>
                    <a:cubicBezTo>
                      <a:pt x="332423" y="128588"/>
                      <a:pt x="312419" y="90488"/>
                      <a:pt x="307657" y="80010"/>
                    </a:cubicBezTo>
                    <a:cubicBezTo>
                      <a:pt x="302894" y="69532"/>
                      <a:pt x="264794" y="76200"/>
                      <a:pt x="233363" y="50482"/>
                    </a:cubicBezTo>
                    <a:cubicBezTo>
                      <a:pt x="220980" y="40005"/>
                      <a:pt x="214313" y="20002"/>
                      <a:pt x="209550" y="0"/>
                    </a:cubicBezTo>
                    <a:lnTo>
                      <a:pt x="194310" y="9525"/>
                    </a:lnTo>
                    <a:lnTo>
                      <a:pt x="177165" y="9525"/>
                    </a:lnTo>
                    <a:lnTo>
                      <a:pt x="177165" y="45720"/>
                    </a:lnTo>
                    <a:lnTo>
                      <a:pt x="149542" y="83820"/>
                    </a:lnTo>
                    <a:lnTo>
                      <a:pt x="134302" y="123825"/>
                    </a:lnTo>
                    <a:cubicBezTo>
                      <a:pt x="138113" y="123825"/>
                      <a:pt x="141923" y="123825"/>
                      <a:pt x="142875" y="123825"/>
                    </a:cubicBezTo>
                    <a:cubicBezTo>
                      <a:pt x="154305" y="122872"/>
                      <a:pt x="165735" y="148590"/>
                      <a:pt x="165735" y="158115"/>
                    </a:cubicBezTo>
                    <a:cubicBezTo>
                      <a:pt x="165735" y="167640"/>
                      <a:pt x="141923" y="252413"/>
                      <a:pt x="135255" y="258127"/>
                    </a:cubicBezTo>
                    <a:cubicBezTo>
                      <a:pt x="130492" y="261938"/>
                      <a:pt x="51435" y="290513"/>
                      <a:pt x="0" y="307657"/>
                    </a:cubicBezTo>
                    <a:cubicBezTo>
                      <a:pt x="11430" y="333375"/>
                      <a:pt x="34290" y="382905"/>
                      <a:pt x="54292" y="428625"/>
                    </a:cubicBezTo>
                    <a:cubicBezTo>
                      <a:pt x="58102" y="426720"/>
                      <a:pt x="61913" y="425767"/>
                      <a:pt x="65723" y="422910"/>
                    </a:cubicBezTo>
                    <a:cubicBezTo>
                      <a:pt x="70485" y="420052"/>
                      <a:pt x="75248" y="418147"/>
                      <a:pt x="80010" y="416242"/>
                    </a:cubicBezTo>
                    <a:cubicBezTo>
                      <a:pt x="82867" y="414338"/>
                      <a:pt x="85725" y="413385"/>
                      <a:pt x="88582" y="412432"/>
                    </a:cubicBezTo>
                    <a:cubicBezTo>
                      <a:pt x="108585" y="404813"/>
                      <a:pt x="128588" y="397192"/>
                      <a:pt x="146685" y="387667"/>
                    </a:cubicBezTo>
                    <a:cubicBezTo>
                      <a:pt x="146685" y="382905"/>
                      <a:pt x="148590" y="377190"/>
                      <a:pt x="154305" y="372427"/>
                    </a:cubicBezTo>
                    <a:cubicBezTo>
                      <a:pt x="160973" y="366713"/>
                      <a:pt x="168592" y="364807"/>
                      <a:pt x="176213" y="364807"/>
                    </a:cubicBezTo>
                    <a:cubicBezTo>
                      <a:pt x="180023" y="360045"/>
                      <a:pt x="183832" y="356235"/>
                      <a:pt x="189548" y="354330"/>
                    </a:cubicBezTo>
                    <a:cubicBezTo>
                      <a:pt x="193357" y="352425"/>
                      <a:pt x="196215" y="351472"/>
                      <a:pt x="200025" y="349567"/>
                    </a:cubicBezTo>
                    <a:cubicBezTo>
                      <a:pt x="202882" y="347663"/>
                      <a:pt x="206692" y="345757"/>
                      <a:pt x="209550" y="343852"/>
                    </a:cubicBezTo>
                    <a:cubicBezTo>
                      <a:pt x="212407" y="341947"/>
                      <a:pt x="214313" y="340995"/>
                      <a:pt x="217169" y="339090"/>
                    </a:cubicBezTo>
                    <a:cubicBezTo>
                      <a:pt x="220980" y="331470"/>
                      <a:pt x="225742" y="323850"/>
                      <a:pt x="231457" y="320992"/>
                    </a:cubicBezTo>
                    <a:cubicBezTo>
                      <a:pt x="234315" y="320040"/>
                      <a:pt x="237173" y="319088"/>
                      <a:pt x="240030" y="318135"/>
                    </a:cubicBezTo>
                    <a:cubicBezTo>
                      <a:pt x="243840" y="314325"/>
                      <a:pt x="246698" y="309563"/>
                      <a:pt x="249555" y="304800"/>
                    </a:cubicBezTo>
                    <a:cubicBezTo>
                      <a:pt x="239077" y="286702"/>
                      <a:pt x="238125" y="264795"/>
                      <a:pt x="256223" y="246697"/>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59" name="Freeform: Shape 236">
                <a:extLst>
                  <a:ext uri="{FF2B5EF4-FFF2-40B4-BE49-F238E27FC236}">
                    <a16:creationId xmlns:a16="http://schemas.microsoft.com/office/drawing/2014/main" id="{D0EB4587-D6FA-2450-FDA6-01ED599FB3CC}"/>
                  </a:ext>
                </a:extLst>
              </p:cNvPr>
              <p:cNvSpPr/>
              <p:nvPr/>
            </p:nvSpPr>
            <p:spPr>
              <a:xfrm>
                <a:off x="6984580" y="3666235"/>
                <a:ext cx="19513" cy="34148"/>
              </a:xfrm>
              <a:custGeom>
                <a:avLst/>
                <a:gdLst>
                  <a:gd name="connsiteX0" fmla="*/ 36195 w 38100"/>
                  <a:gd name="connsiteY0" fmla="*/ 74839 h 66675"/>
                  <a:gd name="connsiteX1" fmla="*/ 37148 w 38100"/>
                  <a:gd name="connsiteY1" fmla="*/ 61504 h 66675"/>
                  <a:gd name="connsiteX2" fmla="*/ 32385 w 38100"/>
                  <a:gd name="connsiteY2" fmla="*/ 544 h 66675"/>
                  <a:gd name="connsiteX3" fmla="*/ 2858 w 38100"/>
                  <a:gd name="connsiteY3" fmla="*/ 47216 h 66675"/>
                  <a:gd name="connsiteX4" fmla="*/ 0 w 38100"/>
                  <a:gd name="connsiteY4" fmla="*/ 48169 h 66675"/>
                  <a:gd name="connsiteX5" fmla="*/ 36195 w 38100"/>
                  <a:gd name="connsiteY5" fmla="*/ 74839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00" h="66675">
                    <a:moveTo>
                      <a:pt x="36195" y="74839"/>
                    </a:moveTo>
                    <a:cubicBezTo>
                      <a:pt x="35243" y="70076"/>
                      <a:pt x="35243" y="65314"/>
                      <a:pt x="37148" y="61504"/>
                    </a:cubicBezTo>
                    <a:cubicBezTo>
                      <a:pt x="45720" y="46264"/>
                      <a:pt x="50483" y="5306"/>
                      <a:pt x="32385" y="544"/>
                    </a:cubicBezTo>
                    <a:cubicBezTo>
                      <a:pt x="13335" y="-5171"/>
                      <a:pt x="2858" y="35786"/>
                      <a:pt x="2858" y="47216"/>
                    </a:cubicBezTo>
                    <a:cubicBezTo>
                      <a:pt x="2858" y="49121"/>
                      <a:pt x="1905" y="49121"/>
                      <a:pt x="0" y="48169"/>
                    </a:cubicBezTo>
                    <a:cubicBezTo>
                      <a:pt x="8573" y="73886"/>
                      <a:pt x="25718" y="75791"/>
                      <a:pt x="36195" y="74839"/>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60" name="Freeform: Shape 237">
                <a:extLst>
                  <a:ext uri="{FF2B5EF4-FFF2-40B4-BE49-F238E27FC236}">
                    <a16:creationId xmlns:a16="http://schemas.microsoft.com/office/drawing/2014/main" id="{8F43D8DE-15DE-7595-968D-08ABE0F27973}"/>
                  </a:ext>
                </a:extLst>
              </p:cNvPr>
              <p:cNvSpPr/>
              <p:nvPr/>
            </p:nvSpPr>
            <p:spPr>
              <a:xfrm>
                <a:off x="7011898" y="3659674"/>
                <a:ext cx="107321" cy="92686"/>
              </a:xfrm>
              <a:custGeom>
                <a:avLst/>
                <a:gdLst>
                  <a:gd name="connsiteX0" fmla="*/ 34290 w 209550"/>
                  <a:gd name="connsiteY0" fmla="*/ 169562 h 180975"/>
                  <a:gd name="connsiteX1" fmla="*/ 136207 w 209550"/>
                  <a:gd name="connsiteY1" fmla="*/ 182898 h 180975"/>
                  <a:gd name="connsiteX2" fmla="*/ 151447 w 209550"/>
                  <a:gd name="connsiteY2" fmla="*/ 142893 h 180975"/>
                  <a:gd name="connsiteX3" fmla="*/ 179070 w 209550"/>
                  <a:gd name="connsiteY3" fmla="*/ 104793 h 180975"/>
                  <a:gd name="connsiteX4" fmla="*/ 179070 w 209550"/>
                  <a:gd name="connsiteY4" fmla="*/ 68598 h 180975"/>
                  <a:gd name="connsiteX5" fmla="*/ 196215 w 209550"/>
                  <a:gd name="connsiteY5" fmla="*/ 68598 h 180975"/>
                  <a:gd name="connsiteX6" fmla="*/ 211455 w 209550"/>
                  <a:gd name="connsiteY6" fmla="*/ 59073 h 180975"/>
                  <a:gd name="connsiteX7" fmla="*/ 199072 w 209550"/>
                  <a:gd name="connsiteY7" fmla="*/ 18 h 180975"/>
                  <a:gd name="connsiteX8" fmla="*/ 145732 w 209550"/>
                  <a:gd name="connsiteY8" fmla="*/ 63835 h 180975"/>
                  <a:gd name="connsiteX9" fmla="*/ 61912 w 209550"/>
                  <a:gd name="connsiteY9" fmla="*/ 105745 h 180975"/>
                  <a:gd name="connsiteX10" fmla="*/ 9524 w 209550"/>
                  <a:gd name="connsiteY10" fmla="*/ 120985 h 180975"/>
                  <a:gd name="connsiteX11" fmla="*/ 0 w 209550"/>
                  <a:gd name="connsiteY11" fmla="*/ 118127 h 180975"/>
                  <a:gd name="connsiteX12" fmla="*/ 34290 w 209550"/>
                  <a:gd name="connsiteY12" fmla="*/ 169562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550" h="180975">
                    <a:moveTo>
                      <a:pt x="34290" y="169562"/>
                    </a:moveTo>
                    <a:cubicBezTo>
                      <a:pt x="40005" y="173373"/>
                      <a:pt x="109537" y="181945"/>
                      <a:pt x="136207" y="182898"/>
                    </a:cubicBezTo>
                    <a:lnTo>
                      <a:pt x="151447" y="142893"/>
                    </a:lnTo>
                    <a:lnTo>
                      <a:pt x="179070" y="104793"/>
                    </a:lnTo>
                    <a:lnTo>
                      <a:pt x="179070" y="68598"/>
                    </a:lnTo>
                    <a:lnTo>
                      <a:pt x="196215" y="68598"/>
                    </a:lnTo>
                    <a:lnTo>
                      <a:pt x="211455" y="59073"/>
                    </a:lnTo>
                    <a:cubicBezTo>
                      <a:pt x="204787" y="29545"/>
                      <a:pt x="203835" y="18"/>
                      <a:pt x="199072" y="18"/>
                    </a:cubicBezTo>
                    <a:cubicBezTo>
                      <a:pt x="191453" y="-935"/>
                      <a:pt x="159068" y="37165"/>
                      <a:pt x="145732" y="63835"/>
                    </a:cubicBezTo>
                    <a:cubicBezTo>
                      <a:pt x="132397" y="91458"/>
                      <a:pt x="95249" y="112412"/>
                      <a:pt x="61912" y="105745"/>
                    </a:cubicBezTo>
                    <a:cubicBezTo>
                      <a:pt x="29528" y="99077"/>
                      <a:pt x="18097" y="114318"/>
                      <a:pt x="9524" y="120985"/>
                    </a:cubicBezTo>
                    <a:cubicBezTo>
                      <a:pt x="7620" y="122890"/>
                      <a:pt x="3810" y="120985"/>
                      <a:pt x="0" y="118127"/>
                    </a:cubicBezTo>
                    <a:cubicBezTo>
                      <a:pt x="4762" y="145750"/>
                      <a:pt x="29528" y="165752"/>
                      <a:pt x="34290" y="169562"/>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61" name="Freeform: Shape 238">
                <a:extLst>
                  <a:ext uri="{FF2B5EF4-FFF2-40B4-BE49-F238E27FC236}">
                    <a16:creationId xmlns:a16="http://schemas.microsoft.com/office/drawing/2014/main" id="{7F20DBBF-6094-A97B-CF01-E6420F6FBD0D}"/>
                  </a:ext>
                </a:extLst>
              </p:cNvPr>
              <p:cNvSpPr/>
              <p:nvPr/>
            </p:nvSpPr>
            <p:spPr>
              <a:xfrm>
                <a:off x="8081691" y="4159213"/>
                <a:ext cx="434162" cy="141469"/>
              </a:xfrm>
              <a:custGeom>
                <a:avLst/>
                <a:gdLst>
                  <a:gd name="connsiteX0" fmla="*/ 156210 w 847725"/>
                  <a:gd name="connsiteY0" fmla="*/ 101917 h 276225"/>
                  <a:gd name="connsiteX1" fmla="*/ 121920 w 847725"/>
                  <a:gd name="connsiteY1" fmla="*/ 51435 h 276225"/>
                  <a:gd name="connsiteX2" fmla="*/ 100013 w 847725"/>
                  <a:gd name="connsiteY2" fmla="*/ 28575 h 276225"/>
                  <a:gd name="connsiteX3" fmla="*/ 96202 w 847725"/>
                  <a:gd name="connsiteY3" fmla="*/ 21907 h 276225"/>
                  <a:gd name="connsiteX4" fmla="*/ 82867 w 847725"/>
                  <a:gd name="connsiteY4" fmla="*/ 40957 h 276225"/>
                  <a:gd name="connsiteX5" fmla="*/ 47625 w 847725"/>
                  <a:gd name="connsiteY5" fmla="*/ 36195 h 276225"/>
                  <a:gd name="connsiteX6" fmla="*/ 25717 w 847725"/>
                  <a:gd name="connsiteY6" fmla="*/ 7620 h 276225"/>
                  <a:gd name="connsiteX7" fmla="*/ 0 w 847725"/>
                  <a:gd name="connsiteY7" fmla="*/ 5715 h 276225"/>
                  <a:gd name="connsiteX8" fmla="*/ 12383 w 847725"/>
                  <a:gd name="connsiteY8" fmla="*/ 79057 h 276225"/>
                  <a:gd name="connsiteX9" fmla="*/ 57150 w 847725"/>
                  <a:gd name="connsiteY9" fmla="*/ 170497 h 276225"/>
                  <a:gd name="connsiteX10" fmla="*/ 100013 w 847725"/>
                  <a:gd name="connsiteY10" fmla="*/ 214313 h 276225"/>
                  <a:gd name="connsiteX11" fmla="*/ 184785 w 847725"/>
                  <a:gd name="connsiteY11" fmla="*/ 260985 h 276225"/>
                  <a:gd name="connsiteX12" fmla="*/ 155258 w 847725"/>
                  <a:gd name="connsiteY12" fmla="*/ 193357 h 276225"/>
                  <a:gd name="connsiteX13" fmla="*/ 156210 w 847725"/>
                  <a:gd name="connsiteY13" fmla="*/ 101917 h 276225"/>
                  <a:gd name="connsiteX14" fmla="*/ 824865 w 847725"/>
                  <a:gd name="connsiteY14" fmla="*/ 47625 h 276225"/>
                  <a:gd name="connsiteX15" fmla="*/ 785813 w 847725"/>
                  <a:gd name="connsiteY15" fmla="*/ 36195 h 276225"/>
                  <a:gd name="connsiteX16" fmla="*/ 744855 w 847725"/>
                  <a:gd name="connsiteY16" fmla="*/ 0 h 276225"/>
                  <a:gd name="connsiteX17" fmla="*/ 709613 w 847725"/>
                  <a:gd name="connsiteY17" fmla="*/ 47625 h 276225"/>
                  <a:gd name="connsiteX18" fmla="*/ 685800 w 847725"/>
                  <a:gd name="connsiteY18" fmla="*/ 80010 h 276225"/>
                  <a:gd name="connsiteX19" fmla="*/ 676275 w 847725"/>
                  <a:gd name="connsiteY19" fmla="*/ 93345 h 276225"/>
                  <a:gd name="connsiteX20" fmla="*/ 676275 w 847725"/>
                  <a:gd name="connsiteY20" fmla="*/ 120967 h 276225"/>
                  <a:gd name="connsiteX21" fmla="*/ 647700 w 847725"/>
                  <a:gd name="connsiteY21" fmla="*/ 132397 h 276225"/>
                  <a:gd name="connsiteX22" fmla="*/ 623888 w 847725"/>
                  <a:gd name="connsiteY22" fmla="*/ 99060 h 276225"/>
                  <a:gd name="connsiteX23" fmla="*/ 622935 w 847725"/>
                  <a:gd name="connsiteY23" fmla="*/ 99060 h 276225"/>
                  <a:gd name="connsiteX24" fmla="*/ 583883 w 847725"/>
                  <a:gd name="connsiteY24" fmla="*/ 165735 h 276225"/>
                  <a:gd name="connsiteX25" fmla="*/ 520065 w 847725"/>
                  <a:gd name="connsiteY25" fmla="*/ 186690 h 276225"/>
                  <a:gd name="connsiteX26" fmla="*/ 491490 w 847725"/>
                  <a:gd name="connsiteY26" fmla="*/ 247650 h 276225"/>
                  <a:gd name="connsiteX27" fmla="*/ 425767 w 847725"/>
                  <a:gd name="connsiteY27" fmla="*/ 229552 h 276225"/>
                  <a:gd name="connsiteX28" fmla="*/ 439102 w 847725"/>
                  <a:gd name="connsiteY28" fmla="*/ 260032 h 276225"/>
                  <a:gd name="connsiteX29" fmla="*/ 475298 w 847725"/>
                  <a:gd name="connsiteY29" fmla="*/ 280035 h 276225"/>
                  <a:gd name="connsiteX30" fmla="*/ 532448 w 847725"/>
                  <a:gd name="connsiteY30" fmla="*/ 274320 h 276225"/>
                  <a:gd name="connsiteX31" fmla="*/ 577215 w 847725"/>
                  <a:gd name="connsiteY31" fmla="*/ 254317 h 276225"/>
                  <a:gd name="connsiteX32" fmla="*/ 619125 w 847725"/>
                  <a:gd name="connsiteY32" fmla="*/ 262890 h 276225"/>
                  <a:gd name="connsiteX33" fmla="*/ 658177 w 847725"/>
                  <a:gd name="connsiteY33" fmla="*/ 234315 h 276225"/>
                  <a:gd name="connsiteX34" fmla="*/ 671513 w 847725"/>
                  <a:gd name="connsiteY34" fmla="*/ 189547 h 276225"/>
                  <a:gd name="connsiteX35" fmla="*/ 697230 w 847725"/>
                  <a:gd name="connsiteY35" fmla="*/ 147638 h 276225"/>
                  <a:gd name="connsiteX36" fmla="*/ 764858 w 847725"/>
                  <a:gd name="connsiteY36" fmla="*/ 116205 h 276225"/>
                  <a:gd name="connsiteX37" fmla="*/ 785813 w 847725"/>
                  <a:gd name="connsiteY37" fmla="*/ 123825 h 276225"/>
                  <a:gd name="connsiteX38" fmla="*/ 813435 w 847725"/>
                  <a:gd name="connsiteY38" fmla="*/ 95250 h 276225"/>
                  <a:gd name="connsiteX39" fmla="*/ 854392 w 847725"/>
                  <a:gd name="connsiteY39" fmla="*/ 77152 h 276225"/>
                  <a:gd name="connsiteX40" fmla="*/ 824865 w 847725"/>
                  <a:gd name="connsiteY40" fmla="*/ 47625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47725" h="276225">
                    <a:moveTo>
                      <a:pt x="156210" y="101917"/>
                    </a:moveTo>
                    <a:cubicBezTo>
                      <a:pt x="157163" y="70485"/>
                      <a:pt x="128588" y="73342"/>
                      <a:pt x="121920" y="51435"/>
                    </a:cubicBezTo>
                    <a:cubicBezTo>
                      <a:pt x="115252" y="29527"/>
                      <a:pt x="103823" y="41910"/>
                      <a:pt x="100013" y="28575"/>
                    </a:cubicBezTo>
                    <a:cubicBezTo>
                      <a:pt x="99060" y="26670"/>
                      <a:pt x="98108" y="23813"/>
                      <a:pt x="96202" y="21907"/>
                    </a:cubicBezTo>
                    <a:cubicBezTo>
                      <a:pt x="80963" y="26670"/>
                      <a:pt x="86677" y="40005"/>
                      <a:pt x="82867" y="40957"/>
                    </a:cubicBezTo>
                    <a:cubicBezTo>
                      <a:pt x="77152" y="41910"/>
                      <a:pt x="47625" y="45720"/>
                      <a:pt x="47625" y="36195"/>
                    </a:cubicBezTo>
                    <a:cubicBezTo>
                      <a:pt x="47625" y="26670"/>
                      <a:pt x="42863" y="11430"/>
                      <a:pt x="25717" y="7620"/>
                    </a:cubicBezTo>
                    <a:cubicBezTo>
                      <a:pt x="17145" y="5715"/>
                      <a:pt x="7620" y="5715"/>
                      <a:pt x="0" y="5715"/>
                    </a:cubicBezTo>
                    <a:cubicBezTo>
                      <a:pt x="10477" y="30480"/>
                      <a:pt x="11430" y="57150"/>
                      <a:pt x="12383" y="79057"/>
                    </a:cubicBezTo>
                    <a:cubicBezTo>
                      <a:pt x="13335" y="107632"/>
                      <a:pt x="51435" y="152400"/>
                      <a:pt x="57150" y="170497"/>
                    </a:cubicBezTo>
                    <a:cubicBezTo>
                      <a:pt x="62865" y="188595"/>
                      <a:pt x="74295" y="194310"/>
                      <a:pt x="100013" y="214313"/>
                    </a:cubicBezTo>
                    <a:cubicBezTo>
                      <a:pt x="125730" y="234315"/>
                      <a:pt x="175260" y="265747"/>
                      <a:pt x="184785" y="260985"/>
                    </a:cubicBezTo>
                    <a:cubicBezTo>
                      <a:pt x="194310" y="256222"/>
                      <a:pt x="169545" y="209550"/>
                      <a:pt x="155258" y="193357"/>
                    </a:cubicBezTo>
                    <a:cubicBezTo>
                      <a:pt x="141923" y="177165"/>
                      <a:pt x="155258" y="133350"/>
                      <a:pt x="156210" y="101917"/>
                    </a:cubicBezTo>
                    <a:close/>
                    <a:moveTo>
                      <a:pt x="824865" y="47625"/>
                    </a:moveTo>
                    <a:cubicBezTo>
                      <a:pt x="813435" y="50482"/>
                      <a:pt x="785813" y="48577"/>
                      <a:pt x="785813" y="36195"/>
                    </a:cubicBezTo>
                    <a:cubicBezTo>
                      <a:pt x="785813" y="23813"/>
                      <a:pt x="761048" y="0"/>
                      <a:pt x="744855" y="0"/>
                    </a:cubicBezTo>
                    <a:cubicBezTo>
                      <a:pt x="729615" y="0"/>
                      <a:pt x="710565" y="34290"/>
                      <a:pt x="709613" y="47625"/>
                    </a:cubicBezTo>
                    <a:cubicBezTo>
                      <a:pt x="708660" y="61913"/>
                      <a:pt x="683895" y="60007"/>
                      <a:pt x="685800" y="80010"/>
                    </a:cubicBezTo>
                    <a:cubicBezTo>
                      <a:pt x="686752" y="87630"/>
                      <a:pt x="681990" y="91440"/>
                      <a:pt x="676275" y="93345"/>
                    </a:cubicBezTo>
                    <a:cubicBezTo>
                      <a:pt x="680085" y="110490"/>
                      <a:pt x="682942" y="122872"/>
                      <a:pt x="676275" y="120967"/>
                    </a:cubicBezTo>
                    <a:cubicBezTo>
                      <a:pt x="665798" y="118110"/>
                      <a:pt x="662940" y="132397"/>
                      <a:pt x="647700" y="132397"/>
                    </a:cubicBezTo>
                    <a:cubicBezTo>
                      <a:pt x="641985" y="132397"/>
                      <a:pt x="633413" y="118110"/>
                      <a:pt x="623888" y="99060"/>
                    </a:cubicBezTo>
                    <a:cubicBezTo>
                      <a:pt x="623888" y="99060"/>
                      <a:pt x="622935" y="99060"/>
                      <a:pt x="622935" y="99060"/>
                    </a:cubicBezTo>
                    <a:cubicBezTo>
                      <a:pt x="612458" y="99060"/>
                      <a:pt x="588645" y="138113"/>
                      <a:pt x="583883" y="165735"/>
                    </a:cubicBezTo>
                    <a:cubicBezTo>
                      <a:pt x="579120" y="192405"/>
                      <a:pt x="555308" y="183832"/>
                      <a:pt x="520065" y="186690"/>
                    </a:cubicBezTo>
                    <a:cubicBezTo>
                      <a:pt x="484823" y="189547"/>
                      <a:pt x="499110" y="228600"/>
                      <a:pt x="491490" y="247650"/>
                    </a:cubicBezTo>
                    <a:cubicBezTo>
                      <a:pt x="483870" y="264795"/>
                      <a:pt x="445770" y="234315"/>
                      <a:pt x="425767" y="229552"/>
                    </a:cubicBezTo>
                    <a:cubicBezTo>
                      <a:pt x="428625" y="244792"/>
                      <a:pt x="433388" y="260032"/>
                      <a:pt x="439102" y="260032"/>
                    </a:cubicBezTo>
                    <a:cubicBezTo>
                      <a:pt x="449580" y="260032"/>
                      <a:pt x="464820" y="288607"/>
                      <a:pt x="475298" y="280035"/>
                    </a:cubicBezTo>
                    <a:cubicBezTo>
                      <a:pt x="485775" y="271463"/>
                      <a:pt x="517208" y="280035"/>
                      <a:pt x="532448" y="274320"/>
                    </a:cubicBezTo>
                    <a:cubicBezTo>
                      <a:pt x="547688" y="268605"/>
                      <a:pt x="550545" y="254317"/>
                      <a:pt x="577215" y="254317"/>
                    </a:cubicBezTo>
                    <a:cubicBezTo>
                      <a:pt x="602933" y="254317"/>
                      <a:pt x="592455" y="277177"/>
                      <a:pt x="619125" y="262890"/>
                    </a:cubicBezTo>
                    <a:cubicBezTo>
                      <a:pt x="644842" y="248602"/>
                      <a:pt x="661035" y="260032"/>
                      <a:pt x="658177" y="234315"/>
                    </a:cubicBezTo>
                    <a:cubicBezTo>
                      <a:pt x="655320" y="208597"/>
                      <a:pt x="673417" y="208597"/>
                      <a:pt x="671513" y="189547"/>
                    </a:cubicBezTo>
                    <a:cubicBezTo>
                      <a:pt x="668655" y="169545"/>
                      <a:pt x="700088" y="183832"/>
                      <a:pt x="697230" y="147638"/>
                    </a:cubicBezTo>
                    <a:cubicBezTo>
                      <a:pt x="694373" y="111442"/>
                      <a:pt x="743902" y="116205"/>
                      <a:pt x="764858" y="116205"/>
                    </a:cubicBezTo>
                    <a:cubicBezTo>
                      <a:pt x="769620" y="116205"/>
                      <a:pt x="777240" y="119063"/>
                      <a:pt x="785813" y="123825"/>
                    </a:cubicBezTo>
                    <a:cubicBezTo>
                      <a:pt x="801052" y="115252"/>
                      <a:pt x="823913" y="104775"/>
                      <a:pt x="813435" y="95250"/>
                    </a:cubicBezTo>
                    <a:cubicBezTo>
                      <a:pt x="802005" y="83820"/>
                      <a:pt x="848677" y="93345"/>
                      <a:pt x="854392" y="77152"/>
                    </a:cubicBezTo>
                    <a:cubicBezTo>
                      <a:pt x="860108" y="59055"/>
                      <a:pt x="836295" y="44767"/>
                      <a:pt x="824865" y="4762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62" name="Freeform: Shape 239">
                <a:extLst>
                  <a:ext uri="{FF2B5EF4-FFF2-40B4-BE49-F238E27FC236}">
                    <a16:creationId xmlns:a16="http://schemas.microsoft.com/office/drawing/2014/main" id="{84E8B5AA-D0CC-B250-0C1F-95425BB2D189}"/>
                  </a:ext>
                </a:extLst>
              </p:cNvPr>
              <p:cNvSpPr/>
              <p:nvPr/>
            </p:nvSpPr>
            <p:spPr>
              <a:xfrm>
                <a:off x="8401701" y="4207020"/>
                <a:ext cx="24391" cy="19513"/>
              </a:xfrm>
              <a:custGeom>
                <a:avLst/>
                <a:gdLst>
                  <a:gd name="connsiteX0" fmla="*/ 23813 w 47625"/>
                  <a:gd name="connsiteY0" fmla="*/ 39052 h 38100"/>
                  <a:gd name="connsiteX1" fmla="*/ 52388 w 47625"/>
                  <a:gd name="connsiteY1" fmla="*/ 27622 h 38100"/>
                  <a:gd name="connsiteX2" fmla="*/ 52388 w 47625"/>
                  <a:gd name="connsiteY2" fmla="*/ 0 h 38100"/>
                  <a:gd name="connsiteX3" fmla="*/ 30481 w 47625"/>
                  <a:gd name="connsiteY3" fmla="*/ 10477 h 38100"/>
                  <a:gd name="connsiteX4" fmla="*/ 0 w 47625"/>
                  <a:gd name="connsiteY4" fmla="*/ 4763 h 38100"/>
                  <a:gd name="connsiteX5" fmla="*/ 23813 w 47625"/>
                  <a:gd name="connsiteY5" fmla="*/ 3905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38100">
                    <a:moveTo>
                      <a:pt x="23813" y="39052"/>
                    </a:moveTo>
                    <a:cubicBezTo>
                      <a:pt x="39052" y="39052"/>
                      <a:pt x="41910" y="24765"/>
                      <a:pt x="52388" y="27622"/>
                    </a:cubicBezTo>
                    <a:cubicBezTo>
                      <a:pt x="58102" y="29527"/>
                      <a:pt x="56198" y="17145"/>
                      <a:pt x="52388" y="0"/>
                    </a:cubicBezTo>
                    <a:cubicBezTo>
                      <a:pt x="42863" y="2857"/>
                      <a:pt x="30481" y="2857"/>
                      <a:pt x="30481" y="10477"/>
                    </a:cubicBezTo>
                    <a:cubicBezTo>
                      <a:pt x="30481" y="22860"/>
                      <a:pt x="10477" y="5715"/>
                      <a:pt x="0" y="4763"/>
                    </a:cubicBezTo>
                    <a:cubicBezTo>
                      <a:pt x="8573" y="24765"/>
                      <a:pt x="18098" y="39052"/>
                      <a:pt x="23813" y="39052"/>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63" name="Freeform: Shape 240">
                <a:extLst>
                  <a:ext uri="{FF2B5EF4-FFF2-40B4-BE49-F238E27FC236}">
                    <a16:creationId xmlns:a16="http://schemas.microsoft.com/office/drawing/2014/main" id="{A9932B58-C329-22C7-E8DE-E23852F51587}"/>
                  </a:ext>
                </a:extLst>
              </p:cNvPr>
              <p:cNvSpPr/>
              <p:nvPr/>
            </p:nvSpPr>
            <p:spPr>
              <a:xfrm>
                <a:off x="6716278" y="3351702"/>
                <a:ext cx="219520" cy="229277"/>
              </a:xfrm>
              <a:custGeom>
                <a:avLst/>
                <a:gdLst>
                  <a:gd name="connsiteX0" fmla="*/ 362903 w 428625"/>
                  <a:gd name="connsiteY0" fmla="*/ 413709 h 447675"/>
                  <a:gd name="connsiteX1" fmla="*/ 382905 w 428625"/>
                  <a:gd name="connsiteY1" fmla="*/ 396564 h 447675"/>
                  <a:gd name="connsiteX2" fmla="*/ 412433 w 428625"/>
                  <a:gd name="connsiteY2" fmla="*/ 414661 h 447675"/>
                  <a:gd name="connsiteX3" fmla="*/ 431483 w 428625"/>
                  <a:gd name="connsiteY3" fmla="*/ 403232 h 447675"/>
                  <a:gd name="connsiteX4" fmla="*/ 406718 w 428625"/>
                  <a:gd name="connsiteY4" fmla="*/ 366084 h 447675"/>
                  <a:gd name="connsiteX5" fmla="*/ 390525 w 428625"/>
                  <a:gd name="connsiteY5" fmla="*/ 333699 h 447675"/>
                  <a:gd name="connsiteX6" fmla="*/ 394335 w 428625"/>
                  <a:gd name="connsiteY6" fmla="*/ 301314 h 447675"/>
                  <a:gd name="connsiteX7" fmla="*/ 373380 w 428625"/>
                  <a:gd name="connsiteY7" fmla="*/ 272739 h 447675"/>
                  <a:gd name="connsiteX8" fmla="*/ 324803 w 428625"/>
                  <a:gd name="connsiteY8" fmla="*/ 236544 h 447675"/>
                  <a:gd name="connsiteX9" fmla="*/ 303848 w 428625"/>
                  <a:gd name="connsiteY9" fmla="*/ 209874 h 447675"/>
                  <a:gd name="connsiteX10" fmla="*/ 299085 w 428625"/>
                  <a:gd name="connsiteY10" fmla="*/ 167011 h 447675"/>
                  <a:gd name="connsiteX11" fmla="*/ 316230 w 428625"/>
                  <a:gd name="connsiteY11" fmla="*/ 128911 h 447675"/>
                  <a:gd name="connsiteX12" fmla="*/ 320993 w 428625"/>
                  <a:gd name="connsiteY12" fmla="*/ 100336 h 447675"/>
                  <a:gd name="connsiteX13" fmla="*/ 303848 w 428625"/>
                  <a:gd name="connsiteY13" fmla="*/ 83192 h 447675"/>
                  <a:gd name="connsiteX14" fmla="*/ 279083 w 428625"/>
                  <a:gd name="connsiteY14" fmla="*/ 54617 h 447675"/>
                  <a:gd name="connsiteX15" fmla="*/ 263843 w 428625"/>
                  <a:gd name="connsiteY15" fmla="*/ 16517 h 447675"/>
                  <a:gd name="connsiteX16" fmla="*/ 217170 w 428625"/>
                  <a:gd name="connsiteY16" fmla="*/ 8896 h 447675"/>
                  <a:gd name="connsiteX17" fmla="*/ 178118 w 428625"/>
                  <a:gd name="connsiteY17" fmla="*/ 324 h 447675"/>
                  <a:gd name="connsiteX18" fmla="*/ 158115 w 428625"/>
                  <a:gd name="connsiteY18" fmla="*/ 16517 h 447675"/>
                  <a:gd name="connsiteX19" fmla="*/ 159068 w 428625"/>
                  <a:gd name="connsiteY19" fmla="*/ 16517 h 447675"/>
                  <a:gd name="connsiteX20" fmla="*/ 133350 w 428625"/>
                  <a:gd name="connsiteY20" fmla="*/ 37471 h 447675"/>
                  <a:gd name="connsiteX21" fmla="*/ 105728 w 428625"/>
                  <a:gd name="connsiteY21" fmla="*/ 60332 h 447675"/>
                  <a:gd name="connsiteX22" fmla="*/ 109538 w 428625"/>
                  <a:gd name="connsiteY22" fmla="*/ 100336 h 447675"/>
                  <a:gd name="connsiteX23" fmla="*/ 105728 w 428625"/>
                  <a:gd name="connsiteY23" fmla="*/ 138436 h 447675"/>
                  <a:gd name="connsiteX24" fmla="*/ 95250 w 428625"/>
                  <a:gd name="connsiteY24" fmla="*/ 167011 h 447675"/>
                  <a:gd name="connsiteX25" fmla="*/ 0 w 428625"/>
                  <a:gd name="connsiteY25" fmla="*/ 221304 h 447675"/>
                  <a:gd name="connsiteX26" fmla="*/ 3810 w 428625"/>
                  <a:gd name="connsiteY26" fmla="*/ 245117 h 447675"/>
                  <a:gd name="connsiteX27" fmla="*/ 14288 w 428625"/>
                  <a:gd name="connsiteY27" fmla="*/ 291789 h 447675"/>
                  <a:gd name="connsiteX28" fmla="*/ 48578 w 428625"/>
                  <a:gd name="connsiteY28" fmla="*/ 291789 h 447675"/>
                  <a:gd name="connsiteX29" fmla="*/ 136208 w 428625"/>
                  <a:gd name="connsiteY29" fmla="*/ 346082 h 447675"/>
                  <a:gd name="connsiteX30" fmla="*/ 242888 w 428625"/>
                  <a:gd name="connsiteY30" fmla="*/ 430854 h 447675"/>
                  <a:gd name="connsiteX31" fmla="*/ 295275 w 428625"/>
                  <a:gd name="connsiteY31" fmla="*/ 449904 h 447675"/>
                  <a:gd name="connsiteX32" fmla="*/ 346710 w 428625"/>
                  <a:gd name="connsiteY32" fmla="*/ 455619 h 447675"/>
                  <a:gd name="connsiteX33" fmla="*/ 362903 w 428625"/>
                  <a:gd name="connsiteY33" fmla="*/ 413709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8625" h="447675">
                    <a:moveTo>
                      <a:pt x="362903" y="413709"/>
                    </a:moveTo>
                    <a:cubicBezTo>
                      <a:pt x="368618" y="407042"/>
                      <a:pt x="369570" y="398469"/>
                      <a:pt x="382905" y="396564"/>
                    </a:cubicBezTo>
                    <a:cubicBezTo>
                      <a:pt x="393383" y="394659"/>
                      <a:pt x="400050" y="402279"/>
                      <a:pt x="412433" y="414661"/>
                    </a:cubicBezTo>
                    <a:cubicBezTo>
                      <a:pt x="417195" y="409899"/>
                      <a:pt x="424815" y="406089"/>
                      <a:pt x="431483" y="403232"/>
                    </a:cubicBezTo>
                    <a:cubicBezTo>
                      <a:pt x="420053" y="389896"/>
                      <a:pt x="405765" y="374657"/>
                      <a:pt x="406718" y="366084"/>
                    </a:cubicBezTo>
                    <a:cubicBezTo>
                      <a:pt x="408623" y="350844"/>
                      <a:pt x="392430" y="343224"/>
                      <a:pt x="390525" y="333699"/>
                    </a:cubicBezTo>
                    <a:cubicBezTo>
                      <a:pt x="388620" y="324174"/>
                      <a:pt x="401003" y="308934"/>
                      <a:pt x="394335" y="301314"/>
                    </a:cubicBezTo>
                    <a:cubicBezTo>
                      <a:pt x="387668" y="293694"/>
                      <a:pt x="385763" y="274644"/>
                      <a:pt x="373380" y="272739"/>
                    </a:cubicBezTo>
                    <a:cubicBezTo>
                      <a:pt x="360998" y="270834"/>
                      <a:pt x="322898" y="249879"/>
                      <a:pt x="324803" y="236544"/>
                    </a:cubicBezTo>
                    <a:cubicBezTo>
                      <a:pt x="326708" y="223209"/>
                      <a:pt x="310515" y="213684"/>
                      <a:pt x="303848" y="209874"/>
                    </a:cubicBezTo>
                    <a:cubicBezTo>
                      <a:pt x="297180" y="206064"/>
                      <a:pt x="289560" y="171774"/>
                      <a:pt x="299085" y="167011"/>
                    </a:cubicBezTo>
                    <a:cubicBezTo>
                      <a:pt x="307658" y="161296"/>
                      <a:pt x="305753" y="128911"/>
                      <a:pt x="316230" y="128911"/>
                    </a:cubicBezTo>
                    <a:cubicBezTo>
                      <a:pt x="326708" y="128911"/>
                      <a:pt x="318135" y="111767"/>
                      <a:pt x="320993" y="100336"/>
                    </a:cubicBezTo>
                    <a:cubicBezTo>
                      <a:pt x="324803" y="88907"/>
                      <a:pt x="312420" y="83192"/>
                      <a:pt x="303848" y="83192"/>
                    </a:cubicBezTo>
                    <a:cubicBezTo>
                      <a:pt x="295275" y="83192"/>
                      <a:pt x="279083" y="67951"/>
                      <a:pt x="279083" y="54617"/>
                    </a:cubicBezTo>
                    <a:cubicBezTo>
                      <a:pt x="279083" y="41282"/>
                      <a:pt x="261938" y="22232"/>
                      <a:pt x="263843" y="16517"/>
                    </a:cubicBezTo>
                    <a:cubicBezTo>
                      <a:pt x="260985" y="41282"/>
                      <a:pt x="227648" y="3182"/>
                      <a:pt x="217170" y="8896"/>
                    </a:cubicBezTo>
                    <a:cubicBezTo>
                      <a:pt x="206693" y="14611"/>
                      <a:pt x="199073" y="-2533"/>
                      <a:pt x="178118" y="324"/>
                    </a:cubicBezTo>
                    <a:cubicBezTo>
                      <a:pt x="164783" y="2229"/>
                      <a:pt x="164783" y="9849"/>
                      <a:pt x="158115" y="16517"/>
                    </a:cubicBezTo>
                    <a:lnTo>
                      <a:pt x="159068" y="16517"/>
                    </a:lnTo>
                    <a:lnTo>
                      <a:pt x="133350" y="37471"/>
                    </a:lnTo>
                    <a:cubicBezTo>
                      <a:pt x="133350" y="37471"/>
                      <a:pt x="110490" y="45092"/>
                      <a:pt x="105728" y="60332"/>
                    </a:cubicBezTo>
                    <a:cubicBezTo>
                      <a:pt x="100965" y="75571"/>
                      <a:pt x="116205" y="90811"/>
                      <a:pt x="109538" y="100336"/>
                    </a:cubicBezTo>
                    <a:cubicBezTo>
                      <a:pt x="102870" y="109861"/>
                      <a:pt x="103823" y="130817"/>
                      <a:pt x="105728" y="138436"/>
                    </a:cubicBezTo>
                    <a:cubicBezTo>
                      <a:pt x="107633" y="146057"/>
                      <a:pt x="95250" y="167011"/>
                      <a:pt x="95250" y="167011"/>
                    </a:cubicBezTo>
                    <a:cubicBezTo>
                      <a:pt x="95250" y="167011"/>
                      <a:pt x="42863" y="197492"/>
                      <a:pt x="0" y="221304"/>
                    </a:cubicBezTo>
                    <a:cubicBezTo>
                      <a:pt x="953" y="229876"/>
                      <a:pt x="1905" y="238449"/>
                      <a:pt x="3810" y="245117"/>
                    </a:cubicBezTo>
                    <a:cubicBezTo>
                      <a:pt x="6668" y="255594"/>
                      <a:pt x="10478" y="275596"/>
                      <a:pt x="14288" y="291789"/>
                    </a:cubicBezTo>
                    <a:cubicBezTo>
                      <a:pt x="31433" y="291789"/>
                      <a:pt x="33338" y="289884"/>
                      <a:pt x="48578" y="291789"/>
                    </a:cubicBezTo>
                    <a:cubicBezTo>
                      <a:pt x="64770" y="293694"/>
                      <a:pt x="121920" y="338461"/>
                      <a:pt x="136208" y="346082"/>
                    </a:cubicBezTo>
                    <a:cubicBezTo>
                      <a:pt x="150495" y="353701"/>
                      <a:pt x="226695" y="415614"/>
                      <a:pt x="242888" y="430854"/>
                    </a:cubicBezTo>
                    <a:cubicBezTo>
                      <a:pt x="259080" y="446094"/>
                      <a:pt x="284798" y="449904"/>
                      <a:pt x="295275" y="449904"/>
                    </a:cubicBezTo>
                    <a:cubicBezTo>
                      <a:pt x="300990" y="449904"/>
                      <a:pt x="326708" y="452761"/>
                      <a:pt x="346710" y="455619"/>
                    </a:cubicBezTo>
                    <a:cubicBezTo>
                      <a:pt x="350520" y="439426"/>
                      <a:pt x="359093" y="417519"/>
                      <a:pt x="362903" y="413709"/>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64" name="Freeform: Shape 241">
                <a:extLst>
                  <a:ext uri="{FF2B5EF4-FFF2-40B4-BE49-F238E27FC236}">
                    <a16:creationId xmlns:a16="http://schemas.microsoft.com/office/drawing/2014/main" id="{B58A9C21-9364-E54C-D489-BD74B4200568}"/>
                  </a:ext>
                </a:extLst>
              </p:cNvPr>
              <p:cNvSpPr/>
              <p:nvPr/>
            </p:nvSpPr>
            <p:spPr>
              <a:xfrm>
                <a:off x="6892869" y="3554761"/>
                <a:ext cx="39026" cy="43904"/>
              </a:xfrm>
              <a:custGeom>
                <a:avLst/>
                <a:gdLst>
                  <a:gd name="connsiteX0" fmla="*/ 26670 w 76200"/>
                  <a:gd name="connsiteY0" fmla="*/ 62945 h 85725"/>
                  <a:gd name="connsiteX1" fmla="*/ 49530 w 76200"/>
                  <a:gd name="connsiteY1" fmla="*/ 83900 h 85725"/>
                  <a:gd name="connsiteX2" fmla="*/ 84773 w 76200"/>
                  <a:gd name="connsiteY2" fmla="*/ 85805 h 85725"/>
                  <a:gd name="connsiteX3" fmla="*/ 63818 w 76200"/>
                  <a:gd name="connsiteY3" fmla="*/ 25798 h 85725"/>
                  <a:gd name="connsiteX4" fmla="*/ 67628 w 76200"/>
                  <a:gd name="connsiteY4" fmla="*/ 18178 h 85725"/>
                  <a:gd name="connsiteX5" fmla="*/ 38100 w 76200"/>
                  <a:gd name="connsiteY5" fmla="*/ 80 h 85725"/>
                  <a:gd name="connsiteX6" fmla="*/ 18098 w 76200"/>
                  <a:gd name="connsiteY6" fmla="*/ 17225 h 85725"/>
                  <a:gd name="connsiteX7" fmla="*/ 0 w 76200"/>
                  <a:gd name="connsiteY7" fmla="*/ 59135 h 85725"/>
                  <a:gd name="connsiteX8" fmla="*/ 26670 w 76200"/>
                  <a:gd name="connsiteY8" fmla="*/ 6294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85725">
                    <a:moveTo>
                      <a:pt x="26670" y="62945"/>
                    </a:moveTo>
                    <a:lnTo>
                      <a:pt x="49530" y="83900"/>
                    </a:lnTo>
                    <a:lnTo>
                      <a:pt x="84773" y="85805"/>
                    </a:lnTo>
                    <a:cubicBezTo>
                      <a:pt x="77153" y="63898"/>
                      <a:pt x="63818" y="33418"/>
                      <a:pt x="63818" y="25798"/>
                    </a:cubicBezTo>
                    <a:cubicBezTo>
                      <a:pt x="63818" y="22940"/>
                      <a:pt x="65723" y="20083"/>
                      <a:pt x="67628" y="18178"/>
                    </a:cubicBezTo>
                    <a:cubicBezTo>
                      <a:pt x="56198" y="6748"/>
                      <a:pt x="49530" y="-872"/>
                      <a:pt x="38100" y="80"/>
                    </a:cubicBezTo>
                    <a:cubicBezTo>
                      <a:pt x="24765" y="1985"/>
                      <a:pt x="23813" y="11510"/>
                      <a:pt x="18098" y="17225"/>
                    </a:cubicBezTo>
                    <a:cubicBezTo>
                      <a:pt x="14288" y="21035"/>
                      <a:pt x="5715" y="42943"/>
                      <a:pt x="0" y="59135"/>
                    </a:cubicBezTo>
                    <a:cubicBezTo>
                      <a:pt x="14288" y="61040"/>
                      <a:pt x="26670" y="62945"/>
                      <a:pt x="26670" y="6294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65" name="Freeform: Shape 242">
                <a:extLst>
                  <a:ext uri="{FF2B5EF4-FFF2-40B4-BE49-F238E27FC236}">
                    <a16:creationId xmlns:a16="http://schemas.microsoft.com/office/drawing/2014/main" id="{91D05BD9-7CA6-CF68-EAEB-DDC674EC794B}"/>
                  </a:ext>
                </a:extLst>
              </p:cNvPr>
              <p:cNvSpPr/>
              <p:nvPr/>
            </p:nvSpPr>
            <p:spPr>
              <a:xfrm>
                <a:off x="3791788" y="3964084"/>
                <a:ext cx="48782" cy="29270"/>
              </a:xfrm>
              <a:custGeom>
                <a:avLst/>
                <a:gdLst>
                  <a:gd name="connsiteX0" fmla="*/ 100965 w 95250"/>
                  <a:gd name="connsiteY0" fmla="*/ 23813 h 57150"/>
                  <a:gd name="connsiteX1" fmla="*/ 52388 w 95250"/>
                  <a:gd name="connsiteY1" fmla="*/ 10478 h 57150"/>
                  <a:gd name="connsiteX2" fmla="*/ 33338 w 95250"/>
                  <a:gd name="connsiteY2" fmla="*/ 0 h 57150"/>
                  <a:gd name="connsiteX3" fmla="*/ 31432 w 95250"/>
                  <a:gd name="connsiteY3" fmla="*/ 953 h 57150"/>
                  <a:gd name="connsiteX4" fmla="*/ 0 w 95250"/>
                  <a:gd name="connsiteY4" fmla="*/ 29528 h 57150"/>
                  <a:gd name="connsiteX5" fmla="*/ 85725 w 95250"/>
                  <a:gd name="connsiteY5" fmla="*/ 60960 h 57150"/>
                  <a:gd name="connsiteX6" fmla="*/ 100013 w 95250"/>
                  <a:gd name="connsiteY6" fmla="*/ 54293 h 57150"/>
                  <a:gd name="connsiteX7" fmla="*/ 100965 w 95250"/>
                  <a:gd name="connsiteY7" fmla="*/ 23813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57150">
                    <a:moveTo>
                      <a:pt x="100965" y="23813"/>
                    </a:moveTo>
                    <a:cubicBezTo>
                      <a:pt x="93345" y="12383"/>
                      <a:pt x="73342" y="25718"/>
                      <a:pt x="52388" y="10478"/>
                    </a:cubicBezTo>
                    <a:cubicBezTo>
                      <a:pt x="46672" y="6668"/>
                      <a:pt x="40005" y="2858"/>
                      <a:pt x="33338" y="0"/>
                    </a:cubicBezTo>
                    <a:cubicBezTo>
                      <a:pt x="32385" y="0"/>
                      <a:pt x="32385" y="953"/>
                      <a:pt x="31432" y="953"/>
                    </a:cubicBezTo>
                    <a:cubicBezTo>
                      <a:pt x="26670" y="1905"/>
                      <a:pt x="13335" y="15240"/>
                      <a:pt x="0" y="29528"/>
                    </a:cubicBezTo>
                    <a:cubicBezTo>
                      <a:pt x="15240" y="41910"/>
                      <a:pt x="70485" y="60960"/>
                      <a:pt x="85725" y="60960"/>
                    </a:cubicBezTo>
                    <a:cubicBezTo>
                      <a:pt x="93345" y="60960"/>
                      <a:pt x="97155" y="57150"/>
                      <a:pt x="100013" y="54293"/>
                    </a:cubicBezTo>
                    <a:cubicBezTo>
                      <a:pt x="102870" y="40005"/>
                      <a:pt x="103822" y="26670"/>
                      <a:pt x="100965" y="2381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66" name="Freeform: Shape 243">
                <a:extLst>
                  <a:ext uri="{FF2B5EF4-FFF2-40B4-BE49-F238E27FC236}">
                    <a16:creationId xmlns:a16="http://schemas.microsoft.com/office/drawing/2014/main" id="{D5625094-3AC1-1E87-5071-792DB62662C8}"/>
                  </a:ext>
                </a:extLst>
              </p:cNvPr>
              <p:cNvSpPr/>
              <p:nvPr/>
            </p:nvSpPr>
            <p:spPr>
              <a:xfrm>
                <a:off x="3809350" y="3923108"/>
                <a:ext cx="136590" cy="78052"/>
              </a:xfrm>
              <a:custGeom>
                <a:avLst/>
                <a:gdLst>
                  <a:gd name="connsiteX0" fmla="*/ 225742 w 266700"/>
                  <a:gd name="connsiteY0" fmla="*/ 17145 h 152400"/>
                  <a:gd name="connsiteX1" fmla="*/ 201930 w 266700"/>
                  <a:gd name="connsiteY1" fmla="*/ 17145 h 152400"/>
                  <a:gd name="connsiteX2" fmla="*/ 189547 w 266700"/>
                  <a:gd name="connsiteY2" fmla="*/ 12382 h 152400"/>
                  <a:gd name="connsiteX3" fmla="*/ 183832 w 266700"/>
                  <a:gd name="connsiteY3" fmla="*/ 10478 h 152400"/>
                  <a:gd name="connsiteX4" fmla="*/ 164782 w 266700"/>
                  <a:gd name="connsiteY4" fmla="*/ 0 h 152400"/>
                  <a:gd name="connsiteX5" fmla="*/ 126682 w 266700"/>
                  <a:gd name="connsiteY5" fmla="*/ 10478 h 152400"/>
                  <a:gd name="connsiteX6" fmla="*/ 44767 w 266700"/>
                  <a:gd name="connsiteY6" fmla="*/ 16193 h 152400"/>
                  <a:gd name="connsiteX7" fmla="*/ 43815 w 266700"/>
                  <a:gd name="connsiteY7" fmla="*/ 17145 h 152400"/>
                  <a:gd name="connsiteX8" fmla="*/ 20002 w 266700"/>
                  <a:gd name="connsiteY8" fmla="*/ 43815 h 152400"/>
                  <a:gd name="connsiteX9" fmla="*/ 0 w 266700"/>
                  <a:gd name="connsiteY9" fmla="*/ 80963 h 152400"/>
                  <a:gd name="connsiteX10" fmla="*/ 19050 w 266700"/>
                  <a:gd name="connsiteY10" fmla="*/ 91440 h 152400"/>
                  <a:gd name="connsiteX11" fmla="*/ 67627 w 266700"/>
                  <a:gd name="connsiteY11" fmla="*/ 104775 h 152400"/>
                  <a:gd name="connsiteX12" fmla="*/ 67627 w 266700"/>
                  <a:gd name="connsiteY12" fmla="*/ 136207 h 152400"/>
                  <a:gd name="connsiteX13" fmla="*/ 80963 w 266700"/>
                  <a:gd name="connsiteY13" fmla="*/ 136207 h 152400"/>
                  <a:gd name="connsiteX14" fmla="*/ 84772 w 266700"/>
                  <a:gd name="connsiteY14" fmla="*/ 154305 h 152400"/>
                  <a:gd name="connsiteX15" fmla="*/ 100965 w 266700"/>
                  <a:gd name="connsiteY15" fmla="*/ 150495 h 152400"/>
                  <a:gd name="connsiteX16" fmla="*/ 114300 w 266700"/>
                  <a:gd name="connsiteY16" fmla="*/ 137160 h 152400"/>
                  <a:gd name="connsiteX17" fmla="*/ 128588 w 266700"/>
                  <a:gd name="connsiteY17" fmla="*/ 107632 h 152400"/>
                  <a:gd name="connsiteX18" fmla="*/ 177165 w 266700"/>
                  <a:gd name="connsiteY18" fmla="*/ 84772 h 152400"/>
                  <a:gd name="connsiteX19" fmla="*/ 220027 w 266700"/>
                  <a:gd name="connsiteY19" fmla="*/ 74295 h 152400"/>
                  <a:gd name="connsiteX20" fmla="*/ 259080 w 266700"/>
                  <a:gd name="connsiteY20" fmla="*/ 53340 h 152400"/>
                  <a:gd name="connsiteX21" fmla="*/ 269557 w 266700"/>
                  <a:gd name="connsiteY21" fmla="*/ 41910 h 152400"/>
                  <a:gd name="connsiteX22" fmla="*/ 225742 w 266700"/>
                  <a:gd name="connsiteY22" fmla="*/ 1714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6700" h="152400">
                    <a:moveTo>
                      <a:pt x="225742" y="17145"/>
                    </a:moveTo>
                    <a:cubicBezTo>
                      <a:pt x="218122" y="19050"/>
                      <a:pt x="209550" y="19050"/>
                      <a:pt x="201930" y="17145"/>
                    </a:cubicBezTo>
                    <a:cubicBezTo>
                      <a:pt x="198120" y="16193"/>
                      <a:pt x="193357" y="14288"/>
                      <a:pt x="189547" y="12382"/>
                    </a:cubicBezTo>
                    <a:cubicBezTo>
                      <a:pt x="187642" y="11430"/>
                      <a:pt x="185738" y="11430"/>
                      <a:pt x="183832" y="10478"/>
                    </a:cubicBezTo>
                    <a:cubicBezTo>
                      <a:pt x="176213" y="8572"/>
                      <a:pt x="169545" y="4763"/>
                      <a:pt x="164782" y="0"/>
                    </a:cubicBezTo>
                    <a:cubicBezTo>
                      <a:pt x="150495" y="1905"/>
                      <a:pt x="137160" y="6668"/>
                      <a:pt x="126682" y="10478"/>
                    </a:cubicBezTo>
                    <a:cubicBezTo>
                      <a:pt x="100965" y="20955"/>
                      <a:pt x="71438" y="-953"/>
                      <a:pt x="44767" y="16193"/>
                    </a:cubicBezTo>
                    <a:cubicBezTo>
                      <a:pt x="44767" y="16193"/>
                      <a:pt x="43815" y="16193"/>
                      <a:pt x="43815" y="17145"/>
                    </a:cubicBezTo>
                    <a:cubicBezTo>
                      <a:pt x="38100" y="25718"/>
                      <a:pt x="29527" y="35243"/>
                      <a:pt x="20002" y="43815"/>
                    </a:cubicBezTo>
                    <a:cubicBezTo>
                      <a:pt x="1905" y="60007"/>
                      <a:pt x="6667" y="76200"/>
                      <a:pt x="0" y="80963"/>
                    </a:cubicBezTo>
                    <a:cubicBezTo>
                      <a:pt x="6667" y="83820"/>
                      <a:pt x="13335" y="86678"/>
                      <a:pt x="19050" y="91440"/>
                    </a:cubicBezTo>
                    <a:cubicBezTo>
                      <a:pt x="40005" y="106680"/>
                      <a:pt x="60007" y="93345"/>
                      <a:pt x="67627" y="104775"/>
                    </a:cubicBezTo>
                    <a:cubicBezTo>
                      <a:pt x="70485" y="108585"/>
                      <a:pt x="69532" y="120968"/>
                      <a:pt x="67627" y="136207"/>
                    </a:cubicBezTo>
                    <a:cubicBezTo>
                      <a:pt x="71438" y="132397"/>
                      <a:pt x="74295" y="130493"/>
                      <a:pt x="80963" y="136207"/>
                    </a:cubicBezTo>
                    <a:cubicBezTo>
                      <a:pt x="86677" y="140970"/>
                      <a:pt x="85725" y="147638"/>
                      <a:pt x="84772" y="154305"/>
                    </a:cubicBezTo>
                    <a:lnTo>
                      <a:pt x="100965" y="150495"/>
                    </a:lnTo>
                    <a:cubicBezTo>
                      <a:pt x="100965" y="150495"/>
                      <a:pt x="112395" y="140970"/>
                      <a:pt x="114300" y="137160"/>
                    </a:cubicBezTo>
                    <a:cubicBezTo>
                      <a:pt x="116205" y="133350"/>
                      <a:pt x="102870" y="109538"/>
                      <a:pt x="128588" y="107632"/>
                    </a:cubicBezTo>
                    <a:cubicBezTo>
                      <a:pt x="154305" y="105728"/>
                      <a:pt x="173355" y="102870"/>
                      <a:pt x="177165" y="84772"/>
                    </a:cubicBezTo>
                    <a:cubicBezTo>
                      <a:pt x="180975" y="67628"/>
                      <a:pt x="211455" y="75247"/>
                      <a:pt x="220027" y="74295"/>
                    </a:cubicBezTo>
                    <a:cubicBezTo>
                      <a:pt x="225742" y="73343"/>
                      <a:pt x="240982" y="59055"/>
                      <a:pt x="259080" y="53340"/>
                    </a:cubicBezTo>
                    <a:cubicBezTo>
                      <a:pt x="261938" y="48578"/>
                      <a:pt x="265747" y="44768"/>
                      <a:pt x="269557" y="41910"/>
                    </a:cubicBezTo>
                    <a:cubicBezTo>
                      <a:pt x="260985" y="29528"/>
                      <a:pt x="240982" y="30480"/>
                      <a:pt x="225742" y="1714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68" name="Freeform: Shape 244">
                <a:extLst>
                  <a:ext uri="{FF2B5EF4-FFF2-40B4-BE49-F238E27FC236}">
                    <a16:creationId xmlns:a16="http://schemas.microsoft.com/office/drawing/2014/main" id="{CCF0A6F6-CAA5-7158-C5DE-795EEB112BDC}"/>
                  </a:ext>
                </a:extLst>
              </p:cNvPr>
              <p:cNvSpPr/>
              <p:nvPr/>
            </p:nvSpPr>
            <p:spPr>
              <a:xfrm>
                <a:off x="3180060" y="3485531"/>
                <a:ext cx="687829" cy="458551"/>
              </a:xfrm>
              <a:custGeom>
                <a:avLst/>
                <a:gdLst>
                  <a:gd name="connsiteX0" fmla="*/ 1341120 w 1343025"/>
                  <a:gd name="connsiteY0" fmla="*/ 592455 h 895350"/>
                  <a:gd name="connsiteX1" fmla="*/ 1303020 w 1343025"/>
                  <a:gd name="connsiteY1" fmla="*/ 581978 h 895350"/>
                  <a:gd name="connsiteX2" fmla="*/ 1233488 w 1343025"/>
                  <a:gd name="connsiteY2" fmla="*/ 584835 h 895350"/>
                  <a:gd name="connsiteX3" fmla="*/ 1224915 w 1343025"/>
                  <a:gd name="connsiteY3" fmla="*/ 597218 h 895350"/>
                  <a:gd name="connsiteX4" fmla="*/ 1206818 w 1343025"/>
                  <a:gd name="connsiteY4" fmla="*/ 607695 h 895350"/>
                  <a:gd name="connsiteX5" fmla="*/ 1178243 w 1343025"/>
                  <a:gd name="connsiteY5" fmla="*/ 621983 h 895350"/>
                  <a:gd name="connsiteX6" fmla="*/ 1177290 w 1343025"/>
                  <a:gd name="connsiteY6" fmla="*/ 628650 h 895350"/>
                  <a:gd name="connsiteX7" fmla="*/ 1187768 w 1343025"/>
                  <a:gd name="connsiteY7" fmla="*/ 646748 h 895350"/>
                  <a:gd name="connsiteX8" fmla="*/ 1183005 w 1343025"/>
                  <a:gd name="connsiteY8" fmla="*/ 681990 h 895350"/>
                  <a:gd name="connsiteX9" fmla="*/ 1162050 w 1343025"/>
                  <a:gd name="connsiteY9" fmla="*/ 701993 h 895350"/>
                  <a:gd name="connsiteX10" fmla="*/ 1153477 w 1343025"/>
                  <a:gd name="connsiteY10" fmla="*/ 705803 h 895350"/>
                  <a:gd name="connsiteX11" fmla="*/ 1135380 w 1343025"/>
                  <a:gd name="connsiteY11" fmla="*/ 726758 h 895350"/>
                  <a:gd name="connsiteX12" fmla="*/ 1107758 w 1343025"/>
                  <a:gd name="connsiteY12" fmla="*/ 724853 h 895350"/>
                  <a:gd name="connsiteX13" fmla="*/ 1099185 w 1343025"/>
                  <a:gd name="connsiteY13" fmla="*/ 731520 h 895350"/>
                  <a:gd name="connsiteX14" fmla="*/ 1068705 w 1343025"/>
                  <a:gd name="connsiteY14" fmla="*/ 739140 h 895350"/>
                  <a:gd name="connsiteX15" fmla="*/ 1045845 w 1343025"/>
                  <a:gd name="connsiteY15" fmla="*/ 732473 h 895350"/>
                  <a:gd name="connsiteX16" fmla="*/ 999173 w 1343025"/>
                  <a:gd name="connsiteY16" fmla="*/ 745808 h 895350"/>
                  <a:gd name="connsiteX17" fmla="*/ 949643 w 1343025"/>
                  <a:gd name="connsiteY17" fmla="*/ 720090 h 895350"/>
                  <a:gd name="connsiteX18" fmla="*/ 923925 w 1343025"/>
                  <a:gd name="connsiteY18" fmla="*/ 671513 h 895350"/>
                  <a:gd name="connsiteX19" fmla="*/ 922973 w 1343025"/>
                  <a:gd name="connsiteY19" fmla="*/ 667703 h 895350"/>
                  <a:gd name="connsiteX20" fmla="*/ 893445 w 1343025"/>
                  <a:gd name="connsiteY20" fmla="*/ 628650 h 895350"/>
                  <a:gd name="connsiteX21" fmla="*/ 876300 w 1343025"/>
                  <a:gd name="connsiteY21" fmla="*/ 608648 h 895350"/>
                  <a:gd name="connsiteX22" fmla="*/ 860108 w 1343025"/>
                  <a:gd name="connsiteY22" fmla="*/ 515303 h 895350"/>
                  <a:gd name="connsiteX23" fmla="*/ 874395 w 1343025"/>
                  <a:gd name="connsiteY23" fmla="*/ 381953 h 895350"/>
                  <a:gd name="connsiteX24" fmla="*/ 878205 w 1343025"/>
                  <a:gd name="connsiteY24" fmla="*/ 361950 h 895350"/>
                  <a:gd name="connsiteX25" fmla="*/ 860108 w 1343025"/>
                  <a:gd name="connsiteY25" fmla="*/ 354330 h 895350"/>
                  <a:gd name="connsiteX26" fmla="*/ 798195 w 1343025"/>
                  <a:gd name="connsiteY26" fmla="*/ 330518 h 895350"/>
                  <a:gd name="connsiteX27" fmla="*/ 785813 w 1343025"/>
                  <a:gd name="connsiteY27" fmla="*/ 300990 h 895350"/>
                  <a:gd name="connsiteX28" fmla="*/ 775335 w 1343025"/>
                  <a:gd name="connsiteY28" fmla="*/ 264795 h 895350"/>
                  <a:gd name="connsiteX29" fmla="*/ 733425 w 1343025"/>
                  <a:gd name="connsiteY29" fmla="*/ 200025 h 895350"/>
                  <a:gd name="connsiteX30" fmla="*/ 655320 w 1343025"/>
                  <a:gd name="connsiteY30" fmla="*/ 151448 h 895350"/>
                  <a:gd name="connsiteX31" fmla="*/ 621030 w 1343025"/>
                  <a:gd name="connsiteY31" fmla="*/ 195263 h 895350"/>
                  <a:gd name="connsiteX32" fmla="*/ 569595 w 1343025"/>
                  <a:gd name="connsiteY32" fmla="*/ 166688 h 895350"/>
                  <a:gd name="connsiteX33" fmla="*/ 554355 w 1343025"/>
                  <a:gd name="connsiteY33" fmla="*/ 136208 h 895350"/>
                  <a:gd name="connsiteX34" fmla="*/ 525780 w 1343025"/>
                  <a:gd name="connsiteY34" fmla="*/ 99060 h 895350"/>
                  <a:gd name="connsiteX35" fmla="*/ 475298 w 1343025"/>
                  <a:gd name="connsiteY35" fmla="*/ 50483 h 895350"/>
                  <a:gd name="connsiteX36" fmla="*/ 405765 w 1343025"/>
                  <a:gd name="connsiteY36" fmla="*/ 50483 h 895350"/>
                  <a:gd name="connsiteX37" fmla="*/ 391477 w 1343025"/>
                  <a:gd name="connsiteY37" fmla="*/ 70485 h 895350"/>
                  <a:gd name="connsiteX38" fmla="*/ 265748 w 1343025"/>
                  <a:gd name="connsiteY38" fmla="*/ 71438 h 895350"/>
                  <a:gd name="connsiteX39" fmla="*/ 151448 w 1343025"/>
                  <a:gd name="connsiteY39" fmla="*/ 28575 h 895350"/>
                  <a:gd name="connsiteX40" fmla="*/ 101917 w 1343025"/>
                  <a:gd name="connsiteY40" fmla="*/ 0 h 895350"/>
                  <a:gd name="connsiteX41" fmla="*/ 0 w 1343025"/>
                  <a:gd name="connsiteY41" fmla="*/ 14288 h 895350"/>
                  <a:gd name="connsiteX42" fmla="*/ 23813 w 1343025"/>
                  <a:gd name="connsiteY42" fmla="*/ 54293 h 895350"/>
                  <a:gd name="connsiteX43" fmla="*/ 60960 w 1343025"/>
                  <a:gd name="connsiteY43" fmla="*/ 144780 h 895350"/>
                  <a:gd name="connsiteX44" fmla="*/ 82867 w 1343025"/>
                  <a:gd name="connsiteY44" fmla="*/ 173355 h 895350"/>
                  <a:gd name="connsiteX45" fmla="*/ 116205 w 1343025"/>
                  <a:gd name="connsiteY45" fmla="*/ 195263 h 895350"/>
                  <a:gd name="connsiteX46" fmla="*/ 138113 w 1343025"/>
                  <a:gd name="connsiteY46" fmla="*/ 259080 h 895350"/>
                  <a:gd name="connsiteX47" fmla="*/ 102870 w 1343025"/>
                  <a:gd name="connsiteY47" fmla="*/ 261938 h 895350"/>
                  <a:gd name="connsiteX48" fmla="*/ 103823 w 1343025"/>
                  <a:gd name="connsiteY48" fmla="*/ 265748 h 895350"/>
                  <a:gd name="connsiteX49" fmla="*/ 103823 w 1343025"/>
                  <a:gd name="connsiteY49" fmla="*/ 265748 h 895350"/>
                  <a:gd name="connsiteX50" fmla="*/ 166688 w 1343025"/>
                  <a:gd name="connsiteY50" fmla="*/ 306705 h 895350"/>
                  <a:gd name="connsiteX51" fmla="*/ 205740 w 1343025"/>
                  <a:gd name="connsiteY51" fmla="*/ 338138 h 895350"/>
                  <a:gd name="connsiteX52" fmla="*/ 222885 w 1343025"/>
                  <a:gd name="connsiteY52" fmla="*/ 391478 h 895350"/>
                  <a:gd name="connsiteX53" fmla="*/ 235267 w 1343025"/>
                  <a:gd name="connsiteY53" fmla="*/ 403860 h 895350"/>
                  <a:gd name="connsiteX54" fmla="*/ 256223 w 1343025"/>
                  <a:gd name="connsiteY54" fmla="*/ 436245 h 895350"/>
                  <a:gd name="connsiteX55" fmla="*/ 269558 w 1343025"/>
                  <a:gd name="connsiteY55" fmla="*/ 445770 h 895350"/>
                  <a:gd name="connsiteX56" fmla="*/ 316230 w 1343025"/>
                  <a:gd name="connsiteY56" fmla="*/ 506730 h 895350"/>
                  <a:gd name="connsiteX57" fmla="*/ 338138 w 1343025"/>
                  <a:gd name="connsiteY57" fmla="*/ 491490 h 895350"/>
                  <a:gd name="connsiteX58" fmla="*/ 328613 w 1343025"/>
                  <a:gd name="connsiteY58" fmla="*/ 453390 h 895350"/>
                  <a:gd name="connsiteX59" fmla="*/ 291465 w 1343025"/>
                  <a:gd name="connsiteY59" fmla="*/ 436245 h 895350"/>
                  <a:gd name="connsiteX60" fmla="*/ 280988 w 1343025"/>
                  <a:gd name="connsiteY60" fmla="*/ 394335 h 895350"/>
                  <a:gd name="connsiteX61" fmla="*/ 252413 w 1343025"/>
                  <a:gd name="connsiteY61" fmla="*/ 326708 h 895350"/>
                  <a:gd name="connsiteX62" fmla="*/ 203835 w 1343025"/>
                  <a:gd name="connsiteY62" fmla="*/ 254318 h 895350"/>
                  <a:gd name="connsiteX63" fmla="*/ 168592 w 1343025"/>
                  <a:gd name="connsiteY63" fmla="*/ 202883 h 895350"/>
                  <a:gd name="connsiteX64" fmla="*/ 173355 w 1343025"/>
                  <a:gd name="connsiteY64" fmla="*/ 177165 h 895350"/>
                  <a:gd name="connsiteX65" fmla="*/ 139065 w 1343025"/>
                  <a:gd name="connsiteY65" fmla="*/ 160973 h 895350"/>
                  <a:gd name="connsiteX66" fmla="*/ 114300 w 1343025"/>
                  <a:gd name="connsiteY66" fmla="*/ 123825 h 895350"/>
                  <a:gd name="connsiteX67" fmla="*/ 100013 w 1343025"/>
                  <a:gd name="connsiteY67" fmla="*/ 53340 h 895350"/>
                  <a:gd name="connsiteX68" fmla="*/ 115253 w 1343025"/>
                  <a:gd name="connsiteY68" fmla="*/ 47625 h 895350"/>
                  <a:gd name="connsiteX69" fmla="*/ 130492 w 1343025"/>
                  <a:gd name="connsiteY69" fmla="*/ 56198 h 895350"/>
                  <a:gd name="connsiteX70" fmla="*/ 154305 w 1343025"/>
                  <a:gd name="connsiteY70" fmla="*/ 66675 h 895350"/>
                  <a:gd name="connsiteX71" fmla="*/ 183833 w 1343025"/>
                  <a:gd name="connsiteY71" fmla="*/ 73343 h 895350"/>
                  <a:gd name="connsiteX72" fmla="*/ 191452 w 1343025"/>
                  <a:gd name="connsiteY72" fmla="*/ 133350 h 895350"/>
                  <a:gd name="connsiteX73" fmla="*/ 199073 w 1343025"/>
                  <a:gd name="connsiteY73" fmla="*/ 187643 h 895350"/>
                  <a:gd name="connsiteX74" fmla="*/ 220027 w 1343025"/>
                  <a:gd name="connsiteY74" fmla="*/ 200025 h 895350"/>
                  <a:gd name="connsiteX75" fmla="*/ 251460 w 1343025"/>
                  <a:gd name="connsiteY75" fmla="*/ 227648 h 895350"/>
                  <a:gd name="connsiteX76" fmla="*/ 288608 w 1343025"/>
                  <a:gd name="connsiteY76" fmla="*/ 255270 h 895350"/>
                  <a:gd name="connsiteX77" fmla="*/ 310515 w 1343025"/>
                  <a:gd name="connsiteY77" fmla="*/ 286703 h 895350"/>
                  <a:gd name="connsiteX78" fmla="*/ 340995 w 1343025"/>
                  <a:gd name="connsiteY78" fmla="*/ 312420 h 895350"/>
                  <a:gd name="connsiteX79" fmla="*/ 347663 w 1343025"/>
                  <a:gd name="connsiteY79" fmla="*/ 340995 h 895350"/>
                  <a:gd name="connsiteX80" fmla="*/ 375285 w 1343025"/>
                  <a:gd name="connsiteY80" fmla="*/ 378143 h 895350"/>
                  <a:gd name="connsiteX81" fmla="*/ 411480 w 1343025"/>
                  <a:gd name="connsiteY81" fmla="*/ 414338 h 895350"/>
                  <a:gd name="connsiteX82" fmla="*/ 506730 w 1343025"/>
                  <a:gd name="connsiteY82" fmla="*/ 528638 h 895350"/>
                  <a:gd name="connsiteX83" fmla="*/ 528638 w 1343025"/>
                  <a:gd name="connsiteY83" fmla="*/ 580073 h 895350"/>
                  <a:gd name="connsiteX84" fmla="*/ 528638 w 1343025"/>
                  <a:gd name="connsiteY84" fmla="*/ 591503 h 895350"/>
                  <a:gd name="connsiteX85" fmla="*/ 553402 w 1343025"/>
                  <a:gd name="connsiteY85" fmla="*/ 642938 h 895350"/>
                  <a:gd name="connsiteX86" fmla="*/ 549593 w 1343025"/>
                  <a:gd name="connsiteY86" fmla="*/ 669608 h 895350"/>
                  <a:gd name="connsiteX87" fmla="*/ 550545 w 1343025"/>
                  <a:gd name="connsiteY87" fmla="*/ 671513 h 895350"/>
                  <a:gd name="connsiteX88" fmla="*/ 606743 w 1343025"/>
                  <a:gd name="connsiteY88" fmla="*/ 698183 h 895350"/>
                  <a:gd name="connsiteX89" fmla="*/ 646748 w 1343025"/>
                  <a:gd name="connsiteY89" fmla="*/ 741045 h 895350"/>
                  <a:gd name="connsiteX90" fmla="*/ 697230 w 1343025"/>
                  <a:gd name="connsiteY90" fmla="*/ 762953 h 895350"/>
                  <a:gd name="connsiteX91" fmla="*/ 762952 w 1343025"/>
                  <a:gd name="connsiteY91" fmla="*/ 797243 h 895350"/>
                  <a:gd name="connsiteX92" fmla="*/ 839152 w 1343025"/>
                  <a:gd name="connsiteY92" fmla="*/ 814388 h 895350"/>
                  <a:gd name="connsiteX93" fmla="*/ 906780 w 1343025"/>
                  <a:gd name="connsiteY93" fmla="*/ 865823 h 895350"/>
                  <a:gd name="connsiteX94" fmla="*/ 961073 w 1343025"/>
                  <a:gd name="connsiteY94" fmla="*/ 850583 h 895350"/>
                  <a:gd name="connsiteX95" fmla="*/ 1041083 w 1343025"/>
                  <a:gd name="connsiteY95" fmla="*/ 862965 h 895350"/>
                  <a:gd name="connsiteX96" fmla="*/ 1088708 w 1343025"/>
                  <a:gd name="connsiteY96" fmla="*/ 902970 h 895350"/>
                  <a:gd name="connsiteX97" fmla="*/ 1124902 w 1343025"/>
                  <a:gd name="connsiteY97" fmla="*/ 851535 h 895350"/>
                  <a:gd name="connsiteX98" fmla="*/ 1183958 w 1343025"/>
                  <a:gd name="connsiteY98" fmla="*/ 844868 h 895350"/>
                  <a:gd name="connsiteX99" fmla="*/ 1151573 w 1343025"/>
                  <a:gd name="connsiteY99" fmla="*/ 799148 h 895350"/>
                  <a:gd name="connsiteX100" fmla="*/ 1165860 w 1343025"/>
                  <a:gd name="connsiteY100" fmla="*/ 762953 h 895350"/>
                  <a:gd name="connsiteX101" fmla="*/ 1245870 w 1343025"/>
                  <a:gd name="connsiteY101" fmla="*/ 762953 h 895350"/>
                  <a:gd name="connsiteX102" fmla="*/ 1274445 w 1343025"/>
                  <a:gd name="connsiteY102" fmla="*/ 733425 h 895350"/>
                  <a:gd name="connsiteX103" fmla="*/ 1295400 w 1343025"/>
                  <a:gd name="connsiteY103" fmla="*/ 747713 h 895350"/>
                  <a:gd name="connsiteX104" fmla="*/ 1303973 w 1343025"/>
                  <a:gd name="connsiteY104" fmla="*/ 733425 h 895350"/>
                  <a:gd name="connsiteX105" fmla="*/ 1301115 w 1343025"/>
                  <a:gd name="connsiteY105" fmla="*/ 729615 h 895350"/>
                  <a:gd name="connsiteX106" fmla="*/ 1296352 w 1343025"/>
                  <a:gd name="connsiteY106" fmla="*/ 694373 h 895350"/>
                  <a:gd name="connsiteX107" fmla="*/ 1300163 w 1343025"/>
                  <a:gd name="connsiteY107" fmla="*/ 677228 h 895350"/>
                  <a:gd name="connsiteX108" fmla="*/ 1294448 w 1343025"/>
                  <a:gd name="connsiteY108" fmla="*/ 655320 h 895350"/>
                  <a:gd name="connsiteX109" fmla="*/ 1327785 w 1343025"/>
                  <a:gd name="connsiteY109" fmla="*/ 611505 h 895350"/>
                  <a:gd name="connsiteX110" fmla="*/ 1346835 w 1343025"/>
                  <a:gd name="connsiteY110" fmla="*/ 595313 h 895350"/>
                  <a:gd name="connsiteX111" fmla="*/ 1341120 w 1343025"/>
                  <a:gd name="connsiteY111" fmla="*/ 592455 h 89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343025" h="895350">
                    <a:moveTo>
                      <a:pt x="1341120" y="592455"/>
                    </a:moveTo>
                    <a:cubicBezTo>
                      <a:pt x="1337310" y="570548"/>
                      <a:pt x="1318260" y="592455"/>
                      <a:pt x="1303020" y="581978"/>
                    </a:cubicBezTo>
                    <a:cubicBezTo>
                      <a:pt x="1287780" y="571500"/>
                      <a:pt x="1273493" y="579120"/>
                      <a:pt x="1233488" y="584835"/>
                    </a:cubicBezTo>
                    <a:cubicBezTo>
                      <a:pt x="1230630" y="589598"/>
                      <a:pt x="1227773" y="593408"/>
                      <a:pt x="1224915" y="597218"/>
                    </a:cubicBezTo>
                    <a:cubicBezTo>
                      <a:pt x="1220152" y="601980"/>
                      <a:pt x="1213485" y="605790"/>
                      <a:pt x="1206818" y="607695"/>
                    </a:cubicBezTo>
                    <a:cubicBezTo>
                      <a:pt x="1199198" y="616268"/>
                      <a:pt x="1188720" y="621030"/>
                      <a:pt x="1178243" y="621983"/>
                    </a:cubicBezTo>
                    <a:cubicBezTo>
                      <a:pt x="1177290" y="623888"/>
                      <a:pt x="1177290" y="625793"/>
                      <a:pt x="1177290" y="628650"/>
                    </a:cubicBezTo>
                    <a:cubicBezTo>
                      <a:pt x="1182052" y="634365"/>
                      <a:pt x="1185863" y="640080"/>
                      <a:pt x="1187768" y="646748"/>
                    </a:cubicBezTo>
                    <a:cubicBezTo>
                      <a:pt x="1190625" y="658178"/>
                      <a:pt x="1189673" y="672465"/>
                      <a:pt x="1183005" y="681990"/>
                    </a:cubicBezTo>
                    <a:cubicBezTo>
                      <a:pt x="1178243" y="689610"/>
                      <a:pt x="1170623" y="697230"/>
                      <a:pt x="1162050" y="701993"/>
                    </a:cubicBezTo>
                    <a:cubicBezTo>
                      <a:pt x="1159193" y="703898"/>
                      <a:pt x="1156335" y="704850"/>
                      <a:pt x="1153477" y="705803"/>
                    </a:cubicBezTo>
                    <a:cubicBezTo>
                      <a:pt x="1144905" y="713423"/>
                      <a:pt x="1134427" y="717233"/>
                      <a:pt x="1135380" y="726758"/>
                    </a:cubicBezTo>
                    <a:cubicBezTo>
                      <a:pt x="1137285" y="740093"/>
                      <a:pt x="1118235" y="731520"/>
                      <a:pt x="1107758" y="724853"/>
                    </a:cubicBezTo>
                    <a:cubicBezTo>
                      <a:pt x="1104900" y="727710"/>
                      <a:pt x="1102043" y="729615"/>
                      <a:pt x="1099185" y="731520"/>
                    </a:cubicBezTo>
                    <a:cubicBezTo>
                      <a:pt x="1087755" y="736283"/>
                      <a:pt x="1081088" y="739140"/>
                      <a:pt x="1068705" y="739140"/>
                    </a:cubicBezTo>
                    <a:cubicBezTo>
                      <a:pt x="1060133" y="739140"/>
                      <a:pt x="1052513" y="737235"/>
                      <a:pt x="1045845" y="732473"/>
                    </a:cubicBezTo>
                    <a:cubicBezTo>
                      <a:pt x="1024890" y="738188"/>
                      <a:pt x="1004888" y="744855"/>
                      <a:pt x="999173" y="745808"/>
                    </a:cubicBezTo>
                    <a:cubicBezTo>
                      <a:pt x="987743" y="747713"/>
                      <a:pt x="965835" y="719138"/>
                      <a:pt x="949643" y="720090"/>
                    </a:cubicBezTo>
                    <a:cubicBezTo>
                      <a:pt x="933450" y="721043"/>
                      <a:pt x="925830" y="693420"/>
                      <a:pt x="923925" y="671513"/>
                    </a:cubicBezTo>
                    <a:cubicBezTo>
                      <a:pt x="923925" y="670560"/>
                      <a:pt x="923925" y="669608"/>
                      <a:pt x="922973" y="667703"/>
                    </a:cubicBezTo>
                    <a:cubicBezTo>
                      <a:pt x="904875" y="661035"/>
                      <a:pt x="895350" y="644843"/>
                      <a:pt x="893445" y="628650"/>
                    </a:cubicBezTo>
                    <a:cubicBezTo>
                      <a:pt x="886777" y="621983"/>
                      <a:pt x="881063" y="615315"/>
                      <a:pt x="876300" y="608648"/>
                    </a:cubicBezTo>
                    <a:cubicBezTo>
                      <a:pt x="862965" y="588645"/>
                      <a:pt x="861060" y="543878"/>
                      <a:pt x="860108" y="515303"/>
                    </a:cubicBezTo>
                    <a:cubicBezTo>
                      <a:pt x="859155" y="486728"/>
                      <a:pt x="856298" y="438150"/>
                      <a:pt x="874395" y="381953"/>
                    </a:cubicBezTo>
                    <a:cubicBezTo>
                      <a:pt x="877252" y="374333"/>
                      <a:pt x="878205" y="367665"/>
                      <a:pt x="878205" y="361950"/>
                    </a:cubicBezTo>
                    <a:cubicBezTo>
                      <a:pt x="871538" y="357188"/>
                      <a:pt x="864870" y="354330"/>
                      <a:pt x="860108" y="354330"/>
                    </a:cubicBezTo>
                    <a:cubicBezTo>
                      <a:pt x="842963" y="355283"/>
                      <a:pt x="805815" y="330518"/>
                      <a:pt x="798195" y="330518"/>
                    </a:cubicBezTo>
                    <a:cubicBezTo>
                      <a:pt x="790575" y="330518"/>
                      <a:pt x="791527" y="311468"/>
                      <a:pt x="785813" y="300990"/>
                    </a:cubicBezTo>
                    <a:cubicBezTo>
                      <a:pt x="779145" y="290513"/>
                      <a:pt x="783908" y="271463"/>
                      <a:pt x="775335" y="264795"/>
                    </a:cubicBezTo>
                    <a:cubicBezTo>
                      <a:pt x="766763" y="258128"/>
                      <a:pt x="741998" y="232410"/>
                      <a:pt x="733425" y="200025"/>
                    </a:cubicBezTo>
                    <a:cubicBezTo>
                      <a:pt x="724852" y="168593"/>
                      <a:pt x="673418" y="152400"/>
                      <a:pt x="655320" y="151448"/>
                    </a:cubicBezTo>
                    <a:cubicBezTo>
                      <a:pt x="636270" y="150495"/>
                      <a:pt x="625793" y="193358"/>
                      <a:pt x="621030" y="195263"/>
                    </a:cubicBezTo>
                    <a:cubicBezTo>
                      <a:pt x="616268" y="197168"/>
                      <a:pt x="580073" y="172403"/>
                      <a:pt x="569595" y="166688"/>
                    </a:cubicBezTo>
                    <a:cubicBezTo>
                      <a:pt x="559118" y="160973"/>
                      <a:pt x="554355" y="149543"/>
                      <a:pt x="554355" y="136208"/>
                    </a:cubicBezTo>
                    <a:cubicBezTo>
                      <a:pt x="554355" y="122873"/>
                      <a:pt x="532448" y="100965"/>
                      <a:pt x="525780" y="99060"/>
                    </a:cubicBezTo>
                    <a:cubicBezTo>
                      <a:pt x="519113" y="97155"/>
                      <a:pt x="475298" y="50483"/>
                      <a:pt x="475298" y="50483"/>
                    </a:cubicBezTo>
                    <a:lnTo>
                      <a:pt x="405765" y="50483"/>
                    </a:lnTo>
                    <a:lnTo>
                      <a:pt x="391477" y="70485"/>
                    </a:lnTo>
                    <a:lnTo>
                      <a:pt x="265748" y="71438"/>
                    </a:lnTo>
                    <a:cubicBezTo>
                      <a:pt x="265748" y="71438"/>
                      <a:pt x="169545" y="33338"/>
                      <a:pt x="151448" y="28575"/>
                    </a:cubicBezTo>
                    <a:cubicBezTo>
                      <a:pt x="133350" y="23813"/>
                      <a:pt x="101917" y="0"/>
                      <a:pt x="101917" y="0"/>
                    </a:cubicBezTo>
                    <a:lnTo>
                      <a:pt x="0" y="14288"/>
                    </a:lnTo>
                    <a:cubicBezTo>
                      <a:pt x="4763" y="26670"/>
                      <a:pt x="12383" y="39053"/>
                      <a:pt x="23813" y="54293"/>
                    </a:cubicBezTo>
                    <a:cubicBezTo>
                      <a:pt x="42863" y="80010"/>
                      <a:pt x="57150" y="124778"/>
                      <a:pt x="60960" y="144780"/>
                    </a:cubicBezTo>
                    <a:cubicBezTo>
                      <a:pt x="70485" y="153353"/>
                      <a:pt x="78105" y="162878"/>
                      <a:pt x="82867" y="173355"/>
                    </a:cubicBezTo>
                    <a:cubicBezTo>
                      <a:pt x="92392" y="180023"/>
                      <a:pt x="104775" y="187643"/>
                      <a:pt x="116205" y="195263"/>
                    </a:cubicBezTo>
                    <a:cubicBezTo>
                      <a:pt x="140970" y="212408"/>
                      <a:pt x="140970" y="249555"/>
                      <a:pt x="138113" y="259080"/>
                    </a:cubicBezTo>
                    <a:cubicBezTo>
                      <a:pt x="135255" y="268605"/>
                      <a:pt x="104775" y="252413"/>
                      <a:pt x="102870" y="261938"/>
                    </a:cubicBezTo>
                    <a:cubicBezTo>
                      <a:pt x="102870" y="262890"/>
                      <a:pt x="102870" y="263843"/>
                      <a:pt x="103823" y="265748"/>
                    </a:cubicBezTo>
                    <a:cubicBezTo>
                      <a:pt x="103823" y="265748"/>
                      <a:pt x="103823" y="265748"/>
                      <a:pt x="103823" y="265748"/>
                    </a:cubicBezTo>
                    <a:cubicBezTo>
                      <a:pt x="128588" y="273368"/>
                      <a:pt x="150495" y="288608"/>
                      <a:pt x="166688" y="306705"/>
                    </a:cubicBezTo>
                    <a:cubicBezTo>
                      <a:pt x="177165" y="309563"/>
                      <a:pt x="186690" y="320040"/>
                      <a:pt x="205740" y="338138"/>
                    </a:cubicBezTo>
                    <a:cubicBezTo>
                      <a:pt x="225742" y="357188"/>
                      <a:pt x="228600" y="380048"/>
                      <a:pt x="222885" y="391478"/>
                    </a:cubicBezTo>
                    <a:cubicBezTo>
                      <a:pt x="227648" y="395288"/>
                      <a:pt x="232410" y="399098"/>
                      <a:pt x="235267" y="403860"/>
                    </a:cubicBezTo>
                    <a:cubicBezTo>
                      <a:pt x="242888" y="414338"/>
                      <a:pt x="249555" y="424815"/>
                      <a:pt x="256223" y="436245"/>
                    </a:cubicBezTo>
                    <a:cubicBezTo>
                      <a:pt x="260985" y="439103"/>
                      <a:pt x="264795" y="442913"/>
                      <a:pt x="269558" y="445770"/>
                    </a:cubicBezTo>
                    <a:cubicBezTo>
                      <a:pt x="300990" y="467678"/>
                      <a:pt x="313373" y="495300"/>
                      <a:pt x="316230" y="506730"/>
                    </a:cubicBezTo>
                    <a:cubicBezTo>
                      <a:pt x="319088" y="518160"/>
                      <a:pt x="332423" y="507683"/>
                      <a:pt x="338138" y="491490"/>
                    </a:cubicBezTo>
                    <a:cubicBezTo>
                      <a:pt x="342900" y="475298"/>
                      <a:pt x="328613" y="471488"/>
                      <a:pt x="328613" y="453390"/>
                    </a:cubicBezTo>
                    <a:cubicBezTo>
                      <a:pt x="328613" y="435293"/>
                      <a:pt x="302895" y="438150"/>
                      <a:pt x="291465" y="436245"/>
                    </a:cubicBezTo>
                    <a:cubicBezTo>
                      <a:pt x="280035" y="434340"/>
                      <a:pt x="292417" y="406718"/>
                      <a:pt x="280988" y="394335"/>
                    </a:cubicBezTo>
                    <a:cubicBezTo>
                      <a:pt x="269558" y="381953"/>
                      <a:pt x="258127" y="349568"/>
                      <a:pt x="252413" y="326708"/>
                    </a:cubicBezTo>
                    <a:cubicBezTo>
                      <a:pt x="246698" y="303848"/>
                      <a:pt x="216217" y="280035"/>
                      <a:pt x="203835" y="254318"/>
                    </a:cubicBezTo>
                    <a:cubicBezTo>
                      <a:pt x="191452" y="228600"/>
                      <a:pt x="177165" y="208598"/>
                      <a:pt x="168592" y="202883"/>
                    </a:cubicBezTo>
                    <a:cubicBezTo>
                      <a:pt x="160020" y="196215"/>
                      <a:pt x="180975" y="186690"/>
                      <a:pt x="173355" y="177165"/>
                    </a:cubicBezTo>
                    <a:cubicBezTo>
                      <a:pt x="165735" y="167640"/>
                      <a:pt x="153353" y="168593"/>
                      <a:pt x="139065" y="160973"/>
                    </a:cubicBezTo>
                    <a:cubicBezTo>
                      <a:pt x="124778" y="153353"/>
                      <a:pt x="114300" y="140970"/>
                      <a:pt x="114300" y="123825"/>
                    </a:cubicBezTo>
                    <a:cubicBezTo>
                      <a:pt x="114300" y="106680"/>
                      <a:pt x="104775" y="66675"/>
                      <a:pt x="100013" y="53340"/>
                    </a:cubicBezTo>
                    <a:cubicBezTo>
                      <a:pt x="95250" y="40005"/>
                      <a:pt x="110490" y="41910"/>
                      <a:pt x="115253" y="47625"/>
                    </a:cubicBezTo>
                    <a:cubicBezTo>
                      <a:pt x="120015" y="54293"/>
                      <a:pt x="123825" y="60008"/>
                      <a:pt x="130492" y="56198"/>
                    </a:cubicBezTo>
                    <a:cubicBezTo>
                      <a:pt x="137160" y="52388"/>
                      <a:pt x="149542" y="55245"/>
                      <a:pt x="154305" y="66675"/>
                    </a:cubicBezTo>
                    <a:cubicBezTo>
                      <a:pt x="159067" y="78105"/>
                      <a:pt x="176213" y="67628"/>
                      <a:pt x="183833" y="73343"/>
                    </a:cubicBezTo>
                    <a:cubicBezTo>
                      <a:pt x="191452" y="79058"/>
                      <a:pt x="165735" y="84773"/>
                      <a:pt x="191452" y="133350"/>
                    </a:cubicBezTo>
                    <a:cubicBezTo>
                      <a:pt x="217170" y="181928"/>
                      <a:pt x="199073" y="154305"/>
                      <a:pt x="199073" y="187643"/>
                    </a:cubicBezTo>
                    <a:cubicBezTo>
                      <a:pt x="199073" y="220028"/>
                      <a:pt x="214313" y="205740"/>
                      <a:pt x="220027" y="200025"/>
                    </a:cubicBezTo>
                    <a:cubicBezTo>
                      <a:pt x="224790" y="194310"/>
                      <a:pt x="239077" y="210503"/>
                      <a:pt x="251460" y="227648"/>
                    </a:cubicBezTo>
                    <a:cubicBezTo>
                      <a:pt x="263842" y="244793"/>
                      <a:pt x="288608" y="245745"/>
                      <a:pt x="288608" y="255270"/>
                    </a:cubicBezTo>
                    <a:cubicBezTo>
                      <a:pt x="288608" y="264795"/>
                      <a:pt x="293370" y="283845"/>
                      <a:pt x="310515" y="286703"/>
                    </a:cubicBezTo>
                    <a:cubicBezTo>
                      <a:pt x="326708" y="289560"/>
                      <a:pt x="330517" y="309563"/>
                      <a:pt x="340995" y="312420"/>
                    </a:cubicBezTo>
                    <a:cubicBezTo>
                      <a:pt x="351473" y="314325"/>
                      <a:pt x="353377" y="327660"/>
                      <a:pt x="347663" y="340995"/>
                    </a:cubicBezTo>
                    <a:cubicBezTo>
                      <a:pt x="341948" y="354330"/>
                      <a:pt x="347663" y="366713"/>
                      <a:pt x="375285" y="378143"/>
                    </a:cubicBezTo>
                    <a:cubicBezTo>
                      <a:pt x="402908" y="389573"/>
                      <a:pt x="389573" y="391478"/>
                      <a:pt x="411480" y="414338"/>
                    </a:cubicBezTo>
                    <a:cubicBezTo>
                      <a:pt x="433388" y="436245"/>
                      <a:pt x="493395" y="508635"/>
                      <a:pt x="506730" y="528638"/>
                    </a:cubicBezTo>
                    <a:cubicBezTo>
                      <a:pt x="519113" y="548640"/>
                      <a:pt x="523875" y="565785"/>
                      <a:pt x="528638" y="580073"/>
                    </a:cubicBezTo>
                    <a:cubicBezTo>
                      <a:pt x="529590" y="583883"/>
                      <a:pt x="529590" y="587693"/>
                      <a:pt x="528638" y="591503"/>
                    </a:cubicBezTo>
                    <a:cubicBezTo>
                      <a:pt x="545783" y="601028"/>
                      <a:pt x="559118" y="619125"/>
                      <a:pt x="553402" y="642938"/>
                    </a:cubicBezTo>
                    <a:cubicBezTo>
                      <a:pt x="551498" y="649605"/>
                      <a:pt x="552450" y="663893"/>
                      <a:pt x="549593" y="669608"/>
                    </a:cubicBezTo>
                    <a:cubicBezTo>
                      <a:pt x="549593" y="670560"/>
                      <a:pt x="549593" y="670560"/>
                      <a:pt x="550545" y="671513"/>
                    </a:cubicBezTo>
                    <a:cubicBezTo>
                      <a:pt x="567690" y="669608"/>
                      <a:pt x="594360" y="687705"/>
                      <a:pt x="606743" y="698183"/>
                    </a:cubicBezTo>
                    <a:cubicBezTo>
                      <a:pt x="621030" y="711518"/>
                      <a:pt x="631508" y="728663"/>
                      <a:pt x="646748" y="741045"/>
                    </a:cubicBezTo>
                    <a:cubicBezTo>
                      <a:pt x="661988" y="753428"/>
                      <a:pt x="679133" y="756285"/>
                      <a:pt x="697230" y="762953"/>
                    </a:cubicBezTo>
                    <a:cubicBezTo>
                      <a:pt x="720090" y="771525"/>
                      <a:pt x="739140" y="788670"/>
                      <a:pt x="762952" y="797243"/>
                    </a:cubicBezTo>
                    <a:cubicBezTo>
                      <a:pt x="787718" y="805815"/>
                      <a:pt x="814388" y="803910"/>
                      <a:pt x="839152" y="814388"/>
                    </a:cubicBezTo>
                    <a:cubicBezTo>
                      <a:pt x="864870" y="824865"/>
                      <a:pt x="884873" y="847725"/>
                      <a:pt x="906780" y="865823"/>
                    </a:cubicBezTo>
                    <a:cubicBezTo>
                      <a:pt x="922973" y="864870"/>
                      <a:pt x="942023" y="859155"/>
                      <a:pt x="961073" y="850583"/>
                    </a:cubicBezTo>
                    <a:cubicBezTo>
                      <a:pt x="995363" y="835343"/>
                      <a:pt x="1022033" y="854393"/>
                      <a:pt x="1041083" y="862965"/>
                    </a:cubicBezTo>
                    <a:cubicBezTo>
                      <a:pt x="1050608" y="866775"/>
                      <a:pt x="1069658" y="884873"/>
                      <a:pt x="1088708" y="902970"/>
                    </a:cubicBezTo>
                    <a:cubicBezTo>
                      <a:pt x="1105852" y="876300"/>
                      <a:pt x="1122998" y="851535"/>
                      <a:pt x="1124902" y="851535"/>
                    </a:cubicBezTo>
                    <a:cubicBezTo>
                      <a:pt x="1129665" y="850583"/>
                      <a:pt x="1179195" y="857250"/>
                      <a:pt x="1183958" y="844868"/>
                    </a:cubicBezTo>
                    <a:cubicBezTo>
                      <a:pt x="1188720" y="831533"/>
                      <a:pt x="1146810" y="802005"/>
                      <a:pt x="1151573" y="799148"/>
                    </a:cubicBezTo>
                    <a:cubicBezTo>
                      <a:pt x="1156335" y="796290"/>
                      <a:pt x="1158240" y="762953"/>
                      <a:pt x="1165860" y="762953"/>
                    </a:cubicBezTo>
                    <a:cubicBezTo>
                      <a:pt x="1173480" y="762953"/>
                      <a:pt x="1242060" y="764858"/>
                      <a:pt x="1245870" y="762953"/>
                    </a:cubicBezTo>
                    <a:cubicBezTo>
                      <a:pt x="1249680" y="761048"/>
                      <a:pt x="1263015" y="734378"/>
                      <a:pt x="1274445" y="733425"/>
                    </a:cubicBezTo>
                    <a:cubicBezTo>
                      <a:pt x="1279208" y="733425"/>
                      <a:pt x="1287780" y="740093"/>
                      <a:pt x="1295400" y="747713"/>
                    </a:cubicBezTo>
                    <a:cubicBezTo>
                      <a:pt x="1299210" y="743903"/>
                      <a:pt x="1302068" y="739140"/>
                      <a:pt x="1303973" y="733425"/>
                    </a:cubicBezTo>
                    <a:cubicBezTo>
                      <a:pt x="1303020" y="732473"/>
                      <a:pt x="1302068" y="730568"/>
                      <a:pt x="1301115" y="729615"/>
                    </a:cubicBezTo>
                    <a:cubicBezTo>
                      <a:pt x="1294448" y="718185"/>
                      <a:pt x="1294448" y="706755"/>
                      <a:pt x="1296352" y="694373"/>
                    </a:cubicBezTo>
                    <a:cubicBezTo>
                      <a:pt x="1297305" y="688658"/>
                      <a:pt x="1299210" y="682943"/>
                      <a:pt x="1300163" y="677228"/>
                    </a:cubicBezTo>
                    <a:cubicBezTo>
                      <a:pt x="1296352" y="670560"/>
                      <a:pt x="1294448" y="662940"/>
                      <a:pt x="1294448" y="655320"/>
                    </a:cubicBezTo>
                    <a:cubicBezTo>
                      <a:pt x="1293495" y="635318"/>
                      <a:pt x="1309688" y="617220"/>
                      <a:pt x="1327785" y="611505"/>
                    </a:cubicBezTo>
                    <a:cubicBezTo>
                      <a:pt x="1332548" y="604838"/>
                      <a:pt x="1339215" y="599123"/>
                      <a:pt x="1346835" y="595313"/>
                    </a:cubicBezTo>
                    <a:cubicBezTo>
                      <a:pt x="1342073" y="595313"/>
                      <a:pt x="1342073" y="594360"/>
                      <a:pt x="1341120" y="59245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69" name="Freeform: Shape 245">
                <a:extLst>
                  <a:ext uri="{FF2B5EF4-FFF2-40B4-BE49-F238E27FC236}">
                    <a16:creationId xmlns:a16="http://schemas.microsoft.com/office/drawing/2014/main" id="{1A191AFD-E4EB-27DC-CEEF-85EE008D62FF}"/>
                  </a:ext>
                </a:extLst>
              </p:cNvPr>
              <p:cNvSpPr/>
              <p:nvPr/>
            </p:nvSpPr>
            <p:spPr>
              <a:xfrm>
                <a:off x="3734226" y="3877252"/>
                <a:ext cx="92686" cy="97565"/>
              </a:xfrm>
              <a:custGeom>
                <a:avLst/>
                <a:gdLst>
                  <a:gd name="connsiteX0" fmla="*/ 165735 w 180975"/>
                  <a:gd name="connsiteY0" fmla="*/ 132397 h 190500"/>
                  <a:gd name="connsiteX1" fmla="*/ 189548 w 180975"/>
                  <a:gd name="connsiteY1" fmla="*/ 105728 h 190500"/>
                  <a:gd name="connsiteX2" fmla="*/ 171450 w 180975"/>
                  <a:gd name="connsiteY2" fmla="*/ 94297 h 190500"/>
                  <a:gd name="connsiteX3" fmla="*/ 149543 w 180975"/>
                  <a:gd name="connsiteY3" fmla="*/ 97155 h 190500"/>
                  <a:gd name="connsiteX4" fmla="*/ 151448 w 180975"/>
                  <a:gd name="connsiteY4" fmla="*/ 953 h 190500"/>
                  <a:gd name="connsiteX5" fmla="*/ 77153 w 180975"/>
                  <a:gd name="connsiteY5" fmla="*/ 0 h 190500"/>
                  <a:gd name="connsiteX6" fmla="*/ 62865 w 180975"/>
                  <a:gd name="connsiteY6" fmla="*/ 36195 h 190500"/>
                  <a:gd name="connsiteX7" fmla="*/ 95250 w 180975"/>
                  <a:gd name="connsiteY7" fmla="*/ 81915 h 190500"/>
                  <a:gd name="connsiteX8" fmla="*/ 36195 w 180975"/>
                  <a:gd name="connsiteY8" fmla="*/ 88582 h 190500"/>
                  <a:gd name="connsiteX9" fmla="*/ 0 w 180975"/>
                  <a:gd name="connsiteY9" fmla="*/ 140017 h 190500"/>
                  <a:gd name="connsiteX10" fmla="*/ 48578 w 180975"/>
                  <a:gd name="connsiteY10" fmla="*/ 184785 h 190500"/>
                  <a:gd name="connsiteX11" fmla="*/ 110490 w 180975"/>
                  <a:gd name="connsiteY11" fmla="*/ 196215 h 190500"/>
                  <a:gd name="connsiteX12" fmla="*/ 111443 w 180975"/>
                  <a:gd name="connsiteY12" fmla="*/ 197167 h 190500"/>
                  <a:gd name="connsiteX13" fmla="*/ 142875 w 180975"/>
                  <a:gd name="connsiteY13" fmla="*/ 168592 h 190500"/>
                  <a:gd name="connsiteX14" fmla="*/ 165735 w 180975"/>
                  <a:gd name="connsiteY14" fmla="*/ 132397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0975" h="190500">
                    <a:moveTo>
                      <a:pt x="165735" y="132397"/>
                    </a:moveTo>
                    <a:cubicBezTo>
                      <a:pt x="175260" y="123825"/>
                      <a:pt x="183833" y="114300"/>
                      <a:pt x="189548" y="105728"/>
                    </a:cubicBezTo>
                    <a:cubicBezTo>
                      <a:pt x="174308" y="114300"/>
                      <a:pt x="169545" y="105728"/>
                      <a:pt x="171450" y="94297"/>
                    </a:cubicBezTo>
                    <a:lnTo>
                      <a:pt x="149543" y="97155"/>
                    </a:lnTo>
                    <a:lnTo>
                      <a:pt x="151448" y="953"/>
                    </a:lnTo>
                    <a:cubicBezTo>
                      <a:pt x="133350" y="1905"/>
                      <a:pt x="83820" y="0"/>
                      <a:pt x="77153" y="0"/>
                    </a:cubicBezTo>
                    <a:cubicBezTo>
                      <a:pt x="69533" y="0"/>
                      <a:pt x="67628" y="32385"/>
                      <a:pt x="62865" y="36195"/>
                    </a:cubicBezTo>
                    <a:cubicBezTo>
                      <a:pt x="58103" y="39053"/>
                      <a:pt x="100013" y="68580"/>
                      <a:pt x="95250" y="81915"/>
                    </a:cubicBezTo>
                    <a:cubicBezTo>
                      <a:pt x="90488" y="95250"/>
                      <a:pt x="40958" y="87630"/>
                      <a:pt x="36195" y="88582"/>
                    </a:cubicBezTo>
                    <a:cubicBezTo>
                      <a:pt x="34290" y="89535"/>
                      <a:pt x="17145" y="113347"/>
                      <a:pt x="0" y="140017"/>
                    </a:cubicBezTo>
                    <a:cubicBezTo>
                      <a:pt x="19050" y="159067"/>
                      <a:pt x="39053" y="178117"/>
                      <a:pt x="48578" y="184785"/>
                    </a:cubicBezTo>
                    <a:cubicBezTo>
                      <a:pt x="67628" y="197167"/>
                      <a:pt x="97155" y="183832"/>
                      <a:pt x="110490" y="196215"/>
                    </a:cubicBezTo>
                    <a:cubicBezTo>
                      <a:pt x="110490" y="196215"/>
                      <a:pt x="111443" y="197167"/>
                      <a:pt x="111443" y="197167"/>
                    </a:cubicBezTo>
                    <a:cubicBezTo>
                      <a:pt x="124778" y="183832"/>
                      <a:pt x="138113" y="170497"/>
                      <a:pt x="142875" y="168592"/>
                    </a:cubicBezTo>
                    <a:cubicBezTo>
                      <a:pt x="153353" y="167640"/>
                      <a:pt x="145733" y="149542"/>
                      <a:pt x="165735" y="132397"/>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70" name="Freeform: Shape 246">
                <a:extLst>
                  <a:ext uri="{FF2B5EF4-FFF2-40B4-BE49-F238E27FC236}">
                    <a16:creationId xmlns:a16="http://schemas.microsoft.com/office/drawing/2014/main" id="{EEEE85F3-DD27-F3ED-4356-3F0574901521}"/>
                  </a:ext>
                </a:extLst>
              </p:cNvPr>
              <p:cNvSpPr/>
              <p:nvPr/>
            </p:nvSpPr>
            <p:spPr>
              <a:xfrm>
                <a:off x="3810814" y="3863105"/>
                <a:ext cx="29270" cy="63417"/>
              </a:xfrm>
              <a:custGeom>
                <a:avLst/>
                <a:gdLst>
                  <a:gd name="connsiteX0" fmla="*/ 8572 w 57150"/>
                  <a:gd name="connsiteY0" fmla="*/ 28575 h 123825"/>
                  <a:gd name="connsiteX1" fmla="*/ 1905 w 57150"/>
                  <a:gd name="connsiteY1" fmla="*/ 29527 h 123825"/>
                  <a:gd name="connsiteX2" fmla="*/ 0 w 57150"/>
                  <a:gd name="connsiteY2" fmla="*/ 125730 h 123825"/>
                  <a:gd name="connsiteX3" fmla="*/ 21907 w 57150"/>
                  <a:gd name="connsiteY3" fmla="*/ 122872 h 123825"/>
                  <a:gd name="connsiteX4" fmla="*/ 36195 w 57150"/>
                  <a:gd name="connsiteY4" fmla="*/ 99060 h 123825"/>
                  <a:gd name="connsiteX5" fmla="*/ 47625 w 57150"/>
                  <a:gd name="connsiteY5" fmla="*/ 20002 h 123825"/>
                  <a:gd name="connsiteX6" fmla="*/ 57150 w 57150"/>
                  <a:gd name="connsiteY6" fmla="*/ 14288 h 123825"/>
                  <a:gd name="connsiteX7" fmla="*/ 36195 w 57150"/>
                  <a:gd name="connsiteY7" fmla="*/ 0 h 123825"/>
                  <a:gd name="connsiteX8" fmla="*/ 8572 w 57150"/>
                  <a:gd name="connsiteY8" fmla="*/ 2857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 h="123825">
                    <a:moveTo>
                      <a:pt x="8572" y="28575"/>
                    </a:moveTo>
                    <a:cubicBezTo>
                      <a:pt x="7620" y="28575"/>
                      <a:pt x="5715" y="29527"/>
                      <a:pt x="1905" y="29527"/>
                    </a:cubicBezTo>
                    <a:lnTo>
                      <a:pt x="0" y="125730"/>
                    </a:lnTo>
                    <a:lnTo>
                      <a:pt x="21907" y="122872"/>
                    </a:lnTo>
                    <a:cubicBezTo>
                      <a:pt x="23813" y="114300"/>
                      <a:pt x="28575" y="104775"/>
                      <a:pt x="36195" y="99060"/>
                    </a:cubicBezTo>
                    <a:cubicBezTo>
                      <a:pt x="54293" y="83820"/>
                      <a:pt x="27622" y="24765"/>
                      <a:pt x="47625" y="20002"/>
                    </a:cubicBezTo>
                    <a:cubicBezTo>
                      <a:pt x="51435" y="19050"/>
                      <a:pt x="54293" y="17145"/>
                      <a:pt x="57150" y="14288"/>
                    </a:cubicBezTo>
                    <a:cubicBezTo>
                      <a:pt x="49530" y="6667"/>
                      <a:pt x="41910" y="0"/>
                      <a:pt x="36195" y="0"/>
                    </a:cubicBezTo>
                    <a:cubicBezTo>
                      <a:pt x="25718" y="0"/>
                      <a:pt x="12382" y="26670"/>
                      <a:pt x="8572" y="2857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71" name="Freeform: Shape 247">
                <a:extLst>
                  <a:ext uri="{FF2B5EF4-FFF2-40B4-BE49-F238E27FC236}">
                    <a16:creationId xmlns:a16="http://schemas.microsoft.com/office/drawing/2014/main" id="{7114C2CC-2373-25FB-B849-A21C8E41E33D}"/>
                  </a:ext>
                </a:extLst>
              </p:cNvPr>
              <p:cNvSpPr/>
              <p:nvPr/>
            </p:nvSpPr>
            <p:spPr>
              <a:xfrm>
                <a:off x="4145297" y="3819462"/>
                <a:ext cx="63417" cy="53661"/>
              </a:xfrm>
              <a:custGeom>
                <a:avLst/>
                <a:gdLst>
                  <a:gd name="connsiteX0" fmla="*/ 57465 w 123825"/>
                  <a:gd name="connsiteY0" fmla="*/ 3301 h 104775"/>
                  <a:gd name="connsiteX1" fmla="*/ 86993 w 123825"/>
                  <a:gd name="connsiteY1" fmla="*/ 69023 h 104775"/>
                  <a:gd name="connsiteX2" fmla="*/ 315 w 123825"/>
                  <a:gd name="connsiteY2" fmla="*/ 86168 h 104775"/>
                  <a:gd name="connsiteX3" fmla="*/ 57465 w 123825"/>
                  <a:gd name="connsiteY3" fmla="*/ 101408 h 104775"/>
                  <a:gd name="connsiteX4" fmla="*/ 118425 w 123825"/>
                  <a:gd name="connsiteY4" fmla="*/ 109980 h 104775"/>
                  <a:gd name="connsiteX5" fmla="*/ 126997 w 123825"/>
                  <a:gd name="connsiteY5" fmla="*/ 17588 h 104775"/>
                  <a:gd name="connsiteX6" fmla="*/ 57465 w 123825"/>
                  <a:gd name="connsiteY6" fmla="*/ 3301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25" h="104775">
                    <a:moveTo>
                      <a:pt x="57465" y="3301"/>
                    </a:moveTo>
                    <a:cubicBezTo>
                      <a:pt x="37462" y="18541"/>
                      <a:pt x="86993" y="49973"/>
                      <a:pt x="86993" y="69023"/>
                    </a:cubicBezTo>
                    <a:cubicBezTo>
                      <a:pt x="86993" y="88073"/>
                      <a:pt x="7935" y="65213"/>
                      <a:pt x="315" y="86168"/>
                    </a:cubicBezTo>
                    <a:cubicBezTo>
                      <a:pt x="-3495" y="96645"/>
                      <a:pt x="27937" y="111885"/>
                      <a:pt x="57465" y="101408"/>
                    </a:cubicBezTo>
                    <a:cubicBezTo>
                      <a:pt x="85087" y="91883"/>
                      <a:pt x="103185" y="101408"/>
                      <a:pt x="118425" y="109980"/>
                    </a:cubicBezTo>
                    <a:cubicBezTo>
                      <a:pt x="120330" y="77595"/>
                      <a:pt x="124140" y="41401"/>
                      <a:pt x="126997" y="17588"/>
                    </a:cubicBezTo>
                    <a:cubicBezTo>
                      <a:pt x="103185" y="9968"/>
                      <a:pt x="71753" y="-7177"/>
                      <a:pt x="57465" y="3301"/>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72" name="Freeform: Shape 248">
                <a:extLst>
                  <a:ext uri="{FF2B5EF4-FFF2-40B4-BE49-F238E27FC236}">
                    <a16:creationId xmlns:a16="http://schemas.microsoft.com/office/drawing/2014/main" id="{B5C4F8F9-928C-90FA-2C35-D470296827EB}"/>
                  </a:ext>
                </a:extLst>
              </p:cNvPr>
              <p:cNvSpPr/>
              <p:nvPr/>
            </p:nvSpPr>
            <p:spPr>
              <a:xfrm>
                <a:off x="4206924" y="3827494"/>
                <a:ext cx="73173" cy="48782"/>
              </a:xfrm>
              <a:custGeom>
                <a:avLst/>
                <a:gdLst>
                  <a:gd name="connsiteX0" fmla="*/ 57150 w 142875"/>
                  <a:gd name="connsiteY0" fmla="*/ 74295 h 95250"/>
                  <a:gd name="connsiteX1" fmla="*/ 149542 w 142875"/>
                  <a:gd name="connsiteY1" fmla="*/ 55245 h 95250"/>
                  <a:gd name="connsiteX2" fmla="*/ 32385 w 142875"/>
                  <a:gd name="connsiteY2" fmla="*/ 1905 h 95250"/>
                  <a:gd name="connsiteX3" fmla="*/ 8572 w 142875"/>
                  <a:gd name="connsiteY3" fmla="*/ 0 h 95250"/>
                  <a:gd name="connsiteX4" fmla="*/ 0 w 142875"/>
                  <a:gd name="connsiteY4" fmla="*/ 92393 h 95250"/>
                  <a:gd name="connsiteX5" fmla="*/ 3810 w 142875"/>
                  <a:gd name="connsiteY5" fmla="*/ 94297 h 95250"/>
                  <a:gd name="connsiteX6" fmla="*/ 57150 w 142875"/>
                  <a:gd name="connsiteY6" fmla="*/ 742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95250">
                    <a:moveTo>
                      <a:pt x="57150" y="74295"/>
                    </a:moveTo>
                    <a:cubicBezTo>
                      <a:pt x="92392" y="61913"/>
                      <a:pt x="149542" y="84772"/>
                      <a:pt x="149542" y="55245"/>
                    </a:cubicBezTo>
                    <a:cubicBezTo>
                      <a:pt x="149542" y="25718"/>
                      <a:pt x="55245" y="-5715"/>
                      <a:pt x="32385" y="1905"/>
                    </a:cubicBezTo>
                    <a:cubicBezTo>
                      <a:pt x="25717" y="3810"/>
                      <a:pt x="17145" y="2858"/>
                      <a:pt x="8572" y="0"/>
                    </a:cubicBezTo>
                    <a:cubicBezTo>
                      <a:pt x="5715" y="24765"/>
                      <a:pt x="1905" y="60960"/>
                      <a:pt x="0" y="92393"/>
                    </a:cubicBezTo>
                    <a:cubicBezTo>
                      <a:pt x="952" y="93345"/>
                      <a:pt x="1905" y="93345"/>
                      <a:pt x="3810" y="94297"/>
                    </a:cubicBezTo>
                    <a:cubicBezTo>
                      <a:pt x="18097" y="103822"/>
                      <a:pt x="21907" y="87630"/>
                      <a:pt x="57150" y="7429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73" name="Freeform: Shape 249">
                <a:extLst>
                  <a:ext uri="{FF2B5EF4-FFF2-40B4-BE49-F238E27FC236}">
                    <a16:creationId xmlns:a16="http://schemas.microsoft.com/office/drawing/2014/main" id="{2E1C0B5F-45CC-E7F6-800B-5B7719531F2B}"/>
                  </a:ext>
                </a:extLst>
              </p:cNvPr>
              <p:cNvSpPr/>
              <p:nvPr/>
            </p:nvSpPr>
            <p:spPr>
              <a:xfrm>
                <a:off x="3851569" y="3949449"/>
                <a:ext cx="87809" cy="102443"/>
              </a:xfrm>
              <a:custGeom>
                <a:avLst/>
                <a:gdLst>
                  <a:gd name="connsiteX0" fmla="*/ 164263 w 171450"/>
                  <a:gd name="connsiteY0" fmla="*/ 157163 h 200025"/>
                  <a:gd name="connsiteX1" fmla="*/ 162358 w 171450"/>
                  <a:gd name="connsiteY1" fmla="*/ 140017 h 200025"/>
                  <a:gd name="connsiteX2" fmla="*/ 167120 w 171450"/>
                  <a:gd name="connsiteY2" fmla="*/ 84772 h 200025"/>
                  <a:gd name="connsiteX3" fmla="*/ 165215 w 171450"/>
                  <a:gd name="connsiteY3" fmla="*/ 35243 h 200025"/>
                  <a:gd name="connsiteX4" fmla="*/ 169025 w 171450"/>
                  <a:gd name="connsiteY4" fmla="*/ 11430 h 200025"/>
                  <a:gd name="connsiteX5" fmla="*/ 174740 w 171450"/>
                  <a:gd name="connsiteY5" fmla="*/ 0 h 200025"/>
                  <a:gd name="connsiteX6" fmla="*/ 135688 w 171450"/>
                  <a:gd name="connsiteY6" fmla="*/ 20955 h 200025"/>
                  <a:gd name="connsiteX7" fmla="*/ 92825 w 171450"/>
                  <a:gd name="connsiteY7" fmla="*/ 31433 h 200025"/>
                  <a:gd name="connsiteX8" fmla="*/ 44248 w 171450"/>
                  <a:gd name="connsiteY8" fmla="*/ 54293 h 200025"/>
                  <a:gd name="connsiteX9" fmla="*/ 29960 w 171450"/>
                  <a:gd name="connsiteY9" fmla="*/ 83820 h 200025"/>
                  <a:gd name="connsiteX10" fmla="*/ 16625 w 171450"/>
                  <a:gd name="connsiteY10" fmla="*/ 97155 h 200025"/>
                  <a:gd name="connsiteX11" fmla="*/ 433 w 171450"/>
                  <a:gd name="connsiteY11" fmla="*/ 100965 h 200025"/>
                  <a:gd name="connsiteX12" fmla="*/ 7100 w 171450"/>
                  <a:gd name="connsiteY12" fmla="*/ 119063 h 200025"/>
                  <a:gd name="connsiteX13" fmla="*/ 61393 w 171450"/>
                  <a:gd name="connsiteY13" fmla="*/ 175260 h 200025"/>
                  <a:gd name="connsiteX14" fmla="*/ 76633 w 171450"/>
                  <a:gd name="connsiteY14" fmla="*/ 194310 h 200025"/>
                  <a:gd name="connsiteX15" fmla="*/ 101398 w 171450"/>
                  <a:gd name="connsiteY15" fmla="*/ 196215 h 200025"/>
                  <a:gd name="connsiteX16" fmla="*/ 145213 w 171450"/>
                  <a:gd name="connsiteY16" fmla="*/ 203835 h 200025"/>
                  <a:gd name="connsiteX17" fmla="*/ 167120 w 171450"/>
                  <a:gd name="connsiteY17" fmla="*/ 206692 h 200025"/>
                  <a:gd name="connsiteX18" fmla="*/ 161405 w 171450"/>
                  <a:gd name="connsiteY18" fmla="*/ 196215 h 200025"/>
                  <a:gd name="connsiteX19" fmla="*/ 164263 w 171450"/>
                  <a:gd name="connsiteY19" fmla="*/ 157163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200025">
                    <a:moveTo>
                      <a:pt x="164263" y="157163"/>
                    </a:moveTo>
                    <a:cubicBezTo>
                      <a:pt x="162358" y="152400"/>
                      <a:pt x="162358" y="146685"/>
                      <a:pt x="162358" y="140017"/>
                    </a:cubicBezTo>
                    <a:cubicBezTo>
                      <a:pt x="163310" y="121920"/>
                      <a:pt x="165215" y="103822"/>
                      <a:pt x="167120" y="84772"/>
                    </a:cubicBezTo>
                    <a:cubicBezTo>
                      <a:pt x="157595" y="70485"/>
                      <a:pt x="155690" y="51435"/>
                      <a:pt x="165215" y="35243"/>
                    </a:cubicBezTo>
                    <a:cubicBezTo>
                      <a:pt x="165215" y="27622"/>
                      <a:pt x="166168" y="19050"/>
                      <a:pt x="169025" y="11430"/>
                    </a:cubicBezTo>
                    <a:cubicBezTo>
                      <a:pt x="169978" y="7620"/>
                      <a:pt x="171883" y="3810"/>
                      <a:pt x="174740" y="0"/>
                    </a:cubicBezTo>
                    <a:cubicBezTo>
                      <a:pt x="157595" y="5715"/>
                      <a:pt x="141403" y="20003"/>
                      <a:pt x="135688" y="20955"/>
                    </a:cubicBezTo>
                    <a:cubicBezTo>
                      <a:pt x="127115" y="21908"/>
                      <a:pt x="96635" y="13335"/>
                      <a:pt x="92825" y="31433"/>
                    </a:cubicBezTo>
                    <a:cubicBezTo>
                      <a:pt x="89015" y="48578"/>
                      <a:pt x="69965" y="51435"/>
                      <a:pt x="44248" y="54293"/>
                    </a:cubicBezTo>
                    <a:cubicBezTo>
                      <a:pt x="18530" y="56197"/>
                      <a:pt x="31865" y="80010"/>
                      <a:pt x="29960" y="83820"/>
                    </a:cubicBezTo>
                    <a:cubicBezTo>
                      <a:pt x="28055" y="87630"/>
                      <a:pt x="16625" y="97155"/>
                      <a:pt x="16625" y="97155"/>
                    </a:cubicBezTo>
                    <a:lnTo>
                      <a:pt x="433" y="100965"/>
                    </a:lnTo>
                    <a:cubicBezTo>
                      <a:pt x="-520" y="107633"/>
                      <a:pt x="-520" y="114300"/>
                      <a:pt x="7100" y="119063"/>
                    </a:cubicBezTo>
                    <a:cubicBezTo>
                      <a:pt x="22340" y="128588"/>
                      <a:pt x="44248" y="165735"/>
                      <a:pt x="61393" y="175260"/>
                    </a:cubicBezTo>
                    <a:cubicBezTo>
                      <a:pt x="69013" y="180022"/>
                      <a:pt x="74728" y="187642"/>
                      <a:pt x="76633" y="194310"/>
                    </a:cubicBezTo>
                    <a:cubicBezTo>
                      <a:pt x="86158" y="193358"/>
                      <a:pt x="95683" y="193358"/>
                      <a:pt x="101398" y="196215"/>
                    </a:cubicBezTo>
                    <a:cubicBezTo>
                      <a:pt x="110923" y="201930"/>
                      <a:pt x="135688" y="196215"/>
                      <a:pt x="145213" y="203835"/>
                    </a:cubicBezTo>
                    <a:cubicBezTo>
                      <a:pt x="149975" y="207645"/>
                      <a:pt x="157595" y="207645"/>
                      <a:pt x="167120" y="206692"/>
                    </a:cubicBezTo>
                    <a:cubicBezTo>
                      <a:pt x="164263" y="201930"/>
                      <a:pt x="162358" y="199072"/>
                      <a:pt x="161405" y="196215"/>
                    </a:cubicBezTo>
                    <a:cubicBezTo>
                      <a:pt x="156643" y="187642"/>
                      <a:pt x="159500" y="172403"/>
                      <a:pt x="164263" y="15716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74" name="Freeform: Shape 250">
                <a:extLst>
                  <a:ext uri="{FF2B5EF4-FFF2-40B4-BE49-F238E27FC236}">
                    <a16:creationId xmlns:a16="http://schemas.microsoft.com/office/drawing/2014/main" id="{B76C3D27-1055-4849-68D3-286C9B1A03CD}"/>
                  </a:ext>
                </a:extLst>
              </p:cNvPr>
              <p:cNvSpPr/>
              <p:nvPr/>
            </p:nvSpPr>
            <p:spPr>
              <a:xfrm>
                <a:off x="4160694" y="4195198"/>
                <a:ext cx="887835" cy="995156"/>
              </a:xfrm>
              <a:custGeom>
                <a:avLst/>
                <a:gdLst>
                  <a:gd name="connsiteX0" fmla="*/ 1725709 w 1733550"/>
                  <a:gd name="connsiteY0" fmla="*/ 546003 h 1943100"/>
                  <a:gd name="connsiteX1" fmla="*/ 1683799 w 1733550"/>
                  <a:gd name="connsiteY1" fmla="*/ 495521 h 1943100"/>
                  <a:gd name="connsiteX2" fmla="*/ 1584738 w 1733550"/>
                  <a:gd name="connsiteY2" fmla="*/ 434561 h 1943100"/>
                  <a:gd name="connsiteX3" fmla="*/ 1455199 w 1733550"/>
                  <a:gd name="connsiteY3" fmla="*/ 390746 h 1943100"/>
                  <a:gd name="connsiteX4" fmla="*/ 1408526 w 1733550"/>
                  <a:gd name="connsiteY4" fmla="*/ 385983 h 1943100"/>
                  <a:gd name="connsiteX5" fmla="*/ 1341851 w 1733550"/>
                  <a:gd name="connsiteY5" fmla="*/ 394556 h 1943100"/>
                  <a:gd name="connsiteX6" fmla="*/ 1326611 w 1733550"/>
                  <a:gd name="connsiteY6" fmla="*/ 387889 h 1943100"/>
                  <a:gd name="connsiteX7" fmla="*/ 1310418 w 1733550"/>
                  <a:gd name="connsiteY7" fmla="*/ 399319 h 1943100"/>
                  <a:gd name="connsiteX8" fmla="*/ 1314229 w 1733550"/>
                  <a:gd name="connsiteY8" fmla="*/ 373601 h 1943100"/>
                  <a:gd name="connsiteX9" fmla="*/ 1314229 w 1733550"/>
                  <a:gd name="connsiteY9" fmla="*/ 373601 h 1943100"/>
                  <a:gd name="connsiteX10" fmla="*/ 1308513 w 1733550"/>
                  <a:gd name="connsiteY10" fmla="*/ 356456 h 1943100"/>
                  <a:gd name="connsiteX11" fmla="*/ 1303751 w 1733550"/>
                  <a:gd name="connsiteY11" fmla="*/ 354551 h 1943100"/>
                  <a:gd name="connsiteX12" fmla="*/ 1273271 w 1733550"/>
                  <a:gd name="connsiteY12" fmla="*/ 356456 h 1943100"/>
                  <a:gd name="connsiteX13" fmla="*/ 1155161 w 1733550"/>
                  <a:gd name="connsiteY13" fmla="*/ 303116 h 1943100"/>
                  <a:gd name="connsiteX14" fmla="*/ 1152304 w 1733550"/>
                  <a:gd name="connsiteY14" fmla="*/ 299306 h 1943100"/>
                  <a:gd name="connsiteX15" fmla="*/ 1151351 w 1733550"/>
                  <a:gd name="connsiteY15" fmla="*/ 308831 h 1943100"/>
                  <a:gd name="connsiteX16" fmla="*/ 1119918 w 1733550"/>
                  <a:gd name="connsiteY16" fmla="*/ 331691 h 1943100"/>
                  <a:gd name="connsiteX17" fmla="*/ 1097059 w 1733550"/>
                  <a:gd name="connsiteY17" fmla="*/ 332644 h 1943100"/>
                  <a:gd name="connsiteX18" fmla="*/ 1133254 w 1733550"/>
                  <a:gd name="connsiteY18" fmla="*/ 284066 h 1943100"/>
                  <a:gd name="connsiteX19" fmla="*/ 1095154 w 1733550"/>
                  <a:gd name="connsiteY19" fmla="*/ 264064 h 1943100"/>
                  <a:gd name="connsiteX20" fmla="*/ 1079913 w 1733550"/>
                  <a:gd name="connsiteY20" fmla="*/ 249776 h 1943100"/>
                  <a:gd name="connsiteX21" fmla="*/ 1046576 w 1733550"/>
                  <a:gd name="connsiteY21" fmla="*/ 252633 h 1943100"/>
                  <a:gd name="connsiteX22" fmla="*/ 1018001 w 1733550"/>
                  <a:gd name="connsiteY22" fmla="*/ 289781 h 1943100"/>
                  <a:gd name="connsiteX23" fmla="*/ 1029431 w 1733550"/>
                  <a:gd name="connsiteY23" fmla="*/ 250728 h 1943100"/>
                  <a:gd name="connsiteX24" fmla="*/ 1070388 w 1733550"/>
                  <a:gd name="connsiteY24" fmla="*/ 199294 h 1943100"/>
                  <a:gd name="connsiteX25" fmla="*/ 1033241 w 1733550"/>
                  <a:gd name="connsiteY25" fmla="*/ 154526 h 1943100"/>
                  <a:gd name="connsiteX26" fmla="*/ 987521 w 1733550"/>
                  <a:gd name="connsiteY26" fmla="*/ 107853 h 1943100"/>
                  <a:gd name="connsiteX27" fmla="*/ 992284 w 1733550"/>
                  <a:gd name="connsiteY27" fmla="*/ 64991 h 1943100"/>
                  <a:gd name="connsiteX28" fmla="*/ 992284 w 1733550"/>
                  <a:gd name="connsiteY28" fmla="*/ 64991 h 1943100"/>
                  <a:gd name="connsiteX29" fmla="*/ 954184 w 1733550"/>
                  <a:gd name="connsiteY29" fmla="*/ 124999 h 1943100"/>
                  <a:gd name="connsiteX30" fmla="*/ 907511 w 1733550"/>
                  <a:gd name="connsiteY30" fmla="*/ 146906 h 1943100"/>
                  <a:gd name="connsiteX31" fmla="*/ 863696 w 1733550"/>
                  <a:gd name="connsiteY31" fmla="*/ 132619 h 1943100"/>
                  <a:gd name="connsiteX32" fmla="*/ 814166 w 1733550"/>
                  <a:gd name="connsiteY32" fmla="*/ 130714 h 1943100"/>
                  <a:gd name="connsiteX33" fmla="*/ 796068 w 1733550"/>
                  <a:gd name="connsiteY33" fmla="*/ 161194 h 1943100"/>
                  <a:gd name="connsiteX34" fmla="*/ 742729 w 1733550"/>
                  <a:gd name="connsiteY34" fmla="*/ 159289 h 1943100"/>
                  <a:gd name="connsiteX35" fmla="*/ 719868 w 1733550"/>
                  <a:gd name="connsiteY35" fmla="*/ 170719 h 1943100"/>
                  <a:gd name="connsiteX36" fmla="*/ 690341 w 1733550"/>
                  <a:gd name="connsiteY36" fmla="*/ 182149 h 1943100"/>
                  <a:gd name="connsiteX37" fmla="*/ 642716 w 1733550"/>
                  <a:gd name="connsiteY37" fmla="*/ 165003 h 1943100"/>
                  <a:gd name="connsiteX38" fmla="*/ 633191 w 1733550"/>
                  <a:gd name="connsiteY38" fmla="*/ 80231 h 1943100"/>
                  <a:gd name="connsiteX39" fmla="*/ 629381 w 1733550"/>
                  <a:gd name="connsiteY39" fmla="*/ 40226 h 1943100"/>
                  <a:gd name="connsiteX40" fmla="*/ 611284 w 1733550"/>
                  <a:gd name="connsiteY40" fmla="*/ 221 h 1943100"/>
                  <a:gd name="connsiteX41" fmla="*/ 583661 w 1733550"/>
                  <a:gd name="connsiteY41" fmla="*/ 27844 h 1943100"/>
                  <a:gd name="connsiteX42" fmla="*/ 529368 w 1733550"/>
                  <a:gd name="connsiteY42" fmla="*/ 50703 h 1943100"/>
                  <a:gd name="connsiteX43" fmla="*/ 498889 w 1733550"/>
                  <a:gd name="connsiteY43" fmla="*/ 69753 h 1943100"/>
                  <a:gd name="connsiteX44" fmla="*/ 481743 w 1733550"/>
                  <a:gd name="connsiteY44" fmla="*/ 68801 h 1943100"/>
                  <a:gd name="connsiteX45" fmla="*/ 443643 w 1733550"/>
                  <a:gd name="connsiteY45" fmla="*/ 54514 h 1943100"/>
                  <a:gd name="connsiteX46" fmla="*/ 414116 w 1733550"/>
                  <a:gd name="connsiteY46" fmla="*/ 60228 h 1943100"/>
                  <a:gd name="connsiteX47" fmla="*/ 431261 w 1733550"/>
                  <a:gd name="connsiteY47" fmla="*/ 96424 h 1943100"/>
                  <a:gd name="connsiteX48" fmla="*/ 443643 w 1733550"/>
                  <a:gd name="connsiteY48" fmla="*/ 126903 h 1943100"/>
                  <a:gd name="connsiteX49" fmla="*/ 466504 w 1733550"/>
                  <a:gd name="connsiteY49" fmla="*/ 132619 h 1943100"/>
                  <a:gd name="connsiteX50" fmla="*/ 460789 w 1733550"/>
                  <a:gd name="connsiteY50" fmla="*/ 152621 h 1943100"/>
                  <a:gd name="connsiteX51" fmla="*/ 436024 w 1733550"/>
                  <a:gd name="connsiteY51" fmla="*/ 178339 h 1943100"/>
                  <a:gd name="connsiteX52" fmla="*/ 406496 w 1733550"/>
                  <a:gd name="connsiteY52" fmla="*/ 194531 h 1943100"/>
                  <a:gd name="connsiteX53" fmla="*/ 376016 w 1733550"/>
                  <a:gd name="connsiteY53" fmla="*/ 211676 h 1943100"/>
                  <a:gd name="connsiteX54" fmla="*/ 352204 w 1733550"/>
                  <a:gd name="connsiteY54" fmla="*/ 216439 h 1943100"/>
                  <a:gd name="connsiteX55" fmla="*/ 325534 w 1733550"/>
                  <a:gd name="connsiteY55" fmla="*/ 205008 h 1943100"/>
                  <a:gd name="connsiteX56" fmla="*/ 292196 w 1733550"/>
                  <a:gd name="connsiteY56" fmla="*/ 156431 h 1943100"/>
                  <a:gd name="connsiteX57" fmla="*/ 249333 w 1733550"/>
                  <a:gd name="connsiteY57" fmla="*/ 169766 h 1943100"/>
                  <a:gd name="connsiteX58" fmla="*/ 182658 w 1733550"/>
                  <a:gd name="connsiteY58" fmla="*/ 175481 h 1943100"/>
                  <a:gd name="connsiteX59" fmla="*/ 194089 w 1733550"/>
                  <a:gd name="connsiteY59" fmla="*/ 202151 h 1943100"/>
                  <a:gd name="connsiteX60" fmla="*/ 202661 w 1733550"/>
                  <a:gd name="connsiteY60" fmla="*/ 222153 h 1943100"/>
                  <a:gd name="connsiteX61" fmla="*/ 172181 w 1733550"/>
                  <a:gd name="connsiteY61" fmla="*/ 247871 h 1943100"/>
                  <a:gd name="connsiteX62" fmla="*/ 200756 w 1733550"/>
                  <a:gd name="connsiteY62" fmla="*/ 325024 h 1943100"/>
                  <a:gd name="connsiteX63" fmla="*/ 191231 w 1733550"/>
                  <a:gd name="connsiteY63" fmla="*/ 389794 h 1943100"/>
                  <a:gd name="connsiteX64" fmla="*/ 174086 w 1733550"/>
                  <a:gd name="connsiteY64" fmla="*/ 454564 h 1943100"/>
                  <a:gd name="connsiteX65" fmla="*/ 135986 w 1733550"/>
                  <a:gd name="connsiteY65" fmla="*/ 457421 h 1943100"/>
                  <a:gd name="connsiteX66" fmla="*/ 82646 w 1733550"/>
                  <a:gd name="connsiteY66" fmla="*/ 478376 h 1943100"/>
                  <a:gd name="connsiteX67" fmla="*/ 43593 w 1733550"/>
                  <a:gd name="connsiteY67" fmla="*/ 506951 h 1943100"/>
                  <a:gd name="connsiteX68" fmla="*/ 29306 w 1733550"/>
                  <a:gd name="connsiteY68" fmla="*/ 551719 h 1943100"/>
                  <a:gd name="connsiteX69" fmla="*/ 9304 w 1733550"/>
                  <a:gd name="connsiteY69" fmla="*/ 577436 h 1943100"/>
                  <a:gd name="connsiteX70" fmla="*/ 2636 w 1733550"/>
                  <a:gd name="connsiteY70" fmla="*/ 608869 h 1943100"/>
                  <a:gd name="connsiteX71" fmla="*/ 14066 w 1733550"/>
                  <a:gd name="connsiteY71" fmla="*/ 649826 h 1943100"/>
                  <a:gd name="connsiteX72" fmla="*/ 32164 w 1733550"/>
                  <a:gd name="connsiteY72" fmla="*/ 690783 h 1943100"/>
                  <a:gd name="connsiteX73" fmla="*/ 54071 w 1733550"/>
                  <a:gd name="connsiteY73" fmla="*/ 708881 h 1943100"/>
                  <a:gd name="connsiteX74" fmla="*/ 77883 w 1733550"/>
                  <a:gd name="connsiteY74" fmla="*/ 735551 h 1943100"/>
                  <a:gd name="connsiteX75" fmla="*/ 124556 w 1733550"/>
                  <a:gd name="connsiteY75" fmla="*/ 728883 h 1943100"/>
                  <a:gd name="connsiteX76" fmla="*/ 144558 w 1733550"/>
                  <a:gd name="connsiteY76" fmla="*/ 725074 h 1943100"/>
                  <a:gd name="connsiteX77" fmla="*/ 155036 w 1733550"/>
                  <a:gd name="connsiteY77" fmla="*/ 786986 h 1943100"/>
                  <a:gd name="connsiteX78" fmla="*/ 212186 w 1733550"/>
                  <a:gd name="connsiteY78" fmla="*/ 787939 h 1943100"/>
                  <a:gd name="connsiteX79" fmla="*/ 250286 w 1733550"/>
                  <a:gd name="connsiteY79" fmla="*/ 778414 h 1943100"/>
                  <a:gd name="connsiteX80" fmla="*/ 288386 w 1733550"/>
                  <a:gd name="connsiteY80" fmla="*/ 757458 h 1943100"/>
                  <a:gd name="connsiteX81" fmla="*/ 340774 w 1733550"/>
                  <a:gd name="connsiteY81" fmla="*/ 731741 h 1943100"/>
                  <a:gd name="connsiteX82" fmla="*/ 382684 w 1733550"/>
                  <a:gd name="connsiteY82" fmla="*/ 734599 h 1943100"/>
                  <a:gd name="connsiteX83" fmla="*/ 396971 w 1733550"/>
                  <a:gd name="connsiteY83" fmla="*/ 827944 h 1943100"/>
                  <a:gd name="connsiteX84" fmla="*/ 449359 w 1733550"/>
                  <a:gd name="connsiteY84" fmla="*/ 862233 h 1943100"/>
                  <a:gd name="connsiteX85" fmla="*/ 480791 w 1733550"/>
                  <a:gd name="connsiteY85" fmla="*/ 868901 h 1943100"/>
                  <a:gd name="connsiteX86" fmla="*/ 498889 w 1733550"/>
                  <a:gd name="connsiteY86" fmla="*/ 886046 h 1943100"/>
                  <a:gd name="connsiteX87" fmla="*/ 535084 w 1733550"/>
                  <a:gd name="connsiteY87" fmla="*/ 904144 h 1943100"/>
                  <a:gd name="connsiteX88" fmla="*/ 583661 w 1733550"/>
                  <a:gd name="connsiteY88" fmla="*/ 915574 h 1943100"/>
                  <a:gd name="connsiteX89" fmla="*/ 600806 w 1733550"/>
                  <a:gd name="connsiteY89" fmla="*/ 947958 h 1943100"/>
                  <a:gd name="connsiteX90" fmla="*/ 607474 w 1733550"/>
                  <a:gd name="connsiteY90" fmla="*/ 985106 h 1943100"/>
                  <a:gd name="connsiteX91" fmla="*/ 612236 w 1733550"/>
                  <a:gd name="connsiteY91" fmla="*/ 1024158 h 1943100"/>
                  <a:gd name="connsiteX92" fmla="*/ 660814 w 1733550"/>
                  <a:gd name="connsiteY92" fmla="*/ 1047971 h 1943100"/>
                  <a:gd name="connsiteX93" fmla="*/ 697009 w 1733550"/>
                  <a:gd name="connsiteY93" fmla="*/ 1071783 h 1943100"/>
                  <a:gd name="connsiteX94" fmla="*/ 722726 w 1733550"/>
                  <a:gd name="connsiteY94" fmla="*/ 1118456 h 1943100"/>
                  <a:gd name="connsiteX95" fmla="*/ 717963 w 1733550"/>
                  <a:gd name="connsiteY95" fmla="*/ 1180369 h 1943100"/>
                  <a:gd name="connsiteX96" fmla="*/ 704629 w 1733550"/>
                  <a:gd name="connsiteY96" fmla="*/ 1212753 h 1943100"/>
                  <a:gd name="connsiteX97" fmla="*/ 706534 w 1733550"/>
                  <a:gd name="connsiteY97" fmla="*/ 1238471 h 1943100"/>
                  <a:gd name="connsiteX98" fmla="*/ 714154 w 1733550"/>
                  <a:gd name="connsiteY98" fmla="*/ 1297526 h 1943100"/>
                  <a:gd name="connsiteX99" fmla="*/ 737013 w 1733550"/>
                  <a:gd name="connsiteY99" fmla="*/ 1336578 h 1943100"/>
                  <a:gd name="connsiteX100" fmla="*/ 775113 w 1733550"/>
                  <a:gd name="connsiteY100" fmla="*/ 1340389 h 1943100"/>
                  <a:gd name="connsiteX101" fmla="*/ 805593 w 1733550"/>
                  <a:gd name="connsiteY101" fmla="*/ 1380394 h 1943100"/>
                  <a:gd name="connsiteX102" fmla="*/ 826549 w 1733550"/>
                  <a:gd name="connsiteY102" fmla="*/ 1433733 h 1943100"/>
                  <a:gd name="connsiteX103" fmla="*/ 863696 w 1733550"/>
                  <a:gd name="connsiteY103" fmla="*/ 1425161 h 1943100"/>
                  <a:gd name="connsiteX104" fmla="*/ 859886 w 1733550"/>
                  <a:gd name="connsiteY104" fmla="*/ 1510886 h 1943100"/>
                  <a:gd name="connsiteX105" fmla="*/ 889413 w 1733550"/>
                  <a:gd name="connsiteY105" fmla="*/ 1512791 h 1943100"/>
                  <a:gd name="connsiteX106" fmla="*/ 897034 w 1733550"/>
                  <a:gd name="connsiteY106" fmla="*/ 1586133 h 1943100"/>
                  <a:gd name="connsiteX107" fmla="*/ 843693 w 1733550"/>
                  <a:gd name="connsiteY107" fmla="*/ 1618519 h 1943100"/>
                  <a:gd name="connsiteX108" fmla="*/ 767493 w 1733550"/>
                  <a:gd name="connsiteY108" fmla="*/ 1705196 h 1943100"/>
                  <a:gd name="connsiteX109" fmla="*/ 728441 w 1733550"/>
                  <a:gd name="connsiteY109" fmla="*/ 1755678 h 1943100"/>
                  <a:gd name="connsiteX110" fmla="*/ 741776 w 1733550"/>
                  <a:gd name="connsiteY110" fmla="*/ 1754726 h 1943100"/>
                  <a:gd name="connsiteX111" fmla="*/ 779876 w 1733550"/>
                  <a:gd name="connsiteY111" fmla="*/ 1769966 h 1943100"/>
                  <a:gd name="connsiteX112" fmla="*/ 799879 w 1733550"/>
                  <a:gd name="connsiteY112" fmla="*/ 1803303 h 1943100"/>
                  <a:gd name="connsiteX113" fmla="*/ 824643 w 1733550"/>
                  <a:gd name="connsiteY113" fmla="*/ 1795683 h 1943100"/>
                  <a:gd name="connsiteX114" fmla="*/ 874174 w 1733550"/>
                  <a:gd name="connsiteY114" fmla="*/ 1836641 h 1943100"/>
                  <a:gd name="connsiteX115" fmla="*/ 903701 w 1733550"/>
                  <a:gd name="connsiteY115" fmla="*/ 1873789 h 1943100"/>
                  <a:gd name="connsiteX116" fmla="*/ 907511 w 1733550"/>
                  <a:gd name="connsiteY116" fmla="*/ 1943321 h 1943100"/>
                  <a:gd name="connsiteX117" fmla="*/ 911321 w 1733550"/>
                  <a:gd name="connsiteY117" fmla="*/ 1942369 h 1943100"/>
                  <a:gd name="connsiteX118" fmla="*/ 928466 w 1733550"/>
                  <a:gd name="connsiteY118" fmla="*/ 1924271 h 1943100"/>
                  <a:gd name="connsiteX119" fmla="*/ 961804 w 1733550"/>
                  <a:gd name="connsiteY119" fmla="*/ 1865216 h 1943100"/>
                  <a:gd name="connsiteX120" fmla="*/ 985616 w 1733550"/>
                  <a:gd name="connsiteY120" fmla="*/ 1807114 h 1943100"/>
                  <a:gd name="connsiteX121" fmla="*/ 1009429 w 1733550"/>
                  <a:gd name="connsiteY121" fmla="*/ 1756631 h 1943100"/>
                  <a:gd name="connsiteX122" fmla="*/ 1028479 w 1733550"/>
                  <a:gd name="connsiteY122" fmla="*/ 1765203 h 1943100"/>
                  <a:gd name="connsiteX123" fmla="*/ 1032288 w 1733550"/>
                  <a:gd name="connsiteY123" fmla="*/ 1761394 h 1943100"/>
                  <a:gd name="connsiteX124" fmla="*/ 1083724 w 1733550"/>
                  <a:gd name="connsiteY124" fmla="*/ 1685194 h 1943100"/>
                  <a:gd name="connsiteX125" fmla="*/ 1113251 w 1733550"/>
                  <a:gd name="connsiteY125" fmla="*/ 1642331 h 1943100"/>
                  <a:gd name="connsiteX126" fmla="*/ 1128491 w 1733550"/>
                  <a:gd name="connsiteY126" fmla="*/ 1631853 h 1943100"/>
                  <a:gd name="connsiteX127" fmla="*/ 1127538 w 1733550"/>
                  <a:gd name="connsiteY127" fmla="*/ 1602326 h 1943100"/>
                  <a:gd name="connsiteX128" fmla="*/ 1128491 w 1733550"/>
                  <a:gd name="connsiteY128" fmla="*/ 1531841 h 1943100"/>
                  <a:gd name="connsiteX129" fmla="*/ 1141826 w 1733550"/>
                  <a:gd name="connsiteY129" fmla="*/ 1496599 h 1943100"/>
                  <a:gd name="connsiteX130" fmla="*/ 1198024 w 1733550"/>
                  <a:gd name="connsiteY130" fmla="*/ 1450878 h 1943100"/>
                  <a:gd name="connsiteX131" fmla="*/ 1253268 w 1733550"/>
                  <a:gd name="connsiteY131" fmla="*/ 1423256 h 1943100"/>
                  <a:gd name="connsiteX132" fmla="*/ 1274224 w 1733550"/>
                  <a:gd name="connsiteY132" fmla="*/ 1409921 h 1943100"/>
                  <a:gd name="connsiteX133" fmla="*/ 1291368 w 1733550"/>
                  <a:gd name="connsiteY133" fmla="*/ 1403253 h 1943100"/>
                  <a:gd name="connsiteX134" fmla="*/ 1315181 w 1733550"/>
                  <a:gd name="connsiteY134" fmla="*/ 1380394 h 1943100"/>
                  <a:gd name="connsiteX135" fmla="*/ 1351376 w 1733550"/>
                  <a:gd name="connsiteY135" fmla="*/ 1377536 h 1943100"/>
                  <a:gd name="connsiteX136" fmla="*/ 1415193 w 1733550"/>
                  <a:gd name="connsiteY136" fmla="*/ 1357533 h 1943100"/>
                  <a:gd name="connsiteX137" fmla="*/ 1430434 w 1733550"/>
                  <a:gd name="connsiteY137" fmla="*/ 1354676 h 1943100"/>
                  <a:gd name="connsiteX138" fmla="*/ 1452341 w 1733550"/>
                  <a:gd name="connsiteY138" fmla="*/ 1339436 h 1943100"/>
                  <a:gd name="connsiteX139" fmla="*/ 1472343 w 1733550"/>
                  <a:gd name="connsiteY139" fmla="*/ 1313719 h 1943100"/>
                  <a:gd name="connsiteX140" fmla="*/ 1490441 w 1733550"/>
                  <a:gd name="connsiteY140" fmla="*/ 1269903 h 1943100"/>
                  <a:gd name="connsiteX141" fmla="*/ 1492346 w 1733550"/>
                  <a:gd name="connsiteY141" fmla="*/ 1267999 h 1943100"/>
                  <a:gd name="connsiteX142" fmla="*/ 1528541 w 1733550"/>
                  <a:gd name="connsiteY142" fmla="*/ 1167986 h 1943100"/>
                  <a:gd name="connsiteX143" fmla="*/ 1531399 w 1733550"/>
                  <a:gd name="connsiteY143" fmla="*/ 1141316 h 1943100"/>
                  <a:gd name="connsiteX144" fmla="*/ 1554259 w 1733550"/>
                  <a:gd name="connsiteY144" fmla="*/ 1115599 h 1943100"/>
                  <a:gd name="connsiteX145" fmla="*/ 1559021 w 1733550"/>
                  <a:gd name="connsiteY145" fmla="*/ 1056544 h 1943100"/>
                  <a:gd name="connsiteX146" fmla="*/ 1559021 w 1733550"/>
                  <a:gd name="connsiteY146" fmla="*/ 963199 h 1943100"/>
                  <a:gd name="connsiteX147" fmla="*/ 1559021 w 1733550"/>
                  <a:gd name="connsiteY147" fmla="*/ 957483 h 1943100"/>
                  <a:gd name="connsiteX148" fmla="*/ 1549496 w 1733550"/>
                  <a:gd name="connsiteY148" fmla="*/ 900333 h 1943100"/>
                  <a:gd name="connsiteX149" fmla="*/ 1567593 w 1733550"/>
                  <a:gd name="connsiteY149" fmla="*/ 876521 h 1943100"/>
                  <a:gd name="connsiteX150" fmla="*/ 1565688 w 1733550"/>
                  <a:gd name="connsiteY150" fmla="*/ 875569 h 1943100"/>
                  <a:gd name="connsiteX151" fmla="*/ 1573309 w 1733550"/>
                  <a:gd name="connsiteY151" fmla="*/ 862233 h 1943100"/>
                  <a:gd name="connsiteX152" fmla="*/ 1577118 w 1733550"/>
                  <a:gd name="connsiteY152" fmla="*/ 864139 h 1943100"/>
                  <a:gd name="connsiteX153" fmla="*/ 1612361 w 1733550"/>
                  <a:gd name="connsiteY153" fmla="*/ 815561 h 1943100"/>
                  <a:gd name="connsiteX154" fmla="*/ 1637126 w 1733550"/>
                  <a:gd name="connsiteY154" fmla="*/ 796511 h 1943100"/>
                  <a:gd name="connsiteX155" fmla="*/ 1679036 w 1733550"/>
                  <a:gd name="connsiteY155" fmla="*/ 763174 h 1943100"/>
                  <a:gd name="connsiteX156" fmla="*/ 1692371 w 1733550"/>
                  <a:gd name="connsiteY156" fmla="*/ 751744 h 1943100"/>
                  <a:gd name="connsiteX157" fmla="*/ 1692371 w 1733550"/>
                  <a:gd name="connsiteY157" fmla="*/ 726978 h 1943100"/>
                  <a:gd name="connsiteX158" fmla="*/ 1696181 w 1733550"/>
                  <a:gd name="connsiteY158" fmla="*/ 714596 h 1943100"/>
                  <a:gd name="connsiteX159" fmla="*/ 1697134 w 1733550"/>
                  <a:gd name="connsiteY159" fmla="*/ 708881 h 1943100"/>
                  <a:gd name="connsiteX160" fmla="*/ 1716184 w 1733550"/>
                  <a:gd name="connsiteY160" fmla="*/ 683164 h 1943100"/>
                  <a:gd name="connsiteX161" fmla="*/ 1731424 w 1733550"/>
                  <a:gd name="connsiteY161" fmla="*/ 641253 h 1943100"/>
                  <a:gd name="connsiteX162" fmla="*/ 1733329 w 1733550"/>
                  <a:gd name="connsiteY162" fmla="*/ 628871 h 1943100"/>
                  <a:gd name="connsiteX163" fmla="*/ 1733329 w 1733550"/>
                  <a:gd name="connsiteY163" fmla="*/ 582199 h 1943100"/>
                  <a:gd name="connsiteX164" fmla="*/ 1725709 w 1733550"/>
                  <a:gd name="connsiteY164" fmla="*/ 546003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1733550" h="1943100">
                    <a:moveTo>
                      <a:pt x="1725709" y="546003"/>
                    </a:moveTo>
                    <a:cubicBezTo>
                      <a:pt x="1706659" y="533621"/>
                      <a:pt x="1690466" y="515524"/>
                      <a:pt x="1683799" y="495521"/>
                    </a:cubicBezTo>
                    <a:cubicBezTo>
                      <a:pt x="1662843" y="494569"/>
                      <a:pt x="1628554" y="485044"/>
                      <a:pt x="1584738" y="434561"/>
                    </a:cubicBezTo>
                    <a:cubicBezTo>
                      <a:pt x="1536161" y="377411"/>
                      <a:pt x="1487584" y="381221"/>
                      <a:pt x="1455199" y="390746"/>
                    </a:cubicBezTo>
                    <a:cubicBezTo>
                      <a:pt x="1439006" y="395508"/>
                      <a:pt x="1423766" y="391699"/>
                      <a:pt x="1408526" y="385983"/>
                    </a:cubicBezTo>
                    <a:cubicBezTo>
                      <a:pt x="1388524" y="397414"/>
                      <a:pt x="1364711" y="398366"/>
                      <a:pt x="1341851" y="394556"/>
                    </a:cubicBezTo>
                    <a:cubicBezTo>
                      <a:pt x="1336136" y="393603"/>
                      <a:pt x="1331374" y="390746"/>
                      <a:pt x="1326611" y="387889"/>
                    </a:cubicBezTo>
                    <a:cubicBezTo>
                      <a:pt x="1320896" y="392651"/>
                      <a:pt x="1315181" y="397414"/>
                      <a:pt x="1310418" y="399319"/>
                    </a:cubicBezTo>
                    <a:cubicBezTo>
                      <a:pt x="1298988" y="404081"/>
                      <a:pt x="1307561" y="389794"/>
                      <a:pt x="1314229" y="373601"/>
                    </a:cubicBezTo>
                    <a:cubicBezTo>
                      <a:pt x="1314229" y="373601"/>
                      <a:pt x="1314229" y="373601"/>
                      <a:pt x="1314229" y="373601"/>
                    </a:cubicBezTo>
                    <a:cubicBezTo>
                      <a:pt x="1310418" y="367886"/>
                      <a:pt x="1308513" y="362171"/>
                      <a:pt x="1308513" y="356456"/>
                    </a:cubicBezTo>
                    <a:cubicBezTo>
                      <a:pt x="1306609" y="355503"/>
                      <a:pt x="1305656" y="355503"/>
                      <a:pt x="1303751" y="354551"/>
                    </a:cubicBezTo>
                    <a:cubicBezTo>
                      <a:pt x="1295179" y="358361"/>
                      <a:pt x="1284701" y="359314"/>
                      <a:pt x="1273271" y="356456"/>
                    </a:cubicBezTo>
                    <a:cubicBezTo>
                      <a:pt x="1233266" y="346931"/>
                      <a:pt x="1183736" y="334549"/>
                      <a:pt x="1155161" y="303116"/>
                    </a:cubicBezTo>
                    <a:cubicBezTo>
                      <a:pt x="1154209" y="302164"/>
                      <a:pt x="1153256" y="300258"/>
                      <a:pt x="1152304" y="299306"/>
                    </a:cubicBezTo>
                    <a:cubicBezTo>
                      <a:pt x="1151351" y="302164"/>
                      <a:pt x="1151351" y="305021"/>
                      <a:pt x="1151351" y="308831"/>
                    </a:cubicBezTo>
                    <a:cubicBezTo>
                      <a:pt x="1151351" y="339311"/>
                      <a:pt x="1133254" y="299306"/>
                      <a:pt x="1119918" y="331691"/>
                    </a:cubicBezTo>
                    <a:cubicBezTo>
                      <a:pt x="1106584" y="364076"/>
                      <a:pt x="1080866" y="343121"/>
                      <a:pt x="1097059" y="332644"/>
                    </a:cubicBezTo>
                    <a:cubicBezTo>
                      <a:pt x="1112299" y="323119"/>
                      <a:pt x="1126586" y="302164"/>
                      <a:pt x="1133254" y="284066"/>
                    </a:cubicBezTo>
                    <a:cubicBezTo>
                      <a:pt x="1119918" y="277399"/>
                      <a:pt x="1107536" y="270731"/>
                      <a:pt x="1095154" y="264064"/>
                    </a:cubicBezTo>
                    <a:cubicBezTo>
                      <a:pt x="1088486" y="260253"/>
                      <a:pt x="1083724" y="255491"/>
                      <a:pt x="1079913" y="249776"/>
                    </a:cubicBezTo>
                    <a:cubicBezTo>
                      <a:pt x="1066579" y="248824"/>
                      <a:pt x="1054196" y="248824"/>
                      <a:pt x="1046576" y="252633"/>
                    </a:cubicBezTo>
                    <a:cubicBezTo>
                      <a:pt x="1021811" y="263111"/>
                      <a:pt x="1038004" y="301211"/>
                      <a:pt x="1018001" y="289781"/>
                    </a:cubicBezTo>
                    <a:cubicBezTo>
                      <a:pt x="997999" y="278351"/>
                      <a:pt x="1014191" y="249776"/>
                      <a:pt x="1029431" y="250728"/>
                    </a:cubicBezTo>
                    <a:cubicBezTo>
                      <a:pt x="1043718" y="251681"/>
                      <a:pt x="1058959" y="223106"/>
                      <a:pt x="1070388" y="199294"/>
                    </a:cubicBezTo>
                    <a:cubicBezTo>
                      <a:pt x="1051338" y="191674"/>
                      <a:pt x="1037051" y="175481"/>
                      <a:pt x="1033241" y="154526"/>
                    </a:cubicBezTo>
                    <a:cubicBezTo>
                      <a:pt x="1007524" y="153574"/>
                      <a:pt x="988474" y="132619"/>
                      <a:pt x="987521" y="107853"/>
                    </a:cubicBezTo>
                    <a:cubicBezTo>
                      <a:pt x="986568" y="93566"/>
                      <a:pt x="989426" y="79278"/>
                      <a:pt x="992284" y="64991"/>
                    </a:cubicBezTo>
                    <a:cubicBezTo>
                      <a:pt x="992284" y="64991"/>
                      <a:pt x="992284" y="64991"/>
                      <a:pt x="992284" y="64991"/>
                    </a:cubicBezTo>
                    <a:cubicBezTo>
                      <a:pt x="976091" y="84041"/>
                      <a:pt x="959899" y="106901"/>
                      <a:pt x="954184" y="124999"/>
                    </a:cubicBezTo>
                    <a:cubicBezTo>
                      <a:pt x="944659" y="155478"/>
                      <a:pt x="933229" y="138333"/>
                      <a:pt x="907511" y="146906"/>
                    </a:cubicBezTo>
                    <a:cubicBezTo>
                      <a:pt x="882746" y="155478"/>
                      <a:pt x="870363" y="144049"/>
                      <a:pt x="863696" y="132619"/>
                    </a:cubicBezTo>
                    <a:cubicBezTo>
                      <a:pt x="857029" y="121189"/>
                      <a:pt x="832263" y="132619"/>
                      <a:pt x="814166" y="130714"/>
                    </a:cubicBezTo>
                    <a:cubicBezTo>
                      <a:pt x="797021" y="128808"/>
                      <a:pt x="807499" y="153574"/>
                      <a:pt x="796068" y="161194"/>
                    </a:cubicBezTo>
                    <a:cubicBezTo>
                      <a:pt x="783686" y="168814"/>
                      <a:pt x="753206" y="146906"/>
                      <a:pt x="742729" y="159289"/>
                    </a:cubicBezTo>
                    <a:cubicBezTo>
                      <a:pt x="732251" y="172624"/>
                      <a:pt x="725584" y="159289"/>
                      <a:pt x="719868" y="170719"/>
                    </a:cubicBezTo>
                    <a:cubicBezTo>
                      <a:pt x="714154" y="182149"/>
                      <a:pt x="696056" y="175481"/>
                      <a:pt x="690341" y="182149"/>
                    </a:cubicBezTo>
                    <a:cubicBezTo>
                      <a:pt x="684626" y="188816"/>
                      <a:pt x="666529" y="193578"/>
                      <a:pt x="642716" y="165003"/>
                    </a:cubicBezTo>
                    <a:cubicBezTo>
                      <a:pt x="618904" y="136428"/>
                      <a:pt x="622714" y="88803"/>
                      <a:pt x="633191" y="80231"/>
                    </a:cubicBezTo>
                    <a:cubicBezTo>
                      <a:pt x="643668" y="71658"/>
                      <a:pt x="643668" y="46894"/>
                      <a:pt x="629381" y="40226"/>
                    </a:cubicBezTo>
                    <a:cubicBezTo>
                      <a:pt x="615093" y="33558"/>
                      <a:pt x="629381" y="3078"/>
                      <a:pt x="611284" y="221"/>
                    </a:cubicBezTo>
                    <a:cubicBezTo>
                      <a:pt x="592234" y="-2636"/>
                      <a:pt x="595091" y="23081"/>
                      <a:pt x="583661" y="27844"/>
                    </a:cubicBezTo>
                    <a:cubicBezTo>
                      <a:pt x="571279" y="32606"/>
                      <a:pt x="542704" y="53561"/>
                      <a:pt x="529368" y="50703"/>
                    </a:cubicBezTo>
                    <a:cubicBezTo>
                      <a:pt x="516034" y="47846"/>
                      <a:pt x="498889" y="53561"/>
                      <a:pt x="498889" y="69753"/>
                    </a:cubicBezTo>
                    <a:cubicBezTo>
                      <a:pt x="498889" y="85946"/>
                      <a:pt x="484601" y="81183"/>
                      <a:pt x="481743" y="68801"/>
                    </a:cubicBezTo>
                    <a:cubicBezTo>
                      <a:pt x="478886" y="56419"/>
                      <a:pt x="451264" y="63086"/>
                      <a:pt x="443643" y="54514"/>
                    </a:cubicBezTo>
                    <a:cubicBezTo>
                      <a:pt x="436024" y="45941"/>
                      <a:pt x="398876" y="49751"/>
                      <a:pt x="414116" y="60228"/>
                    </a:cubicBezTo>
                    <a:cubicBezTo>
                      <a:pt x="430309" y="70706"/>
                      <a:pt x="431261" y="80231"/>
                      <a:pt x="431261" y="96424"/>
                    </a:cubicBezTo>
                    <a:cubicBezTo>
                      <a:pt x="431261" y="112616"/>
                      <a:pt x="443643" y="107853"/>
                      <a:pt x="443643" y="126903"/>
                    </a:cubicBezTo>
                    <a:cubicBezTo>
                      <a:pt x="443643" y="145953"/>
                      <a:pt x="456979" y="132619"/>
                      <a:pt x="466504" y="132619"/>
                    </a:cubicBezTo>
                    <a:cubicBezTo>
                      <a:pt x="476029" y="132619"/>
                      <a:pt x="476029" y="149764"/>
                      <a:pt x="460789" y="152621"/>
                    </a:cubicBezTo>
                    <a:cubicBezTo>
                      <a:pt x="446501" y="155478"/>
                      <a:pt x="439834" y="164051"/>
                      <a:pt x="436024" y="178339"/>
                    </a:cubicBezTo>
                    <a:cubicBezTo>
                      <a:pt x="432214" y="192626"/>
                      <a:pt x="418879" y="183101"/>
                      <a:pt x="406496" y="194531"/>
                    </a:cubicBezTo>
                    <a:cubicBezTo>
                      <a:pt x="394114" y="205961"/>
                      <a:pt x="383636" y="217391"/>
                      <a:pt x="376016" y="211676"/>
                    </a:cubicBezTo>
                    <a:cubicBezTo>
                      <a:pt x="368396" y="205961"/>
                      <a:pt x="361729" y="210724"/>
                      <a:pt x="352204" y="216439"/>
                    </a:cubicBezTo>
                    <a:cubicBezTo>
                      <a:pt x="342679" y="222153"/>
                      <a:pt x="338868" y="216439"/>
                      <a:pt x="325534" y="205008"/>
                    </a:cubicBezTo>
                    <a:cubicBezTo>
                      <a:pt x="316009" y="196436"/>
                      <a:pt x="309341" y="175481"/>
                      <a:pt x="292196" y="156431"/>
                    </a:cubicBezTo>
                    <a:cubicBezTo>
                      <a:pt x="281718" y="162146"/>
                      <a:pt x="260764" y="169766"/>
                      <a:pt x="249333" y="169766"/>
                    </a:cubicBezTo>
                    <a:cubicBezTo>
                      <a:pt x="234093" y="169766"/>
                      <a:pt x="185516" y="165956"/>
                      <a:pt x="182658" y="175481"/>
                    </a:cubicBezTo>
                    <a:cubicBezTo>
                      <a:pt x="179801" y="184053"/>
                      <a:pt x="186468" y="200246"/>
                      <a:pt x="194089" y="202151"/>
                    </a:cubicBezTo>
                    <a:cubicBezTo>
                      <a:pt x="201708" y="204056"/>
                      <a:pt x="218854" y="209771"/>
                      <a:pt x="202661" y="222153"/>
                    </a:cubicBezTo>
                    <a:cubicBezTo>
                      <a:pt x="186468" y="234536"/>
                      <a:pt x="172181" y="217391"/>
                      <a:pt x="172181" y="247871"/>
                    </a:cubicBezTo>
                    <a:cubicBezTo>
                      <a:pt x="172181" y="278351"/>
                      <a:pt x="208376" y="297401"/>
                      <a:pt x="200756" y="325024"/>
                    </a:cubicBezTo>
                    <a:cubicBezTo>
                      <a:pt x="196946" y="339311"/>
                      <a:pt x="191231" y="376458"/>
                      <a:pt x="191231" y="389794"/>
                    </a:cubicBezTo>
                    <a:cubicBezTo>
                      <a:pt x="191231" y="404081"/>
                      <a:pt x="186468" y="451706"/>
                      <a:pt x="174086" y="454564"/>
                    </a:cubicBezTo>
                    <a:cubicBezTo>
                      <a:pt x="162656" y="457421"/>
                      <a:pt x="152179" y="443133"/>
                      <a:pt x="135986" y="457421"/>
                    </a:cubicBezTo>
                    <a:cubicBezTo>
                      <a:pt x="120746" y="471708"/>
                      <a:pt x="100743" y="463136"/>
                      <a:pt x="82646" y="478376"/>
                    </a:cubicBezTo>
                    <a:cubicBezTo>
                      <a:pt x="64549" y="493616"/>
                      <a:pt x="44546" y="487901"/>
                      <a:pt x="43593" y="506951"/>
                    </a:cubicBezTo>
                    <a:cubicBezTo>
                      <a:pt x="42641" y="525049"/>
                      <a:pt x="25496" y="535526"/>
                      <a:pt x="29306" y="551719"/>
                    </a:cubicBezTo>
                    <a:cubicBezTo>
                      <a:pt x="33116" y="568864"/>
                      <a:pt x="21686" y="564101"/>
                      <a:pt x="9304" y="577436"/>
                    </a:cubicBezTo>
                    <a:cubicBezTo>
                      <a:pt x="-2126" y="589819"/>
                      <a:pt x="10256" y="598391"/>
                      <a:pt x="2636" y="608869"/>
                    </a:cubicBezTo>
                    <a:cubicBezTo>
                      <a:pt x="-4984" y="618394"/>
                      <a:pt x="5493" y="634586"/>
                      <a:pt x="14066" y="649826"/>
                    </a:cubicBezTo>
                    <a:cubicBezTo>
                      <a:pt x="23591" y="665066"/>
                      <a:pt x="34068" y="676496"/>
                      <a:pt x="32164" y="690783"/>
                    </a:cubicBezTo>
                    <a:cubicBezTo>
                      <a:pt x="31211" y="705071"/>
                      <a:pt x="41689" y="710786"/>
                      <a:pt x="54071" y="708881"/>
                    </a:cubicBezTo>
                    <a:cubicBezTo>
                      <a:pt x="67406" y="707928"/>
                      <a:pt x="56929" y="735551"/>
                      <a:pt x="77883" y="735551"/>
                    </a:cubicBezTo>
                    <a:cubicBezTo>
                      <a:pt x="98839" y="735551"/>
                      <a:pt x="119793" y="741266"/>
                      <a:pt x="124556" y="728883"/>
                    </a:cubicBezTo>
                    <a:cubicBezTo>
                      <a:pt x="129318" y="716501"/>
                      <a:pt x="144558" y="706024"/>
                      <a:pt x="144558" y="725074"/>
                    </a:cubicBezTo>
                    <a:cubicBezTo>
                      <a:pt x="144558" y="743171"/>
                      <a:pt x="140749" y="792701"/>
                      <a:pt x="155036" y="786986"/>
                    </a:cubicBezTo>
                    <a:cubicBezTo>
                      <a:pt x="169324" y="781271"/>
                      <a:pt x="197899" y="783176"/>
                      <a:pt x="212186" y="787939"/>
                    </a:cubicBezTo>
                    <a:cubicBezTo>
                      <a:pt x="226474" y="793653"/>
                      <a:pt x="240761" y="787939"/>
                      <a:pt x="250286" y="778414"/>
                    </a:cubicBezTo>
                    <a:cubicBezTo>
                      <a:pt x="259811" y="768889"/>
                      <a:pt x="270289" y="768889"/>
                      <a:pt x="288386" y="757458"/>
                    </a:cubicBezTo>
                    <a:cubicBezTo>
                      <a:pt x="306484" y="746028"/>
                      <a:pt x="323629" y="731741"/>
                      <a:pt x="340774" y="731741"/>
                    </a:cubicBezTo>
                    <a:cubicBezTo>
                      <a:pt x="357918" y="731741"/>
                      <a:pt x="386493" y="720311"/>
                      <a:pt x="382684" y="734599"/>
                    </a:cubicBezTo>
                    <a:cubicBezTo>
                      <a:pt x="378874" y="748886"/>
                      <a:pt x="376016" y="801274"/>
                      <a:pt x="396971" y="827944"/>
                    </a:cubicBezTo>
                    <a:cubicBezTo>
                      <a:pt x="417926" y="854614"/>
                      <a:pt x="429356" y="865091"/>
                      <a:pt x="449359" y="862233"/>
                    </a:cubicBezTo>
                    <a:cubicBezTo>
                      <a:pt x="469361" y="859376"/>
                      <a:pt x="466504" y="870806"/>
                      <a:pt x="480791" y="868901"/>
                    </a:cubicBezTo>
                    <a:cubicBezTo>
                      <a:pt x="495079" y="866996"/>
                      <a:pt x="486506" y="886046"/>
                      <a:pt x="498889" y="886046"/>
                    </a:cubicBezTo>
                    <a:cubicBezTo>
                      <a:pt x="512224" y="886046"/>
                      <a:pt x="535084" y="888903"/>
                      <a:pt x="535084" y="904144"/>
                    </a:cubicBezTo>
                    <a:cubicBezTo>
                      <a:pt x="535084" y="919383"/>
                      <a:pt x="574136" y="907001"/>
                      <a:pt x="583661" y="915574"/>
                    </a:cubicBezTo>
                    <a:cubicBezTo>
                      <a:pt x="593186" y="924146"/>
                      <a:pt x="603664" y="930814"/>
                      <a:pt x="600806" y="947958"/>
                    </a:cubicBezTo>
                    <a:cubicBezTo>
                      <a:pt x="597949" y="965103"/>
                      <a:pt x="620809" y="977486"/>
                      <a:pt x="607474" y="985106"/>
                    </a:cubicBezTo>
                    <a:cubicBezTo>
                      <a:pt x="594139" y="991774"/>
                      <a:pt x="611284" y="1006061"/>
                      <a:pt x="612236" y="1024158"/>
                    </a:cubicBezTo>
                    <a:cubicBezTo>
                      <a:pt x="613189" y="1042256"/>
                      <a:pt x="632239" y="1049876"/>
                      <a:pt x="660814" y="1047971"/>
                    </a:cubicBezTo>
                    <a:cubicBezTo>
                      <a:pt x="689389" y="1047019"/>
                      <a:pt x="697009" y="1049876"/>
                      <a:pt x="697009" y="1071783"/>
                    </a:cubicBezTo>
                    <a:cubicBezTo>
                      <a:pt x="697009" y="1094644"/>
                      <a:pt x="717011" y="1097501"/>
                      <a:pt x="722726" y="1118456"/>
                    </a:cubicBezTo>
                    <a:cubicBezTo>
                      <a:pt x="729393" y="1139411"/>
                      <a:pt x="715106" y="1163224"/>
                      <a:pt x="717963" y="1180369"/>
                    </a:cubicBezTo>
                    <a:cubicBezTo>
                      <a:pt x="719868" y="1193703"/>
                      <a:pt x="712249" y="1207039"/>
                      <a:pt x="704629" y="1212753"/>
                    </a:cubicBezTo>
                    <a:cubicBezTo>
                      <a:pt x="715106" y="1227041"/>
                      <a:pt x="715106" y="1232756"/>
                      <a:pt x="706534" y="1238471"/>
                    </a:cubicBezTo>
                    <a:cubicBezTo>
                      <a:pt x="694151" y="1245139"/>
                      <a:pt x="720821" y="1266094"/>
                      <a:pt x="714154" y="1297526"/>
                    </a:cubicBezTo>
                    <a:cubicBezTo>
                      <a:pt x="707486" y="1328958"/>
                      <a:pt x="706534" y="1334674"/>
                      <a:pt x="737013" y="1336578"/>
                    </a:cubicBezTo>
                    <a:cubicBezTo>
                      <a:pt x="767493" y="1338483"/>
                      <a:pt x="764636" y="1348008"/>
                      <a:pt x="775113" y="1340389"/>
                    </a:cubicBezTo>
                    <a:cubicBezTo>
                      <a:pt x="785591" y="1333721"/>
                      <a:pt x="801784" y="1365153"/>
                      <a:pt x="805593" y="1380394"/>
                    </a:cubicBezTo>
                    <a:cubicBezTo>
                      <a:pt x="809404" y="1395633"/>
                      <a:pt x="821786" y="1433733"/>
                      <a:pt x="826549" y="1433733"/>
                    </a:cubicBezTo>
                    <a:cubicBezTo>
                      <a:pt x="832263" y="1433733"/>
                      <a:pt x="847504" y="1416589"/>
                      <a:pt x="863696" y="1425161"/>
                    </a:cubicBezTo>
                    <a:cubicBezTo>
                      <a:pt x="878936" y="1432781"/>
                      <a:pt x="859886" y="1487074"/>
                      <a:pt x="859886" y="1510886"/>
                    </a:cubicBezTo>
                    <a:cubicBezTo>
                      <a:pt x="871316" y="1510886"/>
                      <a:pt x="884651" y="1510886"/>
                      <a:pt x="889413" y="1512791"/>
                    </a:cubicBezTo>
                    <a:cubicBezTo>
                      <a:pt x="897034" y="1516601"/>
                      <a:pt x="901796" y="1574703"/>
                      <a:pt x="897034" y="1586133"/>
                    </a:cubicBezTo>
                    <a:cubicBezTo>
                      <a:pt x="893224" y="1596611"/>
                      <a:pt x="859886" y="1606136"/>
                      <a:pt x="843693" y="1618519"/>
                    </a:cubicBezTo>
                    <a:cubicBezTo>
                      <a:pt x="826549" y="1629949"/>
                      <a:pt x="786543" y="1671858"/>
                      <a:pt x="767493" y="1705196"/>
                    </a:cubicBezTo>
                    <a:cubicBezTo>
                      <a:pt x="756063" y="1725199"/>
                      <a:pt x="739871" y="1741391"/>
                      <a:pt x="728441" y="1755678"/>
                    </a:cubicBezTo>
                    <a:cubicBezTo>
                      <a:pt x="734156" y="1756631"/>
                      <a:pt x="738918" y="1756631"/>
                      <a:pt x="741776" y="1754726"/>
                    </a:cubicBezTo>
                    <a:cubicBezTo>
                      <a:pt x="750349" y="1749964"/>
                      <a:pt x="764636" y="1749964"/>
                      <a:pt x="779876" y="1769966"/>
                    </a:cubicBezTo>
                    <a:cubicBezTo>
                      <a:pt x="795116" y="1789016"/>
                      <a:pt x="794163" y="1804256"/>
                      <a:pt x="799879" y="1803303"/>
                    </a:cubicBezTo>
                    <a:cubicBezTo>
                      <a:pt x="805593" y="1802351"/>
                      <a:pt x="813213" y="1777586"/>
                      <a:pt x="824643" y="1795683"/>
                    </a:cubicBezTo>
                    <a:cubicBezTo>
                      <a:pt x="837026" y="1813781"/>
                      <a:pt x="867506" y="1828069"/>
                      <a:pt x="874174" y="1836641"/>
                    </a:cubicBezTo>
                    <a:cubicBezTo>
                      <a:pt x="880841" y="1845214"/>
                      <a:pt x="903701" y="1851881"/>
                      <a:pt x="903701" y="1873789"/>
                    </a:cubicBezTo>
                    <a:cubicBezTo>
                      <a:pt x="903701" y="1889028"/>
                      <a:pt x="897034" y="1917603"/>
                      <a:pt x="907511" y="1943321"/>
                    </a:cubicBezTo>
                    <a:cubicBezTo>
                      <a:pt x="908463" y="1943321"/>
                      <a:pt x="910368" y="1942369"/>
                      <a:pt x="911321" y="1942369"/>
                    </a:cubicBezTo>
                    <a:cubicBezTo>
                      <a:pt x="916084" y="1935701"/>
                      <a:pt x="921799" y="1929986"/>
                      <a:pt x="928466" y="1924271"/>
                    </a:cubicBezTo>
                    <a:cubicBezTo>
                      <a:pt x="956088" y="1903316"/>
                      <a:pt x="949421" y="1889981"/>
                      <a:pt x="961804" y="1865216"/>
                    </a:cubicBezTo>
                    <a:cubicBezTo>
                      <a:pt x="974186" y="1839499"/>
                      <a:pt x="963709" y="1829021"/>
                      <a:pt x="985616" y="1807114"/>
                    </a:cubicBezTo>
                    <a:cubicBezTo>
                      <a:pt x="1007524" y="1785206"/>
                      <a:pt x="981806" y="1769966"/>
                      <a:pt x="1009429" y="1756631"/>
                    </a:cubicBezTo>
                    <a:cubicBezTo>
                      <a:pt x="1024668" y="1749011"/>
                      <a:pt x="1030384" y="1753774"/>
                      <a:pt x="1028479" y="1765203"/>
                    </a:cubicBezTo>
                    <a:cubicBezTo>
                      <a:pt x="1029431" y="1764251"/>
                      <a:pt x="1030384" y="1762346"/>
                      <a:pt x="1032288" y="1761394"/>
                    </a:cubicBezTo>
                    <a:cubicBezTo>
                      <a:pt x="1040861" y="1730914"/>
                      <a:pt x="1054196" y="1697576"/>
                      <a:pt x="1083724" y="1685194"/>
                    </a:cubicBezTo>
                    <a:cubicBezTo>
                      <a:pt x="1091343" y="1669953"/>
                      <a:pt x="1099916" y="1655666"/>
                      <a:pt x="1113251" y="1642331"/>
                    </a:cubicBezTo>
                    <a:cubicBezTo>
                      <a:pt x="1118013" y="1637569"/>
                      <a:pt x="1123729" y="1633758"/>
                      <a:pt x="1128491" y="1631853"/>
                    </a:cubicBezTo>
                    <a:cubicBezTo>
                      <a:pt x="1128491" y="1622328"/>
                      <a:pt x="1128491" y="1611851"/>
                      <a:pt x="1127538" y="1602326"/>
                    </a:cubicBezTo>
                    <a:cubicBezTo>
                      <a:pt x="1125634" y="1574703"/>
                      <a:pt x="1118013" y="1548986"/>
                      <a:pt x="1128491" y="1531841"/>
                    </a:cubicBezTo>
                    <a:cubicBezTo>
                      <a:pt x="1138968" y="1513744"/>
                      <a:pt x="1128491" y="1496599"/>
                      <a:pt x="1141826" y="1496599"/>
                    </a:cubicBezTo>
                    <a:cubicBezTo>
                      <a:pt x="1155161" y="1496599"/>
                      <a:pt x="1176116" y="1474691"/>
                      <a:pt x="1198024" y="1450878"/>
                    </a:cubicBezTo>
                    <a:cubicBezTo>
                      <a:pt x="1218979" y="1428971"/>
                      <a:pt x="1232313" y="1426114"/>
                      <a:pt x="1253268" y="1423256"/>
                    </a:cubicBezTo>
                    <a:cubicBezTo>
                      <a:pt x="1258031" y="1417541"/>
                      <a:pt x="1265651" y="1412778"/>
                      <a:pt x="1274224" y="1409921"/>
                    </a:cubicBezTo>
                    <a:cubicBezTo>
                      <a:pt x="1279938" y="1408016"/>
                      <a:pt x="1285654" y="1405158"/>
                      <a:pt x="1291368" y="1403253"/>
                    </a:cubicBezTo>
                    <a:cubicBezTo>
                      <a:pt x="1300893" y="1396586"/>
                      <a:pt x="1307561" y="1387061"/>
                      <a:pt x="1315181" y="1380394"/>
                    </a:cubicBezTo>
                    <a:cubicBezTo>
                      <a:pt x="1320896" y="1374678"/>
                      <a:pt x="1335184" y="1375631"/>
                      <a:pt x="1351376" y="1377536"/>
                    </a:cubicBezTo>
                    <a:cubicBezTo>
                      <a:pt x="1372331" y="1368964"/>
                      <a:pt x="1393286" y="1361344"/>
                      <a:pt x="1415193" y="1357533"/>
                    </a:cubicBezTo>
                    <a:cubicBezTo>
                      <a:pt x="1419956" y="1356581"/>
                      <a:pt x="1425671" y="1355628"/>
                      <a:pt x="1430434" y="1354676"/>
                    </a:cubicBezTo>
                    <a:cubicBezTo>
                      <a:pt x="1434243" y="1345151"/>
                      <a:pt x="1442816" y="1339436"/>
                      <a:pt x="1452341" y="1339436"/>
                    </a:cubicBezTo>
                    <a:cubicBezTo>
                      <a:pt x="1465676" y="1339436"/>
                      <a:pt x="1472343" y="1335626"/>
                      <a:pt x="1472343" y="1313719"/>
                    </a:cubicBezTo>
                    <a:cubicBezTo>
                      <a:pt x="1472343" y="1292764"/>
                      <a:pt x="1478059" y="1279428"/>
                      <a:pt x="1490441" y="1269903"/>
                    </a:cubicBezTo>
                    <a:cubicBezTo>
                      <a:pt x="1491393" y="1269903"/>
                      <a:pt x="1491393" y="1268951"/>
                      <a:pt x="1492346" y="1267999"/>
                    </a:cubicBezTo>
                    <a:cubicBezTo>
                      <a:pt x="1497109" y="1230851"/>
                      <a:pt x="1496156" y="1187989"/>
                      <a:pt x="1528541" y="1167986"/>
                    </a:cubicBezTo>
                    <a:cubicBezTo>
                      <a:pt x="1530446" y="1158461"/>
                      <a:pt x="1531399" y="1148936"/>
                      <a:pt x="1531399" y="1141316"/>
                    </a:cubicBezTo>
                    <a:cubicBezTo>
                      <a:pt x="1531399" y="1125124"/>
                      <a:pt x="1546638" y="1127981"/>
                      <a:pt x="1554259" y="1115599"/>
                    </a:cubicBezTo>
                    <a:cubicBezTo>
                      <a:pt x="1560926" y="1104169"/>
                      <a:pt x="1548543" y="1088928"/>
                      <a:pt x="1559021" y="1056544"/>
                    </a:cubicBezTo>
                    <a:cubicBezTo>
                      <a:pt x="1569499" y="1024158"/>
                      <a:pt x="1559021" y="992726"/>
                      <a:pt x="1559021" y="963199"/>
                    </a:cubicBezTo>
                    <a:cubicBezTo>
                      <a:pt x="1559021" y="961294"/>
                      <a:pt x="1559021" y="959389"/>
                      <a:pt x="1559021" y="957483"/>
                    </a:cubicBezTo>
                    <a:cubicBezTo>
                      <a:pt x="1543781" y="943196"/>
                      <a:pt x="1537113" y="917478"/>
                      <a:pt x="1549496" y="900333"/>
                    </a:cubicBezTo>
                    <a:cubicBezTo>
                      <a:pt x="1555211" y="891761"/>
                      <a:pt x="1560926" y="884141"/>
                      <a:pt x="1567593" y="876521"/>
                    </a:cubicBezTo>
                    <a:cubicBezTo>
                      <a:pt x="1566641" y="876521"/>
                      <a:pt x="1566641" y="875569"/>
                      <a:pt x="1565688" y="875569"/>
                    </a:cubicBezTo>
                    <a:cubicBezTo>
                      <a:pt x="1558068" y="871758"/>
                      <a:pt x="1566641" y="859376"/>
                      <a:pt x="1573309" y="862233"/>
                    </a:cubicBezTo>
                    <a:cubicBezTo>
                      <a:pt x="1574261" y="862233"/>
                      <a:pt x="1575213" y="863186"/>
                      <a:pt x="1577118" y="864139"/>
                    </a:cubicBezTo>
                    <a:cubicBezTo>
                      <a:pt x="1589501" y="847946"/>
                      <a:pt x="1601884" y="831753"/>
                      <a:pt x="1612361" y="815561"/>
                    </a:cubicBezTo>
                    <a:cubicBezTo>
                      <a:pt x="1618076" y="806036"/>
                      <a:pt x="1626649" y="800321"/>
                      <a:pt x="1637126" y="796511"/>
                    </a:cubicBezTo>
                    <a:cubicBezTo>
                      <a:pt x="1647604" y="768889"/>
                      <a:pt x="1664749" y="769841"/>
                      <a:pt x="1679036" y="763174"/>
                    </a:cubicBezTo>
                    <a:cubicBezTo>
                      <a:pt x="1682846" y="761269"/>
                      <a:pt x="1687609" y="757458"/>
                      <a:pt x="1692371" y="751744"/>
                    </a:cubicBezTo>
                    <a:cubicBezTo>
                      <a:pt x="1689513" y="743171"/>
                      <a:pt x="1689513" y="734599"/>
                      <a:pt x="1692371" y="726978"/>
                    </a:cubicBezTo>
                    <a:cubicBezTo>
                      <a:pt x="1694276" y="723169"/>
                      <a:pt x="1695229" y="718406"/>
                      <a:pt x="1696181" y="714596"/>
                    </a:cubicBezTo>
                    <a:cubicBezTo>
                      <a:pt x="1696181" y="712691"/>
                      <a:pt x="1697134" y="710786"/>
                      <a:pt x="1697134" y="708881"/>
                    </a:cubicBezTo>
                    <a:cubicBezTo>
                      <a:pt x="1699038" y="698403"/>
                      <a:pt x="1707611" y="688878"/>
                      <a:pt x="1716184" y="683164"/>
                    </a:cubicBezTo>
                    <a:cubicBezTo>
                      <a:pt x="1712374" y="667924"/>
                      <a:pt x="1716184" y="650778"/>
                      <a:pt x="1731424" y="641253"/>
                    </a:cubicBezTo>
                    <a:cubicBezTo>
                      <a:pt x="1731424" y="637444"/>
                      <a:pt x="1733329" y="632681"/>
                      <a:pt x="1733329" y="628871"/>
                    </a:cubicBezTo>
                    <a:cubicBezTo>
                      <a:pt x="1735234" y="613631"/>
                      <a:pt x="1734281" y="597439"/>
                      <a:pt x="1733329" y="582199"/>
                    </a:cubicBezTo>
                    <a:cubicBezTo>
                      <a:pt x="1728566" y="565053"/>
                      <a:pt x="1727613" y="555528"/>
                      <a:pt x="1725709" y="54600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75" name="Freeform: Shape 251">
                <a:extLst>
                  <a:ext uri="{FF2B5EF4-FFF2-40B4-BE49-F238E27FC236}">
                    <a16:creationId xmlns:a16="http://schemas.microsoft.com/office/drawing/2014/main" id="{2056A861-FA9F-5456-1FA3-F8B649236274}"/>
                  </a:ext>
                </a:extLst>
              </p:cNvPr>
              <p:cNvSpPr/>
              <p:nvPr/>
            </p:nvSpPr>
            <p:spPr>
              <a:xfrm>
                <a:off x="4512266" y="5088956"/>
                <a:ext cx="112198" cy="126833"/>
              </a:xfrm>
              <a:custGeom>
                <a:avLst/>
                <a:gdLst>
                  <a:gd name="connsiteX0" fmla="*/ 100079 w 219075"/>
                  <a:gd name="connsiteY0" fmla="*/ 251546 h 247650"/>
                  <a:gd name="connsiteX1" fmla="*/ 140084 w 219075"/>
                  <a:gd name="connsiteY1" fmla="*/ 230591 h 247650"/>
                  <a:gd name="connsiteX2" fmla="*/ 171516 w 219075"/>
                  <a:gd name="connsiteY2" fmla="*/ 230591 h 247650"/>
                  <a:gd name="connsiteX3" fmla="*/ 177232 w 219075"/>
                  <a:gd name="connsiteY3" fmla="*/ 224876 h 247650"/>
                  <a:gd name="connsiteX4" fmla="*/ 210569 w 219075"/>
                  <a:gd name="connsiteY4" fmla="*/ 195348 h 247650"/>
                  <a:gd name="connsiteX5" fmla="*/ 220094 w 219075"/>
                  <a:gd name="connsiteY5" fmla="*/ 190586 h 247650"/>
                  <a:gd name="connsiteX6" fmla="*/ 216284 w 219075"/>
                  <a:gd name="connsiteY6" fmla="*/ 121054 h 247650"/>
                  <a:gd name="connsiteX7" fmla="*/ 186757 w 219075"/>
                  <a:gd name="connsiteY7" fmla="*/ 83906 h 247650"/>
                  <a:gd name="connsiteX8" fmla="*/ 137227 w 219075"/>
                  <a:gd name="connsiteY8" fmla="*/ 42948 h 247650"/>
                  <a:gd name="connsiteX9" fmla="*/ 112461 w 219075"/>
                  <a:gd name="connsiteY9" fmla="*/ 50568 h 247650"/>
                  <a:gd name="connsiteX10" fmla="*/ 92459 w 219075"/>
                  <a:gd name="connsiteY10" fmla="*/ 17231 h 247650"/>
                  <a:gd name="connsiteX11" fmla="*/ 54359 w 219075"/>
                  <a:gd name="connsiteY11" fmla="*/ 1991 h 247650"/>
                  <a:gd name="connsiteX12" fmla="*/ 41024 w 219075"/>
                  <a:gd name="connsiteY12" fmla="*/ 2943 h 247650"/>
                  <a:gd name="connsiteX13" fmla="*/ 27689 w 219075"/>
                  <a:gd name="connsiteY13" fmla="*/ 29613 h 247650"/>
                  <a:gd name="connsiteX14" fmla="*/ 12449 w 219075"/>
                  <a:gd name="connsiteY14" fmla="*/ 111529 h 247650"/>
                  <a:gd name="connsiteX15" fmla="*/ 66 w 219075"/>
                  <a:gd name="connsiteY15" fmla="*/ 173441 h 247650"/>
                  <a:gd name="connsiteX16" fmla="*/ 13402 w 219075"/>
                  <a:gd name="connsiteY16" fmla="*/ 202016 h 247650"/>
                  <a:gd name="connsiteX17" fmla="*/ 10544 w 219075"/>
                  <a:gd name="connsiteY17" fmla="*/ 222018 h 247650"/>
                  <a:gd name="connsiteX18" fmla="*/ 27689 w 219075"/>
                  <a:gd name="connsiteY18" fmla="*/ 231543 h 247650"/>
                  <a:gd name="connsiteX19" fmla="*/ 84839 w 219075"/>
                  <a:gd name="connsiteY19" fmla="*/ 247736 h 247650"/>
                  <a:gd name="connsiteX20" fmla="*/ 100079 w 219075"/>
                  <a:gd name="connsiteY20" fmla="*/ 25154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9075" h="247650">
                    <a:moveTo>
                      <a:pt x="100079" y="251546"/>
                    </a:moveTo>
                    <a:cubicBezTo>
                      <a:pt x="108652" y="239163"/>
                      <a:pt x="124844" y="230591"/>
                      <a:pt x="140084" y="230591"/>
                    </a:cubicBezTo>
                    <a:lnTo>
                      <a:pt x="171516" y="230591"/>
                    </a:lnTo>
                    <a:cubicBezTo>
                      <a:pt x="173422" y="228686"/>
                      <a:pt x="175327" y="226781"/>
                      <a:pt x="177232" y="224876"/>
                    </a:cubicBezTo>
                    <a:cubicBezTo>
                      <a:pt x="187709" y="213446"/>
                      <a:pt x="197234" y="203921"/>
                      <a:pt x="210569" y="195348"/>
                    </a:cubicBezTo>
                    <a:cubicBezTo>
                      <a:pt x="213427" y="193443"/>
                      <a:pt x="217236" y="191538"/>
                      <a:pt x="220094" y="190586"/>
                    </a:cubicBezTo>
                    <a:cubicBezTo>
                      <a:pt x="210569" y="165821"/>
                      <a:pt x="216284" y="136293"/>
                      <a:pt x="216284" y="121054"/>
                    </a:cubicBezTo>
                    <a:cubicBezTo>
                      <a:pt x="216284" y="98193"/>
                      <a:pt x="193424" y="92479"/>
                      <a:pt x="186757" y="83906"/>
                    </a:cubicBezTo>
                    <a:cubicBezTo>
                      <a:pt x="180089" y="75334"/>
                      <a:pt x="148657" y="61046"/>
                      <a:pt x="137227" y="42948"/>
                    </a:cubicBezTo>
                    <a:cubicBezTo>
                      <a:pt x="124844" y="24851"/>
                      <a:pt x="118177" y="49616"/>
                      <a:pt x="112461" y="50568"/>
                    </a:cubicBezTo>
                    <a:cubicBezTo>
                      <a:pt x="106747" y="51521"/>
                      <a:pt x="107699" y="36281"/>
                      <a:pt x="92459" y="17231"/>
                    </a:cubicBezTo>
                    <a:cubicBezTo>
                      <a:pt x="77219" y="-1819"/>
                      <a:pt x="63884" y="-1819"/>
                      <a:pt x="54359" y="1991"/>
                    </a:cubicBezTo>
                    <a:cubicBezTo>
                      <a:pt x="51502" y="3896"/>
                      <a:pt x="46739" y="3896"/>
                      <a:pt x="41024" y="2943"/>
                    </a:cubicBezTo>
                    <a:cubicBezTo>
                      <a:pt x="33404" y="12468"/>
                      <a:pt x="27689" y="21993"/>
                      <a:pt x="27689" y="29613"/>
                    </a:cubicBezTo>
                    <a:cubicBezTo>
                      <a:pt x="27689" y="49616"/>
                      <a:pt x="13402" y="72476"/>
                      <a:pt x="12449" y="111529"/>
                    </a:cubicBezTo>
                    <a:cubicBezTo>
                      <a:pt x="11497" y="150581"/>
                      <a:pt x="1972" y="143913"/>
                      <a:pt x="66" y="173441"/>
                    </a:cubicBezTo>
                    <a:cubicBezTo>
                      <a:pt x="-886" y="203921"/>
                      <a:pt x="8639" y="198206"/>
                      <a:pt x="13402" y="202016"/>
                    </a:cubicBezTo>
                    <a:cubicBezTo>
                      <a:pt x="15307" y="203921"/>
                      <a:pt x="13402" y="214398"/>
                      <a:pt x="10544" y="222018"/>
                    </a:cubicBezTo>
                    <a:cubicBezTo>
                      <a:pt x="14354" y="225829"/>
                      <a:pt x="19116" y="232496"/>
                      <a:pt x="27689" y="231543"/>
                    </a:cubicBezTo>
                    <a:cubicBezTo>
                      <a:pt x="45786" y="229638"/>
                      <a:pt x="62932" y="237259"/>
                      <a:pt x="84839" y="247736"/>
                    </a:cubicBezTo>
                    <a:cubicBezTo>
                      <a:pt x="93411" y="252498"/>
                      <a:pt x="97222" y="252498"/>
                      <a:pt x="100079" y="251546"/>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76" name="Freeform: Shape 252">
                <a:extLst>
                  <a:ext uri="{FF2B5EF4-FFF2-40B4-BE49-F238E27FC236}">
                    <a16:creationId xmlns:a16="http://schemas.microsoft.com/office/drawing/2014/main" id="{002A0723-1D3C-889F-228F-0F9740AF56C6}"/>
                  </a:ext>
                </a:extLst>
              </p:cNvPr>
              <p:cNvSpPr/>
              <p:nvPr/>
            </p:nvSpPr>
            <p:spPr>
              <a:xfrm>
                <a:off x="4163579" y="4871018"/>
                <a:ext cx="453674" cy="873201"/>
              </a:xfrm>
              <a:custGeom>
                <a:avLst/>
                <a:gdLst>
                  <a:gd name="connsiteX0" fmla="*/ 882829 w 885825"/>
                  <a:gd name="connsiteY0" fmla="*/ 187500 h 1704975"/>
                  <a:gd name="connsiteX1" fmla="*/ 853302 w 885825"/>
                  <a:gd name="connsiteY1" fmla="*/ 185595 h 1704975"/>
                  <a:gd name="connsiteX2" fmla="*/ 853302 w 885825"/>
                  <a:gd name="connsiteY2" fmla="*/ 190357 h 1704975"/>
                  <a:gd name="connsiteX3" fmla="*/ 830442 w 885825"/>
                  <a:gd name="connsiteY3" fmla="*/ 260842 h 1704975"/>
                  <a:gd name="connsiteX4" fmla="*/ 796152 w 885825"/>
                  <a:gd name="connsiteY4" fmla="*/ 279892 h 1704975"/>
                  <a:gd name="connsiteX5" fmla="*/ 758052 w 885825"/>
                  <a:gd name="connsiteY5" fmla="*/ 288465 h 1704975"/>
                  <a:gd name="connsiteX6" fmla="*/ 715190 w 885825"/>
                  <a:gd name="connsiteY6" fmla="*/ 283702 h 1704975"/>
                  <a:gd name="connsiteX7" fmla="*/ 674232 w 885825"/>
                  <a:gd name="connsiteY7" fmla="*/ 274177 h 1704975"/>
                  <a:gd name="connsiteX8" fmla="*/ 688519 w 885825"/>
                  <a:gd name="connsiteY8" fmla="*/ 242745 h 1704975"/>
                  <a:gd name="connsiteX9" fmla="*/ 722809 w 885825"/>
                  <a:gd name="connsiteY9" fmla="*/ 177975 h 1704975"/>
                  <a:gd name="connsiteX10" fmla="*/ 640894 w 885825"/>
                  <a:gd name="connsiteY10" fmla="*/ 133207 h 1704975"/>
                  <a:gd name="connsiteX11" fmla="*/ 591364 w 885825"/>
                  <a:gd name="connsiteY11" fmla="*/ 105585 h 1704975"/>
                  <a:gd name="connsiteX12" fmla="*/ 541834 w 885825"/>
                  <a:gd name="connsiteY12" fmla="*/ 72247 h 1704975"/>
                  <a:gd name="connsiteX13" fmla="*/ 480874 w 885825"/>
                  <a:gd name="connsiteY13" fmla="*/ 4620 h 1704975"/>
                  <a:gd name="connsiteX14" fmla="*/ 437059 w 885825"/>
                  <a:gd name="connsiteY14" fmla="*/ 4620 h 1704975"/>
                  <a:gd name="connsiteX15" fmla="*/ 411342 w 885825"/>
                  <a:gd name="connsiteY15" fmla="*/ 33195 h 1704975"/>
                  <a:gd name="connsiteX16" fmla="*/ 359907 w 885825"/>
                  <a:gd name="connsiteY16" fmla="*/ 10335 h 1704975"/>
                  <a:gd name="connsiteX17" fmla="*/ 320854 w 885825"/>
                  <a:gd name="connsiteY17" fmla="*/ 12240 h 1704975"/>
                  <a:gd name="connsiteX18" fmla="*/ 288469 w 885825"/>
                  <a:gd name="connsiteY18" fmla="*/ 40815 h 1704975"/>
                  <a:gd name="connsiteX19" fmla="*/ 279897 w 885825"/>
                  <a:gd name="connsiteY19" fmla="*/ 97012 h 1704975"/>
                  <a:gd name="connsiteX20" fmla="*/ 229414 w 885825"/>
                  <a:gd name="connsiteY20" fmla="*/ 139875 h 1704975"/>
                  <a:gd name="connsiteX21" fmla="*/ 226557 w 885825"/>
                  <a:gd name="connsiteY21" fmla="*/ 174165 h 1704975"/>
                  <a:gd name="connsiteX22" fmla="*/ 230367 w 885825"/>
                  <a:gd name="connsiteY22" fmla="*/ 225600 h 1704975"/>
                  <a:gd name="connsiteX23" fmla="*/ 231319 w 885825"/>
                  <a:gd name="connsiteY23" fmla="*/ 257032 h 1704975"/>
                  <a:gd name="connsiteX24" fmla="*/ 204649 w 885825"/>
                  <a:gd name="connsiteY24" fmla="*/ 279892 h 1704975"/>
                  <a:gd name="connsiteX25" fmla="*/ 191314 w 885825"/>
                  <a:gd name="connsiteY25" fmla="*/ 319897 h 1704975"/>
                  <a:gd name="connsiteX26" fmla="*/ 171312 w 885825"/>
                  <a:gd name="connsiteY26" fmla="*/ 362760 h 1704975"/>
                  <a:gd name="connsiteX27" fmla="*/ 158929 w 885825"/>
                  <a:gd name="connsiteY27" fmla="*/ 388477 h 1704975"/>
                  <a:gd name="connsiteX28" fmla="*/ 158929 w 885825"/>
                  <a:gd name="connsiteY28" fmla="*/ 437055 h 1704975"/>
                  <a:gd name="connsiteX29" fmla="*/ 139879 w 885825"/>
                  <a:gd name="connsiteY29" fmla="*/ 474202 h 1704975"/>
                  <a:gd name="connsiteX30" fmla="*/ 139879 w 885825"/>
                  <a:gd name="connsiteY30" fmla="*/ 525637 h 1704975"/>
                  <a:gd name="connsiteX31" fmla="*/ 154167 w 885825"/>
                  <a:gd name="connsiteY31" fmla="*/ 573262 h 1704975"/>
                  <a:gd name="connsiteX32" fmla="*/ 164644 w 885825"/>
                  <a:gd name="connsiteY32" fmla="*/ 615172 h 1704975"/>
                  <a:gd name="connsiteX33" fmla="*/ 152262 w 885825"/>
                  <a:gd name="connsiteY33" fmla="*/ 655177 h 1704975"/>
                  <a:gd name="connsiteX34" fmla="*/ 138927 w 885825"/>
                  <a:gd name="connsiteY34" fmla="*/ 689467 h 1704975"/>
                  <a:gd name="connsiteX35" fmla="*/ 138927 w 885825"/>
                  <a:gd name="connsiteY35" fmla="*/ 749475 h 1704975"/>
                  <a:gd name="connsiteX36" fmla="*/ 105589 w 885825"/>
                  <a:gd name="connsiteY36" fmla="*/ 797100 h 1704975"/>
                  <a:gd name="connsiteX37" fmla="*/ 106542 w 885825"/>
                  <a:gd name="connsiteY37" fmla="*/ 859965 h 1704975"/>
                  <a:gd name="connsiteX38" fmla="*/ 117019 w 885825"/>
                  <a:gd name="connsiteY38" fmla="*/ 887587 h 1704975"/>
                  <a:gd name="connsiteX39" fmla="*/ 92254 w 885825"/>
                  <a:gd name="connsiteY39" fmla="*/ 906637 h 1704975"/>
                  <a:gd name="connsiteX40" fmla="*/ 89397 w 885825"/>
                  <a:gd name="connsiteY40" fmla="*/ 942832 h 1704975"/>
                  <a:gd name="connsiteX41" fmla="*/ 77014 w 885825"/>
                  <a:gd name="connsiteY41" fmla="*/ 973312 h 1704975"/>
                  <a:gd name="connsiteX42" fmla="*/ 64632 w 885825"/>
                  <a:gd name="connsiteY42" fmla="*/ 1006650 h 1704975"/>
                  <a:gd name="connsiteX43" fmla="*/ 74157 w 885825"/>
                  <a:gd name="connsiteY43" fmla="*/ 1039987 h 1704975"/>
                  <a:gd name="connsiteX44" fmla="*/ 71299 w 885825"/>
                  <a:gd name="connsiteY44" fmla="*/ 1091423 h 1704975"/>
                  <a:gd name="connsiteX45" fmla="*/ 64632 w 885825"/>
                  <a:gd name="connsiteY45" fmla="*/ 1141905 h 1704975"/>
                  <a:gd name="connsiteX46" fmla="*/ 68442 w 885825"/>
                  <a:gd name="connsiteY46" fmla="*/ 1167623 h 1704975"/>
                  <a:gd name="connsiteX47" fmla="*/ 75109 w 885825"/>
                  <a:gd name="connsiteY47" fmla="*/ 1198102 h 1704975"/>
                  <a:gd name="connsiteX48" fmla="*/ 88444 w 885825"/>
                  <a:gd name="connsiteY48" fmla="*/ 1222867 h 1704975"/>
                  <a:gd name="connsiteX49" fmla="*/ 95112 w 885825"/>
                  <a:gd name="connsiteY49" fmla="*/ 1244775 h 1704975"/>
                  <a:gd name="connsiteX50" fmla="*/ 77967 w 885825"/>
                  <a:gd name="connsiteY50" fmla="*/ 1255252 h 1704975"/>
                  <a:gd name="connsiteX51" fmla="*/ 84634 w 885825"/>
                  <a:gd name="connsiteY51" fmla="*/ 1286685 h 1704975"/>
                  <a:gd name="connsiteX52" fmla="*/ 77967 w 885825"/>
                  <a:gd name="connsiteY52" fmla="*/ 1323832 h 1704975"/>
                  <a:gd name="connsiteX53" fmla="*/ 77014 w 885825"/>
                  <a:gd name="connsiteY53" fmla="*/ 1360980 h 1704975"/>
                  <a:gd name="connsiteX54" fmla="*/ 63679 w 885825"/>
                  <a:gd name="connsiteY54" fmla="*/ 1394317 h 1704975"/>
                  <a:gd name="connsiteX55" fmla="*/ 45582 w 885825"/>
                  <a:gd name="connsiteY55" fmla="*/ 1425750 h 1704975"/>
                  <a:gd name="connsiteX56" fmla="*/ 46534 w 885825"/>
                  <a:gd name="connsiteY56" fmla="*/ 1462898 h 1704975"/>
                  <a:gd name="connsiteX57" fmla="*/ 28437 w 885825"/>
                  <a:gd name="connsiteY57" fmla="*/ 1496235 h 1704975"/>
                  <a:gd name="connsiteX58" fmla="*/ 4624 w 885825"/>
                  <a:gd name="connsiteY58" fmla="*/ 1527667 h 1704975"/>
                  <a:gd name="connsiteX59" fmla="*/ 5577 w 885825"/>
                  <a:gd name="connsiteY59" fmla="*/ 1572435 h 1704975"/>
                  <a:gd name="connsiteX60" fmla="*/ 13197 w 885825"/>
                  <a:gd name="connsiteY60" fmla="*/ 1603867 h 1704975"/>
                  <a:gd name="connsiteX61" fmla="*/ 54154 w 885825"/>
                  <a:gd name="connsiteY61" fmla="*/ 1618155 h 1704975"/>
                  <a:gd name="connsiteX62" fmla="*/ 57012 w 885825"/>
                  <a:gd name="connsiteY62" fmla="*/ 1672448 h 1704975"/>
                  <a:gd name="connsiteX63" fmla="*/ 77967 w 885825"/>
                  <a:gd name="connsiteY63" fmla="*/ 1692450 h 1704975"/>
                  <a:gd name="connsiteX64" fmla="*/ 156072 w 885825"/>
                  <a:gd name="connsiteY64" fmla="*/ 1690545 h 1704975"/>
                  <a:gd name="connsiteX65" fmla="*/ 179884 w 885825"/>
                  <a:gd name="connsiteY65" fmla="*/ 1705785 h 1704975"/>
                  <a:gd name="connsiteX66" fmla="*/ 221794 w 885825"/>
                  <a:gd name="connsiteY66" fmla="*/ 1711500 h 1704975"/>
                  <a:gd name="connsiteX67" fmla="*/ 197982 w 885825"/>
                  <a:gd name="connsiteY67" fmla="*/ 1666732 h 1704975"/>
                  <a:gd name="connsiteX68" fmla="*/ 193219 w 885825"/>
                  <a:gd name="connsiteY68" fmla="*/ 1630537 h 1704975"/>
                  <a:gd name="connsiteX69" fmla="*/ 201792 w 885825"/>
                  <a:gd name="connsiteY69" fmla="*/ 1585770 h 1704975"/>
                  <a:gd name="connsiteX70" fmla="*/ 222747 w 885825"/>
                  <a:gd name="connsiteY70" fmla="*/ 1566720 h 1704975"/>
                  <a:gd name="connsiteX71" fmla="*/ 252274 w 885825"/>
                  <a:gd name="connsiteY71" fmla="*/ 1539098 h 1704975"/>
                  <a:gd name="connsiteX72" fmla="*/ 253227 w 885825"/>
                  <a:gd name="connsiteY72" fmla="*/ 1532430 h 1704975"/>
                  <a:gd name="connsiteX73" fmla="*/ 277992 w 885825"/>
                  <a:gd name="connsiteY73" fmla="*/ 1485757 h 1704975"/>
                  <a:gd name="connsiteX74" fmla="*/ 286564 w 885825"/>
                  <a:gd name="connsiteY74" fmla="*/ 1477185 h 1704975"/>
                  <a:gd name="connsiteX75" fmla="*/ 302757 w 885825"/>
                  <a:gd name="connsiteY75" fmla="*/ 1455277 h 1704975"/>
                  <a:gd name="connsiteX76" fmla="*/ 303709 w 885825"/>
                  <a:gd name="connsiteY76" fmla="*/ 1454325 h 1704975"/>
                  <a:gd name="connsiteX77" fmla="*/ 304662 w 885825"/>
                  <a:gd name="connsiteY77" fmla="*/ 1453373 h 1704975"/>
                  <a:gd name="connsiteX78" fmla="*/ 311329 w 885825"/>
                  <a:gd name="connsiteY78" fmla="*/ 1443848 h 1704975"/>
                  <a:gd name="connsiteX79" fmla="*/ 337047 w 885825"/>
                  <a:gd name="connsiteY79" fmla="*/ 1418130 h 1704975"/>
                  <a:gd name="connsiteX80" fmla="*/ 344667 w 885825"/>
                  <a:gd name="connsiteY80" fmla="*/ 1386698 h 1704975"/>
                  <a:gd name="connsiteX81" fmla="*/ 300852 w 885825"/>
                  <a:gd name="connsiteY81" fmla="*/ 1374315 h 1704975"/>
                  <a:gd name="connsiteX82" fmla="*/ 270372 w 885825"/>
                  <a:gd name="connsiteY82" fmla="*/ 1300973 h 1704975"/>
                  <a:gd name="connsiteX83" fmla="*/ 300852 w 885825"/>
                  <a:gd name="connsiteY83" fmla="*/ 1269540 h 1704975"/>
                  <a:gd name="connsiteX84" fmla="*/ 310377 w 885825"/>
                  <a:gd name="connsiteY84" fmla="*/ 1256205 h 1704975"/>
                  <a:gd name="connsiteX85" fmla="*/ 336094 w 885825"/>
                  <a:gd name="connsiteY85" fmla="*/ 1243823 h 1704975"/>
                  <a:gd name="connsiteX86" fmla="*/ 351334 w 885825"/>
                  <a:gd name="connsiteY86" fmla="*/ 1234298 h 1704975"/>
                  <a:gd name="connsiteX87" fmla="*/ 353239 w 885825"/>
                  <a:gd name="connsiteY87" fmla="*/ 1232392 h 1704975"/>
                  <a:gd name="connsiteX88" fmla="*/ 364669 w 885825"/>
                  <a:gd name="connsiteY88" fmla="*/ 1200007 h 1704975"/>
                  <a:gd name="connsiteX89" fmla="*/ 382767 w 885825"/>
                  <a:gd name="connsiteY89" fmla="*/ 1151430 h 1704975"/>
                  <a:gd name="connsiteX90" fmla="*/ 394197 w 885825"/>
                  <a:gd name="connsiteY90" fmla="*/ 1135237 h 1704975"/>
                  <a:gd name="connsiteX91" fmla="*/ 396102 w 885825"/>
                  <a:gd name="connsiteY91" fmla="*/ 1116187 h 1704975"/>
                  <a:gd name="connsiteX92" fmla="*/ 420867 w 885825"/>
                  <a:gd name="connsiteY92" fmla="*/ 1132380 h 1704975"/>
                  <a:gd name="connsiteX93" fmla="*/ 438964 w 885825"/>
                  <a:gd name="connsiteY93" fmla="*/ 1095232 h 1704975"/>
                  <a:gd name="connsiteX94" fmla="*/ 408484 w 885825"/>
                  <a:gd name="connsiteY94" fmla="*/ 1103805 h 1704975"/>
                  <a:gd name="connsiteX95" fmla="*/ 383719 w 885825"/>
                  <a:gd name="connsiteY95" fmla="*/ 1091423 h 1704975"/>
                  <a:gd name="connsiteX96" fmla="*/ 377052 w 885825"/>
                  <a:gd name="connsiteY96" fmla="*/ 1055227 h 1704975"/>
                  <a:gd name="connsiteX97" fmla="*/ 375147 w 885825"/>
                  <a:gd name="connsiteY97" fmla="*/ 1010460 h 1704975"/>
                  <a:gd name="connsiteX98" fmla="*/ 445632 w 885825"/>
                  <a:gd name="connsiteY98" fmla="*/ 1030462 h 1704975"/>
                  <a:gd name="connsiteX99" fmla="*/ 497067 w 885825"/>
                  <a:gd name="connsiteY99" fmla="*/ 1002840 h 1704975"/>
                  <a:gd name="connsiteX100" fmla="*/ 500877 w 885825"/>
                  <a:gd name="connsiteY100" fmla="*/ 957120 h 1704975"/>
                  <a:gd name="connsiteX101" fmla="*/ 498972 w 885825"/>
                  <a:gd name="connsiteY101" fmla="*/ 922830 h 1704975"/>
                  <a:gd name="connsiteX102" fmla="*/ 514212 w 885825"/>
                  <a:gd name="connsiteY102" fmla="*/ 903780 h 1704975"/>
                  <a:gd name="connsiteX103" fmla="*/ 587554 w 885825"/>
                  <a:gd name="connsiteY103" fmla="*/ 903780 h 1704975"/>
                  <a:gd name="connsiteX104" fmla="*/ 601842 w 885825"/>
                  <a:gd name="connsiteY104" fmla="*/ 896160 h 1704975"/>
                  <a:gd name="connsiteX105" fmla="*/ 658992 w 885825"/>
                  <a:gd name="connsiteY105" fmla="*/ 872347 h 1704975"/>
                  <a:gd name="connsiteX106" fmla="*/ 695187 w 885825"/>
                  <a:gd name="connsiteY106" fmla="*/ 852345 h 1704975"/>
                  <a:gd name="connsiteX107" fmla="*/ 703759 w 885825"/>
                  <a:gd name="connsiteY107" fmla="*/ 846630 h 1704975"/>
                  <a:gd name="connsiteX108" fmla="*/ 705665 w 885825"/>
                  <a:gd name="connsiteY108" fmla="*/ 840915 h 1704975"/>
                  <a:gd name="connsiteX109" fmla="*/ 727572 w 885825"/>
                  <a:gd name="connsiteY109" fmla="*/ 810435 h 1704975"/>
                  <a:gd name="connsiteX110" fmla="*/ 744717 w 885825"/>
                  <a:gd name="connsiteY110" fmla="*/ 802815 h 1704975"/>
                  <a:gd name="connsiteX111" fmla="*/ 753290 w 885825"/>
                  <a:gd name="connsiteY111" fmla="*/ 790432 h 1704975"/>
                  <a:gd name="connsiteX112" fmla="*/ 734240 w 885825"/>
                  <a:gd name="connsiteY112" fmla="*/ 759000 h 1704975"/>
                  <a:gd name="connsiteX113" fmla="*/ 726619 w 885825"/>
                  <a:gd name="connsiteY113" fmla="*/ 718042 h 1704975"/>
                  <a:gd name="connsiteX114" fmla="*/ 701854 w 885825"/>
                  <a:gd name="connsiteY114" fmla="*/ 689467 h 1704975"/>
                  <a:gd name="connsiteX115" fmla="*/ 670422 w 885825"/>
                  <a:gd name="connsiteY115" fmla="*/ 657082 h 1704975"/>
                  <a:gd name="connsiteX116" fmla="*/ 686614 w 885825"/>
                  <a:gd name="connsiteY116" fmla="*/ 654225 h 1704975"/>
                  <a:gd name="connsiteX117" fmla="*/ 689472 w 885825"/>
                  <a:gd name="connsiteY117" fmla="*/ 634222 h 1704975"/>
                  <a:gd name="connsiteX118" fmla="*/ 676137 w 885825"/>
                  <a:gd name="connsiteY118" fmla="*/ 605647 h 1704975"/>
                  <a:gd name="connsiteX119" fmla="*/ 688519 w 885825"/>
                  <a:gd name="connsiteY119" fmla="*/ 543735 h 1704975"/>
                  <a:gd name="connsiteX120" fmla="*/ 703759 w 885825"/>
                  <a:gd name="connsiteY120" fmla="*/ 461820 h 1704975"/>
                  <a:gd name="connsiteX121" fmla="*/ 756147 w 885825"/>
                  <a:gd name="connsiteY121" fmla="*/ 384667 h 1704975"/>
                  <a:gd name="connsiteX122" fmla="*/ 832347 w 885825"/>
                  <a:gd name="connsiteY122" fmla="*/ 297990 h 1704975"/>
                  <a:gd name="connsiteX123" fmla="*/ 885687 w 885825"/>
                  <a:gd name="connsiteY123" fmla="*/ 265605 h 1704975"/>
                  <a:gd name="connsiteX124" fmla="*/ 882829 w 885825"/>
                  <a:gd name="connsiteY124" fmla="*/ 187500 h 170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885825" h="1704975">
                    <a:moveTo>
                      <a:pt x="882829" y="187500"/>
                    </a:moveTo>
                    <a:cubicBezTo>
                      <a:pt x="878067" y="184642"/>
                      <a:pt x="864732" y="184642"/>
                      <a:pt x="853302" y="185595"/>
                    </a:cubicBezTo>
                    <a:cubicBezTo>
                      <a:pt x="853302" y="187500"/>
                      <a:pt x="853302" y="189405"/>
                      <a:pt x="853302" y="190357"/>
                    </a:cubicBezTo>
                    <a:cubicBezTo>
                      <a:pt x="856159" y="210360"/>
                      <a:pt x="843777" y="261795"/>
                      <a:pt x="830442" y="260842"/>
                    </a:cubicBezTo>
                    <a:cubicBezTo>
                      <a:pt x="817107" y="259890"/>
                      <a:pt x="806629" y="282750"/>
                      <a:pt x="796152" y="279892"/>
                    </a:cubicBezTo>
                    <a:cubicBezTo>
                      <a:pt x="785674" y="277035"/>
                      <a:pt x="771387" y="297037"/>
                      <a:pt x="758052" y="288465"/>
                    </a:cubicBezTo>
                    <a:cubicBezTo>
                      <a:pt x="744717" y="279892"/>
                      <a:pt x="726619" y="291322"/>
                      <a:pt x="715190" y="283702"/>
                    </a:cubicBezTo>
                    <a:cubicBezTo>
                      <a:pt x="704712" y="277035"/>
                      <a:pt x="674232" y="282750"/>
                      <a:pt x="674232" y="274177"/>
                    </a:cubicBezTo>
                    <a:cubicBezTo>
                      <a:pt x="674232" y="265605"/>
                      <a:pt x="688519" y="268462"/>
                      <a:pt x="688519" y="242745"/>
                    </a:cubicBezTo>
                    <a:cubicBezTo>
                      <a:pt x="688519" y="217027"/>
                      <a:pt x="728524" y="188452"/>
                      <a:pt x="722809" y="177975"/>
                    </a:cubicBezTo>
                    <a:cubicBezTo>
                      <a:pt x="717094" y="167497"/>
                      <a:pt x="649467" y="146542"/>
                      <a:pt x="640894" y="133207"/>
                    </a:cubicBezTo>
                    <a:cubicBezTo>
                      <a:pt x="631369" y="119872"/>
                      <a:pt x="618034" y="108442"/>
                      <a:pt x="591364" y="105585"/>
                    </a:cubicBezTo>
                    <a:cubicBezTo>
                      <a:pt x="564694" y="102727"/>
                      <a:pt x="566599" y="88440"/>
                      <a:pt x="541834" y="72247"/>
                    </a:cubicBezTo>
                    <a:cubicBezTo>
                      <a:pt x="521832" y="58912"/>
                      <a:pt x="491352" y="23670"/>
                      <a:pt x="480874" y="4620"/>
                    </a:cubicBezTo>
                    <a:cubicBezTo>
                      <a:pt x="464682" y="2715"/>
                      <a:pt x="441822" y="-1095"/>
                      <a:pt x="437059" y="4620"/>
                    </a:cubicBezTo>
                    <a:cubicBezTo>
                      <a:pt x="430392" y="13192"/>
                      <a:pt x="419914" y="52245"/>
                      <a:pt x="411342" y="33195"/>
                    </a:cubicBezTo>
                    <a:cubicBezTo>
                      <a:pt x="401817" y="13192"/>
                      <a:pt x="379909" y="13192"/>
                      <a:pt x="359907" y="10335"/>
                    </a:cubicBezTo>
                    <a:cubicBezTo>
                      <a:pt x="339904" y="7477"/>
                      <a:pt x="341809" y="-12525"/>
                      <a:pt x="320854" y="12240"/>
                    </a:cubicBezTo>
                    <a:cubicBezTo>
                      <a:pt x="311329" y="22717"/>
                      <a:pt x="299899" y="33195"/>
                      <a:pt x="288469" y="40815"/>
                    </a:cubicBezTo>
                    <a:cubicBezTo>
                      <a:pt x="287517" y="63675"/>
                      <a:pt x="283707" y="89392"/>
                      <a:pt x="279897" y="97012"/>
                    </a:cubicBezTo>
                    <a:cubicBezTo>
                      <a:pt x="274182" y="107490"/>
                      <a:pt x="230367" y="128445"/>
                      <a:pt x="229414" y="139875"/>
                    </a:cubicBezTo>
                    <a:cubicBezTo>
                      <a:pt x="228462" y="151305"/>
                      <a:pt x="235129" y="167497"/>
                      <a:pt x="226557" y="174165"/>
                    </a:cubicBezTo>
                    <a:cubicBezTo>
                      <a:pt x="218937" y="181785"/>
                      <a:pt x="245607" y="217027"/>
                      <a:pt x="230367" y="225600"/>
                    </a:cubicBezTo>
                    <a:cubicBezTo>
                      <a:pt x="216079" y="234172"/>
                      <a:pt x="240844" y="248460"/>
                      <a:pt x="231319" y="257032"/>
                    </a:cubicBezTo>
                    <a:cubicBezTo>
                      <a:pt x="221794" y="265605"/>
                      <a:pt x="204649" y="270367"/>
                      <a:pt x="204649" y="279892"/>
                    </a:cubicBezTo>
                    <a:cubicBezTo>
                      <a:pt x="204649" y="290370"/>
                      <a:pt x="203697" y="314182"/>
                      <a:pt x="191314" y="319897"/>
                    </a:cubicBezTo>
                    <a:cubicBezTo>
                      <a:pt x="178932" y="325612"/>
                      <a:pt x="171312" y="347520"/>
                      <a:pt x="171312" y="362760"/>
                    </a:cubicBezTo>
                    <a:cubicBezTo>
                      <a:pt x="171312" y="378952"/>
                      <a:pt x="152262" y="368475"/>
                      <a:pt x="158929" y="388477"/>
                    </a:cubicBezTo>
                    <a:cubicBezTo>
                      <a:pt x="165597" y="408480"/>
                      <a:pt x="173217" y="433245"/>
                      <a:pt x="158929" y="437055"/>
                    </a:cubicBezTo>
                    <a:cubicBezTo>
                      <a:pt x="144642" y="441817"/>
                      <a:pt x="148452" y="474202"/>
                      <a:pt x="139879" y="474202"/>
                    </a:cubicBezTo>
                    <a:cubicBezTo>
                      <a:pt x="132259" y="474202"/>
                      <a:pt x="127497" y="508492"/>
                      <a:pt x="139879" y="525637"/>
                    </a:cubicBezTo>
                    <a:cubicBezTo>
                      <a:pt x="152262" y="542782"/>
                      <a:pt x="154167" y="557070"/>
                      <a:pt x="154167" y="573262"/>
                    </a:cubicBezTo>
                    <a:cubicBezTo>
                      <a:pt x="154167" y="588502"/>
                      <a:pt x="170359" y="598027"/>
                      <a:pt x="164644" y="615172"/>
                    </a:cubicBezTo>
                    <a:cubicBezTo>
                      <a:pt x="158929" y="632317"/>
                      <a:pt x="161787" y="648510"/>
                      <a:pt x="152262" y="655177"/>
                    </a:cubicBezTo>
                    <a:cubicBezTo>
                      <a:pt x="142737" y="662797"/>
                      <a:pt x="151309" y="683752"/>
                      <a:pt x="138927" y="689467"/>
                    </a:cubicBezTo>
                    <a:cubicBezTo>
                      <a:pt x="126544" y="695182"/>
                      <a:pt x="148452" y="740902"/>
                      <a:pt x="138927" y="749475"/>
                    </a:cubicBezTo>
                    <a:cubicBezTo>
                      <a:pt x="129402" y="758047"/>
                      <a:pt x="105589" y="765667"/>
                      <a:pt x="105589" y="797100"/>
                    </a:cubicBezTo>
                    <a:cubicBezTo>
                      <a:pt x="105589" y="828532"/>
                      <a:pt x="110352" y="846630"/>
                      <a:pt x="106542" y="859965"/>
                    </a:cubicBezTo>
                    <a:cubicBezTo>
                      <a:pt x="103684" y="871395"/>
                      <a:pt x="119877" y="868537"/>
                      <a:pt x="117019" y="887587"/>
                    </a:cubicBezTo>
                    <a:cubicBezTo>
                      <a:pt x="114162" y="906637"/>
                      <a:pt x="93207" y="895207"/>
                      <a:pt x="92254" y="906637"/>
                    </a:cubicBezTo>
                    <a:cubicBezTo>
                      <a:pt x="91302" y="918067"/>
                      <a:pt x="97969" y="940927"/>
                      <a:pt x="89397" y="942832"/>
                    </a:cubicBezTo>
                    <a:cubicBezTo>
                      <a:pt x="81777" y="944737"/>
                      <a:pt x="77014" y="953310"/>
                      <a:pt x="77014" y="973312"/>
                    </a:cubicBezTo>
                    <a:cubicBezTo>
                      <a:pt x="77014" y="993315"/>
                      <a:pt x="66537" y="996172"/>
                      <a:pt x="64632" y="1006650"/>
                    </a:cubicBezTo>
                    <a:cubicBezTo>
                      <a:pt x="63679" y="1017127"/>
                      <a:pt x="74157" y="1028557"/>
                      <a:pt x="74157" y="1039987"/>
                    </a:cubicBezTo>
                    <a:cubicBezTo>
                      <a:pt x="74157" y="1051417"/>
                      <a:pt x="80824" y="1090470"/>
                      <a:pt x="71299" y="1091423"/>
                    </a:cubicBezTo>
                    <a:cubicBezTo>
                      <a:pt x="61774" y="1093327"/>
                      <a:pt x="57012" y="1136190"/>
                      <a:pt x="64632" y="1141905"/>
                    </a:cubicBezTo>
                    <a:cubicBezTo>
                      <a:pt x="72252" y="1147620"/>
                      <a:pt x="72252" y="1159050"/>
                      <a:pt x="68442" y="1167623"/>
                    </a:cubicBezTo>
                    <a:cubicBezTo>
                      <a:pt x="64632" y="1176195"/>
                      <a:pt x="86539" y="1184767"/>
                      <a:pt x="75109" y="1198102"/>
                    </a:cubicBezTo>
                    <a:cubicBezTo>
                      <a:pt x="62727" y="1211437"/>
                      <a:pt x="72252" y="1227630"/>
                      <a:pt x="88444" y="1222867"/>
                    </a:cubicBezTo>
                    <a:cubicBezTo>
                      <a:pt x="101779" y="1218105"/>
                      <a:pt x="109399" y="1244775"/>
                      <a:pt x="95112" y="1244775"/>
                    </a:cubicBezTo>
                    <a:cubicBezTo>
                      <a:pt x="80824" y="1244775"/>
                      <a:pt x="65584" y="1244775"/>
                      <a:pt x="77967" y="1255252"/>
                    </a:cubicBezTo>
                    <a:cubicBezTo>
                      <a:pt x="90349" y="1265730"/>
                      <a:pt x="101779" y="1280017"/>
                      <a:pt x="84634" y="1286685"/>
                    </a:cubicBezTo>
                    <a:cubicBezTo>
                      <a:pt x="67489" y="1294305"/>
                      <a:pt x="81777" y="1306687"/>
                      <a:pt x="77967" y="1323832"/>
                    </a:cubicBezTo>
                    <a:cubicBezTo>
                      <a:pt x="74157" y="1340977"/>
                      <a:pt x="90349" y="1357170"/>
                      <a:pt x="77014" y="1360980"/>
                    </a:cubicBezTo>
                    <a:cubicBezTo>
                      <a:pt x="63679" y="1364790"/>
                      <a:pt x="82729" y="1391460"/>
                      <a:pt x="63679" y="1394317"/>
                    </a:cubicBezTo>
                    <a:cubicBezTo>
                      <a:pt x="45582" y="1397175"/>
                      <a:pt x="57012" y="1416225"/>
                      <a:pt x="45582" y="1425750"/>
                    </a:cubicBezTo>
                    <a:cubicBezTo>
                      <a:pt x="33199" y="1436227"/>
                      <a:pt x="61774" y="1453373"/>
                      <a:pt x="46534" y="1462898"/>
                    </a:cubicBezTo>
                    <a:cubicBezTo>
                      <a:pt x="32247" y="1472423"/>
                      <a:pt x="42724" y="1496235"/>
                      <a:pt x="28437" y="1496235"/>
                    </a:cubicBezTo>
                    <a:cubicBezTo>
                      <a:pt x="14149" y="1496235"/>
                      <a:pt x="5577" y="1518142"/>
                      <a:pt x="4624" y="1527667"/>
                    </a:cubicBezTo>
                    <a:cubicBezTo>
                      <a:pt x="3672" y="1538145"/>
                      <a:pt x="-5853" y="1558148"/>
                      <a:pt x="5577" y="1572435"/>
                    </a:cubicBezTo>
                    <a:cubicBezTo>
                      <a:pt x="17959" y="1586723"/>
                      <a:pt x="2719" y="1598152"/>
                      <a:pt x="13197" y="1603867"/>
                    </a:cubicBezTo>
                    <a:cubicBezTo>
                      <a:pt x="23674" y="1609582"/>
                      <a:pt x="59869" y="1601010"/>
                      <a:pt x="54154" y="1618155"/>
                    </a:cubicBezTo>
                    <a:cubicBezTo>
                      <a:pt x="48439" y="1635300"/>
                      <a:pt x="50344" y="1672448"/>
                      <a:pt x="57012" y="1672448"/>
                    </a:cubicBezTo>
                    <a:cubicBezTo>
                      <a:pt x="63679" y="1672448"/>
                      <a:pt x="67489" y="1694355"/>
                      <a:pt x="77967" y="1692450"/>
                    </a:cubicBezTo>
                    <a:cubicBezTo>
                      <a:pt x="88444" y="1690545"/>
                      <a:pt x="136069" y="1684830"/>
                      <a:pt x="156072" y="1690545"/>
                    </a:cubicBezTo>
                    <a:cubicBezTo>
                      <a:pt x="165597" y="1693402"/>
                      <a:pt x="174169" y="1700070"/>
                      <a:pt x="179884" y="1705785"/>
                    </a:cubicBezTo>
                    <a:cubicBezTo>
                      <a:pt x="191314" y="1700070"/>
                      <a:pt x="216079" y="1718167"/>
                      <a:pt x="221794" y="1711500"/>
                    </a:cubicBezTo>
                    <a:cubicBezTo>
                      <a:pt x="228462" y="1703880"/>
                      <a:pt x="197029" y="1676257"/>
                      <a:pt x="197982" y="1666732"/>
                    </a:cubicBezTo>
                    <a:cubicBezTo>
                      <a:pt x="198934" y="1657207"/>
                      <a:pt x="193219" y="1641015"/>
                      <a:pt x="193219" y="1630537"/>
                    </a:cubicBezTo>
                    <a:cubicBezTo>
                      <a:pt x="193219" y="1620060"/>
                      <a:pt x="188457" y="1596248"/>
                      <a:pt x="201792" y="1585770"/>
                    </a:cubicBezTo>
                    <a:cubicBezTo>
                      <a:pt x="214174" y="1576245"/>
                      <a:pt x="216079" y="1566720"/>
                      <a:pt x="222747" y="1566720"/>
                    </a:cubicBezTo>
                    <a:cubicBezTo>
                      <a:pt x="231319" y="1556242"/>
                      <a:pt x="240844" y="1547670"/>
                      <a:pt x="252274" y="1539098"/>
                    </a:cubicBezTo>
                    <a:cubicBezTo>
                      <a:pt x="252274" y="1537192"/>
                      <a:pt x="253227" y="1535287"/>
                      <a:pt x="253227" y="1532430"/>
                    </a:cubicBezTo>
                    <a:cubicBezTo>
                      <a:pt x="254179" y="1509570"/>
                      <a:pt x="262752" y="1500045"/>
                      <a:pt x="277992" y="1485757"/>
                    </a:cubicBezTo>
                    <a:cubicBezTo>
                      <a:pt x="280849" y="1482900"/>
                      <a:pt x="283707" y="1480042"/>
                      <a:pt x="286564" y="1477185"/>
                    </a:cubicBezTo>
                    <a:cubicBezTo>
                      <a:pt x="289422" y="1468612"/>
                      <a:pt x="295137" y="1461945"/>
                      <a:pt x="302757" y="1455277"/>
                    </a:cubicBezTo>
                    <a:cubicBezTo>
                      <a:pt x="302757" y="1455277"/>
                      <a:pt x="302757" y="1454325"/>
                      <a:pt x="303709" y="1454325"/>
                    </a:cubicBezTo>
                    <a:cubicBezTo>
                      <a:pt x="303709" y="1454325"/>
                      <a:pt x="303709" y="1454325"/>
                      <a:pt x="304662" y="1453373"/>
                    </a:cubicBezTo>
                    <a:cubicBezTo>
                      <a:pt x="306567" y="1450515"/>
                      <a:pt x="309424" y="1446705"/>
                      <a:pt x="311329" y="1443848"/>
                    </a:cubicBezTo>
                    <a:cubicBezTo>
                      <a:pt x="318949" y="1433370"/>
                      <a:pt x="326569" y="1425750"/>
                      <a:pt x="337047" y="1418130"/>
                    </a:cubicBezTo>
                    <a:cubicBezTo>
                      <a:pt x="339904" y="1406700"/>
                      <a:pt x="344667" y="1393365"/>
                      <a:pt x="344667" y="1386698"/>
                    </a:cubicBezTo>
                    <a:cubicBezTo>
                      <a:pt x="344667" y="1376220"/>
                      <a:pt x="311329" y="1378125"/>
                      <a:pt x="300852" y="1374315"/>
                    </a:cubicBezTo>
                    <a:cubicBezTo>
                      <a:pt x="290374" y="1370505"/>
                      <a:pt x="251322" y="1340025"/>
                      <a:pt x="270372" y="1300973"/>
                    </a:cubicBezTo>
                    <a:cubicBezTo>
                      <a:pt x="277992" y="1285732"/>
                      <a:pt x="289422" y="1275255"/>
                      <a:pt x="300852" y="1269540"/>
                    </a:cubicBezTo>
                    <a:cubicBezTo>
                      <a:pt x="303709" y="1264777"/>
                      <a:pt x="306567" y="1260015"/>
                      <a:pt x="310377" y="1256205"/>
                    </a:cubicBezTo>
                    <a:cubicBezTo>
                      <a:pt x="317997" y="1248585"/>
                      <a:pt x="326569" y="1245727"/>
                      <a:pt x="336094" y="1243823"/>
                    </a:cubicBezTo>
                    <a:cubicBezTo>
                      <a:pt x="340857" y="1240012"/>
                      <a:pt x="345619" y="1236202"/>
                      <a:pt x="351334" y="1234298"/>
                    </a:cubicBezTo>
                    <a:cubicBezTo>
                      <a:pt x="352287" y="1233345"/>
                      <a:pt x="352287" y="1232392"/>
                      <a:pt x="353239" y="1232392"/>
                    </a:cubicBezTo>
                    <a:cubicBezTo>
                      <a:pt x="362764" y="1225725"/>
                      <a:pt x="364669" y="1215248"/>
                      <a:pt x="364669" y="1200007"/>
                    </a:cubicBezTo>
                    <a:cubicBezTo>
                      <a:pt x="364669" y="1181910"/>
                      <a:pt x="364669" y="1153335"/>
                      <a:pt x="382767" y="1151430"/>
                    </a:cubicBezTo>
                    <a:cubicBezTo>
                      <a:pt x="400864" y="1149525"/>
                      <a:pt x="405627" y="1139048"/>
                      <a:pt x="394197" y="1135237"/>
                    </a:cubicBezTo>
                    <a:cubicBezTo>
                      <a:pt x="383719" y="1132380"/>
                      <a:pt x="378957" y="1118092"/>
                      <a:pt x="396102" y="1116187"/>
                    </a:cubicBezTo>
                    <a:cubicBezTo>
                      <a:pt x="414199" y="1114282"/>
                      <a:pt x="407532" y="1132380"/>
                      <a:pt x="420867" y="1132380"/>
                    </a:cubicBezTo>
                    <a:cubicBezTo>
                      <a:pt x="433249" y="1132380"/>
                      <a:pt x="455157" y="1109520"/>
                      <a:pt x="438964" y="1095232"/>
                    </a:cubicBezTo>
                    <a:cubicBezTo>
                      <a:pt x="422772" y="1081898"/>
                      <a:pt x="417057" y="1101900"/>
                      <a:pt x="408484" y="1103805"/>
                    </a:cubicBezTo>
                    <a:cubicBezTo>
                      <a:pt x="399912" y="1105710"/>
                      <a:pt x="393244" y="1091423"/>
                      <a:pt x="383719" y="1091423"/>
                    </a:cubicBezTo>
                    <a:cubicBezTo>
                      <a:pt x="375147" y="1091423"/>
                      <a:pt x="380862" y="1064752"/>
                      <a:pt x="377052" y="1055227"/>
                    </a:cubicBezTo>
                    <a:cubicBezTo>
                      <a:pt x="373242" y="1045702"/>
                      <a:pt x="367527" y="1022842"/>
                      <a:pt x="375147" y="1010460"/>
                    </a:cubicBezTo>
                    <a:cubicBezTo>
                      <a:pt x="382767" y="999030"/>
                      <a:pt x="416104" y="1028557"/>
                      <a:pt x="445632" y="1030462"/>
                    </a:cubicBezTo>
                    <a:cubicBezTo>
                      <a:pt x="475159" y="1032367"/>
                      <a:pt x="497067" y="1014270"/>
                      <a:pt x="497067" y="1002840"/>
                    </a:cubicBezTo>
                    <a:cubicBezTo>
                      <a:pt x="497067" y="991410"/>
                      <a:pt x="483732" y="970455"/>
                      <a:pt x="500877" y="957120"/>
                    </a:cubicBezTo>
                    <a:cubicBezTo>
                      <a:pt x="518974" y="944737"/>
                      <a:pt x="503734" y="939975"/>
                      <a:pt x="498972" y="922830"/>
                    </a:cubicBezTo>
                    <a:cubicBezTo>
                      <a:pt x="494209" y="905685"/>
                      <a:pt x="506592" y="895207"/>
                      <a:pt x="514212" y="903780"/>
                    </a:cubicBezTo>
                    <a:cubicBezTo>
                      <a:pt x="519927" y="909495"/>
                      <a:pt x="551359" y="908542"/>
                      <a:pt x="587554" y="903780"/>
                    </a:cubicBezTo>
                    <a:cubicBezTo>
                      <a:pt x="591364" y="900922"/>
                      <a:pt x="596127" y="898065"/>
                      <a:pt x="601842" y="896160"/>
                    </a:cubicBezTo>
                    <a:cubicBezTo>
                      <a:pt x="620892" y="888540"/>
                      <a:pt x="639942" y="880920"/>
                      <a:pt x="658992" y="872347"/>
                    </a:cubicBezTo>
                    <a:cubicBezTo>
                      <a:pt x="671374" y="866632"/>
                      <a:pt x="683757" y="859965"/>
                      <a:pt x="695187" y="852345"/>
                    </a:cubicBezTo>
                    <a:cubicBezTo>
                      <a:pt x="693282" y="854250"/>
                      <a:pt x="699949" y="849487"/>
                      <a:pt x="703759" y="846630"/>
                    </a:cubicBezTo>
                    <a:cubicBezTo>
                      <a:pt x="703759" y="843772"/>
                      <a:pt x="704712" y="842820"/>
                      <a:pt x="705665" y="840915"/>
                    </a:cubicBezTo>
                    <a:cubicBezTo>
                      <a:pt x="708522" y="828532"/>
                      <a:pt x="715190" y="817102"/>
                      <a:pt x="727572" y="810435"/>
                    </a:cubicBezTo>
                    <a:cubicBezTo>
                      <a:pt x="733287" y="807577"/>
                      <a:pt x="739002" y="804720"/>
                      <a:pt x="744717" y="802815"/>
                    </a:cubicBezTo>
                    <a:cubicBezTo>
                      <a:pt x="748527" y="798052"/>
                      <a:pt x="751384" y="793290"/>
                      <a:pt x="753290" y="790432"/>
                    </a:cubicBezTo>
                    <a:cubicBezTo>
                      <a:pt x="759957" y="778050"/>
                      <a:pt x="754242" y="761857"/>
                      <a:pt x="734240" y="759000"/>
                    </a:cubicBezTo>
                    <a:cubicBezTo>
                      <a:pt x="714237" y="756142"/>
                      <a:pt x="715190" y="731377"/>
                      <a:pt x="726619" y="718042"/>
                    </a:cubicBezTo>
                    <a:cubicBezTo>
                      <a:pt x="737097" y="704707"/>
                      <a:pt x="720904" y="691372"/>
                      <a:pt x="701854" y="689467"/>
                    </a:cubicBezTo>
                    <a:cubicBezTo>
                      <a:pt x="682804" y="687562"/>
                      <a:pt x="654229" y="673275"/>
                      <a:pt x="670422" y="657082"/>
                    </a:cubicBezTo>
                    <a:cubicBezTo>
                      <a:pt x="678042" y="648510"/>
                      <a:pt x="682804" y="650415"/>
                      <a:pt x="686614" y="654225"/>
                    </a:cubicBezTo>
                    <a:cubicBezTo>
                      <a:pt x="689472" y="646605"/>
                      <a:pt x="692329" y="636127"/>
                      <a:pt x="689472" y="634222"/>
                    </a:cubicBezTo>
                    <a:cubicBezTo>
                      <a:pt x="685662" y="629460"/>
                      <a:pt x="675184" y="635175"/>
                      <a:pt x="676137" y="605647"/>
                    </a:cubicBezTo>
                    <a:cubicBezTo>
                      <a:pt x="677089" y="575167"/>
                      <a:pt x="686614" y="581835"/>
                      <a:pt x="688519" y="543735"/>
                    </a:cubicBezTo>
                    <a:cubicBezTo>
                      <a:pt x="689472" y="504682"/>
                      <a:pt x="703759" y="482775"/>
                      <a:pt x="703759" y="461820"/>
                    </a:cubicBezTo>
                    <a:cubicBezTo>
                      <a:pt x="703759" y="441817"/>
                      <a:pt x="737097" y="418005"/>
                      <a:pt x="756147" y="384667"/>
                    </a:cubicBezTo>
                    <a:cubicBezTo>
                      <a:pt x="775197" y="351330"/>
                      <a:pt x="816154" y="309420"/>
                      <a:pt x="832347" y="297990"/>
                    </a:cubicBezTo>
                    <a:cubicBezTo>
                      <a:pt x="849492" y="286560"/>
                      <a:pt x="881877" y="276082"/>
                      <a:pt x="885687" y="265605"/>
                    </a:cubicBezTo>
                    <a:cubicBezTo>
                      <a:pt x="894259" y="249412"/>
                      <a:pt x="890449" y="191310"/>
                      <a:pt x="882829" y="18750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77" name="Freeform: Shape 253">
                <a:extLst>
                  <a:ext uri="{FF2B5EF4-FFF2-40B4-BE49-F238E27FC236}">
                    <a16:creationId xmlns:a16="http://schemas.microsoft.com/office/drawing/2014/main" id="{E0836A0C-4ECC-A3DE-D1B6-69FAA250CB96}"/>
                  </a:ext>
                </a:extLst>
              </p:cNvPr>
              <p:cNvSpPr/>
              <p:nvPr/>
            </p:nvSpPr>
            <p:spPr>
              <a:xfrm>
                <a:off x="4274563" y="5756340"/>
                <a:ext cx="78052" cy="82929"/>
              </a:xfrm>
              <a:custGeom>
                <a:avLst/>
                <a:gdLst>
                  <a:gd name="connsiteX0" fmla="*/ 123202 w 152400"/>
                  <a:gd name="connsiteY0" fmla="*/ 129540 h 161925"/>
                  <a:gd name="connsiteX1" fmla="*/ 114629 w 152400"/>
                  <a:gd name="connsiteY1" fmla="*/ 127635 h 161925"/>
                  <a:gd name="connsiteX2" fmla="*/ 71767 w 152400"/>
                  <a:gd name="connsiteY2" fmla="*/ 120015 h 161925"/>
                  <a:gd name="connsiteX3" fmla="*/ 31762 w 152400"/>
                  <a:gd name="connsiteY3" fmla="*/ 67628 h 161925"/>
                  <a:gd name="connsiteX4" fmla="*/ 29857 w 152400"/>
                  <a:gd name="connsiteY4" fmla="*/ 60007 h 161925"/>
                  <a:gd name="connsiteX5" fmla="*/ 14617 w 152400"/>
                  <a:gd name="connsiteY5" fmla="*/ 45720 h 161925"/>
                  <a:gd name="connsiteX6" fmla="*/ 18427 w 152400"/>
                  <a:gd name="connsiteY6" fmla="*/ 25718 h 161925"/>
                  <a:gd name="connsiteX7" fmla="*/ 3187 w 152400"/>
                  <a:gd name="connsiteY7" fmla="*/ 0 h 161925"/>
                  <a:gd name="connsiteX8" fmla="*/ 3187 w 152400"/>
                  <a:gd name="connsiteY8" fmla="*/ 157163 h 161925"/>
                  <a:gd name="connsiteX9" fmla="*/ 77482 w 152400"/>
                  <a:gd name="connsiteY9" fmla="*/ 160973 h 161925"/>
                  <a:gd name="connsiteX10" fmla="*/ 97484 w 152400"/>
                  <a:gd name="connsiteY10" fmla="*/ 160973 h 161925"/>
                  <a:gd name="connsiteX11" fmla="*/ 152729 w 152400"/>
                  <a:gd name="connsiteY11" fmla="*/ 144780 h 161925"/>
                  <a:gd name="connsiteX12" fmla="*/ 123202 w 152400"/>
                  <a:gd name="connsiteY12" fmla="*/ 12954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2400" h="161925">
                    <a:moveTo>
                      <a:pt x="123202" y="129540"/>
                    </a:moveTo>
                    <a:cubicBezTo>
                      <a:pt x="120344" y="129540"/>
                      <a:pt x="117487" y="128588"/>
                      <a:pt x="114629" y="127635"/>
                    </a:cubicBezTo>
                    <a:cubicBezTo>
                      <a:pt x="100342" y="130493"/>
                      <a:pt x="84149" y="127635"/>
                      <a:pt x="71767" y="120015"/>
                    </a:cubicBezTo>
                    <a:cubicBezTo>
                      <a:pt x="52717" y="107632"/>
                      <a:pt x="38429" y="87630"/>
                      <a:pt x="31762" y="67628"/>
                    </a:cubicBezTo>
                    <a:cubicBezTo>
                      <a:pt x="30809" y="64770"/>
                      <a:pt x="30809" y="61913"/>
                      <a:pt x="29857" y="60007"/>
                    </a:cubicBezTo>
                    <a:cubicBezTo>
                      <a:pt x="25094" y="50482"/>
                      <a:pt x="28904" y="43815"/>
                      <a:pt x="14617" y="45720"/>
                    </a:cubicBezTo>
                    <a:cubicBezTo>
                      <a:pt x="-3481" y="48578"/>
                      <a:pt x="8902" y="30480"/>
                      <a:pt x="18427" y="25718"/>
                    </a:cubicBezTo>
                    <a:cubicBezTo>
                      <a:pt x="26999" y="20955"/>
                      <a:pt x="14617" y="2857"/>
                      <a:pt x="3187" y="0"/>
                    </a:cubicBezTo>
                    <a:cubicBezTo>
                      <a:pt x="2234" y="28575"/>
                      <a:pt x="-3481" y="156210"/>
                      <a:pt x="3187" y="157163"/>
                    </a:cubicBezTo>
                    <a:cubicBezTo>
                      <a:pt x="9854" y="158115"/>
                      <a:pt x="62242" y="150495"/>
                      <a:pt x="77482" y="160973"/>
                    </a:cubicBezTo>
                    <a:cubicBezTo>
                      <a:pt x="83196" y="162878"/>
                      <a:pt x="91769" y="168593"/>
                      <a:pt x="97484" y="160973"/>
                    </a:cubicBezTo>
                    <a:cubicBezTo>
                      <a:pt x="107009" y="149543"/>
                      <a:pt x="136537" y="155257"/>
                      <a:pt x="152729" y="144780"/>
                    </a:cubicBezTo>
                    <a:cubicBezTo>
                      <a:pt x="167969" y="133350"/>
                      <a:pt x="147014" y="130493"/>
                      <a:pt x="123202" y="129540"/>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578" name="Freeform: Shape 254">
                <a:extLst>
                  <a:ext uri="{FF2B5EF4-FFF2-40B4-BE49-F238E27FC236}">
                    <a16:creationId xmlns:a16="http://schemas.microsoft.com/office/drawing/2014/main" id="{FB50EEEC-8A92-EFD5-96B8-9B6B673E77F0}"/>
                  </a:ext>
                </a:extLst>
              </p:cNvPr>
              <p:cNvSpPr/>
              <p:nvPr/>
            </p:nvSpPr>
            <p:spPr>
              <a:xfrm>
                <a:off x="4125946" y="4756765"/>
                <a:ext cx="185372" cy="1087842"/>
              </a:xfrm>
              <a:custGeom>
                <a:avLst/>
                <a:gdLst>
                  <a:gd name="connsiteX0" fmla="*/ 293370 w 361950"/>
                  <a:gd name="connsiteY0" fmla="*/ 2107939 h 2124075"/>
                  <a:gd name="connsiteX1" fmla="*/ 293370 w 361950"/>
                  <a:gd name="connsiteY1" fmla="*/ 1950777 h 2124075"/>
                  <a:gd name="connsiteX2" fmla="*/ 290513 w 361950"/>
                  <a:gd name="connsiteY2" fmla="*/ 1949824 h 2124075"/>
                  <a:gd name="connsiteX3" fmla="*/ 254317 w 361950"/>
                  <a:gd name="connsiteY3" fmla="*/ 1931727 h 2124075"/>
                  <a:gd name="connsiteX4" fmla="*/ 259080 w 361950"/>
                  <a:gd name="connsiteY4" fmla="*/ 1925059 h 2124075"/>
                  <a:gd name="connsiteX5" fmla="*/ 235267 w 361950"/>
                  <a:gd name="connsiteY5" fmla="*/ 1909819 h 2124075"/>
                  <a:gd name="connsiteX6" fmla="*/ 157163 w 361950"/>
                  <a:gd name="connsiteY6" fmla="*/ 1911724 h 2124075"/>
                  <a:gd name="connsiteX7" fmla="*/ 136207 w 361950"/>
                  <a:gd name="connsiteY7" fmla="*/ 1891722 h 2124075"/>
                  <a:gd name="connsiteX8" fmla="*/ 133350 w 361950"/>
                  <a:gd name="connsiteY8" fmla="*/ 1837429 h 2124075"/>
                  <a:gd name="connsiteX9" fmla="*/ 92392 w 361950"/>
                  <a:gd name="connsiteY9" fmla="*/ 1823142 h 2124075"/>
                  <a:gd name="connsiteX10" fmla="*/ 84772 w 361950"/>
                  <a:gd name="connsiteY10" fmla="*/ 1791709 h 2124075"/>
                  <a:gd name="connsiteX11" fmla="*/ 83820 w 361950"/>
                  <a:gd name="connsiteY11" fmla="*/ 1746942 h 2124075"/>
                  <a:gd name="connsiteX12" fmla="*/ 107632 w 361950"/>
                  <a:gd name="connsiteY12" fmla="*/ 1715509 h 2124075"/>
                  <a:gd name="connsiteX13" fmla="*/ 125730 w 361950"/>
                  <a:gd name="connsiteY13" fmla="*/ 1682172 h 2124075"/>
                  <a:gd name="connsiteX14" fmla="*/ 124778 w 361950"/>
                  <a:gd name="connsiteY14" fmla="*/ 1645024 h 2124075"/>
                  <a:gd name="connsiteX15" fmla="*/ 142875 w 361950"/>
                  <a:gd name="connsiteY15" fmla="*/ 1613592 h 2124075"/>
                  <a:gd name="connsiteX16" fmla="*/ 156210 w 361950"/>
                  <a:gd name="connsiteY16" fmla="*/ 1580254 h 2124075"/>
                  <a:gd name="connsiteX17" fmla="*/ 157163 w 361950"/>
                  <a:gd name="connsiteY17" fmla="*/ 1543107 h 2124075"/>
                  <a:gd name="connsiteX18" fmla="*/ 163830 w 361950"/>
                  <a:gd name="connsiteY18" fmla="*/ 1505959 h 2124075"/>
                  <a:gd name="connsiteX19" fmla="*/ 157163 w 361950"/>
                  <a:gd name="connsiteY19" fmla="*/ 1474527 h 2124075"/>
                  <a:gd name="connsiteX20" fmla="*/ 174307 w 361950"/>
                  <a:gd name="connsiteY20" fmla="*/ 1464049 h 2124075"/>
                  <a:gd name="connsiteX21" fmla="*/ 167640 w 361950"/>
                  <a:gd name="connsiteY21" fmla="*/ 1442142 h 2124075"/>
                  <a:gd name="connsiteX22" fmla="*/ 154305 w 361950"/>
                  <a:gd name="connsiteY22" fmla="*/ 1417377 h 2124075"/>
                  <a:gd name="connsiteX23" fmla="*/ 147638 w 361950"/>
                  <a:gd name="connsiteY23" fmla="*/ 1386897 h 2124075"/>
                  <a:gd name="connsiteX24" fmla="*/ 143828 w 361950"/>
                  <a:gd name="connsiteY24" fmla="*/ 1361179 h 2124075"/>
                  <a:gd name="connsiteX25" fmla="*/ 150495 w 361950"/>
                  <a:gd name="connsiteY25" fmla="*/ 1310697 h 2124075"/>
                  <a:gd name="connsiteX26" fmla="*/ 153353 w 361950"/>
                  <a:gd name="connsiteY26" fmla="*/ 1259261 h 2124075"/>
                  <a:gd name="connsiteX27" fmla="*/ 143828 w 361950"/>
                  <a:gd name="connsiteY27" fmla="*/ 1225924 h 2124075"/>
                  <a:gd name="connsiteX28" fmla="*/ 156210 w 361950"/>
                  <a:gd name="connsiteY28" fmla="*/ 1192586 h 2124075"/>
                  <a:gd name="connsiteX29" fmla="*/ 168592 w 361950"/>
                  <a:gd name="connsiteY29" fmla="*/ 1162107 h 2124075"/>
                  <a:gd name="connsiteX30" fmla="*/ 171450 w 361950"/>
                  <a:gd name="connsiteY30" fmla="*/ 1125911 h 2124075"/>
                  <a:gd name="connsiteX31" fmla="*/ 196215 w 361950"/>
                  <a:gd name="connsiteY31" fmla="*/ 1106861 h 2124075"/>
                  <a:gd name="connsiteX32" fmla="*/ 185738 w 361950"/>
                  <a:gd name="connsiteY32" fmla="*/ 1079239 h 2124075"/>
                  <a:gd name="connsiteX33" fmla="*/ 184785 w 361950"/>
                  <a:gd name="connsiteY33" fmla="*/ 1016374 h 2124075"/>
                  <a:gd name="connsiteX34" fmla="*/ 218122 w 361950"/>
                  <a:gd name="connsiteY34" fmla="*/ 968749 h 2124075"/>
                  <a:gd name="connsiteX35" fmla="*/ 218122 w 361950"/>
                  <a:gd name="connsiteY35" fmla="*/ 908742 h 2124075"/>
                  <a:gd name="connsiteX36" fmla="*/ 231457 w 361950"/>
                  <a:gd name="connsiteY36" fmla="*/ 874452 h 2124075"/>
                  <a:gd name="connsiteX37" fmla="*/ 243840 w 361950"/>
                  <a:gd name="connsiteY37" fmla="*/ 834447 h 2124075"/>
                  <a:gd name="connsiteX38" fmla="*/ 233363 w 361950"/>
                  <a:gd name="connsiteY38" fmla="*/ 792536 h 2124075"/>
                  <a:gd name="connsiteX39" fmla="*/ 219075 w 361950"/>
                  <a:gd name="connsiteY39" fmla="*/ 744911 h 2124075"/>
                  <a:gd name="connsiteX40" fmla="*/ 219075 w 361950"/>
                  <a:gd name="connsiteY40" fmla="*/ 693477 h 2124075"/>
                  <a:gd name="connsiteX41" fmla="*/ 238125 w 361950"/>
                  <a:gd name="connsiteY41" fmla="*/ 656329 h 2124075"/>
                  <a:gd name="connsiteX42" fmla="*/ 238125 w 361950"/>
                  <a:gd name="connsiteY42" fmla="*/ 607752 h 2124075"/>
                  <a:gd name="connsiteX43" fmla="*/ 250507 w 361950"/>
                  <a:gd name="connsiteY43" fmla="*/ 582034 h 2124075"/>
                  <a:gd name="connsiteX44" fmla="*/ 270510 w 361950"/>
                  <a:gd name="connsiteY44" fmla="*/ 539172 h 2124075"/>
                  <a:gd name="connsiteX45" fmla="*/ 283845 w 361950"/>
                  <a:gd name="connsiteY45" fmla="*/ 499167 h 2124075"/>
                  <a:gd name="connsiteX46" fmla="*/ 310515 w 361950"/>
                  <a:gd name="connsiteY46" fmla="*/ 476307 h 2124075"/>
                  <a:gd name="connsiteX47" fmla="*/ 309563 w 361950"/>
                  <a:gd name="connsiteY47" fmla="*/ 444874 h 2124075"/>
                  <a:gd name="connsiteX48" fmla="*/ 305753 w 361950"/>
                  <a:gd name="connsiteY48" fmla="*/ 393439 h 2124075"/>
                  <a:gd name="connsiteX49" fmla="*/ 308610 w 361950"/>
                  <a:gd name="connsiteY49" fmla="*/ 359149 h 2124075"/>
                  <a:gd name="connsiteX50" fmla="*/ 359092 w 361950"/>
                  <a:gd name="connsiteY50" fmla="*/ 316286 h 2124075"/>
                  <a:gd name="connsiteX51" fmla="*/ 367665 w 361950"/>
                  <a:gd name="connsiteY51" fmla="*/ 260089 h 2124075"/>
                  <a:gd name="connsiteX52" fmla="*/ 340042 w 361950"/>
                  <a:gd name="connsiteY52" fmla="*/ 269614 h 2124075"/>
                  <a:gd name="connsiteX53" fmla="*/ 329565 w 361950"/>
                  <a:gd name="connsiteY53" fmla="*/ 217227 h 2124075"/>
                  <a:gd name="connsiteX54" fmla="*/ 314325 w 361950"/>
                  <a:gd name="connsiteY54" fmla="*/ 173411 h 2124075"/>
                  <a:gd name="connsiteX55" fmla="*/ 299085 w 361950"/>
                  <a:gd name="connsiteY55" fmla="*/ 134359 h 2124075"/>
                  <a:gd name="connsiteX56" fmla="*/ 308610 w 361950"/>
                  <a:gd name="connsiteY56" fmla="*/ 100069 h 2124075"/>
                  <a:gd name="connsiteX57" fmla="*/ 290513 w 361950"/>
                  <a:gd name="connsiteY57" fmla="*/ 73399 h 2124075"/>
                  <a:gd name="connsiteX58" fmla="*/ 280035 w 361950"/>
                  <a:gd name="connsiteY58" fmla="*/ 22917 h 2124075"/>
                  <a:gd name="connsiteX59" fmla="*/ 260032 w 361950"/>
                  <a:gd name="connsiteY59" fmla="*/ 1961 h 2124075"/>
                  <a:gd name="connsiteX60" fmla="*/ 241935 w 361950"/>
                  <a:gd name="connsiteY60" fmla="*/ 40061 h 2124075"/>
                  <a:gd name="connsiteX61" fmla="*/ 232410 w 361950"/>
                  <a:gd name="connsiteY61" fmla="*/ 47682 h 2124075"/>
                  <a:gd name="connsiteX62" fmla="*/ 232410 w 361950"/>
                  <a:gd name="connsiteY62" fmla="*/ 90544 h 2124075"/>
                  <a:gd name="connsiteX63" fmla="*/ 235267 w 361950"/>
                  <a:gd name="connsiteY63" fmla="*/ 213417 h 2124075"/>
                  <a:gd name="connsiteX64" fmla="*/ 217170 w 361950"/>
                  <a:gd name="connsiteY64" fmla="*/ 285807 h 2124075"/>
                  <a:gd name="connsiteX65" fmla="*/ 222885 w 361950"/>
                  <a:gd name="connsiteY65" fmla="*/ 313429 h 2124075"/>
                  <a:gd name="connsiteX66" fmla="*/ 218122 w 361950"/>
                  <a:gd name="connsiteY66" fmla="*/ 377247 h 2124075"/>
                  <a:gd name="connsiteX67" fmla="*/ 198120 w 361950"/>
                  <a:gd name="connsiteY67" fmla="*/ 485832 h 2124075"/>
                  <a:gd name="connsiteX68" fmla="*/ 186690 w 361950"/>
                  <a:gd name="connsiteY68" fmla="*/ 535361 h 2124075"/>
                  <a:gd name="connsiteX69" fmla="*/ 180975 w 361950"/>
                  <a:gd name="connsiteY69" fmla="*/ 561079 h 2124075"/>
                  <a:gd name="connsiteX70" fmla="*/ 189547 w 361950"/>
                  <a:gd name="connsiteY70" fmla="*/ 602036 h 2124075"/>
                  <a:gd name="connsiteX71" fmla="*/ 181928 w 361950"/>
                  <a:gd name="connsiteY71" fmla="*/ 622992 h 2124075"/>
                  <a:gd name="connsiteX72" fmla="*/ 183832 w 361950"/>
                  <a:gd name="connsiteY72" fmla="*/ 633469 h 2124075"/>
                  <a:gd name="connsiteX73" fmla="*/ 166688 w 361950"/>
                  <a:gd name="connsiteY73" fmla="*/ 684904 h 2124075"/>
                  <a:gd name="connsiteX74" fmla="*/ 166688 w 361950"/>
                  <a:gd name="connsiteY74" fmla="*/ 789679 h 2124075"/>
                  <a:gd name="connsiteX75" fmla="*/ 157163 w 361950"/>
                  <a:gd name="connsiteY75" fmla="*/ 822064 h 2124075"/>
                  <a:gd name="connsiteX76" fmla="*/ 146685 w 361950"/>
                  <a:gd name="connsiteY76" fmla="*/ 859211 h 2124075"/>
                  <a:gd name="connsiteX77" fmla="*/ 87630 w 361950"/>
                  <a:gd name="connsiteY77" fmla="*/ 1063047 h 2124075"/>
                  <a:gd name="connsiteX78" fmla="*/ 83820 w 361950"/>
                  <a:gd name="connsiteY78" fmla="*/ 1068761 h 2124075"/>
                  <a:gd name="connsiteX79" fmla="*/ 86678 w 361950"/>
                  <a:gd name="connsiteY79" fmla="*/ 1116386 h 2124075"/>
                  <a:gd name="connsiteX80" fmla="*/ 88582 w 361950"/>
                  <a:gd name="connsiteY80" fmla="*/ 1164964 h 2124075"/>
                  <a:gd name="connsiteX81" fmla="*/ 75247 w 361950"/>
                  <a:gd name="connsiteY81" fmla="*/ 1204969 h 2124075"/>
                  <a:gd name="connsiteX82" fmla="*/ 69532 w 361950"/>
                  <a:gd name="connsiteY82" fmla="*/ 1261167 h 2124075"/>
                  <a:gd name="connsiteX83" fmla="*/ 65722 w 361950"/>
                  <a:gd name="connsiteY83" fmla="*/ 1289742 h 2124075"/>
                  <a:gd name="connsiteX84" fmla="*/ 46672 w 361950"/>
                  <a:gd name="connsiteY84" fmla="*/ 1341177 h 2124075"/>
                  <a:gd name="connsiteX85" fmla="*/ 67628 w 361950"/>
                  <a:gd name="connsiteY85" fmla="*/ 1372609 h 2124075"/>
                  <a:gd name="connsiteX86" fmla="*/ 87630 w 361950"/>
                  <a:gd name="connsiteY86" fmla="*/ 1286884 h 2124075"/>
                  <a:gd name="connsiteX87" fmla="*/ 103822 w 361950"/>
                  <a:gd name="connsiteY87" fmla="*/ 1268786 h 2124075"/>
                  <a:gd name="connsiteX88" fmla="*/ 115253 w 361950"/>
                  <a:gd name="connsiteY88" fmla="*/ 1286884 h 2124075"/>
                  <a:gd name="connsiteX89" fmla="*/ 118110 w 361950"/>
                  <a:gd name="connsiteY89" fmla="*/ 1307839 h 2124075"/>
                  <a:gd name="connsiteX90" fmla="*/ 114300 w 361950"/>
                  <a:gd name="connsiteY90" fmla="*/ 1347844 h 2124075"/>
                  <a:gd name="connsiteX91" fmla="*/ 103822 w 361950"/>
                  <a:gd name="connsiteY91" fmla="*/ 1385944 h 2124075"/>
                  <a:gd name="connsiteX92" fmla="*/ 96203 w 361950"/>
                  <a:gd name="connsiteY92" fmla="*/ 1416424 h 2124075"/>
                  <a:gd name="connsiteX93" fmla="*/ 98107 w 361950"/>
                  <a:gd name="connsiteY93" fmla="*/ 1439284 h 2124075"/>
                  <a:gd name="connsiteX94" fmla="*/ 97155 w 361950"/>
                  <a:gd name="connsiteY94" fmla="*/ 1459286 h 2124075"/>
                  <a:gd name="connsiteX95" fmla="*/ 99060 w 361950"/>
                  <a:gd name="connsiteY95" fmla="*/ 1487861 h 2124075"/>
                  <a:gd name="connsiteX96" fmla="*/ 76200 w 361950"/>
                  <a:gd name="connsiteY96" fmla="*/ 1501197 h 2124075"/>
                  <a:gd name="connsiteX97" fmla="*/ 80010 w 361950"/>
                  <a:gd name="connsiteY97" fmla="*/ 1532629 h 2124075"/>
                  <a:gd name="connsiteX98" fmla="*/ 51435 w 361950"/>
                  <a:gd name="connsiteY98" fmla="*/ 1520247 h 2124075"/>
                  <a:gd name="connsiteX99" fmla="*/ 71438 w 361950"/>
                  <a:gd name="connsiteY99" fmla="*/ 1488814 h 2124075"/>
                  <a:gd name="connsiteX100" fmla="*/ 47625 w 361950"/>
                  <a:gd name="connsiteY100" fmla="*/ 1453572 h 2124075"/>
                  <a:gd name="connsiteX101" fmla="*/ 61913 w 361950"/>
                  <a:gd name="connsiteY101" fmla="*/ 1491672 h 2124075"/>
                  <a:gd name="connsiteX102" fmla="*/ 38100 w 361950"/>
                  <a:gd name="connsiteY102" fmla="*/ 1503102 h 2124075"/>
                  <a:gd name="connsiteX103" fmla="*/ 12382 w 361950"/>
                  <a:gd name="connsiteY103" fmla="*/ 1523104 h 2124075"/>
                  <a:gd name="connsiteX104" fmla="*/ 14288 w 361950"/>
                  <a:gd name="connsiteY104" fmla="*/ 1545964 h 2124075"/>
                  <a:gd name="connsiteX105" fmla="*/ 953 w 361950"/>
                  <a:gd name="connsiteY105" fmla="*/ 1554536 h 2124075"/>
                  <a:gd name="connsiteX106" fmla="*/ 1905 w 361950"/>
                  <a:gd name="connsiteY106" fmla="*/ 1568824 h 2124075"/>
                  <a:gd name="connsiteX107" fmla="*/ 18097 w 361950"/>
                  <a:gd name="connsiteY107" fmla="*/ 1576444 h 2124075"/>
                  <a:gd name="connsiteX108" fmla="*/ 43815 w 361950"/>
                  <a:gd name="connsiteY108" fmla="*/ 1579302 h 2124075"/>
                  <a:gd name="connsiteX109" fmla="*/ 47625 w 361950"/>
                  <a:gd name="connsiteY109" fmla="*/ 1604067 h 2124075"/>
                  <a:gd name="connsiteX110" fmla="*/ 34290 w 361950"/>
                  <a:gd name="connsiteY110" fmla="*/ 1633594 h 2124075"/>
                  <a:gd name="connsiteX111" fmla="*/ 75247 w 361950"/>
                  <a:gd name="connsiteY111" fmla="*/ 1637404 h 2124075"/>
                  <a:gd name="connsiteX112" fmla="*/ 76200 w 361950"/>
                  <a:gd name="connsiteY112" fmla="*/ 1656454 h 2124075"/>
                  <a:gd name="connsiteX113" fmla="*/ 46672 w 361950"/>
                  <a:gd name="connsiteY113" fmla="*/ 1648834 h 2124075"/>
                  <a:gd name="connsiteX114" fmla="*/ 20003 w 361950"/>
                  <a:gd name="connsiteY114" fmla="*/ 1650739 h 2124075"/>
                  <a:gd name="connsiteX115" fmla="*/ 1905 w 361950"/>
                  <a:gd name="connsiteY115" fmla="*/ 1656454 h 2124075"/>
                  <a:gd name="connsiteX116" fmla="*/ 13335 w 361950"/>
                  <a:gd name="connsiteY116" fmla="*/ 1696459 h 2124075"/>
                  <a:gd name="connsiteX117" fmla="*/ 28575 w 361950"/>
                  <a:gd name="connsiteY117" fmla="*/ 1683124 h 2124075"/>
                  <a:gd name="connsiteX118" fmla="*/ 47625 w 361950"/>
                  <a:gd name="connsiteY118" fmla="*/ 1685029 h 2124075"/>
                  <a:gd name="connsiteX119" fmla="*/ 24765 w 361950"/>
                  <a:gd name="connsiteY119" fmla="*/ 1705032 h 2124075"/>
                  <a:gd name="connsiteX120" fmla="*/ 5715 w 361950"/>
                  <a:gd name="connsiteY120" fmla="*/ 1729797 h 2124075"/>
                  <a:gd name="connsiteX121" fmla="*/ 953 w 361950"/>
                  <a:gd name="connsiteY121" fmla="*/ 1740274 h 2124075"/>
                  <a:gd name="connsiteX122" fmla="*/ 0 w 361950"/>
                  <a:gd name="connsiteY122" fmla="*/ 1752657 h 2124075"/>
                  <a:gd name="connsiteX123" fmla="*/ 10478 w 361950"/>
                  <a:gd name="connsiteY123" fmla="*/ 1754561 h 2124075"/>
                  <a:gd name="connsiteX124" fmla="*/ 20955 w 361950"/>
                  <a:gd name="connsiteY124" fmla="*/ 1769802 h 2124075"/>
                  <a:gd name="connsiteX125" fmla="*/ 34290 w 361950"/>
                  <a:gd name="connsiteY125" fmla="*/ 1750752 h 2124075"/>
                  <a:gd name="connsiteX126" fmla="*/ 53340 w 361950"/>
                  <a:gd name="connsiteY126" fmla="*/ 1728844 h 2124075"/>
                  <a:gd name="connsiteX127" fmla="*/ 47625 w 361950"/>
                  <a:gd name="connsiteY127" fmla="*/ 1763134 h 2124075"/>
                  <a:gd name="connsiteX128" fmla="*/ 40957 w 361950"/>
                  <a:gd name="connsiteY128" fmla="*/ 1799329 h 2124075"/>
                  <a:gd name="connsiteX129" fmla="*/ 29528 w 361950"/>
                  <a:gd name="connsiteY129" fmla="*/ 1817427 h 2124075"/>
                  <a:gd name="connsiteX130" fmla="*/ 17145 w 361950"/>
                  <a:gd name="connsiteY130" fmla="*/ 1825047 h 2124075"/>
                  <a:gd name="connsiteX131" fmla="*/ 20955 w 361950"/>
                  <a:gd name="connsiteY131" fmla="*/ 1839334 h 2124075"/>
                  <a:gd name="connsiteX132" fmla="*/ 36195 w 361950"/>
                  <a:gd name="connsiteY132" fmla="*/ 1850764 h 2124075"/>
                  <a:gd name="connsiteX133" fmla="*/ 37147 w 361950"/>
                  <a:gd name="connsiteY133" fmla="*/ 1850764 h 2124075"/>
                  <a:gd name="connsiteX134" fmla="*/ 60007 w 361950"/>
                  <a:gd name="connsiteY134" fmla="*/ 1851717 h 2124075"/>
                  <a:gd name="connsiteX135" fmla="*/ 68580 w 361950"/>
                  <a:gd name="connsiteY135" fmla="*/ 1867909 h 2124075"/>
                  <a:gd name="connsiteX136" fmla="*/ 56197 w 361950"/>
                  <a:gd name="connsiteY136" fmla="*/ 1874577 h 2124075"/>
                  <a:gd name="connsiteX137" fmla="*/ 58103 w 361950"/>
                  <a:gd name="connsiteY137" fmla="*/ 1877434 h 2124075"/>
                  <a:gd name="connsiteX138" fmla="*/ 61913 w 361950"/>
                  <a:gd name="connsiteY138" fmla="*/ 1886959 h 2124075"/>
                  <a:gd name="connsiteX139" fmla="*/ 74295 w 361950"/>
                  <a:gd name="connsiteY139" fmla="*/ 1892674 h 2124075"/>
                  <a:gd name="connsiteX140" fmla="*/ 88582 w 361950"/>
                  <a:gd name="connsiteY140" fmla="*/ 1886959 h 2124075"/>
                  <a:gd name="connsiteX141" fmla="*/ 117157 w 361950"/>
                  <a:gd name="connsiteY141" fmla="*/ 1897436 h 2124075"/>
                  <a:gd name="connsiteX142" fmla="*/ 78105 w 361950"/>
                  <a:gd name="connsiteY142" fmla="*/ 1914582 h 2124075"/>
                  <a:gd name="connsiteX143" fmla="*/ 65722 w 361950"/>
                  <a:gd name="connsiteY143" fmla="*/ 1917439 h 2124075"/>
                  <a:gd name="connsiteX144" fmla="*/ 65722 w 361950"/>
                  <a:gd name="connsiteY144" fmla="*/ 1944109 h 2124075"/>
                  <a:gd name="connsiteX145" fmla="*/ 97155 w 361950"/>
                  <a:gd name="connsiteY145" fmla="*/ 1931727 h 2124075"/>
                  <a:gd name="connsiteX146" fmla="*/ 164782 w 361950"/>
                  <a:gd name="connsiteY146" fmla="*/ 1935536 h 2124075"/>
                  <a:gd name="connsiteX147" fmla="*/ 137160 w 361950"/>
                  <a:gd name="connsiteY147" fmla="*/ 1945061 h 2124075"/>
                  <a:gd name="connsiteX148" fmla="*/ 109538 w 361950"/>
                  <a:gd name="connsiteY148" fmla="*/ 1950777 h 2124075"/>
                  <a:gd name="connsiteX149" fmla="*/ 84772 w 361950"/>
                  <a:gd name="connsiteY149" fmla="*/ 1967922 h 2124075"/>
                  <a:gd name="connsiteX150" fmla="*/ 85725 w 361950"/>
                  <a:gd name="connsiteY150" fmla="*/ 1986972 h 2124075"/>
                  <a:gd name="connsiteX151" fmla="*/ 125730 w 361950"/>
                  <a:gd name="connsiteY151" fmla="*/ 1968874 h 2124075"/>
                  <a:gd name="connsiteX152" fmla="*/ 175260 w 361950"/>
                  <a:gd name="connsiteY152" fmla="*/ 1958397 h 2124075"/>
                  <a:gd name="connsiteX153" fmla="*/ 141922 w 361950"/>
                  <a:gd name="connsiteY153" fmla="*/ 1978399 h 2124075"/>
                  <a:gd name="connsiteX154" fmla="*/ 119063 w 361950"/>
                  <a:gd name="connsiteY154" fmla="*/ 2001259 h 2124075"/>
                  <a:gd name="connsiteX155" fmla="*/ 84772 w 361950"/>
                  <a:gd name="connsiteY155" fmla="*/ 1998402 h 2124075"/>
                  <a:gd name="connsiteX156" fmla="*/ 85725 w 361950"/>
                  <a:gd name="connsiteY156" fmla="*/ 1999354 h 2124075"/>
                  <a:gd name="connsiteX157" fmla="*/ 119063 w 361950"/>
                  <a:gd name="connsiteY157" fmla="*/ 2039359 h 2124075"/>
                  <a:gd name="connsiteX158" fmla="*/ 142875 w 361950"/>
                  <a:gd name="connsiteY158" fmla="*/ 2048884 h 2124075"/>
                  <a:gd name="connsiteX159" fmla="*/ 135255 w 361950"/>
                  <a:gd name="connsiteY159" fmla="*/ 2032692 h 2124075"/>
                  <a:gd name="connsiteX160" fmla="*/ 153353 w 361950"/>
                  <a:gd name="connsiteY160" fmla="*/ 2019357 h 2124075"/>
                  <a:gd name="connsiteX161" fmla="*/ 187642 w 361950"/>
                  <a:gd name="connsiteY161" fmla="*/ 1985067 h 2124075"/>
                  <a:gd name="connsiteX162" fmla="*/ 226695 w 361950"/>
                  <a:gd name="connsiteY162" fmla="*/ 1939347 h 2124075"/>
                  <a:gd name="connsiteX163" fmla="*/ 220980 w 361950"/>
                  <a:gd name="connsiteY163" fmla="*/ 1962207 h 2124075"/>
                  <a:gd name="connsiteX164" fmla="*/ 214313 w 361950"/>
                  <a:gd name="connsiteY164" fmla="*/ 1989829 h 2124075"/>
                  <a:gd name="connsiteX165" fmla="*/ 254317 w 361950"/>
                  <a:gd name="connsiteY165" fmla="*/ 1991734 h 2124075"/>
                  <a:gd name="connsiteX166" fmla="*/ 229553 w 361950"/>
                  <a:gd name="connsiteY166" fmla="*/ 2012689 h 2124075"/>
                  <a:gd name="connsiteX167" fmla="*/ 231457 w 361950"/>
                  <a:gd name="connsiteY167" fmla="*/ 2046979 h 2124075"/>
                  <a:gd name="connsiteX168" fmla="*/ 212407 w 361950"/>
                  <a:gd name="connsiteY168" fmla="*/ 2007927 h 2124075"/>
                  <a:gd name="connsiteX169" fmla="*/ 203835 w 361950"/>
                  <a:gd name="connsiteY169" fmla="*/ 2037454 h 2124075"/>
                  <a:gd name="connsiteX170" fmla="*/ 181928 w 361950"/>
                  <a:gd name="connsiteY170" fmla="*/ 2028882 h 2124075"/>
                  <a:gd name="connsiteX171" fmla="*/ 170497 w 361950"/>
                  <a:gd name="connsiteY171" fmla="*/ 2046979 h 2124075"/>
                  <a:gd name="connsiteX172" fmla="*/ 147638 w 361950"/>
                  <a:gd name="connsiteY172" fmla="*/ 2066029 h 2124075"/>
                  <a:gd name="connsiteX173" fmla="*/ 180022 w 361950"/>
                  <a:gd name="connsiteY173" fmla="*/ 2073649 h 2124075"/>
                  <a:gd name="connsiteX174" fmla="*/ 196215 w 361950"/>
                  <a:gd name="connsiteY174" fmla="*/ 2106034 h 2124075"/>
                  <a:gd name="connsiteX175" fmla="*/ 208597 w 361950"/>
                  <a:gd name="connsiteY175" fmla="*/ 2110797 h 2124075"/>
                  <a:gd name="connsiteX176" fmla="*/ 208597 w 361950"/>
                  <a:gd name="connsiteY176" fmla="*/ 2110797 h 2124075"/>
                  <a:gd name="connsiteX177" fmla="*/ 217170 w 361950"/>
                  <a:gd name="connsiteY177" fmla="*/ 2078411 h 2124075"/>
                  <a:gd name="connsiteX178" fmla="*/ 248603 w 361950"/>
                  <a:gd name="connsiteY178" fmla="*/ 2123179 h 2124075"/>
                  <a:gd name="connsiteX179" fmla="*/ 263842 w 361950"/>
                  <a:gd name="connsiteY179" fmla="*/ 2106034 h 2124075"/>
                  <a:gd name="connsiteX180" fmla="*/ 290513 w 361950"/>
                  <a:gd name="connsiteY180" fmla="*/ 2123179 h 2124075"/>
                  <a:gd name="connsiteX181" fmla="*/ 299085 w 361950"/>
                  <a:gd name="connsiteY181" fmla="*/ 2122227 h 2124075"/>
                  <a:gd name="connsiteX182" fmla="*/ 313372 w 361950"/>
                  <a:gd name="connsiteY182" fmla="*/ 2123179 h 2124075"/>
                  <a:gd name="connsiteX183" fmla="*/ 304800 w 361950"/>
                  <a:gd name="connsiteY183" fmla="*/ 2109844 h 2124075"/>
                  <a:gd name="connsiteX184" fmla="*/ 330517 w 361950"/>
                  <a:gd name="connsiteY184" fmla="*/ 2109844 h 2124075"/>
                  <a:gd name="connsiteX185" fmla="*/ 360045 w 361950"/>
                  <a:gd name="connsiteY185" fmla="*/ 2106034 h 2124075"/>
                  <a:gd name="connsiteX186" fmla="*/ 367665 w 361950"/>
                  <a:gd name="connsiteY186" fmla="*/ 2103177 h 2124075"/>
                  <a:gd name="connsiteX187" fmla="*/ 293370 w 361950"/>
                  <a:gd name="connsiteY187" fmla="*/ 2107939 h 212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361950" h="2124075">
                    <a:moveTo>
                      <a:pt x="293370" y="2107939"/>
                    </a:moveTo>
                    <a:cubicBezTo>
                      <a:pt x="286703" y="2106987"/>
                      <a:pt x="291465" y="1980304"/>
                      <a:pt x="293370" y="1950777"/>
                    </a:cubicBezTo>
                    <a:cubicBezTo>
                      <a:pt x="292417" y="1950777"/>
                      <a:pt x="291465" y="1949824"/>
                      <a:pt x="290513" y="1949824"/>
                    </a:cubicBezTo>
                    <a:cubicBezTo>
                      <a:pt x="278130" y="1949824"/>
                      <a:pt x="249555" y="1952682"/>
                      <a:pt x="254317" y="1931727"/>
                    </a:cubicBezTo>
                    <a:cubicBezTo>
                      <a:pt x="255270" y="1927917"/>
                      <a:pt x="257175" y="1926011"/>
                      <a:pt x="259080" y="1925059"/>
                    </a:cubicBezTo>
                    <a:cubicBezTo>
                      <a:pt x="253365" y="1919344"/>
                      <a:pt x="244792" y="1912677"/>
                      <a:pt x="235267" y="1909819"/>
                    </a:cubicBezTo>
                    <a:cubicBezTo>
                      <a:pt x="215265" y="1904104"/>
                      <a:pt x="167640" y="1909819"/>
                      <a:pt x="157163" y="1911724"/>
                    </a:cubicBezTo>
                    <a:cubicBezTo>
                      <a:pt x="146685" y="1913629"/>
                      <a:pt x="142875" y="1891722"/>
                      <a:pt x="136207" y="1891722"/>
                    </a:cubicBezTo>
                    <a:cubicBezTo>
                      <a:pt x="129540" y="1891722"/>
                      <a:pt x="128588" y="1854574"/>
                      <a:pt x="133350" y="1837429"/>
                    </a:cubicBezTo>
                    <a:cubicBezTo>
                      <a:pt x="139065" y="1820284"/>
                      <a:pt x="102870" y="1828857"/>
                      <a:pt x="92392" y="1823142"/>
                    </a:cubicBezTo>
                    <a:cubicBezTo>
                      <a:pt x="81915" y="1817427"/>
                      <a:pt x="96203" y="1805997"/>
                      <a:pt x="84772" y="1791709"/>
                    </a:cubicBezTo>
                    <a:cubicBezTo>
                      <a:pt x="72390" y="1777422"/>
                      <a:pt x="81915" y="1757419"/>
                      <a:pt x="83820" y="1746942"/>
                    </a:cubicBezTo>
                    <a:cubicBezTo>
                      <a:pt x="84772" y="1736464"/>
                      <a:pt x="93345" y="1715509"/>
                      <a:pt x="107632" y="1715509"/>
                    </a:cubicBezTo>
                    <a:cubicBezTo>
                      <a:pt x="121920" y="1715509"/>
                      <a:pt x="111442" y="1692649"/>
                      <a:pt x="125730" y="1682172"/>
                    </a:cubicBezTo>
                    <a:cubicBezTo>
                      <a:pt x="140017" y="1671694"/>
                      <a:pt x="112395" y="1654549"/>
                      <a:pt x="124778" y="1645024"/>
                    </a:cubicBezTo>
                    <a:cubicBezTo>
                      <a:pt x="137160" y="1634547"/>
                      <a:pt x="124778" y="1616449"/>
                      <a:pt x="142875" y="1613592"/>
                    </a:cubicBezTo>
                    <a:cubicBezTo>
                      <a:pt x="161925" y="1610734"/>
                      <a:pt x="142875" y="1585017"/>
                      <a:pt x="156210" y="1580254"/>
                    </a:cubicBezTo>
                    <a:cubicBezTo>
                      <a:pt x="169545" y="1575492"/>
                      <a:pt x="153353" y="1560252"/>
                      <a:pt x="157163" y="1543107"/>
                    </a:cubicBezTo>
                    <a:cubicBezTo>
                      <a:pt x="160972" y="1525961"/>
                      <a:pt x="146685" y="1512627"/>
                      <a:pt x="163830" y="1505959"/>
                    </a:cubicBezTo>
                    <a:cubicBezTo>
                      <a:pt x="180975" y="1498339"/>
                      <a:pt x="169545" y="1484052"/>
                      <a:pt x="157163" y="1474527"/>
                    </a:cubicBezTo>
                    <a:cubicBezTo>
                      <a:pt x="144780" y="1464049"/>
                      <a:pt x="160020" y="1464049"/>
                      <a:pt x="174307" y="1464049"/>
                    </a:cubicBezTo>
                    <a:cubicBezTo>
                      <a:pt x="188595" y="1464049"/>
                      <a:pt x="180975" y="1438332"/>
                      <a:pt x="167640" y="1442142"/>
                    </a:cubicBezTo>
                    <a:cubicBezTo>
                      <a:pt x="151447" y="1446904"/>
                      <a:pt x="142875" y="1430711"/>
                      <a:pt x="154305" y="1417377"/>
                    </a:cubicBezTo>
                    <a:cubicBezTo>
                      <a:pt x="166688" y="1404042"/>
                      <a:pt x="143828" y="1395469"/>
                      <a:pt x="147638" y="1386897"/>
                    </a:cubicBezTo>
                    <a:cubicBezTo>
                      <a:pt x="151447" y="1378324"/>
                      <a:pt x="151447" y="1366894"/>
                      <a:pt x="143828" y="1361179"/>
                    </a:cubicBezTo>
                    <a:cubicBezTo>
                      <a:pt x="136207" y="1355464"/>
                      <a:pt x="140970" y="1312602"/>
                      <a:pt x="150495" y="1310697"/>
                    </a:cubicBezTo>
                    <a:cubicBezTo>
                      <a:pt x="160020" y="1308792"/>
                      <a:pt x="153353" y="1270692"/>
                      <a:pt x="153353" y="1259261"/>
                    </a:cubicBezTo>
                    <a:cubicBezTo>
                      <a:pt x="153353" y="1247832"/>
                      <a:pt x="142875" y="1236402"/>
                      <a:pt x="143828" y="1225924"/>
                    </a:cubicBezTo>
                    <a:cubicBezTo>
                      <a:pt x="144780" y="1215447"/>
                      <a:pt x="156210" y="1212589"/>
                      <a:pt x="156210" y="1192586"/>
                    </a:cubicBezTo>
                    <a:cubicBezTo>
                      <a:pt x="156210" y="1172584"/>
                      <a:pt x="160020" y="1164011"/>
                      <a:pt x="168592" y="1162107"/>
                    </a:cubicBezTo>
                    <a:cubicBezTo>
                      <a:pt x="176213" y="1161154"/>
                      <a:pt x="169545" y="1137342"/>
                      <a:pt x="171450" y="1125911"/>
                    </a:cubicBezTo>
                    <a:cubicBezTo>
                      <a:pt x="172403" y="1114482"/>
                      <a:pt x="194310" y="1125911"/>
                      <a:pt x="196215" y="1106861"/>
                    </a:cubicBezTo>
                    <a:cubicBezTo>
                      <a:pt x="199072" y="1087811"/>
                      <a:pt x="182880" y="1090669"/>
                      <a:pt x="185738" y="1079239"/>
                    </a:cubicBezTo>
                    <a:cubicBezTo>
                      <a:pt x="188595" y="1065904"/>
                      <a:pt x="184785" y="1047807"/>
                      <a:pt x="184785" y="1016374"/>
                    </a:cubicBezTo>
                    <a:cubicBezTo>
                      <a:pt x="184785" y="984942"/>
                      <a:pt x="208597" y="977322"/>
                      <a:pt x="218122" y="968749"/>
                    </a:cubicBezTo>
                    <a:cubicBezTo>
                      <a:pt x="227647" y="960177"/>
                      <a:pt x="205740" y="914457"/>
                      <a:pt x="218122" y="908742"/>
                    </a:cubicBezTo>
                    <a:cubicBezTo>
                      <a:pt x="230505" y="903027"/>
                      <a:pt x="221932" y="881119"/>
                      <a:pt x="231457" y="874452"/>
                    </a:cubicBezTo>
                    <a:cubicBezTo>
                      <a:pt x="240982" y="867784"/>
                      <a:pt x="238125" y="851592"/>
                      <a:pt x="243840" y="834447"/>
                    </a:cubicBezTo>
                    <a:cubicBezTo>
                      <a:pt x="249555" y="817302"/>
                      <a:pt x="233363" y="808729"/>
                      <a:pt x="233363" y="792536"/>
                    </a:cubicBezTo>
                    <a:cubicBezTo>
                      <a:pt x="233363" y="776344"/>
                      <a:pt x="230505" y="762057"/>
                      <a:pt x="219075" y="744911"/>
                    </a:cubicBezTo>
                    <a:cubicBezTo>
                      <a:pt x="206692" y="727767"/>
                      <a:pt x="211455" y="693477"/>
                      <a:pt x="219075" y="693477"/>
                    </a:cubicBezTo>
                    <a:cubicBezTo>
                      <a:pt x="226695" y="693477"/>
                      <a:pt x="222885" y="660139"/>
                      <a:pt x="238125" y="656329"/>
                    </a:cubicBezTo>
                    <a:cubicBezTo>
                      <a:pt x="252413" y="652519"/>
                      <a:pt x="244792" y="627754"/>
                      <a:pt x="238125" y="607752"/>
                    </a:cubicBezTo>
                    <a:cubicBezTo>
                      <a:pt x="231457" y="587749"/>
                      <a:pt x="250507" y="597274"/>
                      <a:pt x="250507" y="582034"/>
                    </a:cubicBezTo>
                    <a:cubicBezTo>
                      <a:pt x="250507" y="565842"/>
                      <a:pt x="258128" y="544886"/>
                      <a:pt x="270510" y="539172"/>
                    </a:cubicBezTo>
                    <a:cubicBezTo>
                      <a:pt x="282892" y="533457"/>
                      <a:pt x="283845" y="508692"/>
                      <a:pt x="283845" y="499167"/>
                    </a:cubicBezTo>
                    <a:cubicBezTo>
                      <a:pt x="283845" y="488689"/>
                      <a:pt x="300990" y="484879"/>
                      <a:pt x="310515" y="476307"/>
                    </a:cubicBezTo>
                    <a:cubicBezTo>
                      <a:pt x="320040" y="467734"/>
                      <a:pt x="294322" y="453447"/>
                      <a:pt x="309563" y="444874"/>
                    </a:cubicBezTo>
                    <a:cubicBezTo>
                      <a:pt x="323850" y="436302"/>
                      <a:pt x="297180" y="400107"/>
                      <a:pt x="305753" y="393439"/>
                    </a:cubicBezTo>
                    <a:cubicBezTo>
                      <a:pt x="313372" y="385819"/>
                      <a:pt x="306705" y="370579"/>
                      <a:pt x="308610" y="359149"/>
                    </a:cubicBezTo>
                    <a:cubicBezTo>
                      <a:pt x="309563" y="347719"/>
                      <a:pt x="353378" y="325811"/>
                      <a:pt x="359092" y="316286"/>
                    </a:cubicBezTo>
                    <a:cubicBezTo>
                      <a:pt x="362903" y="308667"/>
                      <a:pt x="366713" y="282949"/>
                      <a:pt x="367665" y="260089"/>
                    </a:cubicBezTo>
                    <a:cubicBezTo>
                      <a:pt x="354330" y="269614"/>
                      <a:pt x="341947" y="274377"/>
                      <a:pt x="340042" y="269614"/>
                    </a:cubicBezTo>
                    <a:cubicBezTo>
                      <a:pt x="336232" y="260089"/>
                      <a:pt x="340995" y="229609"/>
                      <a:pt x="329565" y="217227"/>
                    </a:cubicBezTo>
                    <a:cubicBezTo>
                      <a:pt x="318135" y="204844"/>
                      <a:pt x="325755" y="179127"/>
                      <a:pt x="314325" y="173411"/>
                    </a:cubicBezTo>
                    <a:cubicBezTo>
                      <a:pt x="302895" y="167697"/>
                      <a:pt x="288607" y="141979"/>
                      <a:pt x="299085" y="134359"/>
                    </a:cubicBezTo>
                    <a:cubicBezTo>
                      <a:pt x="309563" y="125786"/>
                      <a:pt x="299085" y="108642"/>
                      <a:pt x="308610" y="100069"/>
                    </a:cubicBezTo>
                    <a:cubicBezTo>
                      <a:pt x="318135" y="91497"/>
                      <a:pt x="303847" y="90544"/>
                      <a:pt x="290513" y="73399"/>
                    </a:cubicBezTo>
                    <a:cubicBezTo>
                      <a:pt x="277178" y="56254"/>
                      <a:pt x="295275" y="35299"/>
                      <a:pt x="280035" y="22917"/>
                    </a:cubicBezTo>
                    <a:cubicBezTo>
                      <a:pt x="264795" y="10534"/>
                      <a:pt x="264795" y="-5658"/>
                      <a:pt x="260032" y="1961"/>
                    </a:cubicBezTo>
                    <a:cubicBezTo>
                      <a:pt x="256222" y="8629"/>
                      <a:pt x="255270" y="33394"/>
                      <a:pt x="241935" y="40061"/>
                    </a:cubicBezTo>
                    <a:cubicBezTo>
                      <a:pt x="240030" y="41014"/>
                      <a:pt x="236220" y="43872"/>
                      <a:pt x="232410" y="47682"/>
                    </a:cubicBezTo>
                    <a:cubicBezTo>
                      <a:pt x="232410" y="59111"/>
                      <a:pt x="228600" y="79114"/>
                      <a:pt x="232410" y="90544"/>
                    </a:cubicBezTo>
                    <a:cubicBezTo>
                      <a:pt x="238125" y="106736"/>
                      <a:pt x="240982" y="183889"/>
                      <a:pt x="235267" y="213417"/>
                    </a:cubicBezTo>
                    <a:cubicBezTo>
                      <a:pt x="229553" y="242944"/>
                      <a:pt x="223838" y="267709"/>
                      <a:pt x="217170" y="285807"/>
                    </a:cubicBezTo>
                    <a:cubicBezTo>
                      <a:pt x="211455" y="303904"/>
                      <a:pt x="230505" y="304857"/>
                      <a:pt x="222885" y="313429"/>
                    </a:cubicBezTo>
                    <a:cubicBezTo>
                      <a:pt x="215265" y="322002"/>
                      <a:pt x="218122" y="342957"/>
                      <a:pt x="218122" y="377247"/>
                    </a:cubicBezTo>
                    <a:cubicBezTo>
                      <a:pt x="218122" y="411536"/>
                      <a:pt x="199072" y="468686"/>
                      <a:pt x="198120" y="485832"/>
                    </a:cubicBezTo>
                    <a:cubicBezTo>
                      <a:pt x="197167" y="503929"/>
                      <a:pt x="184785" y="515359"/>
                      <a:pt x="186690" y="535361"/>
                    </a:cubicBezTo>
                    <a:cubicBezTo>
                      <a:pt x="187642" y="545839"/>
                      <a:pt x="184785" y="554411"/>
                      <a:pt x="180975" y="561079"/>
                    </a:cubicBezTo>
                    <a:cubicBezTo>
                      <a:pt x="190500" y="570604"/>
                      <a:pt x="194310" y="584892"/>
                      <a:pt x="189547" y="602036"/>
                    </a:cubicBezTo>
                    <a:cubicBezTo>
                      <a:pt x="187642" y="609657"/>
                      <a:pt x="184785" y="616324"/>
                      <a:pt x="181928" y="622992"/>
                    </a:cubicBezTo>
                    <a:cubicBezTo>
                      <a:pt x="182880" y="626802"/>
                      <a:pt x="183832" y="630611"/>
                      <a:pt x="183832" y="633469"/>
                    </a:cubicBezTo>
                    <a:cubicBezTo>
                      <a:pt x="182880" y="650614"/>
                      <a:pt x="161925" y="658234"/>
                      <a:pt x="166688" y="684904"/>
                    </a:cubicBezTo>
                    <a:cubicBezTo>
                      <a:pt x="172403" y="719194"/>
                      <a:pt x="166688" y="778249"/>
                      <a:pt x="166688" y="789679"/>
                    </a:cubicBezTo>
                    <a:cubicBezTo>
                      <a:pt x="166688" y="801109"/>
                      <a:pt x="154305" y="800157"/>
                      <a:pt x="157163" y="822064"/>
                    </a:cubicBezTo>
                    <a:cubicBezTo>
                      <a:pt x="159067" y="838257"/>
                      <a:pt x="152400" y="844924"/>
                      <a:pt x="146685" y="859211"/>
                    </a:cubicBezTo>
                    <a:cubicBezTo>
                      <a:pt x="136207" y="929697"/>
                      <a:pt x="124778" y="1000182"/>
                      <a:pt x="87630" y="1063047"/>
                    </a:cubicBezTo>
                    <a:cubicBezTo>
                      <a:pt x="86678" y="1064952"/>
                      <a:pt x="84772" y="1066857"/>
                      <a:pt x="83820" y="1068761"/>
                    </a:cubicBezTo>
                    <a:cubicBezTo>
                      <a:pt x="84772" y="1084954"/>
                      <a:pt x="77153" y="1099242"/>
                      <a:pt x="86678" y="1116386"/>
                    </a:cubicBezTo>
                    <a:cubicBezTo>
                      <a:pt x="98107" y="1137342"/>
                      <a:pt x="94297" y="1144961"/>
                      <a:pt x="88582" y="1164964"/>
                    </a:cubicBezTo>
                    <a:cubicBezTo>
                      <a:pt x="82867" y="1184967"/>
                      <a:pt x="75247" y="1185919"/>
                      <a:pt x="75247" y="1204969"/>
                    </a:cubicBezTo>
                    <a:cubicBezTo>
                      <a:pt x="75247" y="1224019"/>
                      <a:pt x="61913" y="1240211"/>
                      <a:pt x="69532" y="1261167"/>
                    </a:cubicBezTo>
                    <a:cubicBezTo>
                      <a:pt x="77153" y="1282122"/>
                      <a:pt x="75247" y="1289742"/>
                      <a:pt x="65722" y="1289742"/>
                    </a:cubicBezTo>
                    <a:cubicBezTo>
                      <a:pt x="56197" y="1289742"/>
                      <a:pt x="51435" y="1306886"/>
                      <a:pt x="46672" y="1341177"/>
                    </a:cubicBezTo>
                    <a:cubicBezTo>
                      <a:pt x="42863" y="1376419"/>
                      <a:pt x="43815" y="1375467"/>
                      <a:pt x="67628" y="1372609"/>
                    </a:cubicBezTo>
                    <a:cubicBezTo>
                      <a:pt x="91440" y="1370704"/>
                      <a:pt x="72390" y="1286884"/>
                      <a:pt x="87630" y="1286884"/>
                    </a:cubicBezTo>
                    <a:cubicBezTo>
                      <a:pt x="101917" y="1286884"/>
                      <a:pt x="89535" y="1273549"/>
                      <a:pt x="103822" y="1268786"/>
                    </a:cubicBezTo>
                    <a:cubicBezTo>
                      <a:pt x="118110" y="1264977"/>
                      <a:pt x="105728" y="1284027"/>
                      <a:pt x="115253" y="1286884"/>
                    </a:cubicBezTo>
                    <a:cubicBezTo>
                      <a:pt x="124778" y="1289742"/>
                      <a:pt x="131445" y="1298314"/>
                      <a:pt x="118110" y="1307839"/>
                    </a:cubicBezTo>
                    <a:cubicBezTo>
                      <a:pt x="104775" y="1317364"/>
                      <a:pt x="120967" y="1336414"/>
                      <a:pt x="114300" y="1347844"/>
                    </a:cubicBezTo>
                    <a:cubicBezTo>
                      <a:pt x="107632" y="1359274"/>
                      <a:pt x="98107" y="1372609"/>
                      <a:pt x="103822" y="1385944"/>
                    </a:cubicBezTo>
                    <a:cubicBezTo>
                      <a:pt x="109538" y="1399279"/>
                      <a:pt x="97155" y="1398327"/>
                      <a:pt x="96203" y="1416424"/>
                    </a:cubicBezTo>
                    <a:cubicBezTo>
                      <a:pt x="95250" y="1434522"/>
                      <a:pt x="104775" y="1435474"/>
                      <a:pt x="98107" y="1439284"/>
                    </a:cubicBezTo>
                    <a:cubicBezTo>
                      <a:pt x="91440" y="1443094"/>
                      <a:pt x="106680" y="1457382"/>
                      <a:pt x="97155" y="1459286"/>
                    </a:cubicBezTo>
                    <a:cubicBezTo>
                      <a:pt x="87630" y="1461192"/>
                      <a:pt x="93345" y="1475479"/>
                      <a:pt x="99060" y="1487861"/>
                    </a:cubicBezTo>
                    <a:cubicBezTo>
                      <a:pt x="104775" y="1500244"/>
                      <a:pt x="86678" y="1493577"/>
                      <a:pt x="76200" y="1501197"/>
                    </a:cubicBezTo>
                    <a:cubicBezTo>
                      <a:pt x="66675" y="1509769"/>
                      <a:pt x="85725" y="1521199"/>
                      <a:pt x="80010" y="1532629"/>
                    </a:cubicBezTo>
                    <a:cubicBezTo>
                      <a:pt x="74295" y="1544059"/>
                      <a:pt x="58103" y="1525961"/>
                      <a:pt x="51435" y="1520247"/>
                    </a:cubicBezTo>
                    <a:cubicBezTo>
                      <a:pt x="44767" y="1513579"/>
                      <a:pt x="61913" y="1501197"/>
                      <a:pt x="71438" y="1488814"/>
                    </a:cubicBezTo>
                    <a:cubicBezTo>
                      <a:pt x="80010" y="1476432"/>
                      <a:pt x="62865" y="1447857"/>
                      <a:pt x="47625" y="1453572"/>
                    </a:cubicBezTo>
                    <a:cubicBezTo>
                      <a:pt x="33338" y="1460239"/>
                      <a:pt x="61913" y="1478336"/>
                      <a:pt x="61913" y="1491672"/>
                    </a:cubicBezTo>
                    <a:cubicBezTo>
                      <a:pt x="61913" y="1505007"/>
                      <a:pt x="37147" y="1488814"/>
                      <a:pt x="38100" y="1503102"/>
                    </a:cubicBezTo>
                    <a:cubicBezTo>
                      <a:pt x="39053" y="1518342"/>
                      <a:pt x="21907" y="1512627"/>
                      <a:pt x="12382" y="1523104"/>
                    </a:cubicBezTo>
                    <a:cubicBezTo>
                      <a:pt x="3810" y="1533582"/>
                      <a:pt x="23813" y="1543107"/>
                      <a:pt x="14288" y="1545964"/>
                    </a:cubicBezTo>
                    <a:cubicBezTo>
                      <a:pt x="10478" y="1546917"/>
                      <a:pt x="5715" y="1549774"/>
                      <a:pt x="953" y="1554536"/>
                    </a:cubicBezTo>
                    <a:cubicBezTo>
                      <a:pt x="953" y="1559299"/>
                      <a:pt x="1905" y="1564061"/>
                      <a:pt x="1905" y="1568824"/>
                    </a:cubicBezTo>
                    <a:cubicBezTo>
                      <a:pt x="6667" y="1565967"/>
                      <a:pt x="14288" y="1567872"/>
                      <a:pt x="18097" y="1576444"/>
                    </a:cubicBezTo>
                    <a:cubicBezTo>
                      <a:pt x="22860" y="1589779"/>
                      <a:pt x="29528" y="1576444"/>
                      <a:pt x="43815" y="1579302"/>
                    </a:cubicBezTo>
                    <a:cubicBezTo>
                      <a:pt x="57150" y="1582159"/>
                      <a:pt x="55245" y="1605019"/>
                      <a:pt x="47625" y="1604067"/>
                    </a:cubicBezTo>
                    <a:cubicBezTo>
                      <a:pt x="40005" y="1603114"/>
                      <a:pt x="32385" y="1617402"/>
                      <a:pt x="34290" y="1633594"/>
                    </a:cubicBezTo>
                    <a:cubicBezTo>
                      <a:pt x="36195" y="1649786"/>
                      <a:pt x="63817" y="1633594"/>
                      <a:pt x="75247" y="1637404"/>
                    </a:cubicBezTo>
                    <a:cubicBezTo>
                      <a:pt x="86678" y="1641214"/>
                      <a:pt x="82867" y="1664074"/>
                      <a:pt x="76200" y="1656454"/>
                    </a:cubicBezTo>
                    <a:cubicBezTo>
                      <a:pt x="69532" y="1648834"/>
                      <a:pt x="53340" y="1636452"/>
                      <a:pt x="46672" y="1648834"/>
                    </a:cubicBezTo>
                    <a:cubicBezTo>
                      <a:pt x="40005" y="1661217"/>
                      <a:pt x="28575" y="1655502"/>
                      <a:pt x="20003" y="1650739"/>
                    </a:cubicBezTo>
                    <a:cubicBezTo>
                      <a:pt x="16192" y="1648834"/>
                      <a:pt x="8572" y="1651692"/>
                      <a:pt x="1905" y="1656454"/>
                    </a:cubicBezTo>
                    <a:cubicBezTo>
                      <a:pt x="9525" y="1667884"/>
                      <a:pt x="13335" y="1681219"/>
                      <a:pt x="13335" y="1696459"/>
                    </a:cubicBezTo>
                    <a:cubicBezTo>
                      <a:pt x="19050" y="1693602"/>
                      <a:pt x="25717" y="1689792"/>
                      <a:pt x="28575" y="1683124"/>
                    </a:cubicBezTo>
                    <a:cubicBezTo>
                      <a:pt x="32385" y="1674552"/>
                      <a:pt x="46672" y="1665979"/>
                      <a:pt x="47625" y="1685029"/>
                    </a:cubicBezTo>
                    <a:cubicBezTo>
                      <a:pt x="48578" y="1704079"/>
                      <a:pt x="28575" y="1694554"/>
                      <a:pt x="24765" y="1705032"/>
                    </a:cubicBezTo>
                    <a:cubicBezTo>
                      <a:pt x="20955" y="1713604"/>
                      <a:pt x="15240" y="1721224"/>
                      <a:pt x="5715" y="1729797"/>
                    </a:cubicBezTo>
                    <a:cubicBezTo>
                      <a:pt x="3810" y="1733607"/>
                      <a:pt x="2857" y="1736464"/>
                      <a:pt x="953" y="1740274"/>
                    </a:cubicBezTo>
                    <a:cubicBezTo>
                      <a:pt x="953" y="1744084"/>
                      <a:pt x="0" y="1747894"/>
                      <a:pt x="0" y="1752657"/>
                    </a:cubicBezTo>
                    <a:cubicBezTo>
                      <a:pt x="2857" y="1755514"/>
                      <a:pt x="6667" y="1756467"/>
                      <a:pt x="10478" y="1754561"/>
                    </a:cubicBezTo>
                    <a:cubicBezTo>
                      <a:pt x="20003" y="1748847"/>
                      <a:pt x="7620" y="1766944"/>
                      <a:pt x="20955" y="1769802"/>
                    </a:cubicBezTo>
                    <a:cubicBezTo>
                      <a:pt x="33338" y="1771707"/>
                      <a:pt x="37147" y="1761229"/>
                      <a:pt x="34290" y="1750752"/>
                    </a:cubicBezTo>
                    <a:cubicBezTo>
                      <a:pt x="31432" y="1740274"/>
                      <a:pt x="40957" y="1716461"/>
                      <a:pt x="53340" y="1728844"/>
                    </a:cubicBezTo>
                    <a:cubicBezTo>
                      <a:pt x="64770" y="1740274"/>
                      <a:pt x="47625" y="1751704"/>
                      <a:pt x="47625" y="1763134"/>
                    </a:cubicBezTo>
                    <a:cubicBezTo>
                      <a:pt x="47625" y="1773611"/>
                      <a:pt x="40957" y="1787899"/>
                      <a:pt x="40957" y="1799329"/>
                    </a:cubicBezTo>
                    <a:cubicBezTo>
                      <a:pt x="40957" y="1810759"/>
                      <a:pt x="28575" y="1805044"/>
                      <a:pt x="29528" y="1817427"/>
                    </a:cubicBezTo>
                    <a:cubicBezTo>
                      <a:pt x="30480" y="1824094"/>
                      <a:pt x="22860" y="1825047"/>
                      <a:pt x="17145" y="1825047"/>
                    </a:cubicBezTo>
                    <a:cubicBezTo>
                      <a:pt x="19050" y="1829809"/>
                      <a:pt x="20003" y="1834572"/>
                      <a:pt x="20955" y="1839334"/>
                    </a:cubicBezTo>
                    <a:cubicBezTo>
                      <a:pt x="26670" y="1842192"/>
                      <a:pt x="31432" y="1846002"/>
                      <a:pt x="36195" y="1850764"/>
                    </a:cubicBezTo>
                    <a:cubicBezTo>
                      <a:pt x="36195" y="1850764"/>
                      <a:pt x="37147" y="1850764"/>
                      <a:pt x="37147" y="1850764"/>
                    </a:cubicBezTo>
                    <a:cubicBezTo>
                      <a:pt x="47625" y="1854574"/>
                      <a:pt x="45720" y="1858384"/>
                      <a:pt x="60007" y="1851717"/>
                    </a:cubicBezTo>
                    <a:cubicBezTo>
                      <a:pt x="73342" y="1845049"/>
                      <a:pt x="81915" y="1863147"/>
                      <a:pt x="68580" y="1867909"/>
                    </a:cubicBezTo>
                    <a:cubicBezTo>
                      <a:pt x="64770" y="1868861"/>
                      <a:pt x="60007" y="1871719"/>
                      <a:pt x="56197" y="1874577"/>
                    </a:cubicBezTo>
                    <a:cubicBezTo>
                      <a:pt x="57150" y="1875529"/>
                      <a:pt x="57150" y="1876482"/>
                      <a:pt x="58103" y="1877434"/>
                    </a:cubicBezTo>
                    <a:cubicBezTo>
                      <a:pt x="60007" y="1881244"/>
                      <a:pt x="60960" y="1884102"/>
                      <a:pt x="61913" y="1886959"/>
                    </a:cubicBezTo>
                    <a:cubicBezTo>
                      <a:pt x="66675" y="1886007"/>
                      <a:pt x="72390" y="1886007"/>
                      <a:pt x="74295" y="1892674"/>
                    </a:cubicBezTo>
                    <a:cubicBezTo>
                      <a:pt x="78105" y="1906009"/>
                      <a:pt x="87630" y="1902199"/>
                      <a:pt x="88582" y="1886959"/>
                    </a:cubicBezTo>
                    <a:cubicBezTo>
                      <a:pt x="89535" y="1871719"/>
                      <a:pt x="113347" y="1885054"/>
                      <a:pt x="117157" y="1897436"/>
                    </a:cubicBezTo>
                    <a:cubicBezTo>
                      <a:pt x="120967" y="1909819"/>
                      <a:pt x="92392" y="1917439"/>
                      <a:pt x="78105" y="1914582"/>
                    </a:cubicBezTo>
                    <a:cubicBezTo>
                      <a:pt x="73342" y="1913629"/>
                      <a:pt x="69532" y="1914582"/>
                      <a:pt x="65722" y="1917439"/>
                    </a:cubicBezTo>
                    <a:cubicBezTo>
                      <a:pt x="65722" y="1926011"/>
                      <a:pt x="65722" y="1934584"/>
                      <a:pt x="65722" y="1944109"/>
                    </a:cubicBezTo>
                    <a:cubicBezTo>
                      <a:pt x="75247" y="1955539"/>
                      <a:pt x="86678" y="1943157"/>
                      <a:pt x="97155" y="1931727"/>
                    </a:cubicBezTo>
                    <a:cubicBezTo>
                      <a:pt x="107632" y="1920297"/>
                      <a:pt x="160972" y="1923154"/>
                      <a:pt x="164782" y="1935536"/>
                    </a:cubicBezTo>
                    <a:cubicBezTo>
                      <a:pt x="168592" y="1947919"/>
                      <a:pt x="140017" y="1937442"/>
                      <a:pt x="137160" y="1945061"/>
                    </a:cubicBezTo>
                    <a:cubicBezTo>
                      <a:pt x="134303" y="1952682"/>
                      <a:pt x="112395" y="1958397"/>
                      <a:pt x="109538" y="1950777"/>
                    </a:cubicBezTo>
                    <a:cubicBezTo>
                      <a:pt x="106680" y="1942204"/>
                      <a:pt x="85725" y="1953634"/>
                      <a:pt x="84772" y="1967922"/>
                    </a:cubicBezTo>
                    <a:cubicBezTo>
                      <a:pt x="83820" y="1981257"/>
                      <a:pt x="68580" y="1981257"/>
                      <a:pt x="85725" y="1986972"/>
                    </a:cubicBezTo>
                    <a:cubicBezTo>
                      <a:pt x="103822" y="1992686"/>
                      <a:pt x="98107" y="1966969"/>
                      <a:pt x="125730" y="1968874"/>
                    </a:cubicBezTo>
                    <a:cubicBezTo>
                      <a:pt x="153353" y="1970779"/>
                      <a:pt x="167640" y="1941252"/>
                      <a:pt x="175260" y="1958397"/>
                    </a:cubicBezTo>
                    <a:cubicBezTo>
                      <a:pt x="182880" y="1975542"/>
                      <a:pt x="152400" y="1988877"/>
                      <a:pt x="141922" y="1978399"/>
                    </a:cubicBezTo>
                    <a:cubicBezTo>
                      <a:pt x="131445" y="1967922"/>
                      <a:pt x="118110" y="1986019"/>
                      <a:pt x="119063" y="2001259"/>
                    </a:cubicBezTo>
                    <a:cubicBezTo>
                      <a:pt x="120015" y="2013642"/>
                      <a:pt x="100965" y="2004117"/>
                      <a:pt x="84772" y="1998402"/>
                    </a:cubicBezTo>
                    <a:cubicBezTo>
                      <a:pt x="84772" y="1998402"/>
                      <a:pt x="85725" y="1999354"/>
                      <a:pt x="85725" y="1999354"/>
                    </a:cubicBezTo>
                    <a:cubicBezTo>
                      <a:pt x="103822" y="2003164"/>
                      <a:pt x="119063" y="2016499"/>
                      <a:pt x="119063" y="2039359"/>
                    </a:cubicBezTo>
                    <a:cubicBezTo>
                      <a:pt x="131445" y="2049836"/>
                      <a:pt x="132397" y="2059361"/>
                      <a:pt x="142875" y="2048884"/>
                    </a:cubicBezTo>
                    <a:cubicBezTo>
                      <a:pt x="154305" y="2037454"/>
                      <a:pt x="142875" y="2038407"/>
                      <a:pt x="135255" y="2032692"/>
                    </a:cubicBezTo>
                    <a:cubicBezTo>
                      <a:pt x="127635" y="2026977"/>
                      <a:pt x="134303" y="2009832"/>
                      <a:pt x="153353" y="2019357"/>
                    </a:cubicBezTo>
                    <a:cubicBezTo>
                      <a:pt x="172403" y="2028882"/>
                      <a:pt x="193357" y="2010784"/>
                      <a:pt x="187642" y="1985067"/>
                    </a:cubicBezTo>
                    <a:cubicBezTo>
                      <a:pt x="181928" y="1959349"/>
                      <a:pt x="203835" y="1947919"/>
                      <a:pt x="226695" y="1939347"/>
                    </a:cubicBezTo>
                    <a:cubicBezTo>
                      <a:pt x="249555" y="1930774"/>
                      <a:pt x="237172" y="1955539"/>
                      <a:pt x="220980" y="1962207"/>
                    </a:cubicBezTo>
                    <a:cubicBezTo>
                      <a:pt x="203835" y="1969827"/>
                      <a:pt x="200978" y="1974589"/>
                      <a:pt x="214313" y="1989829"/>
                    </a:cubicBezTo>
                    <a:cubicBezTo>
                      <a:pt x="226695" y="2005069"/>
                      <a:pt x="243840" y="1980304"/>
                      <a:pt x="254317" y="1991734"/>
                    </a:cubicBezTo>
                    <a:cubicBezTo>
                      <a:pt x="264795" y="2003164"/>
                      <a:pt x="234315" y="2001259"/>
                      <a:pt x="229553" y="2012689"/>
                    </a:cubicBezTo>
                    <a:cubicBezTo>
                      <a:pt x="224790" y="2024119"/>
                      <a:pt x="248603" y="2038407"/>
                      <a:pt x="231457" y="2046979"/>
                    </a:cubicBezTo>
                    <a:cubicBezTo>
                      <a:pt x="215265" y="2055552"/>
                      <a:pt x="222885" y="2011736"/>
                      <a:pt x="212407" y="2007927"/>
                    </a:cubicBezTo>
                    <a:cubicBezTo>
                      <a:pt x="202882" y="2004117"/>
                      <a:pt x="193357" y="2013642"/>
                      <a:pt x="203835" y="2037454"/>
                    </a:cubicBezTo>
                    <a:cubicBezTo>
                      <a:pt x="213360" y="2062219"/>
                      <a:pt x="192405" y="2040311"/>
                      <a:pt x="181928" y="2028882"/>
                    </a:cubicBezTo>
                    <a:cubicBezTo>
                      <a:pt x="172403" y="2017452"/>
                      <a:pt x="158115" y="2034597"/>
                      <a:pt x="170497" y="2046979"/>
                    </a:cubicBezTo>
                    <a:cubicBezTo>
                      <a:pt x="181928" y="2059361"/>
                      <a:pt x="147638" y="2046027"/>
                      <a:pt x="147638" y="2066029"/>
                    </a:cubicBezTo>
                    <a:cubicBezTo>
                      <a:pt x="147638" y="2086032"/>
                      <a:pt x="161925" y="2068886"/>
                      <a:pt x="180022" y="2073649"/>
                    </a:cubicBezTo>
                    <a:cubicBezTo>
                      <a:pt x="193357" y="2076507"/>
                      <a:pt x="192405" y="2093652"/>
                      <a:pt x="196215" y="2106034"/>
                    </a:cubicBezTo>
                    <a:cubicBezTo>
                      <a:pt x="200978" y="2106987"/>
                      <a:pt x="204788" y="2108892"/>
                      <a:pt x="208597" y="2110797"/>
                    </a:cubicBezTo>
                    <a:cubicBezTo>
                      <a:pt x="208597" y="2110797"/>
                      <a:pt x="208597" y="2110797"/>
                      <a:pt x="208597" y="2110797"/>
                    </a:cubicBezTo>
                    <a:cubicBezTo>
                      <a:pt x="209550" y="2100319"/>
                      <a:pt x="208597" y="2081269"/>
                      <a:pt x="217170" y="2078411"/>
                    </a:cubicBezTo>
                    <a:cubicBezTo>
                      <a:pt x="230505" y="2075554"/>
                      <a:pt x="218122" y="2112702"/>
                      <a:pt x="248603" y="2123179"/>
                    </a:cubicBezTo>
                    <a:cubicBezTo>
                      <a:pt x="279082" y="2133657"/>
                      <a:pt x="250507" y="2116512"/>
                      <a:pt x="263842" y="2106034"/>
                    </a:cubicBezTo>
                    <a:cubicBezTo>
                      <a:pt x="271463" y="2100319"/>
                      <a:pt x="280988" y="2111749"/>
                      <a:pt x="290513" y="2123179"/>
                    </a:cubicBezTo>
                    <a:cubicBezTo>
                      <a:pt x="293370" y="2122227"/>
                      <a:pt x="296228" y="2122227"/>
                      <a:pt x="299085" y="2122227"/>
                    </a:cubicBezTo>
                    <a:cubicBezTo>
                      <a:pt x="303847" y="2122227"/>
                      <a:pt x="308610" y="2122227"/>
                      <a:pt x="313372" y="2123179"/>
                    </a:cubicBezTo>
                    <a:cubicBezTo>
                      <a:pt x="310515" y="2118417"/>
                      <a:pt x="307657" y="2113654"/>
                      <a:pt x="304800" y="2109844"/>
                    </a:cubicBezTo>
                    <a:cubicBezTo>
                      <a:pt x="294322" y="2097462"/>
                      <a:pt x="315278" y="2104129"/>
                      <a:pt x="330517" y="2109844"/>
                    </a:cubicBezTo>
                    <a:cubicBezTo>
                      <a:pt x="344805" y="2115559"/>
                      <a:pt x="357188" y="2117464"/>
                      <a:pt x="360045" y="2106034"/>
                    </a:cubicBezTo>
                    <a:cubicBezTo>
                      <a:pt x="360997" y="2101272"/>
                      <a:pt x="363855" y="2102224"/>
                      <a:pt x="367665" y="2103177"/>
                    </a:cubicBezTo>
                    <a:cubicBezTo>
                      <a:pt x="352425" y="2101272"/>
                      <a:pt x="300038" y="2108892"/>
                      <a:pt x="293370" y="210793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79" name="Freeform: Shape 255">
                <a:extLst>
                  <a:ext uri="{FF2B5EF4-FFF2-40B4-BE49-F238E27FC236}">
                    <a16:creationId xmlns:a16="http://schemas.microsoft.com/office/drawing/2014/main" id="{B8D0A74B-1C24-7433-9E8C-7FAAFAF06776}"/>
                  </a:ext>
                </a:extLst>
              </p:cNvPr>
              <p:cNvSpPr/>
              <p:nvPr/>
            </p:nvSpPr>
            <p:spPr>
              <a:xfrm>
                <a:off x="4410346" y="4804576"/>
                <a:ext cx="195129" cy="214641"/>
              </a:xfrm>
              <a:custGeom>
                <a:avLst/>
                <a:gdLst>
                  <a:gd name="connsiteX0" fmla="*/ 376238 w 381000"/>
                  <a:gd name="connsiteY0" fmla="*/ 229599 h 419100"/>
                  <a:gd name="connsiteX1" fmla="*/ 339090 w 381000"/>
                  <a:gd name="connsiteY1" fmla="*/ 238172 h 419100"/>
                  <a:gd name="connsiteX2" fmla="*/ 318135 w 381000"/>
                  <a:gd name="connsiteY2" fmla="*/ 184832 h 419100"/>
                  <a:gd name="connsiteX3" fmla="*/ 287655 w 381000"/>
                  <a:gd name="connsiteY3" fmla="*/ 144827 h 419100"/>
                  <a:gd name="connsiteX4" fmla="*/ 249555 w 381000"/>
                  <a:gd name="connsiteY4" fmla="*/ 141017 h 419100"/>
                  <a:gd name="connsiteX5" fmla="*/ 226695 w 381000"/>
                  <a:gd name="connsiteY5" fmla="*/ 101965 h 419100"/>
                  <a:gd name="connsiteX6" fmla="*/ 219075 w 381000"/>
                  <a:gd name="connsiteY6" fmla="*/ 42910 h 419100"/>
                  <a:gd name="connsiteX7" fmla="*/ 217170 w 381000"/>
                  <a:gd name="connsiteY7" fmla="*/ 17192 h 419100"/>
                  <a:gd name="connsiteX8" fmla="*/ 209550 w 381000"/>
                  <a:gd name="connsiteY8" fmla="*/ 20049 h 419100"/>
                  <a:gd name="connsiteX9" fmla="*/ 167640 w 381000"/>
                  <a:gd name="connsiteY9" fmla="*/ 47 h 419100"/>
                  <a:gd name="connsiteX10" fmla="*/ 116205 w 381000"/>
                  <a:gd name="connsiteY10" fmla="*/ 5762 h 419100"/>
                  <a:gd name="connsiteX11" fmla="*/ 62865 w 381000"/>
                  <a:gd name="connsiteY11" fmla="*/ 15287 h 419100"/>
                  <a:gd name="connsiteX12" fmla="*/ 28575 w 381000"/>
                  <a:gd name="connsiteY12" fmla="*/ 60054 h 419100"/>
                  <a:gd name="connsiteX13" fmla="*/ 15240 w 381000"/>
                  <a:gd name="connsiteY13" fmla="*/ 133397 h 419100"/>
                  <a:gd name="connsiteX14" fmla="*/ 0 w 381000"/>
                  <a:gd name="connsiteY14" fmla="*/ 133397 h 419100"/>
                  <a:gd name="connsiteX15" fmla="*/ 60960 w 381000"/>
                  <a:gd name="connsiteY15" fmla="*/ 201024 h 419100"/>
                  <a:gd name="connsiteX16" fmla="*/ 110490 w 381000"/>
                  <a:gd name="connsiteY16" fmla="*/ 234362 h 419100"/>
                  <a:gd name="connsiteX17" fmla="*/ 160020 w 381000"/>
                  <a:gd name="connsiteY17" fmla="*/ 261985 h 419100"/>
                  <a:gd name="connsiteX18" fmla="*/ 241935 w 381000"/>
                  <a:gd name="connsiteY18" fmla="*/ 306752 h 419100"/>
                  <a:gd name="connsiteX19" fmla="*/ 207645 w 381000"/>
                  <a:gd name="connsiteY19" fmla="*/ 371522 h 419100"/>
                  <a:gd name="connsiteX20" fmla="*/ 193358 w 381000"/>
                  <a:gd name="connsiteY20" fmla="*/ 402954 h 419100"/>
                  <a:gd name="connsiteX21" fmla="*/ 234315 w 381000"/>
                  <a:gd name="connsiteY21" fmla="*/ 412479 h 419100"/>
                  <a:gd name="connsiteX22" fmla="*/ 277178 w 381000"/>
                  <a:gd name="connsiteY22" fmla="*/ 417242 h 419100"/>
                  <a:gd name="connsiteX23" fmla="*/ 315278 w 381000"/>
                  <a:gd name="connsiteY23" fmla="*/ 408669 h 419100"/>
                  <a:gd name="connsiteX24" fmla="*/ 349567 w 381000"/>
                  <a:gd name="connsiteY24" fmla="*/ 389619 h 419100"/>
                  <a:gd name="connsiteX25" fmla="*/ 372428 w 381000"/>
                  <a:gd name="connsiteY25" fmla="*/ 319135 h 419100"/>
                  <a:gd name="connsiteX26" fmla="*/ 376238 w 381000"/>
                  <a:gd name="connsiteY26" fmla="*/ 229599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000" h="419100">
                    <a:moveTo>
                      <a:pt x="376238" y="229599"/>
                    </a:moveTo>
                    <a:cubicBezTo>
                      <a:pt x="360045" y="221027"/>
                      <a:pt x="344805" y="238172"/>
                      <a:pt x="339090" y="238172"/>
                    </a:cubicBezTo>
                    <a:cubicBezTo>
                      <a:pt x="333375" y="238172"/>
                      <a:pt x="321945" y="201024"/>
                      <a:pt x="318135" y="184832"/>
                    </a:cubicBezTo>
                    <a:cubicBezTo>
                      <a:pt x="314325" y="168640"/>
                      <a:pt x="298133" y="137207"/>
                      <a:pt x="287655" y="144827"/>
                    </a:cubicBezTo>
                    <a:cubicBezTo>
                      <a:pt x="277178" y="152447"/>
                      <a:pt x="280035" y="141969"/>
                      <a:pt x="249555" y="141017"/>
                    </a:cubicBezTo>
                    <a:cubicBezTo>
                      <a:pt x="219075" y="139112"/>
                      <a:pt x="220028" y="133397"/>
                      <a:pt x="226695" y="101965"/>
                    </a:cubicBezTo>
                    <a:cubicBezTo>
                      <a:pt x="233363" y="70532"/>
                      <a:pt x="206692" y="50529"/>
                      <a:pt x="219075" y="42910"/>
                    </a:cubicBezTo>
                    <a:cubicBezTo>
                      <a:pt x="227647" y="37194"/>
                      <a:pt x="227647" y="31479"/>
                      <a:pt x="217170" y="17192"/>
                    </a:cubicBezTo>
                    <a:cubicBezTo>
                      <a:pt x="214313" y="19097"/>
                      <a:pt x="212408" y="20049"/>
                      <a:pt x="209550" y="20049"/>
                    </a:cubicBezTo>
                    <a:cubicBezTo>
                      <a:pt x="199072" y="20049"/>
                      <a:pt x="185738" y="47"/>
                      <a:pt x="167640" y="47"/>
                    </a:cubicBezTo>
                    <a:cubicBezTo>
                      <a:pt x="149543" y="47"/>
                      <a:pt x="129540" y="-906"/>
                      <a:pt x="116205" y="5762"/>
                    </a:cubicBezTo>
                    <a:cubicBezTo>
                      <a:pt x="102870" y="12429"/>
                      <a:pt x="78105" y="4810"/>
                      <a:pt x="62865" y="15287"/>
                    </a:cubicBezTo>
                    <a:cubicBezTo>
                      <a:pt x="47625" y="26717"/>
                      <a:pt x="27622" y="50529"/>
                      <a:pt x="28575" y="60054"/>
                    </a:cubicBezTo>
                    <a:cubicBezTo>
                      <a:pt x="29528" y="69579"/>
                      <a:pt x="22860" y="130540"/>
                      <a:pt x="15240" y="133397"/>
                    </a:cubicBezTo>
                    <a:cubicBezTo>
                      <a:pt x="13335" y="134349"/>
                      <a:pt x="6668" y="133397"/>
                      <a:pt x="0" y="133397"/>
                    </a:cubicBezTo>
                    <a:cubicBezTo>
                      <a:pt x="10478" y="153399"/>
                      <a:pt x="41910" y="187690"/>
                      <a:pt x="60960" y="201024"/>
                    </a:cubicBezTo>
                    <a:cubicBezTo>
                      <a:pt x="84772" y="217217"/>
                      <a:pt x="83820" y="231504"/>
                      <a:pt x="110490" y="234362"/>
                    </a:cubicBezTo>
                    <a:cubicBezTo>
                      <a:pt x="137160" y="237219"/>
                      <a:pt x="150495" y="248649"/>
                      <a:pt x="160020" y="261985"/>
                    </a:cubicBezTo>
                    <a:cubicBezTo>
                      <a:pt x="169545" y="275319"/>
                      <a:pt x="237172" y="296274"/>
                      <a:pt x="241935" y="306752"/>
                    </a:cubicBezTo>
                    <a:cubicBezTo>
                      <a:pt x="247650" y="317229"/>
                      <a:pt x="207645" y="345804"/>
                      <a:pt x="207645" y="371522"/>
                    </a:cubicBezTo>
                    <a:cubicBezTo>
                      <a:pt x="207645" y="397240"/>
                      <a:pt x="193358" y="394382"/>
                      <a:pt x="193358" y="402954"/>
                    </a:cubicBezTo>
                    <a:cubicBezTo>
                      <a:pt x="193358" y="411527"/>
                      <a:pt x="223838" y="405812"/>
                      <a:pt x="234315" y="412479"/>
                    </a:cubicBezTo>
                    <a:cubicBezTo>
                      <a:pt x="244792" y="420099"/>
                      <a:pt x="263842" y="407717"/>
                      <a:pt x="277178" y="417242"/>
                    </a:cubicBezTo>
                    <a:cubicBezTo>
                      <a:pt x="290513" y="425815"/>
                      <a:pt x="304800" y="405812"/>
                      <a:pt x="315278" y="408669"/>
                    </a:cubicBezTo>
                    <a:cubicBezTo>
                      <a:pt x="325755" y="411527"/>
                      <a:pt x="336233" y="388667"/>
                      <a:pt x="349567" y="389619"/>
                    </a:cubicBezTo>
                    <a:cubicBezTo>
                      <a:pt x="362903" y="391524"/>
                      <a:pt x="374333" y="339137"/>
                      <a:pt x="372428" y="319135"/>
                    </a:cubicBezTo>
                    <a:cubicBezTo>
                      <a:pt x="369570" y="300085"/>
                      <a:pt x="391478" y="238172"/>
                      <a:pt x="376238" y="22959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80" name="Freeform: Shape 256">
                <a:extLst>
                  <a:ext uri="{FF2B5EF4-FFF2-40B4-BE49-F238E27FC236}">
                    <a16:creationId xmlns:a16="http://schemas.microsoft.com/office/drawing/2014/main" id="{B9E60E74-00FC-6CA3-A4D4-EE98B3A4B44F}"/>
                  </a:ext>
                </a:extLst>
              </p:cNvPr>
              <p:cNvSpPr/>
              <p:nvPr/>
            </p:nvSpPr>
            <p:spPr>
              <a:xfrm>
                <a:off x="3885936" y="4048399"/>
                <a:ext cx="73173" cy="63417"/>
              </a:xfrm>
              <a:custGeom>
                <a:avLst/>
                <a:gdLst>
                  <a:gd name="connsiteX0" fmla="*/ 137162 w 142875"/>
                  <a:gd name="connsiteY0" fmla="*/ 102070 h 123825"/>
                  <a:gd name="connsiteX1" fmla="*/ 143830 w 142875"/>
                  <a:gd name="connsiteY1" fmla="*/ 71590 h 123825"/>
                  <a:gd name="connsiteX2" fmla="*/ 100014 w 142875"/>
                  <a:gd name="connsiteY2" fmla="*/ 12535 h 123825"/>
                  <a:gd name="connsiteX3" fmla="*/ 78107 w 142875"/>
                  <a:gd name="connsiteY3" fmla="*/ 9677 h 123825"/>
                  <a:gd name="connsiteX4" fmla="*/ 34292 w 142875"/>
                  <a:gd name="connsiteY4" fmla="*/ 2058 h 123825"/>
                  <a:gd name="connsiteX5" fmla="*/ 9527 w 142875"/>
                  <a:gd name="connsiteY5" fmla="*/ 152 h 123825"/>
                  <a:gd name="connsiteX6" fmla="*/ 5717 w 142875"/>
                  <a:gd name="connsiteY6" fmla="*/ 19202 h 123825"/>
                  <a:gd name="connsiteX7" fmla="*/ 17147 w 142875"/>
                  <a:gd name="connsiteY7" fmla="*/ 60160 h 123825"/>
                  <a:gd name="connsiteX8" fmla="*/ 42864 w 142875"/>
                  <a:gd name="connsiteY8" fmla="*/ 54445 h 123825"/>
                  <a:gd name="connsiteX9" fmla="*/ 62867 w 142875"/>
                  <a:gd name="connsiteY9" fmla="*/ 72542 h 123825"/>
                  <a:gd name="connsiteX10" fmla="*/ 94299 w 142875"/>
                  <a:gd name="connsiteY10" fmla="*/ 102070 h 123825"/>
                  <a:gd name="connsiteX11" fmla="*/ 120017 w 142875"/>
                  <a:gd name="connsiteY11" fmla="*/ 126835 h 123825"/>
                  <a:gd name="connsiteX12" fmla="*/ 130495 w 142875"/>
                  <a:gd name="connsiteY12" fmla="*/ 127787 h 123825"/>
                  <a:gd name="connsiteX13" fmla="*/ 137162 w 142875"/>
                  <a:gd name="connsiteY13" fmla="*/ 10207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2875" h="123825">
                    <a:moveTo>
                      <a:pt x="137162" y="102070"/>
                    </a:moveTo>
                    <a:cubicBezTo>
                      <a:pt x="135257" y="96355"/>
                      <a:pt x="136210" y="82067"/>
                      <a:pt x="143830" y="71590"/>
                    </a:cubicBezTo>
                    <a:cubicBezTo>
                      <a:pt x="127637" y="52540"/>
                      <a:pt x="109539" y="27775"/>
                      <a:pt x="100014" y="12535"/>
                    </a:cubicBezTo>
                    <a:cubicBezTo>
                      <a:pt x="90489" y="13487"/>
                      <a:pt x="82870" y="13487"/>
                      <a:pt x="78107" y="9677"/>
                    </a:cubicBezTo>
                    <a:cubicBezTo>
                      <a:pt x="68582" y="2058"/>
                      <a:pt x="43817" y="6820"/>
                      <a:pt x="34292" y="2058"/>
                    </a:cubicBezTo>
                    <a:cubicBezTo>
                      <a:pt x="29530" y="-800"/>
                      <a:pt x="20005" y="152"/>
                      <a:pt x="9527" y="152"/>
                    </a:cubicBezTo>
                    <a:cubicBezTo>
                      <a:pt x="11432" y="7772"/>
                      <a:pt x="10480" y="15392"/>
                      <a:pt x="5717" y="19202"/>
                    </a:cubicBezTo>
                    <a:cubicBezTo>
                      <a:pt x="-2855" y="25870"/>
                      <a:pt x="-3808" y="50635"/>
                      <a:pt x="17147" y="60160"/>
                    </a:cubicBezTo>
                    <a:cubicBezTo>
                      <a:pt x="39055" y="69685"/>
                      <a:pt x="31435" y="54445"/>
                      <a:pt x="42864" y="54445"/>
                    </a:cubicBezTo>
                    <a:cubicBezTo>
                      <a:pt x="53342" y="54445"/>
                      <a:pt x="52389" y="72542"/>
                      <a:pt x="62867" y="72542"/>
                    </a:cubicBezTo>
                    <a:cubicBezTo>
                      <a:pt x="72392" y="72542"/>
                      <a:pt x="95252" y="84925"/>
                      <a:pt x="94299" y="102070"/>
                    </a:cubicBezTo>
                    <a:cubicBezTo>
                      <a:pt x="93347" y="119215"/>
                      <a:pt x="101920" y="126835"/>
                      <a:pt x="120017" y="126835"/>
                    </a:cubicBezTo>
                    <a:cubicBezTo>
                      <a:pt x="122874" y="126835"/>
                      <a:pt x="126685" y="126835"/>
                      <a:pt x="130495" y="127787"/>
                    </a:cubicBezTo>
                    <a:cubicBezTo>
                      <a:pt x="133352" y="117310"/>
                      <a:pt x="138114" y="108737"/>
                      <a:pt x="137162" y="10207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81" name="Freeform: Shape 257">
                <a:extLst>
                  <a:ext uri="{FF2B5EF4-FFF2-40B4-BE49-F238E27FC236}">
                    <a16:creationId xmlns:a16="http://schemas.microsoft.com/office/drawing/2014/main" id="{0751875C-6AD0-3765-B65C-8539FB8B8144}"/>
                  </a:ext>
                </a:extLst>
              </p:cNvPr>
              <p:cNvSpPr/>
              <p:nvPr/>
            </p:nvSpPr>
            <p:spPr>
              <a:xfrm>
                <a:off x="3953258" y="4083118"/>
                <a:ext cx="126833" cy="58538"/>
              </a:xfrm>
              <a:custGeom>
                <a:avLst/>
                <a:gdLst>
                  <a:gd name="connsiteX0" fmla="*/ 232410 w 247650"/>
                  <a:gd name="connsiteY0" fmla="*/ 38089 h 114300"/>
                  <a:gd name="connsiteX1" fmla="*/ 180975 w 247650"/>
                  <a:gd name="connsiteY1" fmla="*/ 10466 h 114300"/>
                  <a:gd name="connsiteX2" fmla="*/ 177165 w 247650"/>
                  <a:gd name="connsiteY2" fmla="*/ 5704 h 114300"/>
                  <a:gd name="connsiteX3" fmla="*/ 168592 w 247650"/>
                  <a:gd name="connsiteY3" fmla="*/ 2846 h 114300"/>
                  <a:gd name="connsiteX4" fmla="*/ 105727 w 247650"/>
                  <a:gd name="connsiteY4" fmla="*/ 28564 h 114300"/>
                  <a:gd name="connsiteX5" fmla="*/ 35242 w 247650"/>
                  <a:gd name="connsiteY5" fmla="*/ 26659 h 114300"/>
                  <a:gd name="connsiteX6" fmla="*/ 12382 w 247650"/>
                  <a:gd name="connsiteY6" fmla="*/ 4751 h 114300"/>
                  <a:gd name="connsiteX7" fmla="*/ 5715 w 247650"/>
                  <a:gd name="connsiteY7" fmla="*/ 35231 h 114300"/>
                  <a:gd name="connsiteX8" fmla="*/ 0 w 247650"/>
                  <a:gd name="connsiteY8" fmla="*/ 61901 h 114300"/>
                  <a:gd name="connsiteX9" fmla="*/ 48577 w 247650"/>
                  <a:gd name="connsiteY9" fmla="*/ 81904 h 114300"/>
                  <a:gd name="connsiteX10" fmla="*/ 75247 w 247650"/>
                  <a:gd name="connsiteY10" fmla="*/ 86666 h 114300"/>
                  <a:gd name="connsiteX11" fmla="*/ 114300 w 247650"/>
                  <a:gd name="connsiteY11" fmla="*/ 114289 h 114300"/>
                  <a:gd name="connsiteX12" fmla="*/ 122872 w 247650"/>
                  <a:gd name="connsiteY12" fmla="*/ 103811 h 114300"/>
                  <a:gd name="connsiteX13" fmla="*/ 110490 w 247650"/>
                  <a:gd name="connsiteY13" fmla="*/ 77141 h 114300"/>
                  <a:gd name="connsiteX14" fmla="*/ 134302 w 247650"/>
                  <a:gd name="connsiteY14" fmla="*/ 54281 h 114300"/>
                  <a:gd name="connsiteX15" fmla="*/ 182880 w 247650"/>
                  <a:gd name="connsiteY15" fmla="*/ 37136 h 114300"/>
                  <a:gd name="connsiteX16" fmla="*/ 195263 w 247650"/>
                  <a:gd name="connsiteY16" fmla="*/ 69521 h 114300"/>
                  <a:gd name="connsiteX17" fmla="*/ 220980 w 247650"/>
                  <a:gd name="connsiteY17" fmla="*/ 119051 h 114300"/>
                  <a:gd name="connsiteX18" fmla="*/ 250507 w 247650"/>
                  <a:gd name="connsiteY18" fmla="*/ 87619 h 114300"/>
                  <a:gd name="connsiteX19" fmla="*/ 256222 w 247650"/>
                  <a:gd name="connsiteY19" fmla="*/ 72379 h 114300"/>
                  <a:gd name="connsiteX20" fmla="*/ 232410 w 247650"/>
                  <a:gd name="connsiteY20" fmla="*/ 3808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7650" h="114300">
                    <a:moveTo>
                      <a:pt x="232410" y="38089"/>
                    </a:moveTo>
                    <a:cubicBezTo>
                      <a:pt x="212407" y="35231"/>
                      <a:pt x="195263" y="24754"/>
                      <a:pt x="180975" y="10466"/>
                    </a:cubicBezTo>
                    <a:cubicBezTo>
                      <a:pt x="179070" y="8561"/>
                      <a:pt x="178117" y="7609"/>
                      <a:pt x="177165" y="5704"/>
                    </a:cubicBezTo>
                    <a:cubicBezTo>
                      <a:pt x="174307" y="4751"/>
                      <a:pt x="171450" y="3799"/>
                      <a:pt x="168592" y="2846"/>
                    </a:cubicBezTo>
                    <a:cubicBezTo>
                      <a:pt x="150495" y="-5726"/>
                      <a:pt x="128588" y="5704"/>
                      <a:pt x="105727" y="28564"/>
                    </a:cubicBezTo>
                    <a:cubicBezTo>
                      <a:pt x="82867" y="50471"/>
                      <a:pt x="54292" y="38089"/>
                      <a:pt x="35242" y="26659"/>
                    </a:cubicBezTo>
                    <a:cubicBezTo>
                      <a:pt x="29527" y="22849"/>
                      <a:pt x="20955" y="15229"/>
                      <a:pt x="12382" y="4751"/>
                    </a:cubicBezTo>
                    <a:cubicBezTo>
                      <a:pt x="4763" y="15229"/>
                      <a:pt x="3810" y="29516"/>
                      <a:pt x="5715" y="35231"/>
                    </a:cubicBezTo>
                    <a:cubicBezTo>
                      <a:pt x="7620" y="40946"/>
                      <a:pt x="2857" y="50471"/>
                      <a:pt x="0" y="61901"/>
                    </a:cubicBezTo>
                    <a:cubicBezTo>
                      <a:pt x="16192" y="63806"/>
                      <a:pt x="35242" y="70474"/>
                      <a:pt x="48577" y="81904"/>
                    </a:cubicBezTo>
                    <a:cubicBezTo>
                      <a:pt x="57150" y="80951"/>
                      <a:pt x="65722" y="82856"/>
                      <a:pt x="75247" y="86666"/>
                    </a:cubicBezTo>
                    <a:cubicBezTo>
                      <a:pt x="90488" y="94286"/>
                      <a:pt x="102870" y="102859"/>
                      <a:pt x="114300" y="114289"/>
                    </a:cubicBezTo>
                    <a:cubicBezTo>
                      <a:pt x="118110" y="111431"/>
                      <a:pt x="120967" y="106669"/>
                      <a:pt x="122872" y="103811"/>
                    </a:cubicBezTo>
                    <a:cubicBezTo>
                      <a:pt x="127635" y="93334"/>
                      <a:pt x="112395" y="88571"/>
                      <a:pt x="110490" y="77141"/>
                    </a:cubicBezTo>
                    <a:cubicBezTo>
                      <a:pt x="108585" y="65711"/>
                      <a:pt x="130492" y="69521"/>
                      <a:pt x="134302" y="54281"/>
                    </a:cubicBezTo>
                    <a:cubicBezTo>
                      <a:pt x="138113" y="38089"/>
                      <a:pt x="169545" y="31421"/>
                      <a:pt x="182880" y="37136"/>
                    </a:cubicBezTo>
                    <a:cubicBezTo>
                      <a:pt x="196215" y="43804"/>
                      <a:pt x="208597" y="54281"/>
                      <a:pt x="195263" y="69521"/>
                    </a:cubicBezTo>
                    <a:cubicBezTo>
                      <a:pt x="185738" y="80951"/>
                      <a:pt x="204788" y="102859"/>
                      <a:pt x="220980" y="119051"/>
                    </a:cubicBezTo>
                    <a:cubicBezTo>
                      <a:pt x="232410" y="106669"/>
                      <a:pt x="245745" y="92381"/>
                      <a:pt x="250507" y="87619"/>
                    </a:cubicBezTo>
                    <a:cubicBezTo>
                      <a:pt x="253365" y="84761"/>
                      <a:pt x="255270" y="79999"/>
                      <a:pt x="256222" y="72379"/>
                    </a:cubicBezTo>
                    <a:cubicBezTo>
                      <a:pt x="250507" y="68569"/>
                      <a:pt x="241935" y="54281"/>
                      <a:pt x="232410" y="3808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83" name="Freeform: Shape 258">
                <a:extLst>
                  <a:ext uri="{FF2B5EF4-FFF2-40B4-BE49-F238E27FC236}">
                    <a16:creationId xmlns:a16="http://schemas.microsoft.com/office/drawing/2014/main" id="{55BD04E0-2AE4-F1DB-C6F9-0F8756501B45}"/>
                  </a:ext>
                </a:extLst>
              </p:cNvPr>
              <p:cNvSpPr/>
              <p:nvPr/>
            </p:nvSpPr>
            <p:spPr>
              <a:xfrm>
                <a:off x="4043505" y="4030916"/>
                <a:ext cx="268302" cy="390258"/>
              </a:xfrm>
              <a:custGeom>
                <a:avLst/>
                <a:gdLst>
                  <a:gd name="connsiteX0" fmla="*/ 516255 w 523875"/>
                  <a:gd name="connsiteY0" fmla="*/ 444818 h 762000"/>
                  <a:gd name="connsiteX1" fmla="*/ 518160 w 523875"/>
                  <a:gd name="connsiteY1" fmla="*/ 408623 h 762000"/>
                  <a:gd name="connsiteX2" fmla="*/ 501015 w 523875"/>
                  <a:gd name="connsiteY2" fmla="*/ 371475 h 762000"/>
                  <a:gd name="connsiteX3" fmla="*/ 511492 w 523875"/>
                  <a:gd name="connsiteY3" fmla="*/ 283845 h 762000"/>
                  <a:gd name="connsiteX4" fmla="*/ 460057 w 523875"/>
                  <a:gd name="connsiteY4" fmla="*/ 268605 h 762000"/>
                  <a:gd name="connsiteX5" fmla="*/ 398145 w 523875"/>
                  <a:gd name="connsiteY5" fmla="*/ 239078 h 762000"/>
                  <a:gd name="connsiteX6" fmla="*/ 322897 w 523875"/>
                  <a:gd name="connsiteY6" fmla="*/ 231458 h 762000"/>
                  <a:gd name="connsiteX7" fmla="*/ 294322 w 523875"/>
                  <a:gd name="connsiteY7" fmla="*/ 168593 h 762000"/>
                  <a:gd name="connsiteX8" fmla="*/ 275272 w 523875"/>
                  <a:gd name="connsiteY8" fmla="*/ 137160 h 762000"/>
                  <a:gd name="connsiteX9" fmla="*/ 254317 w 523875"/>
                  <a:gd name="connsiteY9" fmla="*/ 126683 h 762000"/>
                  <a:gd name="connsiteX10" fmla="*/ 260985 w 523875"/>
                  <a:gd name="connsiteY10" fmla="*/ 104775 h 762000"/>
                  <a:gd name="connsiteX11" fmla="*/ 267652 w 523875"/>
                  <a:gd name="connsiteY11" fmla="*/ 69533 h 762000"/>
                  <a:gd name="connsiteX12" fmla="*/ 306705 w 523875"/>
                  <a:gd name="connsiteY12" fmla="*/ 15240 h 762000"/>
                  <a:gd name="connsiteX13" fmla="*/ 320040 w 523875"/>
                  <a:gd name="connsiteY13" fmla="*/ 5715 h 762000"/>
                  <a:gd name="connsiteX14" fmla="*/ 323850 w 523875"/>
                  <a:gd name="connsiteY14" fmla="*/ 0 h 762000"/>
                  <a:gd name="connsiteX15" fmla="*/ 314325 w 523875"/>
                  <a:gd name="connsiteY15" fmla="*/ 0 h 762000"/>
                  <a:gd name="connsiteX16" fmla="*/ 292417 w 523875"/>
                  <a:gd name="connsiteY16" fmla="*/ 12383 h 762000"/>
                  <a:gd name="connsiteX17" fmla="*/ 260032 w 523875"/>
                  <a:gd name="connsiteY17" fmla="*/ 17145 h 762000"/>
                  <a:gd name="connsiteX18" fmla="*/ 229552 w 523875"/>
                  <a:gd name="connsiteY18" fmla="*/ 44768 h 762000"/>
                  <a:gd name="connsiteX19" fmla="*/ 204788 w 523875"/>
                  <a:gd name="connsiteY19" fmla="*/ 52388 h 762000"/>
                  <a:gd name="connsiteX20" fmla="*/ 194310 w 523875"/>
                  <a:gd name="connsiteY20" fmla="*/ 61913 h 762000"/>
                  <a:gd name="connsiteX21" fmla="*/ 184785 w 523875"/>
                  <a:gd name="connsiteY21" fmla="*/ 74295 h 762000"/>
                  <a:gd name="connsiteX22" fmla="*/ 155257 w 523875"/>
                  <a:gd name="connsiteY22" fmla="*/ 95250 h 762000"/>
                  <a:gd name="connsiteX23" fmla="*/ 116205 w 523875"/>
                  <a:gd name="connsiteY23" fmla="*/ 132398 h 762000"/>
                  <a:gd name="connsiteX24" fmla="*/ 91440 w 523875"/>
                  <a:gd name="connsiteY24" fmla="*/ 168593 h 762000"/>
                  <a:gd name="connsiteX25" fmla="*/ 81915 w 523875"/>
                  <a:gd name="connsiteY25" fmla="*/ 171450 h 762000"/>
                  <a:gd name="connsiteX26" fmla="*/ 76200 w 523875"/>
                  <a:gd name="connsiteY26" fmla="*/ 186690 h 762000"/>
                  <a:gd name="connsiteX27" fmla="*/ 46672 w 523875"/>
                  <a:gd name="connsiteY27" fmla="*/ 218123 h 762000"/>
                  <a:gd name="connsiteX28" fmla="*/ 60960 w 523875"/>
                  <a:gd name="connsiteY28" fmla="*/ 233363 h 762000"/>
                  <a:gd name="connsiteX29" fmla="*/ 69532 w 523875"/>
                  <a:gd name="connsiteY29" fmla="*/ 270510 h 762000"/>
                  <a:gd name="connsiteX30" fmla="*/ 69532 w 523875"/>
                  <a:gd name="connsiteY30" fmla="*/ 297180 h 762000"/>
                  <a:gd name="connsiteX31" fmla="*/ 77152 w 523875"/>
                  <a:gd name="connsiteY31" fmla="*/ 371475 h 762000"/>
                  <a:gd name="connsiteX32" fmla="*/ 67627 w 523875"/>
                  <a:gd name="connsiteY32" fmla="*/ 412433 h 762000"/>
                  <a:gd name="connsiteX33" fmla="*/ 31432 w 523875"/>
                  <a:gd name="connsiteY33" fmla="*/ 443865 h 762000"/>
                  <a:gd name="connsiteX34" fmla="*/ 8572 w 523875"/>
                  <a:gd name="connsiteY34" fmla="*/ 474345 h 762000"/>
                  <a:gd name="connsiteX35" fmla="*/ 0 w 523875"/>
                  <a:gd name="connsiteY35" fmla="*/ 494348 h 762000"/>
                  <a:gd name="connsiteX36" fmla="*/ 54292 w 523875"/>
                  <a:gd name="connsiteY36" fmla="*/ 527685 h 762000"/>
                  <a:gd name="connsiteX37" fmla="*/ 81915 w 523875"/>
                  <a:gd name="connsiteY37" fmla="*/ 549593 h 762000"/>
                  <a:gd name="connsiteX38" fmla="*/ 115252 w 523875"/>
                  <a:gd name="connsiteY38" fmla="*/ 549593 h 762000"/>
                  <a:gd name="connsiteX39" fmla="*/ 146685 w 523875"/>
                  <a:gd name="connsiteY39" fmla="*/ 576263 h 762000"/>
                  <a:gd name="connsiteX40" fmla="*/ 148590 w 523875"/>
                  <a:gd name="connsiteY40" fmla="*/ 579120 h 762000"/>
                  <a:gd name="connsiteX41" fmla="*/ 186690 w 523875"/>
                  <a:gd name="connsiteY41" fmla="*/ 578168 h 762000"/>
                  <a:gd name="connsiteX42" fmla="*/ 212407 w 523875"/>
                  <a:gd name="connsiteY42" fmla="*/ 618173 h 762000"/>
                  <a:gd name="connsiteX43" fmla="*/ 240030 w 523875"/>
                  <a:gd name="connsiteY43" fmla="*/ 647700 h 762000"/>
                  <a:gd name="connsiteX44" fmla="*/ 257175 w 523875"/>
                  <a:gd name="connsiteY44" fmla="*/ 677228 h 762000"/>
                  <a:gd name="connsiteX45" fmla="*/ 307657 w 523875"/>
                  <a:gd name="connsiteY45" fmla="*/ 683895 h 762000"/>
                  <a:gd name="connsiteX46" fmla="*/ 333375 w 523875"/>
                  <a:gd name="connsiteY46" fmla="*/ 681038 h 762000"/>
                  <a:gd name="connsiteX47" fmla="*/ 362902 w 523875"/>
                  <a:gd name="connsiteY47" fmla="*/ 679133 h 762000"/>
                  <a:gd name="connsiteX48" fmla="*/ 395288 w 523875"/>
                  <a:gd name="connsiteY48" fmla="*/ 707708 h 762000"/>
                  <a:gd name="connsiteX49" fmla="*/ 372427 w 523875"/>
                  <a:gd name="connsiteY49" fmla="*/ 747713 h 762000"/>
                  <a:gd name="connsiteX50" fmla="*/ 399097 w 523875"/>
                  <a:gd name="connsiteY50" fmla="*/ 770573 h 762000"/>
                  <a:gd name="connsiteX51" fmla="*/ 401002 w 523875"/>
                  <a:gd name="connsiteY51" fmla="*/ 770573 h 762000"/>
                  <a:gd name="connsiteX52" fmla="*/ 418147 w 523875"/>
                  <a:gd name="connsiteY52" fmla="*/ 705803 h 762000"/>
                  <a:gd name="connsiteX53" fmla="*/ 427672 w 523875"/>
                  <a:gd name="connsiteY53" fmla="*/ 641033 h 762000"/>
                  <a:gd name="connsiteX54" fmla="*/ 399097 w 523875"/>
                  <a:gd name="connsiteY54" fmla="*/ 563880 h 762000"/>
                  <a:gd name="connsiteX55" fmla="*/ 429577 w 523875"/>
                  <a:gd name="connsiteY55" fmla="*/ 538163 h 762000"/>
                  <a:gd name="connsiteX56" fmla="*/ 421005 w 523875"/>
                  <a:gd name="connsiteY56" fmla="*/ 518160 h 762000"/>
                  <a:gd name="connsiteX57" fmla="*/ 409575 w 523875"/>
                  <a:gd name="connsiteY57" fmla="*/ 491490 h 762000"/>
                  <a:gd name="connsiteX58" fmla="*/ 476250 w 523875"/>
                  <a:gd name="connsiteY58" fmla="*/ 485775 h 762000"/>
                  <a:gd name="connsiteX59" fmla="*/ 525780 w 523875"/>
                  <a:gd name="connsiteY59" fmla="*/ 467678 h 762000"/>
                  <a:gd name="connsiteX60" fmla="*/ 516255 w 523875"/>
                  <a:gd name="connsiteY60" fmla="*/ 444818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762000">
                    <a:moveTo>
                      <a:pt x="516255" y="444818"/>
                    </a:moveTo>
                    <a:cubicBezTo>
                      <a:pt x="503872" y="434340"/>
                      <a:pt x="508635" y="420053"/>
                      <a:pt x="518160" y="408623"/>
                    </a:cubicBezTo>
                    <a:cubicBezTo>
                      <a:pt x="527685" y="397193"/>
                      <a:pt x="512445" y="385763"/>
                      <a:pt x="501015" y="371475"/>
                    </a:cubicBezTo>
                    <a:cubicBezTo>
                      <a:pt x="489585" y="357188"/>
                      <a:pt x="498157" y="307658"/>
                      <a:pt x="511492" y="283845"/>
                    </a:cubicBezTo>
                    <a:cubicBezTo>
                      <a:pt x="524827" y="260033"/>
                      <a:pt x="484822" y="265748"/>
                      <a:pt x="460057" y="268605"/>
                    </a:cubicBezTo>
                    <a:cubicBezTo>
                      <a:pt x="435292" y="272415"/>
                      <a:pt x="414338" y="260985"/>
                      <a:pt x="398145" y="239078"/>
                    </a:cubicBezTo>
                    <a:cubicBezTo>
                      <a:pt x="381952" y="217170"/>
                      <a:pt x="360997" y="230505"/>
                      <a:pt x="322897" y="231458"/>
                    </a:cubicBezTo>
                    <a:cubicBezTo>
                      <a:pt x="284797" y="232410"/>
                      <a:pt x="292417" y="185738"/>
                      <a:pt x="294322" y="168593"/>
                    </a:cubicBezTo>
                    <a:cubicBezTo>
                      <a:pt x="296227" y="150495"/>
                      <a:pt x="275272" y="148590"/>
                      <a:pt x="275272" y="137160"/>
                    </a:cubicBezTo>
                    <a:cubicBezTo>
                      <a:pt x="275272" y="125730"/>
                      <a:pt x="263842" y="125730"/>
                      <a:pt x="254317" y="126683"/>
                    </a:cubicBezTo>
                    <a:cubicBezTo>
                      <a:pt x="244792" y="127635"/>
                      <a:pt x="254317" y="113348"/>
                      <a:pt x="260985" y="104775"/>
                    </a:cubicBezTo>
                    <a:cubicBezTo>
                      <a:pt x="267652" y="95250"/>
                      <a:pt x="266700" y="88583"/>
                      <a:pt x="267652" y="69533"/>
                    </a:cubicBezTo>
                    <a:cubicBezTo>
                      <a:pt x="267652" y="50483"/>
                      <a:pt x="293370" y="34290"/>
                      <a:pt x="306705" y="15240"/>
                    </a:cubicBezTo>
                    <a:cubicBezTo>
                      <a:pt x="309563" y="10478"/>
                      <a:pt x="314325" y="7620"/>
                      <a:pt x="320040" y="5715"/>
                    </a:cubicBezTo>
                    <a:cubicBezTo>
                      <a:pt x="320992" y="2858"/>
                      <a:pt x="321945" y="953"/>
                      <a:pt x="323850" y="0"/>
                    </a:cubicBezTo>
                    <a:cubicBezTo>
                      <a:pt x="320992" y="0"/>
                      <a:pt x="318135" y="0"/>
                      <a:pt x="314325" y="0"/>
                    </a:cubicBezTo>
                    <a:cubicBezTo>
                      <a:pt x="308610" y="5715"/>
                      <a:pt x="301942" y="10478"/>
                      <a:pt x="292417" y="12383"/>
                    </a:cubicBezTo>
                    <a:cubicBezTo>
                      <a:pt x="281940" y="15240"/>
                      <a:pt x="271463" y="15240"/>
                      <a:pt x="260032" y="17145"/>
                    </a:cubicBezTo>
                    <a:cubicBezTo>
                      <a:pt x="255270" y="30480"/>
                      <a:pt x="244792" y="40958"/>
                      <a:pt x="229552" y="44768"/>
                    </a:cubicBezTo>
                    <a:cubicBezTo>
                      <a:pt x="220980" y="46673"/>
                      <a:pt x="212407" y="48578"/>
                      <a:pt x="204788" y="52388"/>
                    </a:cubicBezTo>
                    <a:cubicBezTo>
                      <a:pt x="200977" y="56198"/>
                      <a:pt x="198120" y="59055"/>
                      <a:pt x="194310" y="61913"/>
                    </a:cubicBezTo>
                    <a:cubicBezTo>
                      <a:pt x="192405" y="66675"/>
                      <a:pt x="188595" y="70485"/>
                      <a:pt x="184785" y="74295"/>
                    </a:cubicBezTo>
                    <a:cubicBezTo>
                      <a:pt x="179070" y="84773"/>
                      <a:pt x="169545" y="92393"/>
                      <a:pt x="155257" y="95250"/>
                    </a:cubicBezTo>
                    <a:cubicBezTo>
                      <a:pt x="152400" y="113348"/>
                      <a:pt x="135255" y="129540"/>
                      <a:pt x="116205" y="132398"/>
                    </a:cubicBezTo>
                    <a:cubicBezTo>
                      <a:pt x="105727" y="145733"/>
                      <a:pt x="98107" y="160020"/>
                      <a:pt x="91440" y="168593"/>
                    </a:cubicBezTo>
                    <a:cubicBezTo>
                      <a:pt x="88582" y="172403"/>
                      <a:pt x="84772" y="172403"/>
                      <a:pt x="81915" y="171450"/>
                    </a:cubicBezTo>
                    <a:cubicBezTo>
                      <a:pt x="80963" y="178118"/>
                      <a:pt x="79057" y="183833"/>
                      <a:pt x="76200" y="186690"/>
                    </a:cubicBezTo>
                    <a:cubicBezTo>
                      <a:pt x="70485" y="190500"/>
                      <a:pt x="58102" y="205740"/>
                      <a:pt x="46672" y="218123"/>
                    </a:cubicBezTo>
                    <a:cubicBezTo>
                      <a:pt x="52388" y="223838"/>
                      <a:pt x="57150" y="228600"/>
                      <a:pt x="60960" y="233363"/>
                    </a:cubicBezTo>
                    <a:cubicBezTo>
                      <a:pt x="74295" y="249555"/>
                      <a:pt x="65722" y="261938"/>
                      <a:pt x="69532" y="270510"/>
                    </a:cubicBezTo>
                    <a:cubicBezTo>
                      <a:pt x="73342" y="279083"/>
                      <a:pt x="77152" y="291465"/>
                      <a:pt x="69532" y="297180"/>
                    </a:cubicBezTo>
                    <a:cubicBezTo>
                      <a:pt x="61913" y="302895"/>
                      <a:pt x="68580" y="360998"/>
                      <a:pt x="77152" y="371475"/>
                    </a:cubicBezTo>
                    <a:cubicBezTo>
                      <a:pt x="85725" y="381953"/>
                      <a:pt x="77152" y="391478"/>
                      <a:pt x="67627" y="412433"/>
                    </a:cubicBezTo>
                    <a:cubicBezTo>
                      <a:pt x="58102" y="433388"/>
                      <a:pt x="48577" y="442913"/>
                      <a:pt x="31432" y="443865"/>
                    </a:cubicBezTo>
                    <a:cubicBezTo>
                      <a:pt x="13335" y="444818"/>
                      <a:pt x="15240" y="474345"/>
                      <a:pt x="8572" y="474345"/>
                    </a:cubicBezTo>
                    <a:cubicBezTo>
                      <a:pt x="3810" y="474345"/>
                      <a:pt x="952" y="484823"/>
                      <a:pt x="0" y="494348"/>
                    </a:cubicBezTo>
                    <a:cubicBezTo>
                      <a:pt x="16192" y="509588"/>
                      <a:pt x="45720" y="527685"/>
                      <a:pt x="54292" y="527685"/>
                    </a:cubicBezTo>
                    <a:cubicBezTo>
                      <a:pt x="63817" y="527685"/>
                      <a:pt x="69532" y="541973"/>
                      <a:pt x="81915" y="549593"/>
                    </a:cubicBezTo>
                    <a:cubicBezTo>
                      <a:pt x="94297" y="557213"/>
                      <a:pt x="111442" y="555308"/>
                      <a:pt x="115252" y="549593"/>
                    </a:cubicBezTo>
                    <a:cubicBezTo>
                      <a:pt x="119063" y="543878"/>
                      <a:pt x="130492" y="556260"/>
                      <a:pt x="146685" y="576263"/>
                    </a:cubicBezTo>
                    <a:cubicBezTo>
                      <a:pt x="147638" y="577215"/>
                      <a:pt x="147638" y="578168"/>
                      <a:pt x="148590" y="579120"/>
                    </a:cubicBezTo>
                    <a:cubicBezTo>
                      <a:pt x="161925" y="576263"/>
                      <a:pt x="180022" y="573405"/>
                      <a:pt x="186690" y="578168"/>
                    </a:cubicBezTo>
                    <a:cubicBezTo>
                      <a:pt x="199072" y="586740"/>
                      <a:pt x="196215" y="616268"/>
                      <a:pt x="212407" y="618173"/>
                    </a:cubicBezTo>
                    <a:cubicBezTo>
                      <a:pt x="229552" y="620078"/>
                      <a:pt x="241935" y="638175"/>
                      <a:pt x="240030" y="647700"/>
                    </a:cubicBezTo>
                    <a:cubicBezTo>
                      <a:pt x="238125" y="657225"/>
                      <a:pt x="258127" y="662940"/>
                      <a:pt x="257175" y="677228"/>
                    </a:cubicBezTo>
                    <a:cubicBezTo>
                      <a:pt x="255270" y="692468"/>
                      <a:pt x="301942" y="688658"/>
                      <a:pt x="307657" y="683895"/>
                    </a:cubicBezTo>
                    <a:cubicBezTo>
                      <a:pt x="313372" y="679133"/>
                      <a:pt x="325755" y="675323"/>
                      <a:pt x="333375" y="681038"/>
                    </a:cubicBezTo>
                    <a:cubicBezTo>
                      <a:pt x="340995" y="685800"/>
                      <a:pt x="355282" y="676275"/>
                      <a:pt x="362902" y="679133"/>
                    </a:cubicBezTo>
                    <a:cubicBezTo>
                      <a:pt x="370522" y="682943"/>
                      <a:pt x="401002" y="695325"/>
                      <a:pt x="395288" y="707708"/>
                    </a:cubicBezTo>
                    <a:cubicBezTo>
                      <a:pt x="389572" y="719138"/>
                      <a:pt x="367665" y="737235"/>
                      <a:pt x="372427" y="747713"/>
                    </a:cubicBezTo>
                    <a:cubicBezTo>
                      <a:pt x="376238" y="755333"/>
                      <a:pt x="392430" y="760095"/>
                      <a:pt x="399097" y="770573"/>
                    </a:cubicBezTo>
                    <a:cubicBezTo>
                      <a:pt x="400050" y="770573"/>
                      <a:pt x="400050" y="770573"/>
                      <a:pt x="401002" y="770573"/>
                    </a:cubicBezTo>
                    <a:cubicBezTo>
                      <a:pt x="412432" y="767715"/>
                      <a:pt x="418147" y="720090"/>
                      <a:pt x="418147" y="705803"/>
                    </a:cubicBezTo>
                    <a:cubicBezTo>
                      <a:pt x="418147" y="691515"/>
                      <a:pt x="422910" y="655320"/>
                      <a:pt x="427672" y="641033"/>
                    </a:cubicBezTo>
                    <a:cubicBezTo>
                      <a:pt x="435292" y="613410"/>
                      <a:pt x="399097" y="593408"/>
                      <a:pt x="399097" y="563880"/>
                    </a:cubicBezTo>
                    <a:cubicBezTo>
                      <a:pt x="399097" y="533400"/>
                      <a:pt x="413385" y="550545"/>
                      <a:pt x="429577" y="538163"/>
                    </a:cubicBezTo>
                    <a:cubicBezTo>
                      <a:pt x="445770" y="525780"/>
                      <a:pt x="428625" y="520065"/>
                      <a:pt x="421005" y="518160"/>
                    </a:cubicBezTo>
                    <a:cubicBezTo>
                      <a:pt x="413385" y="516255"/>
                      <a:pt x="406717" y="501015"/>
                      <a:pt x="409575" y="491490"/>
                    </a:cubicBezTo>
                    <a:cubicBezTo>
                      <a:pt x="412432" y="481965"/>
                      <a:pt x="461010" y="485775"/>
                      <a:pt x="476250" y="485775"/>
                    </a:cubicBezTo>
                    <a:cubicBezTo>
                      <a:pt x="491490" y="485775"/>
                      <a:pt x="525780" y="470535"/>
                      <a:pt x="525780" y="467678"/>
                    </a:cubicBezTo>
                    <a:cubicBezTo>
                      <a:pt x="524827" y="466725"/>
                      <a:pt x="528638" y="454343"/>
                      <a:pt x="516255" y="44481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85" name="Freeform: Shape 259">
                <a:extLst>
                  <a:ext uri="{FF2B5EF4-FFF2-40B4-BE49-F238E27FC236}">
                    <a16:creationId xmlns:a16="http://schemas.microsoft.com/office/drawing/2014/main" id="{D8B1ECC5-4239-9AC3-AAA5-F771D664C352}"/>
                  </a:ext>
                </a:extLst>
              </p:cNvPr>
              <p:cNvSpPr/>
              <p:nvPr/>
            </p:nvSpPr>
            <p:spPr>
              <a:xfrm>
                <a:off x="4256915" y="4564814"/>
                <a:ext cx="273180" cy="331719"/>
              </a:xfrm>
              <a:custGeom>
                <a:avLst/>
                <a:gdLst>
                  <a:gd name="connsiteX0" fmla="*/ 534850 w 533400"/>
                  <a:gd name="connsiteY0" fmla="*/ 391043 h 647700"/>
                  <a:gd name="connsiteX1" fmla="*/ 509133 w 533400"/>
                  <a:gd name="connsiteY1" fmla="*/ 344371 h 647700"/>
                  <a:gd name="connsiteX2" fmla="*/ 472938 w 533400"/>
                  <a:gd name="connsiteY2" fmla="*/ 320559 h 647700"/>
                  <a:gd name="connsiteX3" fmla="*/ 424360 w 533400"/>
                  <a:gd name="connsiteY3" fmla="*/ 296746 h 647700"/>
                  <a:gd name="connsiteX4" fmla="*/ 419598 w 533400"/>
                  <a:gd name="connsiteY4" fmla="*/ 257693 h 647700"/>
                  <a:gd name="connsiteX5" fmla="*/ 412930 w 533400"/>
                  <a:gd name="connsiteY5" fmla="*/ 220546 h 647700"/>
                  <a:gd name="connsiteX6" fmla="*/ 395785 w 533400"/>
                  <a:gd name="connsiteY6" fmla="*/ 188161 h 647700"/>
                  <a:gd name="connsiteX7" fmla="*/ 347208 w 533400"/>
                  <a:gd name="connsiteY7" fmla="*/ 176731 h 647700"/>
                  <a:gd name="connsiteX8" fmla="*/ 311013 w 533400"/>
                  <a:gd name="connsiteY8" fmla="*/ 158634 h 647700"/>
                  <a:gd name="connsiteX9" fmla="*/ 292915 w 533400"/>
                  <a:gd name="connsiteY9" fmla="*/ 141489 h 647700"/>
                  <a:gd name="connsiteX10" fmla="*/ 261483 w 533400"/>
                  <a:gd name="connsiteY10" fmla="*/ 134821 h 647700"/>
                  <a:gd name="connsiteX11" fmla="*/ 209095 w 533400"/>
                  <a:gd name="connsiteY11" fmla="*/ 100531 h 647700"/>
                  <a:gd name="connsiteX12" fmla="*/ 194808 w 533400"/>
                  <a:gd name="connsiteY12" fmla="*/ 7186 h 647700"/>
                  <a:gd name="connsiteX13" fmla="*/ 152898 w 533400"/>
                  <a:gd name="connsiteY13" fmla="*/ 4329 h 647700"/>
                  <a:gd name="connsiteX14" fmla="*/ 100510 w 533400"/>
                  <a:gd name="connsiteY14" fmla="*/ 30046 h 647700"/>
                  <a:gd name="connsiteX15" fmla="*/ 62410 w 533400"/>
                  <a:gd name="connsiteY15" fmla="*/ 51001 h 647700"/>
                  <a:gd name="connsiteX16" fmla="*/ 24310 w 533400"/>
                  <a:gd name="connsiteY16" fmla="*/ 60526 h 647700"/>
                  <a:gd name="connsiteX17" fmla="*/ 9070 w 533400"/>
                  <a:gd name="connsiteY17" fmla="*/ 56716 h 647700"/>
                  <a:gd name="connsiteX18" fmla="*/ 39550 w 533400"/>
                  <a:gd name="connsiteY18" fmla="*/ 123391 h 647700"/>
                  <a:gd name="connsiteX19" fmla="*/ 28120 w 533400"/>
                  <a:gd name="connsiteY19" fmla="*/ 149109 h 647700"/>
                  <a:gd name="connsiteX20" fmla="*/ 31930 w 533400"/>
                  <a:gd name="connsiteY20" fmla="*/ 216736 h 647700"/>
                  <a:gd name="connsiteX21" fmla="*/ 21453 w 533400"/>
                  <a:gd name="connsiteY21" fmla="*/ 255789 h 647700"/>
                  <a:gd name="connsiteX22" fmla="*/ 10975 w 533400"/>
                  <a:gd name="connsiteY22" fmla="*/ 296746 h 647700"/>
                  <a:gd name="connsiteX23" fmla="*/ 28120 w 533400"/>
                  <a:gd name="connsiteY23" fmla="*/ 319606 h 647700"/>
                  <a:gd name="connsiteX24" fmla="*/ 4308 w 533400"/>
                  <a:gd name="connsiteY24" fmla="*/ 357706 h 647700"/>
                  <a:gd name="connsiteX25" fmla="*/ 498 w 533400"/>
                  <a:gd name="connsiteY25" fmla="*/ 377709 h 647700"/>
                  <a:gd name="connsiteX26" fmla="*/ 18595 w 533400"/>
                  <a:gd name="connsiteY26" fmla="*/ 400568 h 647700"/>
                  <a:gd name="connsiteX27" fmla="*/ 29073 w 533400"/>
                  <a:gd name="connsiteY27" fmla="*/ 451051 h 647700"/>
                  <a:gd name="connsiteX28" fmla="*/ 47170 w 533400"/>
                  <a:gd name="connsiteY28" fmla="*/ 477721 h 647700"/>
                  <a:gd name="connsiteX29" fmla="*/ 37645 w 533400"/>
                  <a:gd name="connsiteY29" fmla="*/ 512011 h 647700"/>
                  <a:gd name="connsiteX30" fmla="*/ 52885 w 533400"/>
                  <a:gd name="connsiteY30" fmla="*/ 551064 h 647700"/>
                  <a:gd name="connsiteX31" fmla="*/ 68125 w 533400"/>
                  <a:gd name="connsiteY31" fmla="*/ 594879 h 647700"/>
                  <a:gd name="connsiteX32" fmla="*/ 78603 w 533400"/>
                  <a:gd name="connsiteY32" fmla="*/ 647266 h 647700"/>
                  <a:gd name="connsiteX33" fmla="*/ 138610 w 533400"/>
                  <a:gd name="connsiteY33" fmla="*/ 609166 h 647700"/>
                  <a:gd name="connsiteX34" fmla="*/ 177663 w 533400"/>
                  <a:gd name="connsiteY34" fmla="*/ 607261 h 647700"/>
                  <a:gd name="connsiteX35" fmla="*/ 229098 w 533400"/>
                  <a:gd name="connsiteY35" fmla="*/ 630121 h 647700"/>
                  <a:gd name="connsiteX36" fmla="*/ 254815 w 533400"/>
                  <a:gd name="connsiteY36" fmla="*/ 601546 h 647700"/>
                  <a:gd name="connsiteX37" fmla="*/ 313870 w 533400"/>
                  <a:gd name="connsiteY37" fmla="*/ 601546 h 647700"/>
                  <a:gd name="connsiteX38" fmla="*/ 327205 w 533400"/>
                  <a:gd name="connsiteY38" fmla="*/ 528204 h 647700"/>
                  <a:gd name="connsiteX39" fmla="*/ 361495 w 533400"/>
                  <a:gd name="connsiteY39" fmla="*/ 483436 h 647700"/>
                  <a:gd name="connsiteX40" fmla="*/ 414835 w 533400"/>
                  <a:gd name="connsiteY40" fmla="*/ 473911 h 647700"/>
                  <a:gd name="connsiteX41" fmla="*/ 466270 w 533400"/>
                  <a:gd name="connsiteY41" fmla="*/ 468196 h 647700"/>
                  <a:gd name="connsiteX42" fmla="*/ 508180 w 533400"/>
                  <a:gd name="connsiteY42" fmla="*/ 488198 h 647700"/>
                  <a:gd name="connsiteX43" fmla="*/ 529135 w 533400"/>
                  <a:gd name="connsiteY43" fmla="*/ 452956 h 647700"/>
                  <a:gd name="connsiteX44" fmla="*/ 534850 w 533400"/>
                  <a:gd name="connsiteY44" fmla="*/ 391043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33400" h="647700">
                    <a:moveTo>
                      <a:pt x="534850" y="391043"/>
                    </a:moveTo>
                    <a:cubicBezTo>
                      <a:pt x="528183" y="370089"/>
                      <a:pt x="509133" y="367231"/>
                      <a:pt x="509133" y="344371"/>
                    </a:cubicBezTo>
                    <a:cubicBezTo>
                      <a:pt x="509133" y="321511"/>
                      <a:pt x="501513" y="318654"/>
                      <a:pt x="472938" y="320559"/>
                    </a:cubicBezTo>
                    <a:cubicBezTo>
                      <a:pt x="444363" y="322464"/>
                      <a:pt x="426265" y="314843"/>
                      <a:pt x="424360" y="296746"/>
                    </a:cubicBezTo>
                    <a:cubicBezTo>
                      <a:pt x="423408" y="278648"/>
                      <a:pt x="406263" y="264361"/>
                      <a:pt x="419598" y="257693"/>
                    </a:cubicBezTo>
                    <a:cubicBezTo>
                      <a:pt x="432933" y="251026"/>
                      <a:pt x="410073" y="237691"/>
                      <a:pt x="412930" y="220546"/>
                    </a:cubicBezTo>
                    <a:cubicBezTo>
                      <a:pt x="415788" y="203401"/>
                      <a:pt x="405310" y="196734"/>
                      <a:pt x="395785" y="188161"/>
                    </a:cubicBezTo>
                    <a:cubicBezTo>
                      <a:pt x="386260" y="179589"/>
                      <a:pt x="347208" y="191971"/>
                      <a:pt x="347208" y="176731"/>
                    </a:cubicBezTo>
                    <a:cubicBezTo>
                      <a:pt x="347208" y="161491"/>
                      <a:pt x="323395" y="158634"/>
                      <a:pt x="311013" y="158634"/>
                    </a:cubicBezTo>
                    <a:cubicBezTo>
                      <a:pt x="297678" y="158634"/>
                      <a:pt x="307203" y="140536"/>
                      <a:pt x="292915" y="141489"/>
                    </a:cubicBezTo>
                    <a:cubicBezTo>
                      <a:pt x="278628" y="142441"/>
                      <a:pt x="281485" y="131964"/>
                      <a:pt x="261483" y="134821"/>
                    </a:cubicBezTo>
                    <a:cubicBezTo>
                      <a:pt x="241480" y="137679"/>
                      <a:pt x="230050" y="128154"/>
                      <a:pt x="209095" y="100531"/>
                    </a:cubicBezTo>
                    <a:cubicBezTo>
                      <a:pt x="188140" y="73861"/>
                      <a:pt x="190998" y="21473"/>
                      <a:pt x="194808" y="7186"/>
                    </a:cubicBezTo>
                    <a:cubicBezTo>
                      <a:pt x="198618" y="-7102"/>
                      <a:pt x="170043" y="4329"/>
                      <a:pt x="152898" y="4329"/>
                    </a:cubicBezTo>
                    <a:cubicBezTo>
                      <a:pt x="135753" y="4329"/>
                      <a:pt x="118608" y="18616"/>
                      <a:pt x="100510" y="30046"/>
                    </a:cubicBezTo>
                    <a:cubicBezTo>
                      <a:pt x="82413" y="41476"/>
                      <a:pt x="71935" y="41476"/>
                      <a:pt x="62410" y="51001"/>
                    </a:cubicBezTo>
                    <a:cubicBezTo>
                      <a:pt x="52885" y="60526"/>
                      <a:pt x="38598" y="66241"/>
                      <a:pt x="24310" y="60526"/>
                    </a:cubicBezTo>
                    <a:cubicBezTo>
                      <a:pt x="20500" y="58621"/>
                      <a:pt x="14785" y="57668"/>
                      <a:pt x="9070" y="56716"/>
                    </a:cubicBezTo>
                    <a:cubicBezTo>
                      <a:pt x="16690" y="77671"/>
                      <a:pt x="35740" y="111961"/>
                      <a:pt x="39550" y="123391"/>
                    </a:cubicBezTo>
                    <a:cubicBezTo>
                      <a:pt x="44313" y="138631"/>
                      <a:pt x="32883" y="143393"/>
                      <a:pt x="28120" y="149109"/>
                    </a:cubicBezTo>
                    <a:cubicBezTo>
                      <a:pt x="22405" y="154823"/>
                      <a:pt x="30978" y="205306"/>
                      <a:pt x="31930" y="216736"/>
                    </a:cubicBezTo>
                    <a:cubicBezTo>
                      <a:pt x="32883" y="228166"/>
                      <a:pt x="13833" y="249121"/>
                      <a:pt x="21453" y="255789"/>
                    </a:cubicBezTo>
                    <a:cubicBezTo>
                      <a:pt x="29073" y="262456"/>
                      <a:pt x="10975" y="284364"/>
                      <a:pt x="10975" y="296746"/>
                    </a:cubicBezTo>
                    <a:cubicBezTo>
                      <a:pt x="10975" y="309129"/>
                      <a:pt x="28120" y="309129"/>
                      <a:pt x="28120" y="319606"/>
                    </a:cubicBezTo>
                    <a:cubicBezTo>
                      <a:pt x="28120" y="329131"/>
                      <a:pt x="13833" y="351991"/>
                      <a:pt x="4308" y="357706"/>
                    </a:cubicBezTo>
                    <a:cubicBezTo>
                      <a:pt x="-455" y="360564"/>
                      <a:pt x="-455" y="369136"/>
                      <a:pt x="498" y="377709"/>
                    </a:cubicBezTo>
                    <a:cubicBezTo>
                      <a:pt x="3355" y="376756"/>
                      <a:pt x="5260" y="389139"/>
                      <a:pt x="18595" y="400568"/>
                    </a:cubicBezTo>
                    <a:cubicBezTo>
                      <a:pt x="33835" y="412951"/>
                      <a:pt x="15738" y="434859"/>
                      <a:pt x="29073" y="451051"/>
                    </a:cubicBezTo>
                    <a:cubicBezTo>
                      <a:pt x="42408" y="468196"/>
                      <a:pt x="56695" y="469148"/>
                      <a:pt x="47170" y="477721"/>
                    </a:cubicBezTo>
                    <a:cubicBezTo>
                      <a:pt x="37645" y="486293"/>
                      <a:pt x="48123" y="503439"/>
                      <a:pt x="37645" y="512011"/>
                    </a:cubicBezTo>
                    <a:cubicBezTo>
                      <a:pt x="27168" y="520584"/>
                      <a:pt x="41455" y="546301"/>
                      <a:pt x="52885" y="551064"/>
                    </a:cubicBezTo>
                    <a:cubicBezTo>
                      <a:pt x="64315" y="556779"/>
                      <a:pt x="56695" y="582496"/>
                      <a:pt x="68125" y="594879"/>
                    </a:cubicBezTo>
                    <a:cubicBezTo>
                      <a:pt x="79555" y="607261"/>
                      <a:pt x="74793" y="636789"/>
                      <a:pt x="78603" y="647266"/>
                    </a:cubicBezTo>
                    <a:cubicBezTo>
                      <a:pt x="82413" y="656791"/>
                      <a:pt x="117655" y="632979"/>
                      <a:pt x="138610" y="609166"/>
                    </a:cubicBezTo>
                    <a:cubicBezTo>
                      <a:pt x="159565" y="585354"/>
                      <a:pt x="158613" y="605356"/>
                      <a:pt x="177663" y="607261"/>
                    </a:cubicBezTo>
                    <a:cubicBezTo>
                      <a:pt x="197665" y="610118"/>
                      <a:pt x="219573" y="610118"/>
                      <a:pt x="229098" y="630121"/>
                    </a:cubicBezTo>
                    <a:cubicBezTo>
                      <a:pt x="238623" y="650124"/>
                      <a:pt x="249100" y="610118"/>
                      <a:pt x="254815" y="601546"/>
                    </a:cubicBezTo>
                    <a:cubicBezTo>
                      <a:pt x="261483" y="592974"/>
                      <a:pt x="306250" y="604404"/>
                      <a:pt x="313870" y="601546"/>
                    </a:cubicBezTo>
                    <a:cubicBezTo>
                      <a:pt x="321490" y="598689"/>
                      <a:pt x="328158" y="537729"/>
                      <a:pt x="327205" y="528204"/>
                    </a:cubicBezTo>
                    <a:cubicBezTo>
                      <a:pt x="326253" y="518679"/>
                      <a:pt x="345303" y="493914"/>
                      <a:pt x="361495" y="483436"/>
                    </a:cubicBezTo>
                    <a:cubicBezTo>
                      <a:pt x="376735" y="472006"/>
                      <a:pt x="402453" y="480579"/>
                      <a:pt x="414835" y="473911"/>
                    </a:cubicBezTo>
                    <a:cubicBezTo>
                      <a:pt x="428170" y="467243"/>
                      <a:pt x="447220" y="468196"/>
                      <a:pt x="466270" y="468196"/>
                    </a:cubicBezTo>
                    <a:cubicBezTo>
                      <a:pt x="484368" y="468196"/>
                      <a:pt x="497703" y="488198"/>
                      <a:pt x="508180" y="488198"/>
                    </a:cubicBezTo>
                    <a:cubicBezTo>
                      <a:pt x="518658" y="488198"/>
                      <a:pt x="531993" y="470101"/>
                      <a:pt x="529135" y="452956"/>
                    </a:cubicBezTo>
                    <a:cubicBezTo>
                      <a:pt x="526278" y="436764"/>
                      <a:pt x="540565" y="412951"/>
                      <a:pt x="534850" y="39104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88" name="Freeform: Shape 260">
                <a:extLst>
                  <a:ext uri="{FF2B5EF4-FFF2-40B4-BE49-F238E27FC236}">
                    <a16:creationId xmlns:a16="http://schemas.microsoft.com/office/drawing/2014/main" id="{E0214854-478C-C0F3-7DFF-A88CFA4953DE}"/>
                  </a:ext>
                </a:extLst>
              </p:cNvPr>
              <p:cNvSpPr/>
              <p:nvPr/>
            </p:nvSpPr>
            <p:spPr>
              <a:xfrm>
                <a:off x="3990945" y="4325231"/>
                <a:ext cx="282936" cy="453674"/>
              </a:xfrm>
              <a:custGeom>
                <a:avLst/>
                <a:gdLst>
                  <a:gd name="connsiteX0" fmla="*/ 558871 w 552450"/>
                  <a:gd name="connsiteY0" fmla="*/ 592144 h 885825"/>
                  <a:gd name="connsiteX1" fmla="*/ 528391 w 552450"/>
                  <a:gd name="connsiteY1" fmla="*/ 525469 h 885825"/>
                  <a:gd name="connsiteX2" fmla="*/ 485528 w 552450"/>
                  <a:gd name="connsiteY2" fmla="*/ 527375 h 885825"/>
                  <a:gd name="connsiteX3" fmla="*/ 475050 w 552450"/>
                  <a:gd name="connsiteY3" fmla="*/ 465462 h 885825"/>
                  <a:gd name="connsiteX4" fmla="*/ 455048 w 552450"/>
                  <a:gd name="connsiteY4" fmla="*/ 469272 h 885825"/>
                  <a:gd name="connsiteX5" fmla="*/ 408375 w 552450"/>
                  <a:gd name="connsiteY5" fmla="*/ 475940 h 885825"/>
                  <a:gd name="connsiteX6" fmla="*/ 384563 w 552450"/>
                  <a:gd name="connsiteY6" fmla="*/ 449269 h 885825"/>
                  <a:gd name="connsiteX7" fmla="*/ 362656 w 552450"/>
                  <a:gd name="connsiteY7" fmla="*/ 431172 h 885825"/>
                  <a:gd name="connsiteX8" fmla="*/ 344558 w 552450"/>
                  <a:gd name="connsiteY8" fmla="*/ 390215 h 885825"/>
                  <a:gd name="connsiteX9" fmla="*/ 333128 w 552450"/>
                  <a:gd name="connsiteY9" fmla="*/ 349257 h 885825"/>
                  <a:gd name="connsiteX10" fmla="*/ 339796 w 552450"/>
                  <a:gd name="connsiteY10" fmla="*/ 317825 h 885825"/>
                  <a:gd name="connsiteX11" fmla="*/ 359798 w 552450"/>
                  <a:gd name="connsiteY11" fmla="*/ 292107 h 885825"/>
                  <a:gd name="connsiteX12" fmla="*/ 374086 w 552450"/>
                  <a:gd name="connsiteY12" fmla="*/ 247340 h 885825"/>
                  <a:gd name="connsiteX13" fmla="*/ 413138 w 552450"/>
                  <a:gd name="connsiteY13" fmla="*/ 218765 h 885825"/>
                  <a:gd name="connsiteX14" fmla="*/ 466478 w 552450"/>
                  <a:gd name="connsiteY14" fmla="*/ 197810 h 885825"/>
                  <a:gd name="connsiteX15" fmla="*/ 502673 w 552450"/>
                  <a:gd name="connsiteY15" fmla="*/ 194952 h 885825"/>
                  <a:gd name="connsiteX16" fmla="*/ 476003 w 552450"/>
                  <a:gd name="connsiteY16" fmla="*/ 172092 h 885825"/>
                  <a:gd name="connsiteX17" fmla="*/ 498863 w 552450"/>
                  <a:gd name="connsiteY17" fmla="*/ 132087 h 885825"/>
                  <a:gd name="connsiteX18" fmla="*/ 466478 w 552450"/>
                  <a:gd name="connsiteY18" fmla="*/ 103512 h 885825"/>
                  <a:gd name="connsiteX19" fmla="*/ 436950 w 552450"/>
                  <a:gd name="connsiteY19" fmla="*/ 105417 h 885825"/>
                  <a:gd name="connsiteX20" fmla="*/ 411233 w 552450"/>
                  <a:gd name="connsiteY20" fmla="*/ 108275 h 885825"/>
                  <a:gd name="connsiteX21" fmla="*/ 360750 w 552450"/>
                  <a:gd name="connsiteY21" fmla="*/ 101607 h 885825"/>
                  <a:gd name="connsiteX22" fmla="*/ 343606 w 552450"/>
                  <a:gd name="connsiteY22" fmla="*/ 72080 h 885825"/>
                  <a:gd name="connsiteX23" fmla="*/ 315983 w 552450"/>
                  <a:gd name="connsiteY23" fmla="*/ 42552 h 885825"/>
                  <a:gd name="connsiteX24" fmla="*/ 290265 w 552450"/>
                  <a:gd name="connsiteY24" fmla="*/ 2547 h 885825"/>
                  <a:gd name="connsiteX25" fmla="*/ 252165 w 552450"/>
                  <a:gd name="connsiteY25" fmla="*/ 3500 h 885825"/>
                  <a:gd name="connsiteX26" fmla="*/ 262643 w 552450"/>
                  <a:gd name="connsiteY26" fmla="*/ 37790 h 885825"/>
                  <a:gd name="connsiteX27" fmla="*/ 237878 w 552450"/>
                  <a:gd name="connsiteY27" fmla="*/ 86367 h 885825"/>
                  <a:gd name="connsiteX28" fmla="*/ 151200 w 552450"/>
                  <a:gd name="connsiteY28" fmla="*/ 136850 h 885825"/>
                  <a:gd name="connsiteX29" fmla="*/ 111196 w 552450"/>
                  <a:gd name="connsiteY29" fmla="*/ 213050 h 885825"/>
                  <a:gd name="connsiteX30" fmla="*/ 79763 w 552450"/>
                  <a:gd name="connsiteY30" fmla="*/ 214955 h 885825"/>
                  <a:gd name="connsiteX31" fmla="*/ 46425 w 552450"/>
                  <a:gd name="connsiteY31" fmla="*/ 205430 h 885825"/>
                  <a:gd name="connsiteX32" fmla="*/ 46425 w 552450"/>
                  <a:gd name="connsiteY32" fmla="*/ 181617 h 885825"/>
                  <a:gd name="connsiteX33" fmla="*/ 37853 w 552450"/>
                  <a:gd name="connsiteY33" fmla="*/ 156852 h 885825"/>
                  <a:gd name="connsiteX34" fmla="*/ 1658 w 552450"/>
                  <a:gd name="connsiteY34" fmla="*/ 198762 h 885825"/>
                  <a:gd name="connsiteX35" fmla="*/ 17850 w 552450"/>
                  <a:gd name="connsiteY35" fmla="*/ 264485 h 885825"/>
                  <a:gd name="connsiteX36" fmla="*/ 4515 w 552450"/>
                  <a:gd name="connsiteY36" fmla="*/ 276867 h 885825"/>
                  <a:gd name="connsiteX37" fmla="*/ 40711 w 552450"/>
                  <a:gd name="connsiteY37" fmla="*/ 310205 h 885825"/>
                  <a:gd name="connsiteX38" fmla="*/ 66428 w 552450"/>
                  <a:gd name="connsiteY38" fmla="*/ 328302 h 885825"/>
                  <a:gd name="connsiteX39" fmla="*/ 85478 w 552450"/>
                  <a:gd name="connsiteY39" fmla="*/ 368307 h 885825"/>
                  <a:gd name="connsiteX40" fmla="*/ 95956 w 552450"/>
                  <a:gd name="connsiteY40" fmla="*/ 383547 h 885825"/>
                  <a:gd name="connsiteX41" fmla="*/ 121673 w 552450"/>
                  <a:gd name="connsiteY41" fmla="*/ 439744 h 885825"/>
                  <a:gd name="connsiteX42" fmla="*/ 179775 w 552450"/>
                  <a:gd name="connsiteY42" fmla="*/ 473082 h 885825"/>
                  <a:gd name="connsiteX43" fmla="*/ 199778 w 552450"/>
                  <a:gd name="connsiteY43" fmla="*/ 567380 h 885825"/>
                  <a:gd name="connsiteX44" fmla="*/ 242640 w 552450"/>
                  <a:gd name="connsiteY44" fmla="*/ 648342 h 885825"/>
                  <a:gd name="connsiteX45" fmla="*/ 238831 w 552450"/>
                  <a:gd name="connsiteY45" fmla="*/ 675012 h 885825"/>
                  <a:gd name="connsiteX46" fmla="*/ 286456 w 552450"/>
                  <a:gd name="connsiteY46" fmla="*/ 739782 h 885825"/>
                  <a:gd name="connsiteX47" fmla="*/ 308363 w 552450"/>
                  <a:gd name="connsiteY47" fmla="*/ 753117 h 885825"/>
                  <a:gd name="connsiteX48" fmla="*/ 435998 w 552450"/>
                  <a:gd name="connsiteY48" fmla="*/ 837890 h 885825"/>
                  <a:gd name="connsiteX49" fmla="*/ 489338 w 552450"/>
                  <a:gd name="connsiteY49" fmla="*/ 881705 h 885825"/>
                  <a:gd name="connsiteX50" fmla="*/ 492196 w 552450"/>
                  <a:gd name="connsiteY50" fmla="*/ 890277 h 885825"/>
                  <a:gd name="connsiteX51" fmla="*/ 501721 w 552450"/>
                  <a:gd name="connsiteY51" fmla="*/ 882657 h 885825"/>
                  <a:gd name="connsiteX52" fmla="*/ 519818 w 552450"/>
                  <a:gd name="connsiteY52" fmla="*/ 844557 h 885825"/>
                  <a:gd name="connsiteX53" fmla="*/ 521723 w 552450"/>
                  <a:gd name="connsiteY53" fmla="*/ 842652 h 885825"/>
                  <a:gd name="connsiteX54" fmla="*/ 525533 w 552450"/>
                  <a:gd name="connsiteY54" fmla="*/ 822650 h 885825"/>
                  <a:gd name="connsiteX55" fmla="*/ 549346 w 552450"/>
                  <a:gd name="connsiteY55" fmla="*/ 784550 h 885825"/>
                  <a:gd name="connsiteX56" fmla="*/ 532200 w 552450"/>
                  <a:gd name="connsiteY56" fmla="*/ 761690 h 885825"/>
                  <a:gd name="connsiteX57" fmla="*/ 542678 w 552450"/>
                  <a:gd name="connsiteY57" fmla="*/ 720732 h 885825"/>
                  <a:gd name="connsiteX58" fmla="*/ 553156 w 552450"/>
                  <a:gd name="connsiteY58" fmla="*/ 681680 h 885825"/>
                  <a:gd name="connsiteX59" fmla="*/ 549346 w 552450"/>
                  <a:gd name="connsiteY59" fmla="*/ 614052 h 885825"/>
                  <a:gd name="connsiteX60" fmla="*/ 558871 w 552450"/>
                  <a:gd name="connsiteY60" fmla="*/ 592144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52450" h="885825">
                    <a:moveTo>
                      <a:pt x="558871" y="592144"/>
                    </a:moveTo>
                    <a:cubicBezTo>
                      <a:pt x="555061" y="579762"/>
                      <a:pt x="536011" y="545472"/>
                      <a:pt x="528391" y="525469"/>
                    </a:cubicBezTo>
                    <a:cubicBezTo>
                      <a:pt x="514103" y="523565"/>
                      <a:pt x="496006" y="523565"/>
                      <a:pt x="485528" y="527375"/>
                    </a:cubicBezTo>
                    <a:cubicBezTo>
                      <a:pt x="471240" y="533090"/>
                      <a:pt x="475050" y="483560"/>
                      <a:pt x="475050" y="465462"/>
                    </a:cubicBezTo>
                    <a:cubicBezTo>
                      <a:pt x="475050" y="447365"/>
                      <a:pt x="460763" y="456890"/>
                      <a:pt x="455048" y="469272"/>
                    </a:cubicBezTo>
                    <a:cubicBezTo>
                      <a:pt x="449333" y="481655"/>
                      <a:pt x="429331" y="475940"/>
                      <a:pt x="408375" y="475940"/>
                    </a:cubicBezTo>
                    <a:cubicBezTo>
                      <a:pt x="387421" y="475940"/>
                      <a:pt x="397898" y="447365"/>
                      <a:pt x="384563" y="449269"/>
                    </a:cubicBezTo>
                    <a:cubicBezTo>
                      <a:pt x="371228" y="451175"/>
                      <a:pt x="360750" y="445460"/>
                      <a:pt x="362656" y="431172"/>
                    </a:cubicBezTo>
                    <a:cubicBezTo>
                      <a:pt x="363608" y="416885"/>
                      <a:pt x="353131" y="405455"/>
                      <a:pt x="344558" y="390215"/>
                    </a:cubicBezTo>
                    <a:cubicBezTo>
                      <a:pt x="335033" y="374975"/>
                      <a:pt x="324556" y="358782"/>
                      <a:pt x="333128" y="349257"/>
                    </a:cubicBezTo>
                    <a:cubicBezTo>
                      <a:pt x="340748" y="339732"/>
                      <a:pt x="328365" y="331160"/>
                      <a:pt x="339796" y="317825"/>
                    </a:cubicBezTo>
                    <a:cubicBezTo>
                      <a:pt x="351225" y="305442"/>
                      <a:pt x="363608" y="309252"/>
                      <a:pt x="359798" y="292107"/>
                    </a:cubicBezTo>
                    <a:cubicBezTo>
                      <a:pt x="355988" y="274962"/>
                      <a:pt x="373133" y="265437"/>
                      <a:pt x="374086" y="247340"/>
                    </a:cubicBezTo>
                    <a:cubicBezTo>
                      <a:pt x="375038" y="229242"/>
                      <a:pt x="395040" y="234957"/>
                      <a:pt x="413138" y="218765"/>
                    </a:cubicBezTo>
                    <a:cubicBezTo>
                      <a:pt x="431236" y="203525"/>
                      <a:pt x="451238" y="212097"/>
                      <a:pt x="466478" y="197810"/>
                    </a:cubicBezTo>
                    <a:cubicBezTo>
                      <a:pt x="480765" y="184475"/>
                      <a:pt x="491243" y="195905"/>
                      <a:pt x="502673" y="194952"/>
                    </a:cubicBezTo>
                    <a:cubicBezTo>
                      <a:pt x="496006" y="185427"/>
                      <a:pt x="479813" y="179712"/>
                      <a:pt x="476003" y="172092"/>
                    </a:cubicBezTo>
                    <a:cubicBezTo>
                      <a:pt x="471240" y="162567"/>
                      <a:pt x="493148" y="143517"/>
                      <a:pt x="498863" y="132087"/>
                    </a:cubicBezTo>
                    <a:cubicBezTo>
                      <a:pt x="504578" y="120657"/>
                      <a:pt x="474098" y="107322"/>
                      <a:pt x="466478" y="103512"/>
                    </a:cubicBezTo>
                    <a:cubicBezTo>
                      <a:pt x="458858" y="100655"/>
                      <a:pt x="444571" y="110180"/>
                      <a:pt x="436950" y="105417"/>
                    </a:cubicBezTo>
                    <a:cubicBezTo>
                      <a:pt x="429331" y="100655"/>
                      <a:pt x="416948" y="103512"/>
                      <a:pt x="411233" y="108275"/>
                    </a:cubicBezTo>
                    <a:cubicBezTo>
                      <a:pt x="405518" y="113037"/>
                      <a:pt x="358846" y="116847"/>
                      <a:pt x="360750" y="101607"/>
                    </a:cubicBezTo>
                    <a:cubicBezTo>
                      <a:pt x="362656" y="86367"/>
                      <a:pt x="342653" y="81605"/>
                      <a:pt x="343606" y="72080"/>
                    </a:cubicBezTo>
                    <a:cubicBezTo>
                      <a:pt x="345511" y="62555"/>
                      <a:pt x="333128" y="43505"/>
                      <a:pt x="315983" y="42552"/>
                    </a:cubicBezTo>
                    <a:cubicBezTo>
                      <a:pt x="298838" y="40647"/>
                      <a:pt x="301696" y="11119"/>
                      <a:pt x="290265" y="2547"/>
                    </a:cubicBezTo>
                    <a:cubicBezTo>
                      <a:pt x="283598" y="-2215"/>
                      <a:pt x="265500" y="642"/>
                      <a:pt x="252165" y="3500"/>
                    </a:cubicBezTo>
                    <a:cubicBezTo>
                      <a:pt x="266453" y="21597"/>
                      <a:pt x="272168" y="29217"/>
                      <a:pt x="262643" y="37790"/>
                    </a:cubicBezTo>
                    <a:cubicBezTo>
                      <a:pt x="249308" y="49219"/>
                      <a:pt x="262643" y="51125"/>
                      <a:pt x="237878" y="86367"/>
                    </a:cubicBezTo>
                    <a:cubicBezTo>
                      <a:pt x="213113" y="121610"/>
                      <a:pt x="171203" y="130182"/>
                      <a:pt x="151200" y="136850"/>
                    </a:cubicBezTo>
                    <a:cubicBezTo>
                      <a:pt x="131198" y="143517"/>
                      <a:pt x="122625" y="184475"/>
                      <a:pt x="111196" y="213050"/>
                    </a:cubicBezTo>
                    <a:cubicBezTo>
                      <a:pt x="99765" y="241625"/>
                      <a:pt x="91193" y="232100"/>
                      <a:pt x="79763" y="214955"/>
                    </a:cubicBezTo>
                    <a:cubicBezTo>
                      <a:pt x="68333" y="198762"/>
                      <a:pt x="59761" y="217812"/>
                      <a:pt x="46425" y="205430"/>
                    </a:cubicBezTo>
                    <a:cubicBezTo>
                      <a:pt x="33090" y="192094"/>
                      <a:pt x="38806" y="192094"/>
                      <a:pt x="46425" y="181617"/>
                    </a:cubicBezTo>
                    <a:cubicBezTo>
                      <a:pt x="50236" y="175902"/>
                      <a:pt x="46425" y="166377"/>
                      <a:pt x="37853" y="156852"/>
                    </a:cubicBezTo>
                    <a:cubicBezTo>
                      <a:pt x="23565" y="159710"/>
                      <a:pt x="8325" y="181617"/>
                      <a:pt x="1658" y="198762"/>
                    </a:cubicBezTo>
                    <a:cubicBezTo>
                      <a:pt x="-5962" y="216860"/>
                      <a:pt x="14993" y="252102"/>
                      <a:pt x="17850" y="264485"/>
                    </a:cubicBezTo>
                    <a:cubicBezTo>
                      <a:pt x="20708" y="276867"/>
                      <a:pt x="6421" y="265437"/>
                      <a:pt x="4515" y="276867"/>
                    </a:cubicBezTo>
                    <a:cubicBezTo>
                      <a:pt x="2611" y="286392"/>
                      <a:pt x="24518" y="298775"/>
                      <a:pt x="40711" y="310205"/>
                    </a:cubicBezTo>
                    <a:cubicBezTo>
                      <a:pt x="50236" y="313062"/>
                      <a:pt x="59761" y="318777"/>
                      <a:pt x="66428" y="328302"/>
                    </a:cubicBezTo>
                    <a:cubicBezTo>
                      <a:pt x="75953" y="340685"/>
                      <a:pt x="80715" y="354972"/>
                      <a:pt x="85478" y="368307"/>
                    </a:cubicBezTo>
                    <a:cubicBezTo>
                      <a:pt x="89288" y="374022"/>
                      <a:pt x="93098" y="379737"/>
                      <a:pt x="95956" y="383547"/>
                    </a:cubicBezTo>
                    <a:cubicBezTo>
                      <a:pt x="108338" y="397835"/>
                      <a:pt x="111196" y="411169"/>
                      <a:pt x="121673" y="439744"/>
                    </a:cubicBezTo>
                    <a:cubicBezTo>
                      <a:pt x="139771" y="452127"/>
                      <a:pt x="163583" y="454985"/>
                      <a:pt x="179775" y="473082"/>
                    </a:cubicBezTo>
                    <a:cubicBezTo>
                      <a:pt x="205493" y="503562"/>
                      <a:pt x="188348" y="534994"/>
                      <a:pt x="199778" y="567380"/>
                    </a:cubicBezTo>
                    <a:cubicBezTo>
                      <a:pt x="210256" y="597860"/>
                      <a:pt x="237878" y="613100"/>
                      <a:pt x="242640" y="648342"/>
                    </a:cubicBezTo>
                    <a:cubicBezTo>
                      <a:pt x="244546" y="658819"/>
                      <a:pt x="242640" y="667392"/>
                      <a:pt x="238831" y="675012"/>
                    </a:cubicBezTo>
                    <a:cubicBezTo>
                      <a:pt x="258833" y="693110"/>
                      <a:pt x="274073" y="715969"/>
                      <a:pt x="286456" y="739782"/>
                    </a:cubicBezTo>
                    <a:cubicBezTo>
                      <a:pt x="293123" y="744544"/>
                      <a:pt x="299790" y="748355"/>
                      <a:pt x="308363" y="753117"/>
                    </a:cubicBezTo>
                    <a:cubicBezTo>
                      <a:pt x="349321" y="775025"/>
                      <a:pt x="424568" y="817887"/>
                      <a:pt x="435998" y="837890"/>
                    </a:cubicBezTo>
                    <a:cubicBezTo>
                      <a:pt x="446475" y="857892"/>
                      <a:pt x="481718" y="876942"/>
                      <a:pt x="489338" y="881705"/>
                    </a:cubicBezTo>
                    <a:cubicBezTo>
                      <a:pt x="491243" y="882657"/>
                      <a:pt x="492196" y="886467"/>
                      <a:pt x="492196" y="890277"/>
                    </a:cubicBezTo>
                    <a:cubicBezTo>
                      <a:pt x="496006" y="886467"/>
                      <a:pt x="499815" y="883610"/>
                      <a:pt x="501721" y="882657"/>
                    </a:cubicBezTo>
                    <a:cubicBezTo>
                      <a:pt x="515056" y="875990"/>
                      <a:pt x="516008" y="851225"/>
                      <a:pt x="519818" y="844557"/>
                    </a:cubicBezTo>
                    <a:cubicBezTo>
                      <a:pt x="520771" y="843605"/>
                      <a:pt x="520771" y="843605"/>
                      <a:pt x="521723" y="842652"/>
                    </a:cubicBezTo>
                    <a:cubicBezTo>
                      <a:pt x="520771" y="834080"/>
                      <a:pt x="520771" y="826460"/>
                      <a:pt x="525533" y="822650"/>
                    </a:cubicBezTo>
                    <a:cubicBezTo>
                      <a:pt x="535058" y="816935"/>
                      <a:pt x="549346" y="794075"/>
                      <a:pt x="549346" y="784550"/>
                    </a:cubicBezTo>
                    <a:cubicBezTo>
                      <a:pt x="549346" y="775025"/>
                      <a:pt x="532200" y="775025"/>
                      <a:pt x="532200" y="761690"/>
                    </a:cubicBezTo>
                    <a:cubicBezTo>
                      <a:pt x="532200" y="749307"/>
                      <a:pt x="550298" y="727400"/>
                      <a:pt x="542678" y="720732"/>
                    </a:cubicBezTo>
                    <a:cubicBezTo>
                      <a:pt x="535058" y="714065"/>
                      <a:pt x="554108" y="692157"/>
                      <a:pt x="553156" y="681680"/>
                    </a:cubicBezTo>
                    <a:cubicBezTo>
                      <a:pt x="552203" y="670250"/>
                      <a:pt x="543631" y="619767"/>
                      <a:pt x="549346" y="614052"/>
                    </a:cubicBezTo>
                    <a:cubicBezTo>
                      <a:pt x="552203" y="612147"/>
                      <a:pt x="563633" y="608337"/>
                      <a:pt x="558871" y="592144"/>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591" name="Freeform: Shape 261">
                <a:extLst>
                  <a:ext uri="{FF2B5EF4-FFF2-40B4-BE49-F238E27FC236}">
                    <a16:creationId xmlns:a16="http://schemas.microsoft.com/office/drawing/2014/main" id="{65A191A5-B656-7C2D-1EE6-7C318A2B699E}"/>
                  </a:ext>
                </a:extLst>
              </p:cNvPr>
              <p:cNvSpPr/>
              <p:nvPr/>
            </p:nvSpPr>
            <p:spPr>
              <a:xfrm>
                <a:off x="4173156" y="4022135"/>
                <a:ext cx="307329" cy="282936"/>
              </a:xfrm>
              <a:custGeom>
                <a:avLst/>
                <a:gdLst>
                  <a:gd name="connsiteX0" fmla="*/ 540278 w 600075"/>
                  <a:gd name="connsiteY0" fmla="*/ 171450 h 552450"/>
                  <a:gd name="connsiteX1" fmla="*/ 535516 w 600075"/>
                  <a:gd name="connsiteY1" fmla="*/ 167640 h 552450"/>
                  <a:gd name="connsiteX2" fmla="*/ 525038 w 600075"/>
                  <a:gd name="connsiteY2" fmla="*/ 165735 h 552450"/>
                  <a:gd name="connsiteX3" fmla="*/ 525038 w 600075"/>
                  <a:gd name="connsiteY3" fmla="*/ 165735 h 552450"/>
                  <a:gd name="connsiteX4" fmla="*/ 496463 w 600075"/>
                  <a:gd name="connsiteY4" fmla="*/ 144780 h 552450"/>
                  <a:gd name="connsiteX5" fmla="*/ 495511 w 600075"/>
                  <a:gd name="connsiteY5" fmla="*/ 142875 h 552450"/>
                  <a:gd name="connsiteX6" fmla="*/ 485033 w 600075"/>
                  <a:gd name="connsiteY6" fmla="*/ 104775 h 552450"/>
                  <a:gd name="connsiteX7" fmla="*/ 488843 w 600075"/>
                  <a:gd name="connsiteY7" fmla="*/ 80010 h 552450"/>
                  <a:gd name="connsiteX8" fmla="*/ 492653 w 600075"/>
                  <a:gd name="connsiteY8" fmla="*/ 71438 h 552450"/>
                  <a:gd name="connsiteX9" fmla="*/ 457411 w 600075"/>
                  <a:gd name="connsiteY9" fmla="*/ 67628 h 552450"/>
                  <a:gd name="connsiteX10" fmla="*/ 371686 w 600075"/>
                  <a:gd name="connsiteY10" fmla="*/ 100013 h 552450"/>
                  <a:gd name="connsiteX11" fmla="*/ 336443 w 600075"/>
                  <a:gd name="connsiteY11" fmla="*/ 91440 h 552450"/>
                  <a:gd name="connsiteX12" fmla="*/ 306916 w 600075"/>
                  <a:gd name="connsiteY12" fmla="*/ 100965 h 552450"/>
                  <a:gd name="connsiteX13" fmla="*/ 293581 w 600075"/>
                  <a:gd name="connsiteY13" fmla="*/ 99060 h 552450"/>
                  <a:gd name="connsiteX14" fmla="*/ 258338 w 600075"/>
                  <a:gd name="connsiteY14" fmla="*/ 103823 h 552450"/>
                  <a:gd name="connsiteX15" fmla="*/ 229763 w 600075"/>
                  <a:gd name="connsiteY15" fmla="*/ 82868 h 552450"/>
                  <a:gd name="connsiteX16" fmla="*/ 218333 w 600075"/>
                  <a:gd name="connsiteY16" fmla="*/ 78105 h 552450"/>
                  <a:gd name="connsiteX17" fmla="*/ 182138 w 600075"/>
                  <a:gd name="connsiteY17" fmla="*/ 34290 h 552450"/>
                  <a:gd name="connsiteX18" fmla="*/ 180233 w 600075"/>
                  <a:gd name="connsiteY18" fmla="*/ 20003 h 552450"/>
                  <a:gd name="connsiteX19" fmla="*/ 160231 w 600075"/>
                  <a:gd name="connsiteY19" fmla="*/ 0 h 552450"/>
                  <a:gd name="connsiteX20" fmla="*/ 147848 w 600075"/>
                  <a:gd name="connsiteY20" fmla="*/ 30480 h 552450"/>
                  <a:gd name="connsiteX21" fmla="*/ 87841 w 600075"/>
                  <a:gd name="connsiteY21" fmla="*/ 67628 h 552450"/>
                  <a:gd name="connsiteX22" fmla="*/ 102128 w 600075"/>
                  <a:gd name="connsiteY22" fmla="*/ 137160 h 552450"/>
                  <a:gd name="connsiteX23" fmla="*/ 55456 w 600075"/>
                  <a:gd name="connsiteY23" fmla="*/ 120015 h 552450"/>
                  <a:gd name="connsiteX24" fmla="*/ 75458 w 600075"/>
                  <a:gd name="connsiteY24" fmla="*/ 57150 h 552450"/>
                  <a:gd name="connsiteX25" fmla="*/ 69743 w 600075"/>
                  <a:gd name="connsiteY25" fmla="*/ 23813 h 552450"/>
                  <a:gd name="connsiteX26" fmla="*/ 56408 w 600075"/>
                  <a:gd name="connsiteY26" fmla="*/ 33338 h 552450"/>
                  <a:gd name="connsiteX27" fmla="*/ 17356 w 600075"/>
                  <a:gd name="connsiteY27" fmla="*/ 87630 h 552450"/>
                  <a:gd name="connsiteX28" fmla="*/ 10688 w 600075"/>
                  <a:gd name="connsiteY28" fmla="*/ 122873 h 552450"/>
                  <a:gd name="connsiteX29" fmla="*/ 4021 w 600075"/>
                  <a:gd name="connsiteY29" fmla="*/ 144780 h 552450"/>
                  <a:gd name="connsiteX30" fmla="*/ 24976 w 600075"/>
                  <a:gd name="connsiteY30" fmla="*/ 155257 h 552450"/>
                  <a:gd name="connsiteX31" fmla="*/ 44026 w 600075"/>
                  <a:gd name="connsiteY31" fmla="*/ 186690 h 552450"/>
                  <a:gd name="connsiteX32" fmla="*/ 72601 w 600075"/>
                  <a:gd name="connsiteY32" fmla="*/ 249555 h 552450"/>
                  <a:gd name="connsiteX33" fmla="*/ 147848 w 600075"/>
                  <a:gd name="connsiteY33" fmla="*/ 257175 h 552450"/>
                  <a:gd name="connsiteX34" fmla="*/ 209761 w 600075"/>
                  <a:gd name="connsiteY34" fmla="*/ 286703 h 552450"/>
                  <a:gd name="connsiteX35" fmla="*/ 261196 w 600075"/>
                  <a:gd name="connsiteY35" fmla="*/ 301943 h 552450"/>
                  <a:gd name="connsiteX36" fmla="*/ 250718 w 600075"/>
                  <a:gd name="connsiteY36" fmla="*/ 389573 h 552450"/>
                  <a:gd name="connsiteX37" fmla="*/ 267863 w 600075"/>
                  <a:gd name="connsiteY37" fmla="*/ 426720 h 552450"/>
                  <a:gd name="connsiteX38" fmla="*/ 265958 w 600075"/>
                  <a:gd name="connsiteY38" fmla="*/ 462915 h 552450"/>
                  <a:gd name="connsiteX39" fmla="*/ 273578 w 600075"/>
                  <a:gd name="connsiteY39" fmla="*/ 487680 h 552450"/>
                  <a:gd name="connsiteX40" fmla="*/ 266911 w 600075"/>
                  <a:gd name="connsiteY40" fmla="*/ 491490 h 552450"/>
                  <a:gd name="connsiteX41" fmla="*/ 300248 w 600075"/>
                  <a:gd name="connsiteY41" fmla="*/ 540068 h 552450"/>
                  <a:gd name="connsiteX42" fmla="*/ 326918 w 600075"/>
                  <a:gd name="connsiteY42" fmla="*/ 551498 h 552450"/>
                  <a:gd name="connsiteX43" fmla="*/ 350731 w 600075"/>
                  <a:gd name="connsiteY43" fmla="*/ 546735 h 552450"/>
                  <a:gd name="connsiteX44" fmla="*/ 381211 w 600075"/>
                  <a:gd name="connsiteY44" fmla="*/ 529590 h 552450"/>
                  <a:gd name="connsiteX45" fmla="*/ 410738 w 600075"/>
                  <a:gd name="connsiteY45" fmla="*/ 513398 h 552450"/>
                  <a:gd name="connsiteX46" fmla="*/ 435503 w 600075"/>
                  <a:gd name="connsiteY46" fmla="*/ 487680 h 552450"/>
                  <a:gd name="connsiteX47" fmla="*/ 441218 w 600075"/>
                  <a:gd name="connsiteY47" fmla="*/ 467678 h 552450"/>
                  <a:gd name="connsiteX48" fmla="*/ 418358 w 600075"/>
                  <a:gd name="connsiteY48" fmla="*/ 461963 h 552450"/>
                  <a:gd name="connsiteX49" fmla="*/ 405976 w 600075"/>
                  <a:gd name="connsiteY49" fmla="*/ 431482 h 552450"/>
                  <a:gd name="connsiteX50" fmla="*/ 388831 w 600075"/>
                  <a:gd name="connsiteY50" fmla="*/ 395288 h 552450"/>
                  <a:gd name="connsiteX51" fmla="*/ 418358 w 600075"/>
                  <a:gd name="connsiteY51" fmla="*/ 389573 h 552450"/>
                  <a:gd name="connsiteX52" fmla="*/ 456458 w 600075"/>
                  <a:gd name="connsiteY52" fmla="*/ 403860 h 552450"/>
                  <a:gd name="connsiteX53" fmla="*/ 473603 w 600075"/>
                  <a:gd name="connsiteY53" fmla="*/ 404813 h 552450"/>
                  <a:gd name="connsiteX54" fmla="*/ 504083 w 600075"/>
                  <a:gd name="connsiteY54" fmla="*/ 385763 h 552450"/>
                  <a:gd name="connsiteX55" fmla="*/ 558376 w 600075"/>
                  <a:gd name="connsiteY55" fmla="*/ 362903 h 552450"/>
                  <a:gd name="connsiteX56" fmla="*/ 570758 w 600075"/>
                  <a:gd name="connsiteY56" fmla="*/ 345757 h 552450"/>
                  <a:gd name="connsiteX57" fmla="*/ 542183 w 600075"/>
                  <a:gd name="connsiteY57" fmla="*/ 307657 h 552450"/>
                  <a:gd name="connsiteX58" fmla="*/ 546946 w 600075"/>
                  <a:gd name="connsiteY58" fmla="*/ 281940 h 552450"/>
                  <a:gd name="connsiteX59" fmla="*/ 567901 w 600075"/>
                  <a:gd name="connsiteY59" fmla="*/ 260032 h 552450"/>
                  <a:gd name="connsiteX60" fmla="*/ 574568 w 600075"/>
                  <a:gd name="connsiteY60" fmla="*/ 234315 h 552450"/>
                  <a:gd name="connsiteX61" fmla="*/ 590761 w 600075"/>
                  <a:gd name="connsiteY61" fmla="*/ 201930 h 552450"/>
                  <a:gd name="connsiteX62" fmla="*/ 606953 w 600075"/>
                  <a:gd name="connsiteY62" fmla="*/ 179070 h 552450"/>
                  <a:gd name="connsiteX63" fmla="*/ 540278 w 600075"/>
                  <a:gd name="connsiteY63" fmla="*/ 171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0075" h="552450">
                    <a:moveTo>
                      <a:pt x="540278" y="171450"/>
                    </a:moveTo>
                    <a:cubicBezTo>
                      <a:pt x="535516" y="171450"/>
                      <a:pt x="534563" y="170498"/>
                      <a:pt x="535516" y="167640"/>
                    </a:cubicBezTo>
                    <a:cubicBezTo>
                      <a:pt x="531706" y="167640"/>
                      <a:pt x="527896" y="167640"/>
                      <a:pt x="525038" y="165735"/>
                    </a:cubicBezTo>
                    <a:lnTo>
                      <a:pt x="525038" y="165735"/>
                    </a:lnTo>
                    <a:cubicBezTo>
                      <a:pt x="512656" y="160973"/>
                      <a:pt x="503131" y="155257"/>
                      <a:pt x="496463" y="144780"/>
                    </a:cubicBezTo>
                    <a:cubicBezTo>
                      <a:pt x="496463" y="143828"/>
                      <a:pt x="495511" y="142875"/>
                      <a:pt x="495511" y="142875"/>
                    </a:cubicBezTo>
                    <a:cubicBezTo>
                      <a:pt x="488843" y="131445"/>
                      <a:pt x="485033" y="118110"/>
                      <a:pt x="485033" y="104775"/>
                    </a:cubicBezTo>
                    <a:cubicBezTo>
                      <a:pt x="471698" y="100013"/>
                      <a:pt x="474556" y="83820"/>
                      <a:pt x="488843" y="80010"/>
                    </a:cubicBezTo>
                    <a:cubicBezTo>
                      <a:pt x="489796" y="77153"/>
                      <a:pt x="490748" y="74295"/>
                      <a:pt x="492653" y="71438"/>
                    </a:cubicBezTo>
                    <a:cubicBezTo>
                      <a:pt x="484081" y="68580"/>
                      <a:pt x="469793" y="65723"/>
                      <a:pt x="457411" y="67628"/>
                    </a:cubicBezTo>
                    <a:cubicBezTo>
                      <a:pt x="430741" y="71438"/>
                      <a:pt x="393593" y="87630"/>
                      <a:pt x="371686" y="100013"/>
                    </a:cubicBezTo>
                    <a:cubicBezTo>
                      <a:pt x="362161" y="105728"/>
                      <a:pt x="349778" y="99060"/>
                      <a:pt x="336443" y="91440"/>
                    </a:cubicBezTo>
                    <a:cubicBezTo>
                      <a:pt x="328823" y="97155"/>
                      <a:pt x="319298" y="100965"/>
                      <a:pt x="306916" y="100965"/>
                    </a:cubicBezTo>
                    <a:cubicBezTo>
                      <a:pt x="302153" y="100965"/>
                      <a:pt x="297391" y="100013"/>
                      <a:pt x="293581" y="99060"/>
                    </a:cubicBezTo>
                    <a:cubicBezTo>
                      <a:pt x="283103" y="104775"/>
                      <a:pt x="270721" y="106680"/>
                      <a:pt x="258338" y="103823"/>
                    </a:cubicBezTo>
                    <a:cubicBezTo>
                      <a:pt x="246908" y="100965"/>
                      <a:pt x="236431" y="93345"/>
                      <a:pt x="229763" y="82868"/>
                    </a:cubicBezTo>
                    <a:cubicBezTo>
                      <a:pt x="225953" y="81915"/>
                      <a:pt x="221191" y="80963"/>
                      <a:pt x="218333" y="78105"/>
                    </a:cubicBezTo>
                    <a:cubicBezTo>
                      <a:pt x="200236" y="67628"/>
                      <a:pt x="189758" y="52388"/>
                      <a:pt x="182138" y="34290"/>
                    </a:cubicBezTo>
                    <a:cubicBezTo>
                      <a:pt x="180233" y="29528"/>
                      <a:pt x="179281" y="24765"/>
                      <a:pt x="180233" y="20003"/>
                    </a:cubicBezTo>
                    <a:cubicBezTo>
                      <a:pt x="173566" y="12382"/>
                      <a:pt x="171661" y="0"/>
                      <a:pt x="160231" y="0"/>
                    </a:cubicBezTo>
                    <a:cubicBezTo>
                      <a:pt x="141181" y="0"/>
                      <a:pt x="160231" y="24765"/>
                      <a:pt x="147848" y="30480"/>
                    </a:cubicBezTo>
                    <a:cubicBezTo>
                      <a:pt x="135466" y="37148"/>
                      <a:pt x="90698" y="48578"/>
                      <a:pt x="87841" y="67628"/>
                    </a:cubicBezTo>
                    <a:cubicBezTo>
                      <a:pt x="84983" y="86678"/>
                      <a:pt x="111653" y="118110"/>
                      <a:pt x="102128" y="137160"/>
                    </a:cubicBezTo>
                    <a:cubicBezTo>
                      <a:pt x="93556" y="156210"/>
                      <a:pt x="64028" y="140018"/>
                      <a:pt x="55456" y="120015"/>
                    </a:cubicBezTo>
                    <a:cubicBezTo>
                      <a:pt x="46883" y="100013"/>
                      <a:pt x="81173" y="69532"/>
                      <a:pt x="75458" y="57150"/>
                    </a:cubicBezTo>
                    <a:cubicBezTo>
                      <a:pt x="71648" y="49530"/>
                      <a:pt x="65933" y="34290"/>
                      <a:pt x="69743" y="23813"/>
                    </a:cubicBezTo>
                    <a:cubicBezTo>
                      <a:pt x="64028" y="25718"/>
                      <a:pt x="59266" y="28575"/>
                      <a:pt x="56408" y="33338"/>
                    </a:cubicBezTo>
                    <a:cubicBezTo>
                      <a:pt x="44026" y="52388"/>
                      <a:pt x="18308" y="68580"/>
                      <a:pt x="17356" y="87630"/>
                    </a:cubicBezTo>
                    <a:cubicBezTo>
                      <a:pt x="17356" y="106680"/>
                      <a:pt x="17356" y="114300"/>
                      <a:pt x="10688" y="122873"/>
                    </a:cubicBezTo>
                    <a:cubicBezTo>
                      <a:pt x="4021" y="132398"/>
                      <a:pt x="-5504" y="145732"/>
                      <a:pt x="4021" y="144780"/>
                    </a:cubicBezTo>
                    <a:cubicBezTo>
                      <a:pt x="13546" y="143828"/>
                      <a:pt x="24976" y="143828"/>
                      <a:pt x="24976" y="155257"/>
                    </a:cubicBezTo>
                    <a:cubicBezTo>
                      <a:pt x="24976" y="166688"/>
                      <a:pt x="45931" y="169545"/>
                      <a:pt x="44026" y="186690"/>
                    </a:cubicBezTo>
                    <a:cubicBezTo>
                      <a:pt x="42121" y="204788"/>
                      <a:pt x="34501" y="250507"/>
                      <a:pt x="72601" y="249555"/>
                    </a:cubicBezTo>
                    <a:cubicBezTo>
                      <a:pt x="110701" y="248603"/>
                      <a:pt x="132608" y="234315"/>
                      <a:pt x="147848" y="257175"/>
                    </a:cubicBezTo>
                    <a:cubicBezTo>
                      <a:pt x="164041" y="279082"/>
                      <a:pt x="184996" y="289560"/>
                      <a:pt x="209761" y="286703"/>
                    </a:cubicBezTo>
                    <a:cubicBezTo>
                      <a:pt x="234526" y="282893"/>
                      <a:pt x="274531" y="278130"/>
                      <a:pt x="261196" y="301943"/>
                    </a:cubicBezTo>
                    <a:cubicBezTo>
                      <a:pt x="247861" y="325755"/>
                      <a:pt x="239288" y="375285"/>
                      <a:pt x="250718" y="389573"/>
                    </a:cubicBezTo>
                    <a:cubicBezTo>
                      <a:pt x="262148" y="402907"/>
                      <a:pt x="277388" y="415290"/>
                      <a:pt x="267863" y="426720"/>
                    </a:cubicBezTo>
                    <a:cubicBezTo>
                      <a:pt x="258338" y="438150"/>
                      <a:pt x="254528" y="452438"/>
                      <a:pt x="265958" y="462915"/>
                    </a:cubicBezTo>
                    <a:cubicBezTo>
                      <a:pt x="278341" y="473393"/>
                      <a:pt x="274531" y="484823"/>
                      <a:pt x="273578" y="487680"/>
                    </a:cubicBezTo>
                    <a:cubicBezTo>
                      <a:pt x="273578" y="488632"/>
                      <a:pt x="270721" y="489585"/>
                      <a:pt x="266911" y="491490"/>
                    </a:cubicBezTo>
                    <a:cubicBezTo>
                      <a:pt x="284056" y="510540"/>
                      <a:pt x="290723" y="531495"/>
                      <a:pt x="300248" y="540068"/>
                    </a:cubicBezTo>
                    <a:cubicBezTo>
                      <a:pt x="313583" y="551498"/>
                      <a:pt x="317393" y="557213"/>
                      <a:pt x="326918" y="551498"/>
                    </a:cubicBezTo>
                    <a:cubicBezTo>
                      <a:pt x="336443" y="545782"/>
                      <a:pt x="343111" y="541973"/>
                      <a:pt x="350731" y="546735"/>
                    </a:cubicBezTo>
                    <a:cubicBezTo>
                      <a:pt x="358351" y="552450"/>
                      <a:pt x="369781" y="541020"/>
                      <a:pt x="381211" y="529590"/>
                    </a:cubicBezTo>
                    <a:cubicBezTo>
                      <a:pt x="393593" y="518160"/>
                      <a:pt x="405976" y="528638"/>
                      <a:pt x="410738" y="513398"/>
                    </a:cubicBezTo>
                    <a:cubicBezTo>
                      <a:pt x="414548" y="499110"/>
                      <a:pt x="421216" y="490538"/>
                      <a:pt x="435503" y="487680"/>
                    </a:cubicBezTo>
                    <a:cubicBezTo>
                      <a:pt x="449791" y="484823"/>
                      <a:pt x="449791" y="467678"/>
                      <a:pt x="441218" y="467678"/>
                    </a:cubicBezTo>
                    <a:cubicBezTo>
                      <a:pt x="431693" y="467678"/>
                      <a:pt x="418358" y="481013"/>
                      <a:pt x="418358" y="461963"/>
                    </a:cubicBezTo>
                    <a:cubicBezTo>
                      <a:pt x="418358" y="442913"/>
                      <a:pt x="405976" y="447675"/>
                      <a:pt x="405976" y="431482"/>
                    </a:cubicBezTo>
                    <a:cubicBezTo>
                      <a:pt x="405976" y="415290"/>
                      <a:pt x="405023" y="405765"/>
                      <a:pt x="388831" y="395288"/>
                    </a:cubicBezTo>
                    <a:cubicBezTo>
                      <a:pt x="372638" y="384810"/>
                      <a:pt x="409786" y="381000"/>
                      <a:pt x="418358" y="389573"/>
                    </a:cubicBezTo>
                    <a:cubicBezTo>
                      <a:pt x="425978" y="398145"/>
                      <a:pt x="454553" y="391478"/>
                      <a:pt x="456458" y="403860"/>
                    </a:cubicBezTo>
                    <a:cubicBezTo>
                      <a:pt x="459316" y="417195"/>
                      <a:pt x="473603" y="421005"/>
                      <a:pt x="473603" y="404813"/>
                    </a:cubicBezTo>
                    <a:cubicBezTo>
                      <a:pt x="473603" y="388620"/>
                      <a:pt x="490748" y="382905"/>
                      <a:pt x="504083" y="385763"/>
                    </a:cubicBezTo>
                    <a:cubicBezTo>
                      <a:pt x="517418" y="388620"/>
                      <a:pt x="546946" y="366713"/>
                      <a:pt x="558376" y="362903"/>
                    </a:cubicBezTo>
                    <a:cubicBezTo>
                      <a:pt x="565043" y="360998"/>
                      <a:pt x="566948" y="352425"/>
                      <a:pt x="570758" y="345757"/>
                    </a:cubicBezTo>
                    <a:cubicBezTo>
                      <a:pt x="562186" y="333375"/>
                      <a:pt x="547898" y="313373"/>
                      <a:pt x="542183" y="307657"/>
                    </a:cubicBezTo>
                    <a:cubicBezTo>
                      <a:pt x="532658" y="299085"/>
                      <a:pt x="548851" y="294323"/>
                      <a:pt x="546946" y="281940"/>
                    </a:cubicBezTo>
                    <a:cubicBezTo>
                      <a:pt x="545041" y="269557"/>
                      <a:pt x="546946" y="260985"/>
                      <a:pt x="567901" y="260032"/>
                    </a:cubicBezTo>
                    <a:cubicBezTo>
                      <a:pt x="588856" y="258128"/>
                      <a:pt x="585046" y="240982"/>
                      <a:pt x="574568" y="234315"/>
                    </a:cubicBezTo>
                    <a:cubicBezTo>
                      <a:pt x="563138" y="227648"/>
                      <a:pt x="579331" y="208598"/>
                      <a:pt x="590761" y="201930"/>
                    </a:cubicBezTo>
                    <a:cubicBezTo>
                      <a:pt x="595523" y="199073"/>
                      <a:pt x="601238" y="190500"/>
                      <a:pt x="606953" y="179070"/>
                    </a:cubicBezTo>
                    <a:cubicBezTo>
                      <a:pt x="583141" y="170498"/>
                      <a:pt x="553613" y="171450"/>
                      <a:pt x="540278" y="17145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597" name="Freeform: Shape 262">
                <a:extLst>
                  <a:ext uri="{FF2B5EF4-FFF2-40B4-BE49-F238E27FC236}">
                    <a16:creationId xmlns:a16="http://schemas.microsoft.com/office/drawing/2014/main" id="{5F092F29-5BE5-9D8E-782B-26C348F240B5}"/>
                  </a:ext>
                </a:extLst>
              </p:cNvPr>
              <p:cNvSpPr/>
              <p:nvPr/>
            </p:nvSpPr>
            <p:spPr>
              <a:xfrm>
                <a:off x="4523495" y="4169516"/>
                <a:ext cx="92686" cy="107321"/>
              </a:xfrm>
              <a:custGeom>
                <a:avLst/>
                <a:gdLst>
                  <a:gd name="connsiteX0" fmla="*/ 39103 w 180975"/>
                  <a:gd name="connsiteY0" fmla="*/ 40842 h 209550"/>
                  <a:gd name="connsiteX1" fmla="*/ 18148 w 180975"/>
                  <a:gd name="connsiteY1" fmla="*/ 62749 h 209550"/>
                  <a:gd name="connsiteX2" fmla="*/ 1003 w 180975"/>
                  <a:gd name="connsiteY2" fmla="*/ 103707 h 209550"/>
                  <a:gd name="connsiteX3" fmla="*/ 37198 w 180975"/>
                  <a:gd name="connsiteY3" fmla="*/ 153237 h 209550"/>
                  <a:gd name="connsiteX4" fmla="*/ 62916 w 180975"/>
                  <a:gd name="connsiteY4" fmla="*/ 206577 h 209550"/>
                  <a:gd name="connsiteX5" fmla="*/ 84823 w 180975"/>
                  <a:gd name="connsiteY5" fmla="*/ 208482 h 209550"/>
                  <a:gd name="connsiteX6" fmla="*/ 102921 w 180975"/>
                  <a:gd name="connsiteY6" fmla="*/ 178002 h 209550"/>
                  <a:gd name="connsiteX7" fmla="*/ 152450 w 180975"/>
                  <a:gd name="connsiteY7" fmla="*/ 179907 h 209550"/>
                  <a:gd name="connsiteX8" fmla="*/ 157213 w 180975"/>
                  <a:gd name="connsiteY8" fmla="*/ 185622 h 209550"/>
                  <a:gd name="connsiteX9" fmla="*/ 170548 w 180975"/>
                  <a:gd name="connsiteY9" fmla="*/ 163715 h 209550"/>
                  <a:gd name="connsiteX10" fmla="*/ 165786 w 180975"/>
                  <a:gd name="connsiteY10" fmla="*/ 99897 h 209550"/>
                  <a:gd name="connsiteX11" fmla="*/ 173406 w 180975"/>
                  <a:gd name="connsiteY11" fmla="*/ 43699 h 209550"/>
                  <a:gd name="connsiteX12" fmla="*/ 181978 w 180975"/>
                  <a:gd name="connsiteY12" fmla="*/ 18935 h 209550"/>
                  <a:gd name="connsiteX13" fmla="*/ 138163 w 180975"/>
                  <a:gd name="connsiteY13" fmla="*/ 8457 h 209550"/>
                  <a:gd name="connsiteX14" fmla="*/ 81013 w 180975"/>
                  <a:gd name="connsiteY14" fmla="*/ 9410 h 209550"/>
                  <a:gd name="connsiteX15" fmla="*/ 47675 w 180975"/>
                  <a:gd name="connsiteY15" fmla="*/ 8457 h 209550"/>
                  <a:gd name="connsiteX16" fmla="*/ 42913 w 180975"/>
                  <a:gd name="connsiteY16" fmla="*/ 9410 h 209550"/>
                  <a:gd name="connsiteX17" fmla="*/ 39103 w 180975"/>
                  <a:gd name="connsiteY17" fmla="*/ 40842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975" h="209550">
                    <a:moveTo>
                      <a:pt x="39103" y="40842"/>
                    </a:moveTo>
                    <a:cubicBezTo>
                      <a:pt x="45771" y="54177"/>
                      <a:pt x="31483" y="61797"/>
                      <a:pt x="18148" y="62749"/>
                    </a:cubicBezTo>
                    <a:cubicBezTo>
                      <a:pt x="5766" y="64654"/>
                      <a:pt x="8623" y="95135"/>
                      <a:pt x="1003" y="103707"/>
                    </a:cubicBezTo>
                    <a:cubicBezTo>
                      <a:pt x="-6617" y="112279"/>
                      <a:pt x="31483" y="134187"/>
                      <a:pt x="37198" y="153237"/>
                    </a:cubicBezTo>
                    <a:cubicBezTo>
                      <a:pt x="41008" y="164667"/>
                      <a:pt x="53391" y="188479"/>
                      <a:pt x="62916" y="206577"/>
                    </a:cubicBezTo>
                    <a:cubicBezTo>
                      <a:pt x="71488" y="209435"/>
                      <a:pt x="80061" y="211340"/>
                      <a:pt x="84823" y="208482"/>
                    </a:cubicBezTo>
                    <a:cubicBezTo>
                      <a:pt x="97206" y="200862"/>
                      <a:pt x="85775" y="177049"/>
                      <a:pt x="102921" y="178002"/>
                    </a:cubicBezTo>
                    <a:cubicBezTo>
                      <a:pt x="120066" y="179907"/>
                      <a:pt x="145783" y="167524"/>
                      <a:pt x="152450" y="179907"/>
                    </a:cubicBezTo>
                    <a:cubicBezTo>
                      <a:pt x="153403" y="181812"/>
                      <a:pt x="155308" y="183717"/>
                      <a:pt x="157213" y="185622"/>
                    </a:cubicBezTo>
                    <a:cubicBezTo>
                      <a:pt x="162928" y="177049"/>
                      <a:pt x="168643" y="166572"/>
                      <a:pt x="170548" y="163715"/>
                    </a:cubicBezTo>
                    <a:cubicBezTo>
                      <a:pt x="173406" y="157047"/>
                      <a:pt x="173406" y="120852"/>
                      <a:pt x="165786" y="99897"/>
                    </a:cubicBezTo>
                    <a:cubicBezTo>
                      <a:pt x="158166" y="78942"/>
                      <a:pt x="163881" y="52272"/>
                      <a:pt x="173406" y="43699"/>
                    </a:cubicBezTo>
                    <a:cubicBezTo>
                      <a:pt x="175311" y="41795"/>
                      <a:pt x="178168" y="32270"/>
                      <a:pt x="181978" y="18935"/>
                    </a:cubicBezTo>
                    <a:cubicBezTo>
                      <a:pt x="165786" y="12267"/>
                      <a:pt x="151498" y="6552"/>
                      <a:pt x="138163" y="8457"/>
                    </a:cubicBezTo>
                    <a:cubicBezTo>
                      <a:pt x="114350" y="11315"/>
                      <a:pt x="90538" y="23697"/>
                      <a:pt x="81013" y="9410"/>
                    </a:cubicBezTo>
                    <a:cubicBezTo>
                      <a:pt x="72441" y="-3926"/>
                      <a:pt x="59106" y="-2021"/>
                      <a:pt x="47675" y="8457"/>
                    </a:cubicBezTo>
                    <a:cubicBezTo>
                      <a:pt x="46723" y="9410"/>
                      <a:pt x="44818" y="10362"/>
                      <a:pt x="42913" y="9410"/>
                    </a:cubicBezTo>
                    <a:cubicBezTo>
                      <a:pt x="40056" y="22745"/>
                      <a:pt x="36246" y="34174"/>
                      <a:pt x="39103" y="40842"/>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15" name="Freeform: Shape 263">
                <a:extLst>
                  <a:ext uri="{FF2B5EF4-FFF2-40B4-BE49-F238E27FC236}">
                    <a16:creationId xmlns:a16="http://schemas.microsoft.com/office/drawing/2014/main" id="{72E47869-2F1C-4660-EDEC-90539B4F8AD3}"/>
                  </a:ext>
                </a:extLst>
              </p:cNvPr>
              <p:cNvSpPr/>
              <p:nvPr/>
            </p:nvSpPr>
            <p:spPr>
              <a:xfrm>
                <a:off x="4447823" y="4113845"/>
                <a:ext cx="107321" cy="175615"/>
              </a:xfrm>
              <a:custGeom>
                <a:avLst/>
                <a:gdLst>
                  <a:gd name="connsiteX0" fmla="*/ 51602 w 209550"/>
                  <a:gd name="connsiteY0" fmla="*/ 22860 h 342900"/>
                  <a:gd name="connsiteX1" fmla="*/ 35409 w 209550"/>
                  <a:gd name="connsiteY1" fmla="*/ 55245 h 342900"/>
                  <a:gd name="connsiteX2" fmla="*/ 28742 w 209550"/>
                  <a:gd name="connsiteY2" fmla="*/ 80963 h 342900"/>
                  <a:gd name="connsiteX3" fmla="*/ 7786 w 209550"/>
                  <a:gd name="connsiteY3" fmla="*/ 102870 h 342900"/>
                  <a:gd name="connsiteX4" fmla="*/ 3024 w 209550"/>
                  <a:gd name="connsiteY4" fmla="*/ 128588 h 342900"/>
                  <a:gd name="connsiteX5" fmla="*/ 31599 w 209550"/>
                  <a:gd name="connsiteY5" fmla="*/ 166688 h 342900"/>
                  <a:gd name="connsiteX6" fmla="*/ 47792 w 209550"/>
                  <a:gd name="connsiteY6" fmla="*/ 156210 h 342900"/>
                  <a:gd name="connsiteX7" fmla="*/ 65889 w 209550"/>
                  <a:gd name="connsiteY7" fmla="*/ 196215 h 342900"/>
                  <a:gd name="connsiteX8" fmla="*/ 69699 w 209550"/>
                  <a:gd name="connsiteY8" fmla="*/ 236220 h 342900"/>
                  <a:gd name="connsiteX9" fmla="*/ 79224 w 209550"/>
                  <a:gd name="connsiteY9" fmla="*/ 320993 h 342900"/>
                  <a:gd name="connsiteX10" fmla="*/ 126849 w 209550"/>
                  <a:gd name="connsiteY10" fmla="*/ 338138 h 342900"/>
                  <a:gd name="connsiteX11" fmla="*/ 156377 w 209550"/>
                  <a:gd name="connsiteY11" fmla="*/ 326708 h 342900"/>
                  <a:gd name="connsiteX12" fmla="*/ 179237 w 209550"/>
                  <a:gd name="connsiteY12" fmla="*/ 315278 h 342900"/>
                  <a:gd name="connsiteX13" fmla="*/ 209716 w 209550"/>
                  <a:gd name="connsiteY13" fmla="*/ 315278 h 342900"/>
                  <a:gd name="connsiteX14" fmla="*/ 183999 w 209550"/>
                  <a:gd name="connsiteY14" fmla="*/ 261938 h 342900"/>
                  <a:gd name="connsiteX15" fmla="*/ 147804 w 209550"/>
                  <a:gd name="connsiteY15" fmla="*/ 212408 h 342900"/>
                  <a:gd name="connsiteX16" fmla="*/ 164949 w 209550"/>
                  <a:gd name="connsiteY16" fmla="*/ 171450 h 342900"/>
                  <a:gd name="connsiteX17" fmla="*/ 185904 w 209550"/>
                  <a:gd name="connsiteY17" fmla="*/ 149543 h 342900"/>
                  <a:gd name="connsiteX18" fmla="*/ 190666 w 209550"/>
                  <a:gd name="connsiteY18" fmla="*/ 119063 h 342900"/>
                  <a:gd name="connsiteX19" fmla="*/ 149709 w 209550"/>
                  <a:gd name="connsiteY19" fmla="*/ 80010 h 342900"/>
                  <a:gd name="connsiteX20" fmla="*/ 126849 w 209550"/>
                  <a:gd name="connsiteY20" fmla="*/ 51435 h 342900"/>
                  <a:gd name="connsiteX21" fmla="*/ 83034 w 209550"/>
                  <a:gd name="connsiteY21" fmla="*/ 11430 h 342900"/>
                  <a:gd name="connsiteX22" fmla="*/ 66842 w 209550"/>
                  <a:gd name="connsiteY22" fmla="*/ 0 h 342900"/>
                  <a:gd name="connsiteX23" fmla="*/ 51602 w 209550"/>
                  <a:gd name="connsiteY23" fmla="*/ 2286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9550" h="342900">
                    <a:moveTo>
                      <a:pt x="51602" y="22860"/>
                    </a:moveTo>
                    <a:cubicBezTo>
                      <a:pt x="40171" y="29528"/>
                      <a:pt x="24932" y="48578"/>
                      <a:pt x="35409" y="55245"/>
                    </a:cubicBezTo>
                    <a:cubicBezTo>
                      <a:pt x="46839" y="61913"/>
                      <a:pt x="49696" y="79058"/>
                      <a:pt x="28742" y="80963"/>
                    </a:cubicBezTo>
                    <a:cubicBezTo>
                      <a:pt x="7786" y="82868"/>
                      <a:pt x="6834" y="91440"/>
                      <a:pt x="7786" y="102870"/>
                    </a:cubicBezTo>
                    <a:cubicBezTo>
                      <a:pt x="9692" y="115253"/>
                      <a:pt x="-6501" y="120015"/>
                      <a:pt x="3024" y="128588"/>
                    </a:cubicBezTo>
                    <a:cubicBezTo>
                      <a:pt x="9692" y="134303"/>
                      <a:pt x="23027" y="154305"/>
                      <a:pt x="31599" y="166688"/>
                    </a:cubicBezTo>
                    <a:cubicBezTo>
                      <a:pt x="34457" y="160020"/>
                      <a:pt x="38267" y="155258"/>
                      <a:pt x="47792" y="156210"/>
                    </a:cubicBezTo>
                    <a:cubicBezTo>
                      <a:pt x="65889" y="159068"/>
                      <a:pt x="51602" y="189548"/>
                      <a:pt x="65889" y="196215"/>
                    </a:cubicBezTo>
                    <a:cubicBezTo>
                      <a:pt x="80177" y="203835"/>
                      <a:pt x="80177" y="227648"/>
                      <a:pt x="69699" y="236220"/>
                    </a:cubicBezTo>
                    <a:cubicBezTo>
                      <a:pt x="59221" y="244793"/>
                      <a:pt x="55411" y="292418"/>
                      <a:pt x="79224" y="320993"/>
                    </a:cubicBezTo>
                    <a:cubicBezTo>
                      <a:pt x="103036" y="349568"/>
                      <a:pt x="122086" y="345758"/>
                      <a:pt x="126849" y="338138"/>
                    </a:cubicBezTo>
                    <a:cubicBezTo>
                      <a:pt x="132564" y="330518"/>
                      <a:pt x="150662" y="338138"/>
                      <a:pt x="156377" y="326708"/>
                    </a:cubicBezTo>
                    <a:cubicBezTo>
                      <a:pt x="162091" y="315278"/>
                      <a:pt x="168759" y="328613"/>
                      <a:pt x="179237" y="315278"/>
                    </a:cubicBezTo>
                    <a:cubicBezTo>
                      <a:pt x="184952" y="307658"/>
                      <a:pt x="198287" y="311468"/>
                      <a:pt x="209716" y="315278"/>
                    </a:cubicBezTo>
                    <a:cubicBezTo>
                      <a:pt x="200191" y="297180"/>
                      <a:pt x="187809" y="272415"/>
                      <a:pt x="183999" y="261938"/>
                    </a:cubicBezTo>
                    <a:cubicBezTo>
                      <a:pt x="177332" y="242888"/>
                      <a:pt x="139232" y="220980"/>
                      <a:pt x="147804" y="212408"/>
                    </a:cubicBezTo>
                    <a:cubicBezTo>
                      <a:pt x="155424" y="203835"/>
                      <a:pt x="152566" y="173355"/>
                      <a:pt x="164949" y="171450"/>
                    </a:cubicBezTo>
                    <a:cubicBezTo>
                      <a:pt x="177332" y="169545"/>
                      <a:pt x="191619" y="162878"/>
                      <a:pt x="185904" y="149543"/>
                    </a:cubicBezTo>
                    <a:cubicBezTo>
                      <a:pt x="183046" y="142875"/>
                      <a:pt x="186857" y="131445"/>
                      <a:pt x="190666" y="119063"/>
                    </a:cubicBezTo>
                    <a:cubicBezTo>
                      <a:pt x="178284" y="118110"/>
                      <a:pt x="160187" y="80010"/>
                      <a:pt x="149709" y="80010"/>
                    </a:cubicBezTo>
                    <a:cubicBezTo>
                      <a:pt x="138279" y="80010"/>
                      <a:pt x="123992" y="69533"/>
                      <a:pt x="126849" y="51435"/>
                    </a:cubicBezTo>
                    <a:cubicBezTo>
                      <a:pt x="129707" y="33338"/>
                      <a:pt x="99227" y="31433"/>
                      <a:pt x="83034" y="11430"/>
                    </a:cubicBezTo>
                    <a:cubicBezTo>
                      <a:pt x="79224" y="6668"/>
                      <a:pt x="73509" y="2858"/>
                      <a:pt x="66842" y="0"/>
                    </a:cubicBezTo>
                    <a:cubicBezTo>
                      <a:pt x="63032" y="11430"/>
                      <a:pt x="56364" y="20003"/>
                      <a:pt x="51602" y="2286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16" name="Freeform: Shape 264">
                <a:extLst>
                  <a:ext uri="{FF2B5EF4-FFF2-40B4-BE49-F238E27FC236}">
                    <a16:creationId xmlns:a16="http://schemas.microsoft.com/office/drawing/2014/main" id="{70FC59AF-D729-A55F-B63E-60242BD03EE9}"/>
                  </a:ext>
                </a:extLst>
              </p:cNvPr>
              <p:cNvSpPr/>
              <p:nvPr/>
            </p:nvSpPr>
            <p:spPr>
              <a:xfrm>
                <a:off x="4604498" y="4179702"/>
                <a:ext cx="63417" cy="87809"/>
              </a:xfrm>
              <a:custGeom>
                <a:avLst/>
                <a:gdLst>
                  <a:gd name="connsiteX0" fmla="*/ 116205 w 123825"/>
                  <a:gd name="connsiteY0" fmla="*/ 85725 h 171450"/>
                  <a:gd name="connsiteX1" fmla="*/ 92393 w 123825"/>
                  <a:gd name="connsiteY1" fmla="*/ 56198 h 171450"/>
                  <a:gd name="connsiteX2" fmla="*/ 82868 w 123825"/>
                  <a:gd name="connsiteY2" fmla="*/ 47625 h 171450"/>
                  <a:gd name="connsiteX3" fmla="*/ 80963 w 123825"/>
                  <a:gd name="connsiteY3" fmla="*/ 45720 h 171450"/>
                  <a:gd name="connsiteX4" fmla="*/ 80010 w 123825"/>
                  <a:gd name="connsiteY4" fmla="*/ 44768 h 171450"/>
                  <a:gd name="connsiteX5" fmla="*/ 79057 w 123825"/>
                  <a:gd name="connsiteY5" fmla="*/ 43815 h 171450"/>
                  <a:gd name="connsiteX6" fmla="*/ 65722 w 123825"/>
                  <a:gd name="connsiteY6" fmla="*/ 36195 h 171450"/>
                  <a:gd name="connsiteX7" fmla="*/ 26670 w 123825"/>
                  <a:gd name="connsiteY7" fmla="*/ 1905 h 171450"/>
                  <a:gd name="connsiteX8" fmla="*/ 25718 w 123825"/>
                  <a:gd name="connsiteY8" fmla="*/ 0 h 171450"/>
                  <a:gd name="connsiteX9" fmla="*/ 24765 w 123825"/>
                  <a:gd name="connsiteY9" fmla="*/ 0 h 171450"/>
                  <a:gd name="connsiteX10" fmla="*/ 16193 w 123825"/>
                  <a:gd name="connsiteY10" fmla="*/ 24765 h 171450"/>
                  <a:gd name="connsiteX11" fmla="*/ 8572 w 123825"/>
                  <a:gd name="connsiteY11" fmla="*/ 80963 h 171450"/>
                  <a:gd name="connsiteX12" fmla="*/ 13335 w 123825"/>
                  <a:gd name="connsiteY12" fmla="*/ 144780 h 171450"/>
                  <a:gd name="connsiteX13" fmla="*/ 0 w 123825"/>
                  <a:gd name="connsiteY13" fmla="*/ 166688 h 171450"/>
                  <a:gd name="connsiteX14" fmla="*/ 39052 w 123825"/>
                  <a:gd name="connsiteY14" fmla="*/ 175260 h 171450"/>
                  <a:gd name="connsiteX15" fmla="*/ 85725 w 123825"/>
                  <a:gd name="connsiteY15" fmla="*/ 153353 h 171450"/>
                  <a:gd name="connsiteX16" fmla="*/ 123825 w 123825"/>
                  <a:gd name="connsiteY16" fmla="*/ 93345 h 171450"/>
                  <a:gd name="connsiteX17" fmla="*/ 116205 w 123825"/>
                  <a:gd name="connsiteY17"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3825" h="171450">
                    <a:moveTo>
                      <a:pt x="116205" y="85725"/>
                    </a:moveTo>
                    <a:cubicBezTo>
                      <a:pt x="101918" y="78105"/>
                      <a:pt x="94297" y="67628"/>
                      <a:pt x="92393" y="56198"/>
                    </a:cubicBezTo>
                    <a:cubicBezTo>
                      <a:pt x="88582" y="53340"/>
                      <a:pt x="85725" y="51435"/>
                      <a:pt x="82868" y="47625"/>
                    </a:cubicBezTo>
                    <a:cubicBezTo>
                      <a:pt x="82868" y="47625"/>
                      <a:pt x="82868" y="47625"/>
                      <a:pt x="80963" y="45720"/>
                    </a:cubicBezTo>
                    <a:cubicBezTo>
                      <a:pt x="80963" y="45720"/>
                      <a:pt x="80010" y="44768"/>
                      <a:pt x="80010" y="44768"/>
                    </a:cubicBezTo>
                    <a:cubicBezTo>
                      <a:pt x="80010" y="44768"/>
                      <a:pt x="79057" y="44768"/>
                      <a:pt x="79057" y="43815"/>
                    </a:cubicBezTo>
                    <a:cubicBezTo>
                      <a:pt x="74295" y="40958"/>
                      <a:pt x="69532" y="39053"/>
                      <a:pt x="65722" y="36195"/>
                    </a:cubicBezTo>
                    <a:cubicBezTo>
                      <a:pt x="49530" y="27623"/>
                      <a:pt x="38100" y="16193"/>
                      <a:pt x="26670" y="1905"/>
                    </a:cubicBezTo>
                    <a:cubicBezTo>
                      <a:pt x="25718" y="953"/>
                      <a:pt x="25718" y="953"/>
                      <a:pt x="25718" y="0"/>
                    </a:cubicBezTo>
                    <a:cubicBezTo>
                      <a:pt x="25718" y="0"/>
                      <a:pt x="24765" y="0"/>
                      <a:pt x="24765" y="0"/>
                    </a:cubicBezTo>
                    <a:cubicBezTo>
                      <a:pt x="20955" y="13335"/>
                      <a:pt x="18097" y="22860"/>
                      <a:pt x="16193" y="24765"/>
                    </a:cubicBezTo>
                    <a:cubicBezTo>
                      <a:pt x="6668" y="33338"/>
                      <a:pt x="0" y="60960"/>
                      <a:pt x="8572" y="80963"/>
                    </a:cubicBezTo>
                    <a:cubicBezTo>
                      <a:pt x="16193" y="101918"/>
                      <a:pt x="16193" y="137160"/>
                      <a:pt x="13335" y="144780"/>
                    </a:cubicBezTo>
                    <a:cubicBezTo>
                      <a:pt x="11430" y="148590"/>
                      <a:pt x="5715" y="158115"/>
                      <a:pt x="0" y="166688"/>
                    </a:cubicBezTo>
                    <a:cubicBezTo>
                      <a:pt x="7620" y="175260"/>
                      <a:pt x="19050" y="181928"/>
                      <a:pt x="39052" y="175260"/>
                    </a:cubicBezTo>
                    <a:cubicBezTo>
                      <a:pt x="63818" y="166688"/>
                      <a:pt x="76200" y="183833"/>
                      <a:pt x="85725" y="153353"/>
                    </a:cubicBezTo>
                    <a:cubicBezTo>
                      <a:pt x="91440" y="135255"/>
                      <a:pt x="107632" y="112395"/>
                      <a:pt x="123825" y="93345"/>
                    </a:cubicBezTo>
                    <a:cubicBezTo>
                      <a:pt x="121920" y="90488"/>
                      <a:pt x="120015" y="87630"/>
                      <a:pt x="116205" y="8572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17" name="Freeform: Shape 265">
                <a:extLst>
                  <a:ext uri="{FF2B5EF4-FFF2-40B4-BE49-F238E27FC236}">
                    <a16:creationId xmlns:a16="http://schemas.microsoft.com/office/drawing/2014/main" id="{B6D6AACA-44D6-53DD-4EED-349126FFEF7A}"/>
                  </a:ext>
                </a:extLst>
              </p:cNvPr>
              <p:cNvSpPr/>
              <p:nvPr/>
            </p:nvSpPr>
            <p:spPr>
              <a:xfrm>
                <a:off x="3917377" y="3741074"/>
                <a:ext cx="229277" cy="78052"/>
              </a:xfrm>
              <a:custGeom>
                <a:avLst/>
                <a:gdLst>
                  <a:gd name="connsiteX0" fmla="*/ 371049 w 447675"/>
                  <a:gd name="connsiteY0" fmla="*/ 97300 h 152400"/>
                  <a:gd name="connsiteX1" fmla="*/ 157689 w 447675"/>
                  <a:gd name="connsiteY1" fmla="*/ 3956 h 152400"/>
                  <a:gd name="connsiteX2" fmla="*/ 526 w 447675"/>
                  <a:gd name="connsiteY2" fmla="*/ 63010 h 152400"/>
                  <a:gd name="connsiteX3" fmla="*/ 76726 w 447675"/>
                  <a:gd name="connsiteY3" fmla="*/ 24910 h 152400"/>
                  <a:gd name="connsiteX4" fmla="*/ 119589 w 447675"/>
                  <a:gd name="connsiteY4" fmla="*/ 43960 h 152400"/>
                  <a:gd name="connsiteX5" fmla="*/ 193884 w 447675"/>
                  <a:gd name="connsiteY5" fmla="*/ 63010 h 152400"/>
                  <a:gd name="connsiteX6" fmla="*/ 288182 w 447675"/>
                  <a:gd name="connsiteY6" fmla="*/ 116350 h 152400"/>
                  <a:gd name="connsiteX7" fmla="*/ 310089 w 447675"/>
                  <a:gd name="connsiteY7" fmla="*/ 154450 h 152400"/>
                  <a:gd name="connsiteX8" fmla="*/ 452964 w 447675"/>
                  <a:gd name="connsiteY8" fmla="*/ 150641 h 152400"/>
                  <a:gd name="connsiteX9" fmla="*/ 371049 w 447675"/>
                  <a:gd name="connsiteY9" fmla="*/ 973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675" h="152400">
                    <a:moveTo>
                      <a:pt x="371049" y="97300"/>
                    </a:moveTo>
                    <a:cubicBezTo>
                      <a:pt x="341522" y="97300"/>
                      <a:pt x="245319" y="24910"/>
                      <a:pt x="157689" y="3956"/>
                    </a:cubicBezTo>
                    <a:cubicBezTo>
                      <a:pt x="69107" y="-17000"/>
                      <a:pt x="-7093" y="51581"/>
                      <a:pt x="526" y="63010"/>
                    </a:cubicBezTo>
                    <a:cubicBezTo>
                      <a:pt x="11957" y="80156"/>
                      <a:pt x="55772" y="42056"/>
                      <a:pt x="76726" y="24910"/>
                    </a:cubicBezTo>
                    <a:cubicBezTo>
                      <a:pt x="98634" y="7766"/>
                      <a:pt x="117684" y="33483"/>
                      <a:pt x="119589" y="43960"/>
                    </a:cubicBezTo>
                    <a:cubicBezTo>
                      <a:pt x="121494" y="54438"/>
                      <a:pt x="149117" y="61106"/>
                      <a:pt x="193884" y="63010"/>
                    </a:cubicBezTo>
                    <a:cubicBezTo>
                      <a:pt x="238651" y="64916"/>
                      <a:pt x="245319" y="104921"/>
                      <a:pt x="288182" y="116350"/>
                    </a:cubicBezTo>
                    <a:cubicBezTo>
                      <a:pt x="331044" y="126828"/>
                      <a:pt x="288182" y="145878"/>
                      <a:pt x="310089" y="154450"/>
                    </a:cubicBezTo>
                    <a:cubicBezTo>
                      <a:pt x="331997" y="163023"/>
                      <a:pt x="445344" y="161118"/>
                      <a:pt x="452964" y="150641"/>
                    </a:cubicBezTo>
                    <a:cubicBezTo>
                      <a:pt x="461536" y="140163"/>
                      <a:pt x="400576" y="97300"/>
                      <a:pt x="371049" y="9730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18" name="Freeform: Shape 266">
                <a:extLst>
                  <a:ext uri="{FF2B5EF4-FFF2-40B4-BE49-F238E27FC236}">
                    <a16:creationId xmlns:a16="http://schemas.microsoft.com/office/drawing/2014/main" id="{A1BB91A2-38CE-B9F2-B84A-65DD7E624125}"/>
                  </a:ext>
                </a:extLst>
              </p:cNvPr>
              <p:cNvSpPr/>
              <p:nvPr/>
            </p:nvSpPr>
            <p:spPr>
              <a:xfrm>
                <a:off x="4055871" y="3861395"/>
                <a:ext cx="43904" cy="9757"/>
              </a:xfrm>
              <a:custGeom>
                <a:avLst/>
                <a:gdLst>
                  <a:gd name="connsiteX0" fmla="*/ 76818 w 85725"/>
                  <a:gd name="connsiteY0" fmla="*/ 20484 h 19050"/>
                  <a:gd name="connsiteX1" fmla="*/ 91105 w 85725"/>
                  <a:gd name="connsiteY1" fmla="*/ 24294 h 19050"/>
                  <a:gd name="connsiteX2" fmla="*/ 618 w 85725"/>
                  <a:gd name="connsiteY2" fmla="*/ 8101 h 19050"/>
                  <a:gd name="connsiteX3" fmla="*/ 36813 w 85725"/>
                  <a:gd name="connsiteY3" fmla="*/ 27151 h 19050"/>
                  <a:gd name="connsiteX4" fmla="*/ 76818 w 85725"/>
                  <a:gd name="connsiteY4" fmla="*/ 2048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19050">
                    <a:moveTo>
                      <a:pt x="76818" y="20484"/>
                    </a:moveTo>
                    <a:cubicBezTo>
                      <a:pt x="81580" y="21436"/>
                      <a:pt x="86343" y="23341"/>
                      <a:pt x="91105" y="24294"/>
                    </a:cubicBezTo>
                    <a:cubicBezTo>
                      <a:pt x="94916" y="5244"/>
                      <a:pt x="-8907" y="-9996"/>
                      <a:pt x="618" y="8101"/>
                    </a:cubicBezTo>
                    <a:cubicBezTo>
                      <a:pt x="4428" y="14769"/>
                      <a:pt x="19668" y="21436"/>
                      <a:pt x="36813" y="27151"/>
                    </a:cubicBezTo>
                    <a:cubicBezTo>
                      <a:pt x="48243" y="20484"/>
                      <a:pt x="63483" y="17626"/>
                      <a:pt x="76818" y="20484"/>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19" name="Freeform: Shape 267">
                <a:extLst>
                  <a:ext uri="{FF2B5EF4-FFF2-40B4-BE49-F238E27FC236}">
                    <a16:creationId xmlns:a16="http://schemas.microsoft.com/office/drawing/2014/main" id="{88ECDB6E-5F95-DB5D-EDD3-AE594710B35F}"/>
                  </a:ext>
                </a:extLst>
              </p:cNvPr>
              <p:cNvSpPr/>
              <p:nvPr/>
            </p:nvSpPr>
            <p:spPr>
              <a:xfrm>
                <a:off x="4313102" y="3858219"/>
                <a:ext cx="34148" cy="9757"/>
              </a:xfrm>
              <a:custGeom>
                <a:avLst/>
                <a:gdLst>
                  <a:gd name="connsiteX0" fmla="*/ 9852 w 66675"/>
                  <a:gd name="connsiteY0" fmla="*/ 27638 h 19050"/>
                  <a:gd name="connsiteX1" fmla="*/ 47952 w 66675"/>
                  <a:gd name="connsiteY1" fmla="*/ 21923 h 19050"/>
                  <a:gd name="connsiteX2" fmla="*/ 65097 w 66675"/>
                  <a:gd name="connsiteY2" fmla="*/ 27638 h 19050"/>
                  <a:gd name="connsiteX3" fmla="*/ 74622 w 66675"/>
                  <a:gd name="connsiteY3" fmla="*/ 19066 h 19050"/>
                  <a:gd name="connsiteX4" fmla="*/ 2232 w 66675"/>
                  <a:gd name="connsiteY4" fmla="*/ 19066 h 19050"/>
                  <a:gd name="connsiteX5" fmla="*/ 9852 w 66675"/>
                  <a:gd name="connsiteY5" fmla="*/ 27638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675" h="19050">
                    <a:moveTo>
                      <a:pt x="9852" y="27638"/>
                    </a:moveTo>
                    <a:cubicBezTo>
                      <a:pt x="21282" y="20970"/>
                      <a:pt x="35570" y="18113"/>
                      <a:pt x="47952" y="21923"/>
                    </a:cubicBezTo>
                    <a:cubicBezTo>
                      <a:pt x="53667" y="23828"/>
                      <a:pt x="59382" y="25733"/>
                      <a:pt x="65097" y="27638"/>
                    </a:cubicBezTo>
                    <a:cubicBezTo>
                      <a:pt x="69860" y="24780"/>
                      <a:pt x="73670" y="21923"/>
                      <a:pt x="74622" y="19066"/>
                    </a:cubicBezTo>
                    <a:cubicBezTo>
                      <a:pt x="82242" y="-1890"/>
                      <a:pt x="-15865" y="-10462"/>
                      <a:pt x="2232" y="19066"/>
                    </a:cubicBezTo>
                    <a:cubicBezTo>
                      <a:pt x="5090" y="22876"/>
                      <a:pt x="6995" y="25733"/>
                      <a:pt x="9852" y="27638"/>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23" name="Freeform: Shape 268">
                <a:extLst>
                  <a:ext uri="{FF2B5EF4-FFF2-40B4-BE49-F238E27FC236}">
                    <a16:creationId xmlns:a16="http://schemas.microsoft.com/office/drawing/2014/main" id="{C3363E2E-633A-1307-6615-EA2059FC9564}"/>
                  </a:ext>
                </a:extLst>
              </p:cNvPr>
              <p:cNvSpPr/>
              <p:nvPr/>
            </p:nvSpPr>
            <p:spPr>
              <a:xfrm>
                <a:off x="4486806" y="5716485"/>
                <a:ext cx="34148" cy="19513"/>
              </a:xfrm>
              <a:custGeom>
                <a:avLst/>
                <a:gdLst>
                  <a:gd name="connsiteX0" fmla="*/ 28825 w 66675"/>
                  <a:gd name="connsiteY0" fmla="*/ 33050 h 38100"/>
                  <a:gd name="connsiteX1" fmla="*/ 52637 w 66675"/>
                  <a:gd name="connsiteY1" fmla="*/ 33050 h 38100"/>
                  <a:gd name="connsiteX2" fmla="*/ 74545 w 66675"/>
                  <a:gd name="connsiteY2" fmla="*/ 9238 h 38100"/>
                  <a:gd name="connsiteX3" fmla="*/ 250 w 66675"/>
                  <a:gd name="connsiteY3" fmla="*/ 42575 h 38100"/>
                  <a:gd name="connsiteX4" fmla="*/ 28825 w 66675"/>
                  <a:gd name="connsiteY4" fmla="*/ 33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38100">
                    <a:moveTo>
                      <a:pt x="28825" y="33050"/>
                    </a:moveTo>
                    <a:lnTo>
                      <a:pt x="52637" y="33050"/>
                    </a:lnTo>
                    <a:cubicBezTo>
                      <a:pt x="66924" y="25430"/>
                      <a:pt x="78355" y="15905"/>
                      <a:pt x="74545" y="9238"/>
                    </a:cubicBezTo>
                    <a:cubicBezTo>
                      <a:pt x="60257" y="-20290"/>
                      <a:pt x="-4513" y="29240"/>
                      <a:pt x="250" y="42575"/>
                    </a:cubicBezTo>
                    <a:cubicBezTo>
                      <a:pt x="8822" y="36860"/>
                      <a:pt x="19300" y="33050"/>
                      <a:pt x="28825" y="33050"/>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24" name="Freeform: Shape 269">
                <a:extLst>
                  <a:ext uri="{FF2B5EF4-FFF2-40B4-BE49-F238E27FC236}">
                    <a16:creationId xmlns:a16="http://schemas.microsoft.com/office/drawing/2014/main" id="{F585E904-D0B9-810E-5901-1A4F0387A094}"/>
                  </a:ext>
                </a:extLst>
              </p:cNvPr>
              <p:cNvSpPr/>
              <p:nvPr/>
            </p:nvSpPr>
            <p:spPr>
              <a:xfrm>
                <a:off x="4454940" y="5709396"/>
                <a:ext cx="29270" cy="24391"/>
              </a:xfrm>
              <a:custGeom>
                <a:avLst/>
                <a:gdLst>
                  <a:gd name="connsiteX0" fmla="*/ 56754 w 57150"/>
                  <a:gd name="connsiteY0" fmla="*/ 220 h 47625"/>
                  <a:gd name="connsiteX1" fmla="*/ 5320 w 57150"/>
                  <a:gd name="connsiteY1" fmla="*/ 55465 h 47625"/>
                  <a:gd name="connsiteX2" fmla="*/ 56754 w 57150"/>
                  <a:gd name="connsiteY2" fmla="*/ 220 h 47625"/>
                </a:gdLst>
                <a:ahLst/>
                <a:cxnLst>
                  <a:cxn ang="0">
                    <a:pos x="connsiteX0" y="connsiteY0"/>
                  </a:cxn>
                  <a:cxn ang="0">
                    <a:pos x="connsiteX1" y="connsiteY1"/>
                  </a:cxn>
                  <a:cxn ang="0">
                    <a:pos x="connsiteX2" y="connsiteY2"/>
                  </a:cxn>
                </a:cxnLst>
                <a:rect l="l" t="t" r="r" b="b"/>
                <a:pathLst>
                  <a:path w="57150" h="47625">
                    <a:moveTo>
                      <a:pt x="56754" y="220"/>
                    </a:moveTo>
                    <a:cubicBezTo>
                      <a:pt x="34847" y="-3590"/>
                      <a:pt x="-16588" y="43083"/>
                      <a:pt x="5320" y="55465"/>
                    </a:cubicBezTo>
                    <a:cubicBezTo>
                      <a:pt x="29132" y="67848"/>
                      <a:pt x="78662" y="4030"/>
                      <a:pt x="56754" y="220"/>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25" name="Freeform: Shape 270">
                <a:extLst>
                  <a:ext uri="{FF2B5EF4-FFF2-40B4-BE49-F238E27FC236}">
                    <a16:creationId xmlns:a16="http://schemas.microsoft.com/office/drawing/2014/main" id="{F8AF89E0-CC32-EE80-7AA9-D226F3698209}"/>
                  </a:ext>
                </a:extLst>
              </p:cNvPr>
              <p:cNvSpPr/>
              <p:nvPr/>
            </p:nvSpPr>
            <p:spPr>
              <a:xfrm>
                <a:off x="3997394" y="4285072"/>
                <a:ext cx="126833" cy="156103"/>
              </a:xfrm>
              <a:custGeom>
                <a:avLst/>
                <a:gdLst>
                  <a:gd name="connsiteX0" fmla="*/ 236717 w 247650"/>
                  <a:gd name="connsiteY0" fmla="*/ 81915 h 304800"/>
                  <a:gd name="connsiteX1" fmla="*/ 205284 w 247650"/>
                  <a:gd name="connsiteY1" fmla="*/ 55245 h 304800"/>
                  <a:gd name="connsiteX2" fmla="*/ 171947 w 247650"/>
                  <a:gd name="connsiteY2" fmla="*/ 55245 h 304800"/>
                  <a:gd name="connsiteX3" fmla="*/ 144324 w 247650"/>
                  <a:gd name="connsiteY3" fmla="*/ 33338 h 304800"/>
                  <a:gd name="connsiteX4" fmla="*/ 90032 w 247650"/>
                  <a:gd name="connsiteY4" fmla="*/ 0 h 304800"/>
                  <a:gd name="connsiteX5" fmla="*/ 90032 w 247650"/>
                  <a:gd name="connsiteY5" fmla="*/ 6668 h 304800"/>
                  <a:gd name="connsiteX6" fmla="*/ 59552 w 247650"/>
                  <a:gd name="connsiteY6" fmla="*/ 23813 h 304800"/>
                  <a:gd name="connsiteX7" fmla="*/ 45264 w 247650"/>
                  <a:gd name="connsiteY7" fmla="*/ 59055 h 304800"/>
                  <a:gd name="connsiteX8" fmla="*/ 25262 w 247650"/>
                  <a:gd name="connsiteY8" fmla="*/ 87630 h 304800"/>
                  <a:gd name="connsiteX9" fmla="*/ 13832 w 247650"/>
                  <a:gd name="connsiteY9" fmla="*/ 113347 h 304800"/>
                  <a:gd name="connsiteX10" fmla="*/ 4307 w 247650"/>
                  <a:gd name="connsiteY10" fmla="*/ 145732 h 304800"/>
                  <a:gd name="connsiteX11" fmla="*/ 1449 w 247650"/>
                  <a:gd name="connsiteY11" fmla="*/ 177165 h 304800"/>
                  <a:gd name="connsiteX12" fmla="*/ 27167 w 247650"/>
                  <a:gd name="connsiteY12" fmla="*/ 201930 h 304800"/>
                  <a:gd name="connsiteX13" fmla="*/ 49074 w 247650"/>
                  <a:gd name="connsiteY13" fmla="*/ 207645 h 304800"/>
                  <a:gd name="connsiteX14" fmla="*/ 29072 w 247650"/>
                  <a:gd name="connsiteY14" fmla="*/ 237172 h 304800"/>
                  <a:gd name="connsiteX15" fmla="*/ 25262 w 247650"/>
                  <a:gd name="connsiteY15" fmla="*/ 238125 h 304800"/>
                  <a:gd name="connsiteX16" fmla="*/ 33834 w 247650"/>
                  <a:gd name="connsiteY16" fmla="*/ 262890 h 304800"/>
                  <a:gd name="connsiteX17" fmla="*/ 33834 w 247650"/>
                  <a:gd name="connsiteY17" fmla="*/ 286702 h 304800"/>
                  <a:gd name="connsiteX18" fmla="*/ 67172 w 247650"/>
                  <a:gd name="connsiteY18" fmla="*/ 296227 h 304800"/>
                  <a:gd name="connsiteX19" fmla="*/ 98604 w 247650"/>
                  <a:gd name="connsiteY19" fmla="*/ 294322 h 304800"/>
                  <a:gd name="connsiteX20" fmla="*/ 138609 w 247650"/>
                  <a:gd name="connsiteY20" fmla="*/ 218122 h 304800"/>
                  <a:gd name="connsiteX21" fmla="*/ 225287 w 247650"/>
                  <a:gd name="connsiteY21" fmla="*/ 167640 h 304800"/>
                  <a:gd name="connsiteX22" fmla="*/ 250052 w 247650"/>
                  <a:gd name="connsiteY22" fmla="*/ 119063 h 304800"/>
                  <a:gd name="connsiteX23" fmla="*/ 236717 w 247650"/>
                  <a:gd name="connsiteY23" fmla="*/ 81915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7650" h="304800">
                    <a:moveTo>
                      <a:pt x="236717" y="81915"/>
                    </a:moveTo>
                    <a:cubicBezTo>
                      <a:pt x="220524" y="61913"/>
                      <a:pt x="209094" y="49530"/>
                      <a:pt x="205284" y="55245"/>
                    </a:cubicBezTo>
                    <a:cubicBezTo>
                      <a:pt x="201474" y="60960"/>
                      <a:pt x="183377" y="62865"/>
                      <a:pt x="171947" y="55245"/>
                    </a:cubicBezTo>
                    <a:cubicBezTo>
                      <a:pt x="159564" y="47625"/>
                      <a:pt x="153849" y="33338"/>
                      <a:pt x="144324" y="33338"/>
                    </a:cubicBezTo>
                    <a:cubicBezTo>
                      <a:pt x="135752" y="33338"/>
                      <a:pt x="106224" y="15240"/>
                      <a:pt x="90032" y="0"/>
                    </a:cubicBezTo>
                    <a:cubicBezTo>
                      <a:pt x="90032" y="1905"/>
                      <a:pt x="90032" y="4763"/>
                      <a:pt x="90032" y="6668"/>
                    </a:cubicBezTo>
                    <a:cubicBezTo>
                      <a:pt x="90984" y="16193"/>
                      <a:pt x="76697" y="22860"/>
                      <a:pt x="59552" y="23813"/>
                    </a:cubicBezTo>
                    <a:cubicBezTo>
                      <a:pt x="43359" y="24765"/>
                      <a:pt x="45264" y="44768"/>
                      <a:pt x="45264" y="59055"/>
                    </a:cubicBezTo>
                    <a:cubicBezTo>
                      <a:pt x="45264" y="72390"/>
                      <a:pt x="31929" y="72390"/>
                      <a:pt x="25262" y="87630"/>
                    </a:cubicBezTo>
                    <a:cubicBezTo>
                      <a:pt x="19547" y="102870"/>
                      <a:pt x="27167" y="105727"/>
                      <a:pt x="13832" y="113347"/>
                    </a:cubicBezTo>
                    <a:cubicBezTo>
                      <a:pt x="497" y="120968"/>
                      <a:pt x="-4266" y="133350"/>
                      <a:pt x="4307" y="145732"/>
                    </a:cubicBezTo>
                    <a:cubicBezTo>
                      <a:pt x="11927" y="158115"/>
                      <a:pt x="3354" y="170497"/>
                      <a:pt x="1449" y="177165"/>
                    </a:cubicBezTo>
                    <a:cubicBezTo>
                      <a:pt x="-456" y="184785"/>
                      <a:pt x="12879" y="187643"/>
                      <a:pt x="27167" y="201930"/>
                    </a:cubicBezTo>
                    <a:cubicBezTo>
                      <a:pt x="40502" y="215265"/>
                      <a:pt x="42407" y="196215"/>
                      <a:pt x="49074" y="207645"/>
                    </a:cubicBezTo>
                    <a:cubicBezTo>
                      <a:pt x="54789" y="218122"/>
                      <a:pt x="45264" y="237172"/>
                      <a:pt x="29072" y="237172"/>
                    </a:cubicBezTo>
                    <a:cubicBezTo>
                      <a:pt x="28119" y="237172"/>
                      <a:pt x="26214" y="237172"/>
                      <a:pt x="25262" y="238125"/>
                    </a:cubicBezTo>
                    <a:cubicBezTo>
                      <a:pt x="33834" y="247650"/>
                      <a:pt x="37644" y="257175"/>
                      <a:pt x="33834" y="262890"/>
                    </a:cubicBezTo>
                    <a:cubicBezTo>
                      <a:pt x="26214" y="274320"/>
                      <a:pt x="20499" y="274320"/>
                      <a:pt x="33834" y="286702"/>
                    </a:cubicBezTo>
                    <a:cubicBezTo>
                      <a:pt x="47169" y="300038"/>
                      <a:pt x="56694" y="280035"/>
                      <a:pt x="67172" y="296227"/>
                    </a:cubicBezTo>
                    <a:cubicBezTo>
                      <a:pt x="78602" y="312420"/>
                      <a:pt x="87174" y="322897"/>
                      <a:pt x="98604" y="294322"/>
                    </a:cubicBezTo>
                    <a:cubicBezTo>
                      <a:pt x="110034" y="265747"/>
                      <a:pt x="117654" y="224790"/>
                      <a:pt x="138609" y="218122"/>
                    </a:cubicBezTo>
                    <a:cubicBezTo>
                      <a:pt x="158612" y="211455"/>
                      <a:pt x="200522" y="202882"/>
                      <a:pt x="225287" y="167640"/>
                    </a:cubicBezTo>
                    <a:cubicBezTo>
                      <a:pt x="250052" y="132397"/>
                      <a:pt x="236717" y="130493"/>
                      <a:pt x="250052" y="119063"/>
                    </a:cubicBezTo>
                    <a:cubicBezTo>
                      <a:pt x="258624" y="109538"/>
                      <a:pt x="252909" y="100965"/>
                      <a:pt x="236717" y="8191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26" name="Freeform: Shape 271">
                <a:extLst>
                  <a:ext uri="{FF2B5EF4-FFF2-40B4-BE49-F238E27FC236}">
                    <a16:creationId xmlns:a16="http://schemas.microsoft.com/office/drawing/2014/main" id="{E023D1AA-30B9-BDEF-6881-D2828D119061}"/>
                  </a:ext>
                </a:extLst>
              </p:cNvPr>
              <p:cNvSpPr/>
              <p:nvPr/>
            </p:nvSpPr>
            <p:spPr>
              <a:xfrm>
                <a:off x="4190338" y="1516631"/>
                <a:ext cx="1380535" cy="1117111"/>
              </a:xfrm>
              <a:custGeom>
                <a:avLst/>
                <a:gdLst>
                  <a:gd name="connsiteX0" fmla="*/ 2550795 w 2695575"/>
                  <a:gd name="connsiteY0" fmla="*/ 200129 h 2181225"/>
                  <a:gd name="connsiteX1" fmla="*/ 2460308 w 2695575"/>
                  <a:gd name="connsiteY1" fmla="*/ 244897 h 2181225"/>
                  <a:gd name="connsiteX2" fmla="*/ 2369820 w 2695575"/>
                  <a:gd name="connsiteY2" fmla="*/ 250612 h 2181225"/>
                  <a:gd name="connsiteX3" fmla="*/ 2330768 w 2695575"/>
                  <a:gd name="connsiteY3" fmla="*/ 235372 h 2181225"/>
                  <a:gd name="connsiteX4" fmla="*/ 2244090 w 2695575"/>
                  <a:gd name="connsiteY4" fmla="*/ 297284 h 2181225"/>
                  <a:gd name="connsiteX5" fmla="*/ 2169795 w 2695575"/>
                  <a:gd name="connsiteY5" fmla="*/ 349672 h 2181225"/>
                  <a:gd name="connsiteX6" fmla="*/ 2243138 w 2695575"/>
                  <a:gd name="connsiteY6" fmla="*/ 250612 h 2181225"/>
                  <a:gd name="connsiteX7" fmla="*/ 2215515 w 2695575"/>
                  <a:gd name="connsiteY7" fmla="*/ 181079 h 2181225"/>
                  <a:gd name="connsiteX8" fmla="*/ 2159318 w 2695575"/>
                  <a:gd name="connsiteY8" fmla="*/ 219179 h 2181225"/>
                  <a:gd name="connsiteX9" fmla="*/ 2018348 w 2695575"/>
                  <a:gd name="connsiteY9" fmla="*/ 266804 h 2181225"/>
                  <a:gd name="connsiteX10" fmla="*/ 2109788 w 2695575"/>
                  <a:gd name="connsiteY10" fmla="*/ 204892 h 2181225"/>
                  <a:gd name="connsiteX11" fmla="*/ 1930718 w 2695575"/>
                  <a:gd name="connsiteY11" fmla="*/ 199177 h 2181225"/>
                  <a:gd name="connsiteX12" fmla="*/ 1777365 w 2695575"/>
                  <a:gd name="connsiteY12" fmla="*/ 224894 h 2181225"/>
                  <a:gd name="connsiteX13" fmla="*/ 1946910 w 2695575"/>
                  <a:gd name="connsiteY13" fmla="*/ 177269 h 2181225"/>
                  <a:gd name="connsiteX14" fmla="*/ 2154555 w 2695575"/>
                  <a:gd name="connsiteY14" fmla="*/ 162029 h 2181225"/>
                  <a:gd name="connsiteX15" fmla="*/ 2277428 w 2695575"/>
                  <a:gd name="connsiteY15" fmla="*/ 124882 h 2181225"/>
                  <a:gd name="connsiteX16" fmla="*/ 2195513 w 2695575"/>
                  <a:gd name="connsiteY16" fmla="*/ 89639 h 2181225"/>
                  <a:gd name="connsiteX17" fmla="*/ 2135505 w 2695575"/>
                  <a:gd name="connsiteY17" fmla="*/ 69637 h 2181225"/>
                  <a:gd name="connsiteX18" fmla="*/ 2082165 w 2695575"/>
                  <a:gd name="connsiteY18" fmla="*/ 35347 h 2181225"/>
                  <a:gd name="connsiteX19" fmla="*/ 1958340 w 2695575"/>
                  <a:gd name="connsiteY19" fmla="*/ 18202 h 2181225"/>
                  <a:gd name="connsiteX20" fmla="*/ 1824038 w 2695575"/>
                  <a:gd name="connsiteY20" fmla="*/ 1057 h 2181225"/>
                  <a:gd name="connsiteX21" fmla="*/ 1640205 w 2695575"/>
                  <a:gd name="connsiteY21" fmla="*/ 6772 h 2181225"/>
                  <a:gd name="connsiteX22" fmla="*/ 1577340 w 2695575"/>
                  <a:gd name="connsiteY22" fmla="*/ 18202 h 2181225"/>
                  <a:gd name="connsiteX23" fmla="*/ 1534478 w 2695575"/>
                  <a:gd name="connsiteY23" fmla="*/ 41062 h 2181225"/>
                  <a:gd name="connsiteX24" fmla="*/ 1503045 w 2695575"/>
                  <a:gd name="connsiteY24" fmla="*/ 59159 h 2181225"/>
                  <a:gd name="connsiteX25" fmla="*/ 1435418 w 2695575"/>
                  <a:gd name="connsiteY25" fmla="*/ 43919 h 2181225"/>
                  <a:gd name="connsiteX26" fmla="*/ 1315403 w 2695575"/>
                  <a:gd name="connsiteY26" fmla="*/ 43919 h 2181225"/>
                  <a:gd name="connsiteX27" fmla="*/ 1168718 w 2695575"/>
                  <a:gd name="connsiteY27" fmla="*/ 62017 h 2181225"/>
                  <a:gd name="connsiteX28" fmla="*/ 1213485 w 2695575"/>
                  <a:gd name="connsiteY28" fmla="*/ 105832 h 2181225"/>
                  <a:gd name="connsiteX29" fmla="*/ 1135380 w 2695575"/>
                  <a:gd name="connsiteY29" fmla="*/ 131549 h 2181225"/>
                  <a:gd name="connsiteX30" fmla="*/ 1247775 w 2695575"/>
                  <a:gd name="connsiteY30" fmla="*/ 207749 h 2181225"/>
                  <a:gd name="connsiteX31" fmla="*/ 1190625 w 2695575"/>
                  <a:gd name="connsiteY31" fmla="*/ 196319 h 2181225"/>
                  <a:gd name="connsiteX32" fmla="*/ 1092518 w 2695575"/>
                  <a:gd name="connsiteY32" fmla="*/ 157267 h 2181225"/>
                  <a:gd name="connsiteX33" fmla="*/ 973455 w 2695575"/>
                  <a:gd name="connsiteY33" fmla="*/ 128692 h 2181225"/>
                  <a:gd name="connsiteX34" fmla="*/ 1026795 w 2695575"/>
                  <a:gd name="connsiteY34" fmla="*/ 195367 h 2181225"/>
                  <a:gd name="connsiteX35" fmla="*/ 965835 w 2695575"/>
                  <a:gd name="connsiteY35" fmla="*/ 198224 h 2181225"/>
                  <a:gd name="connsiteX36" fmla="*/ 884873 w 2695575"/>
                  <a:gd name="connsiteY36" fmla="*/ 150599 h 2181225"/>
                  <a:gd name="connsiteX37" fmla="*/ 881063 w 2695575"/>
                  <a:gd name="connsiteY37" fmla="*/ 211559 h 2181225"/>
                  <a:gd name="connsiteX38" fmla="*/ 844868 w 2695575"/>
                  <a:gd name="connsiteY38" fmla="*/ 243944 h 2181225"/>
                  <a:gd name="connsiteX39" fmla="*/ 821055 w 2695575"/>
                  <a:gd name="connsiteY39" fmla="*/ 146789 h 2181225"/>
                  <a:gd name="connsiteX40" fmla="*/ 686753 w 2695575"/>
                  <a:gd name="connsiteY40" fmla="*/ 169649 h 2181225"/>
                  <a:gd name="connsiteX41" fmla="*/ 633413 w 2695575"/>
                  <a:gd name="connsiteY41" fmla="*/ 201082 h 2181225"/>
                  <a:gd name="connsiteX42" fmla="*/ 604838 w 2695575"/>
                  <a:gd name="connsiteY42" fmla="*/ 210607 h 2181225"/>
                  <a:gd name="connsiteX43" fmla="*/ 505778 w 2695575"/>
                  <a:gd name="connsiteY43" fmla="*/ 224894 h 2181225"/>
                  <a:gd name="connsiteX44" fmla="*/ 519113 w 2695575"/>
                  <a:gd name="connsiteY44" fmla="*/ 297284 h 2181225"/>
                  <a:gd name="connsiteX45" fmla="*/ 434340 w 2695575"/>
                  <a:gd name="connsiteY45" fmla="*/ 282997 h 2181225"/>
                  <a:gd name="connsiteX46" fmla="*/ 234315 w 2695575"/>
                  <a:gd name="connsiteY46" fmla="*/ 400154 h 2181225"/>
                  <a:gd name="connsiteX47" fmla="*/ 342900 w 2695575"/>
                  <a:gd name="connsiteY47" fmla="*/ 418252 h 2181225"/>
                  <a:gd name="connsiteX48" fmla="*/ 306705 w 2695575"/>
                  <a:gd name="connsiteY48" fmla="*/ 505882 h 2181225"/>
                  <a:gd name="connsiteX49" fmla="*/ 168593 w 2695575"/>
                  <a:gd name="connsiteY49" fmla="*/ 532552 h 2181225"/>
                  <a:gd name="connsiteX50" fmla="*/ 0 w 2695575"/>
                  <a:gd name="connsiteY50" fmla="*/ 603037 h 2181225"/>
                  <a:gd name="connsiteX51" fmla="*/ 25718 w 2695575"/>
                  <a:gd name="connsiteY51" fmla="*/ 638279 h 2181225"/>
                  <a:gd name="connsiteX52" fmla="*/ 99060 w 2695575"/>
                  <a:gd name="connsiteY52" fmla="*/ 661139 h 2181225"/>
                  <a:gd name="connsiteX53" fmla="*/ 219075 w 2695575"/>
                  <a:gd name="connsiteY53" fmla="*/ 670664 h 2181225"/>
                  <a:gd name="connsiteX54" fmla="*/ 288608 w 2695575"/>
                  <a:gd name="connsiteY54" fmla="*/ 699239 h 2181225"/>
                  <a:gd name="connsiteX55" fmla="*/ 169545 w 2695575"/>
                  <a:gd name="connsiteY55" fmla="*/ 707812 h 2181225"/>
                  <a:gd name="connsiteX56" fmla="*/ 60960 w 2695575"/>
                  <a:gd name="connsiteY56" fmla="*/ 730672 h 2181225"/>
                  <a:gd name="connsiteX57" fmla="*/ 140970 w 2695575"/>
                  <a:gd name="connsiteY57" fmla="*/ 753532 h 2181225"/>
                  <a:gd name="connsiteX58" fmla="*/ 141923 w 2695575"/>
                  <a:gd name="connsiteY58" fmla="*/ 791632 h 2181225"/>
                  <a:gd name="connsiteX59" fmla="*/ 194310 w 2695575"/>
                  <a:gd name="connsiteY59" fmla="*/ 823064 h 2181225"/>
                  <a:gd name="connsiteX60" fmla="*/ 265748 w 2695575"/>
                  <a:gd name="connsiteY60" fmla="*/ 831637 h 2181225"/>
                  <a:gd name="connsiteX61" fmla="*/ 310515 w 2695575"/>
                  <a:gd name="connsiteY61" fmla="*/ 825922 h 2181225"/>
                  <a:gd name="connsiteX62" fmla="*/ 369570 w 2695575"/>
                  <a:gd name="connsiteY62" fmla="*/ 814492 h 2181225"/>
                  <a:gd name="connsiteX63" fmla="*/ 422910 w 2695575"/>
                  <a:gd name="connsiteY63" fmla="*/ 803062 h 2181225"/>
                  <a:gd name="connsiteX64" fmla="*/ 565785 w 2695575"/>
                  <a:gd name="connsiteY64" fmla="*/ 844019 h 2181225"/>
                  <a:gd name="connsiteX65" fmla="*/ 636270 w 2695575"/>
                  <a:gd name="connsiteY65" fmla="*/ 893549 h 2181225"/>
                  <a:gd name="connsiteX66" fmla="*/ 697230 w 2695575"/>
                  <a:gd name="connsiteY66" fmla="*/ 957367 h 2181225"/>
                  <a:gd name="connsiteX67" fmla="*/ 738188 w 2695575"/>
                  <a:gd name="connsiteY67" fmla="*/ 1034519 h 2181225"/>
                  <a:gd name="connsiteX68" fmla="*/ 769620 w 2695575"/>
                  <a:gd name="connsiteY68" fmla="*/ 1086907 h 2181225"/>
                  <a:gd name="connsiteX69" fmla="*/ 791528 w 2695575"/>
                  <a:gd name="connsiteY69" fmla="*/ 1136437 h 2181225"/>
                  <a:gd name="connsiteX70" fmla="*/ 769620 w 2695575"/>
                  <a:gd name="connsiteY70" fmla="*/ 1195492 h 2181225"/>
                  <a:gd name="connsiteX71" fmla="*/ 790575 w 2695575"/>
                  <a:gd name="connsiteY71" fmla="*/ 1260262 h 2181225"/>
                  <a:gd name="connsiteX72" fmla="*/ 857250 w 2695575"/>
                  <a:gd name="connsiteY72" fmla="*/ 1228829 h 2181225"/>
                  <a:gd name="connsiteX73" fmla="*/ 872490 w 2695575"/>
                  <a:gd name="connsiteY73" fmla="*/ 1276454 h 2181225"/>
                  <a:gd name="connsiteX74" fmla="*/ 957263 w 2695575"/>
                  <a:gd name="connsiteY74" fmla="*/ 1320270 h 2181225"/>
                  <a:gd name="connsiteX75" fmla="*/ 939165 w 2695575"/>
                  <a:gd name="connsiteY75" fmla="*/ 1340272 h 2181225"/>
                  <a:gd name="connsiteX76" fmla="*/ 822007 w 2695575"/>
                  <a:gd name="connsiteY76" fmla="*/ 1330747 h 2181225"/>
                  <a:gd name="connsiteX77" fmla="*/ 941070 w 2695575"/>
                  <a:gd name="connsiteY77" fmla="*/ 1389802 h 2181225"/>
                  <a:gd name="connsiteX78" fmla="*/ 980123 w 2695575"/>
                  <a:gd name="connsiteY78" fmla="*/ 1439332 h 2181225"/>
                  <a:gd name="connsiteX79" fmla="*/ 970598 w 2695575"/>
                  <a:gd name="connsiteY79" fmla="*/ 1506007 h 2181225"/>
                  <a:gd name="connsiteX80" fmla="*/ 914400 w 2695575"/>
                  <a:gd name="connsiteY80" fmla="*/ 1508865 h 2181225"/>
                  <a:gd name="connsiteX81" fmla="*/ 879157 w 2695575"/>
                  <a:gd name="connsiteY81" fmla="*/ 1543154 h 2181225"/>
                  <a:gd name="connsiteX82" fmla="*/ 842963 w 2695575"/>
                  <a:gd name="connsiteY82" fmla="*/ 1613640 h 2181225"/>
                  <a:gd name="connsiteX83" fmla="*/ 885825 w 2695575"/>
                  <a:gd name="connsiteY83" fmla="*/ 1654597 h 2181225"/>
                  <a:gd name="connsiteX84" fmla="*/ 851535 w 2695575"/>
                  <a:gd name="connsiteY84" fmla="*/ 1696507 h 2181225"/>
                  <a:gd name="connsiteX85" fmla="*/ 912495 w 2695575"/>
                  <a:gd name="connsiteY85" fmla="*/ 1766040 h 2181225"/>
                  <a:gd name="connsiteX86" fmla="*/ 920115 w 2695575"/>
                  <a:gd name="connsiteY86" fmla="*/ 1847954 h 2181225"/>
                  <a:gd name="connsiteX87" fmla="*/ 945832 w 2695575"/>
                  <a:gd name="connsiteY87" fmla="*/ 1873672 h 2181225"/>
                  <a:gd name="connsiteX88" fmla="*/ 967740 w 2695575"/>
                  <a:gd name="connsiteY88" fmla="*/ 1921297 h 2181225"/>
                  <a:gd name="connsiteX89" fmla="*/ 1002030 w 2695575"/>
                  <a:gd name="connsiteY89" fmla="*/ 1962254 h 2181225"/>
                  <a:gd name="connsiteX90" fmla="*/ 1022985 w 2695575"/>
                  <a:gd name="connsiteY90" fmla="*/ 2020357 h 2181225"/>
                  <a:gd name="connsiteX91" fmla="*/ 1072515 w 2695575"/>
                  <a:gd name="connsiteY91" fmla="*/ 2076554 h 2181225"/>
                  <a:gd name="connsiteX92" fmla="*/ 1122045 w 2695575"/>
                  <a:gd name="connsiteY92" fmla="*/ 2111797 h 2181225"/>
                  <a:gd name="connsiteX93" fmla="*/ 1164907 w 2695575"/>
                  <a:gd name="connsiteY93" fmla="*/ 2126085 h 2181225"/>
                  <a:gd name="connsiteX94" fmla="*/ 1217295 w 2695575"/>
                  <a:gd name="connsiteY94" fmla="*/ 2149897 h 2181225"/>
                  <a:gd name="connsiteX95" fmla="*/ 1294448 w 2695575"/>
                  <a:gd name="connsiteY95" fmla="*/ 2182282 h 2181225"/>
                  <a:gd name="connsiteX96" fmla="*/ 1326832 w 2695575"/>
                  <a:gd name="connsiteY96" fmla="*/ 2146087 h 2181225"/>
                  <a:gd name="connsiteX97" fmla="*/ 1348740 w 2695575"/>
                  <a:gd name="connsiteY97" fmla="*/ 2070840 h 2181225"/>
                  <a:gd name="connsiteX98" fmla="*/ 1344930 w 2695575"/>
                  <a:gd name="connsiteY98" fmla="*/ 1996545 h 2181225"/>
                  <a:gd name="connsiteX99" fmla="*/ 1366838 w 2695575"/>
                  <a:gd name="connsiteY99" fmla="*/ 1972732 h 2181225"/>
                  <a:gd name="connsiteX100" fmla="*/ 1401128 w 2695575"/>
                  <a:gd name="connsiteY100" fmla="*/ 1940347 h 2181225"/>
                  <a:gd name="connsiteX101" fmla="*/ 1419225 w 2695575"/>
                  <a:gd name="connsiteY101" fmla="*/ 1903200 h 2181225"/>
                  <a:gd name="connsiteX102" fmla="*/ 1420178 w 2695575"/>
                  <a:gd name="connsiteY102" fmla="*/ 1868909 h 2181225"/>
                  <a:gd name="connsiteX103" fmla="*/ 1437323 w 2695575"/>
                  <a:gd name="connsiteY103" fmla="*/ 1846050 h 2181225"/>
                  <a:gd name="connsiteX104" fmla="*/ 1427798 w 2695575"/>
                  <a:gd name="connsiteY104" fmla="*/ 1810807 h 2181225"/>
                  <a:gd name="connsiteX105" fmla="*/ 1434465 w 2695575"/>
                  <a:gd name="connsiteY105" fmla="*/ 1792709 h 2181225"/>
                  <a:gd name="connsiteX106" fmla="*/ 1459230 w 2695575"/>
                  <a:gd name="connsiteY106" fmla="*/ 1780327 h 2181225"/>
                  <a:gd name="connsiteX107" fmla="*/ 1501140 w 2695575"/>
                  <a:gd name="connsiteY107" fmla="*/ 1751752 h 2181225"/>
                  <a:gd name="connsiteX108" fmla="*/ 1537335 w 2695575"/>
                  <a:gd name="connsiteY108" fmla="*/ 1710795 h 2181225"/>
                  <a:gd name="connsiteX109" fmla="*/ 1559243 w 2695575"/>
                  <a:gd name="connsiteY109" fmla="*/ 1709842 h 2181225"/>
                  <a:gd name="connsiteX110" fmla="*/ 1568768 w 2695575"/>
                  <a:gd name="connsiteY110" fmla="*/ 1735559 h 2181225"/>
                  <a:gd name="connsiteX111" fmla="*/ 1650682 w 2695575"/>
                  <a:gd name="connsiteY111" fmla="*/ 1717462 h 2181225"/>
                  <a:gd name="connsiteX112" fmla="*/ 1748790 w 2695575"/>
                  <a:gd name="connsiteY112" fmla="*/ 1626022 h 2181225"/>
                  <a:gd name="connsiteX113" fmla="*/ 1804035 w 2695575"/>
                  <a:gd name="connsiteY113" fmla="*/ 1566967 h 2181225"/>
                  <a:gd name="connsiteX114" fmla="*/ 1845945 w 2695575"/>
                  <a:gd name="connsiteY114" fmla="*/ 1548870 h 2181225"/>
                  <a:gd name="connsiteX115" fmla="*/ 1888807 w 2695575"/>
                  <a:gd name="connsiteY115" fmla="*/ 1537440 h 2181225"/>
                  <a:gd name="connsiteX116" fmla="*/ 1954530 w 2695575"/>
                  <a:gd name="connsiteY116" fmla="*/ 1522200 h 2181225"/>
                  <a:gd name="connsiteX117" fmla="*/ 2112645 w 2695575"/>
                  <a:gd name="connsiteY117" fmla="*/ 1475527 h 2181225"/>
                  <a:gd name="connsiteX118" fmla="*/ 2238375 w 2695575"/>
                  <a:gd name="connsiteY118" fmla="*/ 1405042 h 2181225"/>
                  <a:gd name="connsiteX119" fmla="*/ 2255520 w 2695575"/>
                  <a:gd name="connsiteY119" fmla="*/ 1381229 h 2181225"/>
                  <a:gd name="connsiteX120" fmla="*/ 2177415 w 2695575"/>
                  <a:gd name="connsiteY120" fmla="*/ 1385040 h 2181225"/>
                  <a:gd name="connsiteX121" fmla="*/ 2079307 w 2695575"/>
                  <a:gd name="connsiteY121" fmla="*/ 1372657 h 2181225"/>
                  <a:gd name="connsiteX122" fmla="*/ 2092643 w 2695575"/>
                  <a:gd name="connsiteY122" fmla="*/ 1341225 h 2181225"/>
                  <a:gd name="connsiteX123" fmla="*/ 2100263 w 2695575"/>
                  <a:gd name="connsiteY123" fmla="*/ 1296457 h 2181225"/>
                  <a:gd name="connsiteX124" fmla="*/ 2163128 w 2695575"/>
                  <a:gd name="connsiteY124" fmla="*/ 1319317 h 2181225"/>
                  <a:gd name="connsiteX125" fmla="*/ 2260283 w 2695575"/>
                  <a:gd name="connsiteY125" fmla="*/ 1354559 h 2181225"/>
                  <a:gd name="connsiteX126" fmla="*/ 2275523 w 2695575"/>
                  <a:gd name="connsiteY126" fmla="*/ 1290742 h 2181225"/>
                  <a:gd name="connsiteX127" fmla="*/ 2160270 w 2695575"/>
                  <a:gd name="connsiteY127" fmla="*/ 1180252 h 2181225"/>
                  <a:gd name="connsiteX128" fmla="*/ 2225993 w 2695575"/>
                  <a:gd name="connsiteY128" fmla="*/ 1188825 h 2181225"/>
                  <a:gd name="connsiteX129" fmla="*/ 2267903 w 2695575"/>
                  <a:gd name="connsiteY129" fmla="*/ 1139295 h 2181225"/>
                  <a:gd name="connsiteX130" fmla="*/ 2162175 w 2695575"/>
                  <a:gd name="connsiteY130" fmla="*/ 1138342 h 2181225"/>
                  <a:gd name="connsiteX131" fmla="*/ 2142173 w 2695575"/>
                  <a:gd name="connsiteY131" fmla="*/ 1106910 h 2181225"/>
                  <a:gd name="connsiteX132" fmla="*/ 2159318 w 2695575"/>
                  <a:gd name="connsiteY132" fmla="*/ 1067857 h 2181225"/>
                  <a:gd name="connsiteX133" fmla="*/ 2257425 w 2695575"/>
                  <a:gd name="connsiteY133" fmla="*/ 1099289 h 2181225"/>
                  <a:gd name="connsiteX134" fmla="*/ 2331720 w 2695575"/>
                  <a:gd name="connsiteY134" fmla="*/ 1079287 h 2181225"/>
                  <a:gd name="connsiteX135" fmla="*/ 2272665 w 2695575"/>
                  <a:gd name="connsiteY135" fmla="*/ 1020232 h 2181225"/>
                  <a:gd name="connsiteX136" fmla="*/ 2370773 w 2695575"/>
                  <a:gd name="connsiteY136" fmla="*/ 1010707 h 2181225"/>
                  <a:gd name="connsiteX137" fmla="*/ 2382203 w 2695575"/>
                  <a:gd name="connsiteY137" fmla="*/ 978322 h 2181225"/>
                  <a:gd name="connsiteX138" fmla="*/ 2302193 w 2695575"/>
                  <a:gd name="connsiteY138" fmla="*/ 924982 h 2181225"/>
                  <a:gd name="connsiteX139" fmla="*/ 2379345 w 2695575"/>
                  <a:gd name="connsiteY139" fmla="*/ 910694 h 2181225"/>
                  <a:gd name="connsiteX140" fmla="*/ 2358390 w 2695575"/>
                  <a:gd name="connsiteY140" fmla="*/ 823064 h 2181225"/>
                  <a:gd name="connsiteX141" fmla="*/ 2280285 w 2695575"/>
                  <a:gd name="connsiteY141" fmla="*/ 802109 h 2181225"/>
                  <a:gd name="connsiteX142" fmla="*/ 2247900 w 2695575"/>
                  <a:gd name="connsiteY142" fmla="*/ 764962 h 2181225"/>
                  <a:gd name="connsiteX143" fmla="*/ 2307908 w 2695575"/>
                  <a:gd name="connsiteY143" fmla="*/ 756389 h 2181225"/>
                  <a:gd name="connsiteX144" fmla="*/ 2427923 w 2695575"/>
                  <a:gd name="connsiteY144" fmla="*/ 756389 h 2181225"/>
                  <a:gd name="connsiteX145" fmla="*/ 2400300 w 2695575"/>
                  <a:gd name="connsiteY145" fmla="*/ 705907 h 2181225"/>
                  <a:gd name="connsiteX146" fmla="*/ 2326958 w 2695575"/>
                  <a:gd name="connsiteY146" fmla="*/ 688762 h 2181225"/>
                  <a:gd name="connsiteX147" fmla="*/ 2386965 w 2695575"/>
                  <a:gd name="connsiteY147" fmla="*/ 674474 h 2181225"/>
                  <a:gd name="connsiteX148" fmla="*/ 2298383 w 2695575"/>
                  <a:gd name="connsiteY148" fmla="*/ 653519 h 2181225"/>
                  <a:gd name="connsiteX149" fmla="*/ 2263140 w 2695575"/>
                  <a:gd name="connsiteY149" fmla="*/ 656377 h 2181225"/>
                  <a:gd name="connsiteX150" fmla="*/ 2290763 w 2695575"/>
                  <a:gd name="connsiteY150" fmla="*/ 567794 h 2181225"/>
                  <a:gd name="connsiteX151" fmla="*/ 2368868 w 2695575"/>
                  <a:gd name="connsiteY151" fmla="*/ 503024 h 2181225"/>
                  <a:gd name="connsiteX152" fmla="*/ 2442210 w 2695575"/>
                  <a:gd name="connsiteY152" fmla="*/ 455399 h 2181225"/>
                  <a:gd name="connsiteX153" fmla="*/ 2411730 w 2695575"/>
                  <a:gd name="connsiteY153" fmla="*/ 417299 h 2181225"/>
                  <a:gd name="connsiteX154" fmla="*/ 2338388 w 2695575"/>
                  <a:gd name="connsiteY154" fmla="*/ 443017 h 2181225"/>
                  <a:gd name="connsiteX155" fmla="*/ 2398395 w 2695575"/>
                  <a:gd name="connsiteY155" fmla="*/ 403964 h 2181225"/>
                  <a:gd name="connsiteX156" fmla="*/ 2509838 w 2695575"/>
                  <a:gd name="connsiteY156" fmla="*/ 386819 h 2181225"/>
                  <a:gd name="connsiteX157" fmla="*/ 2428875 w 2695575"/>
                  <a:gd name="connsiteY157" fmla="*/ 365864 h 2181225"/>
                  <a:gd name="connsiteX158" fmla="*/ 2449830 w 2695575"/>
                  <a:gd name="connsiteY158" fmla="*/ 350624 h 2181225"/>
                  <a:gd name="connsiteX159" fmla="*/ 2546985 w 2695575"/>
                  <a:gd name="connsiteY159" fmla="*/ 329669 h 2181225"/>
                  <a:gd name="connsiteX160" fmla="*/ 2604135 w 2695575"/>
                  <a:gd name="connsiteY160" fmla="*/ 302999 h 2181225"/>
                  <a:gd name="connsiteX161" fmla="*/ 2703195 w 2695575"/>
                  <a:gd name="connsiteY161" fmla="*/ 253469 h 2181225"/>
                  <a:gd name="connsiteX162" fmla="*/ 2550795 w 2695575"/>
                  <a:gd name="connsiteY162" fmla="*/ 200129 h 2181225"/>
                  <a:gd name="connsiteX163" fmla="*/ 922020 w 2695575"/>
                  <a:gd name="connsiteY163" fmla="*/ 1428854 h 2181225"/>
                  <a:gd name="connsiteX164" fmla="*/ 886778 w 2695575"/>
                  <a:gd name="connsiteY164" fmla="*/ 1393612 h 2181225"/>
                  <a:gd name="connsiteX165" fmla="*/ 800100 w 2695575"/>
                  <a:gd name="connsiteY165" fmla="*/ 1376467 h 2181225"/>
                  <a:gd name="connsiteX166" fmla="*/ 793432 w 2695575"/>
                  <a:gd name="connsiteY166" fmla="*/ 1417425 h 2181225"/>
                  <a:gd name="connsiteX167" fmla="*/ 842010 w 2695575"/>
                  <a:gd name="connsiteY167" fmla="*/ 1448857 h 2181225"/>
                  <a:gd name="connsiteX168" fmla="*/ 922020 w 2695575"/>
                  <a:gd name="connsiteY168" fmla="*/ 1428854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2695575" h="2181225">
                    <a:moveTo>
                      <a:pt x="2550795" y="200129"/>
                    </a:moveTo>
                    <a:cubicBezTo>
                      <a:pt x="2502218" y="200129"/>
                      <a:pt x="2463165" y="208702"/>
                      <a:pt x="2460308" y="244897"/>
                    </a:cubicBezTo>
                    <a:cubicBezTo>
                      <a:pt x="2457450" y="282044"/>
                      <a:pt x="2396490" y="238229"/>
                      <a:pt x="2369820" y="250612"/>
                    </a:cubicBezTo>
                    <a:cubicBezTo>
                      <a:pt x="2344103" y="262994"/>
                      <a:pt x="2356485" y="221084"/>
                      <a:pt x="2330768" y="235372"/>
                    </a:cubicBezTo>
                    <a:cubicBezTo>
                      <a:pt x="2305050" y="249659"/>
                      <a:pt x="2275523" y="282997"/>
                      <a:pt x="2244090" y="297284"/>
                    </a:cubicBezTo>
                    <a:cubicBezTo>
                      <a:pt x="2212658" y="311572"/>
                      <a:pt x="2188845" y="346814"/>
                      <a:pt x="2169795" y="349672"/>
                    </a:cubicBezTo>
                    <a:cubicBezTo>
                      <a:pt x="2149793" y="352529"/>
                      <a:pt x="2211705" y="284902"/>
                      <a:pt x="2243138" y="250612"/>
                    </a:cubicBezTo>
                    <a:cubicBezTo>
                      <a:pt x="2274570" y="216322"/>
                      <a:pt x="2257425" y="177269"/>
                      <a:pt x="2215515" y="181079"/>
                    </a:cubicBezTo>
                    <a:cubicBezTo>
                      <a:pt x="2173605" y="184889"/>
                      <a:pt x="2183130" y="213464"/>
                      <a:pt x="2159318" y="219179"/>
                    </a:cubicBezTo>
                    <a:cubicBezTo>
                      <a:pt x="2135505" y="224894"/>
                      <a:pt x="2023110" y="285854"/>
                      <a:pt x="2018348" y="266804"/>
                    </a:cubicBezTo>
                    <a:cubicBezTo>
                      <a:pt x="2013585" y="248707"/>
                      <a:pt x="2110740" y="217274"/>
                      <a:pt x="2109788" y="204892"/>
                    </a:cubicBezTo>
                    <a:cubicBezTo>
                      <a:pt x="2108835" y="192509"/>
                      <a:pt x="1985963" y="190604"/>
                      <a:pt x="1930718" y="199177"/>
                    </a:cubicBezTo>
                    <a:cubicBezTo>
                      <a:pt x="1875473" y="207749"/>
                      <a:pt x="1779270" y="241087"/>
                      <a:pt x="1777365" y="224894"/>
                    </a:cubicBezTo>
                    <a:cubicBezTo>
                      <a:pt x="1776413" y="207749"/>
                      <a:pt x="1889760" y="183937"/>
                      <a:pt x="1946910" y="177269"/>
                    </a:cubicBezTo>
                    <a:cubicBezTo>
                      <a:pt x="2005965" y="169649"/>
                      <a:pt x="2110740" y="181079"/>
                      <a:pt x="2154555" y="162029"/>
                    </a:cubicBezTo>
                    <a:cubicBezTo>
                      <a:pt x="2199323" y="142027"/>
                      <a:pt x="2265998" y="141074"/>
                      <a:pt x="2277428" y="124882"/>
                    </a:cubicBezTo>
                    <a:cubicBezTo>
                      <a:pt x="2288858" y="109642"/>
                      <a:pt x="2225993" y="87734"/>
                      <a:pt x="2195513" y="89639"/>
                    </a:cubicBezTo>
                    <a:cubicBezTo>
                      <a:pt x="2164080" y="90592"/>
                      <a:pt x="2132648" y="86782"/>
                      <a:pt x="2135505" y="69637"/>
                    </a:cubicBezTo>
                    <a:cubicBezTo>
                      <a:pt x="2138363" y="52492"/>
                      <a:pt x="2086928" y="48682"/>
                      <a:pt x="2082165" y="35347"/>
                    </a:cubicBezTo>
                    <a:cubicBezTo>
                      <a:pt x="2077403" y="22964"/>
                      <a:pt x="1979295" y="32489"/>
                      <a:pt x="1958340" y="18202"/>
                    </a:cubicBezTo>
                    <a:cubicBezTo>
                      <a:pt x="1937385" y="3914"/>
                      <a:pt x="1876425" y="-2753"/>
                      <a:pt x="1824038" y="1057"/>
                    </a:cubicBezTo>
                    <a:cubicBezTo>
                      <a:pt x="1771650" y="4867"/>
                      <a:pt x="1664970" y="3914"/>
                      <a:pt x="1640205" y="6772"/>
                    </a:cubicBezTo>
                    <a:cubicBezTo>
                      <a:pt x="1615440" y="9629"/>
                      <a:pt x="1599248" y="19154"/>
                      <a:pt x="1577340" y="18202"/>
                    </a:cubicBezTo>
                    <a:cubicBezTo>
                      <a:pt x="1555432" y="17249"/>
                      <a:pt x="1521143" y="24869"/>
                      <a:pt x="1534478" y="41062"/>
                    </a:cubicBezTo>
                    <a:cubicBezTo>
                      <a:pt x="1558290" y="68684"/>
                      <a:pt x="1499235" y="80114"/>
                      <a:pt x="1503045" y="59159"/>
                    </a:cubicBezTo>
                    <a:cubicBezTo>
                      <a:pt x="1506855" y="38204"/>
                      <a:pt x="1451610" y="27727"/>
                      <a:pt x="1435418" y="43919"/>
                    </a:cubicBezTo>
                    <a:cubicBezTo>
                      <a:pt x="1416368" y="62017"/>
                      <a:pt x="1327785" y="25822"/>
                      <a:pt x="1315403" y="43919"/>
                    </a:cubicBezTo>
                    <a:cubicBezTo>
                      <a:pt x="1302068" y="62017"/>
                      <a:pt x="1199198" y="56302"/>
                      <a:pt x="1168718" y="62017"/>
                    </a:cubicBezTo>
                    <a:cubicBezTo>
                      <a:pt x="1138238" y="67732"/>
                      <a:pt x="1215390" y="91544"/>
                      <a:pt x="1213485" y="105832"/>
                    </a:cubicBezTo>
                    <a:cubicBezTo>
                      <a:pt x="1210628" y="120119"/>
                      <a:pt x="1115378" y="105832"/>
                      <a:pt x="1135380" y="131549"/>
                    </a:cubicBezTo>
                    <a:cubicBezTo>
                      <a:pt x="1155382" y="157267"/>
                      <a:pt x="1217295" y="175364"/>
                      <a:pt x="1247775" y="207749"/>
                    </a:cubicBezTo>
                    <a:cubicBezTo>
                      <a:pt x="1278255" y="240134"/>
                      <a:pt x="1223963" y="220132"/>
                      <a:pt x="1190625" y="196319"/>
                    </a:cubicBezTo>
                    <a:cubicBezTo>
                      <a:pt x="1156335" y="172507"/>
                      <a:pt x="1113473" y="181079"/>
                      <a:pt x="1092518" y="157267"/>
                    </a:cubicBezTo>
                    <a:cubicBezTo>
                      <a:pt x="1071563" y="133454"/>
                      <a:pt x="993457" y="115357"/>
                      <a:pt x="973455" y="128692"/>
                    </a:cubicBezTo>
                    <a:cubicBezTo>
                      <a:pt x="949643" y="145837"/>
                      <a:pt x="1026795" y="176317"/>
                      <a:pt x="1026795" y="195367"/>
                    </a:cubicBezTo>
                    <a:cubicBezTo>
                      <a:pt x="1026795" y="213464"/>
                      <a:pt x="974407" y="191557"/>
                      <a:pt x="965835" y="198224"/>
                    </a:cubicBezTo>
                    <a:cubicBezTo>
                      <a:pt x="956310" y="204892"/>
                      <a:pt x="910590" y="150599"/>
                      <a:pt x="884873" y="150599"/>
                    </a:cubicBezTo>
                    <a:cubicBezTo>
                      <a:pt x="859155" y="150599"/>
                      <a:pt x="881063" y="176317"/>
                      <a:pt x="881063" y="211559"/>
                    </a:cubicBezTo>
                    <a:cubicBezTo>
                      <a:pt x="881063" y="246802"/>
                      <a:pt x="829628" y="267757"/>
                      <a:pt x="844868" y="243944"/>
                    </a:cubicBezTo>
                    <a:cubicBezTo>
                      <a:pt x="859155" y="220132"/>
                      <a:pt x="848678" y="158219"/>
                      <a:pt x="821055" y="146789"/>
                    </a:cubicBezTo>
                    <a:cubicBezTo>
                      <a:pt x="793432" y="135359"/>
                      <a:pt x="722948" y="170602"/>
                      <a:pt x="686753" y="169649"/>
                    </a:cubicBezTo>
                    <a:cubicBezTo>
                      <a:pt x="650557" y="168697"/>
                      <a:pt x="601980" y="181079"/>
                      <a:pt x="633413" y="201082"/>
                    </a:cubicBezTo>
                    <a:cubicBezTo>
                      <a:pt x="664845" y="221084"/>
                      <a:pt x="632460" y="232514"/>
                      <a:pt x="604838" y="210607"/>
                    </a:cubicBezTo>
                    <a:cubicBezTo>
                      <a:pt x="577215" y="189652"/>
                      <a:pt x="487680" y="210607"/>
                      <a:pt x="505778" y="224894"/>
                    </a:cubicBezTo>
                    <a:cubicBezTo>
                      <a:pt x="523875" y="239182"/>
                      <a:pt x="530543" y="280139"/>
                      <a:pt x="519113" y="297284"/>
                    </a:cubicBezTo>
                    <a:cubicBezTo>
                      <a:pt x="507683" y="314429"/>
                      <a:pt x="469583" y="280139"/>
                      <a:pt x="434340" y="282997"/>
                    </a:cubicBezTo>
                    <a:cubicBezTo>
                      <a:pt x="399098" y="285854"/>
                      <a:pt x="223838" y="376342"/>
                      <a:pt x="234315" y="400154"/>
                    </a:cubicBezTo>
                    <a:cubicBezTo>
                      <a:pt x="244793" y="423967"/>
                      <a:pt x="319088" y="403964"/>
                      <a:pt x="342900" y="418252"/>
                    </a:cubicBezTo>
                    <a:cubicBezTo>
                      <a:pt x="366713" y="432539"/>
                      <a:pt x="335280" y="484927"/>
                      <a:pt x="306705" y="505882"/>
                    </a:cubicBezTo>
                    <a:cubicBezTo>
                      <a:pt x="278130" y="526837"/>
                      <a:pt x="170498" y="506834"/>
                      <a:pt x="168593" y="532552"/>
                    </a:cubicBezTo>
                    <a:cubicBezTo>
                      <a:pt x="165735" y="558269"/>
                      <a:pt x="0" y="562079"/>
                      <a:pt x="0" y="603037"/>
                    </a:cubicBezTo>
                    <a:cubicBezTo>
                      <a:pt x="0" y="618277"/>
                      <a:pt x="7620" y="634469"/>
                      <a:pt x="25718" y="638279"/>
                    </a:cubicBezTo>
                    <a:cubicBezTo>
                      <a:pt x="49530" y="643994"/>
                      <a:pt x="78105" y="635422"/>
                      <a:pt x="99060" y="661139"/>
                    </a:cubicBezTo>
                    <a:cubicBezTo>
                      <a:pt x="120015" y="686857"/>
                      <a:pt x="179070" y="687809"/>
                      <a:pt x="219075" y="670664"/>
                    </a:cubicBezTo>
                    <a:cubicBezTo>
                      <a:pt x="260033" y="653519"/>
                      <a:pt x="289560" y="673522"/>
                      <a:pt x="288608" y="699239"/>
                    </a:cubicBezTo>
                    <a:cubicBezTo>
                      <a:pt x="287655" y="724957"/>
                      <a:pt x="197168" y="689714"/>
                      <a:pt x="169545" y="707812"/>
                    </a:cubicBezTo>
                    <a:cubicBezTo>
                      <a:pt x="141923" y="725909"/>
                      <a:pt x="57150" y="710669"/>
                      <a:pt x="60960" y="730672"/>
                    </a:cubicBezTo>
                    <a:cubicBezTo>
                      <a:pt x="64770" y="750674"/>
                      <a:pt x="106680" y="745912"/>
                      <a:pt x="140970" y="753532"/>
                    </a:cubicBezTo>
                    <a:cubicBezTo>
                      <a:pt x="175260" y="760199"/>
                      <a:pt x="143828" y="776392"/>
                      <a:pt x="141923" y="791632"/>
                    </a:cubicBezTo>
                    <a:cubicBezTo>
                      <a:pt x="140970" y="806872"/>
                      <a:pt x="160020" y="804014"/>
                      <a:pt x="194310" y="823064"/>
                    </a:cubicBezTo>
                    <a:cubicBezTo>
                      <a:pt x="228600" y="841162"/>
                      <a:pt x="284798" y="852592"/>
                      <a:pt x="265748" y="831637"/>
                    </a:cubicBezTo>
                    <a:cubicBezTo>
                      <a:pt x="247650" y="810682"/>
                      <a:pt x="300990" y="813539"/>
                      <a:pt x="310515" y="825922"/>
                    </a:cubicBezTo>
                    <a:cubicBezTo>
                      <a:pt x="320040" y="838304"/>
                      <a:pt x="344805" y="807824"/>
                      <a:pt x="369570" y="814492"/>
                    </a:cubicBezTo>
                    <a:cubicBezTo>
                      <a:pt x="394335" y="821159"/>
                      <a:pt x="403860" y="788774"/>
                      <a:pt x="422910" y="803062"/>
                    </a:cubicBezTo>
                    <a:cubicBezTo>
                      <a:pt x="442913" y="817349"/>
                      <a:pt x="534353" y="825922"/>
                      <a:pt x="565785" y="844019"/>
                    </a:cubicBezTo>
                    <a:cubicBezTo>
                      <a:pt x="597218" y="862117"/>
                      <a:pt x="640080" y="866879"/>
                      <a:pt x="636270" y="893549"/>
                    </a:cubicBezTo>
                    <a:cubicBezTo>
                      <a:pt x="632460" y="920219"/>
                      <a:pt x="661988" y="940222"/>
                      <a:pt x="697230" y="957367"/>
                    </a:cubicBezTo>
                    <a:cubicBezTo>
                      <a:pt x="732473" y="974512"/>
                      <a:pt x="739140" y="1010707"/>
                      <a:pt x="738188" y="1034519"/>
                    </a:cubicBezTo>
                    <a:cubicBezTo>
                      <a:pt x="737235" y="1058332"/>
                      <a:pt x="776288" y="1075477"/>
                      <a:pt x="769620" y="1086907"/>
                    </a:cubicBezTo>
                    <a:cubicBezTo>
                      <a:pt x="762953" y="1098337"/>
                      <a:pt x="768668" y="1113577"/>
                      <a:pt x="791528" y="1136437"/>
                    </a:cubicBezTo>
                    <a:cubicBezTo>
                      <a:pt x="815340" y="1159297"/>
                      <a:pt x="755332" y="1175489"/>
                      <a:pt x="769620" y="1195492"/>
                    </a:cubicBezTo>
                    <a:cubicBezTo>
                      <a:pt x="783907" y="1215495"/>
                      <a:pt x="748665" y="1253595"/>
                      <a:pt x="790575" y="1260262"/>
                    </a:cubicBezTo>
                    <a:cubicBezTo>
                      <a:pt x="832485" y="1266929"/>
                      <a:pt x="825818" y="1228829"/>
                      <a:pt x="857250" y="1228829"/>
                    </a:cubicBezTo>
                    <a:cubicBezTo>
                      <a:pt x="888682" y="1228829"/>
                      <a:pt x="856298" y="1258357"/>
                      <a:pt x="872490" y="1276454"/>
                    </a:cubicBezTo>
                    <a:cubicBezTo>
                      <a:pt x="889635" y="1294552"/>
                      <a:pt x="924878" y="1290742"/>
                      <a:pt x="957263" y="1320270"/>
                    </a:cubicBezTo>
                    <a:cubicBezTo>
                      <a:pt x="989648" y="1349797"/>
                      <a:pt x="968693" y="1364084"/>
                      <a:pt x="939165" y="1340272"/>
                    </a:cubicBezTo>
                    <a:cubicBezTo>
                      <a:pt x="908685" y="1316459"/>
                      <a:pt x="822007" y="1322175"/>
                      <a:pt x="822007" y="1330747"/>
                    </a:cubicBezTo>
                    <a:cubicBezTo>
                      <a:pt x="822007" y="1339320"/>
                      <a:pt x="919163" y="1398375"/>
                      <a:pt x="941070" y="1389802"/>
                    </a:cubicBezTo>
                    <a:cubicBezTo>
                      <a:pt x="962978" y="1381229"/>
                      <a:pt x="993457" y="1425045"/>
                      <a:pt x="980123" y="1439332"/>
                    </a:cubicBezTo>
                    <a:cubicBezTo>
                      <a:pt x="966788" y="1453620"/>
                      <a:pt x="973455" y="1488862"/>
                      <a:pt x="970598" y="1506007"/>
                    </a:cubicBezTo>
                    <a:cubicBezTo>
                      <a:pt x="967740" y="1523152"/>
                      <a:pt x="935355" y="1506007"/>
                      <a:pt x="914400" y="1508865"/>
                    </a:cubicBezTo>
                    <a:cubicBezTo>
                      <a:pt x="893445" y="1511722"/>
                      <a:pt x="879157" y="1518390"/>
                      <a:pt x="879157" y="1543154"/>
                    </a:cubicBezTo>
                    <a:cubicBezTo>
                      <a:pt x="879157" y="1566967"/>
                      <a:pt x="846773" y="1584112"/>
                      <a:pt x="842963" y="1613640"/>
                    </a:cubicBezTo>
                    <a:cubicBezTo>
                      <a:pt x="839153" y="1643167"/>
                      <a:pt x="868680" y="1642215"/>
                      <a:pt x="885825" y="1654597"/>
                    </a:cubicBezTo>
                    <a:cubicBezTo>
                      <a:pt x="902970" y="1666979"/>
                      <a:pt x="854393" y="1675552"/>
                      <a:pt x="851535" y="1696507"/>
                    </a:cubicBezTo>
                    <a:cubicBezTo>
                      <a:pt x="848678" y="1717462"/>
                      <a:pt x="896303" y="1755562"/>
                      <a:pt x="912495" y="1766040"/>
                    </a:cubicBezTo>
                    <a:cubicBezTo>
                      <a:pt x="929640" y="1775565"/>
                      <a:pt x="913448" y="1824142"/>
                      <a:pt x="920115" y="1847954"/>
                    </a:cubicBezTo>
                    <a:cubicBezTo>
                      <a:pt x="926782" y="1871767"/>
                      <a:pt x="948690" y="1842240"/>
                      <a:pt x="945832" y="1873672"/>
                    </a:cubicBezTo>
                    <a:cubicBezTo>
                      <a:pt x="942975" y="1905104"/>
                      <a:pt x="966788" y="1903200"/>
                      <a:pt x="967740" y="1921297"/>
                    </a:cubicBezTo>
                    <a:cubicBezTo>
                      <a:pt x="968693" y="1939395"/>
                      <a:pt x="1009650" y="1936537"/>
                      <a:pt x="1002030" y="1962254"/>
                    </a:cubicBezTo>
                    <a:cubicBezTo>
                      <a:pt x="994410" y="1987972"/>
                      <a:pt x="1013460" y="2006070"/>
                      <a:pt x="1022985" y="2020357"/>
                    </a:cubicBezTo>
                    <a:cubicBezTo>
                      <a:pt x="1032510" y="2034645"/>
                      <a:pt x="1065848" y="2058457"/>
                      <a:pt x="1072515" y="2076554"/>
                    </a:cubicBezTo>
                    <a:cubicBezTo>
                      <a:pt x="1079182" y="2094652"/>
                      <a:pt x="1098232" y="2118465"/>
                      <a:pt x="1122045" y="2111797"/>
                    </a:cubicBezTo>
                    <a:cubicBezTo>
                      <a:pt x="1145857" y="2105130"/>
                      <a:pt x="1146810" y="2128942"/>
                      <a:pt x="1164907" y="2126085"/>
                    </a:cubicBezTo>
                    <a:cubicBezTo>
                      <a:pt x="1183005" y="2123227"/>
                      <a:pt x="1211580" y="2134657"/>
                      <a:pt x="1217295" y="2149897"/>
                    </a:cubicBezTo>
                    <a:cubicBezTo>
                      <a:pt x="1223010" y="2165137"/>
                      <a:pt x="1278255" y="2179425"/>
                      <a:pt x="1294448" y="2182282"/>
                    </a:cubicBezTo>
                    <a:cubicBezTo>
                      <a:pt x="1309688" y="2185140"/>
                      <a:pt x="1312545" y="2153707"/>
                      <a:pt x="1326832" y="2146087"/>
                    </a:cubicBezTo>
                    <a:cubicBezTo>
                      <a:pt x="1341120" y="2137515"/>
                      <a:pt x="1336357" y="2075602"/>
                      <a:pt x="1348740" y="2070840"/>
                    </a:cubicBezTo>
                    <a:cubicBezTo>
                      <a:pt x="1362075" y="2067029"/>
                      <a:pt x="1358265" y="2001307"/>
                      <a:pt x="1344930" y="1996545"/>
                    </a:cubicBezTo>
                    <a:cubicBezTo>
                      <a:pt x="1331595" y="1990829"/>
                      <a:pt x="1337310" y="1967970"/>
                      <a:pt x="1366838" y="1972732"/>
                    </a:cubicBezTo>
                    <a:cubicBezTo>
                      <a:pt x="1397318" y="1976542"/>
                      <a:pt x="1386840" y="1944157"/>
                      <a:pt x="1401128" y="1940347"/>
                    </a:cubicBezTo>
                    <a:cubicBezTo>
                      <a:pt x="1415415" y="1936537"/>
                      <a:pt x="1408748" y="1906057"/>
                      <a:pt x="1419225" y="1903200"/>
                    </a:cubicBezTo>
                    <a:cubicBezTo>
                      <a:pt x="1429703" y="1900342"/>
                      <a:pt x="1428750" y="1880340"/>
                      <a:pt x="1420178" y="1868909"/>
                    </a:cubicBezTo>
                    <a:cubicBezTo>
                      <a:pt x="1412557" y="1857479"/>
                      <a:pt x="1421130" y="1848907"/>
                      <a:pt x="1437323" y="1846050"/>
                    </a:cubicBezTo>
                    <a:cubicBezTo>
                      <a:pt x="1452563" y="1843192"/>
                      <a:pt x="1448753" y="1819379"/>
                      <a:pt x="1427798" y="1810807"/>
                    </a:cubicBezTo>
                    <a:cubicBezTo>
                      <a:pt x="1406843" y="1802234"/>
                      <a:pt x="1413510" y="1776517"/>
                      <a:pt x="1434465" y="1792709"/>
                    </a:cubicBezTo>
                    <a:cubicBezTo>
                      <a:pt x="1455420" y="1807950"/>
                      <a:pt x="1470660" y="1796520"/>
                      <a:pt x="1459230" y="1780327"/>
                    </a:cubicBezTo>
                    <a:cubicBezTo>
                      <a:pt x="1447800" y="1763182"/>
                      <a:pt x="1473518" y="1754609"/>
                      <a:pt x="1501140" y="1751752"/>
                    </a:cubicBezTo>
                    <a:cubicBezTo>
                      <a:pt x="1528763" y="1748895"/>
                      <a:pt x="1543050" y="1733654"/>
                      <a:pt x="1537335" y="1710795"/>
                    </a:cubicBezTo>
                    <a:cubicBezTo>
                      <a:pt x="1532573" y="1687934"/>
                      <a:pt x="1568768" y="1689840"/>
                      <a:pt x="1559243" y="1709842"/>
                    </a:cubicBezTo>
                    <a:cubicBezTo>
                      <a:pt x="1549718" y="1729845"/>
                      <a:pt x="1555432" y="1748895"/>
                      <a:pt x="1568768" y="1735559"/>
                    </a:cubicBezTo>
                    <a:cubicBezTo>
                      <a:pt x="1582103" y="1721272"/>
                      <a:pt x="1606868" y="1731750"/>
                      <a:pt x="1650682" y="1717462"/>
                    </a:cubicBezTo>
                    <a:cubicBezTo>
                      <a:pt x="1695450" y="1703175"/>
                      <a:pt x="1738313" y="1664122"/>
                      <a:pt x="1748790" y="1626022"/>
                    </a:cubicBezTo>
                    <a:cubicBezTo>
                      <a:pt x="1759268" y="1587922"/>
                      <a:pt x="1809750" y="1591732"/>
                      <a:pt x="1804035" y="1566967"/>
                    </a:cubicBezTo>
                    <a:cubicBezTo>
                      <a:pt x="1797368" y="1541250"/>
                      <a:pt x="1813560" y="1531725"/>
                      <a:pt x="1845945" y="1548870"/>
                    </a:cubicBezTo>
                    <a:cubicBezTo>
                      <a:pt x="1878330" y="1566015"/>
                      <a:pt x="1852613" y="1537440"/>
                      <a:pt x="1888807" y="1537440"/>
                    </a:cubicBezTo>
                    <a:cubicBezTo>
                      <a:pt x="1925003" y="1537440"/>
                      <a:pt x="1919288" y="1523152"/>
                      <a:pt x="1954530" y="1522200"/>
                    </a:cubicBezTo>
                    <a:cubicBezTo>
                      <a:pt x="1989773" y="1521247"/>
                      <a:pt x="2081213" y="1504102"/>
                      <a:pt x="2112645" y="1475527"/>
                    </a:cubicBezTo>
                    <a:cubicBezTo>
                      <a:pt x="2144078" y="1446952"/>
                      <a:pt x="2210753" y="1423140"/>
                      <a:pt x="2238375" y="1405042"/>
                    </a:cubicBezTo>
                    <a:cubicBezTo>
                      <a:pt x="2265998" y="1386945"/>
                      <a:pt x="2272665" y="1370752"/>
                      <a:pt x="2255520" y="1381229"/>
                    </a:cubicBezTo>
                    <a:cubicBezTo>
                      <a:pt x="2238375" y="1390754"/>
                      <a:pt x="2203133" y="1392659"/>
                      <a:pt x="2177415" y="1385040"/>
                    </a:cubicBezTo>
                    <a:cubicBezTo>
                      <a:pt x="2151698" y="1378372"/>
                      <a:pt x="2109788" y="1353607"/>
                      <a:pt x="2079307" y="1372657"/>
                    </a:cubicBezTo>
                    <a:cubicBezTo>
                      <a:pt x="2048828" y="1390754"/>
                      <a:pt x="2067878" y="1345987"/>
                      <a:pt x="2092643" y="1341225"/>
                    </a:cubicBezTo>
                    <a:cubicBezTo>
                      <a:pt x="2117408" y="1337415"/>
                      <a:pt x="2106930" y="1324079"/>
                      <a:pt x="2100263" y="1296457"/>
                    </a:cubicBezTo>
                    <a:cubicBezTo>
                      <a:pt x="2093595" y="1267882"/>
                      <a:pt x="2142173" y="1286932"/>
                      <a:pt x="2163128" y="1319317"/>
                    </a:cubicBezTo>
                    <a:cubicBezTo>
                      <a:pt x="2184083" y="1351702"/>
                      <a:pt x="2224088" y="1365990"/>
                      <a:pt x="2260283" y="1354559"/>
                    </a:cubicBezTo>
                    <a:cubicBezTo>
                      <a:pt x="2295525" y="1343129"/>
                      <a:pt x="2261235" y="1312650"/>
                      <a:pt x="2275523" y="1290742"/>
                    </a:cubicBezTo>
                    <a:cubicBezTo>
                      <a:pt x="2289810" y="1269787"/>
                      <a:pt x="2166938" y="1203112"/>
                      <a:pt x="2160270" y="1180252"/>
                    </a:cubicBezTo>
                    <a:cubicBezTo>
                      <a:pt x="2153603" y="1157392"/>
                      <a:pt x="2191703" y="1173585"/>
                      <a:pt x="2225993" y="1188825"/>
                    </a:cubicBezTo>
                    <a:cubicBezTo>
                      <a:pt x="2260283" y="1204064"/>
                      <a:pt x="2267903" y="1159297"/>
                      <a:pt x="2267903" y="1139295"/>
                    </a:cubicBezTo>
                    <a:cubicBezTo>
                      <a:pt x="2267903" y="1119292"/>
                      <a:pt x="2194560" y="1118339"/>
                      <a:pt x="2162175" y="1138342"/>
                    </a:cubicBezTo>
                    <a:cubicBezTo>
                      <a:pt x="2129790" y="1158345"/>
                      <a:pt x="2098358" y="1112625"/>
                      <a:pt x="2142173" y="1106910"/>
                    </a:cubicBezTo>
                    <a:cubicBezTo>
                      <a:pt x="2186940" y="1101195"/>
                      <a:pt x="2145983" y="1081192"/>
                      <a:pt x="2159318" y="1067857"/>
                    </a:cubicBezTo>
                    <a:cubicBezTo>
                      <a:pt x="2172653" y="1053570"/>
                      <a:pt x="2228850" y="1108814"/>
                      <a:pt x="2257425" y="1099289"/>
                    </a:cubicBezTo>
                    <a:cubicBezTo>
                      <a:pt x="2286000" y="1089764"/>
                      <a:pt x="2306955" y="1100242"/>
                      <a:pt x="2331720" y="1079287"/>
                    </a:cubicBezTo>
                    <a:cubicBezTo>
                      <a:pt x="2356485" y="1058332"/>
                      <a:pt x="2286953" y="1038329"/>
                      <a:pt x="2272665" y="1020232"/>
                    </a:cubicBezTo>
                    <a:cubicBezTo>
                      <a:pt x="2258378" y="1002134"/>
                      <a:pt x="2344103" y="1008802"/>
                      <a:pt x="2370773" y="1010707"/>
                    </a:cubicBezTo>
                    <a:cubicBezTo>
                      <a:pt x="2396490" y="1011659"/>
                      <a:pt x="2403158" y="969749"/>
                      <a:pt x="2382203" y="978322"/>
                    </a:cubicBezTo>
                    <a:cubicBezTo>
                      <a:pt x="2361248" y="986894"/>
                      <a:pt x="2286953" y="949747"/>
                      <a:pt x="2302193" y="924982"/>
                    </a:cubicBezTo>
                    <a:cubicBezTo>
                      <a:pt x="2317433" y="899264"/>
                      <a:pt x="2346960" y="928792"/>
                      <a:pt x="2379345" y="910694"/>
                    </a:cubicBezTo>
                    <a:cubicBezTo>
                      <a:pt x="2411730" y="892597"/>
                      <a:pt x="2382203" y="823064"/>
                      <a:pt x="2358390" y="823064"/>
                    </a:cubicBezTo>
                    <a:cubicBezTo>
                      <a:pt x="2334578" y="823064"/>
                      <a:pt x="2280285" y="814492"/>
                      <a:pt x="2280285" y="802109"/>
                    </a:cubicBezTo>
                    <a:cubicBezTo>
                      <a:pt x="2280285" y="789727"/>
                      <a:pt x="2234565" y="778297"/>
                      <a:pt x="2247900" y="764962"/>
                    </a:cubicBezTo>
                    <a:cubicBezTo>
                      <a:pt x="2261235" y="752579"/>
                      <a:pt x="2278380" y="780202"/>
                      <a:pt x="2307908" y="756389"/>
                    </a:cubicBezTo>
                    <a:cubicBezTo>
                      <a:pt x="2338388" y="732577"/>
                      <a:pt x="2400300" y="762104"/>
                      <a:pt x="2427923" y="756389"/>
                    </a:cubicBezTo>
                    <a:cubicBezTo>
                      <a:pt x="2455545" y="750674"/>
                      <a:pt x="2416493" y="695429"/>
                      <a:pt x="2400300" y="705907"/>
                    </a:cubicBezTo>
                    <a:cubicBezTo>
                      <a:pt x="2385060" y="715432"/>
                      <a:pt x="2330768" y="718289"/>
                      <a:pt x="2326958" y="688762"/>
                    </a:cubicBezTo>
                    <a:cubicBezTo>
                      <a:pt x="2323148" y="659234"/>
                      <a:pt x="2378393" y="688762"/>
                      <a:pt x="2386965" y="674474"/>
                    </a:cubicBezTo>
                    <a:cubicBezTo>
                      <a:pt x="2396490" y="660187"/>
                      <a:pt x="2310765" y="623992"/>
                      <a:pt x="2298383" y="653519"/>
                    </a:cubicBezTo>
                    <a:cubicBezTo>
                      <a:pt x="2285048" y="683047"/>
                      <a:pt x="2238375" y="673522"/>
                      <a:pt x="2263140" y="656377"/>
                    </a:cubicBezTo>
                    <a:cubicBezTo>
                      <a:pt x="2287905" y="639232"/>
                      <a:pt x="2293620" y="591607"/>
                      <a:pt x="2290763" y="567794"/>
                    </a:cubicBezTo>
                    <a:cubicBezTo>
                      <a:pt x="2287905" y="543982"/>
                      <a:pt x="2379345" y="542077"/>
                      <a:pt x="2368868" y="503024"/>
                    </a:cubicBezTo>
                    <a:cubicBezTo>
                      <a:pt x="2358390" y="463972"/>
                      <a:pt x="2411730" y="455399"/>
                      <a:pt x="2442210" y="455399"/>
                    </a:cubicBezTo>
                    <a:cubicBezTo>
                      <a:pt x="2472690" y="455399"/>
                      <a:pt x="2441258" y="413489"/>
                      <a:pt x="2411730" y="417299"/>
                    </a:cubicBezTo>
                    <a:cubicBezTo>
                      <a:pt x="2383155" y="421109"/>
                      <a:pt x="2352675" y="456352"/>
                      <a:pt x="2338388" y="443017"/>
                    </a:cubicBezTo>
                    <a:cubicBezTo>
                      <a:pt x="2324100" y="428729"/>
                      <a:pt x="2372678" y="403964"/>
                      <a:pt x="2398395" y="403964"/>
                    </a:cubicBezTo>
                    <a:cubicBezTo>
                      <a:pt x="2424113" y="403964"/>
                      <a:pt x="2486978" y="401107"/>
                      <a:pt x="2509838" y="386819"/>
                    </a:cubicBezTo>
                    <a:cubicBezTo>
                      <a:pt x="2531745" y="372532"/>
                      <a:pt x="2470785" y="360149"/>
                      <a:pt x="2428875" y="365864"/>
                    </a:cubicBezTo>
                    <a:cubicBezTo>
                      <a:pt x="2386965" y="371579"/>
                      <a:pt x="2386965" y="351577"/>
                      <a:pt x="2449830" y="350624"/>
                    </a:cubicBezTo>
                    <a:cubicBezTo>
                      <a:pt x="2512695" y="349672"/>
                      <a:pt x="2502218" y="335384"/>
                      <a:pt x="2546985" y="329669"/>
                    </a:cubicBezTo>
                    <a:cubicBezTo>
                      <a:pt x="2591753" y="323954"/>
                      <a:pt x="2577465" y="303952"/>
                      <a:pt x="2604135" y="302999"/>
                    </a:cubicBezTo>
                    <a:cubicBezTo>
                      <a:pt x="2631758" y="302047"/>
                      <a:pt x="2703195" y="268709"/>
                      <a:pt x="2703195" y="253469"/>
                    </a:cubicBezTo>
                    <a:cubicBezTo>
                      <a:pt x="2703195" y="238229"/>
                      <a:pt x="2598420" y="200129"/>
                      <a:pt x="2550795" y="200129"/>
                    </a:cubicBezTo>
                    <a:close/>
                    <a:moveTo>
                      <a:pt x="922020" y="1428854"/>
                    </a:moveTo>
                    <a:cubicBezTo>
                      <a:pt x="922973" y="1405995"/>
                      <a:pt x="900113" y="1420282"/>
                      <a:pt x="886778" y="1393612"/>
                    </a:cubicBezTo>
                    <a:cubicBezTo>
                      <a:pt x="873443" y="1366942"/>
                      <a:pt x="806768" y="1355512"/>
                      <a:pt x="800100" y="1376467"/>
                    </a:cubicBezTo>
                    <a:cubicBezTo>
                      <a:pt x="797243" y="1385040"/>
                      <a:pt x="776288" y="1397422"/>
                      <a:pt x="793432" y="1417425"/>
                    </a:cubicBezTo>
                    <a:cubicBezTo>
                      <a:pt x="810578" y="1437427"/>
                      <a:pt x="822007" y="1428854"/>
                      <a:pt x="842010" y="1448857"/>
                    </a:cubicBezTo>
                    <a:cubicBezTo>
                      <a:pt x="862013" y="1468859"/>
                      <a:pt x="921068" y="1451715"/>
                      <a:pt x="922020" y="1428854"/>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27" name="Freeform: Shape 272">
                <a:extLst>
                  <a:ext uri="{FF2B5EF4-FFF2-40B4-BE49-F238E27FC236}">
                    <a16:creationId xmlns:a16="http://schemas.microsoft.com/office/drawing/2014/main" id="{BE630C47-EDA1-F2B8-A908-7734A4EB918A}"/>
                  </a:ext>
                </a:extLst>
              </p:cNvPr>
              <p:cNvSpPr/>
              <p:nvPr/>
            </p:nvSpPr>
            <p:spPr>
              <a:xfrm>
                <a:off x="3767068" y="1861432"/>
                <a:ext cx="34148" cy="19513"/>
              </a:xfrm>
              <a:custGeom>
                <a:avLst/>
                <a:gdLst>
                  <a:gd name="connsiteX0" fmla="*/ 56839 w 66675"/>
                  <a:gd name="connsiteY0" fmla="*/ 5040 h 38100"/>
                  <a:gd name="connsiteX1" fmla="*/ 13977 w 66675"/>
                  <a:gd name="connsiteY1" fmla="*/ 41235 h 38100"/>
                  <a:gd name="connsiteX2" fmla="*/ 56839 w 66675"/>
                  <a:gd name="connsiteY2" fmla="*/ 5040 h 38100"/>
                </a:gdLst>
                <a:ahLst/>
                <a:cxnLst>
                  <a:cxn ang="0">
                    <a:pos x="connsiteX0" y="connsiteY0"/>
                  </a:cxn>
                  <a:cxn ang="0">
                    <a:pos x="connsiteX1" y="connsiteY1"/>
                  </a:cxn>
                  <a:cxn ang="0">
                    <a:pos x="connsiteX2" y="connsiteY2"/>
                  </a:cxn>
                </a:cxnLst>
                <a:rect l="l" t="t" r="r" b="b"/>
                <a:pathLst>
                  <a:path w="66675" h="38100">
                    <a:moveTo>
                      <a:pt x="56839" y="5040"/>
                    </a:moveTo>
                    <a:cubicBezTo>
                      <a:pt x="21597" y="-14010"/>
                      <a:pt x="-23171" y="25995"/>
                      <a:pt x="13977" y="41235"/>
                    </a:cubicBezTo>
                    <a:cubicBezTo>
                      <a:pt x="45409" y="53618"/>
                      <a:pt x="92082" y="24090"/>
                      <a:pt x="56839" y="5040"/>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28" name="Freeform: Shape 273">
                <a:extLst>
                  <a:ext uri="{FF2B5EF4-FFF2-40B4-BE49-F238E27FC236}">
                    <a16:creationId xmlns:a16="http://schemas.microsoft.com/office/drawing/2014/main" id="{9D7E044F-FA6C-B5EC-2D2D-42A2330F10BE}"/>
                  </a:ext>
                </a:extLst>
              </p:cNvPr>
              <p:cNvSpPr/>
              <p:nvPr/>
            </p:nvSpPr>
            <p:spPr>
              <a:xfrm>
                <a:off x="3507894" y="2035288"/>
                <a:ext cx="141469" cy="131712"/>
              </a:xfrm>
              <a:custGeom>
                <a:avLst/>
                <a:gdLst>
                  <a:gd name="connsiteX0" fmla="*/ 143794 w 276225"/>
                  <a:gd name="connsiteY0" fmla="*/ 253270 h 257175"/>
                  <a:gd name="connsiteX1" fmla="*/ 221899 w 276225"/>
                  <a:gd name="connsiteY1" fmla="*/ 230410 h 257175"/>
                  <a:gd name="connsiteX2" fmla="*/ 280954 w 276225"/>
                  <a:gd name="connsiteY2" fmla="*/ 114205 h 257175"/>
                  <a:gd name="connsiteX3" fmla="*/ 253331 w 276225"/>
                  <a:gd name="connsiteY3" fmla="*/ 107537 h 257175"/>
                  <a:gd name="connsiteX4" fmla="*/ 247616 w 276225"/>
                  <a:gd name="connsiteY4" fmla="*/ 126587 h 257175"/>
                  <a:gd name="connsiteX5" fmla="*/ 192371 w 276225"/>
                  <a:gd name="connsiteY5" fmla="*/ 103727 h 257175"/>
                  <a:gd name="connsiteX6" fmla="*/ 249521 w 276225"/>
                  <a:gd name="connsiteY6" fmla="*/ 53245 h 257175"/>
                  <a:gd name="connsiteX7" fmla="*/ 218088 w 276225"/>
                  <a:gd name="connsiteY7" fmla="*/ 8477 h 257175"/>
                  <a:gd name="connsiteX8" fmla="*/ 160938 w 276225"/>
                  <a:gd name="connsiteY8" fmla="*/ 23717 h 257175"/>
                  <a:gd name="connsiteX9" fmla="*/ 135221 w 276225"/>
                  <a:gd name="connsiteY9" fmla="*/ 32290 h 257175"/>
                  <a:gd name="connsiteX10" fmla="*/ 59021 w 276225"/>
                  <a:gd name="connsiteY10" fmla="*/ 70390 h 257175"/>
                  <a:gd name="connsiteX11" fmla="*/ 107599 w 276225"/>
                  <a:gd name="connsiteY11" fmla="*/ 112300 h 257175"/>
                  <a:gd name="connsiteX12" fmla="*/ 19016 w 276225"/>
                  <a:gd name="connsiteY12" fmla="*/ 103727 h 257175"/>
                  <a:gd name="connsiteX13" fmla="*/ 52354 w 276225"/>
                  <a:gd name="connsiteY13" fmla="*/ 173260 h 257175"/>
                  <a:gd name="connsiteX14" fmla="*/ 143794 w 276225"/>
                  <a:gd name="connsiteY14" fmla="*/ 25327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6225" h="257175">
                    <a:moveTo>
                      <a:pt x="143794" y="253270"/>
                    </a:moveTo>
                    <a:cubicBezTo>
                      <a:pt x="186656" y="284702"/>
                      <a:pt x="173321" y="227552"/>
                      <a:pt x="221899" y="230410"/>
                    </a:cubicBezTo>
                    <a:cubicBezTo>
                      <a:pt x="270476" y="232315"/>
                      <a:pt x="273334" y="145637"/>
                      <a:pt x="280954" y="114205"/>
                    </a:cubicBezTo>
                    <a:cubicBezTo>
                      <a:pt x="288574" y="82772"/>
                      <a:pt x="241901" y="84677"/>
                      <a:pt x="253331" y="107537"/>
                    </a:cubicBezTo>
                    <a:cubicBezTo>
                      <a:pt x="264761" y="130397"/>
                      <a:pt x="251426" y="154210"/>
                      <a:pt x="247616" y="126587"/>
                    </a:cubicBezTo>
                    <a:cubicBezTo>
                      <a:pt x="243806" y="98965"/>
                      <a:pt x="206659" y="124682"/>
                      <a:pt x="192371" y="103727"/>
                    </a:cubicBezTo>
                    <a:cubicBezTo>
                      <a:pt x="179036" y="82772"/>
                      <a:pt x="235234" y="80867"/>
                      <a:pt x="249521" y="53245"/>
                    </a:cubicBezTo>
                    <a:cubicBezTo>
                      <a:pt x="262856" y="25622"/>
                      <a:pt x="204754" y="30385"/>
                      <a:pt x="218088" y="8477"/>
                    </a:cubicBezTo>
                    <a:cubicBezTo>
                      <a:pt x="231424" y="-12478"/>
                      <a:pt x="131411" y="10382"/>
                      <a:pt x="160938" y="23717"/>
                    </a:cubicBezTo>
                    <a:cubicBezTo>
                      <a:pt x="190466" y="36100"/>
                      <a:pt x="162844" y="53245"/>
                      <a:pt x="135221" y="32290"/>
                    </a:cubicBezTo>
                    <a:cubicBezTo>
                      <a:pt x="107599" y="11335"/>
                      <a:pt x="31399" y="46577"/>
                      <a:pt x="59021" y="70390"/>
                    </a:cubicBezTo>
                    <a:cubicBezTo>
                      <a:pt x="80929" y="89440"/>
                      <a:pt x="145699" y="58007"/>
                      <a:pt x="107599" y="112300"/>
                    </a:cubicBezTo>
                    <a:cubicBezTo>
                      <a:pt x="70451" y="167545"/>
                      <a:pt x="54259" y="97060"/>
                      <a:pt x="19016" y="103727"/>
                    </a:cubicBezTo>
                    <a:cubicBezTo>
                      <a:pt x="-16226" y="110395"/>
                      <a:pt x="-987" y="157067"/>
                      <a:pt x="52354" y="173260"/>
                    </a:cubicBezTo>
                    <a:cubicBezTo>
                      <a:pt x="106646" y="190405"/>
                      <a:pt x="100931" y="221837"/>
                      <a:pt x="143794" y="25327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30" name="Freeform: Shape 274">
                <a:extLst>
                  <a:ext uri="{FF2B5EF4-FFF2-40B4-BE49-F238E27FC236}">
                    <a16:creationId xmlns:a16="http://schemas.microsoft.com/office/drawing/2014/main" id="{8D204A62-96EC-89BD-A846-80DD50E11841}"/>
                  </a:ext>
                </a:extLst>
              </p:cNvPr>
              <p:cNvSpPr/>
              <p:nvPr/>
            </p:nvSpPr>
            <p:spPr>
              <a:xfrm>
                <a:off x="3461937" y="1971630"/>
                <a:ext cx="19513" cy="19513"/>
              </a:xfrm>
              <a:custGeom>
                <a:avLst/>
                <a:gdLst>
                  <a:gd name="connsiteX0" fmla="*/ 43026 w 38100"/>
                  <a:gd name="connsiteY0" fmla="*/ 34663 h 38100"/>
                  <a:gd name="connsiteX1" fmla="*/ 2069 w 38100"/>
                  <a:gd name="connsiteY1" fmla="*/ 11803 h 38100"/>
                  <a:gd name="connsiteX2" fmla="*/ 43026 w 38100"/>
                  <a:gd name="connsiteY2" fmla="*/ 34663 h 38100"/>
                </a:gdLst>
                <a:ahLst/>
                <a:cxnLst>
                  <a:cxn ang="0">
                    <a:pos x="connsiteX0" y="connsiteY0"/>
                  </a:cxn>
                  <a:cxn ang="0">
                    <a:pos x="connsiteX1" y="connsiteY1"/>
                  </a:cxn>
                  <a:cxn ang="0">
                    <a:pos x="connsiteX2" y="connsiteY2"/>
                  </a:cxn>
                </a:cxnLst>
                <a:rect l="l" t="t" r="r" b="b"/>
                <a:pathLst>
                  <a:path w="38100" h="38100">
                    <a:moveTo>
                      <a:pt x="43026" y="34663"/>
                    </a:moveTo>
                    <a:cubicBezTo>
                      <a:pt x="56361" y="17518"/>
                      <a:pt x="13499" y="-18677"/>
                      <a:pt x="2069" y="11803"/>
                    </a:cubicBezTo>
                    <a:cubicBezTo>
                      <a:pt x="-9361" y="41331"/>
                      <a:pt x="29691" y="52761"/>
                      <a:pt x="43026" y="34663"/>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31" name="Freeform: Shape 275">
                <a:extLst>
                  <a:ext uri="{FF2B5EF4-FFF2-40B4-BE49-F238E27FC236}">
                    <a16:creationId xmlns:a16="http://schemas.microsoft.com/office/drawing/2014/main" id="{B7191C17-652D-9B25-D2F5-A10EC0C0DE10}"/>
                  </a:ext>
                </a:extLst>
              </p:cNvPr>
              <p:cNvSpPr/>
              <p:nvPr/>
            </p:nvSpPr>
            <p:spPr>
              <a:xfrm>
                <a:off x="3640538" y="1967950"/>
                <a:ext cx="78052" cy="43904"/>
              </a:xfrm>
              <a:custGeom>
                <a:avLst/>
                <a:gdLst>
                  <a:gd name="connsiteX0" fmla="*/ 135305 w 152400"/>
                  <a:gd name="connsiteY0" fmla="*/ 88521 h 85725"/>
                  <a:gd name="connsiteX1" fmla="*/ 113398 w 152400"/>
                  <a:gd name="connsiteY1" fmla="*/ 8511 h 85725"/>
                  <a:gd name="connsiteX2" fmla="*/ 1955 w 152400"/>
                  <a:gd name="connsiteY2" fmla="*/ 55183 h 85725"/>
                  <a:gd name="connsiteX3" fmla="*/ 135305 w 152400"/>
                  <a:gd name="connsiteY3" fmla="*/ 88521 h 85725"/>
                </a:gdLst>
                <a:ahLst/>
                <a:cxnLst>
                  <a:cxn ang="0">
                    <a:pos x="connsiteX0" y="connsiteY0"/>
                  </a:cxn>
                  <a:cxn ang="0">
                    <a:pos x="connsiteX1" y="connsiteY1"/>
                  </a:cxn>
                  <a:cxn ang="0">
                    <a:pos x="connsiteX2" y="connsiteY2"/>
                  </a:cxn>
                  <a:cxn ang="0">
                    <a:pos x="connsiteX3" y="connsiteY3"/>
                  </a:cxn>
                </a:cxnLst>
                <a:rect l="l" t="t" r="r" b="b"/>
                <a:pathLst>
                  <a:path w="152400" h="85725">
                    <a:moveTo>
                      <a:pt x="135305" y="88521"/>
                    </a:moveTo>
                    <a:cubicBezTo>
                      <a:pt x="170548" y="86616"/>
                      <a:pt x="153403" y="39943"/>
                      <a:pt x="113398" y="8511"/>
                    </a:cubicBezTo>
                    <a:cubicBezTo>
                      <a:pt x="74345" y="-22922"/>
                      <a:pt x="-14237" y="41848"/>
                      <a:pt x="1955" y="55183"/>
                    </a:cubicBezTo>
                    <a:cubicBezTo>
                      <a:pt x="20053" y="69471"/>
                      <a:pt x="100063" y="91378"/>
                      <a:pt x="135305" y="88521"/>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33" name="Freeform: Shape 276">
                <a:extLst>
                  <a:ext uri="{FF2B5EF4-FFF2-40B4-BE49-F238E27FC236}">
                    <a16:creationId xmlns:a16="http://schemas.microsoft.com/office/drawing/2014/main" id="{768B65D6-05E4-5DBD-E43B-1C2FFAC50C6C}"/>
                  </a:ext>
                </a:extLst>
              </p:cNvPr>
              <p:cNvSpPr/>
              <p:nvPr/>
            </p:nvSpPr>
            <p:spPr>
              <a:xfrm>
                <a:off x="3134982" y="2054884"/>
                <a:ext cx="409771" cy="234154"/>
              </a:xfrm>
              <a:custGeom>
                <a:avLst/>
                <a:gdLst>
                  <a:gd name="connsiteX0" fmla="*/ 740480 w 800100"/>
                  <a:gd name="connsiteY0" fmla="*/ 351214 h 457200"/>
                  <a:gd name="connsiteX1" fmla="*/ 803344 w 800100"/>
                  <a:gd name="connsiteY1" fmla="*/ 349309 h 457200"/>
                  <a:gd name="connsiteX2" fmla="*/ 725240 w 800100"/>
                  <a:gd name="connsiteY2" fmla="*/ 285491 h 457200"/>
                  <a:gd name="connsiteX3" fmla="*/ 654755 w 800100"/>
                  <a:gd name="connsiteY3" fmla="*/ 247391 h 457200"/>
                  <a:gd name="connsiteX4" fmla="*/ 636657 w 800100"/>
                  <a:gd name="connsiteY4" fmla="*/ 179764 h 457200"/>
                  <a:gd name="connsiteX5" fmla="*/ 618559 w 800100"/>
                  <a:gd name="connsiteY5" fmla="*/ 72131 h 457200"/>
                  <a:gd name="connsiteX6" fmla="*/ 624274 w 800100"/>
                  <a:gd name="connsiteY6" fmla="*/ 4504 h 457200"/>
                  <a:gd name="connsiteX7" fmla="*/ 537597 w 800100"/>
                  <a:gd name="connsiteY7" fmla="*/ 25459 h 457200"/>
                  <a:gd name="connsiteX8" fmla="*/ 592842 w 800100"/>
                  <a:gd name="connsiteY8" fmla="*/ 75941 h 457200"/>
                  <a:gd name="connsiteX9" fmla="*/ 531882 w 800100"/>
                  <a:gd name="connsiteY9" fmla="*/ 50224 h 457200"/>
                  <a:gd name="connsiteX10" fmla="*/ 485209 w 800100"/>
                  <a:gd name="connsiteY10" fmla="*/ 50224 h 457200"/>
                  <a:gd name="connsiteX11" fmla="*/ 514737 w 800100"/>
                  <a:gd name="connsiteY11" fmla="*/ 166429 h 457200"/>
                  <a:gd name="connsiteX12" fmla="*/ 487115 w 800100"/>
                  <a:gd name="connsiteY12" fmla="*/ 192146 h 457200"/>
                  <a:gd name="connsiteX13" fmla="*/ 453777 w 800100"/>
                  <a:gd name="connsiteY13" fmla="*/ 109279 h 457200"/>
                  <a:gd name="connsiteX14" fmla="*/ 371862 w 800100"/>
                  <a:gd name="connsiteY14" fmla="*/ 74989 h 457200"/>
                  <a:gd name="connsiteX15" fmla="*/ 405199 w 800100"/>
                  <a:gd name="connsiteY15" fmla="*/ 114994 h 457200"/>
                  <a:gd name="connsiteX16" fmla="*/ 353765 w 800100"/>
                  <a:gd name="connsiteY16" fmla="*/ 118804 h 457200"/>
                  <a:gd name="connsiteX17" fmla="*/ 340430 w 800100"/>
                  <a:gd name="connsiteY17" fmla="*/ 106421 h 457200"/>
                  <a:gd name="connsiteX18" fmla="*/ 269944 w 800100"/>
                  <a:gd name="connsiteY18" fmla="*/ 70226 h 457200"/>
                  <a:gd name="connsiteX19" fmla="*/ 240417 w 800100"/>
                  <a:gd name="connsiteY19" fmla="*/ 114994 h 457200"/>
                  <a:gd name="connsiteX20" fmla="*/ 207079 w 800100"/>
                  <a:gd name="connsiteY20" fmla="*/ 99754 h 457200"/>
                  <a:gd name="connsiteX21" fmla="*/ 214699 w 800100"/>
                  <a:gd name="connsiteY21" fmla="*/ 44509 h 457200"/>
                  <a:gd name="connsiteX22" fmla="*/ 103257 w 800100"/>
                  <a:gd name="connsiteY22" fmla="*/ 72131 h 457200"/>
                  <a:gd name="connsiteX23" fmla="*/ 23247 w 800100"/>
                  <a:gd name="connsiteY23" fmla="*/ 122614 h 457200"/>
                  <a:gd name="connsiteX24" fmla="*/ 9912 w 800100"/>
                  <a:gd name="connsiteY24" fmla="*/ 156904 h 457200"/>
                  <a:gd name="connsiteX25" fmla="*/ 31819 w 800100"/>
                  <a:gd name="connsiteY25" fmla="*/ 196909 h 457200"/>
                  <a:gd name="connsiteX26" fmla="*/ 49917 w 800100"/>
                  <a:gd name="connsiteY26" fmla="*/ 219769 h 457200"/>
                  <a:gd name="connsiteX27" fmla="*/ 153739 w 800100"/>
                  <a:gd name="connsiteY27" fmla="*/ 204529 h 457200"/>
                  <a:gd name="connsiteX28" fmla="*/ 38487 w 800100"/>
                  <a:gd name="connsiteY28" fmla="*/ 253106 h 457200"/>
                  <a:gd name="connsiteX29" fmla="*/ 168027 w 800100"/>
                  <a:gd name="connsiteY29" fmla="*/ 282634 h 457200"/>
                  <a:gd name="connsiteX30" fmla="*/ 318522 w 800100"/>
                  <a:gd name="connsiteY30" fmla="*/ 305494 h 457200"/>
                  <a:gd name="connsiteX31" fmla="*/ 205174 w 800100"/>
                  <a:gd name="connsiteY31" fmla="*/ 314066 h 457200"/>
                  <a:gd name="connsiteX32" fmla="*/ 75634 w 800100"/>
                  <a:gd name="connsiteY32" fmla="*/ 345499 h 457200"/>
                  <a:gd name="connsiteX33" fmla="*/ 136594 w 800100"/>
                  <a:gd name="connsiteY33" fmla="*/ 390266 h 457200"/>
                  <a:gd name="connsiteX34" fmla="*/ 238512 w 800100"/>
                  <a:gd name="connsiteY34" fmla="*/ 413126 h 457200"/>
                  <a:gd name="connsiteX35" fmla="*/ 334715 w 800100"/>
                  <a:gd name="connsiteY35" fmla="*/ 459799 h 457200"/>
                  <a:gd name="connsiteX36" fmla="*/ 468065 w 800100"/>
                  <a:gd name="connsiteY36" fmla="*/ 428366 h 457200"/>
                  <a:gd name="connsiteX37" fmla="*/ 532834 w 800100"/>
                  <a:gd name="connsiteY37" fmla="*/ 398839 h 457200"/>
                  <a:gd name="connsiteX38" fmla="*/ 566172 w 800100"/>
                  <a:gd name="connsiteY38" fmla="*/ 400744 h 457200"/>
                  <a:gd name="connsiteX39" fmla="*/ 623322 w 800100"/>
                  <a:gd name="connsiteY39" fmla="*/ 421699 h 457200"/>
                  <a:gd name="connsiteX40" fmla="*/ 762387 w 800100"/>
                  <a:gd name="connsiteY40" fmla="*/ 423604 h 457200"/>
                  <a:gd name="connsiteX41" fmla="*/ 732859 w 800100"/>
                  <a:gd name="connsiteY41" fmla="*/ 381694 h 457200"/>
                  <a:gd name="connsiteX42" fmla="*/ 699522 w 800100"/>
                  <a:gd name="connsiteY42" fmla="*/ 379789 h 457200"/>
                  <a:gd name="connsiteX43" fmla="*/ 740480 w 800100"/>
                  <a:gd name="connsiteY43" fmla="*/ 351214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800100" h="457200">
                    <a:moveTo>
                      <a:pt x="740480" y="351214"/>
                    </a:moveTo>
                    <a:cubicBezTo>
                      <a:pt x="751909" y="335974"/>
                      <a:pt x="801440" y="380741"/>
                      <a:pt x="803344" y="349309"/>
                    </a:cubicBezTo>
                    <a:cubicBezTo>
                      <a:pt x="805249" y="317876"/>
                      <a:pt x="748099" y="302636"/>
                      <a:pt x="725240" y="285491"/>
                    </a:cubicBezTo>
                    <a:cubicBezTo>
                      <a:pt x="701427" y="268346"/>
                      <a:pt x="691902" y="276919"/>
                      <a:pt x="654755" y="247391"/>
                    </a:cubicBezTo>
                    <a:cubicBezTo>
                      <a:pt x="617607" y="217864"/>
                      <a:pt x="664280" y="202624"/>
                      <a:pt x="636657" y="179764"/>
                    </a:cubicBezTo>
                    <a:cubicBezTo>
                      <a:pt x="609034" y="156904"/>
                      <a:pt x="599509" y="93086"/>
                      <a:pt x="618559" y="72131"/>
                    </a:cubicBezTo>
                    <a:cubicBezTo>
                      <a:pt x="638562" y="51176"/>
                      <a:pt x="659517" y="18791"/>
                      <a:pt x="624274" y="4504"/>
                    </a:cubicBezTo>
                    <a:cubicBezTo>
                      <a:pt x="589032" y="-10736"/>
                      <a:pt x="531882" y="16886"/>
                      <a:pt x="537597" y="25459"/>
                    </a:cubicBezTo>
                    <a:cubicBezTo>
                      <a:pt x="543312" y="34031"/>
                      <a:pt x="592842" y="63559"/>
                      <a:pt x="592842" y="75941"/>
                    </a:cubicBezTo>
                    <a:cubicBezTo>
                      <a:pt x="592842" y="88324"/>
                      <a:pt x="548074" y="39746"/>
                      <a:pt x="531882" y="50224"/>
                    </a:cubicBezTo>
                    <a:cubicBezTo>
                      <a:pt x="516642" y="60701"/>
                      <a:pt x="498544" y="29269"/>
                      <a:pt x="485209" y="50224"/>
                    </a:cubicBezTo>
                    <a:cubicBezTo>
                      <a:pt x="471874" y="71179"/>
                      <a:pt x="503307" y="145474"/>
                      <a:pt x="514737" y="166429"/>
                    </a:cubicBezTo>
                    <a:cubicBezTo>
                      <a:pt x="526167" y="187384"/>
                      <a:pt x="503307" y="187384"/>
                      <a:pt x="487115" y="192146"/>
                    </a:cubicBezTo>
                    <a:cubicBezTo>
                      <a:pt x="471874" y="195956"/>
                      <a:pt x="469017" y="133091"/>
                      <a:pt x="453777" y="109279"/>
                    </a:cubicBezTo>
                    <a:cubicBezTo>
                      <a:pt x="438537" y="86419"/>
                      <a:pt x="375672" y="58796"/>
                      <a:pt x="371862" y="74989"/>
                    </a:cubicBezTo>
                    <a:cubicBezTo>
                      <a:pt x="368052" y="92134"/>
                      <a:pt x="410915" y="92134"/>
                      <a:pt x="405199" y="114994"/>
                    </a:cubicBezTo>
                    <a:cubicBezTo>
                      <a:pt x="399484" y="137854"/>
                      <a:pt x="375672" y="99754"/>
                      <a:pt x="353765" y="118804"/>
                    </a:cubicBezTo>
                    <a:cubicBezTo>
                      <a:pt x="331857" y="137854"/>
                      <a:pt x="335667" y="125471"/>
                      <a:pt x="340430" y="106421"/>
                    </a:cubicBezTo>
                    <a:cubicBezTo>
                      <a:pt x="344240" y="87371"/>
                      <a:pt x="308997" y="66416"/>
                      <a:pt x="269944" y="70226"/>
                    </a:cubicBezTo>
                    <a:cubicBezTo>
                      <a:pt x="230892" y="74036"/>
                      <a:pt x="251847" y="104516"/>
                      <a:pt x="240417" y="114994"/>
                    </a:cubicBezTo>
                    <a:cubicBezTo>
                      <a:pt x="228987" y="125471"/>
                      <a:pt x="169932" y="108326"/>
                      <a:pt x="207079" y="99754"/>
                    </a:cubicBezTo>
                    <a:cubicBezTo>
                      <a:pt x="244227" y="91181"/>
                      <a:pt x="228987" y="68321"/>
                      <a:pt x="214699" y="44509"/>
                    </a:cubicBezTo>
                    <a:cubicBezTo>
                      <a:pt x="201364" y="21649"/>
                      <a:pt x="163264" y="48319"/>
                      <a:pt x="103257" y="72131"/>
                    </a:cubicBezTo>
                    <a:cubicBezTo>
                      <a:pt x="42297" y="94991"/>
                      <a:pt x="14674" y="120709"/>
                      <a:pt x="23247" y="122614"/>
                    </a:cubicBezTo>
                    <a:cubicBezTo>
                      <a:pt x="30867" y="124519"/>
                      <a:pt x="32772" y="134996"/>
                      <a:pt x="9912" y="156904"/>
                    </a:cubicBezTo>
                    <a:cubicBezTo>
                      <a:pt x="-13901" y="177859"/>
                      <a:pt x="9912" y="196909"/>
                      <a:pt x="31819" y="196909"/>
                    </a:cubicBezTo>
                    <a:cubicBezTo>
                      <a:pt x="53727" y="196909"/>
                      <a:pt x="34677" y="215959"/>
                      <a:pt x="49917" y="219769"/>
                    </a:cubicBezTo>
                    <a:cubicBezTo>
                      <a:pt x="63252" y="223579"/>
                      <a:pt x="134689" y="190241"/>
                      <a:pt x="153739" y="204529"/>
                    </a:cubicBezTo>
                    <a:cubicBezTo>
                      <a:pt x="173742" y="219769"/>
                      <a:pt x="38487" y="227389"/>
                      <a:pt x="38487" y="253106"/>
                    </a:cubicBezTo>
                    <a:cubicBezTo>
                      <a:pt x="38487" y="278824"/>
                      <a:pt x="112782" y="293111"/>
                      <a:pt x="168027" y="282634"/>
                    </a:cubicBezTo>
                    <a:cubicBezTo>
                      <a:pt x="223272" y="272156"/>
                      <a:pt x="318522" y="291206"/>
                      <a:pt x="318522" y="305494"/>
                    </a:cubicBezTo>
                    <a:cubicBezTo>
                      <a:pt x="318522" y="320734"/>
                      <a:pt x="253752" y="315971"/>
                      <a:pt x="205174" y="314066"/>
                    </a:cubicBezTo>
                    <a:cubicBezTo>
                      <a:pt x="156597" y="312161"/>
                      <a:pt x="71824" y="329306"/>
                      <a:pt x="75634" y="345499"/>
                    </a:cubicBezTo>
                    <a:cubicBezTo>
                      <a:pt x="80397" y="364549"/>
                      <a:pt x="85159" y="364549"/>
                      <a:pt x="136594" y="390266"/>
                    </a:cubicBezTo>
                    <a:cubicBezTo>
                      <a:pt x="188029" y="415984"/>
                      <a:pt x="240417" y="377884"/>
                      <a:pt x="238512" y="413126"/>
                    </a:cubicBezTo>
                    <a:cubicBezTo>
                      <a:pt x="236607" y="449321"/>
                      <a:pt x="266134" y="457894"/>
                      <a:pt x="334715" y="459799"/>
                    </a:cubicBezTo>
                    <a:cubicBezTo>
                      <a:pt x="403294" y="461704"/>
                      <a:pt x="434727" y="425509"/>
                      <a:pt x="468065" y="428366"/>
                    </a:cubicBezTo>
                    <a:cubicBezTo>
                      <a:pt x="501402" y="430271"/>
                      <a:pt x="516642" y="424556"/>
                      <a:pt x="532834" y="398839"/>
                    </a:cubicBezTo>
                    <a:cubicBezTo>
                      <a:pt x="548074" y="373121"/>
                      <a:pt x="562362" y="388361"/>
                      <a:pt x="566172" y="400744"/>
                    </a:cubicBezTo>
                    <a:cubicBezTo>
                      <a:pt x="569982" y="413126"/>
                      <a:pt x="612844" y="411221"/>
                      <a:pt x="623322" y="421699"/>
                    </a:cubicBezTo>
                    <a:cubicBezTo>
                      <a:pt x="648087" y="448369"/>
                      <a:pt x="730955" y="440749"/>
                      <a:pt x="762387" y="423604"/>
                    </a:cubicBezTo>
                    <a:cubicBezTo>
                      <a:pt x="793819" y="406459"/>
                      <a:pt x="749052" y="359786"/>
                      <a:pt x="732859" y="381694"/>
                    </a:cubicBezTo>
                    <a:cubicBezTo>
                      <a:pt x="717619" y="402649"/>
                      <a:pt x="703332" y="390266"/>
                      <a:pt x="699522" y="379789"/>
                    </a:cubicBezTo>
                    <a:cubicBezTo>
                      <a:pt x="693807" y="372169"/>
                      <a:pt x="729049" y="365501"/>
                      <a:pt x="740480" y="351214"/>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34" name="Freeform: Shape 277">
                <a:extLst>
                  <a:ext uri="{FF2B5EF4-FFF2-40B4-BE49-F238E27FC236}">
                    <a16:creationId xmlns:a16="http://schemas.microsoft.com/office/drawing/2014/main" id="{04C9F8BB-FEE3-C54D-85F4-C3DDB4E8A70F}"/>
                  </a:ext>
                </a:extLst>
              </p:cNvPr>
              <p:cNvSpPr/>
              <p:nvPr/>
            </p:nvSpPr>
            <p:spPr>
              <a:xfrm>
                <a:off x="3653487" y="1853212"/>
                <a:ext cx="63417" cy="19513"/>
              </a:xfrm>
              <a:custGeom>
                <a:avLst/>
                <a:gdLst>
                  <a:gd name="connsiteX0" fmla="*/ 131930 w 123825"/>
                  <a:gd name="connsiteY0" fmla="*/ 3943 h 38100"/>
                  <a:gd name="connsiteX1" fmla="*/ 2390 w 123825"/>
                  <a:gd name="connsiteY1" fmla="*/ 29661 h 38100"/>
                  <a:gd name="connsiteX2" fmla="*/ 131930 w 123825"/>
                  <a:gd name="connsiteY2" fmla="*/ 3943 h 38100"/>
                </a:gdLst>
                <a:ahLst/>
                <a:cxnLst>
                  <a:cxn ang="0">
                    <a:pos x="connsiteX0" y="connsiteY0"/>
                  </a:cxn>
                  <a:cxn ang="0">
                    <a:pos x="connsiteX1" y="connsiteY1"/>
                  </a:cxn>
                  <a:cxn ang="0">
                    <a:pos x="connsiteX2" y="connsiteY2"/>
                  </a:cxn>
                </a:cxnLst>
                <a:rect l="l" t="t" r="r" b="b"/>
                <a:pathLst>
                  <a:path w="123825" h="38100">
                    <a:moveTo>
                      <a:pt x="131930" y="3943"/>
                    </a:moveTo>
                    <a:cubicBezTo>
                      <a:pt x="128120" y="-8439"/>
                      <a:pt x="-20470" y="10611"/>
                      <a:pt x="2390" y="29661"/>
                    </a:cubicBezTo>
                    <a:cubicBezTo>
                      <a:pt x="41442" y="61093"/>
                      <a:pt x="135740" y="16326"/>
                      <a:pt x="131930" y="3943"/>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35" name="Freeform: Shape 278">
                <a:extLst>
                  <a:ext uri="{FF2B5EF4-FFF2-40B4-BE49-F238E27FC236}">
                    <a16:creationId xmlns:a16="http://schemas.microsoft.com/office/drawing/2014/main" id="{89EA9A5B-9353-FB86-4E58-5407C997B712}"/>
                  </a:ext>
                </a:extLst>
              </p:cNvPr>
              <p:cNvSpPr/>
              <p:nvPr/>
            </p:nvSpPr>
            <p:spPr>
              <a:xfrm>
                <a:off x="3999948" y="2052754"/>
                <a:ext cx="102443" cy="48782"/>
              </a:xfrm>
              <a:custGeom>
                <a:avLst/>
                <a:gdLst>
                  <a:gd name="connsiteX0" fmla="*/ 2180 w 200025"/>
                  <a:gd name="connsiteY0" fmla="*/ 9614 h 95250"/>
                  <a:gd name="connsiteX1" fmla="*/ 29802 w 200025"/>
                  <a:gd name="connsiteY1" fmla="*/ 68669 h 95250"/>
                  <a:gd name="connsiteX2" fmla="*/ 96477 w 200025"/>
                  <a:gd name="connsiteY2" fmla="*/ 91529 h 95250"/>
                  <a:gd name="connsiteX3" fmla="*/ 202205 w 200025"/>
                  <a:gd name="connsiteY3" fmla="*/ 72479 h 95250"/>
                  <a:gd name="connsiteX4" fmla="*/ 90762 w 200025"/>
                  <a:gd name="connsiteY4" fmla="*/ 13424 h 95250"/>
                  <a:gd name="connsiteX5" fmla="*/ 2180 w 200025"/>
                  <a:gd name="connsiteY5" fmla="*/ 9614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025" h="95250">
                    <a:moveTo>
                      <a:pt x="2180" y="9614"/>
                    </a:moveTo>
                    <a:cubicBezTo>
                      <a:pt x="-9250" y="37236"/>
                      <a:pt x="27898" y="37236"/>
                      <a:pt x="29802" y="68669"/>
                    </a:cubicBezTo>
                    <a:cubicBezTo>
                      <a:pt x="31707" y="100101"/>
                      <a:pt x="68855" y="110579"/>
                      <a:pt x="96477" y="91529"/>
                    </a:cubicBezTo>
                    <a:cubicBezTo>
                      <a:pt x="124100" y="72479"/>
                      <a:pt x="202205" y="97244"/>
                      <a:pt x="202205" y="72479"/>
                    </a:cubicBezTo>
                    <a:cubicBezTo>
                      <a:pt x="202205" y="49619"/>
                      <a:pt x="120290" y="6756"/>
                      <a:pt x="90762" y="13424"/>
                    </a:cubicBezTo>
                    <a:cubicBezTo>
                      <a:pt x="61235" y="21044"/>
                      <a:pt x="14562" y="-17056"/>
                      <a:pt x="2180" y="9614"/>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37" name="Freeform: Shape 279">
                <a:extLst>
                  <a:ext uri="{FF2B5EF4-FFF2-40B4-BE49-F238E27FC236}">
                    <a16:creationId xmlns:a16="http://schemas.microsoft.com/office/drawing/2014/main" id="{1B991C01-6455-CB95-BADF-4FCDBBEC6BBA}"/>
                  </a:ext>
                </a:extLst>
              </p:cNvPr>
              <p:cNvSpPr/>
              <p:nvPr/>
            </p:nvSpPr>
            <p:spPr>
              <a:xfrm>
                <a:off x="3609276" y="1795720"/>
                <a:ext cx="73173" cy="53661"/>
              </a:xfrm>
              <a:custGeom>
                <a:avLst/>
                <a:gdLst>
                  <a:gd name="connsiteX0" fmla="*/ 59188 w 142875"/>
                  <a:gd name="connsiteY0" fmla="*/ 105726 h 104775"/>
                  <a:gd name="connsiteX1" fmla="*/ 137293 w 142875"/>
                  <a:gd name="connsiteY1" fmla="*/ 90486 h 104775"/>
                  <a:gd name="connsiteX2" fmla="*/ 141103 w 142875"/>
                  <a:gd name="connsiteY2" fmla="*/ 54291 h 104775"/>
                  <a:gd name="connsiteX3" fmla="*/ 94431 w 142875"/>
                  <a:gd name="connsiteY3" fmla="*/ 35241 h 104775"/>
                  <a:gd name="connsiteX4" fmla="*/ 2038 w 142875"/>
                  <a:gd name="connsiteY4" fmla="*/ 3808 h 104775"/>
                  <a:gd name="connsiteX5" fmla="*/ 59188 w 142875"/>
                  <a:gd name="connsiteY5" fmla="*/ 10572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104775">
                    <a:moveTo>
                      <a:pt x="59188" y="105726"/>
                    </a:moveTo>
                    <a:cubicBezTo>
                      <a:pt x="88716" y="105726"/>
                      <a:pt x="112528" y="101916"/>
                      <a:pt x="137293" y="90486"/>
                    </a:cubicBezTo>
                    <a:cubicBezTo>
                      <a:pt x="163011" y="80008"/>
                      <a:pt x="123958" y="80008"/>
                      <a:pt x="141103" y="54291"/>
                    </a:cubicBezTo>
                    <a:cubicBezTo>
                      <a:pt x="159201" y="28573"/>
                      <a:pt x="98241" y="26668"/>
                      <a:pt x="94431" y="35241"/>
                    </a:cubicBezTo>
                    <a:cubicBezTo>
                      <a:pt x="90621" y="43813"/>
                      <a:pt x="14421" y="-15242"/>
                      <a:pt x="2038" y="3808"/>
                    </a:cubicBezTo>
                    <a:cubicBezTo>
                      <a:pt x="-9392" y="22858"/>
                      <a:pt x="29661" y="105726"/>
                      <a:pt x="59188" y="105726"/>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40" name="Freeform: Shape 280">
                <a:extLst>
                  <a:ext uri="{FF2B5EF4-FFF2-40B4-BE49-F238E27FC236}">
                    <a16:creationId xmlns:a16="http://schemas.microsoft.com/office/drawing/2014/main" id="{4473375A-8CC9-33BC-57E6-92C1957B789D}"/>
                  </a:ext>
                </a:extLst>
              </p:cNvPr>
              <p:cNvSpPr/>
              <p:nvPr/>
            </p:nvSpPr>
            <p:spPr>
              <a:xfrm>
                <a:off x="3642378" y="1657176"/>
                <a:ext cx="258545" cy="175615"/>
              </a:xfrm>
              <a:custGeom>
                <a:avLst/>
                <a:gdLst>
                  <a:gd name="connsiteX0" fmla="*/ 463183 w 504825"/>
                  <a:gd name="connsiteY0" fmla="*/ 200025 h 342900"/>
                  <a:gd name="connsiteX1" fmla="*/ 420320 w 504825"/>
                  <a:gd name="connsiteY1" fmla="*/ 168593 h 342900"/>
                  <a:gd name="connsiteX2" fmla="*/ 400318 w 504825"/>
                  <a:gd name="connsiteY2" fmla="*/ 123825 h 342900"/>
                  <a:gd name="connsiteX3" fmla="*/ 368885 w 504825"/>
                  <a:gd name="connsiteY3" fmla="*/ 115252 h 342900"/>
                  <a:gd name="connsiteX4" fmla="*/ 327927 w 504825"/>
                  <a:gd name="connsiteY4" fmla="*/ 94298 h 342900"/>
                  <a:gd name="connsiteX5" fmla="*/ 188862 w 504825"/>
                  <a:gd name="connsiteY5" fmla="*/ 11430 h 342900"/>
                  <a:gd name="connsiteX6" fmla="*/ 175527 w 504825"/>
                  <a:gd name="connsiteY6" fmla="*/ 0 h 342900"/>
                  <a:gd name="connsiteX7" fmla="*/ 134570 w 504825"/>
                  <a:gd name="connsiteY7" fmla="*/ 10478 h 342900"/>
                  <a:gd name="connsiteX8" fmla="*/ 116473 w 504825"/>
                  <a:gd name="connsiteY8" fmla="*/ 20955 h 342900"/>
                  <a:gd name="connsiteX9" fmla="*/ 86945 w 504825"/>
                  <a:gd name="connsiteY9" fmla="*/ 40005 h 342900"/>
                  <a:gd name="connsiteX10" fmla="*/ 49798 w 504825"/>
                  <a:gd name="connsiteY10" fmla="*/ 62865 h 342900"/>
                  <a:gd name="connsiteX11" fmla="*/ 57417 w 504825"/>
                  <a:gd name="connsiteY11" fmla="*/ 116205 h 342900"/>
                  <a:gd name="connsiteX12" fmla="*/ 33605 w 504825"/>
                  <a:gd name="connsiteY12" fmla="*/ 139065 h 342900"/>
                  <a:gd name="connsiteX13" fmla="*/ 18365 w 504825"/>
                  <a:gd name="connsiteY13" fmla="*/ 164783 h 342900"/>
                  <a:gd name="connsiteX14" fmla="*/ 61227 w 504825"/>
                  <a:gd name="connsiteY14" fmla="*/ 215265 h 342900"/>
                  <a:gd name="connsiteX15" fmla="*/ 190768 w 504825"/>
                  <a:gd name="connsiteY15" fmla="*/ 219075 h 342900"/>
                  <a:gd name="connsiteX16" fmla="*/ 112662 w 504825"/>
                  <a:gd name="connsiteY16" fmla="*/ 259080 h 342900"/>
                  <a:gd name="connsiteX17" fmla="*/ 175527 w 504825"/>
                  <a:gd name="connsiteY17" fmla="*/ 309563 h 342900"/>
                  <a:gd name="connsiteX18" fmla="*/ 279350 w 504825"/>
                  <a:gd name="connsiteY18" fmla="*/ 340995 h 342900"/>
                  <a:gd name="connsiteX19" fmla="*/ 342215 w 504825"/>
                  <a:gd name="connsiteY19" fmla="*/ 339090 h 342900"/>
                  <a:gd name="connsiteX20" fmla="*/ 386983 w 504825"/>
                  <a:gd name="connsiteY20" fmla="*/ 285750 h 342900"/>
                  <a:gd name="connsiteX21" fmla="*/ 431750 w 504825"/>
                  <a:gd name="connsiteY21" fmla="*/ 245745 h 342900"/>
                  <a:gd name="connsiteX22" fmla="*/ 506045 w 504825"/>
                  <a:gd name="connsiteY22" fmla="*/ 218123 h 342900"/>
                  <a:gd name="connsiteX23" fmla="*/ 463183 w 504825"/>
                  <a:gd name="connsiteY23" fmla="*/ 200025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4825" h="342900">
                    <a:moveTo>
                      <a:pt x="463183" y="200025"/>
                    </a:moveTo>
                    <a:cubicBezTo>
                      <a:pt x="427940" y="203835"/>
                      <a:pt x="404127" y="189548"/>
                      <a:pt x="420320" y="168593"/>
                    </a:cubicBezTo>
                    <a:cubicBezTo>
                      <a:pt x="435560" y="147638"/>
                      <a:pt x="381268" y="140970"/>
                      <a:pt x="400318" y="123825"/>
                    </a:cubicBezTo>
                    <a:cubicBezTo>
                      <a:pt x="420320" y="106680"/>
                      <a:pt x="363170" y="89535"/>
                      <a:pt x="368885" y="115252"/>
                    </a:cubicBezTo>
                    <a:cubicBezTo>
                      <a:pt x="374600" y="140970"/>
                      <a:pt x="333643" y="117157"/>
                      <a:pt x="327927" y="94298"/>
                    </a:cubicBezTo>
                    <a:cubicBezTo>
                      <a:pt x="322212" y="71438"/>
                      <a:pt x="241250" y="62865"/>
                      <a:pt x="188862" y="11430"/>
                    </a:cubicBezTo>
                    <a:cubicBezTo>
                      <a:pt x="184100" y="6668"/>
                      <a:pt x="179337" y="3810"/>
                      <a:pt x="175527" y="0"/>
                    </a:cubicBezTo>
                    <a:cubicBezTo>
                      <a:pt x="162193" y="4763"/>
                      <a:pt x="148858" y="7620"/>
                      <a:pt x="134570" y="10478"/>
                    </a:cubicBezTo>
                    <a:cubicBezTo>
                      <a:pt x="139333" y="17145"/>
                      <a:pt x="132665" y="22860"/>
                      <a:pt x="116473" y="20955"/>
                    </a:cubicBezTo>
                    <a:cubicBezTo>
                      <a:pt x="90755" y="19050"/>
                      <a:pt x="45987" y="22860"/>
                      <a:pt x="86945" y="40005"/>
                    </a:cubicBezTo>
                    <a:cubicBezTo>
                      <a:pt x="127902" y="57150"/>
                      <a:pt x="83135" y="62865"/>
                      <a:pt x="49798" y="62865"/>
                    </a:cubicBezTo>
                    <a:cubicBezTo>
                      <a:pt x="16460" y="62865"/>
                      <a:pt x="14555" y="109538"/>
                      <a:pt x="57417" y="116205"/>
                    </a:cubicBezTo>
                    <a:cubicBezTo>
                      <a:pt x="100280" y="122873"/>
                      <a:pt x="68848" y="150495"/>
                      <a:pt x="33605" y="139065"/>
                    </a:cubicBezTo>
                    <a:cubicBezTo>
                      <a:pt x="-1638" y="128588"/>
                      <a:pt x="-13067" y="147638"/>
                      <a:pt x="18365" y="164783"/>
                    </a:cubicBezTo>
                    <a:cubicBezTo>
                      <a:pt x="46940" y="180023"/>
                      <a:pt x="29795" y="200977"/>
                      <a:pt x="61227" y="215265"/>
                    </a:cubicBezTo>
                    <a:cubicBezTo>
                      <a:pt x="92660" y="230505"/>
                      <a:pt x="183148" y="196215"/>
                      <a:pt x="190768" y="219075"/>
                    </a:cubicBezTo>
                    <a:cubicBezTo>
                      <a:pt x="198387" y="241935"/>
                      <a:pt x="98375" y="244793"/>
                      <a:pt x="112662" y="259080"/>
                    </a:cubicBezTo>
                    <a:cubicBezTo>
                      <a:pt x="125998" y="274320"/>
                      <a:pt x="183148" y="297180"/>
                      <a:pt x="175527" y="309563"/>
                    </a:cubicBezTo>
                    <a:cubicBezTo>
                      <a:pt x="167908" y="321945"/>
                      <a:pt x="269825" y="358140"/>
                      <a:pt x="279350" y="340995"/>
                    </a:cubicBezTo>
                    <a:cubicBezTo>
                      <a:pt x="288875" y="323850"/>
                      <a:pt x="316498" y="328613"/>
                      <a:pt x="342215" y="339090"/>
                    </a:cubicBezTo>
                    <a:cubicBezTo>
                      <a:pt x="367933" y="349567"/>
                      <a:pt x="369837" y="273368"/>
                      <a:pt x="386983" y="285750"/>
                    </a:cubicBezTo>
                    <a:cubicBezTo>
                      <a:pt x="405080" y="298133"/>
                      <a:pt x="402223" y="258127"/>
                      <a:pt x="431750" y="245745"/>
                    </a:cubicBezTo>
                    <a:cubicBezTo>
                      <a:pt x="461277" y="233363"/>
                      <a:pt x="503187" y="233363"/>
                      <a:pt x="506045" y="218123"/>
                    </a:cubicBezTo>
                    <a:cubicBezTo>
                      <a:pt x="507950" y="211455"/>
                      <a:pt x="498425" y="196215"/>
                      <a:pt x="463183" y="20002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41" name="Freeform: Shape 281">
                <a:extLst>
                  <a:ext uri="{FF2B5EF4-FFF2-40B4-BE49-F238E27FC236}">
                    <a16:creationId xmlns:a16="http://schemas.microsoft.com/office/drawing/2014/main" id="{F02CA0A9-B7BB-EE62-5806-67184C6EE8EC}"/>
                  </a:ext>
                </a:extLst>
              </p:cNvPr>
              <p:cNvSpPr/>
              <p:nvPr/>
            </p:nvSpPr>
            <p:spPr>
              <a:xfrm>
                <a:off x="3793161" y="2052219"/>
                <a:ext cx="639046" cy="502456"/>
              </a:xfrm>
              <a:custGeom>
                <a:avLst/>
                <a:gdLst>
                  <a:gd name="connsiteX0" fmla="*/ 1242239 w 1247775"/>
                  <a:gd name="connsiteY0" fmla="*/ 622165 h 981075"/>
                  <a:gd name="connsiteX1" fmla="*/ 1241287 w 1247775"/>
                  <a:gd name="connsiteY1" fmla="*/ 617403 h 981075"/>
                  <a:gd name="connsiteX2" fmla="*/ 1233666 w 1247775"/>
                  <a:gd name="connsiteY2" fmla="*/ 606925 h 981075"/>
                  <a:gd name="connsiteX3" fmla="*/ 1226999 w 1247775"/>
                  <a:gd name="connsiteY3" fmla="*/ 595495 h 981075"/>
                  <a:gd name="connsiteX4" fmla="*/ 1189851 w 1247775"/>
                  <a:gd name="connsiteY4" fmla="*/ 559300 h 981075"/>
                  <a:gd name="connsiteX5" fmla="*/ 1111747 w 1247775"/>
                  <a:gd name="connsiteY5" fmla="*/ 514533 h 981075"/>
                  <a:gd name="connsiteX6" fmla="*/ 1033641 w 1247775"/>
                  <a:gd name="connsiteY6" fmla="*/ 485005 h 981075"/>
                  <a:gd name="connsiteX7" fmla="*/ 974587 w 1247775"/>
                  <a:gd name="connsiteY7" fmla="*/ 431665 h 981075"/>
                  <a:gd name="connsiteX8" fmla="*/ 1035547 w 1247775"/>
                  <a:gd name="connsiteY8" fmla="*/ 416425 h 981075"/>
                  <a:gd name="connsiteX9" fmla="*/ 984112 w 1247775"/>
                  <a:gd name="connsiteY9" fmla="*/ 388803 h 981075"/>
                  <a:gd name="connsiteX10" fmla="*/ 1009829 w 1247775"/>
                  <a:gd name="connsiteY10" fmla="*/ 367848 h 981075"/>
                  <a:gd name="connsiteX11" fmla="*/ 986016 w 1247775"/>
                  <a:gd name="connsiteY11" fmla="*/ 327843 h 981075"/>
                  <a:gd name="connsiteX12" fmla="*/ 954584 w 1247775"/>
                  <a:gd name="connsiteY12" fmla="*/ 344988 h 981075"/>
                  <a:gd name="connsiteX13" fmla="*/ 962204 w 1247775"/>
                  <a:gd name="connsiteY13" fmla="*/ 306888 h 981075"/>
                  <a:gd name="connsiteX14" fmla="*/ 893624 w 1247775"/>
                  <a:gd name="connsiteY14" fmla="*/ 284028 h 981075"/>
                  <a:gd name="connsiteX15" fmla="*/ 862191 w 1247775"/>
                  <a:gd name="connsiteY15" fmla="*/ 261168 h 981075"/>
                  <a:gd name="connsiteX16" fmla="*/ 805041 w 1247775"/>
                  <a:gd name="connsiteY16" fmla="*/ 273550 h 981075"/>
                  <a:gd name="connsiteX17" fmla="*/ 789801 w 1247775"/>
                  <a:gd name="connsiteY17" fmla="*/ 258310 h 981075"/>
                  <a:gd name="connsiteX18" fmla="*/ 826949 w 1247775"/>
                  <a:gd name="connsiteY18" fmla="*/ 220210 h 981075"/>
                  <a:gd name="connsiteX19" fmla="*/ 760274 w 1247775"/>
                  <a:gd name="connsiteY19" fmla="*/ 222115 h 981075"/>
                  <a:gd name="connsiteX20" fmla="*/ 708839 w 1247775"/>
                  <a:gd name="connsiteY20" fmla="*/ 177348 h 981075"/>
                  <a:gd name="connsiteX21" fmla="*/ 653594 w 1247775"/>
                  <a:gd name="connsiteY21" fmla="*/ 143058 h 981075"/>
                  <a:gd name="connsiteX22" fmla="*/ 559297 w 1247775"/>
                  <a:gd name="connsiteY22" fmla="*/ 103053 h 981075"/>
                  <a:gd name="connsiteX23" fmla="*/ 510719 w 1247775"/>
                  <a:gd name="connsiteY23" fmla="*/ 143058 h 981075"/>
                  <a:gd name="connsiteX24" fmla="*/ 483097 w 1247775"/>
                  <a:gd name="connsiteY24" fmla="*/ 132580 h 981075"/>
                  <a:gd name="connsiteX25" fmla="*/ 410706 w 1247775"/>
                  <a:gd name="connsiteY25" fmla="*/ 158298 h 981075"/>
                  <a:gd name="connsiteX26" fmla="*/ 412612 w 1247775"/>
                  <a:gd name="connsiteY26" fmla="*/ 78288 h 981075"/>
                  <a:gd name="connsiteX27" fmla="*/ 381179 w 1247775"/>
                  <a:gd name="connsiteY27" fmla="*/ 21138 h 981075"/>
                  <a:gd name="connsiteX28" fmla="*/ 294501 w 1247775"/>
                  <a:gd name="connsiteY28" fmla="*/ 21138 h 981075"/>
                  <a:gd name="connsiteX29" fmla="*/ 200204 w 1247775"/>
                  <a:gd name="connsiteY29" fmla="*/ 61143 h 981075"/>
                  <a:gd name="connsiteX30" fmla="*/ 213539 w 1247775"/>
                  <a:gd name="connsiteY30" fmla="*/ 130675 h 981075"/>
                  <a:gd name="connsiteX31" fmla="*/ 189726 w 1247775"/>
                  <a:gd name="connsiteY31" fmla="*/ 175443 h 981075"/>
                  <a:gd name="connsiteX32" fmla="*/ 236399 w 1247775"/>
                  <a:gd name="connsiteY32" fmla="*/ 211638 h 981075"/>
                  <a:gd name="connsiteX33" fmla="*/ 162104 w 1247775"/>
                  <a:gd name="connsiteY33" fmla="*/ 180205 h 981075"/>
                  <a:gd name="connsiteX34" fmla="*/ 152579 w 1247775"/>
                  <a:gd name="connsiteY34" fmla="*/ 119245 h 981075"/>
                  <a:gd name="connsiteX35" fmla="*/ 176391 w 1247775"/>
                  <a:gd name="connsiteY35" fmla="*/ 51618 h 981075"/>
                  <a:gd name="connsiteX36" fmla="*/ 221159 w 1247775"/>
                  <a:gd name="connsiteY36" fmla="*/ 9708 h 981075"/>
                  <a:gd name="connsiteX37" fmla="*/ 46851 w 1247775"/>
                  <a:gd name="connsiteY37" fmla="*/ 56380 h 981075"/>
                  <a:gd name="connsiteX38" fmla="*/ 5894 w 1247775"/>
                  <a:gd name="connsiteY38" fmla="*/ 221163 h 981075"/>
                  <a:gd name="connsiteX39" fmla="*/ 100191 w 1247775"/>
                  <a:gd name="connsiteY39" fmla="*/ 240213 h 981075"/>
                  <a:gd name="connsiteX40" fmla="*/ 90666 w 1247775"/>
                  <a:gd name="connsiteY40" fmla="*/ 261168 h 981075"/>
                  <a:gd name="connsiteX41" fmla="*/ 23991 w 1247775"/>
                  <a:gd name="connsiteY41" fmla="*/ 267835 h 981075"/>
                  <a:gd name="connsiteX42" fmla="*/ 110669 w 1247775"/>
                  <a:gd name="connsiteY42" fmla="*/ 314508 h 981075"/>
                  <a:gd name="connsiteX43" fmla="*/ 155437 w 1247775"/>
                  <a:gd name="connsiteY43" fmla="*/ 324985 h 981075"/>
                  <a:gd name="connsiteX44" fmla="*/ 244019 w 1247775"/>
                  <a:gd name="connsiteY44" fmla="*/ 340225 h 981075"/>
                  <a:gd name="connsiteX45" fmla="*/ 342126 w 1247775"/>
                  <a:gd name="connsiteY45" fmla="*/ 359275 h 981075"/>
                  <a:gd name="connsiteX46" fmla="*/ 386894 w 1247775"/>
                  <a:gd name="connsiteY46" fmla="*/ 338320 h 981075"/>
                  <a:gd name="connsiteX47" fmla="*/ 413564 w 1247775"/>
                  <a:gd name="connsiteY47" fmla="*/ 338320 h 981075"/>
                  <a:gd name="connsiteX48" fmla="*/ 479287 w 1247775"/>
                  <a:gd name="connsiteY48" fmla="*/ 340225 h 981075"/>
                  <a:gd name="connsiteX49" fmla="*/ 488812 w 1247775"/>
                  <a:gd name="connsiteY49" fmla="*/ 349750 h 981075"/>
                  <a:gd name="connsiteX50" fmla="*/ 496431 w 1247775"/>
                  <a:gd name="connsiteY50" fmla="*/ 348798 h 981075"/>
                  <a:gd name="connsiteX51" fmla="*/ 480239 w 1247775"/>
                  <a:gd name="connsiteY51" fmla="*/ 324033 h 981075"/>
                  <a:gd name="connsiteX52" fmla="*/ 489764 w 1247775"/>
                  <a:gd name="connsiteY52" fmla="*/ 301173 h 981075"/>
                  <a:gd name="connsiteX53" fmla="*/ 543104 w 1247775"/>
                  <a:gd name="connsiteY53" fmla="*/ 337368 h 981075"/>
                  <a:gd name="connsiteX54" fmla="*/ 566916 w 1247775"/>
                  <a:gd name="connsiteY54" fmla="*/ 360228 h 981075"/>
                  <a:gd name="connsiteX55" fmla="*/ 633591 w 1247775"/>
                  <a:gd name="connsiteY55" fmla="*/ 408805 h 981075"/>
                  <a:gd name="connsiteX56" fmla="*/ 590729 w 1247775"/>
                  <a:gd name="connsiteY56" fmla="*/ 448810 h 981075"/>
                  <a:gd name="connsiteX57" fmla="*/ 659309 w 1247775"/>
                  <a:gd name="connsiteY57" fmla="*/ 427855 h 981075"/>
                  <a:gd name="connsiteX58" fmla="*/ 700266 w 1247775"/>
                  <a:gd name="connsiteY58" fmla="*/ 474528 h 981075"/>
                  <a:gd name="connsiteX59" fmla="*/ 766941 w 1247775"/>
                  <a:gd name="connsiteY59" fmla="*/ 521200 h 981075"/>
                  <a:gd name="connsiteX60" fmla="*/ 766941 w 1247775"/>
                  <a:gd name="connsiteY60" fmla="*/ 604068 h 981075"/>
                  <a:gd name="connsiteX61" fmla="*/ 839331 w 1247775"/>
                  <a:gd name="connsiteY61" fmla="*/ 597400 h 981075"/>
                  <a:gd name="connsiteX62" fmla="*/ 907912 w 1247775"/>
                  <a:gd name="connsiteY62" fmla="*/ 633595 h 981075"/>
                  <a:gd name="connsiteX63" fmla="*/ 843141 w 1247775"/>
                  <a:gd name="connsiteY63" fmla="*/ 667885 h 981075"/>
                  <a:gd name="connsiteX64" fmla="*/ 731699 w 1247775"/>
                  <a:gd name="connsiteY64" fmla="*/ 623118 h 981075"/>
                  <a:gd name="connsiteX65" fmla="*/ 720269 w 1247775"/>
                  <a:gd name="connsiteY65" fmla="*/ 703128 h 981075"/>
                  <a:gd name="connsiteX66" fmla="*/ 616447 w 1247775"/>
                  <a:gd name="connsiteY66" fmla="*/ 725988 h 981075"/>
                  <a:gd name="connsiteX67" fmla="*/ 557391 w 1247775"/>
                  <a:gd name="connsiteY67" fmla="*/ 738370 h 981075"/>
                  <a:gd name="connsiteX68" fmla="*/ 531674 w 1247775"/>
                  <a:gd name="connsiteY68" fmla="*/ 797425 h 981075"/>
                  <a:gd name="connsiteX69" fmla="*/ 629781 w 1247775"/>
                  <a:gd name="connsiteY69" fmla="*/ 801235 h 981075"/>
                  <a:gd name="connsiteX70" fmla="*/ 672644 w 1247775"/>
                  <a:gd name="connsiteY70" fmla="*/ 792663 h 981075"/>
                  <a:gd name="connsiteX71" fmla="*/ 739319 w 1247775"/>
                  <a:gd name="connsiteY71" fmla="*/ 788853 h 981075"/>
                  <a:gd name="connsiteX72" fmla="*/ 790754 w 1247775"/>
                  <a:gd name="connsiteY72" fmla="*/ 837430 h 981075"/>
                  <a:gd name="connsiteX73" fmla="*/ 816472 w 1247775"/>
                  <a:gd name="connsiteY73" fmla="*/ 898390 h 981075"/>
                  <a:gd name="connsiteX74" fmla="*/ 922199 w 1247775"/>
                  <a:gd name="connsiteY74" fmla="*/ 934585 h 981075"/>
                  <a:gd name="connsiteX75" fmla="*/ 937439 w 1247775"/>
                  <a:gd name="connsiteY75" fmla="*/ 946968 h 981075"/>
                  <a:gd name="connsiteX76" fmla="*/ 985064 w 1247775"/>
                  <a:gd name="connsiteY76" fmla="*/ 956493 h 981075"/>
                  <a:gd name="connsiteX77" fmla="*/ 1005066 w 1247775"/>
                  <a:gd name="connsiteY77" fmla="*/ 961255 h 981075"/>
                  <a:gd name="connsiteX78" fmla="*/ 1051739 w 1247775"/>
                  <a:gd name="connsiteY78" fmla="*/ 982210 h 981075"/>
                  <a:gd name="connsiteX79" fmla="*/ 1060312 w 1247775"/>
                  <a:gd name="connsiteY79" fmla="*/ 989830 h 981075"/>
                  <a:gd name="connsiteX80" fmla="*/ 944106 w 1247775"/>
                  <a:gd name="connsiteY80" fmla="*/ 864100 h 981075"/>
                  <a:gd name="connsiteX81" fmla="*/ 1010781 w 1247775"/>
                  <a:gd name="connsiteY81" fmla="*/ 876483 h 981075"/>
                  <a:gd name="connsiteX82" fmla="*/ 1130797 w 1247775"/>
                  <a:gd name="connsiteY82" fmla="*/ 885055 h 981075"/>
                  <a:gd name="connsiteX83" fmla="*/ 1133654 w 1247775"/>
                  <a:gd name="connsiteY83" fmla="*/ 856480 h 981075"/>
                  <a:gd name="connsiteX84" fmla="*/ 1119366 w 1247775"/>
                  <a:gd name="connsiteY84" fmla="*/ 847908 h 981075"/>
                  <a:gd name="connsiteX85" fmla="*/ 1112699 w 1247775"/>
                  <a:gd name="connsiteY85" fmla="*/ 843145 h 981075"/>
                  <a:gd name="connsiteX86" fmla="*/ 1092697 w 1247775"/>
                  <a:gd name="connsiteY86" fmla="*/ 783138 h 981075"/>
                  <a:gd name="connsiteX87" fmla="*/ 1062216 w 1247775"/>
                  <a:gd name="connsiteY87" fmla="*/ 764088 h 981075"/>
                  <a:gd name="connsiteX88" fmla="*/ 989826 w 1247775"/>
                  <a:gd name="connsiteY88" fmla="*/ 691698 h 981075"/>
                  <a:gd name="connsiteX89" fmla="*/ 1001256 w 1247775"/>
                  <a:gd name="connsiteY89" fmla="*/ 638358 h 981075"/>
                  <a:gd name="connsiteX90" fmla="*/ 1064122 w 1247775"/>
                  <a:gd name="connsiteY90" fmla="*/ 661218 h 981075"/>
                  <a:gd name="connsiteX91" fmla="*/ 1128891 w 1247775"/>
                  <a:gd name="connsiteY91" fmla="*/ 728845 h 981075"/>
                  <a:gd name="connsiteX92" fmla="*/ 1137464 w 1247775"/>
                  <a:gd name="connsiteY92" fmla="*/ 736465 h 981075"/>
                  <a:gd name="connsiteX93" fmla="*/ 1151751 w 1247775"/>
                  <a:gd name="connsiteY93" fmla="*/ 730750 h 981075"/>
                  <a:gd name="connsiteX94" fmla="*/ 1174612 w 1247775"/>
                  <a:gd name="connsiteY94" fmla="*/ 723130 h 981075"/>
                  <a:gd name="connsiteX95" fmla="*/ 1176516 w 1247775"/>
                  <a:gd name="connsiteY95" fmla="*/ 717415 h 981075"/>
                  <a:gd name="connsiteX96" fmla="*/ 1179374 w 1247775"/>
                  <a:gd name="connsiteY96" fmla="*/ 710748 h 981075"/>
                  <a:gd name="connsiteX97" fmla="*/ 1223189 w 1247775"/>
                  <a:gd name="connsiteY97" fmla="*/ 666933 h 981075"/>
                  <a:gd name="connsiteX98" fmla="*/ 1224141 w 1247775"/>
                  <a:gd name="connsiteY98" fmla="*/ 665980 h 981075"/>
                  <a:gd name="connsiteX99" fmla="*/ 1241287 w 1247775"/>
                  <a:gd name="connsiteY99" fmla="*/ 653598 h 981075"/>
                  <a:gd name="connsiteX100" fmla="*/ 1242239 w 1247775"/>
                  <a:gd name="connsiteY100" fmla="*/ 652645 h 981075"/>
                  <a:gd name="connsiteX101" fmla="*/ 1251764 w 1247775"/>
                  <a:gd name="connsiteY101" fmla="*/ 639310 h 981075"/>
                  <a:gd name="connsiteX102" fmla="*/ 1242239 w 1247775"/>
                  <a:gd name="connsiteY102" fmla="*/ 62216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247775" h="981075">
                    <a:moveTo>
                      <a:pt x="1242239" y="622165"/>
                    </a:moveTo>
                    <a:cubicBezTo>
                      <a:pt x="1242239" y="620260"/>
                      <a:pt x="1241287" y="619308"/>
                      <a:pt x="1241287" y="617403"/>
                    </a:cubicBezTo>
                    <a:cubicBezTo>
                      <a:pt x="1238429" y="613593"/>
                      <a:pt x="1236524" y="609783"/>
                      <a:pt x="1233666" y="606925"/>
                    </a:cubicBezTo>
                    <a:cubicBezTo>
                      <a:pt x="1230809" y="603115"/>
                      <a:pt x="1228904" y="599305"/>
                      <a:pt x="1226999" y="595495"/>
                    </a:cubicBezTo>
                    <a:cubicBezTo>
                      <a:pt x="1196519" y="597400"/>
                      <a:pt x="1189851" y="574540"/>
                      <a:pt x="1189851" y="559300"/>
                    </a:cubicBezTo>
                    <a:cubicBezTo>
                      <a:pt x="1189851" y="544060"/>
                      <a:pt x="1130797" y="508818"/>
                      <a:pt x="1111747" y="514533"/>
                    </a:cubicBezTo>
                    <a:cubicBezTo>
                      <a:pt x="1091744" y="521200"/>
                      <a:pt x="1058407" y="486910"/>
                      <a:pt x="1033641" y="485005"/>
                    </a:cubicBezTo>
                    <a:cubicBezTo>
                      <a:pt x="1007924" y="483100"/>
                      <a:pt x="970776" y="462145"/>
                      <a:pt x="974587" y="431665"/>
                    </a:cubicBezTo>
                    <a:cubicBezTo>
                      <a:pt x="978397" y="402138"/>
                      <a:pt x="1026022" y="440238"/>
                      <a:pt x="1035547" y="416425"/>
                    </a:cubicBezTo>
                    <a:cubicBezTo>
                      <a:pt x="1045072" y="393565"/>
                      <a:pt x="986969" y="405948"/>
                      <a:pt x="984112" y="388803"/>
                    </a:cubicBezTo>
                    <a:cubicBezTo>
                      <a:pt x="982206" y="371658"/>
                      <a:pt x="997447" y="378325"/>
                      <a:pt x="1009829" y="367848"/>
                    </a:cubicBezTo>
                    <a:cubicBezTo>
                      <a:pt x="1021259" y="357370"/>
                      <a:pt x="1000304" y="336415"/>
                      <a:pt x="986016" y="327843"/>
                    </a:cubicBezTo>
                    <a:cubicBezTo>
                      <a:pt x="972681" y="319270"/>
                      <a:pt x="967919" y="344988"/>
                      <a:pt x="954584" y="344988"/>
                    </a:cubicBezTo>
                    <a:cubicBezTo>
                      <a:pt x="941249" y="344988"/>
                      <a:pt x="952679" y="322128"/>
                      <a:pt x="962204" y="306888"/>
                    </a:cubicBezTo>
                    <a:cubicBezTo>
                      <a:pt x="971729" y="291648"/>
                      <a:pt x="917437" y="275455"/>
                      <a:pt x="893624" y="284028"/>
                    </a:cubicBezTo>
                    <a:cubicBezTo>
                      <a:pt x="869812" y="292600"/>
                      <a:pt x="862191" y="277360"/>
                      <a:pt x="862191" y="261168"/>
                    </a:cubicBezTo>
                    <a:cubicBezTo>
                      <a:pt x="862191" y="244023"/>
                      <a:pt x="821234" y="261168"/>
                      <a:pt x="805041" y="273550"/>
                    </a:cubicBezTo>
                    <a:cubicBezTo>
                      <a:pt x="789801" y="285933"/>
                      <a:pt x="769799" y="261168"/>
                      <a:pt x="789801" y="258310"/>
                    </a:cubicBezTo>
                    <a:cubicBezTo>
                      <a:pt x="809804" y="256405"/>
                      <a:pt x="832664" y="239260"/>
                      <a:pt x="826949" y="220210"/>
                    </a:cubicBezTo>
                    <a:cubicBezTo>
                      <a:pt x="821234" y="201160"/>
                      <a:pt x="769799" y="199255"/>
                      <a:pt x="760274" y="222115"/>
                    </a:cubicBezTo>
                    <a:cubicBezTo>
                      <a:pt x="750749" y="244975"/>
                      <a:pt x="708839" y="196398"/>
                      <a:pt x="708839" y="177348"/>
                    </a:cubicBezTo>
                    <a:cubicBezTo>
                      <a:pt x="708839" y="158298"/>
                      <a:pt x="645974" y="175443"/>
                      <a:pt x="653594" y="143058"/>
                    </a:cubicBezTo>
                    <a:cubicBezTo>
                      <a:pt x="661214" y="111625"/>
                      <a:pt x="581204" y="103053"/>
                      <a:pt x="559297" y="103053"/>
                    </a:cubicBezTo>
                    <a:cubicBezTo>
                      <a:pt x="537389" y="103053"/>
                      <a:pt x="505956" y="122103"/>
                      <a:pt x="510719" y="143058"/>
                    </a:cubicBezTo>
                    <a:cubicBezTo>
                      <a:pt x="514529" y="164013"/>
                      <a:pt x="486906" y="155440"/>
                      <a:pt x="483097" y="132580"/>
                    </a:cubicBezTo>
                    <a:cubicBezTo>
                      <a:pt x="479287" y="109720"/>
                      <a:pt x="425947" y="158298"/>
                      <a:pt x="410706" y="158298"/>
                    </a:cubicBezTo>
                    <a:cubicBezTo>
                      <a:pt x="395466" y="158298"/>
                      <a:pt x="420231" y="97338"/>
                      <a:pt x="412612" y="78288"/>
                    </a:cubicBezTo>
                    <a:cubicBezTo>
                      <a:pt x="404991" y="59238"/>
                      <a:pt x="392609" y="52570"/>
                      <a:pt x="381179" y="21138"/>
                    </a:cubicBezTo>
                    <a:cubicBezTo>
                      <a:pt x="369749" y="-10295"/>
                      <a:pt x="310694" y="2088"/>
                      <a:pt x="294501" y="21138"/>
                    </a:cubicBezTo>
                    <a:cubicBezTo>
                      <a:pt x="279262" y="40188"/>
                      <a:pt x="227826" y="31615"/>
                      <a:pt x="200204" y="61143"/>
                    </a:cubicBezTo>
                    <a:cubicBezTo>
                      <a:pt x="172581" y="90670"/>
                      <a:pt x="202109" y="120198"/>
                      <a:pt x="213539" y="130675"/>
                    </a:cubicBezTo>
                    <a:cubicBezTo>
                      <a:pt x="224969" y="141153"/>
                      <a:pt x="172581" y="158298"/>
                      <a:pt x="189726" y="175443"/>
                    </a:cubicBezTo>
                    <a:cubicBezTo>
                      <a:pt x="207824" y="192588"/>
                      <a:pt x="234494" y="184015"/>
                      <a:pt x="236399" y="211638"/>
                    </a:cubicBezTo>
                    <a:cubicBezTo>
                      <a:pt x="238304" y="239260"/>
                      <a:pt x="171629" y="203065"/>
                      <a:pt x="162104" y="180205"/>
                    </a:cubicBezTo>
                    <a:cubicBezTo>
                      <a:pt x="152579" y="157345"/>
                      <a:pt x="165914" y="135438"/>
                      <a:pt x="152579" y="119245"/>
                    </a:cubicBezTo>
                    <a:cubicBezTo>
                      <a:pt x="139244" y="102100"/>
                      <a:pt x="150674" y="81145"/>
                      <a:pt x="176391" y="51618"/>
                    </a:cubicBezTo>
                    <a:cubicBezTo>
                      <a:pt x="202109" y="22090"/>
                      <a:pt x="221159" y="25900"/>
                      <a:pt x="221159" y="9708"/>
                    </a:cubicBezTo>
                    <a:cubicBezTo>
                      <a:pt x="221159" y="-7437"/>
                      <a:pt x="111622" y="-7437"/>
                      <a:pt x="46851" y="56380"/>
                    </a:cubicBezTo>
                    <a:cubicBezTo>
                      <a:pt x="-17919" y="120198"/>
                      <a:pt x="2084" y="204970"/>
                      <a:pt x="5894" y="221163"/>
                    </a:cubicBezTo>
                    <a:cubicBezTo>
                      <a:pt x="9704" y="238308"/>
                      <a:pt x="66854" y="229735"/>
                      <a:pt x="100191" y="240213"/>
                    </a:cubicBezTo>
                    <a:cubicBezTo>
                      <a:pt x="133529" y="250690"/>
                      <a:pt x="115431" y="265930"/>
                      <a:pt x="90666" y="261168"/>
                    </a:cubicBezTo>
                    <a:cubicBezTo>
                      <a:pt x="64949" y="257358"/>
                      <a:pt x="22087" y="248785"/>
                      <a:pt x="23991" y="267835"/>
                    </a:cubicBezTo>
                    <a:cubicBezTo>
                      <a:pt x="25897" y="286885"/>
                      <a:pt x="79237" y="323080"/>
                      <a:pt x="110669" y="314508"/>
                    </a:cubicBezTo>
                    <a:cubicBezTo>
                      <a:pt x="142101" y="305935"/>
                      <a:pt x="142101" y="305935"/>
                      <a:pt x="155437" y="324985"/>
                    </a:cubicBezTo>
                    <a:cubicBezTo>
                      <a:pt x="168772" y="344035"/>
                      <a:pt x="206872" y="337368"/>
                      <a:pt x="244019" y="340225"/>
                    </a:cubicBezTo>
                    <a:cubicBezTo>
                      <a:pt x="281166" y="342130"/>
                      <a:pt x="324029" y="357370"/>
                      <a:pt x="342126" y="359275"/>
                    </a:cubicBezTo>
                    <a:cubicBezTo>
                      <a:pt x="360224" y="361180"/>
                      <a:pt x="381179" y="348798"/>
                      <a:pt x="386894" y="338320"/>
                    </a:cubicBezTo>
                    <a:cubicBezTo>
                      <a:pt x="388799" y="334510"/>
                      <a:pt x="399276" y="335463"/>
                      <a:pt x="413564" y="338320"/>
                    </a:cubicBezTo>
                    <a:cubicBezTo>
                      <a:pt x="431662" y="322128"/>
                      <a:pt x="462141" y="323080"/>
                      <a:pt x="479287" y="340225"/>
                    </a:cubicBezTo>
                    <a:cubicBezTo>
                      <a:pt x="482144" y="343083"/>
                      <a:pt x="485954" y="346893"/>
                      <a:pt x="488812" y="349750"/>
                    </a:cubicBezTo>
                    <a:cubicBezTo>
                      <a:pt x="491669" y="348798"/>
                      <a:pt x="493574" y="348798"/>
                      <a:pt x="496431" y="348798"/>
                    </a:cubicBezTo>
                    <a:cubicBezTo>
                      <a:pt x="501194" y="342130"/>
                      <a:pt x="490716" y="328795"/>
                      <a:pt x="480239" y="324033"/>
                    </a:cubicBezTo>
                    <a:cubicBezTo>
                      <a:pt x="466904" y="317365"/>
                      <a:pt x="472619" y="289743"/>
                      <a:pt x="489764" y="301173"/>
                    </a:cubicBezTo>
                    <a:cubicBezTo>
                      <a:pt x="507862" y="311650"/>
                      <a:pt x="536437" y="318318"/>
                      <a:pt x="543104" y="337368"/>
                    </a:cubicBezTo>
                    <a:cubicBezTo>
                      <a:pt x="547866" y="353560"/>
                      <a:pt x="565012" y="345940"/>
                      <a:pt x="566916" y="360228"/>
                    </a:cubicBezTo>
                    <a:cubicBezTo>
                      <a:pt x="568822" y="375468"/>
                      <a:pt x="631687" y="391660"/>
                      <a:pt x="633591" y="408805"/>
                    </a:cubicBezTo>
                    <a:cubicBezTo>
                      <a:pt x="635497" y="425950"/>
                      <a:pt x="572631" y="434523"/>
                      <a:pt x="590729" y="448810"/>
                    </a:cubicBezTo>
                    <a:cubicBezTo>
                      <a:pt x="608826" y="464050"/>
                      <a:pt x="635497" y="429760"/>
                      <a:pt x="659309" y="427855"/>
                    </a:cubicBezTo>
                    <a:cubicBezTo>
                      <a:pt x="683122" y="425950"/>
                      <a:pt x="683122" y="483100"/>
                      <a:pt x="700266" y="474528"/>
                    </a:cubicBezTo>
                    <a:cubicBezTo>
                      <a:pt x="724079" y="463098"/>
                      <a:pt x="743129" y="485005"/>
                      <a:pt x="766941" y="521200"/>
                    </a:cubicBezTo>
                    <a:cubicBezTo>
                      <a:pt x="790754" y="557395"/>
                      <a:pt x="765037" y="590733"/>
                      <a:pt x="766941" y="604068"/>
                    </a:cubicBezTo>
                    <a:cubicBezTo>
                      <a:pt x="768847" y="616450"/>
                      <a:pt x="813614" y="612640"/>
                      <a:pt x="839331" y="597400"/>
                    </a:cubicBezTo>
                    <a:cubicBezTo>
                      <a:pt x="865049" y="582160"/>
                      <a:pt x="887909" y="614545"/>
                      <a:pt x="907912" y="633595"/>
                    </a:cubicBezTo>
                    <a:cubicBezTo>
                      <a:pt x="927914" y="652645"/>
                      <a:pt x="835522" y="684078"/>
                      <a:pt x="843141" y="667885"/>
                    </a:cubicBezTo>
                    <a:cubicBezTo>
                      <a:pt x="850762" y="650740"/>
                      <a:pt x="787897" y="600258"/>
                      <a:pt x="731699" y="623118"/>
                    </a:cubicBezTo>
                    <a:cubicBezTo>
                      <a:pt x="674549" y="645978"/>
                      <a:pt x="713601" y="682173"/>
                      <a:pt x="720269" y="703128"/>
                    </a:cubicBezTo>
                    <a:cubicBezTo>
                      <a:pt x="725984" y="724083"/>
                      <a:pt x="668834" y="745038"/>
                      <a:pt x="616447" y="725988"/>
                    </a:cubicBezTo>
                    <a:cubicBezTo>
                      <a:pt x="563106" y="706938"/>
                      <a:pt x="579299" y="738370"/>
                      <a:pt x="557391" y="738370"/>
                    </a:cubicBezTo>
                    <a:cubicBezTo>
                      <a:pt x="535484" y="738370"/>
                      <a:pt x="512624" y="774565"/>
                      <a:pt x="531674" y="797425"/>
                    </a:cubicBezTo>
                    <a:cubicBezTo>
                      <a:pt x="551676" y="820285"/>
                      <a:pt x="594539" y="799330"/>
                      <a:pt x="629781" y="801235"/>
                    </a:cubicBezTo>
                    <a:cubicBezTo>
                      <a:pt x="665024" y="803140"/>
                      <a:pt x="668834" y="813618"/>
                      <a:pt x="672644" y="792663"/>
                    </a:cubicBezTo>
                    <a:cubicBezTo>
                      <a:pt x="676454" y="771708"/>
                      <a:pt x="713601" y="782185"/>
                      <a:pt x="739319" y="788853"/>
                    </a:cubicBezTo>
                    <a:cubicBezTo>
                      <a:pt x="765037" y="795520"/>
                      <a:pt x="759322" y="833620"/>
                      <a:pt x="790754" y="837430"/>
                    </a:cubicBezTo>
                    <a:cubicBezTo>
                      <a:pt x="822187" y="841240"/>
                      <a:pt x="796469" y="875530"/>
                      <a:pt x="816472" y="898390"/>
                    </a:cubicBezTo>
                    <a:cubicBezTo>
                      <a:pt x="836474" y="921250"/>
                      <a:pt x="898387" y="908868"/>
                      <a:pt x="922199" y="934585"/>
                    </a:cubicBezTo>
                    <a:cubicBezTo>
                      <a:pt x="926009" y="938395"/>
                      <a:pt x="930772" y="943158"/>
                      <a:pt x="937439" y="946968"/>
                    </a:cubicBezTo>
                    <a:cubicBezTo>
                      <a:pt x="952679" y="943158"/>
                      <a:pt x="970776" y="946015"/>
                      <a:pt x="985064" y="956493"/>
                    </a:cubicBezTo>
                    <a:cubicBezTo>
                      <a:pt x="992684" y="956493"/>
                      <a:pt x="999351" y="958398"/>
                      <a:pt x="1005066" y="961255"/>
                    </a:cubicBezTo>
                    <a:cubicBezTo>
                      <a:pt x="1021259" y="966018"/>
                      <a:pt x="1036499" y="972685"/>
                      <a:pt x="1051739" y="982210"/>
                    </a:cubicBezTo>
                    <a:cubicBezTo>
                      <a:pt x="1055549" y="984115"/>
                      <a:pt x="1058407" y="986973"/>
                      <a:pt x="1060312" y="989830"/>
                    </a:cubicBezTo>
                    <a:cubicBezTo>
                      <a:pt x="1070789" y="966018"/>
                      <a:pt x="972681" y="872673"/>
                      <a:pt x="944106" y="864100"/>
                    </a:cubicBezTo>
                    <a:cubicBezTo>
                      <a:pt x="914579" y="855528"/>
                      <a:pt x="973634" y="845050"/>
                      <a:pt x="1010781" y="876483"/>
                    </a:cubicBezTo>
                    <a:cubicBezTo>
                      <a:pt x="1047929" y="907915"/>
                      <a:pt x="1103174" y="923155"/>
                      <a:pt x="1130797" y="885055"/>
                    </a:cubicBezTo>
                    <a:cubicBezTo>
                      <a:pt x="1142226" y="869815"/>
                      <a:pt x="1140322" y="862195"/>
                      <a:pt x="1133654" y="856480"/>
                    </a:cubicBezTo>
                    <a:cubicBezTo>
                      <a:pt x="1127939" y="854575"/>
                      <a:pt x="1123176" y="851718"/>
                      <a:pt x="1119366" y="847908"/>
                    </a:cubicBezTo>
                    <a:cubicBezTo>
                      <a:pt x="1116509" y="846003"/>
                      <a:pt x="1114604" y="845050"/>
                      <a:pt x="1112699" y="843145"/>
                    </a:cubicBezTo>
                    <a:cubicBezTo>
                      <a:pt x="1090791" y="829810"/>
                      <a:pt x="1082219" y="804093"/>
                      <a:pt x="1092697" y="783138"/>
                    </a:cubicBezTo>
                    <a:cubicBezTo>
                      <a:pt x="1085076" y="771708"/>
                      <a:pt x="1074599" y="764088"/>
                      <a:pt x="1062216" y="764088"/>
                    </a:cubicBezTo>
                    <a:cubicBezTo>
                      <a:pt x="1034594" y="764088"/>
                      <a:pt x="964109" y="705033"/>
                      <a:pt x="989826" y="691698"/>
                    </a:cubicBezTo>
                    <a:cubicBezTo>
                      <a:pt x="1015544" y="679315"/>
                      <a:pt x="982206" y="662170"/>
                      <a:pt x="1001256" y="638358"/>
                    </a:cubicBezTo>
                    <a:cubicBezTo>
                      <a:pt x="1021259" y="615498"/>
                      <a:pt x="1040309" y="659313"/>
                      <a:pt x="1064122" y="661218"/>
                    </a:cubicBezTo>
                    <a:cubicBezTo>
                      <a:pt x="1087934" y="663123"/>
                      <a:pt x="1091744" y="695508"/>
                      <a:pt x="1128891" y="728845"/>
                    </a:cubicBezTo>
                    <a:cubicBezTo>
                      <a:pt x="1131749" y="731703"/>
                      <a:pt x="1134607" y="734560"/>
                      <a:pt x="1137464" y="736465"/>
                    </a:cubicBezTo>
                    <a:cubicBezTo>
                      <a:pt x="1141274" y="733608"/>
                      <a:pt x="1146037" y="731703"/>
                      <a:pt x="1151751" y="730750"/>
                    </a:cubicBezTo>
                    <a:cubicBezTo>
                      <a:pt x="1159372" y="728845"/>
                      <a:pt x="1166991" y="725988"/>
                      <a:pt x="1174612" y="723130"/>
                    </a:cubicBezTo>
                    <a:cubicBezTo>
                      <a:pt x="1175564" y="721225"/>
                      <a:pt x="1175564" y="719320"/>
                      <a:pt x="1176516" y="717415"/>
                    </a:cubicBezTo>
                    <a:cubicBezTo>
                      <a:pt x="1177469" y="714558"/>
                      <a:pt x="1178422" y="712653"/>
                      <a:pt x="1179374" y="710748"/>
                    </a:cubicBezTo>
                    <a:cubicBezTo>
                      <a:pt x="1180326" y="688840"/>
                      <a:pt x="1198424" y="670743"/>
                      <a:pt x="1223189" y="666933"/>
                    </a:cubicBezTo>
                    <a:cubicBezTo>
                      <a:pt x="1223189" y="666933"/>
                      <a:pt x="1224141" y="665980"/>
                      <a:pt x="1224141" y="665980"/>
                    </a:cubicBezTo>
                    <a:cubicBezTo>
                      <a:pt x="1229857" y="661218"/>
                      <a:pt x="1235572" y="657408"/>
                      <a:pt x="1241287" y="653598"/>
                    </a:cubicBezTo>
                    <a:cubicBezTo>
                      <a:pt x="1241287" y="653598"/>
                      <a:pt x="1242239" y="652645"/>
                      <a:pt x="1242239" y="652645"/>
                    </a:cubicBezTo>
                    <a:cubicBezTo>
                      <a:pt x="1244144" y="647883"/>
                      <a:pt x="1247954" y="643120"/>
                      <a:pt x="1251764" y="639310"/>
                    </a:cubicBezTo>
                    <a:cubicBezTo>
                      <a:pt x="1247001" y="634548"/>
                      <a:pt x="1243191" y="628833"/>
                      <a:pt x="1242239" y="62216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42" name="Freeform: Shape 282">
                <a:extLst>
                  <a:ext uri="{FF2B5EF4-FFF2-40B4-BE49-F238E27FC236}">
                    <a16:creationId xmlns:a16="http://schemas.microsoft.com/office/drawing/2014/main" id="{E5200DB4-87BA-E50D-F9A5-9336EB7189C1}"/>
                  </a:ext>
                </a:extLst>
              </p:cNvPr>
              <p:cNvSpPr/>
              <p:nvPr/>
            </p:nvSpPr>
            <p:spPr>
              <a:xfrm>
                <a:off x="4077160" y="2298837"/>
                <a:ext cx="53661" cy="43904"/>
              </a:xfrm>
              <a:custGeom>
                <a:avLst/>
                <a:gdLst>
                  <a:gd name="connsiteX0" fmla="*/ 96210 w 104775"/>
                  <a:gd name="connsiteY0" fmla="*/ 79667 h 85725"/>
                  <a:gd name="connsiteX1" fmla="*/ 101925 w 104775"/>
                  <a:gd name="connsiteY1" fmla="*/ 15850 h 85725"/>
                  <a:gd name="connsiteX2" fmla="*/ 44775 w 104775"/>
                  <a:gd name="connsiteY2" fmla="*/ 610 h 85725"/>
                  <a:gd name="connsiteX3" fmla="*/ 5723 w 104775"/>
                  <a:gd name="connsiteY3" fmla="*/ 74905 h 85725"/>
                  <a:gd name="connsiteX4" fmla="*/ 96210 w 104775"/>
                  <a:gd name="connsiteY4" fmla="*/ 79667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85725">
                    <a:moveTo>
                      <a:pt x="96210" y="79667"/>
                    </a:moveTo>
                    <a:cubicBezTo>
                      <a:pt x="120023" y="75857"/>
                      <a:pt x="115260" y="35852"/>
                      <a:pt x="101925" y="15850"/>
                    </a:cubicBezTo>
                    <a:cubicBezTo>
                      <a:pt x="92400" y="610"/>
                      <a:pt x="66683" y="-1295"/>
                      <a:pt x="44775" y="610"/>
                    </a:cubicBezTo>
                    <a:cubicBezTo>
                      <a:pt x="22868" y="2515"/>
                      <a:pt x="-14280" y="38710"/>
                      <a:pt x="5723" y="74905"/>
                    </a:cubicBezTo>
                    <a:cubicBezTo>
                      <a:pt x="25725" y="111100"/>
                      <a:pt x="73350" y="84430"/>
                      <a:pt x="96210" y="79667"/>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43" name="Freeform: Shape 283">
                <a:extLst>
                  <a:ext uri="{FF2B5EF4-FFF2-40B4-BE49-F238E27FC236}">
                    <a16:creationId xmlns:a16="http://schemas.microsoft.com/office/drawing/2014/main" id="{28EB4456-3124-DEFA-9C58-B4BDF34632BC}"/>
                  </a:ext>
                </a:extLst>
              </p:cNvPr>
              <p:cNvSpPr/>
              <p:nvPr/>
            </p:nvSpPr>
            <p:spPr>
              <a:xfrm>
                <a:off x="3641615" y="1892469"/>
                <a:ext cx="380500" cy="126833"/>
              </a:xfrm>
              <a:custGeom>
                <a:avLst/>
                <a:gdLst>
                  <a:gd name="connsiteX0" fmla="*/ 731371 w 742950"/>
                  <a:gd name="connsiteY0" fmla="*/ 201612 h 247650"/>
                  <a:gd name="connsiteX1" fmla="*/ 731371 w 742950"/>
                  <a:gd name="connsiteY1" fmla="*/ 201612 h 247650"/>
                  <a:gd name="connsiteX2" fmla="*/ 733275 w 742950"/>
                  <a:gd name="connsiteY2" fmla="*/ 193992 h 247650"/>
                  <a:gd name="connsiteX3" fmla="*/ 746611 w 742950"/>
                  <a:gd name="connsiteY3" fmla="*/ 173037 h 247650"/>
                  <a:gd name="connsiteX4" fmla="*/ 752325 w 742950"/>
                  <a:gd name="connsiteY4" fmla="*/ 151129 h 247650"/>
                  <a:gd name="connsiteX5" fmla="*/ 510390 w 742950"/>
                  <a:gd name="connsiteY5" fmla="*/ 138747 h 247650"/>
                  <a:gd name="connsiteX6" fmla="*/ 384661 w 742950"/>
                  <a:gd name="connsiteY6" fmla="*/ 145414 h 247650"/>
                  <a:gd name="connsiteX7" fmla="*/ 312271 w 742950"/>
                  <a:gd name="connsiteY7" fmla="*/ 122554 h 247650"/>
                  <a:gd name="connsiteX8" fmla="*/ 325606 w 742950"/>
                  <a:gd name="connsiteY8" fmla="*/ 77787 h 247650"/>
                  <a:gd name="connsiteX9" fmla="*/ 208448 w 742950"/>
                  <a:gd name="connsiteY9" fmla="*/ 39687 h 247650"/>
                  <a:gd name="connsiteX10" fmla="*/ 114150 w 742950"/>
                  <a:gd name="connsiteY10" fmla="*/ 10159 h 247650"/>
                  <a:gd name="connsiteX11" fmla="*/ 2708 w 742950"/>
                  <a:gd name="connsiteY11" fmla="*/ 27304 h 247650"/>
                  <a:gd name="connsiteX12" fmla="*/ 141773 w 742950"/>
                  <a:gd name="connsiteY12" fmla="*/ 72072 h 247650"/>
                  <a:gd name="connsiteX13" fmla="*/ 200828 w 742950"/>
                  <a:gd name="connsiteY13" fmla="*/ 120649 h 247650"/>
                  <a:gd name="connsiteX14" fmla="*/ 202733 w 742950"/>
                  <a:gd name="connsiteY14" fmla="*/ 194944 h 247650"/>
                  <a:gd name="connsiteX15" fmla="*/ 254168 w 742950"/>
                  <a:gd name="connsiteY15" fmla="*/ 224472 h 247650"/>
                  <a:gd name="connsiteX16" fmla="*/ 326558 w 742950"/>
                  <a:gd name="connsiteY16" fmla="*/ 234949 h 247650"/>
                  <a:gd name="connsiteX17" fmla="*/ 357990 w 742950"/>
                  <a:gd name="connsiteY17" fmla="*/ 219709 h 247650"/>
                  <a:gd name="connsiteX18" fmla="*/ 504675 w 742950"/>
                  <a:gd name="connsiteY18" fmla="*/ 249237 h 247650"/>
                  <a:gd name="connsiteX19" fmla="*/ 602783 w 742950"/>
                  <a:gd name="connsiteY19" fmla="*/ 223519 h 247650"/>
                  <a:gd name="connsiteX20" fmla="*/ 685650 w 742950"/>
                  <a:gd name="connsiteY20" fmla="*/ 237806 h 247650"/>
                  <a:gd name="connsiteX21" fmla="*/ 731371 w 742950"/>
                  <a:gd name="connsiteY21" fmla="*/ 201612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42950" h="247650">
                    <a:moveTo>
                      <a:pt x="731371" y="201612"/>
                    </a:moveTo>
                    <a:lnTo>
                      <a:pt x="731371" y="201612"/>
                    </a:lnTo>
                    <a:cubicBezTo>
                      <a:pt x="732323" y="198754"/>
                      <a:pt x="732323" y="196849"/>
                      <a:pt x="733275" y="193992"/>
                    </a:cubicBezTo>
                    <a:cubicBezTo>
                      <a:pt x="736133" y="185419"/>
                      <a:pt x="739943" y="178752"/>
                      <a:pt x="746611" y="173037"/>
                    </a:cubicBezTo>
                    <a:cubicBezTo>
                      <a:pt x="746611" y="165417"/>
                      <a:pt x="748516" y="157797"/>
                      <a:pt x="752325" y="151129"/>
                    </a:cubicBezTo>
                    <a:cubicBezTo>
                      <a:pt x="716131" y="131127"/>
                      <a:pt x="543728" y="117792"/>
                      <a:pt x="510390" y="138747"/>
                    </a:cubicBezTo>
                    <a:cubicBezTo>
                      <a:pt x="473243" y="161606"/>
                      <a:pt x="414188" y="128269"/>
                      <a:pt x="384661" y="145414"/>
                    </a:cubicBezTo>
                    <a:cubicBezTo>
                      <a:pt x="355133" y="162559"/>
                      <a:pt x="364658" y="124459"/>
                      <a:pt x="312271" y="122554"/>
                    </a:cubicBezTo>
                    <a:cubicBezTo>
                      <a:pt x="258931" y="120649"/>
                      <a:pt x="316081" y="91122"/>
                      <a:pt x="325606" y="77787"/>
                    </a:cubicBezTo>
                    <a:cubicBezTo>
                      <a:pt x="335131" y="65404"/>
                      <a:pt x="245596" y="31114"/>
                      <a:pt x="208448" y="39687"/>
                    </a:cubicBezTo>
                    <a:cubicBezTo>
                      <a:pt x="171300" y="48259"/>
                      <a:pt x="149393" y="27304"/>
                      <a:pt x="114150" y="10159"/>
                    </a:cubicBezTo>
                    <a:cubicBezTo>
                      <a:pt x="78908" y="-6986"/>
                      <a:pt x="-17294" y="-3176"/>
                      <a:pt x="2708" y="27304"/>
                    </a:cubicBezTo>
                    <a:cubicBezTo>
                      <a:pt x="16043" y="48259"/>
                      <a:pt x="130343" y="93027"/>
                      <a:pt x="141773" y="72072"/>
                    </a:cubicBezTo>
                    <a:cubicBezTo>
                      <a:pt x="153203" y="51117"/>
                      <a:pt x="182731" y="97789"/>
                      <a:pt x="200828" y="120649"/>
                    </a:cubicBezTo>
                    <a:cubicBezTo>
                      <a:pt x="218925" y="143509"/>
                      <a:pt x="189398" y="152081"/>
                      <a:pt x="202733" y="194944"/>
                    </a:cubicBezTo>
                    <a:cubicBezTo>
                      <a:pt x="216068" y="236854"/>
                      <a:pt x="232261" y="207327"/>
                      <a:pt x="254168" y="224472"/>
                    </a:cubicBezTo>
                    <a:cubicBezTo>
                      <a:pt x="276075" y="241617"/>
                      <a:pt x="309413" y="252094"/>
                      <a:pt x="326558" y="234949"/>
                    </a:cubicBezTo>
                    <a:cubicBezTo>
                      <a:pt x="344656" y="217804"/>
                      <a:pt x="352275" y="205422"/>
                      <a:pt x="357990" y="219709"/>
                    </a:cubicBezTo>
                    <a:cubicBezTo>
                      <a:pt x="367515" y="243522"/>
                      <a:pt x="411331" y="247331"/>
                      <a:pt x="504675" y="249237"/>
                    </a:cubicBezTo>
                    <a:cubicBezTo>
                      <a:pt x="598973" y="251142"/>
                      <a:pt x="575161" y="207327"/>
                      <a:pt x="602783" y="223519"/>
                    </a:cubicBezTo>
                    <a:cubicBezTo>
                      <a:pt x="621833" y="234949"/>
                      <a:pt x="656123" y="238759"/>
                      <a:pt x="685650" y="237806"/>
                    </a:cubicBezTo>
                    <a:cubicBezTo>
                      <a:pt x="689461" y="217804"/>
                      <a:pt x="709463" y="201612"/>
                      <a:pt x="731371" y="201612"/>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45" name="Freeform: Shape 284">
                <a:extLst>
                  <a:ext uri="{FF2B5EF4-FFF2-40B4-BE49-F238E27FC236}">
                    <a16:creationId xmlns:a16="http://schemas.microsoft.com/office/drawing/2014/main" id="{AAC2BDFD-72EE-CEA1-9F40-142A24A0D87F}"/>
                  </a:ext>
                </a:extLst>
              </p:cNvPr>
              <p:cNvSpPr/>
              <p:nvPr/>
            </p:nvSpPr>
            <p:spPr>
              <a:xfrm>
                <a:off x="3758616" y="1551318"/>
                <a:ext cx="692707" cy="380501"/>
              </a:xfrm>
              <a:custGeom>
                <a:avLst/>
                <a:gdLst>
                  <a:gd name="connsiteX0" fmla="*/ 1322070 w 1352550"/>
                  <a:gd name="connsiteY0" fmla="*/ 68580 h 742950"/>
                  <a:gd name="connsiteX1" fmla="*/ 1255395 w 1352550"/>
                  <a:gd name="connsiteY1" fmla="*/ 48577 h 742950"/>
                  <a:gd name="connsiteX2" fmla="*/ 1254443 w 1352550"/>
                  <a:gd name="connsiteY2" fmla="*/ 47625 h 742950"/>
                  <a:gd name="connsiteX3" fmla="*/ 1243965 w 1352550"/>
                  <a:gd name="connsiteY3" fmla="*/ 38100 h 742950"/>
                  <a:gd name="connsiteX4" fmla="*/ 1243013 w 1352550"/>
                  <a:gd name="connsiteY4" fmla="*/ 37147 h 742950"/>
                  <a:gd name="connsiteX5" fmla="*/ 1239203 w 1352550"/>
                  <a:gd name="connsiteY5" fmla="*/ 34290 h 742950"/>
                  <a:gd name="connsiteX6" fmla="*/ 1227773 w 1352550"/>
                  <a:gd name="connsiteY6" fmla="*/ 27622 h 742950"/>
                  <a:gd name="connsiteX7" fmla="*/ 1224915 w 1352550"/>
                  <a:gd name="connsiteY7" fmla="*/ 26670 h 742950"/>
                  <a:gd name="connsiteX8" fmla="*/ 1202055 w 1352550"/>
                  <a:gd name="connsiteY8" fmla="*/ 22860 h 742950"/>
                  <a:gd name="connsiteX9" fmla="*/ 1169670 w 1352550"/>
                  <a:gd name="connsiteY9" fmla="*/ 18097 h 742950"/>
                  <a:gd name="connsiteX10" fmla="*/ 1147763 w 1352550"/>
                  <a:gd name="connsiteY10" fmla="*/ 23813 h 742950"/>
                  <a:gd name="connsiteX11" fmla="*/ 1144905 w 1352550"/>
                  <a:gd name="connsiteY11" fmla="*/ 23813 h 742950"/>
                  <a:gd name="connsiteX12" fmla="*/ 1102043 w 1352550"/>
                  <a:gd name="connsiteY12" fmla="*/ 38100 h 742950"/>
                  <a:gd name="connsiteX13" fmla="*/ 1096328 w 1352550"/>
                  <a:gd name="connsiteY13" fmla="*/ 22860 h 742950"/>
                  <a:gd name="connsiteX14" fmla="*/ 1061085 w 1352550"/>
                  <a:gd name="connsiteY14" fmla="*/ 2857 h 742950"/>
                  <a:gd name="connsiteX15" fmla="*/ 1013460 w 1352550"/>
                  <a:gd name="connsiteY15" fmla="*/ 0 h 742950"/>
                  <a:gd name="connsiteX16" fmla="*/ 1006793 w 1352550"/>
                  <a:gd name="connsiteY16" fmla="*/ 9525 h 742950"/>
                  <a:gd name="connsiteX17" fmla="*/ 964883 w 1352550"/>
                  <a:gd name="connsiteY17" fmla="*/ 32385 h 742950"/>
                  <a:gd name="connsiteX18" fmla="*/ 900113 w 1352550"/>
                  <a:gd name="connsiteY18" fmla="*/ 10477 h 742950"/>
                  <a:gd name="connsiteX19" fmla="*/ 843915 w 1352550"/>
                  <a:gd name="connsiteY19" fmla="*/ 28575 h 742950"/>
                  <a:gd name="connsiteX20" fmla="*/ 718185 w 1352550"/>
                  <a:gd name="connsiteY20" fmla="*/ 25717 h 742950"/>
                  <a:gd name="connsiteX21" fmla="*/ 664845 w 1352550"/>
                  <a:gd name="connsiteY21" fmla="*/ 3810 h 742950"/>
                  <a:gd name="connsiteX22" fmla="*/ 598170 w 1352550"/>
                  <a:gd name="connsiteY22" fmla="*/ 19050 h 742950"/>
                  <a:gd name="connsiteX23" fmla="*/ 518160 w 1352550"/>
                  <a:gd name="connsiteY23" fmla="*/ 15240 h 742950"/>
                  <a:gd name="connsiteX24" fmla="*/ 494348 w 1352550"/>
                  <a:gd name="connsiteY24" fmla="*/ 27622 h 742950"/>
                  <a:gd name="connsiteX25" fmla="*/ 466725 w 1352550"/>
                  <a:gd name="connsiteY25" fmla="*/ 50483 h 742950"/>
                  <a:gd name="connsiteX26" fmla="*/ 394335 w 1352550"/>
                  <a:gd name="connsiteY26" fmla="*/ 67627 h 742950"/>
                  <a:gd name="connsiteX27" fmla="*/ 340995 w 1352550"/>
                  <a:gd name="connsiteY27" fmla="*/ 82868 h 742950"/>
                  <a:gd name="connsiteX28" fmla="*/ 264795 w 1352550"/>
                  <a:gd name="connsiteY28" fmla="*/ 74295 h 742950"/>
                  <a:gd name="connsiteX29" fmla="*/ 221933 w 1352550"/>
                  <a:gd name="connsiteY29" fmla="*/ 101918 h 742950"/>
                  <a:gd name="connsiteX30" fmla="*/ 192405 w 1352550"/>
                  <a:gd name="connsiteY30" fmla="*/ 124777 h 742950"/>
                  <a:gd name="connsiteX31" fmla="*/ 123825 w 1352550"/>
                  <a:gd name="connsiteY31" fmla="*/ 114300 h 742950"/>
                  <a:gd name="connsiteX32" fmla="*/ 88583 w 1352550"/>
                  <a:gd name="connsiteY32" fmla="*/ 143828 h 742950"/>
                  <a:gd name="connsiteX33" fmla="*/ 20003 w 1352550"/>
                  <a:gd name="connsiteY33" fmla="*/ 143828 h 742950"/>
                  <a:gd name="connsiteX34" fmla="*/ 0 w 1352550"/>
                  <a:gd name="connsiteY34" fmla="*/ 172403 h 742950"/>
                  <a:gd name="connsiteX35" fmla="*/ 27623 w 1352550"/>
                  <a:gd name="connsiteY35" fmla="*/ 162878 h 742950"/>
                  <a:gd name="connsiteX36" fmla="*/ 53340 w 1352550"/>
                  <a:gd name="connsiteY36" fmla="*/ 169545 h 742950"/>
                  <a:gd name="connsiteX37" fmla="*/ 71438 w 1352550"/>
                  <a:gd name="connsiteY37" fmla="*/ 188595 h 742950"/>
                  <a:gd name="connsiteX38" fmla="*/ 58103 w 1352550"/>
                  <a:gd name="connsiteY38" fmla="*/ 220028 h 742950"/>
                  <a:gd name="connsiteX39" fmla="*/ 99060 w 1352550"/>
                  <a:gd name="connsiteY39" fmla="*/ 249555 h 742950"/>
                  <a:gd name="connsiteX40" fmla="*/ 210503 w 1352550"/>
                  <a:gd name="connsiteY40" fmla="*/ 253365 h 742950"/>
                  <a:gd name="connsiteX41" fmla="*/ 223838 w 1352550"/>
                  <a:gd name="connsiteY41" fmla="*/ 276225 h 742950"/>
                  <a:gd name="connsiteX42" fmla="*/ 349568 w 1352550"/>
                  <a:gd name="connsiteY42" fmla="*/ 286703 h 742950"/>
                  <a:gd name="connsiteX43" fmla="*/ 396240 w 1352550"/>
                  <a:gd name="connsiteY43" fmla="*/ 280035 h 742950"/>
                  <a:gd name="connsiteX44" fmla="*/ 537210 w 1352550"/>
                  <a:gd name="connsiteY44" fmla="*/ 231458 h 742950"/>
                  <a:gd name="connsiteX45" fmla="*/ 537210 w 1352550"/>
                  <a:gd name="connsiteY45" fmla="*/ 271463 h 742950"/>
                  <a:gd name="connsiteX46" fmla="*/ 392430 w 1352550"/>
                  <a:gd name="connsiteY46" fmla="*/ 305753 h 742950"/>
                  <a:gd name="connsiteX47" fmla="*/ 447675 w 1352550"/>
                  <a:gd name="connsiteY47" fmla="*/ 369570 h 742950"/>
                  <a:gd name="connsiteX48" fmla="*/ 373380 w 1352550"/>
                  <a:gd name="connsiteY48" fmla="*/ 346710 h 742950"/>
                  <a:gd name="connsiteX49" fmla="*/ 234315 w 1352550"/>
                  <a:gd name="connsiteY49" fmla="*/ 312420 h 742950"/>
                  <a:gd name="connsiteX50" fmla="*/ 236220 w 1352550"/>
                  <a:gd name="connsiteY50" fmla="*/ 388620 h 742950"/>
                  <a:gd name="connsiteX51" fmla="*/ 318135 w 1352550"/>
                  <a:gd name="connsiteY51" fmla="*/ 445770 h 742950"/>
                  <a:gd name="connsiteX52" fmla="*/ 404813 w 1352550"/>
                  <a:gd name="connsiteY52" fmla="*/ 502920 h 742950"/>
                  <a:gd name="connsiteX53" fmla="*/ 284798 w 1352550"/>
                  <a:gd name="connsiteY53" fmla="*/ 477203 h 742950"/>
                  <a:gd name="connsiteX54" fmla="*/ 171450 w 1352550"/>
                  <a:gd name="connsiteY54" fmla="*/ 532448 h 742950"/>
                  <a:gd name="connsiteX55" fmla="*/ 277178 w 1352550"/>
                  <a:gd name="connsiteY55" fmla="*/ 534353 h 742950"/>
                  <a:gd name="connsiteX56" fmla="*/ 267653 w 1352550"/>
                  <a:gd name="connsiteY56" fmla="*/ 563880 h 742950"/>
                  <a:gd name="connsiteX57" fmla="*/ 319088 w 1352550"/>
                  <a:gd name="connsiteY57" fmla="*/ 627698 h 742950"/>
                  <a:gd name="connsiteX58" fmla="*/ 260033 w 1352550"/>
                  <a:gd name="connsiteY58" fmla="*/ 621030 h 742950"/>
                  <a:gd name="connsiteX59" fmla="*/ 183833 w 1352550"/>
                  <a:gd name="connsiteY59" fmla="*/ 579120 h 742950"/>
                  <a:gd name="connsiteX60" fmla="*/ 178118 w 1352550"/>
                  <a:gd name="connsiteY60" fmla="*/ 625793 h 742950"/>
                  <a:gd name="connsiteX61" fmla="*/ 176213 w 1352550"/>
                  <a:gd name="connsiteY61" fmla="*/ 655320 h 742950"/>
                  <a:gd name="connsiteX62" fmla="*/ 85725 w 1352550"/>
                  <a:gd name="connsiteY62" fmla="*/ 703898 h 742950"/>
                  <a:gd name="connsiteX63" fmla="*/ 230505 w 1352550"/>
                  <a:gd name="connsiteY63" fmla="*/ 721043 h 742950"/>
                  <a:gd name="connsiteX64" fmla="*/ 308610 w 1352550"/>
                  <a:gd name="connsiteY64" fmla="*/ 724853 h 742950"/>
                  <a:gd name="connsiteX65" fmla="*/ 399098 w 1352550"/>
                  <a:gd name="connsiteY65" fmla="*/ 714375 h 742950"/>
                  <a:gd name="connsiteX66" fmla="*/ 465773 w 1352550"/>
                  <a:gd name="connsiteY66" fmla="*/ 737235 h 742950"/>
                  <a:gd name="connsiteX67" fmla="*/ 536258 w 1352550"/>
                  <a:gd name="connsiteY67" fmla="*/ 730568 h 742950"/>
                  <a:gd name="connsiteX68" fmla="*/ 584835 w 1352550"/>
                  <a:gd name="connsiteY68" fmla="*/ 713423 h 742950"/>
                  <a:gd name="connsiteX69" fmla="*/ 600075 w 1352550"/>
                  <a:gd name="connsiteY69" fmla="*/ 710565 h 742950"/>
                  <a:gd name="connsiteX70" fmla="*/ 604838 w 1352550"/>
                  <a:gd name="connsiteY70" fmla="*/ 698183 h 742950"/>
                  <a:gd name="connsiteX71" fmla="*/ 610553 w 1352550"/>
                  <a:gd name="connsiteY71" fmla="*/ 690563 h 742950"/>
                  <a:gd name="connsiteX72" fmla="*/ 603885 w 1352550"/>
                  <a:gd name="connsiteY72" fmla="*/ 670560 h 742950"/>
                  <a:gd name="connsiteX73" fmla="*/ 550545 w 1352550"/>
                  <a:gd name="connsiteY73" fmla="*/ 670560 h 742950"/>
                  <a:gd name="connsiteX74" fmla="*/ 458153 w 1352550"/>
                  <a:gd name="connsiteY74" fmla="*/ 651510 h 742950"/>
                  <a:gd name="connsiteX75" fmla="*/ 460058 w 1352550"/>
                  <a:gd name="connsiteY75" fmla="*/ 623888 h 742950"/>
                  <a:gd name="connsiteX76" fmla="*/ 575310 w 1352550"/>
                  <a:gd name="connsiteY76" fmla="*/ 620078 h 742950"/>
                  <a:gd name="connsiteX77" fmla="*/ 582930 w 1352550"/>
                  <a:gd name="connsiteY77" fmla="*/ 573405 h 742950"/>
                  <a:gd name="connsiteX78" fmla="*/ 664845 w 1352550"/>
                  <a:gd name="connsiteY78" fmla="*/ 566738 h 742950"/>
                  <a:gd name="connsiteX79" fmla="*/ 686753 w 1352550"/>
                  <a:gd name="connsiteY79" fmla="*/ 561023 h 742950"/>
                  <a:gd name="connsiteX80" fmla="*/ 718185 w 1352550"/>
                  <a:gd name="connsiteY80" fmla="*/ 509588 h 742950"/>
                  <a:gd name="connsiteX81" fmla="*/ 718185 w 1352550"/>
                  <a:gd name="connsiteY81" fmla="*/ 502920 h 742950"/>
                  <a:gd name="connsiteX82" fmla="*/ 741998 w 1352550"/>
                  <a:gd name="connsiteY82" fmla="*/ 462915 h 742950"/>
                  <a:gd name="connsiteX83" fmla="*/ 751523 w 1352550"/>
                  <a:gd name="connsiteY83" fmla="*/ 458153 h 742950"/>
                  <a:gd name="connsiteX84" fmla="*/ 636270 w 1352550"/>
                  <a:gd name="connsiteY84" fmla="*/ 441960 h 742950"/>
                  <a:gd name="connsiteX85" fmla="*/ 736283 w 1352550"/>
                  <a:gd name="connsiteY85" fmla="*/ 414338 h 742950"/>
                  <a:gd name="connsiteX86" fmla="*/ 791528 w 1352550"/>
                  <a:gd name="connsiteY86" fmla="*/ 369570 h 742950"/>
                  <a:gd name="connsiteX87" fmla="*/ 862965 w 1352550"/>
                  <a:gd name="connsiteY87" fmla="*/ 377190 h 742950"/>
                  <a:gd name="connsiteX88" fmla="*/ 893445 w 1352550"/>
                  <a:gd name="connsiteY88" fmla="*/ 341948 h 742950"/>
                  <a:gd name="connsiteX89" fmla="*/ 940118 w 1352550"/>
                  <a:gd name="connsiteY89" fmla="*/ 307657 h 742950"/>
                  <a:gd name="connsiteX90" fmla="*/ 954405 w 1352550"/>
                  <a:gd name="connsiteY90" fmla="*/ 300038 h 742950"/>
                  <a:gd name="connsiteX91" fmla="*/ 990600 w 1352550"/>
                  <a:gd name="connsiteY91" fmla="*/ 294323 h 742950"/>
                  <a:gd name="connsiteX92" fmla="*/ 1054418 w 1352550"/>
                  <a:gd name="connsiteY92" fmla="*/ 255270 h 742950"/>
                  <a:gd name="connsiteX93" fmla="*/ 1201103 w 1352550"/>
                  <a:gd name="connsiteY93" fmla="*/ 187643 h 742950"/>
                  <a:gd name="connsiteX94" fmla="*/ 1069658 w 1352550"/>
                  <a:gd name="connsiteY94" fmla="*/ 179070 h 742950"/>
                  <a:gd name="connsiteX95" fmla="*/ 1173480 w 1352550"/>
                  <a:gd name="connsiteY95" fmla="*/ 153353 h 742950"/>
                  <a:gd name="connsiteX96" fmla="*/ 1308735 w 1352550"/>
                  <a:gd name="connsiteY96" fmla="*/ 111443 h 742950"/>
                  <a:gd name="connsiteX97" fmla="*/ 1322070 w 1352550"/>
                  <a:gd name="connsiteY97" fmla="*/ 6858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352550" h="742950">
                    <a:moveTo>
                      <a:pt x="1322070" y="68580"/>
                    </a:moveTo>
                    <a:cubicBezTo>
                      <a:pt x="1293495" y="74295"/>
                      <a:pt x="1262063" y="65723"/>
                      <a:pt x="1255395" y="48577"/>
                    </a:cubicBezTo>
                    <a:cubicBezTo>
                      <a:pt x="1255395" y="48577"/>
                      <a:pt x="1255395" y="48577"/>
                      <a:pt x="1254443" y="47625"/>
                    </a:cubicBezTo>
                    <a:cubicBezTo>
                      <a:pt x="1250633" y="44768"/>
                      <a:pt x="1247775" y="41910"/>
                      <a:pt x="1243965" y="38100"/>
                    </a:cubicBezTo>
                    <a:cubicBezTo>
                      <a:pt x="1243013" y="38100"/>
                      <a:pt x="1243013" y="37147"/>
                      <a:pt x="1243013" y="37147"/>
                    </a:cubicBezTo>
                    <a:cubicBezTo>
                      <a:pt x="1242060" y="36195"/>
                      <a:pt x="1241108" y="35243"/>
                      <a:pt x="1239203" y="34290"/>
                    </a:cubicBezTo>
                    <a:cubicBezTo>
                      <a:pt x="1235393" y="31433"/>
                      <a:pt x="1231583" y="29527"/>
                      <a:pt x="1227773" y="27622"/>
                    </a:cubicBezTo>
                    <a:cubicBezTo>
                      <a:pt x="1226820" y="27622"/>
                      <a:pt x="1225868" y="26670"/>
                      <a:pt x="1224915" y="26670"/>
                    </a:cubicBezTo>
                    <a:cubicBezTo>
                      <a:pt x="1213485" y="27622"/>
                      <a:pt x="1203008" y="28575"/>
                      <a:pt x="1202055" y="22860"/>
                    </a:cubicBezTo>
                    <a:cubicBezTo>
                      <a:pt x="1201103" y="16192"/>
                      <a:pt x="1188720" y="15240"/>
                      <a:pt x="1169670" y="18097"/>
                    </a:cubicBezTo>
                    <a:cubicBezTo>
                      <a:pt x="1163003" y="21908"/>
                      <a:pt x="1155383" y="23813"/>
                      <a:pt x="1147763" y="23813"/>
                    </a:cubicBezTo>
                    <a:lnTo>
                      <a:pt x="1144905" y="23813"/>
                    </a:lnTo>
                    <a:cubicBezTo>
                      <a:pt x="1131570" y="27622"/>
                      <a:pt x="1117283" y="32385"/>
                      <a:pt x="1102043" y="38100"/>
                    </a:cubicBezTo>
                    <a:cubicBezTo>
                      <a:pt x="1066800" y="52388"/>
                      <a:pt x="1078230" y="37147"/>
                      <a:pt x="1096328" y="22860"/>
                    </a:cubicBezTo>
                    <a:cubicBezTo>
                      <a:pt x="1081088" y="21908"/>
                      <a:pt x="1068705" y="14288"/>
                      <a:pt x="1061085" y="2857"/>
                    </a:cubicBezTo>
                    <a:cubicBezTo>
                      <a:pt x="1045845" y="1905"/>
                      <a:pt x="1028700" y="1905"/>
                      <a:pt x="1013460" y="0"/>
                    </a:cubicBezTo>
                    <a:cubicBezTo>
                      <a:pt x="1010603" y="2857"/>
                      <a:pt x="1008698" y="5715"/>
                      <a:pt x="1006793" y="9525"/>
                    </a:cubicBezTo>
                    <a:cubicBezTo>
                      <a:pt x="1000125" y="22860"/>
                      <a:pt x="981075" y="34290"/>
                      <a:pt x="964883" y="32385"/>
                    </a:cubicBezTo>
                    <a:cubicBezTo>
                      <a:pt x="939165" y="29527"/>
                      <a:pt x="917258" y="21908"/>
                      <a:pt x="900113" y="10477"/>
                    </a:cubicBezTo>
                    <a:cubicBezTo>
                      <a:pt x="883920" y="20955"/>
                      <a:pt x="864870" y="26670"/>
                      <a:pt x="843915" y="28575"/>
                    </a:cubicBezTo>
                    <a:cubicBezTo>
                      <a:pt x="802005" y="32385"/>
                      <a:pt x="760095" y="16192"/>
                      <a:pt x="718185" y="25717"/>
                    </a:cubicBezTo>
                    <a:cubicBezTo>
                      <a:pt x="693420" y="31433"/>
                      <a:pt x="674370" y="20002"/>
                      <a:pt x="664845" y="3810"/>
                    </a:cubicBezTo>
                    <a:cubicBezTo>
                      <a:pt x="626745" y="0"/>
                      <a:pt x="642938" y="40005"/>
                      <a:pt x="598170" y="19050"/>
                    </a:cubicBezTo>
                    <a:cubicBezTo>
                      <a:pt x="553403" y="-1905"/>
                      <a:pt x="503873" y="8572"/>
                      <a:pt x="518160" y="15240"/>
                    </a:cubicBezTo>
                    <a:cubicBezTo>
                      <a:pt x="531495" y="21908"/>
                      <a:pt x="514350" y="34290"/>
                      <a:pt x="494348" y="27622"/>
                    </a:cubicBezTo>
                    <a:cubicBezTo>
                      <a:pt x="474345" y="20955"/>
                      <a:pt x="457200" y="29527"/>
                      <a:pt x="466725" y="50483"/>
                    </a:cubicBezTo>
                    <a:cubicBezTo>
                      <a:pt x="476250" y="71438"/>
                      <a:pt x="394335" y="43815"/>
                      <a:pt x="394335" y="67627"/>
                    </a:cubicBezTo>
                    <a:cubicBezTo>
                      <a:pt x="394335" y="90487"/>
                      <a:pt x="364808" y="103823"/>
                      <a:pt x="340995" y="82868"/>
                    </a:cubicBezTo>
                    <a:cubicBezTo>
                      <a:pt x="317183" y="61913"/>
                      <a:pt x="242888" y="55245"/>
                      <a:pt x="264795" y="74295"/>
                    </a:cubicBezTo>
                    <a:cubicBezTo>
                      <a:pt x="286703" y="93345"/>
                      <a:pt x="198120" y="82868"/>
                      <a:pt x="221933" y="101918"/>
                    </a:cubicBezTo>
                    <a:cubicBezTo>
                      <a:pt x="245745" y="120968"/>
                      <a:pt x="192405" y="136208"/>
                      <a:pt x="192405" y="124777"/>
                    </a:cubicBezTo>
                    <a:cubicBezTo>
                      <a:pt x="192405" y="114300"/>
                      <a:pt x="143828" y="95250"/>
                      <a:pt x="123825" y="114300"/>
                    </a:cubicBezTo>
                    <a:cubicBezTo>
                      <a:pt x="103823" y="133350"/>
                      <a:pt x="98108" y="156210"/>
                      <a:pt x="88583" y="143828"/>
                    </a:cubicBezTo>
                    <a:cubicBezTo>
                      <a:pt x="80963" y="133350"/>
                      <a:pt x="52388" y="134303"/>
                      <a:pt x="20003" y="143828"/>
                    </a:cubicBezTo>
                    <a:cubicBezTo>
                      <a:pt x="12383" y="152400"/>
                      <a:pt x="5715" y="163830"/>
                      <a:pt x="0" y="172403"/>
                    </a:cubicBezTo>
                    <a:cubicBezTo>
                      <a:pt x="8573" y="171450"/>
                      <a:pt x="19050" y="168593"/>
                      <a:pt x="27623" y="162878"/>
                    </a:cubicBezTo>
                    <a:cubicBezTo>
                      <a:pt x="55245" y="143828"/>
                      <a:pt x="76200" y="156210"/>
                      <a:pt x="53340" y="169545"/>
                    </a:cubicBezTo>
                    <a:cubicBezTo>
                      <a:pt x="29528" y="181928"/>
                      <a:pt x="38100" y="190500"/>
                      <a:pt x="71438" y="188595"/>
                    </a:cubicBezTo>
                    <a:cubicBezTo>
                      <a:pt x="104775" y="186690"/>
                      <a:pt x="58103" y="199073"/>
                      <a:pt x="58103" y="220028"/>
                    </a:cubicBezTo>
                    <a:cubicBezTo>
                      <a:pt x="58103" y="240982"/>
                      <a:pt x="97155" y="228600"/>
                      <a:pt x="99060" y="249555"/>
                    </a:cubicBezTo>
                    <a:cubicBezTo>
                      <a:pt x="100965" y="270510"/>
                      <a:pt x="185738" y="279082"/>
                      <a:pt x="210503" y="253365"/>
                    </a:cubicBezTo>
                    <a:cubicBezTo>
                      <a:pt x="236220" y="227648"/>
                      <a:pt x="225743" y="260032"/>
                      <a:pt x="223838" y="276225"/>
                    </a:cubicBezTo>
                    <a:cubicBezTo>
                      <a:pt x="221933" y="293370"/>
                      <a:pt x="343853" y="307657"/>
                      <a:pt x="349568" y="286703"/>
                    </a:cubicBezTo>
                    <a:cubicBezTo>
                      <a:pt x="355283" y="265748"/>
                      <a:pt x="373380" y="274320"/>
                      <a:pt x="396240" y="280035"/>
                    </a:cubicBezTo>
                    <a:cubicBezTo>
                      <a:pt x="420053" y="286703"/>
                      <a:pt x="535305" y="257175"/>
                      <a:pt x="537210" y="231458"/>
                    </a:cubicBezTo>
                    <a:cubicBezTo>
                      <a:pt x="539115" y="205740"/>
                      <a:pt x="574358" y="243840"/>
                      <a:pt x="537210" y="271463"/>
                    </a:cubicBezTo>
                    <a:cubicBezTo>
                      <a:pt x="500063" y="299085"/>
                      <a:pt x="425768" y="294323"/>
                      <a:pt x="392430" y="305753"/>
                    </a:cubicBezTo>
                    <a:cubicBezTo>
                      <a:pt x="359093" y="316230"/>
                      <a:pt x="414338" y="341948"/>
                      <a:pt x="447675" y="369570"/>
                    </a:cubicBezTo>
                    <a:cubicBezTo>
                      <a:pt x="481013" y="397193"/>
                      <a:pt x="404813" y="381953"/>
                      <a:pt x="373380" y="346710"/>
                    </a:cubicBezTo>
                    <a:cubicBezTo>
                      <a:pt x="341948" y="310515"/>
                      <a:pt x="271463" y="310515"/>
                      <a:pt x="234315" y="312420"/>
                    </a:cubicBezTo>
                    <a:cubicBezTo>
                      <a:pt x="197168" y="314325"/>
                      <a:pt x="208598" y="388620"/>
                      <a:pt x="236220" y="388620"/>
                    </a:cubicBezTo>
                    <a:cubicBezTo>
                      <a:pt x="263843" y="388620"/>
                      <a:pt x="291465" y="399098"/>
                      <a:pt x="318135" y="445770"/>
                    </a:cubicBezTo>
                    <a:cubicBezTo>
                      <a:pt x="345758" y="492443"/>
                      <a:pt x="404813" y="481965"/>
                      <a:pt x="404813" y="502920"/>
                    </a:cubicBezTo>
                    <a:cubicBezTo>
                      <a:pt x="404813" y="523875"/>
                      <a:pt x="328613" y="485775"/>
                      <a:pt x="284798" y="477203"/>
                    </a:cubicBezTo>
                    <a:cubicBezTo>
                      <a:pt x="241935" y="468630"/>
                      <a:pt x="173355" y="498157"/>
                      <a:pt x="171450" y="532448"/>
                    </a:cubicBezTo>
                    <a:cubicBezTo>
                      <a:pt x="169545" y="566738"/>
                      <a:pt x="234315" y="561975"/>
                      <a:pt x="277178" y="534353"/>
                    </a:cubicBezTo>
                    <a:cubicBezTo>
                      <a:pt x="320040" y="506730"/>
                      <a:pt x="288608" y="542925"/>
                      <a:pt x="267653" y="563880"/>
                    </a:cubicBezTo>
                    <a:cubicBezTo>
                      <a:pt x="245745" y="584835"/>
                      <a:pt x="319088" y="601980"/>
                      <a:pt x="319088" y="627698"/>
                    </a:cubicBezTo>
                    <a:cubicBezTo>
                      <a:pt x="319088" y="653415"/>
                      <a:pt x="265748" y="644843"/>
                      <a:pt x="260033" y="621030"/>
                    </a:cubicBezTo>
                    <a:cubicBezTo>
                      <a:pt x="254318" y="598170"/>
                      <a:pt x="234315" y="574358"/>
                      <a:pt x="183833" y="579120"/>
                    </a:cubicBezTo>
                    <a:cubicBezTo>
                      <a:pt x="132398" y="582930"/>
                      <a:pt x="146685" y="621030"/>
                      <a:pt x="178118" y="625793"/>
                    </a:cubicBezTo>
                    <a:cubicBezTo>
                      <a:pt x="209550" y="629603"/>
                      <a:pt x="211455" y="655320"/>
                      <a:pt x="176213" y="655320"/>
                    </a:cubicBezTo>
                    <a:cubicBezTo>
                      <a:pt x="140970" y="655320"/>
                      <a:pt x="60960" y="679133"/>
                      <a:pt x="85725" y="703898"/>
                    </a:cubicBezTo>
                    <a:cubicBezTo>
                      <a:pt x="113348" y="731520"/>
                      <a:pt x="213360" y="703898"/>
                      <a:pt x="230505" y="721043"/>
                    </a:cubicBezTo>
                    <a:cubicBezTo>
                      <a:pt x="248603" y="738188"/>
                      <a:pt x="297180" y="743903"/>
                      <a:pt x="308610" y="724853"/>
                    </a:cubicBezTo>
                    <a:cubicBezTo>
                      <a:pt x="320040" y="705803"/>
                      <a:pt x="360045" y="714375"/>
                      <a:pt x="399098" y="714375"/>
                    </a:cubicBezTo>
                    <a:cubicBezTo>
                      <a:pt x="438150" y="714375"/>
                      <a:pt x="447675" y="721043"/>
                      <a:pt x="465773" y="737235"/>
                    </a:cubicBezTo>
                    <a:cubicBezTo>
                      <a:pt x="483870" y="754380"/>
                      <a:pt x="514350" y="747713"/>
                      <a:pt x="536258" y="730568"/>
                    </a:cubicBezTo>
                    <a:cubicBezTo>
                      <a:pt x="558165" y="713423"/>
                      <a:pt x="558165" y="713423"/>
                      <a:pt x="584835" y="713423"/>
                    </a:cubicBezTo>
                    <a:cubicBezTo>
                      <a:pt x="591503" y="713423"/>
                      <a:pt x="596265" y="712470"/>
                      <a:pt x="600075" y="710565"/>
                    </a:cubicBezTo>
                    <a:cubicBezTo>
                      <a:pt x="601028" y="705803"/>
                      <a:pt x="602933" y="701993"/>
                      <a:pt x="604838" y="698183"/>
                    </a:cubicBezTo>
                    <a:cubicBezTo>
                      <a:pt x="606743" y="695325"/>
                      <a:pt x="608648" y="693420"/>
                      <a:pt x="610553" y="690563"/>
                    </a:cubicBezTo>
                    <a:cubicBezTo>
                      <a:pt x="610553" y="684848"/>
                      <a:pt x="607695" y="678180"/>
                      <a:pt x="603885" y="670560"/>
                    </a:cubicBezTo>
                    <a:cubicBezTo>
                      <a:pt x="590550" y="647700"/>
                      <a:pt x="555308" y="687705"/>
                      <a:pt x="550545" y="670560"/>
                    </a:cubicBezTo>
                    <a:cubicBezTo>
                      <a:pt x="545783" y="649605"/>
                      <a:pt x="513398" y="642938"/>
                      <a:pt x="458153" y="651510"/>
                    </a:cubicBezTo>
                    <a:cubicBezTo>
                      <a:pt x="402908" y="660083"/>
                      <a:pt x="426720" y="613410"/>
                      <a:pt x="460058" y="623888"/>
                    </a:cubicBezTo>
                    <a:cubicBezTo>
                      <a:pt x="493395" y="634365"/>
                      <a:pt x="538163" y="630555"/>
                      <a:pt x="575310" y="620078"/>
                    </a:cubicBezTo>
                    <a:cubicBezTo>
                      <a:pt x="612458" y="609600"/>
                      <a:pt x="582930" y="590550"/>
                      <a:pt x="582930" y="573405"/>
                    </a:cubicBezTo>
                    <a:cubicBezTo>
                      <a:pt x="582930" y="556260"/>
                      <a:pt x="629603" y="566738"/>
                      <a:pt x="664845" y="566738"/>
                    </a:cubicBezTo>
                    <a:cubicBezTo>
                      <a:pt x="671513" y="566738"/>
                      <a:pt x="679133" y="564833"/>
                      <a:pt x="686753" y="561023"/>
                    </a:cubicBezTo>
                    <a:cubicBezTo>
                      <a:pt x="693420" y="541020"/>
                      <a:pt x="702945" y="523875"/>
                      <a:pt x="718185" y="509588"/>
                    </a:cubicBezTo>
                    <a:cubicBezTo>
                      <a:pt x="718185" y="507682"/>
                      <a:pt x="718185" y="505778"/>
                      <a:pt x="718185" y="502920"/>
                    </a:cubicBezTo>
                    <a:cubicBezTo>
                      <a:pt x="718185" y="487680"/>
                      <a:pt x="727710" y="469582"/>
                      <a:pt x="741998" y="462915"/>
                    </a:cubicBezTo>
                    <a:cubicBezTo>
                      <a:pt x="744855" y="461963"/>
                      <a:pt x="748665" y="460057"/>
                      <a:pt x="751523" y="458153"/>
                    </a:cubicBezTo>
                    <a:cubicBezTo>
                      <a:pt x="737235" y="435293"/>
                      <a:pt x="671513" y="441960"/>
                      <a:pt x="636270" y="441960"/>
                    </a:cubicBezTo>
                    <a:cubicBezTo>
                      <a:pt x="597218" y="441960"/>
                      <a:pt x="661988" y="410528"/>
                      <a:pt x="736283" y="414338"/>
                    </a:cubicBezTo>
                    <a:cubicBezTo>
                      <a:pt x="810578" y="418148"/>
                      <a:pt x="777240" y="382905"/>
                      <a:pt x="791528" y="369570"/>
                    </a:cubicBezTo>
                    <a:cubicBezTo>
                      <a:pt x="803910" y="358140"/>
                      <a:pt x="831533" y="378143"/>
                      <a:pt x="862965" y="377190"/>
                    </a:cubicBezTo>
                    <a:cubicBezTo>
                      <a:pt x="878205" y="363855"/>
                      <a:pt x="892493" y="350520"/>
                      <a:pt x="893445" y="341948"/>
                    </a:cubicBezTo>
                    <a:cubicBezTo>
                      <a:pt x="896303" y="322898"/>
                      <a:pt x="921068" y="306705"/>
                      <a:pt x="940118" y="307657"/>
                    </a:cubicBezTo>
                    <a:cubicBezTo>
                      <a:pt x="939165" y="314325"/>
                      <a:pt x="943928" y="311468"/>
                      <a:pt x="954405" y="300038"/>
                    </a:cubicBezTo>
                    <a:cubicBezTo>
                      <a:pt x="967740" y="292418"/>
                      <a:pt x="980123" y="291465"/>
                      <a:pt x="990600" y="294323"/>
                    </a:cubicBezTo>
                    <a:cubicBezTo>
                      <a:pt x="1008698" y="282893"/>
                      <a:pt x="1029653" y="270510"/>
                      <a:pt x="1054418" y="255270"/>
                    </a:cubicBezTo>
                    <a:cubicBezTo>
                      <a:pt x="1134428" y="206693"/>
                      <a:pt x="1197293" y="215265"/>
                      <a:pt x="1201103" y="187643"/>
                    </a:cubicBezTo>
                    <a:cubicBezTo>
                      <a:pt x="1204913" y="160020"/>
                      <a:pt x="1089660" y="187643"/>
                      <a:pt x="1069658" y="179070"/>
                    </a:cubicBezTo>
                    <a:cubicBezTo>
                      <a:pt x="1049655" y="170498"/>
                      <a:pt x="1149668" y="147637"/>
                      <a:pt x="1173480" y="153353"/>
                    </a:cubicBezTo>
                    <a:cubicBezTo>
                      <a:pt x="1197293" y="160020"/>
                      <a:pt x="1228725" y="153353"/>
                      <a:pt x="1308735" y="111443"/>
                    </a:cubicBezTo>
                    <a:cubicBezTo>
                      <a:pt x="1390650" y="72390"/>
                      <a:pt x="1355408" y="61913"/>
                      <a:pt x="1322070" y="6858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47" name="Freeform: Shape 285">
                <a:extLst>
                  <a:ext uri="{FF2B5EF4-FFF2-40B4-BE49-F238E27FC236}">
                    <a16:creationId xmlns:a16="http://schemas.microsoft.com/office/drawing/2014/main" id="{A229E517-5A78-EB94-1EE8-1C7E386C0A87}"/>
                  </a:ext>
                </a:extLst>
              </p:cNvPr>
              <p:cNvSpPr/>
              <p:nvPr/>
            </p:nvSpPr>
            <p:spPr>
              <a:xfrm>
                <a:off x="3933989" y="2517392"/>
                <a:ext cx="39026" cy="29270"/>
              </a:xfrm>
              <a:custGeom>
                <a:avLst/>
                <a:gdLst>
                  <a:gd name="connsiteX0" fmla="*/ 8093 w 76200"/>
                  <a:gd name="connsiteY0" fmla="*/ 56786 h 57150"/>
                  <a:gd name="connsiteX1" fmla="*/ 82388 w 76200"/>
                  <a:gd name="connsiteY1" fmla="*/ 3446 h 57150"/>
                  <a:gd name="connsiteX2" fmla="*/ 8093 w 76200"/>
                  <a:gd name="connsiteY2" fmla="*/ 56786 h 57150"/>
                </a:gdLst>
                <a:ahLst/>
                <a:cxnLst>
                  <a:cxn ang="0">
                    <a:pos x="connsiteX0" y="connsiteY0"/>
                  </a:cxn>
                  <a:cxn ang="0">
                    <a:pos x="connsiteX1" y="connsiteY1"/>
                  </a:cxn>
                  <a:cxn ang="0">
                    <a:pos x="connsiteX2" y="connsiteY2"/>
                  </a:cxn>
                </a:cxnLst>
                <a:rect l="l" t="t" r="r" b="b"/>
                <a:pathLst>
                  <a:path w="76200" h="57150">
                    <a:moveTo>
                      <a:pt x="8093" y="56786"/>
                    </a:moveTo>
                    <a:cubicBezTo>
                      <a:pt x="39525" y="77741"/>
                      <a:pt x="86198" y="20591"/>
                      <a:pt x="82388" y="3446"/>
                    </a:cubicBezTo>
                    <a:cubicBezTo>
                      <a:pt x="78578" y="-12746"/>
                      <a:pt x="-30007" y="32021"/>
                      <a:pt x="8093" y="56786"/>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48" name="Freeform: Shape 286">
                <a:extLst>
                  <a:ext uri="{FF2B5EF4-FFF2-40B4-BE49-F238E27FC236}">
                    <a16:creationId xmlns:a16="http://schemas.microsoft.com/office/drawing/2014/main" id="{E0A483D1-172B-D08B-3CB6-3B6C8E417BDF}"/>
                  </a:ext>
                </a:extLst>
              </p:cNvPr>
              <p:cNvSpPr/>
              <p:nvPr/>
            </p:nvSpPr>
            <p:spPr>
              <a:xfrm>
                <a:off x="4016915" y="2543034"/>
                <a:ext cx="19513" cy="24391"/>
              </a:xfrm>
              <a:custGeom>
                <a:avLst/>
                <a:gdLst>
                  <a:gd name="connsiteX0" fmla="*/ 18580 w 38100"/>
                  <a:gd name="connsiteY0" fmla="*/ 53390 h 47625"/>
                  <a:gd name="connsiteX1" fmla="*/ 24295 w 38100"/>
                  <a:gd name="connsiteY1" fmla="*/ 50 h 47625"/>
                  <a:gd name="connsiteX2" fmla="*/ 18580 w 38100"/>
                  <a:gd name="connsiteY2" fmla="*/ 53390 h 47625"/>
                </a:gdLst>
                <a:ahLst/>
                <a:cxnLst>
                  <a:cxn ang="0">
                    <a:pos x="connsiteX0" y="connsiteY0"/>
                  </a:cxn>
                  <a:cxn ang="0">
                    <a:pos x="connsiteX1" y="connsiteY1"/>
                  </a:cxn>
                  <a:cxn ang="0">
                    <a:pos x="connsiteX2" y="connsiteY2"/>
                  </a:cxn>
                </a:cxnLst>
                <a:rect l="l" t="t" r="r" b="b"/>
                <a:pathLst>
                  <a:path w="38100" h="47625">
                    <a:moveTo>
                      <a:pt x="18580" y="53390"/>
                    </a:moveTo>
                    <a:cubicBezTo>
                      <a:pt x="31915" y="51485"/>
                      <a:pt x="59537" y="-1855"/>
                      <a:pt x="24295" y="50"/>
                    </a:cubicBezTo>
                    <a:cubicBezTo>
                      <a:pt x="-10948" y="2907"/>
                      <a:pt x="-3328" y="57200"/>
                      <a:pt x="18580" y="53390"/>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49" name="Freeform: Shape 287">
                <a:extLst>
                  <a:ext uri="{FF2B5EF4-FFF2-40B4-BE49-F238E27FC236}">
                    <a16:creationId xmlns:a16="http://schemas.microsoft.com/office/drawing/2014/main" id="{AD1F59E1-3AAC-1179-EB3E-B04F5683C609}"/>
                  </a:ext>
                </a:extLst>
              </p:cNvPr>
              <p:cNvSpPr/>
              <p:nvPr/>
            </p:nvSpPr>
            <p:spPr>
              <a:xfrm>
                <a:off x="3856444" y="2402387"/>
                <a:ext cx="151225" cy="102443"/>
              </a:xfrm>
              <a:custGeom>
                <a:avLst/>
                <a:gdLst>
                  <a:gd name="connsiteX0" fmla="*/ 300475 w 295275"/>
                  <a:gd name="connsiteY0" fmla="*/ 165133 h 200025"/>
                  <a:gd name="connsiteX1" fmla="*/ 239515 w 295275"/>
                  <a:gd name="connsiteY1" fmla="*/ 111793 h 200025"/>
                  <a:gd name="connsiteX2" fmla="*/ 152837 w 295275"/>
                  <a:gd name="connsiteY2" fmla="*/ 56548 h 200025"/>
                  <a:gd name="connsiteX3" fmla="*/ 97592 w 295275"/>
                  <a:gd name="connsiteY3" fmla="*/ 11781 h 200025"/>
                  <a:gd name="connsiteX4" fmla="*/ 49015 w 295275"/>
                  <a:gd name="connsiteY4" fmla="*/ 43213 h 200025"/>
                  <a:gd name="connsiteX5" fmla="*/ 37585 w 295275"/>
                  <a:gd name="connsiteY5" fmla="*/ 108936 h 200025"/>
                  <a:gd name="connsiteX6" fmla="*/ 437 w 295275"/>
                  <a:gd name="connsiteY6" fmla="*/ 172753 h 200025"/>
                  <a:gd name="connsiteX7" fmla="*/ 55682 w 295275"/>
                  <a:gd name="connsiteY7" fmla="*/ 170848 h 200025"/>
                  <a:gd name="connsiteX8" fmla="*/ 79495 w 295275"/>
                  <a:gd name="connsiteY8" fmla="*/ 208948 h 200025"/>
                  <a:gd name="connsiteX9" fmla="*/ 153790 w 295275"/>
                  <a:gd name="connsiteY9" fmla="*/ 164181 h 200025"/>
                  <a:gd name="connsiteX10" fmla="*/ 210940 w 295275"/>
                  <a:gd name="connsiteY10" fmla="*/ 162276 h 200025"/>
                  <a:gd name="connsiteX11" fmla="*/ 300475 w 295275"/>
                  <a:gd name="connsiteY11" fmla="*/ 165133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5275" h="200025">
                    <a:moveTo>
                      <a:pt x="300475" y="165133"/>
                    </a:moveTo>
                    <a:cubicBezTo>
                      <a:pt x="304285" y="144178"/>
                      <a:pt x="235705" y="135606"/>
                      <a:pt x="239515" y="111793"/>
                    </a:cubicBezTo>
                    <a:cubicBezTo>
                      <a:pt x="243325" y="88933"/>
                      <a:pt x="174745" y="69883"/>
                      <a:pt x="152837" y="56548"/>
                    </a:cubicBezTo>
                    <a:cubicBezTo>
                      <a:pt x="130930" y="44166"/>
                      <a:pt x="97592" y="37498"/>
                      <a:pt x="97592" y="11781"/>
                    </a:cubicBezTo>
                    <a:cubicBezTo>
                      <a:pt x="97592" y="-13937"/>
                      <a:pt x="50920" y="5113"/>
                      <a:pt x="49015" y="43213"/>
                    </a:cubicBezTo>
                    <a:cubicBezTo>
                      <a:pt x="47110" y="81313"/>
                      <a:pt x="27107" y="72741"/>
                      <a:pt x="37585" y="108936"/>
                    </a:cubicBezTo>
                    <a:cubicBezTo>
                      <a:pt x="47110" y="145131"/>
                      <a:pt x="-5278" y="153703"/>
                      <a:pt x="437" y="172753"/>
                    </a:cubicBezTo>
                    <a:cubicBezTo>
                      <a:pt x="6152" y="191803"/>
                      <a:pt x="31870" y="170848"/>
                      <a:pt x="55682" y="170848"/>
                    </a:cubicBezTo>
                    <a:cubicBezTo>
                      <a:pt x="79495" y="170848"/>
                      <a:pt x="49015" y="206091"/>
                      <a:pt x="79495" y="208948"/>
                    </a:cubicBezTo>
                    <a:cubicBezTo>
                      <a:pt x="103307" y="210853"/>
                      <a:pt x="144265" y="181326"/>
                      <a:pt x="153790" y="164181"/>
                    </a:cubicBezTo>
                    <a:cubicBezTo>
                      <a:pt x="163315" y="147036"/>
                      <a:pt x="183317" y="141321"/>
                      <a:pt x="210940" y="162276"/>
                    </a:cubicBezTo>
                    <a:cubicBezTo>
                      <a:pt x="237610" y="184183"/>
                      <a:pt x="296665" y="186088"/>
                      <a:pt x="300475" y="16513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50" name="Freeform: Shape 288">
                <a:extLst>
                  <a:ext uri="{FF2B5EF4-FFF2-40B4-BE49-F238E27FC236}">
                    <a16:creationId xmlns:a16="http://schemas.microsoft.com/office/drawing/2014/main" id="{D75967E6-4CC0-EB6A-A166-8BC5439A202E}"/>
                  </a:ext>
                </a:extLst>
              </p:cNvPr>
              <p:cNvSpPr/>
              <p:nvPr/>
            </p:nvSpPr>
            <p:spPr>
              <a:xfrm>
                <a:off x="2979727" y="2015685"/>
                <a:ext cx="234154" cy="165860"/>
              </a:xfrm>
              <a:custGeom>
                <a:avLst/>
                <a:gdLst>
                  <a:gd name="connsiteX0" fmla="*/ 404499 w 457200"/>
                  <a:gd name="connsiteY0" fmla="*/ 50559 h 323850"/>
                  <a:gd name="connsiteX1" fmla="*/ 314011 w 457200"/>
                  <a:gd name="connsiteY1" fmla="*/ 40082 h 323850"/>
                  <a:gd name="connsiteX2" fmla="*/ 286389 w 457200"/>
                  <a:gd name="connsiteY2" fmla="*/ 29604 h 323850"/>
                  <a:gd name="connsiteX3" fmla="*/ 197806 w 457200"/>
                  <a:gd name="connsiteY3" fmla="*/ 1982 h 323850"/>
                  <a:gd name="connsiteX4" fmla="*/ 123511 w 457200"/>
                  <a:gd name="connsiteY4" fmla="*/ 12459 h 323850"/>
                  <a:gd name="connsiteX5" fmla="*/ 117796 w 457200"/>
                  <a:gd name="connsiteY5" fmla="*/ 40082 h 323850"/>
                  <a:gd name="connsiteX6" fmla="*/ 82554 w 457200"/>
                  <a:gd name="connsiteY6" fmla="*/ 61989 h 323850"/>
                  <a:gd name="connsiteX7" fmla="*/ 80649 w 457200"/>
                  <a:gd name="connsiteY7" fmla="*/ 62942 h 323850"/>
                  <a:gd name="connsiteX8" fmla="*/ 79696 w 457200"/>
                  <a:gd name="connsiteY8" fmla="*/ 71514 h 323850"/>
                  <a:gd name="connsiteX9" fmla="*/ 47311 w 457200"/>
                  <a:gd name="connsiteY9" fmla="*/ 141999 h 323850"/>
                  <a:gd name="connsiteX10" fmla="*/ 8259 w 457200"/>
                  <a:gd name="connsiteY10" fmla="*/ 214389 h 323850"/>
                  <a:gd name="connsiteX11" fmla="*/ 63504 w 457200"/>
                  <a:gd name="connsiteY11" fmla="*/ 254394 h 323850"/>
                  <a:gd name="connsiteX12" fmla="*/ 126369 w 457200"/>
                  <a:gd name="connsiteY12" fmla="*/ 330594 h 323850"/>
                  <a:gd name="connsiteX13" fmla="*/ 155896 w 457200"/>
                  <a:gd name="connsiteY13" fmla="*/ 309639 h 323850"/>
                  <a:gd name="connsiteX14" fmla="*/ 198759 w 457200"/>
                  <a:gd name="connsiteY14" fmla="*/ 297257 h 323850"/>
                  <a:gd name="connsiteX15" fmla="*/ 241621 w 457200"/>
                  <a:gd name="connsiteY15" fmla="*/ 261062 h 323850"/>
                  <a:gd name="connsiteX16" fmla="*/ 282579 w 457200"/>
                  <a:gd name="connsiteY16" fmla="*/ 214389 h 323850"/>
                  <a:gd name="connsiteX17" fmla="*/ 317821 w 457200"/>
                  <a:gd name="connsiteY17" fmla="*/ 167717 h 323850"/>
                  <a:gd name="connsiteX18" fmla="*/ 458791 w 457200"/>
                  <a:gd name="connsiteY18" fmla="*/ 103899 h 323850"/>
                  <a:gd name="connsiteX19" fmla="*/ 404499 w 457200"/>
                  <a:gd name="connsiteY19" fmla="*/ 50559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57200" h="323850">
                    <a:moveTo>
                      <a:pt x="404499" y="50559"/>
                    </a:moveTo>
                    <a:cubicBezTo>
                      <a:pt x="369256" y="27699"/>
                      <a:pt x="341634" y="21032"/>
                      <a:pt x="314011" y="40082"/>
                    </a:cubicBezTo>
                    <a:cubicBezTo>
                      <a:pt x="286389" y="59132"/>
                      <a:pt x="308296" y="19127"/>
                      <a:pt x="286389" y="29604"/>
                    </a:cubicBezTo>
                    <a:cubicBezTo>
                      <a:pt x="264481" y="40082"/>
                      <a:pt x="206379" y="12459"/>
                      <a:pt x="197806" y="1982"/>
                    </a:cubicBezTo>
                    <a:cubicBezTo>
                      <a:pt x="193044" y="-3733"/>
                      <a:pt x="157801" y="3887"/>
                      <a:pt x="123511" y="12459"/>
                    </a:cubicBezTo>
                    <a:cubicBezTo>
                      <a:pt x="124464" y="21984"/>
                      <a:pt x="122559" y="32462"/>
                      <a:pt x="117796" y="40082"/>
                    </a:cubicBezTo>
                    <a:cubicBezTo>
                      <a:pt x="109224" y="53417"/>
                      <a:pt x="96841" y="60084"/>
                      <a:pt x="82554" y="61989"/>
                    </a:cubicBezTo>
                    <a:cubicBezTo>
                      <a:pt x="81601" y="64847"/>
                      <a:pt x="80649" y="68657"/>
                      <a:pt x="80649" y="62942"/>
                    </a:cubicBezTo>
                    <a:cubicBezTo>
                      <a:pt x="80649" y="65799"/>
                      <a:pt x="79696" y="68657"/>
                      <a:pt x="79696" y="71514"/>
                    </a:cubicBezTo>
                    <a:cubicBezTo>
                      <a:pt x="93031" y="87707"/>
                      <a:pt x="35881" y="131522"/>
                      <a:pt x="47311" y="141999"/>
                    </a:cubicBezTo>
                    <a:cubicBezTo>
                      <a:pt x="58741" y="152477"/>
                      <a:pt x="35881" y="180099"/>
                      <a:pt x="8259" y="214389"/>
                    </a:cubicBezTo>
                    <a:cubicBezTo>
                      <a:pt x="-19364" y="248679"/>
                      <a:pt x="28261" y="245822"/>
                      <a:pt x="63504" y="254394"/>
                    </a:cubicBezTo>
                    <a:cubicBezTo>
                      <a:pt x="98746" y="262967"/>
                      <a:pt x="102556" y="330594"/>
                      <a:pt x="126369" y="330594"/>
                    </a:cubicBezTo>
                    <a:cubicBezTo>
                      <a:pt x="141609" y="330594"/>
                      <a:pt x="130179" y="309639"/>
                      <a:pt x="155896" y="309639"/>
                    </a:cubicBezTo>
                    <a:cubicBezTo>
                      <a:pt x="181614" y="309639"/>
                      <a:pt x="175899" y="294399"/>
                      <a:pt x="198759" y="297257"/>
                    </a:cubicBezTo>
                    <a:cubicBezTo>
                      <a:pt x="222571" y="299162"/>
                      <a:pt x="241621" y="290589"/>
                      <a:pt x="241621" y="261062"/>
                    </a:cubicBezTo>
                    <a:cubicBezTo>
                      <a:pt x="241621" y="231534"/>
                      <a:pt x="259719" y="221057"/>
                      <a:pt x="282579" y="214389"/>
                    </a:cubicBezTo>
                    <a:cubicBezTo>
                      <a:pt x="306391" y="207722"/>
                      <a:pt x="284484" y="176289"/>
                      <a:pt x="317821" y="167717"/>
                    </a:cubicBezTo>
                    <a:cubicBezTo>
                      <a:pt x="351159" y="159144"/>
                      <a:pt x="443551" y="117234"/>
                      <a:pt x="458791" y="103899"/>
                    </a:cubicBezTo>
                    <a:cubicBezTo>
                      <a:pt x="474984" y="90564"/>
                      <a:pt x="439741" y="74372"/>
                      <a:pt x="404499" y="5055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51" name="Freeform: Shape 289">
                <a:extLst>
                  <a:ext uri="{FF2B5EF4-FFF2-40B4-BE49-F238E27FC236}">
                    <a16:creationId xmlns:a16="http://schemas.microsoft.com/office/drawing/2014/main" id="{CD007329-708B-5223-8AD0-0B258FC95BEB}"/>
                  </a:ext>
                </a:extLst>
              </p:cNvPr>
              <p:cNvSpPr/>
              <p:nvPr/>
            </p:nvSpPr>
            <p:spPr>
              <a:xfrm>
                <a:off x="3465684" y="1902431"/>
                <a:ext cx="160981" cy="92686"/>
              </a:xfrm>
              <a:custGeom>
                <a:avLst/>
                <a:gdLst>
                  <a:gd name="connsiteX0" fmla="*/ 257642 w 314325"/>
                  <a:gd name="connsiteY0" fmla="*/ 22139 h 180975"/>
                  <a:gd name="connsiteX1" fmla="*/ 175727 w 314325"/>
                  <a:gd name="connsiteY1" fmla="*/ 3089 h 180975"/>
                  <a:gd name="connsiteX2" fmla="*/ 189062 w 314325"/>
                  <a:gd name="connsiteY2" fmla="*/ 58334 h 180975"/>
                  <a:gd name="connsiteX3" fmla="*/ 137627 w 314325"/>
                  <a:gd name="connsiteY3" fmla="*/ 43094 h 180975"/>
                  <a:gd name="connsiteX4" fmla="*/ 122387 w 314325"/>
                  <a:gd name="connsiteY4" fmla="*/ 77384 h 180975"/>
                  <a:gd name="connsiteX5" fmla="*/ 94765 w 314325"/>
                  <a:gd name="connsiteY5" fmla="*/ 79289 h 180975"/>
                  <a:gd name="connsiteX6" fmla="*/ 22375 w 314325"/>
                  <a:gd name="connsiteY6" fmla="*/ 6899 h 180975"/>
                  <a:gd name="connsiteX7" fmla="*/ 16660 w 314325"/>
                  <a:gd name="connsiteY7" fmla="*/ 65954 h 180975"/>
                  <a:gd name="connsiteX8" fmla="*/ 87145 w 314325"/>
                  <a:gd name="connsiteY8" fmla="*/ 119294 h 180975"/>
                  <a:gd name="connsiteX9" fmla="*/ 192872 w 314325"/>
                  <a:gd name="connsiteY9" fmla="*/ 117389 h 180975"/>
                  <a:gd name="connsiteX10" fmla="*/ 183347 w 314325"/>
                  <a:gd name="connsiteY10" fmla="*/ 176444 h 180975"/>
                  <a:gd name="connsiteX11" fmla="*/ 275740 w 314325"/>
                  <a:gd name="connsiteY11" fmla="*/ 180254 h 180975"/>
                  <a:gd name="connsiteX12" fmla="*/ 312887 w 314325"/>
                  <a:gd name="connsiteY12" fmla="*/ 142154 h 180975"/>
                  <a:gd name="connsiteX13" fmla="*/ 309077 w 314325"/>
                  <a:gd name="connsiteY13" fmla="*/ 93577 h 180975"/>
                  <a:gd name="connsiteX14" fmla="*/ 257642 w 314325"/>
                  <a:gd name="connsiteY14" fmla="*/ 22139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4325" h="180975">
                    <a:moveTo>
                      <a:pt x="257642" y="22139"/>
                    </a:moveTo>
                    <a:cubicBezTo>
                      <a:pt x="255737" y="43094"/>
                      <a:pt x="210970" y="18329"/>
                      <a:pt x="175727" y="3089"/>
                    </a:cubicBezTo>
                    <a:cubicBezTo>
                      <a:pt x="140485" y="-12151"/>
                      <a:pt x="162392" y="32617"/>
                      <a:pt x="189062" y="58334"/>
                    </a:cubicBezTo>
                    <a:cubicBezTo>
                      <a:pt x="216685" y="84052"/>
                      <a:pt x="175727" y="70717"/>
                      <a:pt x="137627" y="43094"/>
                    </a:cubicBezTo>
                    <a:cubicBezTo>
                      <a:pt x="100480" y="15472"/>
                      <a:pt x="104290" y="62144"/>
                      <a:pt x="122387" y="77384"/>
                    </a:cubicBezTo>
                    <a:cubicBezTo>
                      <a:pt x="140485" y="92624"/>
                      <a:pt x="118577" y="113579"/>
                      <a:pt x="94765" y="79289"/>
                    </a:cubicBezTo>
                    <a:cubicBezTo>
                      <a:pt x="70952" y="44999"/>
                      <a:pt x="59522" y="9757"/>
                      <a:pt x="22375" y="6899"/>
                    </a:cubicBezTo>
                    <a:cubicBezTo>
                      <a:pt x="-14773" y="4994"/>
                      <a:pt x="2372" y="45952"/>
                      <a:pt x="16660" y="65954"/>
                    </a:cubicBezTo>
                    <a:cubicBezTo>
                      <a:pt x="36662" y="93577"/>
                      <a:pt x="55712" y="100244"/>
                      <a:pt x="87145" y="119294"/>
                    </a:cubicBezTo>
                    <a:cubicBezTo>
                      <a:pt x="118577" y="138344"/>
                      <a:pt x="169060" y="110722"/>
                      <a:pt x="192872" y="117389"/>
                    </a:cubicBezTo>
                    <a:cubicBezTo>
                      <a:pt x="216685" y="124057"/>
                      <a:pt x="167155" y="155489"/>
                      <a:pt x="183347" y="176444"/>
                    </a:cubicBezTo>
                    <a:cubicBezTo>
                      <a:pt x="198587" y="197399"/>
                      <a:pt x="242402" y="183112"/>
                      <a:pt x="275740" y="180254"/>
                    </a:cubicBezTo>
                    <a:cubicBezTo>
                      <a:pt x="309077" y="178349"/>
                      <a:pt x="293837" y="157394"/>
                      <a:pt x="312887" y="142154"/>
                    </a:cubicBezTo>
                    <a:cubicBezTo>
                      <a:pt x="332890" y="126914"/>
                      <a:pt x="292885" y="129772"/>
                      <a:pt x="309077" y="93577"/>
                    </a:cubicBezTo>
                    <a:cubicBezTo>
                      <a:pt x="324317" y="58334"/>
                      <a:pt x="259547" y="1184"/>
                      <a:pt x="257642" y="2213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52" name="Freeform: Shape 290">
                <a:extLst>
                  <a:ext uri="{FF2B5EF4-FFF2-40B4-BE49-F238E27FC236}">
                    <a16:creationId xmlns:a16="http://schemas.microsoft.com/office/drawing/2014/main" id="{DA511436-3494-8000-9380-C869E64E90B5}"/>
                  </a:ext>
                </a:extLst>
              </p:cNvPr>
              <p:cNvSpPr/>
              <p:nvPr/>
            </p:nvSpPr>
            <p:spPr>
              <a:xfrm>
                <a:off x="2921111" y="2947752"/>
                <a:ext cx="121956" cy="78052"/>
              </a:xfrm>
              <a:custGeom>
                <a:avLst/>
                <a:gdLst>
                  <a:gd name="connsiteX0" fmla="*/ 211289 w 238125"/>
                  <a:gd name="connsiteY0" fmla="*/ 115642 h 152400"/>
                  <a:gd name="connsiteX1" fmla="*/ 159854 w 238125"/>
                  <a:gd name="connsiteY1" fmla="*/ 89925 h 152400"/>
                  <a:gd name="connsiteX2" fmla="*/ 107467 w 238125"/>
                  <a:gd name="connsiteY2" fmla="*/ 27060 h 152400"/>
                  <a:gd name="connsiteX3" fmla="*/ 49364 w 238125"/>
                  <a:gd name="connsiteY3" fmla="*/ 13725 h 152400"/>
                  <a:gd name="connsiteX4" fmla="*/ 3644 w 238125"/>
                  <a:gd name="connsiteY4" fmla="*/ 6105 h 152400"/>
                  <a:gd name="connsiteX5" fmla="*/ 16979 w 238125"/>
                  <a:gd name="connsiteY5" fmla="*/ 28012 h 152400"/>
                  <a:gd name="connsiteX6" fmla="*/ 37934 w 238125"/>
                  <a:gd name="connsiteY6" fmla="*/ 43252 h 152400"/>
                  <a:gd name="connsiteX7" fmla="*/ 68414 w 238125"/>
                  <a:gd name="connsiteY7" fmla="*/ 68970 h 152400"/>
                  <a:gd name="connsiteX8" fmla="*/ 96989 w 238125"/>
                  <a:gd name="connsiteY8" fmla="*/ 89925 h 152400"/>
                  <a:gd name="connsiteX9" fmla="*/ 169379 w 238125"/>
                  <a:gd name="connsiteY9" fmla="*/ 154695 h 152400"/>
                  <a:gd name="connsiteX10" fmla="*/ 233197 w 238125"/>
                  <a:gd name="connsiteY10" fmla="*/ 153742 h 152400"/>
                  <a:gd name="connsiteX11" fmla="*/ 237959 w 238125"/>
                  <a:gd name="connsiteY11" fmla="*/ 133740 h 152400"/>
                  <a:gd name="connsiteX12" fmla="*/ 211289 w 238125"/>
                  <a:gd name="connsiteY12" fmla="*/ 115642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125" h="152400">
                    <a:moveTo>
                      <a:pt x="211289" y="115642"/>
                    </a:moveTo>
                    <a:cubicBezTo>
                      <a:pt x="198907" y="100402"/>
                      <a:pt x="165569" y="104212"/>
                      <a:pt x="159854" y="89925"/>
                    </a:cubicBezTo>
                    <a:cubicBezTo>
                      <a:pt x="155092" y="76590"/>
                      <a:pt x="124612" y="26107"/>
                      <a:pt x="107467" y="27060"/>
                    </a:cubicBezTo>
                    <a:cubicBezTo>
                      <a:pt x="90322" y="28012"/>
                      <a:pt x="69367" y="28965"/>
                      <a:pt x="49364" y="13725"/>
                    </a:cubicBezTo>
                    <a:cubicBezTo>
                      <a:pt x="29362" y="-2468"/>
                      <a:pt x="16979" y="-3420"/>
                      <a:pt x="3644" y="6105"/>
                    </a:cubicBezTo>
                    <a:cubicBezTo>
                      <a:pt x="-9691" y="15630"/>
                      <a:pt x="17932" y="17535"/>
                      <a:pt x="16979" y="28012"/>
                    </a:cubicBezTo>
                    <a:cubicBezTo>
                      <a:pt x="16027" y="38490"/>
                      <a:pt x="25552" y="45157"/>
                      <a:pt x="37934" y="43252"/>
                    </a:cubicBezTo>
                    <a:cubicBezTo>
                      <a:pt x="49364" y="41347"/>
                      <a:pt x="56984" y="68017"/>
                      <a:pt x="68414" y="68970"/>
                    </a:cubicBezTo>
                    <a:cubicBezTo>
                      <a:pt x="79844" y="69922"/>
                      <a:pt x="83654" y="88972"/>
                      <a:pt x="96989" y="89925"/>
                    </a:cubicBezTo>
                    <a:cubicBezTo>
                      <a:pt x="137947" y="92782"/>
                      <a:pt x="158902" y="120405"/>
                      <a:pt x="169379" y="154695"/>
                    </a:cubicBezTo>
                    <a:cubicBezTo>
                      <a:pt x="194144" y="157552"/>
                      <a:pt x="215099" y="159457"/>
                      <a:pt x="233197" y="153742"/>
                    </a:cubicBezTo>
                    <a:cubicBezTo>
                      <a:pt x="233197" y="147075"/>
                      <a:pt x="235102" y="139455"/>
                      <a:pt x="237959" y="133740"/>
                    </a:cubicBezTo>
                    <a:cubicBezTo>
                      <a:pt x="245579" y="120405"/>
                      <a:pt x="223672" y="129930"/>
                      <a:pt x="211289" y="115642"/>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54" name="Freeform: Shape 291">
                <a:extLst>
                  <a:ext uri="{FF2B5EF4-FFF2-40B4-BE49-F238E27FC236}">
                    <a16:creationId xmlns:a16="http://schemas.microsoft.com/office/drawing/2014/main" id="{BA991258-AE1E-A378-7EA4-E3F724262661}"/>
                  </a:ext>
                </a:extLst>
              </p:cNvPr>
              <p:cNvSpPr/>
              <p:nvPr/>
            </p:nvSpPr>
            <p:spPr>
              <a:xfrm>
                <a:off x="3131444" y="1941267"/>
                <a:ext cx="34148" cy="24391"/>
              </a:xfrm>
              <a:custGeom>
                <a:avLst/>
                <a:gdLst>
                  <a:gd name="connsiteX0" fmla="*/ 2532 w 66675"/>
                  <a:gd name="connsiteY0" fmla="*/ 52038 h 47625"/>
                  <a:gd name="connsiteX1" fmla="*/ 71112 w 66675"/>
                  <a:gd name="connsiteY1" fmla="*/ 3461 h 47625"/>
                  <a:gd name="connsiteX2" fmla="*/ 2532 w 66675"/>
                  <a:gd name="connsiteY2" fmla="*/ 52038 h 47625"/>
                </a:gdLst>
                <a:ahLst/>
                <a:cxnLst>
                  <a:cxn ang="0">
                    <a:pos x="connsiteX0" y="connsiteY0"/>
                  </a:cxn>
                  <a:cxn ang="0">
                    <a:pos x="connsiteX1" y="connsiteY1"/>
                  </a:cxn>
                  <a:cxn ang="0">
                    <a:pos x="connsiteX2" y="connsiteY2"/>
                  </a:cxn>
                </a:cxnLst>
                <a:rect l="l" t="t" r="r" b="b"/>
                <a:pathLst>
                  <a:path w="66675" h="47625">
                    <a:moveTo>
                      <a:pt x="2532" y="52038"/>
                    </a:moveTo>
                    <a:cubicBezTo>
                      <a:pt x="37775" y="55848"/>
                      <a:pt x="73017" y="22511"/>
                      <a:pt x="71112" y="3461"/>
                    </a:cubicBezTo>
                    <a:cubicBezTo>
                      <a:pt x="69207" y="-15589"/>
                      <a:pt x="-15565" y="50133"/>
                      <a:pt x="2532" y="52038"/>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55" name="Freeform: Shape 292">
                <a:extLst>
                  <a:ext uri="{FF2B5EF4-FFF2-40B4-BE49-F238E27FC236}">
                    <a16:creationId xmlns:a16="http://schemas.microsoft.com/office/drawing/2014/main" id="{ED1C7C05-121B-C775-AD42-D3331CC4CB5B}"/>
                  </a:ext>
                </a:extLst>
              </p:cNvPr>
              <p:cNvSpPr/>
              <p:nvPr/>
            </p:nvSpPr>
            <p:spPr>
              <a:xfrm>
                <a:off x="4381076" y="2978685"/>
                <a:ext cx="48782" cy="19513"/>
              </a:xfrm>
              <a:custGeom>
                <a:avLst/>
                <a:gdLst>
                  <a:gd name="connsiteX0" fmla="*/ 80963 w 95250"/>
                  <a:gd name="connsiteY0" fmla="*/ 40958 h 38100"/>
                  <a:gd name="connsiteX1" fmla="*/ 97155 w 95250"/>
                  <a:gd name="connsiteY1" fmla="*/ 45720 h 38100"/>
                  <a:gd name="connsiteX2" fmla="*/ 87630 w 95250"/>
                  <a:gd name="connsiteY2" fmla="*/ 28575 h 38100"/>
                  <a:gd name="connsiteX3" fmla="*/ 86678 w 95250"/>
                  <a:gd name="connsiteY3" fmla="*/ 23813 h 38100"/>
                  <a:gd name="connsiteX4" fmla="*/ 0 w 95250"/>
                  <a:gd name="connsiteY4" fmla="*/ 0 h 38100"/>
                  <a:gd name="connsiteX5" fmla="*/ 2858 w 95250"/>
                  <a:gd name="connsiteY5" fmla="*/ 14288 h 38100"/>
                  <a:gd name="connsiteX6" fmla="*/ 54293 w 95250"/>
                  <a:gd name="connsiteY6" fmla="*/ 40958 h 38100"/>
                  <a:gd name="connsiteX7" fmla="*/ 80963 w 95250"/>
                  <a:gd name="connsiteY7" fmla="*/ 40958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38100">
                    <a:moveTo>
                      <a:pt x="80963" y="40958"/>
                    </a:moveTo>
                    <a:cubicBezTo>
                      <a:pt x="86678" y="41910"/>
                      <a:pt x="91440" y="43815"/>
                      <a:pt x="97155" y="45720"/>
                    </a:cubicBezTo>
                    <a:cubicBezTo>
                      <a:pt x="93345" y="40958"/>
                      <a:pt x="89535" y="34290"/>
                      <a:pt x="87630" y="28575"/>
                    </a:cubicBezTo>
                    <a:cubicBezTo>
                      <a:pt x="86678" y="26670"/>
                      <a:pt x="86678" y="25718"/>
                      <a:pt x="86678" y="23813"/>
                    </a:cubicBezTo>
                    <a:cubicBezTo>
                      <a:pt x="58103" y="10478"/>
                      <a:pt x="17145" y="0"/>
                      <a:pt x="0" y="0"/>
                    </a:cubicBezTo>
                    <a:cubicBezTo>
                      <a:pt x="1905" y="4763"/>
                      <a:pt x="2858" y="9525"/>
                      <a:pt x="2858" y="14288"/>
                    </a:cubicBezTo>
                    <a:cubicBezTo>
                      <a:pt x="14288" y="22860"/>
                      <a:pt x="34290" y="33338"/>
                      <a:pt x="54293" y="40958"/>
                    </a:cubicBezTo>
                    <a:cubicBezTo>
                      <a:pt x="63818" y="39053"/>
                      <a:pt x="73343" y="39053"/>
                      <a:pt x="80963" y="40958"/>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56" name="Freeform: Shape 293">
                <a:extLst>
                  <a:ext uri="{FF2B5EF4-FFF2-40B4-BE49-F238E27FC236}">
                    <a16:creationId xmlns:a16="http://schemas.microsoft.com/office/drawing/2014/main" id="{E16E7AB2-0A7B-0E4F-9F43-6D422BCF496E}"/>
                  </a:ext>
                </a:extLst>
              </p:cNvPr>
              <p:cNvSpPr/>
              <p:nvPr/>
            </p:nvSpPr>
            <p:spPr>
              <a:xfrm>
                <a:off x="4494695" y="2924537"/>
                <a:ext cx="146347" cy="146347"/>
              </a:xfrm>
              <a:custGeom>
                <a:avLst/>
                <a:gdLst>
                  <a:gd name="connsiteX0" fmla="*/ 268691 w 285750"/>
                  <a:gd name="connsiteY0" fmla="*/ 235266 h 285750"/>
                  <a:gd name="connsiteX1" fmla="*/ 265833 w 285750"/>
                  <a:gd name="connsiteY1" fmla="*/ 209549 h 285750"/>
                  <a:gd name="connsiteX2" fmla="*/ 247736 w 285750"/>
                  <a:gd name="connsiteY2" fmla="*/ 198119 h 285750"/>
                  <a:gd name="connsiteX3" fmla="*/ 250593 w 285750"/>
                  <a:gd name="connsiteY3" fmla="*/ 151446 h 285750"/>
                  <a:gd name="connsiteX4" fmla="*/ 215351 w 285750"/>
                  <a:gd name="connsiteY4" fmla="*/ 141921 h 285750"/>
                  <a:gd name="connsiteX5" fmla="*/ 176298 w 285750"/>
                  <a:gd name="connsiteY5" fmla="*/ 133349 h 285750"/>
                  <a:gd name="connsiteX6" fmla="*/ 156295 w 285750"/>
                  <a:gd name="connsiteY6" fmla="*/ 104774 h 285750"/>
                  <a:gd name="connsiteX7" fmla="*/ 122006 w 285750"/>
                  <a:gd name="connsiteY7" fmla="*/ 105726 h 285750"/>
                  <a:gd name="connsiteX8" fmla="*/ 125816 w 285750"/>
                  <a:gd name="connsiteY8" fmla="*/ 71436 h 285750"/>
                  <a:gd name="connsiteX9" fmla="*/ 157248 w 285750"/>
                  <a:gd name="connsiteY9" fmla="*/ 18096 h 285750"/>
                  <a:gd name="connsiteX10" fmla="*/ 136293 w 285750"/>
                  <a:gd name="connsiteY10" fmla="*/ 2856 h 285750"/>
                  <a:gd name="connsiteX11" fmla="*/ 64856 w 285750"/>
                  <a:gd name="connsiteY11" fmla="*/ 110489 h 285750"/>
                  <a:gd name="connsiteX12" fmla="*/ 44853 w 285750"/>
                  <a:gd name="connsiteY12" fmla="*/ 155256 h 285750"/>
                  <a:gd name="connsiteX13" fmla="*/ 20088 w 285750"/>
                  <a:gd name="connsiteY13" fmla="*/ 183831 h 285750"/>
                  <a:gd name="connsiteX14" fmla="*/ 6753 w 285750"/>
                  <a:gd name="connsiteY14" fmla="*/ 241934 h 285750"/>
                  <a:gd name="connsiteX15" fmla="*/ 18183 w 285750"/>
                  <a:gd name="connsiteY15" fmla="*/ 245744 h 285750"/>
                  <a:gd name="connsiteX16" fmla="*/ 51520 w 285750"/>
                  <a:gd name="connsiteY16" fmla="*/ 229551 h 285750"/>
                  <a:gd name="connsiteX17" fmla="*/ 68666 w 285750"/>
                  <a:gd name="connsiteY17" fmla="*/ 225741 h 285750"/>
                  <a:gd name="connsiteX18" fmla="*/ 96288 w 285750"/>
                  <a:gd name="connsiteY18" fmla="*/ 217169 h 285750"/>
                  <a:gd name="connsiteX19" fmla="*/ 105813 w 285750"/>
                  <a:gd name="connsiteY19" fmla="*/ 217169 h 285750"/>
                  <a:gd name="connsiteX20" fmla="*/ 110576 w 285750"/>
                  <a:gd name="connsiteY20" fmla="*/ 215264 h 285750"/>
                  <a:gd name="connsiteX21" fmla="*/ 164868 w 285750"/>
                  <a:gd name="connsiteY21" fmla="*/ 222884 h 285750"/>
                  <a:gd name="connsiteX22" fmla="*/ 182966 w 285750"/>
                  <a:gd name="connsiteY22" fmla="*/ 240029 h 285750"/>
                  <a:gd name="connsiteX23" fmla="*/ 183918 w 285750"/>
                  <a:gd name="connsiteY23" fmla="*/ 241934 h 285750"/>
                  <a:gd name="connsiteX24" fmla="*/ 184870 w 285750"/>
                  <a:gd name="connsiteY24" fmla="*/ 242886 h 285750"/>
                  <a:gd name="connsiteX25" fmla="*/ 186776 w 285750"/>
                  <a:gd name="connsiteY25" fmla="*/ 243839 h 285750"/>
                  <a:gd name="connsiteX26" fmla="*/ 202016 w 285750"/>
                  <a:gd name="connsiteY26" fmla="*/ 258126 h 285750"/>
                  <a:gd name="connsiteX27" fmla="*/ 204873 w 285750"/>
                  <a:gd name="connsiteY27" fmla="*/ 256221 h 285750"/>
                  <a:gd name="connsiteX28" fmla="*/ 232495 w 285750"/>
                  <a:gd name="connsiteY28" fmla="*/ 270509 h 285750"/>
                  <a:gd name="connsiteX29" fmla="*/ 287741 w 285750"/>
                  <a:gd name="connsiteY29" fmla="*/ 276224 h 285750"/>
                  <a:gd name="connsiteX30" fmla="*/ 268691 w 285750"/>
                  <a:gd name="connsiteY30" fmla="*/ 235266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85750">
                    <a:moveTo>
                      <a:pt x="268691" y="235266"/>
                    </a:moveTo>
                    <a:cubicBezTo>
                      <a:pt x="261070" y="250506"/>
                      <a:pt x="248688" y="223836"/>
                      <a:pt x="265833" y="209549"/>
                    </a:cubicBezTo>
                    <a:cubicBezTo>
                      <a:pt x="282978" y="195261"/>
                      <a:pt x="262976" y="189546"/>
                      <a:pt x="247736" y="198119"/>
                    </a:cubicBezTo>
                    <a:cubicBezTo>
                      <a:pt x="232495" y="206691"/>
                      <a:pt x="236306" y="160019"/>
                      <a:pt x="250593" y="151446"/>
                    </a:cubicBezTo>
                    <a:cubicBezTo>
                      <a:pt x="264881" y="142874"/>
                      <a:pt x="215351" y="125729"/>
                      <a:pt x="215351" y="141921"/>
                    </a:cubicBezTo>
                    <a:cubicBezTo>
                      <a:pt x="215351" y="157161"/>
                      <a:pt x="180108" y="147636"/>
                      <a:pt x="176298" y="133349"/>
                    </a:cubicBezTo>
                    <a:cubicBezTo>
                      <a:pt x="172488" y="119061"/>
                      <a:pt x="147723" y="115251"/>
                      <a:pt x="156295" y="104774"/>
                    </a:cubicBezTo>
                    <a:cubicBezTo>
                      <a:pt x="165820" y="95249"/>
                      <a:pt x="125816" y="89534"/>
                      <a:pt x="122006" y="105726"/>
                    </a:cubicBezTo>
                    <a:cubicBezTo>
                      <a:pt x="118195" y="122871"/>
                      <a:pt x="106766" y="94296"/>
                      <a:pt x="125816" y="71436"/>
                    </a:cubicBezTo>
                    <a:cubicBezTo>
                      <a:pt x="145818" y="48576"/>
                      <a:pt x="139151" y="29526"/>
                      <a:pt x="157248" y="18096"/>
                    </a:cubicBezTo>
                    <a:cubicBezTo>
                      <a:pt x="175345" y="6666"/>
                      <a:pt x="156295" y="-5716"/>
                      <a:pt x="136293" y="2856"/>
                    </a:cubicBezTo>
                    <a:cubicBezTo>
                      <a:pt x="116291" y="11429"/>
                      <a:pt x="64856" y="88581"/>
                      <a:pt x="64856" y="110489"/>
                    </a:cubicBezTo>
                    <a:cubicBezTo>
                      <a:pt x="64856" y="131444"/>
                      <a:pt x="63903" y="157161"/>
                      <a:pt x="44853" y="155256"/>
                    </a:cubicBezTo>
                    <a:cubicBezTo>
                      <a:pt x="26756" y="154304"/>
                      <a:pt x="5801" y="172401"/>
                      <a:pt x="20088" y="183831"/>
                    </a:cubicBezTo>
                    <a:cubicBezTo>
                      <a:pt x="34376" y="195261"/>
                      <a:pt x="-18012" y="227646"/>
                      <a:pt x="6753" y="241934"/>
                    </a:cubicBezTo>
                    <a:cubicBezTo>
                      <a:pt x="10563" y="243839"/>
                      <a:pt x="14373" y="244791"/>
                      <a:pt x="18183" y="245744"/>
                    </a:cubicBezTo>
                    <a:cubicBezTo>
                      <a:pt x="26756" y="236219"/>
                      <a:pt x="39138" y="230504"/>
                      <a:pt x="51520" y="229551"/>
                    </a:cubicBezTo>
                    <a:cubicBezTo>
                      <a:pt x="57236" y="228599"/>
                      <a:pt x="62951" y="226694"/>
                      <a:pt x="68666" y="225741"/>
                    </a:cubicBezTo>
                    <a:cubicBezTo>
                      <a:pt x="77238" y="220979"/>
                      <a:pt x="84858" y="219074"/>
                      <a:pt x="96288" y="217169"/>
                    </a:cubicBezTo>
                    <a:cubicBezTo>
                      <a:pt x="99145" y="217169"/>
                      <a:pt x="102956" y="217169"/>
                      <a:pt x="105813" y="217169"/>
                    </a:cubicBezTo>
                    <a:cubicBezTo>
                      <a:pt x="107718" y="216216"/>
                      <a:pt x="108670" y="216216"/>
                      <a:pt x="110576" y="215264"/>
                    </a:cubicBezTo>
                    <a:cubicBezTo>
                      <a:pt x="129626" y="210501"/>
                      <a:pt x="147723" y="214311"/>
                      <a:pt x="164868" y="222884"/>
                    </a:cubicBezTo>
                    <a:cubicBezTo>
                      <a:pt x="173441" y="226694"/>
                      <a:pt x="179156" y="232409"/>
                      <a:pt x="182966" y="240029"/>
                    </a:cubicBezTo>
                    <a:cubicBezTo>
                      <a:pt x="183918" y="240029"/>
                      <a:pt x="183918" y="240981"/>
                      <a:pt x="183918" y="241934"/>
                    </a:cubicBezTo>
                    <a:cubicBezTo>
                      <a:pt x="183918" y="241934"/>
                      <a:pt x="183918" y="242886"/>
                      <a:pt x="184870" y="242886"/>
                    </a:cubicBezTo>
                    <a:cubicBezTo>
                      <a:pt x="185823" y="242886"/>
                      <a:pt x="185823" y="243839"/>
                      <a:pt x="186776" y="243839"/>
                    </a:cubicBezTo>
                    <a:cubicBezTo>
                      <a:pt x="193443" y="247649"/>
                      <a:pt x="198206" y="252411"/>
                      <a:pt x="202016" y="258126"/>
                    </a:cubicBezTo>
                    <a:cubicBezTo>
                      <a:pt x="202968" y="257174"/>
                      <a:pt x="203920" y="257174"/>
                      <a:pt x="204873" y="256221"/>
                    </a:cubicBezTo>
                    <a:cubicBezTo>
                      <a:pt x="220113" y="247649"/>
                      <a:pt x="240116" y="256221"/>
                      <a:pt x="232495" y="270509"/>
                    </a:cubicBezTo>
                    <a:cubicBezTo>
                      <a:pt x="224876" y="284796"/>
                      <a:pt x="275358" y="299084"/>
                      <a:pt x="287741" y="276224"/>
                    </a:cubicBezTo>
                    <a:cubicBezTo>
                      <a:pt x="300123" y="254316"/>
                      <a:pt x="276311" y="219074"/>
                      <a:pt x="268691" y="235266"/>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57" name="Freeform: Shape 294">
                <a:extLst>
                  <a:ext uri="{FF2B5EF4-FFF2-40B4-BE49-F238E27FC236}">
                    <a16:creationId xmlns:a16="http://schemas.microsoft.com/office/drawing/2014/main" id="{BA080CA3-C1AB-20DE-E95B-C436649D5AA9}"/>
                  </a:ext>
                </a:extLst>
              </p:cNvPr>
              <p:cNvSpPr/>
              <p:nvPr/>
            </p:nvSpPr>
            <p:spPr>
              <a:xfrm>
                <a:off x="2626870" y="2038515"/>
                <a:ext cx="1946408" cy="1175650"/>
              </a:xfrm>
              <a:custGeom>
                <a:avLst/>
                <a:gdLst>
                  <a:gd name="connsiteX0" fmla="*/ 3793807 w 3800475"/>
                  <a:gd name="connsiteY0" fmla="*/ 1674762 h 2295525"/>
                  <a:gd name="connsiteX1" fmla="*/ 3781425 w 3800475"/>
                  <a:gd name="connsiteY1" fmla="*/ 1661428 h 2295525"/>
                  <a:gd name="connsiteX2" fmla="*/ 3804285 w 3800475"/>
                  <a:gd name="connsiteY2" fmla="*/ 1643330 h 2295525"/>
                  <a:gd name="connsiteX3" fmla="*/ 3784282 w 3800475"/>
                  <a:gd name="connsiteY3" fmla="*/ 1625232 h 2295525"/>
                  <a:gd name="connsiteX4" fmla="*/ 3777615 w 3800475"/>
                  <a:gd name="connsiteY4" fmla="*/ 1602372 h 2295525"/>
                  <a:gd name="connsiteX5" fmla="*/ 3766185 w 3800475"/>
                  <a:gd name="connsiteY5" fmla="*/ 1587132 h 2295525"/>
                  <a:gd name="connsiteX6" fmla="*/ 3737610 w 3800475"/>
                  <a:gd name="connsiteY6" fmla="*/ 1602372 h 2295525"/>
                  <a:gd name="connsiteX7" fmla="*/ 3734753 w 3800475"/>
                  <a:gd name="connsiteY7" fmla="*/ 1564272 h 2295525"/>
                  <a:gd name="connsiteX8" fmla="*/ 3666173 w 3800475"/>
                  <a:gd name="connsiteY8" fmla="*/ 1582370 h 2295525"/>
                  <a:gd name="connsiteX9" fmla="*/ 3624262 w 3800475"/>
                  <a:gd name="connsiteY9" fmla="*/ 1602372 h 2295525"/>
                  <a:gd name="connsiteX10" fmla="*/ 3613785 w 3800475"/>
                  <a:gd name="connsiteY10" fmla="*/ 1583322 h 2295525"/>
                  <a:gd name="connsiteX11" fmla="*/ 3639503 w 3800475"/>
                  <a:gd name="connsiteY11" fmla="*/ 1571893 h 2295525"/>
                  <a:gd name="connsiteX12" fmla="*/ 3679508 w 3800475"/>
                  <a:gd name="connsiteY12" fmla="*/ 1555700 h 2295525"/>
                  <a:gd name="connsiteX13" fmla="*/ 3722370 w 3800475"/>
                  <a:gd name="connsiteY13" fmla="*/ 1540460 h 2295525"/>
                  <a:gd name="connsiteX14" fmla="*/ 3714750 w 3800475"/>
                  <a:gd name="connsiteY14" fmla="*/ 1529030 h 2295525"/>
                  <a:gd name="connsiteX15" fmla="*/ 3713798 w 3800475"/>
                  <a:gd name="connsiteY15" fmla="*/ 1527125 h 2295525"/>
                  <a:gd name="connsiteX16" fmla="*/ 3700462 w 3800475"/>
                  <a:gd name="connsiteY16" fmla="*/ 1514743 h 2295525"/>
                  <a:gd name="connsiteX17" fmla="*/ 3691890 w 3800475"/>
                  <a:gd name="connsiteY17" fmla="*/ 1515695 h 2295525"/>
                  <a:gd name="connsiteX18" fmla="*/ 3689032 w 3800475"/>
                  <a:gd name="connsiteY18" fmla="*/ 1515695 h 2295525"/>
                  <a:gd name="connsiteX19" fmla="*/ 3669030 w 3800475"/>
                  <a:gd name="connsiteY19" fmla="*/ 1510932 h 2295525"/>
                  <a:gd name="connsiteX20" fmla="*/ 3644265 w 3800475"/>
                  <a:gd name="connsiteY20" fmla="*/ 1517600 h 2295525"/>
                  <a:gd name="connsiteX21" fmla="*/ 3609975 w 3800475"/>
                  <a:gd name="connsiteY21" fmla="*/ 1504265 h 2295525"/>
                  <a:gd name="connsiteX22" fmla="*/ 3602355 w 3800475"/>
                  <a:gd name="connsiteY22" fmla="*/ 1494740 h 2295525"/>
                  <a:gd name="connsiteX23" fmla="*/ 3600450 w 3800475"/>
                  <a:gd name="connsiteY23" fmla="*/ 1494740 h 2295525"/>
                  <a:gd name="connsiteX24" fmla="*/ 3561398 w 3800475"/>
                  <a:gd name="connsiteY24" fmla="*/ 1474737 h 2295525"/>
                  <a:gd name="connsiteX25" fmla="*/ 3539490 w 3800475"/>
                  <a:gd name="connsiteY25" fmla="*/ 1449020 h 2295525"/>
                  <a:gd name="connsiteX26" fmla="*/ 3539490 w 3800475"/>
                  <a:gd name="connsiteY26" fmla="*/ 1449020 h 2295525"/>
                  <a:gd name="connsiteX27" fmla="*/ 3537585 w 3800475"/>
                  <a:gd name="connsiteY27" fmla="*/ 1441400 h 2295525"/>
                  <a:gd name="connsiteX28" fmla="*/ 3537585 w 3800475"/>
                  <a:gd name="connsiteY28" fmla="*/ 1441400 h 2295525"/>
                  <a:gd name="connsiteX29" fmla="*/ 3536633 w 3800475"/>
                  <a:gd name="connsiteY29" fmla="*/ 1432828 h 2295525"/>
                  <a:gd name="connsiteX30" fmla="*/ 3536633 w 3800475"/>
                  <a:gd name="connsiteY30" fmla="*/ 1432828 h 2295525"/>
                  <a:gd name="connsiteX31" fmla="*/ 3537585 w 3800475"/>
                  <a:gd name="connsiteY31" fmla="*/ 1424255 h 2295525"/>
                  <a:gd name="connsiteX32" fmla="*/ 3537585 w 3800475"/>
                  <a:gd name="connsiteY32" fmla="*/ 1424255 h 2295525"/>
                  <a:gd name="connsiteX33" fmla="*/ 3539490 w 3800475"/>
                  <a:gd name="connsiteY33" fmla="*/ 1416635 h 2295525"/>
                  <a:gd name="connsiteX34" fmla="*/ 3511868 w 3800475"/>
                  <a:gd name="connsiteY34" fmla="*/ 1402347 h 2295525"/>
                  <a:gd name="connsiteX35" fmla="*/ 3516630 w 3800475"/>
                  <a:gd name="connsiteY35" fmla="*/ 1389965 h 2295525"/>
                  <a:gd name="connsiteX36" fmla="*/ 3551873 w 3800475"/>
                  <a:gd name="connsiteY36" fmla="*/ 1369010 h 2295525"/>
                  <a:gd name="connsiteX37" fmla="*/ 3533775 w 3800475"/>
                  <a:gd name="connsiteY37" fmla="*/ 1348055 h 2295525"/>
                  <a:gd name="connsiteX38" fmla="*/ 3527108 w 3800475"/>
                  <a:gd name="connsiteY38" fmla="*/ 1334720 h 2295525"/>
                  <a:gd name="connsiteX39" fmla="*/ 3508058 w 3800475"/>
                  <a:gd name="connsiteY39" fmla="*/ 1321385 h 2295525"/>
                  <a:gd name="connsiteX40" fmla="*/ 3491865 w 3800475"/>
                  <a:gd name="connsiteY40" fmla="*/ 1311860 h 2295525"/>
                  <a:gd name="connsiteX41" fmla="*/ 3484245 w 3800475"/>
                  <a:gd name="connsiteY41" fmla="*/ 1301383 h 2295525"/>
                  <a:gd name="connsiteX42" fmla="*/ 3482340 w 3800475"/>
                  <a:gd name="connsiteY42" fmla="*/ 1300430 h 2295525"/>
                  <a:gd name="connsiteX43" fmla="*/ 3469005 w 3800475"/>
                  <a:gd name="connsiteY43" fmla="*/ 1288047 h 2295525"/>
                  <a:gd name="connsiteX44" fmla="*/ 3461385 w 3800475"/>
                  <a:gd name="connsiteY44" fmla="*/ 1274712 h 2295525"/>
                  <a:gd name="connsiteX45" fmla="*/ 3456623 w 3800475"/>
                  <a:gd name="connsiteY45" fmla="*/ 1264235 h 2295525"/>
                  <a:gd name="connsiteX46" fmla="*/ 3454718 w 3800475"/>
                  <a:gd name="connsiteY46" fmla="*/ 1252805 h 2295525"/>
                  <a:gd name="connsiteX47" fmla="*/ 3448050 w 3800475"/>
                  <a:gd name="connsiteY47" fmla="*/ 1230897 h 2295525"/>
                  <a:gd name="connsiteX48" fmla="*/ 3448050 w 3800475"/>
                  <a:gd name="connsiteY48" fmla="*/ 1229945 h 2295525"/>
                  <a:gd name="connsiteX49" fmla="*/ 3445193 w 3800475"/>
                  <a:gd name="connsiteY49" fmla="*/ 1226135 h 2295525"/>
                  <a:gd name="connsiteX50" fmla="*/ 3438525 w 3800475"/>
                  <a:gd name="connsiteY50" fmla="*/ 1208990 h 2295525"/>
                  <a:gd name="connsiteX51" fmla="*/ 3420428 w 3800475"/>
                  <a:gd name="connsiteY51" fmla="*/ 1144220 h 2295525"/>
                  <a:gd name="connsiteX52" fmla="*/ 3411855 w 3800475"/>
                  <a:gd name="connsiteY52" fmla="*/ 1128028 h 2295525"/>
                  <a:gd name="connsiteX53" fmla="*/ 3391853 w 3800475"/>
                  <a:gd name="connsiteY53" fmla="*/ 1144220 h 2295525"/>
                  <a:gd name="connsiteX54" fmla="*/ 3370898 w 3800475"/>
                  <a:gd name="connsiteY54" fmla="*/ 1176605 h 2295525"/>
                  <a:gd name="connsiteX55" fmla="*/ 3365183 w 3800475"/>
                  <a:gd name="connsiteY55" fmla="*/ 1205180 h 2295525"/>
                  <a:gd name="connsiteX56" fmla="*/ 3356610 w 3800475"/>
                  <a:gd name="connsiteY56" fmla="*/ 1231850 h 2295525"/>
                  <a:gd name="connsiteX57" fmla="*/ 3341370 w 3800475"/>
                  <a:gd name="connsiteY57" fmla="*/ 1249947 h 2295525"/>
                  <a:gd name="connsiteX58" fmla="*/ 3314700 w 3800475"/>
                  <a:gd name="connsiteY58" fmla="*/ 1253758 h 2295525"/>
                  <a:gd name="connsiteX59" fmla="*/ 3270885 w 3800475"/>
                  <a:gd name="connsiteY59" fmla="*/ 1281380 h 2295525"/>
                  <a:gd name="connsiteX60" fmla="*/ 3247073 w 3800475"/>
                  <a:gd name="connsiteY60" fmla="*/ 1260425 h 2295525"/>
                  <a:gd name="connsiteX61" fmla="*/ 3221355 w 3800475"/>
                  <a:gd name="connsiteY61" fmla="*/ 1237565 h 2295525"/>
                  <a:gd name="connsiteX62" fmla="*/ 3197543 w 3800475"/>
                  <a:gd name="connsiteY62" fmla="*/ 1220420 h 2295525"/>
                  <a:gd name="connsiteX63" fmla="*/ 3177540 w 3800475"/>
                  <a:gd name="connsiteY63" fmla="*/ 1190892 h 2295525"/>
                  <a:gd name="connsiteX64" fmla="*/ 3168968 w 3800475"/>
                  <a:gd name="connsiteY64" fmla="*/ 1180415 h 2295525"/>
                  <a:gd name="connsiteX65" fmla="*/ 3164205 w 3800475"/>
                  <a:gd name="connsiteY65" fmla="*/ 1145172 h 2295525"/>
                  <a:gd name="connsiteX66" fmla="*/ 3171825 w 3800475"/>
                  <a:gd name="connsiteY66" fmla="*/ 1130885 h 2295525"/>
                  <a:gd name="connsiteX67" fmla="*/ 3172778 w 3800475"/>
                  <a:gd name="connsiteY67" fmla="*/ 1127075 h 2295525"/>
                  <a:gd name="connsiteX68" fmla="*/ 3176587 w 3800475"/>
                  <a:gd name="connsiteY68" fmla="*/ 1117550 h 2295525"/>
                  <a:gd name="connsiteX69" fmla="*/ 3177540 w 3800475"/>
                  <a:gd name="connsiteY69" fmla="*/ 1116597 h 2295525"/>
                  <a:gd name="connsiteX70" fmla="*/ 3189923 w 3800475"/>
                  <a:gd name="connsiteY70" fmla="*/ 1094690 h 2295525"/>
                  <a:gd name="connsiteX71" fmla="*/ 3188970 w 3800475"/>
                  <a:gd name="connsiteY71" fmla="*/ 1090880 h 2295525"/>
                  <a:gd name="connsiteX72" fmla="*/ 3182303 w 3800475"/>
                  <a:gd name="connsiteY72" fmla="*/ 1090880 h 2295525"/>
                  <a:gd name="connsiteX73" fmla="*/ 3172778 w 3800475"/>
                  <a:gd name="connsiteY73" fmla="*/ 1088975 h 2295525"/>
                  <a:gd name="connsiteX74" fmla="*/ 3166110 w 3800475"/>
                  <a:gd name="connsiteY74" fmla="*/ 1092785 h 2295525"/>
                  <a:gd name="connsiteX75" fmla="*/ 3158490 w 3800475"/>
                  <a:gd name="connsiteY75" fmla="*/ 1093737 h 2295525"/>
                  <a:gd name="connsiteX76" fmla="*/ 3151823 w 3800475"/>
                  <a:gd name="connsiteY76" fmla="*/ 1096595 h 2295525"/>
                  <a:gd name="connsiteX77" fmla="*/ 3114675 w 3800475"/>
                  <a:gd name="connsiteY77" fmla="*/ 1091833 h 2295525"/>
                  <a:gd name="connsiteX78" fmla="*/ 3113723 w 3800475"/>
                  <a:gd name="connsiteY78" fmla="*/ 1090880 h 2295525"/>
                  <a:gd name="connsiteX79" fmla="*/ 3105150 w 3800475"/>
                  <a:gd name="connsiteY79" fmla="*/ 1091833 h 2295525"/>
                  <a:gd name="connsiteX80" fmla="*/ 3067050 w 3800475"/>
                  <a:gd name="connsiteY80" fmla="*/ 1072783 h 2295525"/>
                  <a:gd name="connsiteX81" fmla="*/ 3026093 w 3800475"/>
                  <a:gd name="connsiteY81" fmla="*/ 1036587 h 2295525"/>
                  <a:gd name="connsiteX82" fmla="*/ 3014662 w 3800475"/>
                  <a:gd name="connsiteY82" fmla="*/ 1028967 h 2295525"/>
                  <a:gd name="connsiteX83" fmla="*/ 3014662 w 3800475"/>
                  <a:gd name="connsiteY83" fmla="*/ 1028967 h 2295525"/>
                  <a:gd name="connsiteX84" fmla="*/ 2968943 w 3800475"/>
                  <a:gd name="connsiteY84" fmla="*/ 988962 h 2295525"/>
                  <a:gd name="connsiteX85" fmla="*/ 2952750 w 3800475"/>
                  <a:gd name="connsiteY85" fmla="*/ 997535 h 2295525"/>
                  <a:gd name="connsiteX86" fmla="*/ 2912745 w 3800475"/>
                  <a:gd name="connsiteY86" fmla="*/ 989915 h 2295525"/>
                  <a:gd name="connsiteX87" fmla="*/ 2877503 w 3800475"/>
                  <a:gd name="connsiteY87" fmla="*/ 977532 h 2295525"/>
                  <a:gd name="connsiteX88" fmla="*/ 2818448 w 3800475"/>
                  <a:gd name="connsiteY88" fmla="*/ 977532 h 2295525"/>
                  <a:gd name="connsiteX89" fmla="*/ 2799398 w 3800475"/>
                  <a:gd name="connsiteY89" fmla="*/ 1012775 h 2295525"/>
                  <a:gd name="connsiteX90" fmla="*/ 2827973 w 3800475"/>
                  <a:gd name="connsiteY90" fmla="*/ 1045160 h 2295525"/>
                  <a:gd name="connsiteX91" fmla="*/ 2817495 w 3800475"/>
                  <a:gd name="connsiteY91" fmla="*/ 1068020 h 2295525"/>
                  <a:gd name="connsiteX92" fmla="*/ 2804160 w 3800475"/>
                  <a:gd name="connsiteY92" fmla="*/ 1089928 h 2295525"/>
                  <a:gd name="connsiteX93" fmla="*/ 2817495 w 3800475"/>
                  <a:gd name="connsiteY93" fmla="*/ 1116597 h 2295525"/>
                  <a:gd name="connsiteX94" fmla="*/ 2835593 w 3800475"/>
                  <a:gd name="connsiteY94" fmla="*/ 1160412 h 2295525"/>
                  <a:gd name="connsiteX95" fmla="*/ 2817495 w 3800475"/>
                  <a:gd name="connsiteY95" fmla="*/ 1183272 h 2295525"/>
                  <a:gd name="connsiteX96" fmla="*/ 2807970 w 3800475"/>
                  <a:gd name="connsiteY96" fmla="*/ 1211847 h 2295525"/>
                  <a:gd name="connsiteX97" fmla="*/ 2843212 w 3800475"/>
                  <a:gd name="connsiteY97" fmla="*/ 1281380 h 2295525"/>
                  <a:gd name="connsiteX98" fmla="*/ 2850833 w 3800475"/>
                  <a:gd name="connsiteY98" fmla="*/ 1309003 h 2295525"/>
                  <a:gd name="connsiteX99" fmla="*/ 2856548 w 3800475"/>
                  <a:gd name="connsiteY99" fmla="*/ 1318528 h 2295525"/>
                  <a:gd name="connsiteX100" fmla="*/ 2866073 w 3800475"/>
                  <a:gd name="connsiteY100" fmla="*/ 1423303 h 2295525"/>
                  <a:gd name="connsiteX101" fmla="*/ 2803208 w 3800475"/>
                  <a:gd name="connsiteY101" fmla="*/ 1489978 h 2295525"/>
                  <a:gd name="connsiteX102" fmla="*/ 2741295 w 3800475"/>
                  <a:gd name="connsiteY102" fmla="*/ 1514743 h 2295525"/>
                  <a:gd name="connsiteX103" fmla="*/ 2752725 w 3800475"/>
                  <a:gd name="connsiteY103" fmla="*/ 1561415 h 2295525"/>
                  <a:gd name="connsiteX104" fmla="*/ 2764155 w 3800475"/>
                  <a:gd name="connsiteY104" fmla="*/ 1609040 h 2295525"/>
                  <a:gd name="connsiteX105" fmla="*/ 2776537 w 3800475"/>
                  <a:gd name="connsiteY105" fmla="*/ 1666190 h 2295525"/>
                  <a:gd name="connsiteX106" fmla="*/ 2767012 w 3800475"/>
                  <a:gd name="connsiteY106" fmla="*/ 1706195 h 2295525"/>
                  <a:gd name="connsiteX107" fmla="*/ 2773680 w 3800475"/>
                  <a:gd name="connsiteY107" fmla="*/ 1730960 h 2295525"/>
                  <a:gd name="connsiteX108" fmla="*/ 2753678 w 3800475"/>
                  <a:gd name="connsiteY108" fmla="*/ 1729055 h 2295525"/>
                  <a:gd name="connsiteX109" fmla="*/ 2728912 w 3800475"/>
                  <a:gd name="connsiteY109" fmla="*/ 1758582 h 2295525"/>
                  <a:gd name="connsiteX110" fmla="*/ 2691765 w 3800475"/>
                  <a:gd name="connsiteY110" fmla="*/ 1743343 h 2295525"/>
                  <a:gd name="connsiteX111" fmla="*/ 2676525 w 3800475"/>
                  <a:gd name="connsiteY111" fmla="*/ 1710957 h 2295525"/>
                  <a:gd name="connsiteX112" fmla="*/ 2645093 w 3800475"/>
                  <a:gd name="connsiteY112" fmla="*/ 1678572 h 2295525"/>
                  <a:gd name="connsiteX113" fmla="*/ 2614612 w 3800475"/>
                  <a:gd name="connsiteY113" fmla="*/ 1636662 h 2295525"/>
                  <a:gd name="connsiteX114" fmla="*/ 2611755 w 3800475"/>
                  <a:gd name="connsiteY114" fmla="*/ 1563320 h 2295525"/>
                  <a:gd name="connsiteX115" fmla="*/ 2616518 w 3800475"/>
                  <a:gd name="connsiteY115" fmla="*/ 1525220 h 2295525"/>
                  <a:gd name="connsiteX116" fmla="*/ 2591753 w 3800475"/>
                  <a:gd name="connsiteY116" fmla="*/ 1495693 h 2295525"/>
                  <a:gd name="connsiteX117" fmla="*/ 2525078 w 3800475"/>
                  <a:gd name="connsiteY117" fmla="*/ 1491882 h 2295525"/>
                  <a:gd name="connsiteX118" fmla="*/ 2488883 w 3800475"/>
                  <a:gd name="connsiteY118" fmla="*/ 1489025 h 2295525"/>
                  <a:gd name="connsiteX119" fmla="*/ 2474595 w 3800475"/>
                  <a:gd name="connsiteY119" fmla="*/ 1486168 h 2295525"/>
                  <a:gd name="connsiteX120" fmla="*/ 2440305 w 3800475"/>
                  <a:gd name="connsiteY120" fmla="*/ 1463307 h 2295525"/>
                  <a:gd name="connsiteX121" fmla="*/ 2438400 w 3800475"/>
                  <a:gd name="connsiteY121" fmla="*/ 1463307 h 2295525"/>
                  <a:gd name="connsiteX122" fmla="*/ 2386965 w 3800475"/>
                  <a:gd name="connsiteY122" fmla="*/ 1446162 h 2295525"/>
                  <a:gd name="connsiteX123" fmla="*/ 2311718 w 3800475"/>
                  <a:gd name="connsiteY123" fmla="*/ 1389965 h 2295525"/>
                  <a:gd name="connsiteX124" fmla="*/ 2309812 w 3800475"/>
                  <a:gd name="connsiteY124" fmla="*/ 1379487 h 2295525"/>
                  <a:gd name="connsiteX125" fmla="*/ 2281237 w 3800475"/>
                  <a:gd name="connsiteY125" fmla="*/ 1376630 h 2295525"/>
                  <a:gd name="connsiteX126" fmla="*/ 2222183 w 3800475"/>
                  <a:gd name="connsiteY126" fmla="*/ 1350912 h 2295525"/>
                  <a:gd name="connsiteX127" fmla="*/ 2156460 w 3800475"/>
                  <a:gd name="connsiteY127" fmla="*/ 1371867 h 2295525"/>
                  <a:gd name="connsiteX128" fmla="*/ 2162175 w 3800475"/>
                  <a:gd name="connsiteY128" fmla="*/ 1349008 h 2295525"/>
                  <a:gd name="connsiteX129" fmla="*/ 2142173 w 3800475"/>
                  <a:gd name="connsiteY129" fmla="*/ 1289000 h 2295525"/>
                  <a:gd name="connsiteX130" fmla="*/ 2109787 w 3800475"/>
                  <a:gd name="connsiteY130" fmla="*/ 1248042 h 2295525"/>
                  <a:gd name="connsiteX131" fmla="*/ 2061210 w 3800475"/>
                  <a:gd name="connsiteY131" fmla="*/ 1235660 h 2295525"/>
                  <a:gd name="connsiteX132" fmla="*/ 2059305 w 3800475"/>
                  <a:gd name="connsiteY132" fmla="*/ 1146125 h 2295525"/>
                  <a:gd name="connsiteX133" fmla="*/ 2071687 w 3800475"/>
                  <a:gd name="connsiteY133" fmla="*/ 1112787 h 2295525"/>
                  <a:gd name="connsiteX134" fmla="*/ 2069783 w 3800475"/>
                  <a:gd name="connsiteY134" fmla="*/ 1107072 h 2295525"/>
                  <a:gd name="connsiteX135" fmla="*/ 2074545 w 3800475"/>
                  <a:gd name="connsiteY135" fmla="*/ 1079450 h 2295525"/>
                  <a:gd name="connsiteX136" fmla="*/ 2105025 w 3800475"/>
                  <a:gd name="connsiteY136" fmla="*/ 1026110 h 2295525"/>
                  <a:gd name="connsiteX137" fmla="*/ 2135505 w 3800475"/>
                  <a:gd name="connsiteY137" fmla="*/ 1000392 h 2295525"/>
                  <a:gd name="connsiteX138" fmla="*/ 2147887 w 3800475"/>
                  <a:gd name="connsiteY138" fmla="*/ 998487 h 2295525"/>
                  <a:gd name="connsiteX139" fmla="*/ 2155508 w 3800475"/>
                  <a:gd name="connsiteY139" fmla="*/ 981342 h 2295525"/>
                  <a:gd name="connsiteX140" fmla="*/ 2165985 w 3800475"/>
                  <a:gd name="connsiteY140" fmla="*/ 966103 h 2295525"/>
                  <a:gd name="connsiteX141" fmla="*/ 2186940 w 3800475"/>
                  <a:gd name="connsiteY141" fmla="*/ 952767 h 2295525"/>
                  <a:gd name="connsiteX142" fmla="*/ 2238375 w 3800475"/>
                  <a:gd name="connsiteY142" fmla="*/ 920382 h 2295525"/>
                  <a:gd name="connsiteX143" fmla="*/ 2174558 w 3800475"/>
                  <a:gd name="connsiteY143" fmla="*/ 893712 h 2295525"/>
                  <a:gd name="connsiteX144" fmla="*/ 2105025 w 3800475"/>
                  <a:gd name="connsiteY144" fmla="*/ 861328 h 2295525"/>
                  <a:gd name="connsiteX145" fmla="*/ 2205037 w 3800475"/>
                  <a:gd name="connsiteY145" fmla="*/ 880378 h 2295525"/>
                  <a:gd name="connsiteX146" fmla="*/ 2258378 w 3800475"/>
                  <a:gd name="connsiteY146" fmla="*/ 888950 h 2295525"/>
                  <a:gd name="connsiteX147" fmla="*/ 2268855 w 3800475"/>
                  <a:gd name="connsiteY147" fmla="*/ 847992 h 2295525"/>
                  <a:gd name="connsiteX148" fmla="*/ 2334578 w 3800475"/>
                  <a:gd name="connsiteY148" fmla="*/ 859422 h 2295525"/>
                  <a:gd name="connsiteX149" fmla="*/ 2397443 w 3800475"/>
                  <a:gd name="connsiteY149" fmla="*/ 789890 h 2295525"/>
                  <a:gd name="connsiteX150" fmla="*/ 2363153 w 3800475"/>
                  <a:gd name="connsiteY150" fmla="*/ 767030 h 2295525"/>
                  <a:gd name="connsiteX151" fmla="*/ 2286953 w 3800475"/>
                  <a:gd name="connsiteY151" fmla="*/ 739407 h 2295525"/>
                  <a:gd name="connsiteX152" fmla="*/ 2289810 w 3800475"/>
                  <a:gd name="connsiteY152" fmla="*/ 712737 h 2295525"/>
                  <a:gd name="connsiteX153" fmla="*/ 2378393 w 3800475"/>
                  <a:gd name="connsiteY153" fmla="*/ 759410 h 2295525"/>
                  <a:gd name="connsiteX154" fmla="*/ 2445068 w 3800475"/>
                  <a:gd name="connsiteY154" fmla="*/ 707975 h 2295525"/>
                  <a:gd name="connsiteX155" fmla="*/ 2419350 w 3800475"/>
                  <a:gd name="connsiteY155" fmla="*/ 680353 h 2295525"/>
                  <a:gd name="connsiteX156" fmla="*/ 2453640 w 3800475"/>
                  <a:gd name="connsiteY156" fmla="*/ 664160 h 2295525"/>
                  <a:gd name="connsiteX157" fmla="*/ 2482215 w 3800475"/>
                  <a:gd name="connsiteY157" fmla="*/ 686067 h 2295525"/>
                  <a:gd name="connsiteX158" fmla="*/ 2528887 w 3800475"/>
                  <a:gd name="connsiteY158" fmla="*/ 680353 h 2295525"/>
                  <a:gd name="connsiteX159" fmla="*/ 2504123 w 3800475"/>
                  <a:gd name="connsiteY159" fmla="*/ 646062 h 2295525"/>
                  <a:gd name="connsiteX160" fmla="*/ 2511743 w 3800475"/>
                  <a:gd name="connsiteY160" fmla="*/ 633680 h 2295525"/>
                  <a:gd name="connsiteX161" fmla="*/ 2542223 w 3800475"/>
                  <a:gd name="connsiteY161" fmla="*/ 662255 h 2295525"/>
                  <a:gd name="connsiteX162" fmla="*/ 2578418 w 3800475"/>
                  <a:gd name="connsiteY162" fmla="*/ 664160 h 2295525"/>
                  <a:gd name="connsiteX163" fmla="*/ 2617470 w 3800475"/>
                  <a:gd name="connsiteY163" fmla="*/ 620345 h 2295525"/>
                  <a:gd name="connsiteX164" fmla="*/ 2644140 w 3800475"/>
                  <a:gd name="connsiteY164" fmla="*/ 609867 h 2295525"/>
                  <a:gd name="connsiteX165" fmla="*/ 2647950 w 3800475"/>
                  <a:gd name="connsiteY165" fmla="*/ 607962 h 2295525"/>
                  <a:gd name="connsiteX166" fmla="*/ 2624137 w 3800475"/>
                  <a:gd name="connsiteY166" fmla="*/ 559385 h 2295525"/>
                  <a:gd name="connsiteX167" fmla="*/ 2609850 w 3800475"/>
                  <a:gd name="connsiteY167" fmla="*/ 525095 h 2295525"/>
                  <a:gd name="connsiteX168" fmla="*/ 2610803 w 3800475"/>
                  <a:gd name="connsiteY168" fmla="*/ 505092 h 2295525"/>
                  <a:gd name="connsiteX169" fmla="*/ 2654618 w 3800475"/>
                  <a:gd name="connsiteY169" fmla="*/ 487947 h 2295525"/>
                  <a:gd name="connsiteX170" fmla="*/ 2643187 w 3800475"/>
                  <a:gd name="connsiteY170" fmla="*/ 459372 h 2295525"/>
                  <a:gd name="connsiteX171" fmla="*/ 2628900 w 3800475"/>
                  <a:gd name="connsiteY171" fmla="*/ 438417 h 2295525"/>
                  <a:gd name="connsiteX172" fmla="*/ 2595562 w 3800475"/>
                  <a:gd name="connsiteY172" fmla="*/ 412700 h 2295525"/>
                  <a:gd name="connsiteX173" fmla="*/ 2546033 w 3800475"/>
                  <a:gd name="connsiteY173" fmla="*/ 397460 h 2295525"/>
                  <a:gd name="connsiteX174" fmla="*/ 2476500 w 3800475"/>
                  <a:gd name="connsiteY174" fmla="*/ 390792 h 2295525"/>
                  <a:gd name="connsiteX175" fmla="*/ 2480310 w 3800475"/>
                  <a:gd name="connsiteY175" fmla="*/ 436512 h 2295525"/>
                  <a:gd name="connsiteX176" fmla="*/ 2493645 w 3800475"/>
                  <a:gd name="connsiteY176" fmla="*/ 459372 h 2295525"/>
                  <a:gd name="connsiteX177" fmla="*/ 2486025 w 3800475"/>
                  <a:gd name="connsiteY177" fmla="*/ 480328 h 2295525"/>
                  <a:gd name="connsiteX178" fmla="*/ 2457450 w 3800475"/>
                  <a:gd name="connsiteY178" fmla="*/ 501282 h 2295525"/>
                  <a:gd name="connsiteX179" fmla="*/ 2435543 w 3800475"/>
                  <a:gd name="connsiteY179" fmla="*/ 548907 h 2295525"/>
                  <a:gd name="connsiteX180" fmla="*/ 2415540 w 3800475"/>
                  <a:gd name="connsiteY180" fmla="*/ 519380 h 2295525"/>
                  <a:gd name="connsiteX181" fmla="*/ 2409825 w 3800475"/>
                  <a:gd name="connsiteY181" fmla="*/ 556528 h 2295525"/>
                  <a:gd name="connsiteX182" fmla="*/ 2426018 w 3800475"/>
                  <a:gd name="connsiteY182" fmla="*/ 586055 h 2295525"/>
                  <a:gd name="connsiteX183" fmla="*/ 2394585 w 3800475"/>
                  <a:gd name="connsiteY183" fmla="*/ 608915 h 2295525"/>
                  <a:gd name="connsiteX184" fmla="*/ 2369820 w 3800475"/>
                  <a:gd name="connsiteY184" fmla="*/ 587960 h 2295525"/>
                  <a:gd name="connsiteX185" fmla="*/ 2340293 w 3800475"/>
                  <a:gd name="connsiteY185" fmla="*/ 538430 h 2295525"/>
                  <a:gd name="connsiteX186" fmla="*/ 2359343 w 3800475"/>
                  <a:gd name="connsiteY186" fmla="*/ 517475 h 2295525"/>
                  <a:gd name="connsiteX187" fmla="*/ 2358390 w 3800475"/>
                  <a:gd name="connsiteY187" fmla="*/ 486042 h 2295525"/>
                  <a:gd name="connsiteX188" fmla="*/ 2328862 w 3800475"/>
                  <a:gd name="connsiteY188" fmla="*/ 453657 h 2295525"/>
                  <a:gd name="connsiteX189" fmla="*/ 2287905 w 3800475"/>
                  <a:gd name="connsiteY189" fmla="*/ 443180 h 2295525"/>
                  <a:gd name="connsiteX190" fmla="*/ 2271712 w 3800475"/>
                  <a:gd name="connsiteY190" fmla="*/ 477470 h 2295525"/>
                  <a:gd name="connsiteX191" fmla="*/ 2251710 w 3800475"/>
                  <a:gd name="connsiteY191" fmla="*/ 515570 h 2295525"/>
                  <a:gd name="connsiteX192" fmla="*/ 2237423 w 3800475"/>
                  <a:gd name="connsiteY192" fmla="*/ 458420 h 2295525"/>
                  <a:gd name="connsiteX193" fmla="*/ 2243137 w 3800475"/>
                  <a:gd name="connsiteY193" fmla="*/ 438417 h 2295525"/>
                  <a:gd name="connsiteX194" fmla="*/ 2253615 w 3800475"/>
                  <a:gd name="connsiteY194" fmla="*/ 419367 h 2295525"/>
                  <a:gd name="connsiteX195" fmla="*/ 2209800 w 3800475"/>
                  <a:gd name="connsiteY195" fmla="*/ 400317 h 2295525"/>
                  <a:gd name="connsiteX196" fmla="*/ 2176462 w 3800475"/>
                  <a:gd name="connsiteY196" fmla="*/ 409842 h 2295525"/>
                  <a:gd name="connsiteX197" fmla="*/ 2178368 w 3800475"/>
                  <a:gd name="connsiteY197" fmla="*/ 368885 h 2295525"/>
                  <a:gd name="connsiteX198" fmla="*/ 2204085 w 3800475"/>
                  <a:gd name="connsiteY198" fmla="*/ 359360 h 2295525"/>
                  <a:gd name="connsiteX199" fmla="*/ 2176462 w 3800475"/>
                  <a:gd name="connsiteY199" fmla="*/ 328880 h 2295525"/>
                  <a:gd name="connsiteX200" fmla="*/ 2137410 w 3800475"/>
                  <a:gd name="connsiteY200" fmla="*/ 303162 h 2295525"/>
                  <a:gd name="connsiteX201" fmla="*/ 2139315 w 3800475"/>
                  <a:gd name="connsiteY201" fmla="*/ 261253 h 2295525"/>
                  <a:gd name="connsiteX202" fmla="*/ 2082165 w 3800475"/>
                  <a:gd name="connsiteY202" fmla="*/ 219342 h 2295525"/>
                  <a:gd name="connsiteX203" fmla="*/ 2071687 w 3800475"/>
                  <a:gd name="connsiteY203" fmla="*/ 198387 h 2295525"/>
                  <a:gd name="connsiteX204" fmla="*/ 2104073 w 3800475"/>
                  <a:gd name="connsiteY204" fmla="*/ 172670 h 2295525"/>
                  <a:gd name="connsiteX205" fmla="*/ 2110740 w 3800475"/>
                  <a:gd name="connsiteY205" fmla="*/ 142190 h 2295525"/>
                  <a:gd name="connsiteX206" fmla="*/ 2113598 w 3800475"/>
                  <a:gd name="connsiteY206" fmla="*/ 125997 h 2295525"/>
                  <a:gd name="connsiteX207" fmla="*/ 2182178 w 3800475"/>
                  <a:gd name="connsiteY207" fmla="*/ 132665 h 2295525"/>
                  <a:gd name="connsiteX208" fmla="*/ 2245995 w 3800475"/>
                  <a:gd name="connsiteY208" fmla="*/ 38367 h 2295525"/>
                  <a:gd name="connsiteX209" fmla="*/ 2200275 w 3800475"/>
                  <a:gd name="connsiteY209" fmla="*/ 17412 h 2295525"/>
                  <a:gd name="connsiteX210" fmla="*/ 2127885 w 3800475"/>
                  <a:gd name="connsiteY210" fmla="*/ 267 h 2295525"/>
                  <a:gd name="connsiteX211" fmla="*/ 2035493 w 3800475"/>
                  <a:gd name="connsiteY211" fmla="*/ 16460 h 2295525"/>
                  <a:gd name="connsiteX212" fmla="*/ 2046923 w 3800475"/>
                  <a:gd name="connsiteY212" fmla="*/ 45035 h 2295525"/>
                  <a:gd name="connsiteX213" fmla="*/ 2018348 w 3800475"/>
                  <a:gd name="connsiteY213" fmla="*/ 42177 h 2295525"/>
                  <a:gd name="connsiteX214" fmla="*/ 2018348 w 3800475"/>
                  <a:gd name="connsiteY214" fmla="*/ 97422 h 2295525"/>
                  <a:gd name="connsiteX215" fmla="*/ 2034540 w 3800475"/>
                  <a:gd name="connsiteY215" fmla="*/ 150762 h 2295525"/>
                  <a:gd name="connsiteX216" fmla="*/ 2042160 w 3800475"/>
                  <a:gd name="connsiteY216" fmla="*/ 206007 h 2295525"/>
                  <a:gd name="connsiteX217" fmla="*/ 2014537 w 3800475"/>
                  <a:gd name="connsiteY217" fmla="*/ 233630 h 2295525"/>
                  <a:gd name="connsiteX218" fmla="*/ 2027873 w 3800475"/>
                  <a:gd name="connsiteY218" fmla="*/ 262205 h 2295525"/>
                  <a:gd name="connsiteX219" fmla="*/ 1991677 w 3800475"/>
                  <a:gd name="connsiteY219" fmla="*/ 258395 h 2295525"/>
                  <a:gd name="connsiteX220" fmla="*/ 1983105 w 3800475"/>
                  <a:gd name="connsiteY220" fmla="*/ 309830 h 2295525"/>
                  <a:gd name="connsiteX221" fmla="*/ 1990725 w 3800475"/>
                  <a:gd name="connsiteY221" fmla="*/ 332690 h 2295525"/>
                  <a:gd name="connsiteX222" fmla="*/ 1993583 w 3800475"/>
                  <a:gd name="connsiteY222" fmla="*/ 386982 h 2295525"/>
                  <a:gd name="connsiteX223" fmla="*/ 2083118 w 3800475"/>
                  <a:gd name="connsiteY223" fmla="*/ 421272 h 2295525"/>
                  <a:gd name="connsiteX224" fmla="*/ 2082165 w 3800475"/>
                  <a:gd name="connsiteY224" fmla="*/ 446037 h 2295525"/>
                  <a:gd name="connsiteX225" fmla="*/ 2068830 w 3800475"/>
                  <a:gd name="connsiteY225" fmla="*/ 484137 h 2295525"/>
                  <a:gd name="connsiteX226" fmla="*/ 2090737 w 3800475"/>
                  <a:gd name="connsiteY226" fmla="*/ 466992 h 2295525"/>
                  <a:gd name="connsiteX227" fmla="*/ 2110740 w 3800475"/>
                  <a:gd name="connsiteY227" fmla="*/ 493662 h 2295525"/>
                  <a:gd name="connsiteX228" fmla="*/ 2080260 w 3800475"/>
                  <a:gd name="connsiteY228" fmla="*/ 522237 h 2295525"/>
                  <a:gd name="connsiteX229" fmla="*/ 2037398 w 3800475"/>
                  <a:gd name="connsiteY229" fmla="*/ 541287 h 2295525"/>
                  <a:gd name="connsiteX230" fmla="*/ 2037398 w 3800475"/>
                  <a:gd name="connsiteY230" fmla="*/ 587960 h 2295525"/>
                  <a:gd name="connsiteX231" fmla="*/ 2013585 w 3800475"/>
                  <a:gd name="connsiteY231" fmla="*/ 606057 h 2295525"/>
                  <a:gd name="connsiteX232" fmla="*/ 1989773 w 3800475"/>
                  <a:gd name="connsiteY232" fmla="*/ 567005 h 2295525"/>
                  <a:gd name="connsiteX233" fmla="*/ 1995487 w 3800475"/>
                  <a:gd name="connsiteY233" fmla="*/ 529857 h 2295525"/>
                  <a:gd name="connsiteX234" fmla="*/ 1944052 w 3800475"/>
                  <a:gd name="connsiteY234" fmla="*/ 513665 h 2295525"/>
                  <a:gd name="connsiteX235" fmla="*/ 1976437 w 3800475"/>
                  <a:gd name="connsiteY235" fmla="*/ 507950 h 2295525"/>
                  <a:gd name="connsiteX236" fmla="*/ 2000250 w 3800475"/>
                  <a:gd name="connsiteY236" fmla="*/ 488900 h 2295525"/>
                  <a:gd name="connsiteX237" fmla="*/ 2051685 w 3800475"/>
                  <a:gd name="connsiteY237" fmla="*/ 485090 h 2295525"/>
                  <a:gd name="connsiteX238" fmla="*/ 2026920 w 3800475"/>
                  <a:gd name="connsiteY238" fmla="*/ 444132 h 2295525"/>
                  <a:gd name="connsiteX239" fmla="*/ 1991677 w 3800475"/>
                  <a:gd name="connsiteY239" fmla="*/ 441275 h 2295525"/>
                  <a:gd name="connsiteX240" fmla="*/ 2027873 w 3800475"/>
                  <a:gd name="connsiteY240" fmla="*/ 433655 h 2295525"/>
                  <a:gd name="connsiteX241" fmla="*/ 2001202 w 3800475"/>
                  <a:gd name="connsiteY241" fmla="*/ 416510 h 2295525"/>
                  <a:gd name="connsiteX242" fmla="*/ 1952625 w 3800475"/>
                  <a:gd name="connsiteY242" fmla="*/ 405080 h 2295525"/>
                  <a:gd name="connsiteX243" fmla="*/ 1901190 w 3800475"/>
                  <a:gd name="connsiteY243" fmla="*/ 417462 h 2295525"/>
                  <a:gd name="connsiteX244" fmla="*/ 1856423 w 3800475"/>
                  <a:gd name="connsiteY244" fmla="*/ 449847 h 2295525"/>
                  <a:gd name="connsiteX245" fmla="*/ 1895475 w 3800475"/>
                  <a:gd name="connsiteY245" fmla="*/ 474612 h 2295525"/>
                  <a:gd name="connsiteX246" fmla="*/ 1928812 w 3800475"/>
                  <a:gd name="connsiteY246" fmla="*/ 502235 h 2295525"/>
                  <a:gd name="connsiteX247" fmla="*/ 1907858 w 3800475"/>
                  <a:gd name="connsiteY247" fmla="*/ 514617 h 2295525"/>
                  <a:gd name="connsiteX248" fmla="*/ 1889760 w 3800475"/>
                  <a:gd name="connsiteY248" fmla="*/ 527000 h 2295525"/>
                  <a:gd name="connsiteX249" fmla="*/ 1886902 w 3800475"/>
                  <a:gd name="connsiteY249" fmla="*/ 557480 h 2295525"/>
                  <a:gd name="connsiteX250" fmla="*/ 1845945 w 3800475"/>
                  <a:gd name="connsiteY250" fmla="*/ 556528 h 2295525"/>
                  <a:gd name="connsiteX251" fmla="*/ 1759268 w 3800475"/>
                  <a:gd name="connsiteY251" fmla="*/ 567957 h 2295525"/>
                  <a:gd name="connsiteX252" fmla="*/ 1689735 w 3800475"/>
                  <a:gd name="connsiteY252" fmla="*/ 549860 h 2295525"/>
                  <a:gd name="connsiteX253" fmla="*/ 1643062 w 3800475"/>
                  <a:gd name="connsiteY253" fmla="*/ 538430 h 2295525"/>
                  <a:gd name="connsiteX254" fmla="*/ 1604010 w 3800475"/>
                  <a:gd name="connsiteY254" fmla="*/ 517475 h 2295525"/>
                  <a:gd name="connsiteX255" fmla="*/ 1581150 w 3800475"/>
                  <a:gd name="connsiteY255" fmla="*/ 479375 h 2295525"/>
                  <a:gd name="connsiteX256" fmla="*/ 1508760 w 3800475"/>
                  <a:gd name="connsiteY256" fmla="*/ 482232 h 2295525"/>
                  <a:gd name="connsiteX257" fmla="*/ 1443990 w 3800475"/>
                  <a:gd name="connsiteY257" fmla="*/ 512712 h 2295525"/>
                  <a:gd name="connsiteX258" fmla="*/ 1463993 w 3800475"/>
                  <a:gd name="connsiteY258" fmla="*/ 532715 h 2295525"/>
                  <a:gd name="connsiteX259" fmla="*/ 1504950 w 3800475"/>
                  <a:gd name="connsiteY259" fmla="*/ 517475 h 2295525"/>
                  <a:gd name="connsiteX260" fmla="*/ 1564005 w 3800475"/>
                  <a:gd name="connsiteY260" fmla="*/ 499378 h 2295525"/>
                  <a:gd name="connsiteX261" fmla="*/ 1491615 w 3800475"/>
                  <a:gd name="connsiteY261" fmla="*/ 540335 h 2295525"/>
                  <a:gd name="connsiteX262" fmla="*/ 1496377 w 3800475"/>
                  <a:gd name="connsiteY262" fmla="*/ 606057 h 2295525"/>
                  <a:gd name="connsiteX263" fmla="*/ 1485900 w 3800475"/>
                  <a:gd name="connsiteY263" fmla="*/ 642253 h 2295525"/>
                  <a:gd name="connsiteX264" fmla="*/ 1458277 w 3800475"/>
                  <a:gd name="connsiteY264" fmla="*/ 629870 h 2295525"/>
                  <a:gd name="connsiteX265" fmla="*/ 1453515 w 3800475"/>
                  <a:gd name="connsiteY265" fmla="*/ 590817 h 2295525"/>
                  <a:gd name="connsiteX266" fmla="*/ 1430655 w 3800475"/>
                  <a:gd name="connsiteY266" fmla="*/ 577482 h 2295525"/>
                  <a:gd name="connsiteX267" fmla="*/ 1401127 w 3800475"/>
                  <a:gd name="connsiteY267" fmla="*/ 567005 h 2295525"/>
                  <a:gd name="connsiteX268" fmla="*/ 1362075 w 3800475"/>
                  <a:gd name="connsiteY268" fmla="*/ 556528 h 2295525"/>
                  <a:gd name="connsiteX269" fmla="*/ 1281112 w 3800475"/>
                  <a:gd name="connsiteY269" fmla="*/ 571767 h 2295525"/>
                  <a:gd name="connsiteX270" fmla="*/ 1150620 w 3800475"/>
                  <a:gd name="connsiteY270" fmla="*/ 562242 h 2295525"/>
                  <a:gd name="connsiteX271" fmla="*/ 1200150 w 3800475"/>
                  <a:gd name="connsiteY271" fmla="*/ 525095 h 2295525"/>
                  <a:gd name="connsiteX272" fmla="*/ 1183958 w 3800475"/>
                  <a:gd name="connsiteY272" fmla="*/ 488900 h 2295525"/>
                  <a:gd name="connsiteX273" fmla="*/ 1112520 w 3800475"/>
                  <a:gd name="connsiteY273" fmla="*/ 469850 h 2295525"/>
                  <a:gd name="connsiteX274" fmla="*/ 1047750 w 3800475"/>
                  <a:gd name="connsiteY274" fmla="*/ 463182 h 2295525"/>
                  <a:gd name="connsiteX275" fmla="*/ 982980 w 3800475"/>
                  <a:gd name="connsiteY275" fmla="*/ 441275 h 2295525"/>
                  <a:gd name="connsiteX276" fmla="*/ 896302 w 3800475"/>
                  <a:gd name="connsiteY276" fmla="*/ 409842 h 2295525"/>
                  <a:gd name="connsiteX277" fmla="*/ 796290 w 3800475"/>
                  <a:gd name="connsiteY277" fmla="*/ 413653 h 2295525"/>
                  <a:gd name="connsiteX278" fmla="*/ 744855 w 3800475"/>
                  <a:gd name="connsiteY278" fmla="*/ 433655 h 2295525"/>
                  <a:gd name="connsiteX279" fmla="*/ 746760 w 3800475"/>
                  <a:gd name="connsiteY279" fmla="*/ 403175 h 2295525"/>
                  <a:gd name="connsiteX280" fmla="*/ 732472 w 3800475"/>
                  <a:gd name="connsiteY280" fmla="*/ 366028 h 2295525"/>
                  <a:gd name="connsiteX281" fmla="*/ 672465 w 3800475"/>
                  <a:gd name="connsiteY281" fmla="*/ 433655 h 2295525"/>
                  <a:gd name="connsiteX282" fmla="*/ 605790 w 3800475"/>
                  <a:gd name="connsiteY282" fmla="*/ 338405 h 2295525"/>
                  <a:gd name="connsiteX283" fmla="*/ 579120 w 3800475"/>
                  <a:gd name="connsiteY283" fmla="*/ 346978 h 2295525"/>
                  <a:gd name="connsiteX284" fmla="*/ 563880 w 3800475"/>
                  <a:gd name="connsiteY284" fmla="*/ 374600 h 2295525"/>
                  <a:gd name="connsiteX285" fmla="*/ 531495 w 3800475"/>
                  <a:gd name="connsiteY285" fmla="*/ 405080 h 2295525"/>
                  <a:gd name="connsiteX286" fmla="*/ 488633 w 3800475"/>
                  <a:gd name="connsiteY286" fmla="*/ 412700 h 2295525"/>
                  <a:gd name="connsiteX287" fmla="*/ 446722 w 3800475"/>
                  <a:gd name="connsiteY287" fmla="*/ 427940 h 2295525"/>
                  <a:gd name="connsiteX288" fmla="*/ 378142 w 3800475"/>
                  <a:gd name="connsiteY288" fmla="*/ 467945 h 2295525"/>
                  <a:gd name="connsiteX289" fmla="*/ 348615 w 3800475"/>
                  <a:gd name="connsiteY289" fmla="*/ 488900 h 2295525"/>
                  <a:gd name="connsiteX290" fmla="*/ 359092 w 3800475"/>
                  <a:gd name="connsiteY290" fmla="*/ 462230 h 2295525"/>
                  <a:gd name="connsiteX291" fmla="*/ 444817 w 3800475"/>
                  <a:gd name="connsiteY291" fmla="*/ 408890 h 2295525"/>
                  <a:gd name="connsiteX292" fmla="*/ 512445 w 3800475"/>
                  <a:gd name="connsiteY292" fmla="*/ 377457 h 2295525"/>
                  <a:gd name="connsiteX293" fmla="*/ 510540 w 3800475"/>
                  <a:gd name="connsiteY293" fmla="*/ 377457 h 2295525"/>
                  <a:gd name="connsiteX294" fmla="*/ 398145 w 3800475"/>
                  <a:gd name="connsiteY294" fmla="*/ 399365 h 2295525"/>
                  <a:gd name="connsiteX295" fmla="*/ 387667 w 3800475"/>
                  <a:gd name="connsiteY295" fmla="*/ 402222 h 2295525"/>
                  <a:gd name="connsiteX296" fmla="*/ 360045 w 3800475"/>
                  <a:gd name="connsiteY296" fmla="*/ 409842 h 2295525"/>
                  <a:gd name="connsiteX297" fmla="*/ 358140 w 3800475"/>
                  <a:gd name="connsiteY297" fmla="*/ 420320 h 2295525"/>
                  <a:gd name="connsiteX298" fmla="*/ 326708 w 3800475"/>
                  <a:gd name="connsiteY298" fmla="*/ 429845 h 2295525"/>
                  <a:gd name="connsiteX299" fmla="*/ 317183 w 3800475"/>
                  <a:gd name="connsiteY299" fmla="*/ 422225 h 2295525"/>
                  <a:gd name="connsiteX300" fmla="*/ 319088 w 3800475"/>
                  <a:gd name="connsiteY300" fmla="*/ 420320 h 2295525"/>
                  <a:gd name="connsiteX301" fmla="*/ 280988 w 3800475"/>
                  <a:gd name="connsiteY301" fmla="*/ 426035 h 2295525"/>
                  <a:gd name="connsiteX302" fmla="*/ 264795 w 3800475"/>
                  <a:gd name="connsiteY302" fmla="*/ 427940 h 2295525"/>
                  <a:gd name="connsiteX303" fmla="*/ 233363 w 3800475"/>
                  <a:gd name="connsiteY303" fmla="*/ 458420 h 2295525"/>
                  <a:gd name="connsiteX304" fmla="*/ 251460 w 3800475"/>
                  <a:gd name="connsiteY304" fmla="*/ 486042 h 2295525"/>
                  <a:gd name="connsiteX305" fmla="*/ 184785 w 3800475"/>
                  <a:gd name="connsiteY305" fmla="*/ 466992 h 2295525"/>
                  <a:gd name="connsiteX306" fmla="*/ 81915 w 3800475"/>
                  <a:gd name="connsiteY306" fmla="*/ 415557 h 2295525"/>
                  <a:gd name="connsiteX307" fmla="*/ 0 w 3800475"/>
                  <a:gd name="connsiteY307" fmla="*/ 408890 h 2295525"/>
                  <a:gd name="connsiteX308" fmla="*/ 0 w 3800475"/>
                  <a:gd name="connsiteY308" fmla="*/ 1140410 h 2295525"/>
                  <a:gd name="connsiteX309" fmla="*/ 23813 w 3800475"/>
                  <a:gd name="connsiteY309" fmla="*/ 1145172 h 2295525"/>
                  <a:gd name="connsiteX310" fmla="*/ 64770 w 3800475"/>
                  <a:gd name="connsiteY310" fmla="*/ 1136600 h 2295525"/>
                  <a:gd name="connsiteX311" fmla="*/ 95250 w 3800475"/>
                  <a:gd name="connsiteY311" fmla="*/ 1160412 h 2295525"/>
                  <a:gd name="connsiteX312" fmla="*/ 140017 w 3800475"/>
                  <a:gd name="connsiteY312" fmla="*/ 1208037 h 2295525"/>
                  <a:gd name="connsiteX313" fmla="*/ 174308 w 3800475"/>
                  <a:gd name="connsiteY313" fmla="*/ 1231850 h 2295525"/>
                  <a:gd name="connsiteX314" fmla="*/ 215265 w 3800475"/>
                  <a:gd name="connsiteY314" fmla="*/ 1197560 h 2295525"/>
                  <a:gd name="connsiteX315" fmla="*/ 275272 w 3800475"/>
                  <a:gd name="connsiteY315" fmla="*/ 1200417 h 2295525"/>
                  <a:gd name="connsiteX316" fmla="*/ 370522 w 3800475"/>
                  <a:gd name="connsiteY316" fmla="*/ 1317575 h 2295525"/>
                  <a:gd name="connsiteX317" fmla="*/ 448627 w 3800475"/>
                  <a:gd name="connsiteY317" fmla="*/ 1417587 h 2295525"/>
                  <a:gd name="connsiteX318" fmla="*/ 490538 w 3800475"/>
                  <a:gd name="connsiteY318" fmla="*/ 1468070 h 2295525"/>
                  <a:gd name="connsiteX319" fmla="*/ 500063 w 3800475"/>
                  <a:gd name="connsiteY319" fmla="*/ 1511885 h 2295525"/>
                  <a:gd name="connsiteX320" fmla="*/ 469583 w 3800475"/>
                  <a:gd name="connsiteY320" fmla="*/ 1534745 h 2295525"/>
                  <a:gd name="connsiteX321" fmla="*/ 488633 w 3800475"/>
                  <a:gd name="connsiteY321" fmla="*/ 1558557 h 2295525"/>
                  <a:gd name="connsiteX322" fmla="*/ 481013 w 3800475"/>
                  <a:gd name="connsiteY322" fmla="*/ 1569987 h 2295525"/>
                  <a:gd name="connsiteX323" fmla="*/ 481965 w 3800475"/>
                  <a:gd name="connsiteY323" fmla="*/ 1569987 h 2295525"/>
                  <a:gd name="connsiteX324" fmla="*/ 530543 w 3800475"/>
                  <a:gd name="connsiteY324" fmla="*/ 1610945 h 2295525"/>
                  <a:gd name="connsiteX325" fmla="*/ 534352 w 3800475"/>
                  <a:gd name="connsiteY325" fmla="*/ 1615707 h 2295525"/>
                  <a:gd name="connsiteX326" fmla="*/ 544830 w 3800475"/>
                  <a:gd name="connsiteY326" fmla="*/ 1637615 h 2295525"/>
                  <a:gd name="connsiteX327" fmla="*/ 552450 w 3800475"/>
                  <a:gd name="connsiteY327" fmla="*/ 1654760 h 2295525"/>
                  <a:gd name="connsiteX328" fmla="*/ 587693 w 3800475"/>
                  <a:gd name="connsiteY328" fmla="*/ 1680478 h 2295525"/>
                  <a:gd name="connsiteX329" fmla="*/ 590550 w 3800475"/>
                  <a:gd name="connsiteY329" fmla="*/ 1701432 h 2295525"/>
                  <a:gd name="connsiteX330" fmla="*/ 588645 w 3800475"/>
                  <a:gd name="connsiteY330" fmla="*/ 1730007 h 2295525"/>
                  <a:gd name="connsiteX331" fmla="*/ 598170 w 3800475"/>
                  <a:gd name="connsiteY331" fmla="*/ 1755725 h 2295525"/>
                  <a:gd name="connsiteX332" fmla="*/ 644843 w 3800475"/>
                  <a:gd name="connsiteY332" fmla="*/ 1774775 h 2295525"/>
                  <a:gd name="connsiteX333" fmla="*/ 675322 w 3800475"/>
                  <a:gd name="connsiteY333" fmla="*/ 1794778 h 2295525"/>
                  <a:gd name="connsiteX334" fmla="*/ 713422 w 3800475"/>
                  <a:gd name="connsiteY334" fmla="*/ 1807160 h 2295525"/>
                  <a:gd name="connsiteX335" fmla="*/ 729615 w 3800475"/>
                  <a:gd name="connsiteY335" fmla="*/ 1835735 h 2295525"/>
                  <a:gd name="connsiteX336" fmla="*/ 762952 w 3800475"/>
                  <a:gd name="connsiteY336" fmla="*/ 1841450 h 2295525"/>
                  <a:gd name="connsiteX337" fmla="*/ 789622 w 3800475"/>
                  <a:gd name="connsiteY337" fmla="*/ 1854785 h 2295525"/>
                  <a:gd name="connsiteX338" fmla="*/ 823913 w 3800475"/>
                  <a:gd name="connsiteY338" fmla="*/ 1899553 h 2295525"/>
                  <a:gd name="connsiteX339" fmla="*/ 2042160 w 3800475"/>
                  <a:gd name="connsiteY339" fmla="*/ 1892885 h 2295525"/>
                  <a:gd name="connsiteX340" fmla="*/ 2057400 w 3800475"/>
                  <a:gd name="connsiteY340" fmla="*/ 1871930 h 2295525"/>
                  <a:gd name="connsiteX341" fmla="*/ 2075498 w 3800475"/>
                  <a:gd name="connsiteY341" fmla="*/ 1909078 h 2295525"/>
                  <a:gd name="connsiteX342" fmla="*/ 2113598 w 3800475"/>
                  <a:gd name="connsiteY342" fmla="*/ 1923365 h 2295525"/>
                  <a:gd name="connsiteX343" fmla="*/ 2154555 w 3800475"/>
                  <a:gd name="connsiteY343" fmla="*/ 1925270 h 2295525"/>
                  <a:gd name="connsiteX344" fmla="*/ 2190750 w 3800475"/>
                  <a:gd name="connsiteY344" fmla="*/ 1940510 h 2295525"/>
                  <a:gd name="connsiteX345" fmla="*/ 2228850 w 3800475"/>
                  <a:gd name="connsiteY345" fmla="*/ 1947178 h 2295525"/>
                  <a:gd name="connsiteX346" fmla="*/ 2291715 w 3800475"/>
                  <a:gd name="connsiteY346" fmla="*/ 1956703 h 2295525"/>
                  <a:gd name="connsiteX347" fmla="*/ 2349818 w 3800475"/>
                  <a:gd name="connsiteY347" fmla="*/ 1898600 h 2295525"/>
                  <a:gd name="connsiteX348" fmla="*/ 2444115 w 3800475"/>
                  <a:gd name="connsiteY348" fmla="*/ 1940510 h 2295525"/>
                  <a:gd name="connsiteX349" fmla="*/ 2490787 w 3800475"/>
                  <a:gd name="connsiteY349" fmla="*/ 1976705 h 2295525"/>
                  <a:gd name="connsiteX350" fmla="*/ 2515553 w 3800475"/>
                  <a:gd name="connsiteY350" fmla="*/ 2043380 h 2295525"/>
                  <a:gd name="connsiteX351" fmla="*/ 2540318 w 3800475"/>
                  <a:gd name="connsiteY351" fmla="*/ 2062430 h 2295525"/>
                  <a:gd name="connsiteX352" fmla="*/ 2607945 w 3800475"/>
                  <a:gd name="connsiteY352" fmla="*/ 2071955 h 2295525"/>
                  <a:gd name="connsiteX353" fmla="*/ 2689860 w 3800475"/>
                  <a:gd name="connsiteY353" fmla="*/ 2094815 h 2295525"/>
                  <a:gd name="connsiteX354" fmla="*/ 2705100 w 3800475"/>
                  <a:gd name="connsiteY354" fmla="*/ 2160538 h 2295525"/>
                  <a:gd name="connsiteX355" fmla="*/ 2647950 w 3800475"/>
                  <a:gd name="connsiteY355" fmla="*/ 2145298 h 2295525"/>
                  <a:gd name="connsiteX356" fmla="*/ 2634615 w 3800475"/>
                  <a:gd name="connsiteY356" fmla="*/ 2187207 h 2295525"/>
                  <a:gd name="connsiteX357" fmla="*/ 2603183 w 3800475"/>
                  <a:gd name="connsiteY357" fmla="*/ 2261503 h 2295525"/>
                  <a:gd name="connsiteX358" fmla="*/ 2602230 w 3800475"/>
                  <a:gd name="connsiteY358" fmla="*/ 2260550 h 2295525"/>
                  <a:gd name="connsiteX359" fmla="*/ 2609850 w 3800475"/>
                  <a:gd name="connsiteY359" fmla="*/ 2297698 h 2295525"/>
                  <a:gd name="connsiteX360" fmla="*/ 2664143 w 3800475"/>
                  <a:gd name="connsiteY360" fmla="*/ 2267218 h 2295525"/>
                  <a:gd name="connsiteX361" fmla="*/ 2721293 w 3800475"/>
                  <a:gd name="connsiteY361" fmla="*/ 2273885 h 2295525"/>
                  <a:gd name="connsiteX362" fmla="*/ 2748915 w 3800475"/>
                  <a:gd name="connsiteY362" fmla="*/ 2263407 h 2295525"/>
                  <a:gd name="connsiteX363" fmla="*/ 2747962 w 3800475"/>
                  <a:gd name="connsiteY363" fmla="*/ 2268170 h 2295525"/>
                  <a:gd name="connsiteX364" fmla="*/ 2761298 w 3800475"/>
                  <a:gd name="connsiteY364" fmla="*/ 2256740 h 2295525"/>
                  <a:gd name="connsiteX365" fmla="*/ 2758440 w 3800475"/>
                  <a:gd name="connsiteY365" fmla="*/ 2237690 h 2295525"/>
                  <a:gd name="connsiteX366" fmla="*/ 2727008 w 3800475"/>
                  <a:gd name="connsiteY366" fmla="*/ 2228165 h 2295525"/>
                  <a:gd name="connsiteX367" fmla="*/ 2817495 w 3800475"/>
                  <a:gd name="connsiteY367" fmla="*/ 2190065 h 2295525"/>
                  <a:gd name="connsiteX368" fmla="*/ 2878455 w 3800475"/>
                  <a:gd name="connsiteY368" fmla="*/ 2185303 h 2295525"/>
                  <a:gd name="connsiteX369" fmla="*/ 2937510 w 3800475"/>
                  <a:gd name="connsiteY369" fmla="*/ 2136725 h 2295525"/>
                  <a:gd name="connsiteX370" fmla="*/ 3088958 w 3800475"/>
                  <a:gd name="connsiteY370" fmla="*/ 2134820 h 2295525"/>
                  <a:gd name="connsiteX371" fmla="*/ 3144203 w 3800475"/>
                  <a:gd name="connsiteY371" fmla="*/ 2072907 h 2295525"/>
                  <a:gd name="connsiteX372" fmla="*/ 3200400 w 3800475"/>
                  <a:gd name="connsiteY372" fmla="*/ 1988135 h 2295525"/>
                  <a:gd name="connsiteX373" fmla="*/ 3259455 w 3800475"/>
                  <a:gd name="connsiteY373" fmla="*/ 2006232 h 2295525"/>
                  <a:gd name="connsiteX374" fmla="*/ 3296603 w 3800475"/>
                  <a:gd name="connsiteY374" fmla="*/ 2138630 h 2295525"/>
                  <a:gd name="connsiteX375" fmla="*/ 3343275 w 3800475"/>
                  <a:gd name="connsiteY375" fmla="*/ 2117675 h 2295525"/>
                  <a:gd name="connsiteX376" fmla="*/ 3395662 w 3800475"/>
                  <a:gd name="connsiteY376" fmla="*/ 2077670 h 2295525"/>
                  <a:gd name="connsiteX377" fmla="*/ 3398520 w 3800475"/>
                  <a:gd name="connsiteY377" fmla="*/ 2097673 h 2295525"/>
                  <a:gd name="connsiteX378" fmla="*/ 3438525 w 3800475"/>
                  <a:gd name="connsiteY378" fmla="*/ 2114818 h 2295525"/>
                  <a:gd name="connsiteX379" fmla="*/ 3405187 w 3800475"/>
                  <a:gd name="connsiteY379" fmla="*/ 2124343 h 2295525"/>
                  <a:gd name="connsiteX380" fmla="*/ 3348037 w 3800475"/>
                  <a:gd name="connsiteY380" fmla="*/ 2155775 h 2295525"/>
                  <a:gd name="connsiteX381" fmla="*/ 3343275 w 3800475"/>
                  <a:gd name="connsiteY381" fmla="*/ 2209115 h 2295525"/>
                  <a:gd name="connsiteX382" fmla="*/ 3401378 w 3800475"/>
                  <a:gd name="connsiteY382" fmla="*/ 2197685 h 2295525"/>
                  <a:gd name="connsiteX383" fmla="*/ 3443287 w 3800475"/>
                  <a:gd name="connsiteY383" fmla="*/ 2158632 h 2295525"/>
                  <a:gd name="connsiteX384" fmla="*/ 3480435 w 3800475"/>
                  <a:gd name="connsiteY384" fmla="*/ 2151013 h 2295525"/>
                  <a:gd name="connsiteX385" fmla="*/ 3486150 w 3800475"/>
                  <a:gd name="connsiteY385" fmla="*/ 2145298 h 2295525"/>
                  <a:gd name="connsiteX386" fmla="*/ 3500437 w 3800475"/>
                  <a:gd name="connsiteY386" fmla="*/ 2133868 h 2295525"/>
                  <a:gd name="connsiteX387" fmla="*/ 3506153 w 3800475"/>
                  <a:gd name="connsiteY387" fmla="*/ 2129105 h 2295525"/>
                  <a:gd name="connsiteX388" fmla="*/ 3540443 w 3800475"/>
                  <a:gd name="connsiteY388" fmla="*/ 2115770 h 2295525"/>
                  <a:gd name="connsiteX389" fmla="*/ 3549015 w 3800475"/>
                  <a:gd name="connsiteY389" fmla="*/ 2116723 h 2295525"/>
                  <a:gd name="connsiteX390" fmla="*/ 3554730 w 3800475"/>
                  <a:gd name="connsiteY390" fmla="*/ 2109103 h 2295525"/>
                  <a:gd name="connsiteX391" fmla="*/ 3553778 w 3800475"/>
                  <a:gd name="connsiteY391" fmla="*/ 2104340 h 2295525"/>
                  <a:gd name="connsiteX392" fmla="*/ 3577590 w 3800475"/>
                  <a:gd name="connsiteY392" fmla="*/ 2092910 h 2295525"/>
                  <a:gd name="connsiteX393" fmla="*/ 3579495 w 3800475"/>
                  <a:gd name="connsiteY393" fmla="*/ 2091957 h 2295525"/>
                  <a:gd name="connsiteX394" fmla="*/ 3609023 w 3800475"/>
                  <a:gd name="connsiteY394" fmla="*/ 2063382 h 2295525"/>
                  <a:gd name="connsiteX395" fmla="*/ 3595687 w 3800475"/>
                  <a:gd name="connsiteY395" fmla="*/ 2062430 h 2295525"/>
                  <a:gd name="connsiteX396" fmla="*/ 3594735 w 3800475"/>
                  <a:gd name="connsiteY396" fmla="*/ 2030045 h 2295525"/>
                  <a:gd name="connsiteX397" fmla="*/ 3564255 w 3800475"/>
                  <a:gd name="connsiteY397" fmla="*/ 2049095 h 2295525"/>
                  <a:gd name="connsiteX398" fmla="*/ 3541395 w 3800475"/>
                  <a:gd name="connsiteY398" fmla="*/ 2076718 h 2295525"/>
                  <a:gd name="connsiteX399" fmla="*/ 3522345 w 3800475"/>
                  <a:gd name="connsiteY399" fmla="*/ 2096720 h 2295525"/>
                  <a:gd name="connsiteX400" fmla="*/ 3444240 w 3800475"/>
                  <a:gd name="connsiteY400" fmla="*/ 2081480 h 2295525"/>
                  <a:gd name="connsiteX401" fmla="*/ 3396615 w 3800475"/>
                  <a:gd name="connsiteY401" fmla="*/ 2039570 h 2295525"/>
                  <a:gd name="connsiteX402" fmla="*/ 3395662 w 3800475"/>
                  <a:gd name="connsiteY402" fmla="*/ 2036712 h 2295525"/>
                  <a:gd name="connsiteX403" fmla="*/ 3377565 w 3800475"/>
                  <a:gd name="connsiteY403" fmla="*/ 2000518 h 2295525"/>
                  <a:gd name="connsiteX404" fmla="*/ 3385185 w 3800475"/>
                  <a:gd name="connsiteY404" fmla="*/ 1969085 h 2295525"/>
                  <a:gd name="connsiteX405" fmla="*/ 3383280 w 3800475"/>
                  <a:gd name="connsiteY405" fmla="*/ 1967180 h 2295525"/>
                  <a:gd name="connsiteX406" fmla="*/ 3369945 w 3800475"/>
                  <a:gd name="connsiteY406" fmla="*/ 1974800 h 2295525"/>
                  <a:gd name="connsiteX407" fmla="*/ 3366135 w 3800475"/>
                  <a:gd name="connsiteY407" fmla="*/ 1955750 h 2295525"/>
                  <a:gd name="connsiteX408" fmla="*/ 3374708 w 3800475"/>
                  <a:gd name="connsiteY408" fmla="*/ 1951940 h 2295525"/>
                  <a:gd name="connsiteX409" fmla="*/ 3374708 w 3800475"/>
                  <a:gd name="connsiteY409" fmla="*/ 1950987 h 2295525"/>
                  <a:gd name="connsiteX410" fmla="*/ 3363278 w 3800475"/>
                  <a:gd name="connsiteY410" fmla="*/ 1931937 h 2295525"/>
                  <a:gd name="connsiteX411" fmla="*/ 3365183 w 3800475"/>
                  <a:gd name="connsiteY411" fmla="*/ 1902410 h 2295525"/>
                  <a:gd name="connsiteX412" fmla="*/ 3335655 w 3800475"/>
                  <a:gd name="connsiteY412" fmla="*/ 1882407 h 2295525"/>
                  <a:gd name="connsiteX413" fmla="*/ 3218498 w 3800475"/>
                  <a:gd name="connsiteY413" fmla="*/ 1927175 h 2295525"/>
                  <a:gd name="connsiteX414" fmla="*/ 3122295 w 3800475"/>
                  <a:gd name="connsiteY414" fmla="*/ 2015757 h 2295525"/>
                  <a:gd name="connsiteX415" fmla="*/ 3162300 w 3800475"/>
                  <a:gd name="connsiteY415" fmla="*/ 1966228 h 2295525"/>
                  <a:gd name="connsiteX416" fmla="*/ 3170873 w 3800475"/>
                  <a:gd name="connsiteY416" fmla="*/ 1944320 h 2295525"/>
                  <a:gd name="connsiteX417" fmla="*/ 3232785 w 3800475"/>
                  <a:gd name="connsiteY417" fmla="*/ 1881455 h 2295525"/>
                  <a:gd name="connsiteX418" fmla="*/ 3278505 w 3800475"/>
                  <a:gd name="connsiteY418" fmla="*/ 1866215 h 2295525"/>
                  <a:gd name="connsiteX419" fmla="*/ 3310890 w 3800475"/>
                  <a:gd name="connsiteY419" fmla="*/ 1824305 h 2295525"/>
                  <a:gd name="connsiteX420" fmla="*/ 3352800 w 3800475"/>
                  <a:gd name="connsiteY420" fmla="*/ 1814780 h 2295525"/>
                  <a:gd name="connsiteX421" fmla="*/ 3373755 w 3800475"/>
                  <a:gd name="connsiteY421" fmla="*/ 1810018 h 2295525"/>
                  <a:gd name="connsiteX422" fmla="*/ 3387090 w 3800475"/>
                  <a:gd name="connsiteY422" fmla="*/ 1811922 h 2295525"/>
                  <a:gd name="connsiteX423" fmla="*/ 3541395 w 3800475"/>
                  <a:gd name="connsiteY423" fmla="*/ 1809065 h 2295525"/>
                  <a:gd name="connsiteX424" fmla="*/ 3559493 w 3800475"/>
                  <a:gd name="connsiteY424" fmla="*/ 1809065 h 2295525"/>
                  <a:gd name="connsiteX425" fmla="*/ 3586162 w 3800475"/>
                  <a:gd name="connsiteY425" fmla="*/ 1810018 h 2295525"/>
                  <a:gd name="connsiteX426" fmla="*/ 3665220 w 3800475"/>
                  <a:gd name="connsiteY426" fmla="*/ 1756678 h 2295525"/>
                  <a:gd name="connsiteX427" fmla="*/ 3726180 w 3800475"/>
                  <a:gd name="connsiteY427" fmla="*/ 1737628 h 2295525"/>
                  <a:gd name="connsiteX428" fmla="*/ 3788093 w 3800475"/>
                  <a:gd name="connsiteY428" fmla="*/ 1697622 h 2295525"/>
                  <a:gd name="connsiteX429" fmla="*/ 3793807 w 3800475"/>
                  <a:gd name="connsiteY429" fmla="*/ 1674762 h 2295525"/>
                  <a:gd name="connsiteX430" fmla="*/ 1051560 w 3800475"/>
                  <a:gd name="connsiteY430" fmla="*/ 687020 h 2295525"/>
                  <a:gd name="connsiteX431" fmla="*/ 990600 w 3800475"/>
                  <a:gd name="connsiteY431" fmla="*/ 721310 h 2295525"/>
                  <a:gd name="connsiteX432" fmla="*/ 961072 w 3800475"/>
                  <a:gd name="connsiteY432" fmla="*/ 740360 h 2295525"/>
                  <a:gd name="connsiteX433" fmla="*/ 947738 w 3800475"/>
                  <a:gd name="connsiteY433" fmla="*/ 765125 h 2295525"/>
                  <a:gd name="connsiteX434" fmla="*/ 891540 w 3800475"/>
                  <a:gd name="connsiteY434" fmla="*/ 791795 h 2295525"/>
                  <a:gd name="connsiteX435" fmla="*/ 923925 w 3800475"/>
                  <a:gd name="connsiteY435" fmla="*/ 732740 h 2295525"/>
                  <a:gd name="connsiteX436" fmla="*/ 871538 w 3800475"/>
                  <a:gd name="connsiteY436" fmla="*/ 767030 h 2295525"/>
                  <a:gd name="connsiteX437" fmla="*/ 831533 w 3800475"/>
                  <a:gd name="connsiteY437" fmla="*/ 781317 h 2295525"/>
                  <a:gd name="connsiteX438" fmla="*/ 812483 w 3800475"/>
                  <a:gd name="connsiteY438" fmla="*/ 763220 h 2295525"/>
                  <a:gd name="connsiteX439" fmla="*/ 837247 w 3800475"/>
                  <a:gd name="connsiteY439" fmla="*/ 735597 h 2295525"/>
                  <a:gd name="connsiteX440" fmla="*/ 839152 w 3800475"/>
                  <a:gd name="connsiteY440" fmla="*/ 705117 h 2295525"/>
                  <a:gd name="connsiteX441" fmla="*/ 887730 w 3800475"/>
                  <a:gd name="connsiteY441" fmla="*/ 697497 h 2295525"/>
                  <a:gd name="connsiteX442" fmla="*/ 832485 w 3800475"/>
                  <a:gd name="connsiteY442" fmla="*/ 676542 h 2295525"/>
                  <a:gd name="connsiteX443" fmla="*/ 746760 w 3800475"/>
                  <a:gd name="connsiteY443" fmla="*/ 691782 h 2295525"/>
                  <a:gd name="connsiteX444" fmla="*/ 863918 w 3800475"/>
                  <a:gd name="connsiteY444" fmla="*/ 654635 h 2295525"/>
                  <a:gd name="connsiteX445" fmla="*/ 973455 w 3800475"/>
                  <a:gd name="connsiteY445" fmla="*/ 631775 h 2295525"/>
                  <a:gd name="connsiteX446" fmla="*/ 953452 w 3800475"/>
                  <a:gd name="connsiteY446" fmla="*/ 674637 h 2295525"/>
                  <a:gd name="connsiteX447" fmla="*/ 1028700 w 3800475"/>
                  <a:gd name="connsiteY447" fmla="*/ 664160 h 2295525"/>
                  <a:gd name="connsiteX448" fmla="*/ 1051560 w 3800475"/>
                  <a:gd name="connsiteY448" fmla="*/ 687020 h 2295525"/>
                  <a:gd name="connsiteX449" fmla="*/ 1299210 w 3800475"/>
                  <a:gd name="connsiteY449" fmla="*/ 1027062 h 2295525"/>
                  <a:gd name="connsiteX450" fmla="*/ 1244918 w 3800475"/>
                  <a:gd name="connsiteY450" fmla="*/ 1052780 h 2295525"/>
                  <a:gd name="connsiteX451" fmla="*/ 1207770 w 3800475"/>
                  <a:gd name="connsiteY451" fmla="*/ 1088975 h 2295525"/>
                  <a:gd name="connsiteX452" fmla="*/ 1087755 w 3800475"/>
                  <a:gd name="connsiteY452" fmla="*/ 1075640 h 2295525"/>
                  <a:gd name="connsiteX453" fmla="*/ 1132523 w 3800475"/>
                  <a:gd name="connsiteY453" fmla="*/ 1059447 h 2295525"/>
                  <a:gd name="connsiteX454" fmla="*/ 1167765 w 3800475"/>
                  <a:gd name="connsiteY454" fmla="*/ 1022300 h 2295525"/>
                  <a:gd name="connsiteX455" fmla="*/ 1153477 w 3800475"/>
                  <a:gd name="connsiteY455" fmla="*/ 977532 h 2295525"/>
                  <a:gd name="connsiteX456" fmla="*/ 1217295 w 3800475"/>
                  <a:gd name="connsiteY456" fmla="*/ 976580 h 2295525"/>
                  <a:gd name="connsiteX457" fmla="*/ 1284923 w 3800475"/>
                  <a:gd name="connsiteY457" fmla="*/ 1003250 h 2295525"/>
                  <a:gd name="connsiteX458" fmla="*/ 1404937 w 3800475"/>
                  <a:gd name="connsiteY458" fmla="*/ 955625 h 2295525"/>
                  <a:gd name="connsiteX459" fmla="*/ 1299210 w 3800475"/>
                  <a:gd name="connsiteY459" fmla="*/ 1027062 h 2295525"/>
                  <a:gd name="connsiteX460" fmla="*/ 1981200 w 3800475"/>
                  <a:gd name="connsiteY460" fmla="*/ 1796682 h 2295525"/>
                  <a:gd name="connsiteX461" fmla="*/ 1944052 w 3800475"/>
                  <a:gd name="connsiteY461" fmla="*/ 1711910 h 2295525"/>
                  <a:gd name="connsiteX462" fmla="*/ 1877377 w 3800475"/>
                  <a:gd name="connsiteY462" fmla="*/ 1606182 h 2295525"/>
                  <a:gd name="connsiteX463" fmla="*/ 1932623 w 3800475"/>
                  <a:gd name="connsiteY463" fmla="*/ 1587132 h 2295525"/>
                  <a:gd name="connsiteX464" fmla="*/ 1985962 w 3800475"/>
                  <a:gd name="connsiteY464" fmla="*/ 1722387 h 2295525"/>
                  <a:gd name="connsiteX465" fmla="*/ 1981200 w 3800475"/>
                  <a:gd name="connsiteY465" fmla="*/ 1796682 h 2295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Lst>
                <a:rect l="l" t="t" r="r" b="b"/>
                <a:pathLst>
                  <a:path w="3800475" h="2295525">
                    <a:moveTo>
                      <a:pt x="3793807" y="1674762"/>
                    </a:moveTo>
                    <a:cubicBezTo>
                      <a:pt x="3780473" y="1671905"/>
                      <a:pt x="3767137" y="1662380"/>
                      <a:pt x="3781425" y="1661428"/>
                    </a:cubicBezTo>
                    <a:cubicBezTo>
                      <a:pt x="3791903" y="1660475"/>
                      <a:pt x="3798570" y="1654760"/>
                      <a:pt x="3804285" y="1643330"/>
                    </a:cubicBezTo>
                    <a:cubicBezTo>
                      <a:pt x="3795712" y="1639520"/>
                      <a:pt x="3789045" y="1631900"/>
                      <a:pt x="3784282" y="1625232"/>
                    </a:cubicBezTo>
                    <a:cubicBezTo>
                      <a:pt x="3779520" y="1618565"/>
                      <a:pt x="3777615" y="1609993"/>
                      <a:pt x="3777615" y="1602372"/>
                    </a:cubicBezTo>
                    <a:cubicBezTo>
                      <a:pt x="3773805" y="1597610"/>
                      <a:pt x="3769995" y="1591895"/>
                      <a:pt x="3766185" y="1587132"/>
                    </a:cubicBezTo>
                    <a:cubicBezTo>
                      <a:pt x="3757612" y="1590943"/>
                      <a:pt x="3749040" y="1603325"/>
                      <a:pt x="3737610" y="1602372"/>
                    </a:cubicBezTo>
                    <a:cubicBezTo>
                      <a:pt x="3718560" y="1600468"/>
                      <a:pt x="3749993" y="1574750"/>
                      <a:pt x="3734753" y="1564272"/>
                    </a:cubicBezTo>
                    <a:cubicBezTo>
                      <a:pt x="3719512" y="1553795"/>
                      <a:pt x="3689985" y="1561415"/>
                      <a:pt x="3666173" y="1582370"/>
                    </a:cubicBezTo>
                    <a:cubicBezTo>
                      <a:pt x="3642360" y="1603325"/>
                      <a:pt x="3644265" y="1581418"/>
                      <a:pt x="3624262" y="1602372"/>
                    </a:cubicBezTo>
                    <a:cubicBezTo>
                      <a:pt x="3603308" y="1623328"/>
                      <a:pt x="3603308" y="1591895"/>
                      <a:pt x="3613785" y="1583322"/>
                    </a:cubicBezTo>
                    <a:cubicBezTo>
                      <a:pt x="3623310" y="1574750"/>
                      <a:pt x="3629978" y="1584275"/>
                      <a:pt x="3639503" y="1571893"/>
                    </a:cubicBezTo>
                    <a:cubicBezTo>
                      <a:pt x="3648075" y="1559510"/>
                      <a:pt x="3657600" y="1571893"/>
                      <a:pt x="3679508" y="1555700"/>
                    </a:cubicBezTo>
                    <a:cubicBezTo>
                      <a:pt x="3696653" y="1543318"/>
                      <a:pt x="3712845" y="1545222"/>
                      <a:pt x="3722370" y="1540460"/>
                    </a:cubicBezTo>
                    <a:cubicBezTo>
                      <a:pt x="3719512" y="1536650"/>
                      <a:pt x="3716655" y="1532840"/>
                      <a:pt x="3714750" y="1529030"/>
                    </a:cubicBezTo>
                    <a:cubicBezTo>
                      <a:pt x="3714750" y="1528078"/>
                      <a:pt x="3713798" y="1528078"/>
                      <a:pt x="3713798" y="1527125"/>
                    </a:cubicBezTo>
                    <a:cubicBezTo>
                      <a:pt x="3709035" y="1524268"/>
                      <a:pt x="3704273" y="1519505"/>
                      <a:pt x="3700462" y="1514743"/>
                    </a:cubicBezTo>
                    <a:cubicBezTo>
                      <a:pt x="3697605" y="1515695"/>
                      <a:pt x="3694748" y="1515695"/>
                      <a:pt x="3691890" y="1515695"/>
                    </a:cubicBezTo>
                    <a:lnTo>
                      <a:pt x="3689032" y="1515695"/>
                    </a:lnTo>
                    <a:cubicBezTo>
                      <a:pt x="3682365" y="1515695"/>
                      <a:pt x="3675698" y="1513790"/>
                      <a:pt x="3669030" y="1510932"/>
                    </a:cubicBezTo>
                    <a:cubicBezTo>
                      <a:pt x="3661410" y="1514743"/>
                      <a:pt x="3652837" y="1517600"/>
                      <a:pt x="3644265" y="1517600"/>
                    </a:cubicBezTo>
                    <a:cubicBezTo>
                      <a:pt x="3631883" y="1518553"/>
                      <a:pt x="3618548" y="1511885"/>
                      <a:pt x="3609975" y="1504265"/>
                    </a:cubicBezTo>
                    <a:cubicBezTo>
                      <a:pt x="3607118" y="1501407"/>
                      <a:pt x="3604260" y="1498550"/>
                      <a:pt x="3602355" y="1494740"/>
                    </a:cubicBezTo>
                    <a:cubicBezTo>
                      <a:pt x="3601403" y="1494740"/>
                      <a:pt x="3601403" y="1494740"/>
                      <a:pt x="3600450" y="1494740"/>
                    </a:cubicBezTo>
                    <a:cubicBezTo>
                      <a:pt x="3582353" y="1494740"/>
                      <a:pt x="3569018" y="1486168"/>
                      <a:pt x="3561398" y="1474737"/>
                    </a:cubicBezTo>
                    <a:cubicBezTo>
                      <a:pt x="3549968" y="1469022"/>
                      <a:pt x="3543300" y="1460450"/>
                      <a:pt x="3539490" y="1449020"/>
                    </a:cubicBezTo>
                    <a:cubicBezTo>
                      <a:pt x="3539490" y="1449020"/>
                      <a:pt x="3539490" y="1449020"/>
                      <a:pt x="3539490" y="1449020"/>
                    </a:cubicBezTo>
                    <a:cubicBezTo>
                      <a:pt x="3538537" y="1446162"/>
                      <a:pt x="3537585" y="1443305"/>
                      <a:pt x="3537585" y="1441400"/>
                    </a:cubicBezTo>
                    <a:cubicBezTo>
                      <a:pt x="3537585" y="1441400"/>
                      <a:pt x="3537585" y="1441400"/>
                      <a:pt x="3537585" y="1441400"/>
                    </a:cubicBezTo>
                    <a:cubicBezTo>
                      <a:pt x="3537585" y="1438543"/>
                      <a:pt x="3536633" y="1435685"/>
                      <a:pt x="3536633" y="1432828"/>
                    </a:cubicBezTo>
                    <a:cubicBezTo>
                      <a:pt x="3536633" y="1432828"/>
                      <a:pt x="3536633" y="1432828"/>
                      <a:pt x="3536633" y="1432828"/>
                    </a:cubicBezTo>
                    <a:cubicBezTo>
                      <a:pt x="3536633" y="1429970"/>
                      <a:pt x="3536633" y="1427112"/>
                      <a:pt x="3537585" y="1424255"/>
                    </a:cubicBezTo>
                    <a:cubicBezTo>
                      <a:pt x="3537585" y="1424255"/>
                      <a:pt x="3537585" y="1424255"/>
                      <a:pt x="3537585" y="1424255"/>
                    </a:cubicBezTo>
                    <a:cubicBezTo>
                      <a:pt x="3538537" y="1421397"/>
                      <a:pt x="3538537" y="1418540"/>
                      <a:pt x="3539490" y="1416635"/>
                    </a:cubicBezTo>
                    <a:cubicBezTo>
                      <a:pt x="3529965" y="1409967"/>
                      <a:pt x="3519487" y="1405205"/>
                      <a:pt x="3511868" y="1402347"/>
                    </a:cubicBezTo>
                    <a:cubicBezTo>
                      <a:pt x="3486150" y="1393775"/>
                      <a:pt x="3503295" y="1379487"/>
                      <a:pt x="3516630" y="1389965"/>
                    </a:cubicBezTo>
                    <a:cubicBezTo>
                      <a:pt x="3529965" y="1400442"/>
                      <a:pt x="3546158" y="1379487"/>
                      <a:pt x="3551873" y="1369010"/>
                    </a:cubicBezTo>
                    <a:cubicBezTo>
                      <a:pt x="3557587" y="1358533"/>
                      <a:pt x="3542348" y="1349008"/>
                      <a:pt x="3533775" y="1348055"/>
                    </a:cubicBezTo>
                    <a:cubicBezTo>
                      <a:pt x="3529012" y="1347103"/>
                      <a:pt x="3527108" y="1341387"/>
                      <a:pt x="3527108" y="1334720"/>
                    </a:cubicBezTo>
                    <a:cubicBezTo>
                      <a:pt x="3519487" y="1331862"/>
                      <a:pt x="3512820" y="1327100"/>
                      <a:pt x="3508058" y="1321385"/>
                    </a:cubicBezTo>
                    <a:cubicBezTo>
                      <a:pt x="3502343" y="1319480"/>
                      <a:pt x="3496628" y="1315670"/>
                      <a:pt x="3491865" y="1311860"/>
                    </a:cubicBezTo>
                    <a:cubicBezTo>
                      <a:pt x="3488055" y="1309003"/>
                      <a:pt x="3486150" y="1305192"/>
                      <a:pt x="3484245" y="1301383"/>
                    </a:cubicBezTo>
                    <a:cubicBezTo>
                      <a:pt x="3483293" y="1301383"/>
                      <a:pt x="3483293" y="1301383"/>
                      <a:pt x="3482340" y="1300430"/>
                    </a:cubicBezTo>
                    <a:cubicBezTo>
                      <a:pt x="3476625" y="1297572"/>
                      <a:pt x="3471862" y="1293762"/>
                      <a:pt x="3469005" y="1288047"/>
                    </a:cubicBezTo>
                    <a:cubicBezTo>
                      <a:pt x="3465195" y="1284237"/>
                      <a:pt x="3463290" y="1279475"/>
                      <a:pt x="3461385" y="1274712"/>
                    </a:cubicBezTo>
                    <a:cubicBezTo>
                      <a:pt x="3459480" y="1271855"/>
                      <a:pt x="3457575" y="1268045"/>
                      <a:pt x="3456623" y="1264235"/>
                    </a:cubicBezTo>
                    <a:cubicBezTo>
                      <a:pt x="3455670" y="1260425"/>
                      <a:pt x="3455670" y="1256615"/>
                      <a:pt x="3454718" y="1252805"/>
                    </a:cubicBezTo>
                    <a:cubicBezTo>
                      <a:pt x="3450908" y="1246137"/>
                      <a:pt x="3448050" y="1238517"/>
                      <a:pt x="3448050" y="1230897"/>
                    </a:cubicBezTo>
                    <a:lnTo>
                      <a:pt x="3448050" y="1229945"/>
                    </a:lnTo>
                    <a:cubicBezTo>
                      <a:pt x="3447098" y="1228992"/>
                      <a:pt x="3446145" y="1227087"/>
                      <a:pt x="3445193" y="1226135"/>
                    </a:cubicBezTo>
                    <a:cubicBezTo>
                      <a:pt x="3441383" y="1221372"/>
                      <a:pt x="3439478" y="1215658"/>
                      <a:pt x="3438525" y="1208990"/>
                    </a:cubicBezTo>
                    <a:cubicBezTo>
                      <a:pt x="3414712" y="1196608"/>
                      <a:pt x="3408998" y="1166128"/>
                      <a:pt x="3420428" y="1144220"/>
                    </a:cubicBezTo>
                    <a:cubicBezTo>
                      <a:pt x="3417570" y="1139458"/>
                      <a:pt x="3413760" y="1133742"/>
                      <a:pt x="3411855" y="1128028"/>
                    </a:cubicBezTo>
                    <a:cubicBezTo>
                      <a:pt x="3406140" y="1109930"/>
                      <a:pt x="3398520" y="1118503"/>
                      <a:pt x="3391853" y="1144220"/>
                    </a:cubicBezTo>
                    <a:cubicBezTo>
                      <a:pt x="3386137" y="1169937"/>
                      <a:pt x="3365183" y="1168985"/>
                      <a:pt x="3370898" y="1176605"/>
                    </a:cubicBezTo>
                    <a:cubicBezTo>
                      <a:pt x="3383280" y="1193750"/>
                      <a:pt x="3373755" y="1194703"/>
                      <a:pt x="3365183" y="1205180"/>
                    </a:cubicBezTo>
                    <a:cubicBezTo>
                      <a:pt x="3356610" y="1215658"/>
                      <a:pt x="3370898" y="1231850"/>
                      <a:pt x="3356610" y="1231850"/>
                    </a:cubicBezTo>
                    <a:cubicBezTo>
                      <a:pt x="3342323" y="1231850"/>
                      <a:pt x="3348990" y="1264235"/>
                      <a:pt x="3341370" y="1249947"/>
                    </a:cubicBezTo>
                    <a:cubicBezTo>
                      <a:pt x="3333750" y="1234708"/>
                      <a:pt x="3314700" y="1239470"/>
                      <a:pt x="3314700" y="1253758"/>
                    </a:cubicBezTo>
                    <a:cubicBezTo>
                      <a:pt x="3314700" y="1268997"/>
                      <a:pt x="3283268" y="1282333"/>
                      <a:pt x="3270885" y="1281380"/>
                    </a:cubicBezTo>
                    <a:cubicBezTo>
                      <a:pt x="3258503" y="1280428"/>
                      <a:pt x="3258503" y="1251853"/>
                      <a:pt x="3247073" y="1260425"/>
                    </a:cubicBezTo>
                    <a:cubicBezTo>
                      <a:pt x="3236595" y="1268997"/>
                      <a:pt x="3238500" y="1235660"/>
                      <a:pt x="3221355" y="1237565"/>
                    </a:cubicBezTo>
                    <a:cubicBezTo>
                      <a:pt x="3205162" y="1238517"/>
                      <a:pt x="3192780" y="1236612"/>
                      <a:pt x="3197543" y="1220420"/>
                    </a:cubicBezTo>
                    <a:cubicBezTo>
                      <a:pt x="3202305" y="1206133"/>
                      <a:pt x="3176587" y="1199465"/>
                      <a:pt x="3177540" y="1190892"/>
                    </a:cubicBezTo>
                    <a:cubicBezTo>
                      <a:pt x="3173730" y="1188035"/>
                      <a:pt x="3170873" y="1184225"/>
                      <a:pt x="3168968" y="1180415"/>
                    </a:cubicBezTo>
                    <a:cubicBezTo>
                      <a:pt x="3162300" y="1170890"/>
                      <a:pt x="3161348" y="1155650"/>
                      <a:pt x="3164205" y="1145172"/>
                    </a:cubicBezTo>
                    <a:cubicBezTo>
                      <a:pt x="3165158" y="1140410"/>
                      <a:pt x="3168015" y="1135647"/>
                      <a:pt x="3171825" y="1130885"/>
                    </a:cubicBezTo>
                    <a:cubicBezTo>
                      <a:pt x="3171825" y="1129933"/>
                      <a:pt x="3171825" y="1128028"/>
                      <a:pt x="3172778" y="1127075"/>
                    </a:cubicBezTo>
                    <a:cubicBezTo>
                      <a:pt x="3173730" y="1123265"/>
                      <a:pt x="3175635" y="1120408"/>
                      <a:pt x="3176587" y="1117550"/>
                    </a:cubicBezTo>
                    <a:cubicBezTo>
                      <a:pt x="3176587" y="1117550"/>
                      <a:pt x="3176587" y="1116597"/>
                      <a:pt x="3177540" y="1116597"/>
                    </a:cubicBezTo>
                    <a:cubicBezTo>
                      <a:pt x="3181350" y="1105167"/>
                      <a:pt x="3189923" y="1102310"/>
                      <a:pt x="3189923" y="1094690"/>
                    </a:cubicBezTo>
                    <a:cubicBezTo>
                      <a:pt x="3189923" y="1092785"/>
                      <a:pt x="3189923" y="1091833"/>
                      <a:pt x="3188970" y="1090880"/>
                    </a:cubicBezTo>
                    <a:cubicBezTo>
                      <a:pt x="3187065" y="1090880"/>
                      <a:pt x="3184208" y="1090880"/>
                      <a:pt x="3182303" y="1090880"/>
                    </a:cubicBezTo>
                    <a:cubicBezTo>
                      <a:pt x="3179445" y="1090880"/>
                      <a:pt x="3175635" y="1089928"/>
                      <a:pt x="3172778" y="1088975"/>
                    </a:cubicBezTo>
                    <a:cubicBezTo>
                      <a:pt x="3170873" y="1089928"/>
                      <a:pt x="3168968" y="1090880"/>
                      <a:pt x="3166110" y="1092785"/>
                    </a:cubicBezTo>
                    <a:cubicBezTo>
                      <a:pt x="3162300" y="1095642"/>
                      <a:pt x="3160395" y="1095642"/>
                      <a:pt x="3158490" y="1093737"/>
                    </a:cubicBezTo>
                    <a:cubicBezTo>
                      <a:pt x="3156585" y="1094690"/>
                      <a:pt x="3153728" y="1095642"/>
                      <a:pt x="3151823" y="1096595"/>
                    </a:cubicBezTo>
                    <a:cubicBezTo>
                      <a:pt x="3140393" y="1100405"/>
                      <a:pt x="3125153" y="1097547"/>
                      <a:pt x="3114675" y="1091833"/>
                    </a:cubicBezTo>
                    <a:cubicBezTo>
                      <a:pt x="3114675" y="1091833"/>
                      <a:pt x="3113723" y="1091833"/>
                      <a:pt x="3113723" y="1090880"/>
                    </a:cubicBezTo>
                    <a:cubicBezTo>
                      <a:pt x="3110865" y="1090880"/>
                      <a:pt x="3108008" y="1091833"/>
                      <a:pt x="3105150" y="1091833"/>
                    </a:cubicBezTo>
                    <a:cubicBezTo>
                      <a:pt x="3087053" y="1091833"/>
                      <a:pt x="3074670" y="1084212"/>
                      <a:pt x="3067050" y="1072783"/>
                    </a:cubicBezTo>
                    <a:cubicBezTo>
                      <a:pt x="3043237" y="1070878"/>
                      <a:pt x="3028950" y="1054685"/>
                      <a:pt x="3026093" y="1036587"/>
                    </a:cubicBezTo>
                    <a:cubicBezTo>
                      <a:pt x="3022283" y="1034682"/>
                      <a:pt x="3018473" y="1031825"/>
                      <a:pt x="3014662" y="1028967"/>
                    </a:cubicBezTo>
                    <a:cubicBezTo>
                      <a:pt x="3014662" y="1028967"/>
                      <a:pt x="3014662" y="1028967"/>
                      <a:pt x="3014662" y="1028967"/>
                    </a:cubicBezTo>
                    <a:cubicBezTo>
                      <a:pt x="2987040" y="1028967"/>
                      <a:pt x="2971800" y="1009917"/>
                      <a:pt x="2968943" y="988962"/>
                    </a:cubicBezTo>
                    <a:cubicBezTo>
                      <a:pt x="2962275" y="991820"/>
                      <a:pt x="2956560" y="995630"/>
                      <a:pt x="2952750" y="997535"/>
                    </a:cubicBezTo>
                    <a:cubicBezTo>
                      <a:pt x="2944178" y="1001345"/>
                      <a:pt x="2921318" y="982295"/>
                      <a:pt x="2912745" y="989915"/>
                    </a:cubicBezTo>
                    <a:cubicBezTo>
                      <a:pt x="2904173" y="997535"/>
                      <a:pt x="2902268" y="984200"/>
                      <a:pt x="2877503" y="977532"/>
                    </a:cubicBezTo>
                    <a:cubicBezTo>
                      <a:pt x="2852737" y="969912"/>
                      <a:pt x="2820353" y="968007"/>
                      <a:pt x="2818448" y="977532"/>
                    </a:cubicBezTo>
                    <a:cubicBezTo>
                      <a:pt x="2816543" y="987057"/>
                      <a:pt x="2796540" y="989915"/>
                      <a:pt x="2799398" y="1012775"/>
                    </a:cubicBezTo>
                    <a:cubicBezTo>
                      <a:pt x="2802255" y="1034682"/>
                      <a:pt x="2823210" y="1030872"/>
                      <a:pt x="2827973" y="1045160"/>
                    </a:cubicBezTo>
                    <a:cubicBezTo>
                      <a:pt x="2832735" y="1060400"/>
                      <a:pt x="2818448" y="1054685"/>
                      <a:pt x="2817495" y="1068020"/>
                    </a:cubicBezTo>
                    <a:cubicBezTo>
                      <a:pt x="2816543" y="1081355"/>
                      <a:pt x="2804160" y="1080403"/>
                      <a:pt x="2804160" y="1089928"/>
                    </a:cubicBezTo>
                    <a:cubicBezTo>
                      <a:pt x="2804160" y="1099453"/>
                      <a:pt x="2812733" y="1097547"/>
                      <a:pt x="2817495" y="1116597"/>
                    </a:cubicBezTo>
                    <a:cubicBezTo>
                      <a:pt x="2822258" y="1135647"/>
                      <a:pt x="2831783" y="1134695"/>
                      <a:pt x="2835593" y="1160412"/>
                    </a:cubicBezTo>
                    <a:cubicBezTo>
                      <a:pt x="2838450" y="1186130"/>
                      <a:pt x="2827973" y="1180415"/>
                      <a:pt x="2817495" y="1183272"/>
                    </a:cubicBezTo>
                    <a:cubicBezTo>
                      <a:pt x="2808923" y="1186130"/>
                      <a:pt x="2816543" y="1197560"/>
                      <a:pt x="2807970" y="1211847"/>
                    </a:cubicBezTo>
                    <a:cubicBezTo>
                      <a:pt x="2835593" y="1225183"/>
                      <a:pt x="2853690" y="1251853"/>
                      <a:pt x="2843212" y="1281380"/>
                    </a:cubicBezTo>
                    <a:cubicBezTo>
                      <a:pt x="2848928" y="1289953"/>
                      <a:pt x="2851785" y="1299478"/>
                      <a:pt x="2850833" y="1309003"/>
                    </a:cubicBezTo>
                    <a:cubicBezTo>
                      <a:pt x="2852737" y="1311860"/>
                      <a:pt x="2855595" y="1314717"/>
                      <a:pt x="2856548" y="1318528"/>
                    </a:cubicBezTo>
                    <a:cubicBezTo>
                      <a:pt x="2871787" y="1347103"/>
                      <a:pt x="2870835" y="1391870"/>
                      <a:pt x="2866073" y="1423303"/>
                    </a:cubicBezTo>
                    <a:cubicBezTo>
                      <a:pt x="2861310" y="1454735"/>
                      <a:pt x="2827973" y="1462355"/>
                      <a:pt x="2803208" y="1489978"/>
                    </a:cubicBezTo>
                    <a:cubicBezTo>
                      <a:pt x="2778443" y="1517600"/>
                      <a:pt x="2753678" y="1512837"/>
                      <a:pt x="2741295" y="1514743"/>
                    </a:cubicBezTo>
                    <a:cubicBezTo>
                      <a:pt x="2729865" y="1515695"/>
                      <a:pt x="2736533" y="1541412"/>
                      <a:pt x="2752725" y="1561415"/>
                    </a:cubicBezTo>
                    <a:cubicBezTo>
                      <a:pt x="2769870" y="1581418"/>
                      <a:pt x="2755583" y="1588085"/>
                      <a:pt x="2764155" y="1609040"/>
                    </a:cubicBezTo>
                    <a:cubicBezTo>
                      <a:pt x="2772728" y="1629995"/>
                      <a:pt x="2764155" y="1647140"/>
                      <a:pt x="2776537" y="1666190"/>
                    </a:cubicBezTo>
                    <a:cubicBezTo>
                      <a:pt x="2788920" y="1685240"/>
                      <a:pt x="2781300" y="1692860"/>
                      <a:pt x="2767012" y="1706195"/>
                    </a:cubicBezTo>
                    <a:cubicBezTo>
                      <a:pt x="2752725" y="1719530"/>
                      <a:pt x="2772728" y="1712862"/>
                      <a:pt x="2773680" y="1730960"/>
                    </a:cubicBezTo>
                    <a:cubicBezTo>
                      <a:pt x="2774633" y="1749057"/>
                      <a:pt x="2767012" y="1738580"/>
                      <a:pt x="2753678" y="1729055"/>
                    </a:cubicBezTo>
                    <a:cubicBezTo>
                      <a:pt x="2741295" y="1719530"/>
                      <a:pt x="2728912" y="1747153"/>
                      <a:pt x="2728912" y="1758582"/>
                    </a:cubicBezTo>
                    <a:cubicBezTo>
                      <a:pt x="2728912" y="1770012"/>
                      <a:pt x="2698433" y="1742390"/>
                      <a:pt x="2691765" y="1743343"/>
                    </a:cubicBezTo>
                    <a:cubicBezTo>
                      <a:pt x="2685098" y="1744295"/>
                      <a:pt x="2693670" y="1725245"/>
                      <a:pt x="2676525" y="1710957"/>
                    </a:cubicBezTo>
                    <a:cubicBezTo>
                      <a:pt x="2658428" y="1695718"/>
                      <a:pt x="2645093" y="1692860"/>
                      <a:pt x="2645093" y="1678572"/>
                    </a:cubicBezTo>
                    <a:cubicBezTo>
                      <a:pt x="2645093" y="1663332"/>
                      <a:pt x="2614612" y="1652855"/>
                      <a:pt x="2614612" y="1636662"/>
                    </a:cubicBezTo>
                    <a:cubicBezTo>
                      <a:pt x="2614612" y="1619518"/>
                      <a:pt x="2618423" y="1576655"/>
                      <a:pt x="2611755" y="1563320"/>
                    </a:cubicBezTo>
                    <a:cubicBezTo>
                      <a:pt x="2605087" y="1550937"/>
                      <a:pt x="2610803" y="1536650"/>
                      <a:pt x="2616518" y="1525220"/>
                    </a:cubicBezTo>
                    <a:cubicBezTo>
                      <a:pt x="2622233" y="1513790"/>
                      <a:pt x="2609850" y="1495693"/>
                      <a:pt x="2591753" y="1495693"/>
                    </a:cubicBezTo>
                    <a:cubicBezTo>
                      <a:pt x="2573655" y="1495693"/>
                      <a:pt x="2549843" y="1489025"/>
                      <a:pt x="2525078" y="1491882"/>
                    </a:cubicBezTo>
                    <a:cubicBezTo>
                      <a:pt x="2508885" y="1492835"/>
                      <a:pt x="2497455" y="1491882"/>
                      <a:pt x="2488883" y="1489025"/>
                    </a:cubicBezTo>
                    <a:cubicBezTo>
                      <a:pt x="2484120" y="1489025"/>
                      <a:pt x="2479358" y="1488072"/>
                      <a:pt x="2474595" y="1486168"/>
                    </a:cubicBezTo>
                    <a:cubicBezTo>
                      <a:pt x="2460308" y="1482357"/>
                      <a:pt x="2449830" y="1472832"/>
                      <a:pt x="2440305" y="1463307"/>
                    </a:cubicBezTo>
                    <a:cubicBezTo>
                      <a:pt x="2439353" y="1463307"/>
                      <a:pt x="2439353" y="1463307"/>
                      <a:pt x="2438400" y="1463307"/>
                    </a:cubicBezTo>
                    <a:cubicBezTo>
                      <a:pt x="2417445" y="1468070"/>
                      <a:pt x="2398395" y="1460450"/>
                      <a:pt x="2386965" y="1446162"/>
                    </a:cubicBezTo>
                    <a:cubicBezTo>
                      <a:pt x="2352675" y="1444257"/>
                      <a:pt x="2322195" y="1429018"/>
                      <a:pt x="2311718" y="1389965"/>
                    </a:cubicBezTo>
                    <a:cubicBezTo>
                      <a:pt x="2310765" y="1387108"/>
                      <a:pt x="2309812" y="1383297"/>
                      <a:pt x="2309812" y="1379487"/>
                    </a:cubicBezTo>
                    <a:cubicBezTo>
                      <a:pt x="2299335" y="1376630"/>
                      <a:pt x="2287905" y="1375678"/>
                      <a:pt x="2281237" y="1376630"/>
                    </a:cubicBezTo>
                    <a:cubicBezTo>
                      <a:pt x="2269808" y="1378535"/>
                      <a:pt x="2240280" y="1349960"/>
                      <a:pt x="2222183" y="1350912"/>
                    </a:cubicBezTo>
                    <a:cubicBezTo>
                      <a:pt x="2204085" y="1351865"/>
                      <a:pt x="2163128" y="1370915"/>
                      <a:pt x="2156460" y="1371867"/>
                    </a:cubicBezTo>
                    <a:cubicBezTo>
                      <a:pt x="2149793" y="1372820"/>
                      <a:pt x="2157412" y="1355675"/>
                      <a:pt x="2162175" y="1349008"/>
                    </a:cubicBezTo>
                    <a:cubicBezTo>
                      <a:pt x="2166937" y="1341387"/>
                      <a:pt x="2147887" y="1309955"/>
                      <a:pt x="2142173" y="1289000"/>
                    </a:cubicBezTo>
                    <a:cubicBezTo>
                      <a:pt x="2137410" y="1268045"/>
                      <a:pt x="2130743" y="1244233"/>
                      <a:pt x="2109787" y="1248042"/>
                    </a:cubicBezTo>
                    <a:cubicBezTo>
                      <a:pt x="2088833" y="1250900"/>
                      <a:pt x="2066925" y="1239470"/>
                      <a:pt x="2061210" y="1235660"/>
                    </a:cubicBezTo>
                    <a:cubicBezTo>
                      <a:pt x="2055495" y="1231850"/>
                      <a:pt x="2054543" y="1170890"/>
                      <a:pt x="2059305" y="1146125"/>
                    </a:cubicBezTo>
                    <a:cubicBezTo>
                      <a:pt x="2061210" y="1136600"/>
                      <a:pt x="2065973" y="1125170"/>
                      <a:pt x="2071687" y="1112787"/>
                    </a:cubicBezTo>
                    <a:cubicBezTo>
                      <a:pt x="2070735" y="1110883"/>
                      <a:pt x="2070735" y="1108978"/>
                      <a:pt x="2069783" y="1107072"/>
                    </a:cubicBezTo>
                    <a:cubicBezTo>
                      <a:pt x="2068830" y="1097547"/>
                      <a:pt x="2070735" y="1088022"/>
                      <a:pt x="2074545" y="1079450"/>
                    </a:cubicBezTo>
                    <a:cubicBezTo>
                      <a:pt x="2069783" y="1057542"/>
                      <a:pt x="2080260" y="1032778"/>
                      <a:pt x="2105025" y="1026110"/>
                    </a:cubicBezTo>
                    <a:cubicBezTo>
                      <a:pt x="2109787" y="1013728"/>
                      <a:pt x="2120265" y="1003250"/>
                      <a:pt x="2135505" y="1000392"/>
                    </a:cubicBezTo>
                    <a:cubicBezTo>
                      <a:pt x="2140268" y="999440"/>
                      <a:pt x="2144078" y="998487"/>
                      <a:pt x="2147887" y="998487"/>
                    </a:cubicBezTo>
                    <a:cubicBezTo>
                      <a:pt x="2152650" y="994678"/>
                      <a:pt x="2153603" y="989915"/>
                      <a:pt x="2155508" y="981342"/>
                    </a:cubicBezTo>
                    <a:cubicBezTo>
                      <a:pt x="2158365" y="968960"/>
                      <a:pt x="2176462" y="977532"/>
                      <a:pt x="2165985" y="966103"/>
                    </a:cubicBezTo>
                    <a:cubicBezTo>
                      <a:pt x="2156460" y="955625"/>
                      <a:pt x="2164080" y="952767"/>
                      <a:pt x="2186940" y="952767"/>
                    </a:cubicBezTo>
                    <a:cubicBezTo>
                      <a:pt x="2209800" y="952767"/>
                      <a:pt x="2243137" y="944195"/>
                      <a:pt x="2238375" y="920382"/>
                    </a:cubicBezTo>
                    <a:cubicBezTo>
                      <a:pt x="2233612" y="895617"/>
                      <a:pt x="2174558" y="913715"/>
                      <a:pt x="2174558" y="893712"/>
                    </a:cubicBezTo>
                    <a:cubicBezTo>
                      <a:pt x="2174558" y="873710"/>
                      <a:pt x="2100262" y="872757"/>
                      <a:pt x="2105025" y="861328"/>
                    </a:cubicBezTo>
                    <a:cubicBezTo>
                      <a:pt x="2109787" y="849897"/>
                      <a:pt x="2179320" y="869900"/>
                      <a:pt x="2205037" y="880378"/>
                    </a:cubicBezTo>
                    <a:cubicBezTo>
                      <a:pt x="2230755" y="890855"/>
                      <a:pt x="2237423" y="889903"/>
                      <a:pt x="2258378" y="888950"/>
                    </a:cubicBezTo>
                    <a:cubicBezTo>
                      <a:pt x="2279333" y="887997"/>
                      <a:pt x="2265045" y="859422"/>
                      <a:pt x="2268855" y="847992"/>
                    </a:cubicBezTo>
                    <a:cubicBezTo>
                      <a:pt x="2272665" y="836562"/>
                      <a:pt x="2311718" y="866090"/>
                      <a:pt x="2334578" y="859422"/>
                    </a:cubicBezTo>
                    <a:cubicBezTo>
                      <a:pt x="2357437" y="852755"/>
                      <a:pt x="2378393" y="803225"/>
                      <a:pt x="2397443" y="789890"/>
                    </a:cubicBezTo>
                    <a:cubicBezTo>
                      <a:pt x="2416493" y="776555"/>
                      <a:pt x="2399348" y="763220"/>
                      <a:pt x="2363153" y="767030"/>
                    </a:cubicBezTo>
                    <a:cubicBezTo>
                      <a:pt x="2326958" y="769887"/>
                      <a:pt x="2306003" y="755600"/>
                      <a:pt x="2286953" y="739407"/>
                    </a:cubicBezTo>
                    <a:cubicBezTo>
                      <a:pt x="2266950" y="723215"/>
                      <a:pt x="2268855" y="710832"/>
                      <a:pt x="2289810" y="712737"/>
                    </a:cubicBezTo>
                    <a:cubicBezTo>
                      <a:pt x="2310765" y="714642"/>
                      <a:pt x="2359343" y="758457"/>
                      <a:pt x="2378393" y="759410"/>
                    </a:cubicBezTo>
                    <a:cubicBezTo>
                      <a:pt x="2397443" y="760362"/>
                      <a:pt x="2429828" y="720357"/>
                      <a:pt x="2445068" y="707975"/>
                    </a:cubicBezTo>
                    <a:cubicBezTo>
                      <a:pt x="2460308" y="695592"/>
                      <a:pt x="2430780" y="689878"/>
                      <a:pt x="2419350" y="680353"/>
                    </a:cubicBezTo>
                    <a:cubicBezTo>
                      <a:pt x="2408873" y="670828"/>
                      <a:pt x="2438400" y="664160"/>
                      <a:pt x="2453640" y="664160"/>
                    </a:cubicBezTo>
                    <a:cubicBezTo>
                      <a:pt x="2468880" y="664160"/>
                      <a:pt x="2476500" y="679400"/>
                      <a:pt x="2482215" y="686067"/>
                    </a:cubicBezTo>
                    <a:cubicBezTo>
                      <a:pt x="2487930" y="693687"/>
                      <a:pt x="2515553" y="680353"/>
                      <a:pt x="2528887" y="680353"/>
                    </a:cubicBezTo>
                    <a:cubicBezTo>
                      <a:pt x="2542223" y="680353"/>
                      <a:pt x="2526983" y="655587"/>
                      <a:pt x="2504123" y="646062"/>
                    </a:cubicBezTo>
                    <a:cubicBezTo>
                      <a:pt x="2481262" y="636537"/>
                      <a:pt x="2505075" y="618440"/>
                      <a:pt x="2511743" y="633680"/>
                    </a:cubicBezTo>
                    <a:cubicBezTo>
                      <a:pt x="2518410" y="648920"/>
                      <a:pt x="2534603" y="645110"/>
                      <a:pt x="2542223" y="662255"/>
                    </a:cubicBezTo>
                    <a:cubicBezTo>
                      <a:pt x="2553653" y="686067"/>
                      <a:pt x="2560320" y="671780"/>
                      <a:pt x="2578418" y="664160"/>
                    </a:cubicBezTo>
                    <a:cubicBezTo>
                      <a:pt x="2586037" y="646062"/>
                      <a:pt x="2598420" y="630822"/>
                      <a:pt x="2617470" y="620345"/>
                    </a:cubicBezTo>
                    <a:cubicBezTo>
                      <a:pt x="2626043" y="615582"/>
                      <a:pt x="2635568" y="612725"/>
                      <a:pt x="2644140" y="609867"/>
                    </a:cubicBezTo>
                    <a:cubicBezTo>
                      <a:pt x="2645093" y="609867"/>
                      <a:pt x="2646998" y="608915"/>
                      <a:pt x="2647950" y="607962"/>
                    </a:cubicBezTo>
                    <a:cubicBezTo>
                      <a:pt x="2656523" y="588912"/>
                      <a:pt x="2639378" y="571767"/>
                      <a:pt x="2624137" y="559385"/>
                    </a:cubicBezTo>
                    <a:cubicBezTo>
                      <a:pt x="2608898" y="547003"/>
                      <a:pt x="2625090" y="533667"/>
                      <a:pt x="2609850" y="525095"/>
                    </a:cubicBezTo>
                    <a:cubicBezTo>
                      <a:pt x="2594610" y="516522"/>
                      <a:pt x="2590800" y="500330"/>
                      <a:pt x="2610803" y="505092"/>
                    </a:cubicBezTo>
                    <a:cubicBezTo>
                      <a:pt x="2630805" y="508903"/>
                      <a:pt x="2646045" y="503187"/>
                      <a:pt x="2654618" y="487947"/>
                    </a:cubicBezTo>
                    <a:cubicBezTo>
                      <a:pt x="2663190" y="472707"/>
                      <a:pt x="2625090" y="469850"/>
                      <a:pt x="2643187" y="459372"/>
                    </a:cubicBezTo>
                    <a:cubicBezTo>
                      <a:pt x="2661285" y="448895"/>
                      <a:pt x="2646045" y="438417"/>
                      <a:pt x="2628900" y="438417"/>
                    </a:cubicBezTo>
                    <a:cubicBezTo>
                      <a:pt x="2610803" y="438417"/>
                      <a:pt x="2596515" y="428892"/>
                      <a:pt x="2595562" y="412700"/>
                    </a:cubicBezTo>
                    <a:cubicBezTo>
                      <a:pt x="2594610" y="396507"/>
                      <a:pt x="2564130" y="406985"/>
                      <a:pt x="2546033" y="397460"/>
                    </a:cubicBezTo>
                    <a:cubicBezTo>
                      <a:pt x="2526983" y="387935"/>
                      <a:pt x="2486025" y="389840"/>
                      <a:pt x="2476500" y="390792"/>
                    </a:cubicBezTo>
                    <a:cubicBezTo>
                      <a:pt x="2466975" y="391745"/>
                      <a:pt x="2466023" y="435560"/>
                      <a:pt x="2480310" y="436512"/>
                    </a:cubicBezTo>
                    <a:cubicBezTo>
                      <a:pt x="2494598" y="437465"/>
                      <a:pt x="2506980" y="454610"/>
                      <a:pt x="2493645" y="459372"/>
                    </a:cubicBezTo>
                    <a:cubicBezTo>
                      <a:pt x="2481262" y="465087"/>
                      <a:pt x="2495550" y="481280"/>
                      <a:pt x="2486025" y="480328"/>
                    </a:cubicBezTo>
                    <a:cubicBezTo>
                      <a:pt x="2476500" y="479375"/>
                      <a:pt x="2460308" y="473660"/>
                      <a:pt x="2457450" y="501282"/>
                    </a:cubicBezTo>
                    <a:cubicBezTo>
                      <a:pt x="2454593" y="528905"/>
                      <a:pt x="2452687" y="539382"/>
                      <a:pt x="2435543" y="548907"/>
                    </a:cubicBezTo>
                    <a:cubicBezTo>
                      <a:pt x="2419350" y="558432"/>
                      <a:pt x="2431733" y="518428"/>
                      <a:pt x="2415540" y="519380"/>
                    </a:cubicBezTo>
                    <a:cubicBezTo>
                      <a:pt x="2400300" y="520332"/>
                      <a:pt x="2397443" y="553670"/>
                      <a:pt x="2409825" y="556528"/>
                    </a:cubicBezTo>
                    <a:cubicBezTo>
                      <a:pt x="2421255" y="559385"/>
                      <a:pt x="2423160" y="569862"/>
                      <a:pt x="2426018" y="586055"/>
                    </a:cubicBezTo>
                    <a:cubicBezTo>
                      <a:pt x="2428875" y="602247"/>
                      <a:pt x="2404110" y="589865"/>
                      <a:pt x="2394585" y="608915"/>
                    </a:cubicBezTo>
                    <a:cubicBezTo>
                      <a:pt x="2385060" y="627965"/>
                      <a:pt x="2384108" y="600342"/>
                      <a:pt x="2369820" y="587960"/>
                    </a:cubicBezTo>
                    <a:cubicBezTo>
                      <a:pt x="2356485" y="575578"/>
                      <a:pt x="2339340" y="553670"/>
                      <a:pt x="2340293" y="538430"/>
                    </a:cubicBezTo>
                    <a:cubicBezTo>
                      <a:pt x="2341245" y="524142"/>
                      <a:pt x="2347912" y="519380"/>
                      <a:pt x="2359343" y="517475"/>
                    </a:cubicBezTo>
                    <a:cubicBezTo>
                      <a:pt x="2369820" y="515570"/>
                      <a:pt x="2359343" y="505092"/>
                      <a:pt x="2358390" y="486042"/>
                    </a:cubicBezTo>
                    <a:cubicBezTo>
                      <a:pt x="2357437" y="466992"/>
                      <a:pt x="2345055" y="473660"/>
                      <a:pt x="2328862" y="453657"/>
                    </a:cubicBezTo>
                    <a:cubicBezTo>
                      <a:pt x="2313623" y="433655"/>
                      <a:pt x="2296478" y="433655"/>
                      <a:pt x="2287905" y="443180"/>
                    </a:cubicBezTo>
                    <a:cubicBezTo>
                      <a:pt x="2279333" y="452705"/>
                      <a:pt x="2285048" y="470803"/>
                      <a:pt x="2271712" y="477470"/>
                    </a:cubicBezTo>
                    <a:cubicBezTo>
                      <a:pt x="2258378" y="484137"/>
                      <a:pt x="2264093" y="513665"/>
                      <a:pt x="2251710" y="515570"/>
                    </a:cubicBezTo>
                    <a:cubicBezTo>
                      <a:pt x="2240280" y="517475"/>
                      <a:pt x="2246948" y="464135"/>
                      <a:pt x="2237423" y="458420"/>
                    </a:cubicBezTo>
                    <a:cubicBezTo>
                      <a:pt x="2227898" y="452705"/>
                      <a:pt x="2228850" y="440322"/>
                      <a:pt x="2243137" y="438417"/>
                    </a:cubicBezTo>
                    <a:cubicBezTo>
                      <a:pt x="2257425" y="436512"/>
                      <a:pt x="2266950" y="419367"/>
                      <a:pt x="2253615" y="419367"/>
                    </a:cubicBezTo>
                    <a:cubicBezTo>
                      <a:pt x="2241233" y="419367"/>
                      <a:pt x="2218373" y="404128"/>
                      <a:pt x="2209800" y="400317"/>
                    </a:cubicBezTo>
                    <a:cubicBezTo>
                      <a:pt x="2201228" y="396507"/>
                      <a:pt x="2185987" y="418415"/>
                      <a:pt x="2176462" y="409842"/>
                    </a:cubicBezTo>
                    <a:cubicBezTo>
                      <a:pt x="2166937" y="401270"/>
                      <a:pt x="2177415" y="380315"/>
                      <a:pt x="2178368" y="368885"/>
                    </a:cubicBezTo>
                    <a:cubicBezTo>
                      <a:pt x="2179320" y="357455"/>
                      <a:pt x="2193608" y="374600"/>
                      <a:pt x="2204085" y="359360"/>
                    </a:cubicBezTo>
                    <a:cubicBezTo>
                      <a:pt x="2213610" y="344120"/>
                      <a:pt x="2176462" y="344120"/>
                      <a:pt x="2176462" y="328880"/>
                    </a:cubicBezTo>
                    <a:cubicBezTo>
                      <a:pt x="2176462" y="312687"/>
                      <a:pt x="2146935" y="308878"/>
                      <a:pt x="2137410" y="303162"/>
                    </a:cubicBezTo>
                    <a:cubicBezTo>
                      <a:pt x="2127885" y="297447"/>
                      <a:pt x="2144078" y="271730"/>
                      <a:pt x="2139315" y="261253"/>
                    </a:cubicBezTo>
                    <a:cubicBezTo>
                      <a:pt x="2134553" y="250775"/>
                      <a:pt x="2098358" y="215532"/>
                      <a:pt x="2082165" y="219342"/>
                    </a:cubicBezTo>
                    <a:cubicBezTo>
                      <a:pt x="2066925" y="222200"/>
                      <a:pt x="2062162" y="197435"/>
                      <a:pt x="2071687" y="198387"/>
                    </a:cubicBezTo>
                    <a:cubicBezTo>
                      <a:pt x="2080260" y="199340"/>
                      <a:pt x="2086927" y="192672"/>
                      <a:pt x="2104073" y="172670"/>
                    </a:cubicBezTo>
                    <a:cubicBezTo>
                      <a:pt x="2120265" y="152667"/>
                      <a:pt x="2123123" y="146000"/>
                      <a:pt x="2110740" y="142190"/>
                    </a:cubicBezTo>
                    <a:cubicBezTo>
                      <a:pt x="2099310" y="138380"/>
                      <a:pt x="2092643" y="125045"/>
                      <a:pt x="2113598" y="125997"/>
                    </a:cubicBezTo>
                    <a:cubicBezTo>
                      <a:pt x="2134553" y="126950"/>
                      <a:pt x="2170748" y="142190"/>
                      <a:pt x="2182178" y="132665"/>
                    </a:cubicBezTo>
                    <a:cubicBezTo>
                      <a:pt x="2193608" y="123140"/>
                      <a:pt x="2230755" y="60275"/>
                      <a:pt x="2245995" y="38367"/>
                    </a:cubicBezTo>
                    <a:cubicBezTo>
                      <a:pt x="2260283" y="16460"/>
                      <a:pt x="2235518" y="13602"/>
                      <a:pt x="2200275" y="17412"/>
                    </a:cubicBezTo>
                    <a:cubicBezTo>
                      <a:pt x="2165033" y="20270"/>
                      <a:pt x="2157412" y="2172"/>
                      <a:pt x="2127885" y="267"/>
                    </a:cubicBezTo>
                    <a:cubicBezTo>
                      <a:pt x="2098358" y="-1638"/>
                      <a:pt x="2043112" y="6935"/>
                      <a:pt x="2035493" y="16460"/>
                    </a:cubicBezTo>
                    <a:cubicBezTo>
                      <a:pt x="2027873" y="25985"/>
                      <a:pt x="2049780" y="34557"/>
                      <a:pt x="2046923" y="45035"/>
                    </a:cubicBezTo>
                    <a:cubicBezTo>
                      <a:pt x="2044065" y="55512"/>
                      <a:pt x="2025968" y="37415"/>
                      <a:pt x="2018348" y="42177"/>
                    </a:cubicBezTo>
                    <a:cubicBezTo>
                      <a:pt x="2010727" y="45987"/>
                      <a:pt x="2021205" y="60275"/>
                      <a:pt x="2018348" y="97422"/>
                    </a:cubicBezTo>
                    <a:cubicBezTo>
                      <a:pt x="2015490" y="134570"/>
                      <a:pt x="2025015" y="136475"/>
                      <a:pt x="2034540" y="150762"/>
                    </a:cubicBezTo>
                    <a:cubicBezTo>
                      <a:pt x="2044065" y="164097"/>
                      <a:pt x="2042160" y="182195"/>
                      <a:pt x="2042160" y="206007"/>
                    </a:cubicBezTo>
                    <a:cubicBezTo>
                      <a:pt x="2042160" y="228867"/>
                      <a:pt x="2021205" y="227915"/>
                      <a:pt x="2014537" y="233630"/>
                    </a:cubicBezTo>
                    <a:cubicBezTo>
                      <a:pt x="2007870" y="239345"/>
                      <a:pt x="2032635" y="246965"/>
                      <a:pt x="2027873" y="262205"/>
                    </a:cubicBezTo>
                    <a:cubicBezTo>
                      <a:pt x="2024062" y="277445"/>
                      <a:pt x="2003108" y="253632"/>
                      <a:pt x="1991677" y="258395"/>
                    </a:cubicBezTo>
                    <a:cubicBezTo>
                      <a:pt x="1980248" y="262205"/>
                      <a:pt x="1969770" y="298400"/>
                      <a:pt x="1983105" y="309830"/>
                    </a:cubicBezTo>
                    <a:cubicBezTo>
                      <a:pt x="1995487" y="321260"/>
                      <a:pt x="2001202" y="319355"/>
                      <a:pt x="1990725" y="332690"/>
                    </a:cubicBezTo>
                    <a:cubicBezTo>
                      <a:pt x="1981200" y="346025"/>
                      <a:pt x="1969770" y="366980"/>
                      <a:pt x="1993583" y="386982"/>
                    </a:cubicBezTo>
                    <a:cubicBezTo>
                      <a:pt x="2017395" y="406985"/>
                      <a:pt x="2060258" y="405080"/>
                      <a:pt x="2083118" y="421272"/>
                    </a:cubicBezTo>
                    <a:cubicBezTo>
                      <a:pt x="2105978" y="437465"/>
                      <a:pt x="2073593" y="427940"/>
                      <a:pt x="2082165" y="446037"/>
                    </a:cubicBezTo>
                    <a:cubicBezTo>
                      <a:pt x="2090737" y="464135"/>
                      <a:pt x="2067877" y="470803"/>
                      <a:pt x="2068830" y="484137"/>
                    </a:cubicBezTo>
                    <a:cubicBezTo>
                      <a:pt x="2069783" y="497472"/>
                      <a:pt x="2078355" y="490805"/>
                      <a:pt x="2090737" y="466992"/>
                    </a:cubicBezTo>
                    <a:cubicBezTo>
                      <a:pt x="2102168" y="444132"/>
                      <a:pt x="2111693" y="473660"/>
                      <a:pt x="2110740" y="493662"/>
                    </a:cubicBezTo>
                    <a:cubicBezTo>
                      <a:pt x="2109787" y="513665"/>
                      <a:pt x="2092643" y="502235"/>
                      <a:pt x="2080260" y="522237"/>
                    </a:cubicBezTo>
                    <a:cubicBezTo>
                      <a:pt x="2067877" y="542240"/>
                      <a:pt x="2055495" y="545097"/>
                      <a:pt x="2037398" y="541287"/>
                    </a:cubicBezTo>
                    <a:cubicBezTo>
                      <a:pt x="2018348" y="537478"/>
                      <a:pt x="2029777" y="569862"/>
                      <a:pt x="2037398" y="587960"/>
                    </a:cubicBezTo>
                    <a:cubicBezTo>
                      <a:pt x="2045018" y="606057"/>
                      <a:pt x="2035493" y="612725"/>
                      <a:pt x="2013585" y="606057"/>
                    </a:cubicBezTo>
                    <a:cubicBezTo>
                      <a:pt x="1991677" y="599390"/>
                      <a:pt x="1979295" y="585103"/>
                      <a:pt x="1989773" y="567005"/>
                    </a:cubicBezTo>
                    <a:cubicBezTo>
                      <a:pt x="2000250" y="548907"/>
                      <a:pt x="2008823" y="527953"/>
                      <a:pt x="1995487" y="529857"/>
                    </a:cubicBezTo>
                    <a:cubicBezTo>
                      <a:pt x="1983105" y="531762"/>
                      <a:pt x="1953577" y="528905"/>
                      <a:pt x="1944052" y="513665"/>
                    </a:cubicBezTo>
                    <a:cubicBezTo>
                      <a:pt x="1935480" y="498425"/>
                      <a:pt x="1949768" y="505092"/>
                      <a:pt x="1976437" y="507950"/>
                    </a:cubicBezTo>
                    <a:cubicBezTo>
                      <a:pt x="2003108" y="510807"/>
                      <a:pt x="1980248" y="488900"/>
                      <a:pt x="2000250" y="488900"/>
                    </a:cubicBezTo>
                    <a:cubicBezTo>
                      <a:pt x="2020252" y="488900"/>
                      <a:pt x="2034540" y="500330"/>
                      <a:pt x="2051685" y="485090"/>
                    </a:cubicBezTo>
                    <a:cubicBezTo>
                      <a:pt x="2067877" y="468897"/>
                      <a:pt x="2041208" y="438417"/>
                      <a:pt x="2026920" y="444132"/>
                    </a:cubicBezTo>
                    <a:cubicBezTo>
                      <a:pt x="2013585" y="449847"/>
                      <a:pt x="1991677" y="455562"/>
                      <a:pt x="1991677" y="441275"/>
                    </a:cubicBezTo>
                    <a:cubicBezTo>
                      <a:pt x="1991677" y="426035"/>
                      <a:pt x="2015490" y="437465"/>
                      <a:pt x="2027873" y="433655"/>
                    </a:cubicBezTo>
                    <a:cubicBezTo>
                      <a:pt x="2040255" y="430797"/>
                      <a:pt x="2021205" y="411747"/>
                      <a:pt x="2001202" y="416510"/>
                    </a:cubicBezTo>
                    <a:cubicBezTo>
                      <a:pt x="1981200" y="422225"/>
                      <a:pt x="1967865" y="423178"/>
                      <a:pt x="1952625" y="405080"/>
                    </a:cubicBezTo>
                    <a:cubicBezTo>
                      <a:pt x="1937385" y="386982"/>
                      <a:pt x="1908810" y="376505"/>
                      <a:pt x="1901190" y="417462"/>
                    </a:cubicBezTo>
                    <a:cubicBezTo>
                      <a:pt x="1894523" y="458420"/>
                      <a:pt x="1866900" y="436512"/>
                      <a:pt x="1856423" y="449847"/>
                    </a:cubicBezTo>
                    <a:cubicBezTo>
                      <a:pt x="1845945" y="463182"/>
                      <a:pt x="1868805" y="472707"/>
                      <a:pt x="1895475" y="474612"/>
                    </a:cubicBezTo>
                    <a:cubicBezTo>
                      <a:pt x="1922145" y="475565"/>
                      <a:pt x="1941195" y="502235"/>
                      <a:pt x="1928812" y="502235"/>
                    </a:cubicBezTo>
                    <a:cubicBezTo>
                      <a:pt x="1916430" y="502235"/>
                      <a:pt x="1922145" y="522237"/>
                      <a:pt x="1907858" y="514617"/>
                    </a:cubicBezTo>
                    <a:cubicBezTo>
                      <a:pt x="1894523" y="506997"/>
                      <a:pt x="1880235" y="514617"/>
                      <a:pt x="1889760" y="527000"/>
                    </a:cubicBezTo>
                    <a:cubicBezTo>
                      <a:pt x="1899285" y="539382"/>
                      <a:pt x="1885950" y="545097"/>
                      <a:pt x="1886902" y="557480"/>
                    </a:cubicBezTo>
                    <a:cubicBezTo>
                      <a:pt x="1887855" y="569862"/>
                      <a:pt x="1865948" y="558432"/>
                      <a:pt x="1845945" y="556528"/>
                    </a:cubicBezTo>
                    <a:cubicBezTo>
                      <a:pt x="1824990" y="554622"/>
                      <a:pt x="1786890" y="562242"/>
                      <a:pt x="1759268" y="567957"/>
                    </a:cubicBezTo>
                    <a:cubicBezTo>
                      <a:pt x="1731645" y="574625"/>
                      <a:pt x="1701165" y="564147"/>
                      <a:pt x="1689735" y="549860"/>
                    </a:cubicBezTo>
                    <a:cubicBezTo>
                      <a:pt x="1678305" y="536525"/>
                      <a:pt x="1662112" y="538430"/>
                      <a:pt x="1643062" y="538430"/>
                    </a:cubicBezTo>
                    <a:cubicBezTo>
                      <a:pt x="1623060" y="538430"/>
                      <a:pt x="1629727" y="518428"/>
                      <a:pt x="1604010" y="517475"/>
                    </a:cubicBezTo>
                    <a:cubicBezTo>
                      <a:pt x="1578293" y="516522"/>
                      <a:pt x="1584008" y="492710"/>
                      <a:pt x="1581150" y="479375"/>
                    </a:cubicBezTo>
                    <a:cubicBezTo>
                      <a:pt x="1578293" y="466040"/>
                      <a:pt x="1526858" y="469850"/>
                      <a:pt x="1508760" y="482232"/>
                    </a:cubicBezTo>
                    <a:cubicBezTo>
                      <a:pt x="1489710" y="494615"/>
                      <a:pt x="1453515" y="489853"/>
                      <a:pt x="1443990" y="512712"/>
                    </a:cubicBezTo>
                    <a:cubicBezTo>
                      <a:pt x="1434465" y="535572"/>
                      <a:pt x="1452562" y="532715"/>
                      <a:pt x="1463993" y="532715"/>
                    </a:cubicBezTo>
                    <a:cubicBezTo>
                      <a:pt x="1479233" y="532715"/>
                      <a:pt x="1477327" y="513665"/>
                      <a:pt x="1504950" y="517475"/>
                    </a:cubicBezTo>
                    <a:cubicBezTo>
                      <a:pt x="1532573" y="521285"/>
                      <a:pt x="1551623" y="486995"/>
                      <a:pt x="1564005" y="499378"/>
                    </a:cubicBezTo>
                    <a:cubicBezTo>
                      <a:pt x="1575435" y="511760"/>
                      <a:pt x="1517333" y="536525"/>
                      <a:pt x="1491615" y="540335"/>
                    </a:cubicBezTo>
                    <a:cubicBezTo>
                      <a:pt x="1465898" y="544145"/>
                      <a:pt x="1471612" y="567005"/>
                      <a:pt x="1496377" y="606057"/>
                    </a:cubicBezTo>
                    <a:cubicBezTo>
                      <a:pt x="1521143" y="645110"/>
                      <a:pt x="1485900" y="623203"/>
                      <a:pt x="1485900" y="642253"/>
                    </a:cubicBezTo>
                    <a:cubicBezTo>
                      <a:pt x="1485900" y="661303"/>
                      <a:pt x="1440180" y="635585"/>
                      <a:pt x="1458277" y="629870"/>
                    </a:cubicBezTo>
                    <a:cubicBezTo>
                      <a:pt x="1477327" y="623203"/>
                      <a:pt x="1467802" y="603200"/>
                      <a:pt x="1453515" y="590817"/>
                    </a:cubicBezTo>
                    <a:cubicBezTo>
                      <a:pt x="1439227" y="578435"/>
                      <a:pt x="1428750" y="590817"/>
                      <a:pt x="1430655" y="577482"/>
                    </a:cubicBezTo>
                    <a:cubicBezTo>
                      <a:pt x="1432560" y="564147"/>
                      <a:pt x="1415415" y="578435"/>
                      <a:pt x="1401127" y="567005"/>
                    </a:cubicBezTo>
                    <a:cubicBezTo>
                      <a:pt x="1387793" y="555575"/>
                      <a:pt x="1380173" y="546050"/>
                      <a:pt x="1362075" y="556528"/>
                    </a:cubicBezTo>
                    <a:cubicBezTo>
                      <a:pt x="1343025" y="567005"/>
                      <a:pt x="1322070" y="564147"/>
                      <a:pt x="1281112" y="571767"/>
                    </a:cubicBezTo>
                    <a:cubicBezTo>
                      <a:pt x="1240155" y="579387"/>
                      <a:pt x="1164908" y="577482"/>
                      <a:pt x="1150620" y="562242"/>
                    </a:cubicBezTo>
                    <a:cubicBezTo>
                      <a:pt x="1137285" y="547003"/>
                      <a:pt x="1185863" y="521285"/>
                      <a:pt x="1200150" y="525095"/>
                    </a:cubicBezTo>
                    <a:cubicBezTo>
                      <a:pt x="1214438" y="528905"/>
                      <a:pt x="1205865" y="507950"/>
                      <a:pt x="1183958" y="488900"/>
                    </a:cubicBezTo>
                    <a:cubicBezTo>
                      <a:pt x="1161098" y="469850"/>
                      <a:pt x="1111568" y="458420"/>
                      <a:pt x="1112520" y="469850"/>
                    </a:cubicBezTo>
                    <a:cubicBezTo>
                      <a:pt x="1113473" y="481280"/>
                      <a:pt x="1083945" y="470803"/>
                      <a:pt x="1047750" y="463182"/>
                    </a:cubicBezTo>
                    <a:cubicBezTo>
                      <a:pt x="1011555" y="455562"/>
                      <a:pt x="1006793" y="442228"/>
                      <a:pt x="982980" y="441275"/>
                    </a:cubicBezTo>
                    <a:cubicBezTo>
                      <a:pt x="960120" y="440322"/>
                      <a:pt x="923925" y="432703"/>
                      <a:pt x="896302" y="409842"/>
                    </a:cubicBezTo>
                    <a:cubicBezTo>
                      <a:pt x="868680" y="386982"/>
                      <a:pt x="803910" y="392697"/>
                      <a:pt x="796290" y="413653"/>
                    </a:cubicBezTo>
                    <a:cubicBezTo>
                      <a:pt x="788670" y="434607"/>
                      <a:pt x="766763" y="433655"/>
                      <a:pt x="744855" y="433655"/>
                    </a:cubicBezTo>
                    <a:cubicBezTo>
                      <a:pt x="722947" y="433655"/>
                      <a:pt x="754380" y="407937"/>
                      <a:pt x="746760" y="403175"/>
                    </a:cubicBezTo>
                    <a:cubicBezTo>
                      <a:pt x="736283" y="397460"/>
                      <a:pt x="747713" y="367932"/>
                      <a:pt x="732472" y="366028"/>
                    </a:cubicBezTo>
                    <a:cubicBezTo>
                      <a:pt x="717233" y="364122"/>
                      <a:pt x="701993" y="435560"/>
                      <a:pt x="672465" y="433655"/>
                    </a:cubicBezTo>
                    <a:cubicBezTo>
                      <a:pt x="642938" y="431750"/>
                      <a:pt x="630555" y="357455"/>
                      <a:pt x="605790" y="338405"/>
                    </a:cubicBezTo>
                    <a:cubicBezTo>
                      <a:pt x="581025" y="319355"/>
                      <a:pt x="559118" y="318403"/>
                      <a:pt x="579120" y="346978"/>
                    </a:cubicBezTo>
                    <a:cubicBezTo>
                      <a:pt x="600075" y="375553"/>
                      <a:pt x="561022" y="355550"/>
                      <a:pt x="563880" y="374600"/>
                    </a:cubicBezTo>
                    <a:cubicBezTo>
                      <a:pt x="565785" y="393650"/>
                      <a:pt x="530543" y="415557"/>
                      <a:pt x="531495" y="405080"/>
                    </a:cubicBezTo>
                    <a:cubicBezTo>
                      <a:pt x="532447" y="394603"/>
                      <a:pt x="511492" y="383172"/>
                      <a:pt x="488633" y="412700"/>
                    </a:cubicBezTo>
                    <a:cubicBezTo>
                      <a:pt x="464820" y="442228"/>
                      <a:pt x="448627" y="438417"/>
                      <a:pt x="446722" y="427940"/>
                    </a:cubicBezTo>
                    <a:cubicBezTo>
                      <a:pt x="444817" y="417462"/>
                      <a:pt x="375285" y="455562"/>
                      <a:pt x="378142" y="467945"/>
                    </a:cubicBezTo>
                    <a:cubicBezTo>
                      <a:pt x="381000" y="480328"/>
                      <a:pt x="367665" y="489853"/>
                      <a:pt x="348615" y="488900"/>
                    </a:cubicBezTo>
                    <a:cubicBezTo>
                      <a:pt x="329565" y="487947"/>
                      <a:pt x="344805" y="470803"/>
                      <a:pt x="359092" y="462230"/>
                    </a:cubicBezTo>
                    <a:cubicBezTo>
                      <a:pt x="375285" y="452705"/>
                      <a:pt x="421005" y="413653"/>
                      <a:pt x="444817" y="408890"/>
                    </a:cubicBezTo>
                    <a:cubicBezTo>
                      <a:pt x="465772" y="405080"/>
                      <a:pt x="502920" y="388887"/>
                      <a:pt x="512445" y="377457"/>
                    </a:cubicBezTo>
                    <a:cubicBezTo>
                      <a:pt x="511492" y="377457"/>
                      <a:pt x="511492" y="377457"/>
                      <a:pt x="510540" y="377457"/>
                    </a:cubicBezTo>
                    <a:cubicBezTo>
                      <a:pt x="471488" y="378410"/>
                      <a:pt x="434340" y="388887"/>
                      <a:pt x="398145" y="399365"/>
                    </a:cubicBezTo>
                    <a:cubicBezTo>
                      <a:pt x="394335" y="400317"/>
                      <a:pt x="391477" y="401270"/>
                      <a:pt x="387667" y="402222"/>
                    </a:cubicBezTo>
                    <a:cubicBezTo>
                      <a:pt x="379095" y="405080"/>
                      <a:pt x="369570" y="407937"/>
                      <a:pt x="360045" y="409842"/>
                    </a:cubicBezTo>
                    <a:cubicBezTo>
                      <a:pt x="357188" y="411747"/>
                      <a:pt x="355283" y="415557"/>
                      <a:pt x="358140" y="420320"/>
                    </a:cubicBezTo>
                    <a:cubicBezTo>
                      <a:pt x="365760" y="437465"/>
                      <a:pt x="333375" y="418415"/>
                      <a:pt x="326708" y="429845"/>
                    </a:cubicBezTo>
                    <a:cubicBezTo>
                      <a:pt x="320040" y="441275"/>
                      <a:pt x="306705" y="428892"/>
                      <a:pt x="317183" y="422225"/>
                    </a:cubicBezTo>
                    <a:cubicBezTo>
                      <a:pt x="318135" y="421272"/>
                      <a:pt x="318135" y="421272"/>
                      <a:pt x="319088" y="420320"/>
                    </a:cubicBezTo>
                    <a:cubicBezTo>
                      <a:pt x="306705" y="423178"/>
                      <a:pt x="294322" y="425082"/>
                      <a:pt x="280988" y="426035"/>
                    </a:cubicBezTo>
                    <a:cubicBezTo>
                      <a:pt x="277177" y="426987"/>
                      <a:pt x="271463" y="427940"/>
                      <a:pt x="264795" y="427940"/>
                    </a:cubicBezTo>
                    <a:cubicBezTo>
                      <a:pt x="240983" y="427940"/>
                      <a:pt x="218122" y="446037"/>
                      <a:pt x="233363" y="458420"/>
                    </a:cubicBezTo>
                    <a:cubicBezTo>
                      <a:pt x="248602" y="470803"/>
                      <a:pt x="259080" y="477470"/>
                      <a:pt x="251460" y="486042"/>
                    </a:cubicBezTo>
                    <a:cubicBezTo>
                      <a:pt x="243840" y="494615"/>
                      <a:pt x="219075" y="464135"/>
                      <a:pt x="184785" y="466992"/>
                    </a:cubicBezTo>
                    <a:cubicBezTo>
                      <a:pt x="150495" y="469850"/>
                      <a:pt x="81915" y="426035"/>
                      <a:pt x="81915" y="415557"/>
                    </a:cubicBezTo>
                    <a:cubicBezTo>
                      <a:pt x="81915" y="406985"/>
                      <a:pt x="33338" y="412700"/>
                      <a:pt x="0" y="408890"/>
                    </a:cubicBezTo>
                    <a:lnTo>
                      <a:pt x="0" y="1140410"/>
                    </a:lnTo>
                    <a:cubicBezTo>
                      <a:pt x="0" y="1140410"/>
                      <a:pt x="17145" y="1153745"/>
                      <a:pt x="23813" y="1145172"/>
                    </a:cubicBezTo>
                    <a:cubicBezTo>
                      <a:pt x="30480" y="1136600"/>
                      <a:pt x="41910" y="1148030"/>
                      <a:pt x="64770" y="1136600"/>
                    </a:cubicBezTo>
                    <a:cubicBezTo>
                      <a:pt x="86677" y="1125170"/>
                      <a:pt x="95250" y="1148983"/>
                      <a:pt x="95250" y="1160412"/>
                    </a:cubicBezTo>
                    <a:cubicBezTo>
                      <a:pt x="95250" y="1171842"/>
                      <a:pt x="126683" y="1189940"/>
                      <a:pt x="140017" y="1208037"/>
                    </a:cubicBezTo>
                    <a:cubicBezTo>
                      <a:pt x="153352" y="1226135"/>
                      <a:pt x="160020" y="1242328"/>
                      <a:pt x="174308" y="1231850"/>
                    </a:cubicBezTo>
                    <a:cubicBezTo>
                      <a:pt x="188595" y="1222325"/>
                      <a:pt x="215265" y="1216610"/>
                      <a:pt x="215265" y="1197560"/>
                    </a:cubicBezTo>
                    <a:cubicBezTo>
                      <a:pt x="215265" y="1179462"/>
                      <a:pt x="275272" y="1176605"/>
                      <a:pt x="275272" y="1200417"/>
                    </a:cubicBezTo>
                    <a:cubicBezTo>
                      <a:pt x="275272" y="1224230"/>
                      <a:pt x="336233" y="1252805"/>
                      <a:pt x="370522" y="1317575"/>
                    </a:cubicBezTo>
                    <a:cubicBezTo>
                      <a:pt x="404813" y="1382345"/>
                      <a:pt x="399097" y="1396633"/>
                      <a:pt x="448627" y="1417587"/>
                    </a:cubicBezTo>
                    <a:cubicBezTo>
                      <a:pt x="498158" y="1438543"/>
                      <a:pt x="497205" y="1449972"/>
                      <a:pt x="490538" y="1468070"/>
                    </a:cubicBezTo>
                    <a:cubicBezTo>
                      <a:pt x="483870" y="1486168"/>
                      <a:pt x="521017" y="1496645"/>
                      <a:pt x="500063" y="1511885"/>
                    </a:cubicBezTo>
                    <a:cubicBezTo>
                      <a:pt x="492442" y="1517600"/>
                      <a:pt x="481013" y="1526172"/>
                      <a:pt x="469583" y="1534745"/>
                    </a:cubicBezTo>
                    <a:cubicBezTo>
                      <a:pt x="470535" y="1544270"/>
                      <a:pt x="478155" y="1549985"/>
                      <a:pt x="488633" y="1558557"/>
                    </a:cubicBezTo>
                    <a:cubicBezTo>
                      <a:pt x="495300" y="1564272"/>
                      <a:pt x="487680" y="1567130"/>
                      <a:pt x="481013" y="1569987"/>
                    </a:cubicBezTo>
                    <a:cubicBezTo>
                      <a:pt x="481013" y="1569987"/>
                      <a:pt x="481965" y="1569987"/>
                      <a:pt x="481965" y="1569987"/>
                    </a:cubicBezTo>
                    <a:cubicBezTo>
                      <a:pt x="503872" y="1569987"/>
                      <a:pt x="529590" y="1588085"/>
                      <a:pt x="530543" y="1610945"/>
                    </a:cubicBezTo>
                    <a:cubicBezTo>
                      <a:pt x="532447" y="1611897"/>
                      <a:pt x="533400" y="1612850"/>
                      <a:pt x="534352" y="1615707"/>
                    </a:cubicBezTo>
                    <a:cubicBezTo>
                      <a:pt x="540068" y="1621422"/>
                      <a:pt x="543877" y="1629043"/>
                      <a:pt x="544830" y="1637615"/>
                    </a:cubicBezTo>
                    <a:cubicBezTo>
                      <a:pt x="548640" y="1643330"/>
                      <a:pt x="550545" y="1649045"/>
                      <a:pt x="552450" y="1654760"/>
                    </a:cubicBezTo>
                    <a:cubicBezTo>
                      <a:pt x="561975" y="1647140"/>
                      <a:pt x="579120" y="1675715"/>
                      <a:pt x="587693" y="1680478"/>
                    </a:cubicBezTo>
                    <a:cubicBezTo>
                      <a:pt x="596265" y="1686193"/>
                      <a:pt x="605790" y="1701432"/>
                      <a:pt x="590550" y="1701432"/>
                    </a:cubicBezTo>
                    <a:cubicBezTo>
                      <a:pt x="576263" y="1701432"/>
                      <a:pt x="578168" y="1729055"/>
                      <a:pt x="588645" y="1730007"/>
                    </a:cubicBezTo>
                    <a:cubicBezTo>
                      <a:pt x="599122" y="1730960"/>
                      <a:pt x="598170" y="1746200"/>
                      <a:pt x="598170" y="1755725"/>
                    </a:cubicBezTo>
                    <a:cubicBezTo>
                      <a:pt x="598170" y="1765250"/>
                      <a:pt x="632460" y="1778585"/>
                      <a:pt x="644843" y="1774775"/>
                    </a:cubicBezTo>
                    <a:cubicBezTo>
                      <a:pt x="657225" y="1770965"/>
                      <a:pt x="669608" y="1783347"/>
                      <a:pt x="675322" y="1794778"/>
                    </a:cubicBezTo>
                    <a:cubicBezTo>
                      <a:pt x="681038" y="1806207"/>
                      <a:pt x="704850" y="1814780"/>
                      <a:pt x="713422" y="1807160"/>
                    </a:cubicBezTo>
                    <a:cubicBezTo>
                      <a:pt x="721995" y="1799540"/>
                      <a:pt x="727710" y="1820495"/>
                      <a:pt x="729615" y="1835735"/>
                    </a:cubicBezTo>
                    <a:cubicBezTo>
                      <a:pt x="731520" y="1850975"/>
                      <a:pt x="751522" y="1842403"/>
                      <a:pt x="762952" y="1841450"/>
                    </a:cubicBezTo>
                    <a:cubicBezTo>
                      <a:pt x="774383" y="1840497"/>
                      <a:pt x="782002" y="1858595"/>
                      <a:pt x="789622" y="1854785"/>
                    </a:cubicBezTo>
                    <a:cubicBezTo>
                      <a:pt x="806768" y="1848118"/>
                      <a:pt x="812483" y="1880503"/>
                      <a:pt x="823913" y="1899553"/>
                    </a:cubicBezTo>
                    <a:lnTo>
                      <a:pt x="2042160" y="1892885"/>
                    </a:lnTo>
                    <a:cubicBezTo>
                      <a:pt x="2042160" y="1892885"/>
                      <a:pt x="2043112" y="1860500"/>
                      <a:pt x="2057400" y="1871930"/>
                    </a:cubicBezTo>
                    <a:cubicBezTo>
                      <a:pt x="2071687" y="1883360"/>
                      <a:pt x="2058352" y="1901457"/>
                      <a:pt x="2075498" y="1909078"/>
                    </a:cubicBezTo>
                    <a:cubicBezTo>
                      <a:pt x="2092643" y="1915745"/>
                      <a:pt x="2104073" y="1927175"/>
                      <a:pt x="2113598" y="1923365"/>
                    </a:cubicBezTo>
                    <a:cubicBezTo>
                      <a:pt x="2123123" y="1919555"/>
                      <a:pt x="2138362" y="1905268"/>
                      <a:pt x="2154555" y="1925270"/>
                    </a:cubicBezTo>
                    <a:cubicBezTo>
                      <a:pt x="2169795" y="1945272"/>
                      <a:pt x="2182178" y="1928128"/>
                      <a:pt x="2190750" y="1940510"/>
                    </a:cubicBezTo>
                    <a:cubicBezTo>
                      <a:pt x="2200275" y="1952893"/>
                      <a:pt x="2216468" y="1963370"/>
                      <a:pt x="2228850" y="1947178"/>
                    </a:cubicBezTo>
                    <a:cubicBezTo>
                      <a:pt x="2238375" y="1934795"/>
                      <a:pt x="2274570" y="1950035"/>
                      <a:pt x="2291715" y="1956703"/>
                    </a:cubicBezTo>
                    <a:cubicBezTo>
                      <a:pt x="2313623" y="1937653"/>
                      <a:pt x="2329815" y="1898600"/>
                      <a:pt x="2349818" y="1898600"/>
                    </a:cubicBezTo>
                    <a:cubicBezTo>
                      <a:pt x="2375535" y="1898600"/>
                      <a:pt x="2440305" y="1905268"/>
                      <a:pt x="2444115" y="1940510"/>
                    </a:cubicBezTo>
                    <a:cubicBezTo>
                      <a:pt x="2447925" y="1976705"/>
                      <a:pt x="2486978" y="1942415"/>
                      <a:pt x="2490787" y="1976705"/>
                    </a:cubicBezTo>
                    <a:cubicBezTo>
                      <a:pt x="2493645" y="2005280"/>
                      <a:pt x="2520315" y="2028140"/>
                      <a:pt x="2515553" y="2043380"/>
                    </a:cubicBezTo>
                    <a:cubicBezTo>
                      <a:pt x="2523173" y="2048143"/>
                      <a:pt x="2532698" y="2054810"/>
                      <a:pt x="2540318" y="2062430"/>
                    </a:cubicBezTo>
                    <a:cubicBezTo>
                      <a:pt x="2552700" y="2057668"/>
                      <a:pt x="2586037" y="2063382"/>
                      <a:pt x="2607945" y="2071955"/>
                    </a:cubicBezTo>
                    <a:cubicBezTo>
                      <a:pt x="2635568" y="2082432"/>
                      <a:pt x="2676525" y="2059572"/>
                      <a:pt x="2689860" y="2094815"/>
                    </a:cubicBezTo>
                    <a:cubicBezTo>
                      <a:pt x="2703195" y="2131010"/>
                      <a:pt x="2735580" y="2157680"/>
                      <a:pt x="2705100" y="2160538"/>
                    </a:cubicBezTo>
                    <a:cubicBezTo>
                      <a:pt x="2679383" y="2162443"/>
                      <a:pt x="2646045" y="2124343"/>
                      <a:pt x="2647950" y="2145298"/>
                    </a:cubicBezTo>
                    <a:cubicBezTo>
                      <a:pt x="2649855" y="2166253"/>
                      <a:pt x="2634615" y="2155775"/>
                      <a:pt x="2634615" y="2187207"/>
                    </a:cubicBezTo>
                    <a:cubicBezTo>
                      <a:pt x="2634615" y="2218640"/>
                      <a:pt x="2614612" y="2263407"/>
                      <a:pt x="2603183" y="2261503"/>
                    </a:cubicBezTo>
                    <a:cubicBezTo>
                      <a:pt x="2603183" y="2261503"/>
                      <a:pt x="2602230" y="2261503"/>
                      <a:pt x="2602230" y="2260550"/>
                    </a:cubicBezTo>
                    <a:cubicBezTo>
                      <a:pt x="2600325" y="2272932"/>
                      <a:pt x="2600325" y="2288173"/>
                      <a:pt x="2609850" y="2297698"/>
                    </a:cubicBezTo>
                    <a:cubicBezTo>
                      <a:pt x="2625090" y="2286268"/>
                      <a:pt x="2646045" y="2266265"/>
                      <a:pt x="2664143" y="2267218"/>
                    </a:cubicBezTo>
                    <a:cubicBezTo>
                      <a:pt x="2693670" y="2269123"/>
                      <a:pt x="2701290" y="2288173"/>
                      <a:pt x="2721293" y="2273885"/>
                    </a:cubicBezTo>
                    <a:cubicBezTo>
                      <a:pt x="2741295" y="2258645"/>
                      <a:pt x="2745105" y="2252930"/>
                      <a:pt x="2748915" y="2263407"/>
                    </a:cubicBezTo>
                    <a:cubicBezTo>
                      <a:pt x="2749868" y="2264360"/>
                      <a:pt x="2748915" y="2266265"/>
                      <a:pt x="2747962" y="2268170"/>
                    </a:cubicBezTo>
                    <a:cubicBezTo>
                      <a:pt x="2755583" y="2263407"/>
                      <a:pt x="2760345" y="2259598"/>
                      <a:pt x="2761298" y="2256740"/>
                    </a:cubicBezTo>
                    <a:cubicBezTo>
                      <a:pt x="2762250" y="2251025"/>
                      <a:pt x="2760345" y="2244357"/>
                      <a:pt x="2758440" y="2237690"/>
                    </a:cubicBezTo>
                    <a:cubicBezTo>
                      <a:pt x="2738437" y="2240548"/>
                      <a:pt x="2732723" y="2242453"/>
                      <a:pt x="2727008" y="2228165"/>
                    </a:cubicBezTo>
                    <a:cubicBezTo>
                      <a:pt x="2719387" y="2207210"/>
                      <a:pt x="2786062" y="2186255"/>
                      <a:pt x="2817495" y="2190065"/>
                    </a:cubicBezTo>
                    <a:cubicBezTo>
                      <a:pt x="2847023" y="2193875"/>
                      <a:pt x="2867978" y="2171968"/>
                      <a:pt x="2878455" y="2185303"/>
                    </a:cubicBezTo>
                    <a:cubicBezTo>
                      <a:pt x="2897505" y="2167205"/>
                      <a:pt x="2929890" y="2136725"/>
                      <a:pt x="2937510" y="2136725"/>
                    </a:cubicBezTo>
                    <a:cubicBezTo>
                      <a:pt x="2948940" y="2136725"/>
                      <a:pt x="3088958" y="2134820"/>
                      <a:pt x="3088958" y="2134820"/>
                    </a:cubicBezTo>
                    <a:cubicBezTo>
                      <a:pt x="3088958" y="2134820"/>
                      <a:pt x="3137535" y="2102435"/>
                      <a:pt x="3144203" y="2072907"/>
                    </a:cubicBezTo>
                    <a:cubicBezTo>
                      <a:pt x="3150870" y="2043380"/>
                      <a:pt x="3182303" y="1972895"/>
                      <a:pt x="3200400" y="1988135"/>
                    </a:cubicBezTo>
                    <a:cubicBezTo>
                      <a:pt x="3218498" y="2003375"/>
                      <a:pt x="3257550" y="1991945"/>
                      <a:pt x="3259455" y="2006232"/>
                    </a:cubicBezTo>
                    <a:cubicBezTo>
                      <a:pt x="3260408" y="2019568"/>
                      <a:pt x="3246120" y="2067193"/>
                      <a:pt x="3296603" y="2138630"/>
                    </a:cubicBezTo>
                    <a:cubicBezTo>
                      <a:pt x="3314700" y="2126248"/>
                      <a:pt x="3332798" y="2116723"/>
                      <a:pt x="3343275" y="2117675"/>
                    </a:cubicBezTo>
                    <a:cubicBezTo>
                      <a:pt x="3361373" y="2118628"/>
                      <a:pt x="3387090" y="2092910"/>
                      <a:pt x="3395662" y="2077670"/>
                    </a:cubicBezTo>
                    <a:cubicBezTo>
                      <a:pt x="3403283" y="2061478"/>
                      <a:pt x="3414712" y="2092910"/>
                      <a:pt x="3398520" y="2097673"/>
                    </a:cubicBezTo>
                    <a:cubicBezTo>
                      <a:pt x="3383280" y="2103388"/>
                      <a:pt x="3410903" y="2115770"/>
                      <a:pt x="3438525" y="2114818"/>
                    </a:cubicBezTo>
                    <a:cubicBezTo>
                      <a:pt x="3466148" y="2113865"/>
                      <a:pt x="3426143" y="2125295"/>
                      <a:pt x="3405187" y="2124343"/>
                    </a:cubicBezTo>
                    <a:cubicBezTo>
                      <a:pt x="3384233" y="2123390"/>
                      <a:pt x="3375660" y="2126248"/>
                      <a:pt x="3348037" y="2155775"/>
                    </a:cubicBezTo>
                    <a:cubicBezTo>
                      <a:pt x="3320415" y="2185303"/>
                      <a:pt x="3327083" y="2193875"/>
                      <a:pt x="3343275" y="2209115"/>
                    </a:cubicBezTo>
                    <a:cubicBezTo>
                      <a:pt x="3358515" y="2224355"/>
                      <a:pt x="3379470" y="2217688"/>
                      <a:pt x="3401378" y="2197685"/>
                    </a:cubicBezTo>
                    <a:cubicBezTo>
                      <a:pt x="3423285" y="2177682"/>
                      <a:pt x="3422333" y="2157680"/>
                      <a:pt x="3443287" y="2158632"/>
                    </a:cubicBezTo>
                    <a:cubicBezTo>
                      <a:pt x="3451860" y="2158632"/>
                      <a:pt x="3465195" y="2155775"/>
                      <a:pt x="3480435" y="2151013"/>
                    </a:cubicBezTo>
                    <a:cubicBezTo>
                      <a:pt x="3482340" y="2149107"/>
                      <a:pt x="3484245" y="2146250"/>
                      <a:pt x="3486150" y="2145298"/>
                    </a:cubicBezTo>
                    <a:cubicBezTo>
                      <a:pt x="3490912" y="2141488"/>
                      <a:pt x="3495675" y="2137678"/>
                      <a:pt x="3500437" y="2133868"/>
                    </a:cubicBezTo>
                    <a:cubicBezTo>
                      <a:pt x="3502343" y="2131963"/>
                      <a:pt x="3504248" y="2131010"/>
                      <a:pt x="3506153" y="2129105"/>
                    </a:cubicBezTo>
                    <a:cubicBezTo>
                      <a:pt x="3515678" y="2120532"/>
                      <a:pt x="3527108" y="2115770"/>
                      <a:pt x="3540443" y="2115770"/>
                    </a:cubicBezTo>
                    <a:cubicBezTo>
                      <a:pt x="3543300" y="2115770"/>
                      <a:pt x="3546158" y="2115770"/>
                      <a:pt x="3549015" y="2116723"/>
                    </a:cubicBezTo>
                    <a:cubicBezTo>
                      <a:pt x="3550920" y="2113865"/>
                      <a:pt x="3552825" y="2111960"/>
                      <a:pt x="3554730" y="2109103"/>
                    </a:cubicBezTo>
                    <a:cubicBezTo>
                      <a:pt x="3554730" y="2108150"/>
                      <a:pt x="3553778" y="2106245"/>
                      <a:pt x="3553778" y="2104340"/>
                    </a:cubicBezTo>
                    <a:cubicBezTo>
                      <a:pt x="3553778" y="2098625"/>
                      <a:pt x="3564255" y="2095768"/>
                      <a:pt x="3577590" y="2092910"/>
                    </a:cubicBezTo>
                    <a:cubicBezTo>
                      <a:pt x="3578543" y="2092910"/>
                      <a:pt x="3578543" y="2091957"/>
                      <a:pt x="3579495" y="2091957"/>
                    </a:cubicBezTo>
                    <a:cubicBezTo>
                      <a:pt x="3584258" y="2078622"/>
                      <a:pt x="3595687" y="2068145"/>
                      <a:pt x="3609023" y="2063382"/>
                    </a:cubicBezTo>
                    <a:cubicBezTo>
                      <a:pt x="3605212" y="2062430"/>
                      <a:pt x="3600450" y="2061478"/>
                      <a:pt x="3595687" y="2062430"/>
                    </a:cubicBezTo>
                    <a:cubicBezTo>
                      <a:pt x="3582353" y="2064335"/>
                      <a:pt x="3592830" y="2041475"/>
                      <a:pt x="3594735" y="2030045"/>
                    </a:cubicBezTo>
                    <a:cubicBezTo>
                      <a:pt x="3596640" y="2018615"/>
                      <a:pt x="3565208" y="2035760"/>
                      <a:pt x="3564255" y="2049095"/>
                    </a:cubicBezTo>
                    <a:cubicBezTo>
                      <a:pt x="3563303" y="2062430"/>
                      <a:pt x="3541395" y="2068145"/>
                      <a:pt x="3541395" y="2076718"/>
                    </a:cubicBezTo>
                    <a:cubicBezTo>
                      <a:pt x="3541395" y="2101482"/>
                      <a:pt x="3538537" y="2088147"/>
                      <a:pt x="3522345" y="2096720"/>
                    </a:cubicBezTo>
                    <a:cubicBezTo>
                      <a:pt x="3507105" y="2105293"/>
                      <a:pt x="3446145" y="2096720"/>
                      <a:pt x="3444240" y="2081480"/>
                    </a:cubicBezTo>
                    <a:cubicBezTo>
                      <a:pt x="3442335" y="2066240"/>
                      <a:pt x="3398520" y="2059572"/>
                      <a:pt x="3396615" y="2039570"/>
                    </a:cubicBezTo>
                    <a:cubicBezTo>
                      <a:pt x="3396615" y="2038618"/>
                      <a:pt x="3396615" y="2037665"/>
                      <a:pt x="3395662" y="2036712"/>
                    </a:cubicBezTo>
                    <a:cubicBezTo>
                      <a:pt x="3384233" y="2028140"/>
                      <a:pt x="3376612" y="2014805"/>
                      <a:pt x="3377565" y="2000518"/>
                    </a:cubicBezTo>
                    <a:cubicBezTo>
                      <a:pt x="3378518" y="1989087"/>
                      <a:pt x="3381375" y="1979562"/>
                      <a:pt x="3385185" y="1969085"/>
                    </a:cubicBezTo>
                    <a:cubicBezTo>
                      <a:pt x="3384233" y="1968132"/>
                      <a:pt x="3384233" y="1968132"/>
                      <a:pt x="3383280" y="1967180"/>
                    </a:cubicBezTo>
                    <a:cubicBezTo>
                      <a:pt x="3379470" y="1968132"/>
                      <a:pt x="3374708" y="1970990"/>
                      <a:pt x="3369945" y="1974800"/>
                    </a:cubicBezTo>
                    <a:cubicBezTo>
                      <a:pt x="3353753" y="1991945"/>
                      <a:pt x="3343275" y="1965275"/>
                      <a:pt x="3366135" y="1955750"/>
                    </a:cubicBezTo>
                    <a:cubicBezTo>
                      <a:pt x="3368993" y="1954797"/>
                      <a:pt x="3371850" y="1953845"/>
                      <a:pt x="3374708" y="1951940"/>
                    </a:cubicBezTo>
                    <a:cubicBezTo>
                      <a:pt x="3374708" y="1951940"/>
                      <a:pt x="3374708" y="1951940"/>
                      <a:pt x="3374708" y="1950987"/>
                    </a:cubicBezTo>
                    <a:cubicBezTo>
                      <a:pt x="3369945" y="1945272"/>
                      <a:pt x="3365183" y="1938605"/>
                      <a:pt x="3363278" y="1931937"/>
                    </a:cubicBezTo>
                    <a:cubicBezTo>
                      <a:pt x="3360420" y="1923365"/>
                      <a:pt x="3361373" y="1911935"/>
                      <a:pt x="3365183" y="1902410"/>
                    </a:cubicBezTo>
                    <a:cubicBezTo>
                      <a:pt x="3351848" y="1899553"/>
                      <a:pt x="3341370" y="1892885"/>
                      <a:pt x="3335655" y="1882407"/>
                    </a:cubicBezTo>
                    <a:cubicBezTo>
                      <a:pt x="3289935" y="1891932"/>
                      <a:pt x="3238500" y="1914793"/>
                      <a:pt x="3218498" y="1927175"/>
                    </a:cubicBezTo>
                    <a:cubicBezTo>
                      <a:pt x="3184208" y="1948130"/>
                      <a:pt x="3141345" y="2015757"/>
                      <a:pt x="3122295" y="2015757"/>
                    </a:cubicBezTo>
                    <a:cubicBezTo>
                      <a:pt x="3103245" y="2015757"/>
                      <a:pt x="3154680" y="1979562"/>
                      <a:pt x="3162300" y="1966228"/>
                    </a:cubicBezTo>
                    <a:cubicBezTo>
                      <a:pt x="3169920" y="1952893"/>
                      <a:pt x="3160395" y="1938605"/>
                      <a:pt x="3170873" y="1944320"/>
                    </a:cubicBezTo>
                    <a:cubicBezTo>
                      <a:pt x="3181350" y="1950035"/>
                      <a:pt x="3211830" y="1898600"/>
                      <a:pt x="3232785" y="1881455"/>
                    </a:cubicBezTo>
                    <a:cubicBezTo>
                      <a:pt x="3253740" y="1864310"/>
                      <a:pt x="3275648" y="1880503"/>
                      <a:pt x="3278505" y="1866215"/>
                    </a:cubicBezTo>
                    <a:cubicBezTo>
                      <a:pt x="3281362" y="1852880"/>
                      <a:pt x="3290887" y="1843355"/>
                      <a:pt x="3310890" y="1824305"/>
                    </a:cubicBezTo>
                    <a:cubicBezTo>
                      <a:pt x="3315653" y="1819543"/>
                      <a:pt x="3330893" y="1816685"/>
                      <a:pt x="3352800" y="1814780"/>
                    </a:cubicBezTo>
                    <a:cubicBezTo>
                      <a:pt x="3358515" y="1811922"/>
                      <a:pt x="3366135" y="1810018"/>
                      <a:pt x="3373755" y="1810018"/>
                    </a:cubicBezTo>
                    <a:cubicBezTo>
                      <a:pt x="3378518" y="1810018"/>
                      <a:pt x="3383280" y="1810970"/>
                      <a:pt x="3387090" y="1811922"/>
                    </a:cubicBezTo>
                    <a:cubicBezTo>
                      <a:pt x="3436620" y="1809065"/>
                      <a:pt x="3499485" y="1809065"/>
                      <a:pt x="3541395" y="1809065"/>
                    </a:cubicBezTo>
                    <a:cubicBezTo>
                      <a:pt x="3547110" y="1808112"/>
                      <a:pt x="3553778" y="1808112"/>
                      <a:pt x="3559493" y="1809065"/>
                    </a:cubicBezTo>
                    <a:cubicBezTo>
                      <a:pt x="3572828" y="1809065"/>
                      <a:pt x="3582353" y="1809065"/>
                      <a:pt x="3586162" y="1810018"/>
                    </a:cubicBezTo>
                    <a:cubicBezTo>
                      <a:pt x="3609023" y="1810970"/>
                      <a:pt x="3652837" y="1778585"/>
                      <a:pt x="3665220" y="1756678"/>
                    </a:cubicBezTo>
                    <a:cubicBezTo>
                      <a:pt x="3677603" y="1735722"/>
                      <a:pt x="3694748" y="1735722"/>
                      <a:pt x="3726180" y="1737628"/>
                    </a:cubicBezTo>
                    <a:cubicBezTo>
                      <a:pt x="3757612" y="1739532"/>
                      <a:pt x="3771900" y="1709053"/>
                      <a:pt x="3788093" y="1697622"/>
                    </a:cubicBezTo>
                    <a:cubicBezTo>
                      <a:pt x="3813810" y="1683335"/>
                      <a:pt x="3808095" y="1677620"/>
                      <a:pt x="3793807" y="1674762"/>
                    </a:cubicBezTo>
                    <a:close/>
                    <a:moveTo>
                      <a:pt x="1051560" y="687020"/>
                    </a:moveTo>
                    <a:cubicBezTo>
                      <a:pt x="1025843" y="721310"/>
                      <a:pt x="1017270" y="727025"/>
                      <a:pt x="990600" y="721310"/>
                    </a:cubicBezTo>
                    <a:cubicBezTo>
                      <a:pt x="963930" y="716547"/>
                      <a:pt x="947738" y="730835"/>
                      <a:pt x="961072" y="740360"/>
                    </a:cubicBezTo>
                    <a:cubicBezTo>
                      <a:pt x="974408" y="750837"/>
                      <a:pt x="975360" y="758457"/>
                      <a:pt x="947738" y="765125"/>
                    </a:cubicBezTo>
                    <a:cubicBezTo>
                      <a:pt x="920115" y="771792"/>
                      <a:pt x="902970" y="794653"/>
                      <a:pt x="891540" y="791795"/>
                    </a:cubicBezTo>
                    <a:cubicBezTo>
                      <a:pt x="881063" y="788937"/>
                      <a:pt x="938213" y="745122"/>
                      <a:pt x="923925" y="732740"/>
                    </a:cubicBezTo>
                    <a:cubicBezTo>
                      <a:pt x="908685" y="721310"/>
                      <a:pt x="872490" y="752742"/>
                      <a:pt x="871538" y="767030"/>
                    </a:cubicBezTo>
                    <a:cubicBezTo>
                      <a:pt x="870585" y="781317"/>
                      <a:pt x="846772" y="782270"/>
                      <a:pt x="831533" y="781317"/>
                    </a:cubicBezTo>
                    <a:cubicBezTo>
                      <a:pt x="816293" y="780365"/>
                      <a:pt x="797243" y="765125"/>
                      <a:pt x="812483" y="763220"/>
                    </a:cubicBezTo>
                    <a:cubicBezTo>
                      <a:pt x="827722" y="761315"/>
                      <a:pt x="817245" y="744170"/>
                      <a:pt x="837247" y="735597"/>
                    </a:cubicBezTo>
                    <a:cubicBezTo>
                      <a:pt x="857250" y="727025"/>
                      <a:pt x="833438" y="714642"/>
                      <a:pt x="839152" y="705117"/>
                    </a:cubicBezTo>
                    <a:cubicBezTo>
                      <a:pt x="845820" y="695592"/>
                      <a:pt x="886777" y="714642"/>
                      <a:pt x="887730" y="697497"/>
                    </a:cubicBezTo>
                    <a:cubicBezTo>
                      <a:pt x="888683" y="680353"/>
                      <a:pt x="846772" y="666065"/>
                      <a:pt x="832485" y="676542"/>
                    </a:cubicBezTo>
                    <a:cubicBezTo>
                      <a:pt x="818197" y="687020"/>
                      <a:pt x="785813" y="709880"/>
                      <a:pt x="746760" y="691782"/>
                    </a:cubicBezTo>
                    <a:cubicBezTo>
                      <a:pt x="734377" y="686067"/>
                      <a:pt x="844868" y="673685"/>
                      <a:pt x="863918" y="654635"/>
                    </a:cubicBezTo>
                    <a:cubicBezTo>
                      <a:pt x="882968" y="636537"/>
                      <a:pt x="966788" y="614630"/>
                      <a:pt x="973455" y="631775"/>
                    </a:cubicBezTo>
                    <a:cubicBezTo>
                      <a:pt x="980122" y="648920"/>
                      <a:pt x="928688" y="659397"/>
                      <a:pt x="953452" y="674637"/>
                    </a:cubicBezTo>
                    <a:cubicBezTo>
                      <a:pt x="978218" y="689878"/>
                      <a:pt x="1019175" y="679400"/>
                      <a:pt x="1028700" y="664160"/>
                    </a:cubicBezTo>
                    <a:cubicBezTo>
                      <a:pt x="1036320" y="650825"/>
                      <a:pt x="1077277" y="652730"/>
                      <a:pt x="1051560" y="687020"/>
                    </a:cubicBezTo>
                    <a:close/>
                    <a:moveTo>
                      <a:pt x="1299210" y="1027062"/>
                    </a:moveTo>
                    <a:cubicBezTo>
                      <a:pt x="1268730" y="1055637"/>
                      <a:pt x="1271587" y="1048017"/>
                      <a:pt x="1244918" y="1052780"/>
                    </a:cubicBezTo>
                    <a:cubicBezTo>
                      <a:pt x="1218248" y="1057542"/>
                      <a:pt x="1239202" y="1086117"/>
                      <a:pt x="1207770" y="1088975"/>
                    </a:cubicBezTo>
                    <a:cubicBezTo>
                      <a:pt x="1175385" y="1091833"/>
                      <a:pt x="1098233" y="1094690"/>
                      <a:pt x="1087755" y="1075640"/>
                    </a:cubicBezTo>
                    <a:cubicBezTo>
                      <a:pt x="1083945" y="1068972"/>
                      <a:pt x="1129665" y="1073735"/>
                      <a:pt x="1132523" y="1059447"/>
                    </a:cubicBezTo>
                    <a:cubicBezTo>
                      <a:pt x="1135380" y="1045160"/>
                      <a:pt x="1147763" y="1022300"/>
                      <a:pt x="1167765" y="1022300"/>
                    </a:cubicBezTo>
                    <a:cubicBezTo>
                      <a:pt x="1186815" y="1022300"/>
                      <a:pt x="1185863" y="994678"/>
                      <a:pt x="1153477" y="977532"/>
                    </a:cubicBezTo>
                    <a:cubicBezTo>
                      <a:pt x="1121093" y="960387"/>
                      <a:pt x="1199198" y="949910"/>
                      <a:pt x="1217295" y="976580"/>
                    </a:cubicBezTo>
                    <a:cubicBezTo>
                      <a:pt x="1235393" y="1003250"/>
                      <a:pt x="1266825" y="1023253"/>
                      <a:pt x="1284923" y="1003250"/>
                    </a:cubicBezTo>
                    <a:cubicBezTo>
                      <a:pt x="1303020" y="984200"/>
                      <a:pt x="1404937" y="929907"/>
                      <a:pt x="1404937" y="955625"/>
                    </a:cubicBezTo>
                    <a:cubicBezTo>
                      <a:pt x="1404937" y="982295"/>
                      <a:pt x="1329690" y="998487"/>
                      <a:pt x="1299210" y="1027062"/>
                    </a:cubicBezTo>
                    <a:close/>
                    <a:moveTo>
                      <a:pt x="1981200" y="1796682"/>
                    </a:moveTo>
                    <a:cubicBezTo>
                      <a:pt x="1959293" y="1799540"/>
                      <a:pt x="1983105" y="1735722"/>
                      <a:pt x="1944052" y="1711910"/>
                    </a:cubicBezTo>
                    <a:cubicBezTo>
                      <a:pt x="1898333" y="1684287"/>
                      <a:pt x="1877377" y="1633805"/>
                      <a:pt x="1877377" y="1606182"/>
                    </a:cubicBezTo>
                    <a:cubicBezTo>
                      <a:pt x="1877377" y="1578560"/>
                      <a:pt x="1916430" y="1566178"/>
                      <a:pt x="1932623" y="1587132"/>
                    </a:cubicBezTo>
                    <a:cubicBezTo>
                      <a:pt x="1947862" y="1608087"/>
                      <a:pt x="1971675" y="1694765"/>
                      <a:pt x="1985962" y="1722387"/>
                    </a:cubicBezTo>
                    <a:cubicBezTo>
                      <a:pt x="1999298" y="1750010"/>
                      <a:pt x="1999298" y="1794778"/>
                      <a:pt x="1981200" y="1796682"/>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59" name="Freeform: Shape 295">
                <a:extLst>
                  <a:ext uri="{FF2B5EF4-FFF2-40B4-BE49-F238E27FC236}">
                    <a16:creationId xmlns:a16="http://schemas.microsoft.com/office/drawing/2014/main" id="{5AB9E003-38FC-F7AC-4B71-FE1FCC697650}"/>
                  </a:ext>
                </a:extLst>
              </p:cNvPr>
              <p:cNvSpPr/>
              <p:nvPr/>
            </p:nvSpPr>
            <p:spPr>
              <a:xfrm>
                <a:off x="3062983" y="1864918"/>
                <a:ext cx="151225" cy="87809"/>
              </a:xfrm>
              <a:custGeom>
                <a:avLst/>
                <a:gdLst>
                  <a:gd name="connsiteX0" fmla="*/ 297180 w 295275"/>
                  <a:gd name="connsiteY0" fmla="*/ 27759 h 171450"/>
                  <a:gd name="connsiteX1" fmla="*/ 261938 w 295275"/>
                  <a:gd name="connsiteY1" fmla="*/ 6804 h 171450"/>
                  <a:gd name="connsiteX2" fmla="*/ 234315 w 295275"/>
                  <a:gd name="connsiteY2" fmla="*/ 25854 h 171450"/>
                  <a:gd name="connsiteX3" fmla="*/ 175260 w 295275"/>
                  <a:gd name="connsiteY3" fmla="*/ 19186 h 171450"/>
                  <a:gd name="connsiteX4" fmla="*/ 96203 w 295275"/>
                  <a:gd name="connsiteY4" fmla="*/ 63001 h 171450"/>
                  <a:gd name="connsiteX5" fmla="*/ 97155 w 295275"/>
                  <a:gd name="connsiteY5" fmla="*/ 70621 h 171450"/>
                  <a:gd name="connsiteX6" fmla="*/ 48578 w 295275"/>
                  <a:gd name="connsiteY6" fmla="*/ 117294 h 171450"/>
                  <a:gd name="connsiteX7" fmla="*/ 16192 w 295275"/>
                  <a:gd name="connsiteY7" fmla="*/ 114436 h 171450"/>
                  <a:gd name="connsiteX8" fmla="*/ 0 w 295275"/>
                  <a:gd name="connsiteY8" fmla="*/ 163966 h 171450"/>
                  <a:gd name="connsiteX9" fmla="*/ 20003 w 295275"/>
                  <a:gd name="connsiteY9" fmla="*/ 163014 h 171450"/>
                  <a:gd name="connsiteX10" fmla="*/ 55245 w 295275"/>
                  <a:gd name="connsiteY10" fmla="*/ 140154 h 171450"/>
                  <a:gd name="connsiteX11" fmla="*/ 86678 w 295275"/>
                  <a:gd name="connsiteY11" fmla="*/ 178254 h 171450"/>
                  <a:gd name="connsiteX12" fmla="*/ 123825 w 295275"/>
                  <a:gd name="connsiteY12" fmla="*/ 142059 h 171450"/>
                  <a:gd name="connsiteX13" fmla="*/ 153353 w 295275"/>
                  <a:gd name="connsiteY13" fmla="*/ 121104 h 171450"/>
                  <a:gd name="connsiteX14" fmla="*/ 179070 w 295275"/>
                  <a:gd name="connsiteY14" fmla="*/ 76336 h 171450"/>
                  <a:gd name="connsiteX15" fmla="*/ 192405 w 295275"/>
                  <a:gd name="connsiteY15" fmla="*/ 118246 h 171450"/>
                  <a:gd name="connsiteX16" fmla="*/ 233363 w 295275"/>
                  <a:gd name="connsiteY16" fmla="*/ 107769 h 171450"/>
                  <a:gd name="connsiteX17" fmla="*/ 268605 w 295275"/>
                  <a:gd name="connsiteY17" fmla="*/ 88719 h 171450"/>
                  <a:gd name="connsiteX18" fmla="*/ 268605 w 295275"/>
                  <a:gd name="connsiteY18" fmla="*/ 52524 h 171450"/>
                  <a:gd name="connsiteX19" fmla="*/ 297180 w 295275"/>
                  <a:gd name="connsiteY19" fmla="*/ 27759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5275" h="171450">
                    <a:moveTo>
                      <a:pt x="297180" y="27759"/>
                    </a:moveTo>
                    <a:cubicBezTo>
                      <a:pt x="308610" y="15376"/>
                      <a:pt x="281940" y="25854"/>
                      <a:pt x="261938" y="6804"/>
                    </a:cubicBezTo>
                    <a:cubicBezTo>
                      <a:pt x="241935" y="-12246"/>
                      <a:pt x="234315" y="13471"/>
                      <a:pt x="234315" y="25854"/>
                    </a:cubicBezTo>
                    <a:cubicBezTo>
                      <a:pt x="234315" y="38236"/>
                      <a:pt x="197167" y="27759"/>
                      <a:pt x="175260" y="19186"/>
                    </a:cubicBezTo>
                    <a:cubicBezTo>
                      <a:pt x="154305" y="10614"/>
                      <a:pt x="126683" y="45856"/>
                      <a:pt x="96203" y="63001"/>
                    </a:cubicBezTo>
                    <a:cubicBezTo>
                      <a:pt x="96203" y="64906"/>
                      <a:pt x="97155" y="67764"/>
                      <a:pt x="97155" y="70621"/>
                    </a:cubicBezTo>
                    <a:cubicBezTo>
                      <a:pt x="97155" y="93481"/>
                      <a:pt x="75248" y="120151"/>
                      <a:pt x="48578" y="117294"/>
                    </a:cubicBezTo>
                    <a:cubicBezTo>
                      <a:pt x="38100" y="116341"/>
                      <a:pt x="26670" y="115389"/>
                      <a:pt x="16192" y="114436"/>
                    </a:cubicBezTo>
                    <a:cubicBezTo>
                      <a:pt x="15240" y="133486"/>
                      <a:pt x="9525" y="149679"/>
                      <a:pt x="0" y="163966"/>
                    </a:cubicBezTo>
                    <a:cubicBezTo>
                      <a:pt x="7620" y="161109"/>
                      <a:pt x="11430" y="160156"/>
                      <a:pt x="20003" y="163014"/>
                    </a:cubicBezTo>
                    <a:cubicBezTo>
                      <a:pt x="40958" y="170634"/>
                      <a:pt x="45720" y="150631"/>
                      <a:pt x="55245" y="140154"/>
                    </a:cubicBezTo>
                    <a:cubicBezTo>
                      <a:pt x="64770" y="129676"/>
                      <a:pt x="60960" y="178254"/>
                      <a:pt x="86678" y="178254"/>
                    </a:cubicBezTo>
                    <a:cubicBezTo>
                      <a:pt x="108585" y="178254"/>
                      <a:pt x="104775" y="127771"/>
                      <a:pt x="123825" y="142059"/>
                    </a:cubicBezTo>
                    <a:cubicBezTo>
                      <a:pt x="143828" y="157299"/>
                      <a:pt x="149542" y="135391"/>
                      <a:pt x="153353" y="121104"/>
                    </a:cubicBezTo>
                    <a:cubicBezTo>
                      <a:pt x="157163" y="105864"/>
                      <a:pt x="157163" y="81099"/>
                      <a:pt x="179070" y="76336"/>
                    </a:cubicBezTo>
                    <a:cubicBezTo>
                      <a:pt x="200978" y="72526"/>
                      <a:pt x="182880" y="99196"/>
                      <a:pt x="192405" y="118246"/>
                    </a:cubicBezTo>
                    <a:cubicBezTo>
                      <a:pt x="206692" y="145869"/>
                      <a:pt x="231458" y="120151"/>
                      <a:pt x="233363" y="107769"/>
                    </a:cubicBezTo>
                    <a:cubicBezTo>
                      <a:pt x="235267" y="95386"/>
                      <a:pt x="270510" y="103959"/>
                      <a:pt x="268605" y="88719"/>
                    </a:cubicBezTo>
                    <a:cubicBezTo>
                      <a:pt x="266700" y="73479"/>
                      <a:pt x="278130" y="69669"/>
                      <a:pt x="268605" y="52524"/>
                    </a:cubicBezTo>
                    <a:cubicBezTo>
                      <a:pt x="259080" y="36331"/>
                      <a:pt x="284798" y="40141"/>
                      <a:pt x="297180" y="2775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60" name="Freeform: Shape 296">
                <a:extLst>
                  <a:ext uri="{FF2B5EF4-FFF2-40B4-BE49-F238E27FC236}">
                    <a16:creationId xmlns:a16="http://schemas.microsoft.com/office/drawing/2014/main" id="{E62C630B-5996-EE4E-A4AF-0F9DB32C9FF8}"/>
                  </a:ext>
                </a:extLst>
              </p:cNvPr>
              <p:cNvSpPr/>
              <p:nvPr/>
            </p:nvSpPr>
            <p:spPr>
              <a:xfrm>
                <a:off x="2812809" y="2841918"/>
                <a:ext cx="29270" cy="43904"/>
              </a:xfrm>
              <a:custGeom>
                <a:avLst/>
                <a:gdLst>
                  <a:gd name="connsiteX0" fmla="*/ 59854 w 57150"/>
                  <a:gd name="connsiteY0" fmla="*/ 57494 h 85725"/>
                  <a:gd name="connsiteX1" fmla="*/ 55091 w 57150"/>
                  <a:gd name="connsiteY1" fmla="*/ 38444 h 85725"/>
                  <a:gd name="connsiteX2" fmla="*/ 8419 w 57150"/>
                  <a:gd name="connsiteY2" fmla="*/ 7012 h 85725"/>
                  <a:gd name="connsiteX3" fmla="*/ 37946 w 57150"/>
                  <a:gd name="connsiteY3" fmla="*/ 89879 h 85725"/>
                  <a:gd name="connsiteX4" fmla="*/ 59854 w 57150"/>
                  <a:gd name="connsiteY4" fmla="*/ 5749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85725">
                    <a:moveTo>
                      <a:pt x="59854" y="57494"/>
                    </a:moveTo>
                    <a:cubicBezTo>
                      <a:pt x="56996" y="50827"/>
                      <a:pt x="55091" y="44159"/>
                      <a:pt x="55091" y="38444"/>
                    </a:cubicBezTo>
                    <a:cubicBezTo>
                      <a:pt x="55091" y="13679"/>
                      <a:pt x="43661" y="-12991"/>
                      <a:pt x="8419" y="7012"/>
                    </a:cubicBezTo>
                    <a:cubicBezTo>
                      <a:pt x="-13489" y="19394"/>
                      <a:pt x="11277" y="63209"/>
                      <a:pt x="37946" y="89879"/>
                    </a:cubicBezTo>
                    <a:cubicBezTo>
                      <a:pt x="39852" y="76544"/>
                      <a:pt x="48424" y="65114"/>
                      <a:pt x="59854" y="57494"/>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61" name="Freeform: Shape 297">
                <a:extLst>
                  <a:ext uri="{FF2B5EF4-FFF2-40B4-BE49-F238E27FC236}">
                    <a16:creationId xmlns:a16="http://schemas.microsoft.com/office/drawing/2014/main" id="{C0809C9C-F26F-3C81-BB74-D79B890F4544}"/>
                  </a:ext>
                </a:extLst>
              </p:cNvPr>
              <p:cNvSpPr/>
              <p:nvPr/>
            </p:nvSpPr>
            <p:spPr>
              <a:xfrm>
                <a:off x="3439861" y="1765400"/>
                <a:ext cx="146347" cy="82929"/>
              </a:xfrm>
              <a:custGeom>
                <a:avLst/>
                <a:gdLst>
                  <a:gd name="connsiteX0" fmla="*/ 267106 w 285750"/>
                  <a:gd name="connsiteY0" fmla="*/ 97297 h 161925"/>
                  <a:gd name="connsiteX1" fmla="*/ 213766 w 285750"/>
                  <a:gd name="connsiteY1" fmla="*/ 63007 h 161925"/>
                  <a:gd name="connsiteX2" fmla="*/ 167093 w 285750"/>
                  <a:gd name="connsiteY2" fmla="*/ 28717 h 161925"/>
                  <a:gd name="connsiteX3" fmla="*/ 137566 w 285750"/>
                  <a:gd name="connsiteY3" fmla="*/ 24907 h 161925"/>
                  <a:gd name="connsiteX4" fmla="*/ 30886 w 285750"/>
                  <a:gd name="connsiteY4" fmla="*/ 1095 h 161925"/>
                  <a:gd name="connsiteX5" fmla="*/ 5168 w 285750"/>
                  <a:gd name="connsiteY5" fmla="*/ 16335 h 161925"/>
                  <a:gd name="connsiteX6" fmla="*/ 406 w 285750"/>
                  <a:gd name="connsiteY6" fmla="*/ 17287 h 161925"/>
                  <a:gd name="connsiteX7" fmla="*/ 38506 w 285750"/>
                  <a:gd name="connsiteY7" fmla="*/ 56340 h 161925"/>
                  <a:gd name="connsiteX8" fmla="*/ 97561 w 285750"/>
                  <a:gd name="connsiteY8" fmla="*/ 85867 h 161925"/>
                  <a:gd name="connsiteX9" fmla="*/ 27076 w 285750"/>
                  <a:gd name="connsiteY9" fmla="*/ 98250 h 161925"/>
                  <a:gd name="connsiteX10" fmla="*/ 84226 w 285750"/>
                  <a:gd name="connsiteY10" fmla="*/ 115395 h 161925"/>
                  <a:gd name="connsiteX11" fmla="*/ 201383 w 285750"/>
                  <a:gd name="connsiteY11" fmla="*/ 138255 h 161925"/>
                  <a:gd name="connsiteX12" fmla="*/ 283298 w 285750"/>
                  <a:gd name="connsiteY12" fmla="*/ 148732 h 161925"/>
                  <a:gd name="connsiteX13" fmla="*/ 267106 w 285750"/>
                  <a:gd name="connsiteY13" fmla="*/ 97297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0" h="161925">
                    <a:moveTo>
                      <a:pt x="267106" y="97297"/>
                    </a:moveTo>
                    <a:cubicBezTo>
                      <a:pt x="276631" y="76342"/>
                      <a:pt x="235673" y="63007"/>
                      <a:pt x="213766" y="63007"/>
                    </a:cubicBezTo>
                    <a:cubicBezTo>
                      <a:pt x="191858" y="63007"/>
                      <a:pt x="184238" y="21097"/>
                      <a:pt x="167093" y="28717"/>
                    </a:cubicBezTo>
                    <a:cubicBezTo>
                      <a:pt x="148996" y="37290"/>
                      <a:pt x="137566" y="51577"/>
                      <a:pt x="137566" y="24907"/>
                    </a:cubicBezTo>
                    <a:cubicBezTo>
                      <a:pt x="137566" y="3000"/>
                      <a:pt x="69938" y="-2715"/>
                      <a:pt x="30886" y="1095"/>
                    </a:cubicBezTo>
                    <a:cubicBezTo>
                      <a:pt x="25171" y="7762"/>
                      <a:pt x="16598" y="13477"/>
                      <a:pt x="5168" y="16335"/>
                    </a:cubicBezTo>
                    <a:cubicBezTo>
                      <a:pt x="3263" y="16335"/>
                      <a:pt x="2311" y="17287"/>
                      <a:pt x="406" y="17287"/>
                    </a:cubicBezTo>
                    <a:cubicBezTo>
                      <a:pt x="-3404" y="37290"/>
                      <a:pt x="20408" y="69675"/>
                      <a:pt x="38506" y="56340"/>
                    </a:cubicBezTo>
                    <a:cubicBezTo>
                      <a:pt x="62318" y="39195"/>
                      <a:pt x="105181" y="66817"/>
                      <a:pt x="97561" y="85867"/>
                    </a:cubicBezTo>
                    <a:cubicBezTo>
                      <a:pt x="89941" y="104917"/>
                      <a:pt x="22313" y="82057"/>
                      <a:pt x="27076" y="98250"/>
                    </a:cubicBezTo>
                    <a:cubicBezTo>
                      <a:pt x="28981" y="104917"/>
                      <a:pt x="36601" y="129682"/>
                      <a:pt x="84226" y="115395"/>
                    </a:cubicBezTo>
                    <a:cubicBezTo>
                      <a:pt x="130898" y="100155"/>
                      <a:pt x="170903" y="111585"/>
                      <a:pt x="201383" y="138255"/>
                    </a:cubicBezTo>
                    <a:cubicBezTo>
                      <a:pt x="232816" y="165877"/>
                      <a:pt x="262343" y="176355"/>
                      <a:pt x="283298" y="148732"/>
                    </a:cubicBezTo>
                    <a:cubicBezTo>
                      <a:pt x="306158" y="122062"/>
                      <a:pt x="256628" y="118252"/>
                      <a:pt x="267106" y="97297"/>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62" name="Freeform: Shape 298">
                <a:extLst>
                  <a:ext uri="{FF2B5EF4-FFF2-40B4-BE49-F238E27FC236}">
                    <a16:creationId xmlns:a16="http://schemas.microsoft.com/office/drawing/2014/main" id="{554D635D-D788-7A82-4B25-93403C81C13B}"/>
                  </a:ext>
                </a:extLst>
              </p:cNvPr>
              <p:cNvSpPr/>
              <p:nvPr/>
            </p:nvSpPr>
            <p:spPr>
              <a:xfrm>
                <a:off x="3565441" y="1726687"/>
                <a:ext cx="29270" cy="19513"/>
              </a:xfrm>
              <a:custGeom>
                <a:avLst/>
                <a:gdLst>
                  <a:gd name="connsiteX0" fmla="*/ 62862 w 57150"/>
                  <a:gd name="connsiteY0" fmla="*/ 32870 h 38100"/>
                  <a:gd name="connsiteX1" fmla="*/ 3807 w 57150"/>
                  <a:gd name="connsiteY1" fmla="*/ 10010 h 38100"/>
                  <a:gd name="connsiteX2" fmla="*/ 62862 w 57150"/>
                  <a:gd name="connsiteY2" fmla="*/ 32870 h 38100"/>
                </a:gdLst>
                <a:ahLst/>
                <a:cxnLst>
                  <a:cxn ang="0">
                    <a:pos x="connsiteX0" y="connsiteY0"/>
                  </a:cxn>
                  <a:cxn ang="0">
                    <a:pos x="connsiteX1" y="connsiteY1"/>
                  </a:cxn>
                  <a:cxn ang="0">
                    <a:pos x="connsiteX2" y="connsiteY2"/>
                  </a:cxn>
                </a:cxnLst>
                <a:rect l="l" t="t" r="r" b="b"/>
                <a:pathLst>
                  <a:path w="57150" h="38100">
                    <a:moveTo>
                      <a:pt x="62862" y="32870"/>
                    </a:moveTo>
                    <a:cubicBezTo>
                      <a:pt x="76197" y="7152"/>
                      <a:pt x="-20005" y="-12850"/>
                      <a:pt x="3807" y="10010"/>
                    </a:cubicBezTo>
                    <a:cubicBezTo>
                      <a:pt x="17142" y="22392"/>
                      <a:pt x="48575" y="58587"/>
                      <a:pt x="62862" y="32870"/>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63" name="Freeform: Shape 299">
                <a:extLst>
                  <a:ext uri="{FF2B5EF4-FFF2-40B4-BE49-F238E27FC236}">
                    <a16:creationId xmlns:a16="http://schemas.microsoft.com/office/drawing/2014/main" id="{07CC0CC5-A3FB-4310-CCD5-D9E2145F0677}"/>
                  </a:ext>
                </a:extLst>
              </p:cNvPr>
              <p:cNvSpPr/>
              <p:nvPr/>
            </p:nvSpPr>
            <p:spPr>
              <a:xfrm>
                <a:off x="3432654" y="1852009"/>
                <a:ext cx="34148" cy="34148"/>
              </a:xfrm>
              <a:custGeom>
                <a:avLst/>
                <a:gdLst>
                  <a:gd name="connsiteX0" fmla="*/ 66866 w 66675"/>
                  <a:gd name="connsiteY0" fmla="*/ 65347 h 66675"/>
                  <a:gd name="connsiteX1" fmla="*/ 191 w 66675"/>
                  <a:gd name="connsiteY1" fmla="*/ 8197 h 66675"/>
                  <a:gd name="connsiteX2" fmla="*/ 66866 w 66675"/>
                  <a:gd name="connsiteY2" fmla="*/ 65347 h 66675"/>
                </a:gdLst>
                <a:ahLst/>
                <a:cxnLst>
                  <a:cxn ang="0">
                    <a:pos x="connsiteX0" y="connsiteY0"/>
                  </a:cxn>
                  <a:cxn ang="0">
                    <a:pos x="connsiteX1" y="connsiteY1"/>
                  </a:cxn>
                  <a:cxn ang="0">
                    <a:pos x="connsiteX2" y="connsiteY2"/>
                  </a:cxn>
                </a:cxnLst>
                <a:rect l="l" t="t" r="r" b="b"/>
                <a:pathLst>
                  <a:path w="66675" h="66675">
                    <a:moveTo>
                      <a:pt x="66866" y="65347"/>
                    </a:moveTo>
                    <a:cubicBezTo>
                      <a:pt x="82106" y="44392"/>
                      <a:pt x="4001" y="-23235"/>
                      <a:pt x="191" y="8197"/>
                    </a:cubicBezTo>
                    <a:cubicBezTo>
                      <a:pt x="-3619" y="40582"/>
                      <a:pt x="50673" y="88207"/>
                      <a:pt x="66866" y="65347"/>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64" name="Freeform: Shape 300">
                <a:extLst>
                  <a:ext uri="{FF2B5EF4-FFF2-40B4-BE49-F238E27FC236}">
                    <a16:creationId xmlns:a16="http://schemas.microsoft.com/office/drawing/2014/main" id="{9337B95D-15DD-98EC-88D5-DC9CEBBCB653}"/>
                  </a:ext>
                </a:extLst>
              </p:cNvPr>
              <p:cNvSpPr/>
              <p:nvPr/>
            </p:nvSpPr>
            <p:spPr>
              <a:xfrm>
                <a:off x="3172739" y="1906941"/>
                <a:ext cx="263424" cy="117077"/>
              </a:xfrm>
              <a:custGeom>
                <a:avLst/>
                <a:gdLst>
                  <a:gd name="connsiteX0" fmla="*/ 505786 w 514350"/>
                  <a:gd name="connsiteY0" fmla="*/ 72390 h 228600"/>
                  <a:gd name="connsiteX1" fmla="*/ 457209 w 514350"/>
                  <a:gd name="connsiteY1" fmla="*/ 91440 h 228600"/>
                  <a:gd name="connsiteX2" fmla="*/ 405774 w 514350"/>
                  <a:gd name="connsiteY2" fmla="*/ 46673 h 228600"/>
                  <a:gd name="connsiteX3" fmla="*/ 398154 w 514350"/>
                  <a:gd name="connsiteY3" fmla="*/ 33338 h 228600"/>
                  <a:gd name="connsiteX4" fmla="*/ 379104 w 514350"/>
                  <a:gd name="connsiteY4" fmla="*/ 20003 h 228600"/>
                  <a:gd name="connsiteX5" fmla="*/ 364816 w 514350"/>
                  <a:gd name="connsiteY5" fmla="*/ 1905 h 228600"/>
                  <a:gd name="connsiteX6" fmla="*/ 362911 w 514350"/>
                  <a:gd name="connsiteY6" fmla="*/ 0 h 228600"/>
                  <a:gd name="connsiteX7" fmla="*/ 327669 w 514350"/>
                  <a:gd name="connsiteY7" fmla="*/ 49530 h 228600"/>
                  <a:gd name="connsiteX8" fmla="*/ 331479 w 514350"/>
                  <a:gd name="connsiteY8" fmla="*/ 80963 h 228600"/>
                  <a:gd name="connsiteX9" fmla="*/ 364816 w 514350"/>
                  <a:gd name="connsiteY9" fmla="*/ 117158 h 228600"/>
                  <a:gd name="connsiteX10" fmla="*/ 262899 w 514350"/>
                  <a:gd name="connsiteY10" fmla="*/ 98108 h 228600"/>
                  <a:gd name="connsiteX11" fmla="*/ 159076 w 514350"/>
                  <a:gd name="connsiteY11" fmla="*/ 47625 h 228600"/>
                  <a:gd name="connsiteX12" fmla="*/ 112404 w 514350"/>
                  <a:gd name="connsiteY12" fmla="*/ 20003 h 228600"/>
                  <a:gd name="connsiteX13" fmla="*/ 65731 w 514350"/>
                  <a:gd name="connsiteY13" fmla="*/ 49530 h 228600"/>
                  <a:gd name="connsiteX14" fmla="*/ 71446 w 514350"/>
                  <a:gd name="connsiteY14" fmla="*/ 80963 h 228600"/>
                  <a:gd name="connsiteX15" fmla="*/ 67636 w 514350"/>
                  <a:gd name="connsiteY15" fmla="*/ 89535 h 228600"/>
                  <a:gd name="connsiteX16" fmla="*/ 34299 w 514350"/>
                  <a:gd name="connsiteY16" fmla="*/ 120968 h 228600"/>
                  <a:gd name="connsiteX17" fmla="*/ 79066 w 514350"/>
                  <a:gd name="connsiteY17" fmla="*/ 120968 h 228600"/>
                  <a:gd name="connsiteX18" fmla="*/ 961 w 514350"/>
                  <a:gd name="connsiteY18" fmla="*/ 148590 h 228600"/>
                  <a:gd name="connsiteX19" fmla="*/ 58111 w 514350"/>
                  <a:gd name="connsiteY19" fmla="*/ 165735 h 228600"/>
                  <a:gd name="connsiteX20" fmla="*/ 119071 w 514350"/>
                  <a:gd name="connsiteY20" fmla="*/ 159068 h 228600"/>
                  <a:gd name="connsiteX21" fmla="*/ 154314 w 514350"/>
                  <a:gd name="connsiteY21" fmla="*/ 143828 h 228600"/>
                  <a:gd name="connsiteX22" fmla="*/ 238134 w 514350"/>
                  <a:gd name="connsiteY22" fmla="*/ 150495 h 228600"/>
                  <a:gd name="connsiteX23" fmla="*/ 173364 w 514350"/>
                  <a:gd name="connsiteY23" fmla="*/ 188595 h 228600"/>
                  <a:gd name="connsiteX24" fmla="*/ 171459 w 514350"/>
                  <a:gd name="connsiteY24" fmla="*/ 233363 h 228600"/>
                  <a:gd name="connsiteX25" fmla="*/ 328621 w 514350"/>
                  <a:gd name="connsiteY25" fmla="*/ 180023 h 228600"/>
                  <a:gd name="connsiteX26" fmla="*/ 391486 w 514350"/>
                  <a:gd name="connsiteY26" fmla="*/ 176213 h 228600"/>
                  <a:gd name="connsiteX27" fmla="*/ 491499 w 514350"/>
                  <a:gd name="connsiteY27" fmla="*/ 169545 h 228600"/>
                  <a:gd name="connsiteX28" fmla="*/ 505786 w 514350"/>
                  <a:gd name="connsiteY28" fmla="*/ 7239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4350" h="228600">
                    <a:moveTo>
                      <a:pt x="505786" y="72390"/>
                    </a:moveTo>
                    <a:cubicBezTo>
                      <a:pt x="478164" y="60008"/>
                      <a:pt x="478164" y="87630"/>
                      <a:pt x="457209" y="91440"/>
                    </a:cubicBezTo>
                    <a:cubicBezTo>
                      <a:pt x="435301" y="95250"/>
                      <a:pt x="423871" y="65723"/>
                      <a:pt x="405774" y="46673"/>
                    </a:cubicBezTo>
                    <a:cubicBezTo>
                      <a:pt x="401964" y="42863"/>
                      <a:pt x="400059" y="38100"/>
                      <a:pt x="398154" y="33338"/>
                    </a:cubicBezTo>
                    <a:cubicBezTo>
                      <a:pt x="391486" y="31433"/>
                      <a:pt x="384819" y="27623"/>
                      <a:pt x="379104" y="20003"/>
                    </a:cubicBezTo>
                    <a:cubicBezTo>
                      <a:pt x="374341" y="14288"/>
                      <a:pt x="369579" y="7620"/>
                      <a:pt x="364816" y="1905"/>
                    </a:cubicBezTo>
                    <a:cubicBezTo>
                      <a:pt x="363864" y="953"/>
                      <a:pt x="363864" y="953"/>
                      <a:pt x="362911" y="0"/>
                    </a:cubicBezTo>
                    <a:cubicBezTo>
                      <a:pt x="336241" y="11430"/>
                      <a:pt x="299094" y="45720"/>
                      <a:pt x="327669" y="49530"/>
                    </a:cubicBezTo>
                    <a:cubicBezTo>
                      <a:pt x="361006" y="53340"/>
                      <a:pt x="349576" y="72390"/>
                      <a:pt x="331479" y="80963"/>
                    </a:cubicBezTo>
                    <a:cubicBezTo>
                      <a:pt x="313381" y="89535"/>
                      <a:pt x="372436" y="103823"/>
                      <a:pt x="364816" y="117158"/>
                    </a:cubicBezTo>
                    <a:cubicBezTo>
                      <a:pt x="357196" y="129540"/>
                      <a:pt x="266709" y="119063"/>
                      <a:pt x="262899" y="98108"/>
                    </a:cubicBezTo>
                    <a:cubicBezTo>
                      <a:pt x="259089" y="77153"/>
                      <a:pt x="188604" y="39053"/>
                      <a:pt x="159076" y="47625"/>
                    </a:cubicBezTo>
                    <a:cubicBezTo>
                      <a:pt x="129549" y="56198"/>
                      <a:pt x="140979" y="21908"/>
                      <a:pt x="112404" y="20003"/>
                    </a:cubicBezTo>
                    <a:cubicBezTo>
                      <a:pt x="82876" y="18098"/>
                      <a:pt x="92401" y="47625"/>
                      <a:pt x="65731" y="49530"/>
                    </a:cubicBezTo>
                    <a:cubicBezTo>
                      <a:pt x="38109" y="51435"/>
                      <a:pt x="40014" y="80963"/>
                      <a:pt x="71446" y="80963"/>
                    </a:cubicBezTo>
                    <a:cubicBezTo>
                      <a:pt x="102879" y="80963"/>
                      <a:pt x="112404" y="91440"/>
                      <a:pt x="67636" y="89535"/>
                    </a:cubicBezTo>
                    <a:cubicBezTo>
                      <a:pt x="22869" y="87630"/>
                      <a:pt x="2866" y="129540"/>
                      <a:pt x="34299" y="120968"/>
                    </a:cubicBezTo>
                    <a:cubicBezTo>
                      <a:pt x="65731" y="112395"/>
                      <a:pt x="102879" y="112395"/>
                      <a:pt x="79066" y="120968"/>
                    </a:cubicBezTo>
                    <a:cubicBezTo>
                      <a:pt x="55254" y="129540"/>
                      <a:pt x="-8564" y="135255"/>
                      <a:pt x="961" y="148590"/>
                    </a:cubicBezTo>
                    <a:cubicBezTo>
                      <a:pt x="6676" y="157163"/>
                      <a:pt x="32394" y="155258"/>
                      <a:pt x="58111" y="165735"/>
                    </a:cubicBezTo>
                    <a:cubicBezTo>
                      <a:pt x="83829" y="176213"/>
                      <a:pt x="99069" y="182880"/>
                      <a:pt x="119071" y="159068"/>
                    </a:cubicBezTo>
                    <a:cubicBezTo>
                      <a:pt x="139074" y="136208"/>
                      <a:pt x="163839" y="112395"/>
                      <a:pt x="154314" y="143828"/>
                    </a:cubicBezTo>
                    <a:cubicBezTo>
                      <a:pt x="144789" y="175260"/>
                      <a:pt x="185746" y="152400"/>
                      <a:pt x="238134" y="150495"/>
                    </a:cubicBezTo>
                    <a:cubicBezTo>
                      <a:pt x="291474" y="148590"/>
                      <a:pt x="228609" y="184785"/>
                      <a:pt x="173364" y="188595"/>
                    </a:cubicBezTo>
                    <a:cubicBezTo>
                      <a:pt x="118119" y="192405"/>
                      <a:pt x="128596" y="222885"/>
                      <a:pt x="171459" y="233363"/>
                    </a:cubicBezTo>
                    <a:cubicBezTo>
                      <a:pt x="214321" y="243840"/>
                      <a:pt x="306714" y="203835"/>
                      <a:pt x="328621" y="180023"/>
                    </a:cubicBezTo>
                    <a:cubicBezTo>
                      <a:pt x="350529" y="157163"/>
                      <a:pt x="369579" y="192405"/>
                      <a:pt x="391486" y="176213"/>
                    </a:cubicBezTo>
                    <a:cubicBezTo>
                      <a:pt x="413394" y="159068"/>
                      <a:pt x="454351" y="178118"/>
                      <a:pt x="491499" y="169545"/>
                    </a:cubicBezTo>
                    <a:cubicBezTo>
                      <a:pt x="527694" y="160973"/>
                      <a:pt x="533409" y="85725"/>
                      <a:pt x="505786" y="7239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67" name="Freeform: Shape 301">
                <a:extLst>
                  <a:ext uri="{FF2B5EF4-FFF2-40B4-BE49-F238E27FC236}">
                    <a16:creationId xmlns:a16="http://schemas.microsoft.com/office/drawing/2014/main" id="{1DB11A37-7EA8-9429-2C06-CC9D5244E0E9}"/>
                  </a:ext>
                </a:extLst>
              </p:cNvPr>
              <p:cNvSpPr/>
              <p:nvPr/>
            </p:nvSpPr>
            <p:spPr>
              <a:xfrm>
                <a:off x="3227706" y="1844415"/>
                <a:ext cx="29270" cy="14634"/>
              </a:xfrm>
              <a:custGeom>
                <a:avLst/>
                <a:gdLst>
                  <a:gd name="connsiteX0" fmla="*/ 59369 w 57150"/>
                  <a:gd name="connsiteY0" fmla="*/ 19214 h 28575"/>
                  <a:gd name="connsiteX1" fmla="*/ 314 w 57150"/>
                  <a:gd name="connsiteY1" fmla="*/ 6831 h 28575"/>
                  <a:gd name="connsiteX2" fmla="*/ 59369 w 57150"/>
                  <a:gd name="connsiteY2" fmla="*/ 19214 h 28575"/>
                </a:gdLst>
                <a:ahLst/>
                <a:cxnLst>
                  <a:cxn ang="0">
                    <a:pos x="connsiteX0" y="connsiteY0"/>
                  </a:cxn>
                  <a:cxn ang="0">
                    <a:pos x="connsiteX1" y="connsiteY1"/>
                  </a:cxn>
                  <a:cxn ang="0">
                    <a:pos x="connsiteX2" y="connsiteY2"/>
                  </a:cxn>
                </a:cxnLst>
                <a:rect l="l" t="t" r="r" b="b"/>
                <a:pathLst>
                  <a:path w="57150" h="28575">
                    <a:moveTo>
                      <a:pt x="59369" y="19214"/>
                    </a:moveTo>
                    <a:cubicBezTo>
                      <a:pt x="68894" y="-6504"/>
                      <a:pt x="-5401" y="-1741"/>
                      <a:pt x="314" y="6831"/>
                    </a:cubicBezTo>
                    <a:cubicBezTo>
                      <a:pt x="14602" y="24929"/>
                      <a:pt x="49844" y="43979"/>
                      <a:pt x="59369" y="19214"/>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68" name="Freeform: Shape 302">
                <a:extLst>
                  <a:ext uri="{FF2B5EF4-FFF2-40B4-BE49-F238E27FC236}">
                    <a16:creationId xmlns:a16="http://schemas.microsoft.com/office/drawing/2014/main" id="{D7E65FAF-B76B-C570-6561-E5AF32EA8067}"/>
                  </a:ext>
                </a:extLst>
              </p:cNvPr>
              <p:cNvSpPr/>
              <p:nvPr/>
            </p:nvSpPr>
            <p:spPr>
              <a:xfrm>
                <a:off x="3270306" y="1838491"/>
                <a:ext cx="78052" cy="39026"/>
              </a:xfrm>
              <a:custGeom>
                <a:avLst/>
                <a:gdLst>
                  <a:gd name="connsiteX0" fmla="*/ 139065 w 152400"/>
                  <a:gd name="connsiteY0" fmla="*/ 20304 h 76200"/>
                  <a:gd name="connsiteX1" fmla="*/ 111442 w 152400"/>
                  <a:gd name="connsiteY1" fmla="*/ 1254 h 76200"/>
                  <a:gd name="connsiteX2" fmla="*/ 0 w 152400"/>
                  <a:gd name="connsiteY2" fmla="*/ 39354 h 76200"/>
                  <a:gd name="connsiteX3" fmla="*/ 59055 w 152400"/>
                  <a:gd name="connsiteY3" fmla="*/ 81264 h 76200"/>
                  <a:gd name="connsiteX4" fmla="*/ 121920 w 152400"/>
                  <a:gd name="connsiteY4" fmla="*/ 39354 h 76200"/>
                  <a:gd name="connsiteX5" fmla="*/ 139065 w 152400"/>
                  <a:gd name="connsiteY5" fmla="*/ 20304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400" h="76200">
                    <a:moveTo>
                      <a:pt x="139065" y="20304"/>
                    </a:moveTo>
                    <a:cubicBezTo>
                      <a:pt x="164782" y="16494"/>
                      <a:pt x="152400" y="-5413"/>
                      <a:pt x="111442" y="1254"/>
                    </a:cubicBezTo>
                    <a:cubicBezTo>
                      <a:pt x="70485" y="7922"/>
                      <a:pt x="0" y="7922"/>
                      <a:pt x="0" y="39354"/>
                    </a:cubicBezTo>
                    <a:cubicBezTo>
                      <a:pt x="0" y="65072"/>
                      <a:pt x="13335" y="77454"/>
                      <a:pt x="59055" y="81264"/>
                    </a:cubicBezTo>
                    <a:cubicBezTo>
                      <a:pt x="103822" y="85074"/>
                      <a:pt x="143827" y="39354"/>
                      <a:pt x="121920" y="39354"/>
                    </a:cubicBezTo>
                    <a:cubicBezTo>
                      <a:pt x="100013" y="39354"/>
                      <a:pt x="113347" y="24114"/>
                      <a:pt x="139065" y="20304"/>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69" name="Freeform: Shape 303">
                <a:extLst>
                  <a:ext uri="{FF2B5EF4-FFF2-40B4-BE49-F238E27FC236}">
                    <a16:creationId xmlns:a16="http://schemas.microsoft.com/office/drawing/2014/main" id="{40060E4D-BA68-C818-2DE4-060344A7BC0B}"/>
                  </a:ext>
                </a:extLst>
              </p:cNvPr>
              <p:cNvSpPr/>
              <p:nvPr/>
            </p:nvSpPr>
            <p:spPr>
              <a:xfrm>
                <a:off x="3263196" y="1804498"/>
                <a:ext cx="92686" cy="24391"/>
              </a:xfrm>
              <a:custGeom>
                <a:avLst/>
                <a:gdLst>
                  <a:gd name="connsiteX0" fmla="*/ 150092 w 180975"/>
                  <a:gd name="connsiteY0" fmla="*/ 0 h 47625"/>
                  <a:gd name="connsiteX1" fmla="*/ 121517 w 180975"/>
                  <a:gd name="connsiteY1" fmla="*/ 19050 h 47625"/>
                  <a:gd name="connsiteX2" fmla="*/ 65319 w 180975"/>
                  <a:gd name="connsiteY2" fmla="*/ 11430 h 47625"/>
                  <a:gd name="connsiteX3" fmla="*/ 4359 w 180975"/>
                  <a:gd name="connsiteY3" fmla="*/ 41910 h 47625"/>
                  <a:gd name="connsiteX4" fmla="*/ 57699 w 180975"/>
                  <a:gd name="connsiteY4" fmla="*/ 45720 h 47625"/>
                  <a:gd name="connsiteX5" fmla="*/ 111039 w 180975"/>
                  <a:gd name="connsiteY5" fmla="*/ 39052 h 47625"/>
                  <a:gd name="connsiteX6" fmla="*/ 185335 w 180975"/>
                  <a:gd name="connsiteY6" fmla="*/ 28575 h 47625"/>
                  <a:gd name="connsiteX7" fmla="*/ 150092 w 180975"/>
                  <a:gd name="connsiteY7"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975" h="47625">
                    <a:moveTo>
                      <a:pt x="150092" y="0"/>
                    </a:moveTo>
                    <a:cubicBezTo>
                      <a:pt x="140567" y="7620"/>
                      <a:pt x="131042" y="14288"/>
                      <a:pt x="121517" y="19050"/>
                    </a:cubicBezTo>
                    <a:cubicBezTo>
                      <a:pt x="99610" y="29527"/>
                      <a:pt x="79607" y="23813"/>
                      <a:pt x="65319" y="11430"/>
                    </a:cubicBezTo>
                    <a:cubicBezTo>
                      <a:pt x="32935" y="19050"/>
                      <a:pt x="-14691" y="25718"/>
                      <a:pt x="4359" y="41910"/>
                    </a:cubicBezTo>
                    <a:cubicBezTo>
                      <a:pt x="19599" y="55245"/>
                      <a:pt x="37697" y="38100"/>
                      <a:pt x="57699" y="45720"/>
                    </a:cubicBezTo>
                    <a:cubicBezTo>
                      <a:pt x="77702" y="54293"/>
                      <a:pt x="96752" y="26670"/>
                      <a:pt x="111039" y="39052"/>
                    </a:cubicBezTo>
                    <a:cubicBezTo>
                      <a:pt x="124374" y="51435"/>
                      <a:pt x="185335" y="61912"/>
                      <a:pt x="185335" y="28575"/>
                    </a:cubicBezTo>
                    <a:cubicBezTo>
                      <a:pt x="184382" y="14288"/>
                      <a:pt x="169142" y="4763"/>
                      <a:pt x="150092" y="0"/>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70" name="Freeform: Shape 304">
                <a:extLst>
                  <a:ext uri="{FF2B5EF4-FFF2-40B4-BE49-F238E27FC236}">
                    <a16:creationId xmlns:a16="http://schemas.microsoft.com/office/drawing/2014/main" id="{0518994E-FBD1-A02A-E171-07C65550EB54}"/>
                  </a:ext>
                </a:extLst>
              </p:cNvPr>
              <p:cNvSpPr/>
              <p:nvPr/>
            </p:nvSpPr>
            <p:spPr>
              <a:xfrm>
                <a:off x="2033974" y="2621748"/>
                <a:ext cx="39026" cy="19513"/>
              </a:xfrm>
              <a:custGeom>
                <a:avLst/>
                <a:gdLst>
                  <a:gd name="connsiteX0" fmla="*/ 56574 w 76200"/>
                  <a:gd name="connsiteY0" fmla="*/ 43525 h 38100"/>
                  <a:gd name="connsiteX1" fmla="*/ 68004 w 76200"/>
                  <a:gd name="connsiteY1" fmla="*/ 38763 h 38100"/>
                  <a:gd name="connsiteX2" fmla="*/ 70862 w 76200"/>
                  <a:gd name="connsiteY2" fmla="*/ 9235 h 38100"/>
                  <a:gd name="connsiteX3" fmla="*/ 39429 w 76200"/>
                  <a:gd name="connsiteY3" fmla="*/ 7330 h 38100"/>
                  <a:gd name="connsiteX4" fmla="*/ 377 w 76200"/>
                  <a:gd name="connsiteY4" fmla="*/ 22570 h 38100"/>
                  <a:gd name="connsiteX5" fmla="*/ 56574 w 76200"/>
                  <a:gd name="connsiteY5" fmla="*/ 4352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38100">
                    <a:moveTo>
                      <a:pt x="56574" y="43525"/>
                    </a:moveTo>
                    <a:cubicBezTo>
                      <a:pt x="60384" y="41620"/>
                      <a:pt x="64194" y="39715"/>
                      <a:pt x="68004" y="38763"/>
                    </a:cubicBezTo>
                    <a:cubicBezTo>
                      <a:pt x="78482" y="32095"/>
                      <a:pt x="80387" y="17808"/>
                      <a:pt x="70862" y="9235"/>
                    </a:cubicBezTo>
                    <a:cubicBezTo>
                      <a:pt x="60384" y="-1242"/>
                      <a:pt x="41334" y="24475"/>
                      <a:pt x="39429" y="7330"/>
                    </a:cubicBezTo>
                    <a:cubicBezTo>
                      <a:pt x="37524" y="-9815"/>
                      <a:pt x="-4386" y="6378"/>
                      <a:pt x="377" y="22570"/>
                    </a:cubicBezTo>
                    <a:cubicBezTo>
                      <a:pt x="5139" y="35905"/>
                      <a:pt x="37524" y="45430"/>
                      <a:pt x="56574" y="43525"/>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71" name="Freeform: Shape 305">
                <a:extLst>
                  <a:ext uri="{FF2B5EF4-FFF2-40B4-BE49-F238E27FC236}">
                    <a16:creationId xmlns:a16="http://schemas.microsoft.com/office/drawing/2014/main" id="{A71CB139-B4D5-5FBB-60DB-E4118DCD0EA9}"/>
                  </a:ext>
                </a:extLst>
              </p:cNvPr>
              <p:cNvSpPr/>
              <p:nvPr/>
            </p:nvSpPr>
            <p:spPr>
              <a:xfrm>
                <a:off x="2087306" y="2816072"/>
                <a:ext cx="34148" cy="14634"/>
              </a:xfrm>
              <a:custGeom>
                <a:avLst/>
                <a:gdLst>
                  <a:gd name="connsiteX0" fmla="*/ 62932 w 66675"/>
                  <a:gd name="connsiteY0" fmla="*/ 1281 h 28575"/>
                  <a:gd name="connsiteX1" fmla="*/ 3877 w 66675"/>
                  <a:gd name="connsiteY1" fmla="*/ 32714 h 28575"/>
                  <a:gd name="connsiteX2" fmla="*/ 39120 w 66675"/>
                  <a:gd name="connsiteY2" fmla="*/ 20331 h 28575"/>
                  <a:gd name="connsiteX3" fmla="*/ 62932 w 66675"/>
                  <a:gd name="connsiteY3" fmla="*/ 1281 h 28575"/>
                </a:gdLst>
                <a:ahLst/>
                <a:cxnLst>
                  <a:cxn ang="0">
                    <a:pos x="connsiteX0" y="connsiteY0"/>
                  </a:cxn>
                  <a:cxn ang="0">
                    <a:pos x="connsiteX1" y="connsiteY1"/>
                  </a:cxn>
                  <a:cxn ang="0">
                    <a:pos x="connsiteX2" y="connsiteY2"/>
                  </a:cxn>
                  <a:cxn ang="0">
                    <a:pos x="connsiteX3" y="connsiteY3"/>
                  </a:cxn>
                </a:cxnLst>
                <a:rect l="l" t="t" r="r" b="b"/>
                <a:pathLst>
                  <a:path w="66675" h="28575">
                    <a:moveTo>
                      <a:pt x="62932" y="1281"/>
                    </a:moveTo>
                    <a:cubicBezTo>
                      <a:pt x="41025" y="-7291"/>
                      <a:pt x="-15173" y="29856"/>
                      <a:pt x="3877" y="32714"/>
                    </a:cubicBezTo>
                    <a:cubicBezTo>
                      <a:pt x="17212" y="34619"/>
                      <a:pt x="23880" y="20331"/>
                      <a:pt x="39120" y="20331"/>
                    </a:cubicBezTo>
                    <a:cubicBezTo>
                      <a:pt x="55312" y="20331"/>
                      <a:pt x="84840" y="9854"/>
                      <a:pt x="62932" y="1281"/>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72" name="Freeform: Shape 306">
                <a:extLst>
                  <a:ext uri="{FF2B5EF4-FFF2-40B4-BE49-F238E27FC236}">
                    <a16:creationId xmlns:a16="http://schemas.microsoft.com/office/drawing/2014/main" id="{CBEBA970-A039-999E-415C-25AD940140EB}"/>
                  </a:ext>
                </a:extLst>
              </p:cNvPr>
              <p:cNvSpPr/>
              <p:nvPr/>
            </p:nvSpPr>
            <p:spPr>
              <a:xfrm>
                <a:off x="2318933" y="2685768"/>
                <a:ext cx="58538" cy="53661"/>
              </a:xfrm>
              <a:custGeom>
                <a:avLst/>
                <a:gdLst>
                  <a:gd name="connsiteX0" fmla="*/ 13573 w 114300"/>
                  <a:gd name="connsiteY0" fmla="*/ 89018 h 104775"/>
                  <a:gd name="connsiteX1" fmla="*/ 100251 w 114300"/>
                  <a:gd name="connsiteY1" fmla="*/ 61395 h 104775"/>
                  <a:gd name="connsiteX2" fmla="*/ 85011 w 114300"/>
                  <a:gd name="connsiteY2" fmla="*/ 46155 h 104775"/>
                  <a:gd name="connsiteX3" fmla="*/ 116443 w 114300"/>
                  <a:gd name="connsiteY3" fmla="*/ 29963 h 104775"/>
                  <a:gd name="connsiteX4" fmla="*/ 107871 w 114300"/>
                  <a:gd name="connsiteY4" fmla="*/ 7103 h 104775"/>
                  <a:gd name="connsiteX5" fmla="*/ 73581 w 114300"/>
                  <a:gd name="connsiteY5" fmla="*/ 20438 h 104775"/>
                  <a:gd name="connsiteX6" fmla="*/ 34528 w 114300"/>
                  <a:gd name="connsiteY6" fmla="*/ 69015 h 104775"/>
                  <a:gd name="connsiteX7" fmla="*/ 2143 w 114300"/>
                  <a:gd name="connsiteY7" fmla="*/ 81398 h 104775"/>
                  <a:gd name="connsiteX8" fmla="*/ 2143 w 114300"/>
                  <a:gd name="connsiteY8" fmla="*/ 106163 h 104775"/>
                  <a:gd name="connsiteX9" fmla="*/ 13573 w 114300"/>
                  <a:gd name="connsiteY9" fmla="*/ 89018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300" h="104775">
                    <a:moveTo>
                      <a:pt x="13573" y="89018"/>
                    </a:moveTo>
                    <a:cubicBezTo>
                      <a:pt x="37386" y="67110"/>
                      <a:pt x="67866" y="56633"/>
                      <a:pt x="100251" y="61395"/>
                    </a:cubicBezTo>
                    <a:cubicBezTo>
                      <a:pt x="95488" y="55680"/>
                      <a:pt x="85963" y="51870"/>
                      <a:pt x="85011" y="46155"/>
                    </a:cubicBezTo>
                    <a:cubicBezTo>
                      <a:pt x="84058" y="36630"/>
                      <a:pt x="105966" y="36630"/>
                      <a:pt x="116443" y="29963"/>
                    </a:cubicBezTo>
                    <a:cubicBezTo>
                      <a:pt x="126921" y="23295"/>
                      <a:pt x="106918" y="18533"/>
                      <a:pt x="107871" y="7103"/>
                    </a:cubicBezTo>
                    <a:cubicBezTo>
                      <a:pt x="108823" y="-4327"/>
                      <a:pt x="93583" y="-3375"/>
                      <a:pt x="73581" y="20438"/>
                    </a:cubicBezTo>
                    <a:cubicBezTo>
                      <a:pt x="53578" y="45203"/>
                      <a:pt x="37386" y="57585"/>
                      <a:pt x="34528" y="69015"/>
                    </a:cubicBezTo>
                    <a:cubicBezTo>
                      <a:pt x="31671" y="80445"/>
                      <a:pt x="8811" y="67110"/>
                      <a:pt x="2143" y="81398"/>
                    </a:cubicBezTo>
                    <a:cubicBezTo>
                      <a:pt x="-714" y="88065"/>
                      <a:pt x="-714" y="97590"/>
                      <a:pt x="2143" y="106163"/>
                    </a:cubicBezTo>
                    <a:cubicBezTo>
                      <a:pt x="4048" y="100448"/>
                      <a:pt x="7858" y="93780"/>
                      <a:pt x="13573" y="89018"/>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673" name="Freeform: Shape 307">
                <a:extLst>
                  <a:ext uri="{FF2B5EF4-FFF2-40B4-BE49-F238E27FC236}">
                    <a16:creationId xmlns:a16="http://schemas.microsoft.com/office/drawing/2014/main" id="{ED962BBE-4575-BA2A-7293-2583D250016F}"/>
                  </a:ext>
                </a:extLst>
              </p:cNvPr>
              <p:cNvSpPr/>
              <p:nvPr/>
            </p:nvSpPr>
            <p:spPr>
              <a:xfrm>
                <a:off x="3008835" y="2994995"/>
                <a:ext cx="1307361" cy="697585"/>
              </a:xfrm>
              <a:custGeom>
                <a:avLst/>
                <a:gdLst>
                  <a:gd name="connsiteX0" fmla="*/ 2520315 w 2552700"/>
                  <a:gd name="connsiteY0" fmla="*/ 135793 h 1362075"/>
                  <a:gd name="connsiteX1" fmla="*/ 2461260 w 2552700"/>
                  <a:gd name="connsiteY1" fmla="*/ 117696 h 1362075"/>
                  <a:gd name="connsiteX2" fmla="*/ 2405063 w 2552700"/>
                  <a:gd name="connsiteY2" fmla="*/ 202468 h 1362075"/>
                  <a:gd name="connsiteX3" fmla="*/ 2349817 w 2552700"/>
                  <a:gd name="connsiteY3" fmla="*/ 264381 h 1362075"/>
                  <a:gd name="connsiteX4" fmla="*/ 2198370 w 2552700"/>
                  <a:gd name="connsiteY4" fmla="*/ 266286 h 1362075"/>
                  <a:gd name="connsiteX5" fmla="*/ 2139315 w 2552700"/>
                  <a:gd name="connsiteY5" fmla="*/ 314863 h 1362075"/>
                  <a:gd name="connsiteX6" fmla="*/ 2141220 w 2552700"/>
                  <a:gd name="connsiteY6" fmla="*/ 317721 h 1362075"/>
                  <a:gd name="connsiteX7" fmla="*/ 2054542 w 2552700"/>
                  <a:gd name="connsiteY7" fmla="*/ 364393 h 1362075"/>
                  <a:gd name="connsiteX8" fmla="*/ 2019300 w 2552700"/>
                  <a:gd name="connsiteY8" fmla="*/ 368203 h 1362075"/>
                  <a:gd name="connsiteX9" fmla="*/ 2022157 w 2552700"/>
                  <a:gd name="connsiteY9" fmla="*/ 387253 h 1362075"/>
                  <a:gd name="connsiteX10" fmla="*/ 2008823 w 2552700"/>
                  <a:gd name="connsiteY10" fmla="*/ 398683 h 1362075"/>
                  <a:gd name="connsiteX11" fmla="*/ 1907857 w 2552700"/>
                  <a:gd name="connsiteY11" fmla="*/ 466311 h 1362075"/>
                  <a:gd name="connsiteX12" fmla="*/ 1819275 w 2552700"/>
                  <a:gd name="connsiteY12" fmla="*/ 445356 h 1362075"/>
                  <a:gd name="connsiteX13" fmla="*/ 1852613 w 2552700"/>
                  <a:gd name="connsiteY13" fmla="*/ 434878 h 1362075"/>
                  <a:gd name="connsiteX14" fmla="*/ 1870710 w 2552700"/>
                  <a:gd name="connsiteY14" fmla="*/ 429163 h 1362075"/>
                  <a:gd name="connsiteX15" fmla="*/ 1863090 w 2552700"/>
                  <a:gd name="connsiteY15" fmla="*/ 392016 h 1362075"/>
                  <a:gd name="connsiteX16" fmla="*/ 1846898 w 2552700"/>
                  <a:gd name="connsiteY16" fmla="*/ 331056 h 1362075"/>
                  <a:gd name="connsiteX17" fmla="*/ 1800225 w 2552700"/>
                  <a:gd name="connsiteY17" fmla="*/ 339628 h 1362075"/>
                  <a:gd name="connsiteX18" fmla="*/ 1818323 w 2552700"/>
                  <a:gd name="connsiteY18" fmla="*/ 252951 h 1362075"/>
                  <a:gd name="connsiteX19" fmla="*/ 1749742 w 2552700"/>
                  <a:gd name="connsiteY19" fmla="*/ 244378 h 1362075"/>
                  <a:gd name="connsiteX20" fmla="*/ 1704975 w 2552700"/>
                  <a:gd name="connsiteY20" fmla="*/ 280573 h 1362075"/>
                  <a:gd name="connsiteX21" fmla="*/ 1693545 w 2552700"/>
                  <a:gd name="connsiteY21" fmla="*/ 382491 h 1362075"/>
                  <a:gd name="connsiteX22" fmla="*/ 1662113 w 2552700"/>
                  <a:gd name="connsiteY22" fmla="*/ 452023 h 1362075"/>
                  <a:gd name="connsiteX23" fmla="*/ 1628775 w 2552700"/>
                  <a:gd name="connsiteY23" fmla="*/ 360583 h 1362075"/>
                  <a:gd name="connsiteX24" fmla="*/ 1638300 w 2552700"/>
                  <a:gd name="connsiteY24" fmla="*/ 277716 h 1362075"/>
                  <a:gd name="connsiteX25" fmla="*/ 1704975 w 2552700"/>
                  <a:gd name="connsiteY25" fmla="*/ 216756 h 1362075"/>
                  <a:gd name="connsiteX26" fmla="*/ 1797367 w 2552700"/>
                  <a:gd name="connsiteY26" fmla="*/ 197706 h 1362075"/>
                  <a:gd name="connsiteX27" fmla="*/ 1802130 w 2552700"/>
                  <a:gd name="connsiteY27" fmla="*/ 191991 h 1362075"/>
                  <a:gd name="connsiteX28" fmla="*/ 1777365 w 2552700"/>
                  <a:gd name="connsiteY28" fmla="*/ 172941 h 1362075"/>
                  <a:gd name="connsiteX29" fmla="*/ 1771650 w 2552700"/>
                  <a:gd name="connsiteY29" fmla="*/ 180561 h 1362075"/>
                  <a:gd name="connsiteX30" fmla="*/ 1730692 w 2552700"/>
                  <a:gd name="connsiteY30" fmla="*/ 161511 h 1362075"/>
                  <a:gd name="connsiteX31" fmla="*/ 1648778 w 2552700"/>
                  <a:gd name="connsiteY31" fmla="*/ 178656 h 1362075"/>
                  <a:gd name="connsiteX32" fmla="*/ 1615440 w 2552700"/>
                  <a:gd name="connsiteY32" fmla="*/ 149128 h 1362075"/>
                  <a:gd name="connsiteX33" fmla="*/ 1600200 w 2552700"/>
                  <a:gd name="connsiteY33" fmla="*/ 123411 h 1362075"/>
                  <a:gd name="connsiteX34" fmla="*/ 1500188 w 2552700"/>
                  <a:gd name="connsiteY34" fmla="*/ 168178 h 1362075"/>
                  <a:gd name="connsiteX35" fmla="*/ 1443038 w 2552700"/>
                  <a:gd name="connsiteY35" fmla="*/ 157701 h 1362075"/>
                  <a:gd name="connsiteX36" fmla="*/ 1531620 w 2552700"/>
                  <a:gd name="connsiteY36" fmla="*/ 96741 h 1362075"/>
                  <a:gd name="connsiteX37" fmla="*/ 1554480 w 2552700"/>
                  <a:gd name="connsiteY37" fmla="*/ 87216 h 1362075"/>
                  <a:gd name="connsiteX38" fmla="*/ 1491615 w 2552700"/>
                  <a:gd name="connsiteY38" fmla="*/ 77691 h 1362075"/>
                  <a:gd name="connsiteX39" fmla="*/ 1453515 w 2552700"/>
                  <a:gd name="connsiteY39" fmla="*/ 71023 h 1362075"/>
                  <a:gd name="connsiteX40" fmla="*/ 1417320 w 2552700"/>
                  <a:gd name="connsiteY40" fmla="*/ 55783 h 1362075"/>
                  <a:gd name="connsiteX41" fmla="*/ 1376363 w 2552700"/>
                  <a:gd name="connsiteY41" fmla="*/ 53878 h 1362075"/>
                  <a:gd name="connsiteX42" fmla="*/ 1338263 w 2552700"/>
                  <a:gd name="connsiteY42" fmla="*/ 39591 h 1362075"/>
                  <a:gd name="connsiteX43" fmla="*/ 1320165 w 2552700"/>
                  <a:gd name="connsiteY43" fmla="*/ 2443 h 1362075"/>
                  <a:gd name="connsiteX44" fmla="*/ 1304925 w 2552700"/>
                  <a:gd name="connsiteY44" fmla="*/ 23398 h 1362075"/>
                  <a:gd name="connsiteX45" fmla="*/ 84772 w 2552700"/>
                  <a:gd name="connsiteY45" fmla="*/ 28161 h 1362075"/>
                  <a:gd name="connsiteX46" fmla="*/ 89535 w 2552700"/>
                  <a:gd name="connsiteY46" fmla="*/ 33876 h 1362075"/>
                  <a:gd name="connsiteX47" fmla="*/ 97155 w 2552700"/>
                  <a:gd name="connsiteY47" fmla="*/ 83406 h 1362075"/>
                  <a:gd name="connsiteX48" fmla="*/ 83820 w 2552700"/>
                  <a:gd name="connsiteY48" fmla="*/ 131983 h 1362075"/>
                  <a:gd name="connsiteX49" fmla="*/ 78105 w 2552700"/>
                  <a:gd name="connsiteY49" fmla="*/ 107218 h 1362075"/>
                  <a:gd name="connsiteX50" fmla="*/ 72390 w 2552700"/>
                  <a:gd name="connsiteY50" fmla="*/ 77691 h 1362075"/>
                  <a:gd name="connsiteX51" fmla="*/ 63817 w 2552700"/>
                  <a:gd name="connsiteY51" fmla="*/ 60546 h 1362075"/>
                  <a:gd name="connsiteX52" fmla="*/ 0 w 2552700"/>
                  <a:gd name="connsiteY52" fmla="*/ 61498 h 1362075"/>
                  <a:gd name="connsiteX53" fmla="*/ 6667 w 2552700"/>
                  <a:gd name="connsiteY53" fmla="*/ 94836 h 1362075"/>
                  <a:gd name="connsiteX54" fmla="*/ 22860 w 2552700"/>
                  <a:gd name="connsiteY54" fmla="*/ 137698 h 1362075"/>
                  <a:gd name="connsiteX55" fmla="*/ 37147 w 2552700"/>
                  <a:gd name="connsiteY55" fmla="*/ 172941 h 1362075"/>
                  <a:gd name="connsiteX56" fmla="*/ 37147 w 2552700"/>
                  <a:gd name="connsiteY56" fmla="*/ 189133 h 1362075"/>
                  <a:gd name="connsiteX57" fmla="*/ 28575 w 2552700"/>
                  <a:gd name="connsiteY57" fmla="*/ 232948 h 1362075"/>
                  <a:gd name="connsiteX58" fmla="*/ 24765 w 2552700"/>
                  <a:gd name="connsiteY58" fmla="*/ 289146 h 1362075"/>
                  <a:gd name="connsiteX59" fmla="*/ 37147 w 2552700"/>
                  <a:gd name="connsiteY59" fmla="*/ 338676 h 1362075"/>
                  <a:gd name="connsiteX60" fmla="*/ 22860 w 2552700"/>
                  <a:gd name="connsiteY60" fmla="*/ 404398 h 1362075"/>
                  <a:gd name="connsiteX61" fmla="*/ 25717 w 2552700"/>
                  <a:gd name="connsiteY61" fmla="*/ 520603 h 1362075"/>
                  <a:gd name="connsiteX62" fmla="*/ 34290 w 2552700"/>
                  <a:gd name="connsiteY62" fmla="*/ 572991 h 1362075"/>
                  <a:gd name="connsiteX63" fmla="*/ 46672 w 2552700"/>
                  <a:gd name="connsiteY63" fmla="*/ 618711 h 1362075"/>
                  <a:gd name="connsiteX64" fmla="*/ 96202 w 2552700"/>
                  <a:gd name="connsiteY64" fmla="*/ 682528 h 1362075"/>
                  <a:gd name="connsiteX65" fmla="*/ 156210 w 2552700"/>
                  <a:gd name="connsiteY65" fmla="*/ 746346 h 1362075"/>
                  <a:gd name="connsiteX66" fmla="*/ 169545 w 2552700"/>
                  <a:gd name="connsiteY66" fmla="*/ 816831 h 1362075"/>
                  <a:gd name="connsiteX67" fmla="*/ 182880 w 2552700"/>
                  <a:gd name="connsiteY67" fmla="*/ 842548 h 1362075"/>
                  <a:gd name="connsiteX68" fmla="*/ 189547 w 2552700"/>
                  <a:gd name="connsiteY68" fmla="*/ 850168 h 1362075"/>
                  <a:gd name="connsiteX69" fmla="*/ 205740 w 2552700"/>
                  <a:gd name="connsiteY69" fmla="*/ 862551 h 1362075"/>
                  <a:gd name="connsiteX70" fmla="*/ 243840 w 2552700"/>
                  <a:gd name="connsiteY70" fmla="*/ 882553 h 1362075"/>
                  <a:gd name="connsiteX71" fmla="*/ 246697 w 2552700"/>
                  <a:gd name="connsiteY71" fmla="*/ 884458 h 1362075"/>
                  <a:gd name="connsiteX72" fmla="*/ 283845 w 2552700"/>
                  <a:gd name="connsiteY72" fmla="*/ 893031 h 1362075"/>
                  <a:gd name="connsiteX73" fmla="*/ 324802 w 2552700"/>
                  <a:gd name="connsiteY73" fmla="*/ 946371 h 1362075"/>
                  <a:gd name="connsiteX74" fmla="*/ 334327 w 2552700"/>
                  <a:gd name="connsiteY74" fmla="*/ 976851 h 1362075"/>
                  <a:gd name="connsiteX75" fmla="*/ 436245 w 2552700"/>
                  <a:gd name="connsiteY75" fmla="*/ 962563 h 1362075"/>
                  <a:gd name="connsiteX76" fmla="*/ 485775 w 2552700"/>
                  <a:gd name="connsiteY76" fmla="*/ 991138 h 1362075"/>
                  <a:gd name="connsiteX77" fmla="*/ 600075 w 2552700"/>
                  <a:gd name="connsiteY77" fmla="*/ 1034001 h 1362075"/>
                  <a:gd name="connsiteX78" fmla="*/ 725805 w 2552700"/>
                  <a:gd name="connsiteY78" fmla="*/ 1033048 h 1362075"/>
                  <a:gd name="connsiteX79" fmla="*/ 740092 w 2552700"/>
                  <a:gd name="connsiteY79" fmla="*/ 1013046 h 1362075"/>
                  <a:gd name="connsiteX80" fmla="*/ 809625 w 2552700"/>
                  <a:gd name="connsiteY80" fmla="*/ 1013046 h 1362075"/>
                  <a:gd name="connsiteX81" fmla="*/ 860107 w 2552700"/>
                  <a:gd name="connsiteY81" fmla="*/ 1061623 h 1362075"/>
                  <a:gd name="connsiteX82" fmla="*/ 888682 w 2552700"/>
                  <a:gd name="connsiteY82" fmla="*/ 1098771 h 1362075"/>
                  <a:gd name="connsiteX83" fmla="*/ 903922 w 2552700"/>
                  <a:gd name="connsiteY83" fmla="*/ 1129251 h 1362075"/>
                  <a:gd name="connsiteX84" fmla="*/ 955357 w 2552700"/>
                  <a:gd name="connsiteY84" fmla="*/ 1157826 h 1362075"/>
                  <a:gd name="connsiteX85" fmla="*/ 989647 w 2552700"/>
                  <a:gd name="connsiteY85" fmla="*/ 1114011 h 1362075"/>
                  <a:gd name="connsiteX86" fmla="*/ 1067753 w 2552700"/>
                  <a:gd name="connsiteY86" fmla="*/ 1162588 h 1362075"/>
                  <a:gd name="connsiteX87" fmla="*/ 1109663 w 2552700"/>
                  <a:gd name="connsiteY87" fmla="*/ 1227358 h 1362075"/>
                  <a:gd name="connsiteX88" fmla="*/ 1120140 w 2552700"/>
                  <a:gd name="connsiteY88" fmla="*/ 1263553 h 1362075"/>
                  <a:gd name="connsiteX89" fmla="*/ 1132523 w 2552700"/>
                  <a:gd name="connsiteY89" fmla="*/ 1293081 h 1362075"/>
                  <a:gd name="connsiteX90" fmla="*/ 1194435 w 2552700"/>
                  <a:gd name="connsiteY90" fmla="*/ 1316893 h 1362075"/>
                  <a:gd name="connsiteX91" fmla="*/ 1212532 w 2552700"/>
                  <a:gd name="connsiteY91" fmla="*/ 1324513 h 1362075"/>
                  <a:gd name="connsiteX92" fmla="*/ 1200150 w 2552700"/>
                  <a:gd name="connsiteY92" fmla="*/ 1262601 h 1362075"/>
                  <a:gd name="connsiteX93" fmla="*/ 1210628 w 2552700"/>
                  <a:gd name="connsiteY93" fmla="*/ 1216881 h 1362075"/>
                  <a:gd name="connsiteX94" fmla="*/ 1240155 w 2552700"/>
                  <a:gd name="connsiteY94" fmla="*/ 1194021 h 1362075"/>
                  <a:gd name="connsiteX95" fmla="*/ 1243013 w 2552700"/>
                  <a:gd name="connsiteY95" fmla="*/ 1187353 h 1362075"/>
                  <a:gd name="connsiteX96" fmla="*/ 1243013 w 2552700"/>
                  <a:gd name="connsiteY96" fmla="*/ 1187353 h 1362075"/>
                  <a:gd name="connsiteX97" fmla="*/ 1249680 w 2552700"/>
                  <a:gd name="connsiteY97" fmla="*/ 1176876 h 1362075"/>
                  <a:gd name="connsiteX98" fmla="*/ 1256348 w 2552700"/>
                  <a:gd name="connsiteY98" fmla="*/ 1170208 h 1362075"/>
                  <a:gd name="connsiteX99" fmla="*/ 1260157 w 2552700"/>
                  <a:gd name="connsiteY99" fmla="*/ 1161636 h 1362075"/>
                  <a:gd name="connsiteX100" fmla="*/ 1288732 w 2552700"/>
                  <a:gd name="connsiteY100" fmla="*/ 1140681 h 1362075"/>
                  <a:gd name="connsiteX101" fmla="*/ 1304925 w 2552700"/>
                  <a:gd name="connsiteY101" fmla="*/ 1139728 h 1362075"/>
                  <a:gd name="connsiteX102" fmla="*/ 1312545 w 2552700"/>
                  <a:gd name="connsiteY102" fmla="*/ 1129251 h 1362075"/>
                  <a:gd name="connsiteX103" fmla="*/ 1315403 w 2552700"/>
                  <a:gd name="connsiteY103" fmla="*/ 1127346 h 1362075"/>
                  <a:gd name="connsiteX104" fmla="*/ 1323975 w 2552700"/>
                  <a:gd name="connsiteY104" fmla="*/ 1121631 h 1362075"/>
                  <a:gd name="connsiteX105" fmla="*/ 1324928 w 2552700"/>
                  <a:gd name="connsiteY105" fmla="*/ 1120678 h 1362075"/>
                  <a:gd name="connsiteX106" fmla="*/ 1325880 w 2552700"/>
                  <a:gd name="connsiteY106" fmla="*/ 1116868 h 1362075"/>
                  <a:gd name="connsiteX107" fmla="*/ 1347788 w 2552700"/>
                  <a:gd name="connsiteY107" fmla="*/ 1089246 h 1362075"/>
                  <a:gd name="connsiteX108" fmla="*/ 1384935 w 2552700"/>
                  <a:gd name="connsiteY108" fmla="*/ 1084483 h 1362075"/>
                  <a:gd name="connsiteX109" fmla="*/ 1397317 w 2552700"/>
                  <a:gd name="connsiteY109" fmla="*/ 1090198 h 1362075"/>
                  <a:gd name="connsiteX110" fmla="*/ 1405890 w 2552700"/>
                  <a:gd name="connsiteY110" fmla="*/ 1089246 h 1362075"/>
                  <a:gd name="connsiteX111" fmla="*/ 1446848 w 2552700"/>
                  <a:gd name="connsiteY111" fmla="*/ 1112106 h 1362075"/>
                  <a:gd name="connsiteX112" fmla="*/ 1471613 w 2552700"/>
                  <a:gd name="connsiteY112" fmla="*/ 1133061 h 1362075"/>
                  <a:gd name="connsiteX113" fmla="*/ 1508760 w 2552700"/>
                  <a:gd name="connsiteY113" fmla="*/ 1144491 h 1362075"/>
                  <a:gd name="connsiteX114" fmla="*/ 1528763 w 2552700"/>
                  <a:gd name="connsiteY114" fmla="*/ 1127346 h 1362075"/>
                  <a:gd name="connsiteX115" fmla="*/ 1552575 w 2552700"/>
                  <a:gd name="connsiteY115" fmla="*/ 1148301 h 1362075"/>
                  <a:gd name="connsiteX116" fmla="*/ 1564005 w 2552700"/>
                  <a:gd name="connsiteY116" fmla="*/ 1137823 h 1362075"/>
                  <a:gd name="connsiteX117" fmla="*/ 1557338 w 2552700"/>
                  <a:gd name="connsiteY117" fmla="*/ 1132108 h 1362075"/>
                  <a:gd name="connsiteX118" fmla="*/ 1548765 w 2552700"/>
                  <a:gd name="connsiteY118" fmla="*/ 1105438 h 1362075"/>
                  <a:gd name="connsiteX119" fmla="*/ 1586865 w 2552700"/>
                  <a:gd name="connsiteY119" fmla="*/ 1084483 h 1362075"/>
                  <a:gd name="connsiteX120" fmla="*/ 1618298 w 2552700"/>
                  <a:gd name="connsiteY120" fmla="*/ 1076863 h 1362075"/>
                  <a:gd name="connsiteX121" fmla="*/ 1636395 w 2552700"/>
                  <a:gd name="connsiteY121" fmla="*/ 1089246 h 1362075"/>
                  <a:gd name="connsiteX122" fmla="*/ 1695450 w 2552700"/>
                  <a:gd name="connsiteY122" fmla="*/ 1081626 h 1362075"/>
                  <a:gd name="connsiteX123" fmla="*/ 1736407 w 2552700"/>
                  <a:gd name="connsiteY123" fmla="*/ 1113058 h 1362075"/>
                  <a:gd name="connsiteX124" fmla="*/ 1766888 w 2552700"/>
                  <a:gd name="connsiteY124" fmla="*/ 1118773 h 1362075"/>
                  <a:gd name="connsiteX125" fmla="*/ 1807845 w 2552700"/>
                  <a:gd name="connsiteY125" fmla="*/ 1103533 h 1362075"/>
                  <a:gd name="connsiteX126" fmla="*/ 1851660 w 2552700"/>
                  <a:gd name="connsiteY126" fmla="*/ 1156873 h 1362075"/>
                  <a:gd name="connsiteX127" fmla="*/ 1852613 w 2552700"/>
                  <a:gd name="connsiteY127" fmla="*/ 1211166 h 1362075"/>
                  <a:gd name="connsiteX128" fmla="*/ 1871663 w 2552700"/>
                  <a:gd name="connsiteY128" fmla="*/ 1258791 h 1362075"/>
                  <a:gd name="connsiteX129" fmla="*/ 1882140 w 2552700"/>
                  <a:gd name="connsiteY129" fmla="*/ 1286413 h 1362075"/>
                  <a:gd name="connsiteX130" fmla="*/ 1885950 w 2552700"/>
                  <a:gd name="connsiteY130" fmla="*/ 1289271 h 1362075"/>
                  <a:gd name="connsiteX131" fmla="*/ 1899285 w 2552700"/>
                  <a:gd name="connsiteY131" fmla="*/ 1313083 h 1362075"/>
                  <a:gd name="connsiteX132" fmla="*/ 1920240 w 2552700"/>
                  <a:gd name="connsiteY132" fmla="*/ 1349278 h 1362075"/>
                  <a:gd name="connsiteX133" fmla="*/ 1953578 w 2552700"/>
                  <a:gd name="connsiteY133" fmla="*/ 1355946 h 1362075"/>
                  <a:gd name="connsiteX134" fmla="*/ 1960245 w 2552700"/>
                  <a:gd name="connsiteY134" fmla="*/ 1334038 h 1362075"/>
                  <a:gd name="connsiteX135" fmla="*/ 1959292 w 2552700"/>
                  <a:gd name="connsiteY135" fmla="*/ 1327371 h 1362075"/>
                  <a:gd name="connsiteX136" fmla="*/ 1957388 w 2552700"/>
                  <a:gd name="connsiteY136" fmla="*/ 1265458 h 1362075"/>
                  <a:gd name="connsiteX137" fmla="*/ 1963103 w 2552700"/>
                  <a:gd name="connsiteY137" fmla="*/ 1242598 h 1362075"/>
                  <a:gd name="connsiteX138" fmla="*/ 1961198 w 2552700"/>
                  <a:gd name="connsiteY138" fmla="*/ 1236883 h 1362075"/>
                  <a:gd name="connsiteX139" fmla="*/ 1941195 w 2552700"/>
                  <a:gd name="connsiteY139" fmla="*/ 1199736 h 1362075"/>
                  <a:gd name="connsiteX140" fmla="*/ 1938338 w 2552700"/>
                  <a:gd name="connsiteY140" fmla="*/ 1164493 h 1362075"/>
                  <a:gd name="connsiteX141" fmla="*/ 1935480 w 2552700"/>
                  <a:gd name="connsiteY141" fmla="*/ 1159731 h 1362075"/>
                  <a:gd name="connsiteX142" fmla="*/ 1910715 w 2552700"/>
                  <a:gd name="connsiteY142" fmla="*/ 1066386 h 1362075"/>
                  <a:gd name="connsiteX143" fmla="*/ 1919288 w 2552700"/>
                  <a:gd name="connsiteY143" fmla="*/ 1034001 h 1362075"/>
                  <a:gd name="connsiteX144" fmla="*/ 1943100 w 2552700"/>
                  <a:gd name="connsiteY144" fmla="*/ 978756 h 1362075"/>
                  <a:gd name="connsiteX145" fmla="*/ 1962150 w 2552700"/>
                  <a:gd name="connsiteY145" fmla="*/ 959706 h 1362075"/>
                  <a:gd name="connsiteX146" fmla="*/ 1991678 w 2552700"/>
                  <a:gd name="connsiteY146" fmla="*/ 953991 h 1362075"/>
                  <a:gd name="connsiteX147" fmla="*/ 2001203 w 2552700"/>
                  <a:gd name="connsiteY147" fmla="*/ 942561 h 1362075"/>
                  <a:gd name="connsiteX148" fmla="*/ 2037398 w 2552700"/>
                  <a:gd name="connsiteY148" fmla="*/ 904461 h 1362075"/>
                  <a:gd name="connsiteX149" fmla="*/ 2042160 w 2552700"/>
                  <a:gd name="connsiteY149" fmla="*/ 904461 h 1362075"/>
                  <a:gd name="connsiteX150" fmla="*/ 2079307 w 2552700"/>
                  <a:gd name="connsiteY150" fmla="*/ 843501 h 1362075"/>
                  <a:gd name="connsiteX151" fmla="*/ 2114550 w 2552700"/>
                  <a:gd name="connsiteY151" fmla="*/ 827308 h 1362075"/>
                  <a:gd name="connsiteX152" fmla="*/ 2114550 w 2552700"/>
                  <a:gd name="connsiteY152" fmla="*/ 826356 h 1362075"/>
                  <a:gd name="connsiteX153" fmla="*/ 2125028 w 2552700"/>
                  <a:gd name="connsiteY153" fmla="*/ 809211 h 1362075"/>
                  <a:gd name="connsiteX154" fmla="*/ 2155508 w 2552700"/>
                  <a:gd name="connsiteY154" fmla="*/ 811116 h 1362075"/>
                  <a:gd name="connsiteX155" fmla="*/ 2165985 w 2552700"/>
                  <a:gd name="connsiteY155" fmla="*/ 782541 h 1362075"/>
                  <a:gd name="connsiteX156" fmla="*/ 2152650 w 2552700"/>
                  <a:gd name="connsiteY156" fmla="*/ 766348 h 1362075"/>
                  <a:gd name="connsiteX157" fmla="*/ 2137410 w 2552700"/>
                  <a:gd name="connsiteY157" fmla="*/ 733963 h 1362075"/>
                  <a:gd name="connsiteX158" fmla="*/ 2136458 w 2552700"/>
                  <a:gd name="connsiteY158" fmla="*/ 711103 h 1362075"/>
                  <a:gd name="connsiteX159" fmla="*/ 2107883 w 2552700"/>
                  <a:gd name="connsiteY159" fmla="*/ 671098 h 1362075"/>
                  <a:gd name="connsiteX160" fmla="*/ 2125980 w 2552700"/>
                  <a:gd name="connsiteY160" fmla="*/ 653953 h 1362075"/>
                  <a:gd name="connsiteX161" fmla="*/ 2132648 w 2552700"/>
                  <a:gd name="connsiteY161" fmla="*/ 591088 h 1362075"/>
                  <a:gd name="connsiteX162" fmla="*/ 2146935 w 2552700"/>
                  <a:gd name="connsiteY162" fmla="*/ 591088 h 1362075"/>
                  <a:gd name="connsiteX163" fmla="*/ 2143125 w 2552700"/>
                  <a:gd name="connsiteY163" fmla="*/ 637761 h 1362075"/>
                  <a:gd name="connsiteX164" fmla="*/ 2156460 w 2552700"/>
                  <a:gd name="connsiteY164" fmla="*/ 665383 h 1362075"/>
                  <a:gd name="connsiteX165" fmla="*/ 2159317 w 2552700"/>
                  <a:gd name="connsiteY165" fmla="*/ 662526 h 1362075"/>
                  <a:gd name="connsiteX166" fmla="*/ 2165033 w 2552700"/>
                  <a:gd name="connsiteY166" fmla="*/ 657763 h 1362075"/>
                  <a:gd name="connsiteX167" fmla="*/ 2165033 w 2552700"/>
                  <a:gd name="connsiteY167" fmla="*/ 657763 h 1362075"/>
                  <a:gd name="connsiteX168" fmla="*/ 2165033 w 2552700"/>
                  <a:gd name="connsiteY168" fmla="*/ 652048 h 1362075"/>
                  <a:gd name="connsiteX169" fmla="*/ 2174558 w 2552700"/>
                  <a:gd name="connsiteY169" fmla="*/ 624426 h 1362075"/>
                  <a:gd name="connsiteX170" fmla="*/ 2177415 w 2552700"/>
                  <a:gd name="connsiteY170" fmla="*/ 619663 h 1362075"/>
                  <a:gd name="connsiteX171" fmla="*/ 2178367 w 2552700"/>
                  <a:gd name="connsiteY171" fmla="*/ 618711 h 1362075"/>
                  <a:gd name="connsiteX172" fmla="*/ 2179320 w 2552700"/>
                  <a:gd name="connsiteY172" fmla="*/ 616806 h 1362075"/>
                  <a:gd name="connsiteX173" fmla="*/ 2184083 w 2552700"/>
                  <a:gd name="connsiteY173" fmla="*/ 598708 h 1362075"/>
                  <a:gd name="connsiteX174" fmla="*/ 2188845 w 2552700"/>
                  <a:gd name="connsiteY174" fmla="*/ 604423 h 1362075"/>
                  <a:gd name="connsiteX175" fmla="*/ 2193608 w 2552700"/>
                  <a:gd name="connsiteY175" fmla="*/ 600613 h 1362075"/>
                  <a:gd name="connsiteX176" fmla="*/ 2200275 w 2552700"/>
                  <a:gd name="connsiteY176" fmla="*/ 595851 h 1362075"/>
                  <a:gd name="connsiteX177" fmla="*/ 2201228 w 2552700"/>
                  <a:gd name="connsiteY177" fmla="*/ 594898 h 1362075"/>
                  <a:gd name="connsiteX178" fmla="*/ 2219325 w 2552700"/>
                  <a:gd name="connsiteY178" fmla="*/ 584421 h 1362075"/>
                  <a:gd name="connsiteX179" fmla="*/ 2235517 w 2552700"/>
                  <a:gd name="connsiteY179" fmla="*/ 550131 h 1362075"/>
                  <a:gd name="connsiteX180" fmla="*/ 2240280 w 2552700"/>
                  <a:gd name="connsiteY180" fmla="*/ 539653 h 1362075"/>
                  <a:gd name="connsiteX181" fmla="*/ 2240280 w 2552700"/>
                  <a:gd name="connsiteY181" fmla="*/ 539653 h 1362075"/>
                  <a:gd name="connsiteX182" fmla="*/ 2239328 w 2552700"/>
                  <a:gd name="connsiteY182" fmla="*/ 537748 h 1362075"/>
                  <a:gd name="connsiteX183" fmla="*/ 2256473 w 2552700"/>
                  <a:gd name="connsiteY183" fmla="*/ 524413 h 1362075"/>
                  <a:gd name="connsiteX184" fmla="*/ 2259330 w 2552700"/>
                  <a:gd name="connsiteY184" fmla="*/ 522508 h 1362075"/>
                  <a:gd name="connsiteX185" fmla="*/ 2286953 w 2552700"/>
                  <a:gd name="connsiteY185" fmla="*/ 513936 h 1362075"/>
                  <a:gd name="connsiteX186" fmla="*/ 2294573 w 2552700"/>
                  <a:gd name="connsiteY186" fmla="*/ 513936 h 1362075"/>
                  <a:gd name="connsiteX187" fmla="*/ 2295525 w 2552700"/>
                  <a:gd name="connsiteY187" fmla="*/ 513936 h 1362075"/>
                  <a:gd name="connsiteX188" fmla="*/ 2304098 w 2552700"/>
                  <a:gd name="connsiteY188" fmla="*/ 510126 h 1362075"/>
                  <a:gd name="connsiteX189" fmla="*/ 2328863 w 2552700"/>
                  <a:gd name="connsiteY189" fmla="*/ 504411 h 1362075"/>
                  <a:gd name="connsiteX190" fmla="*/ 2261235 w 2552700"/>
                  <a:gd name="connsiteY190" fmla="*/ 502506 h 1362075"/>
                  <a:gd name="connsiteX191" fmla="*/ 2332673 w 2552700"/>
                  <a:gd name="connsiteY191" fmla="*/ 477741 h 1362075"/>
                  <a:gd name="connsiteX192" fmla="*/ 2354580 w 2552700"/>
                  <a:gd name="connsiteY192" fmla="*/ 457738 h 1362075"/>
                  <a:gd name="connsiteX193" fmla="*/ 2386965 w 2552700"/>
                  <a:gd name="connsiteY193" fmla="*/ 463453 h 1362075"/>
                  <a:gd name="connsiteX194" fmla="*/ 2386013 w 2552700"/>
                  <a:gd name="connsiteY194" fmla="*/ 457738 h 1362075"/>
                  <a:gd name="connsiteX195" fmla="*/ 2379345 w 2552700"/>
                  <a:gd name="connsiteY195" fmla="*/ 433926 h 1362075"/>
                  <a:gd name="connsiteX196" fmla="*/ 2380298 w 2552700"/>
                  <a:gd name="connsiteY196" fmla="*/ 423448 h 1362075"/>
                  <a:gd name="connsiteX197" fmla="*/ 2380298 w 2552700"/>
                  <a:gd name="connsiteY197" fmla="*/ 423448 h 1362075"/>
                  <a:gd name="connsiteX198" fmla="*/ 2384108 w 2552700"/>
                  <a:gd name="connsiteY198" fmla="*/ 408208 h 1362075"/>
                  <a:gd name="connsiteX199" fmla="*/ 2386965 w 2552700"/>
                  <a:gd name="connsiteY199" fmla="*/ 402493 h 1362075"/>
                  <a:gd name="connsiteX200" fmla="*/ 2386013 w 2552700"/>
                  <a:gd name="connsiteY200" fmla="*/ 399636 h 1362075"/>
                  <a:gd name="connsiteX201" fmla="*/ 2386013 w 2552700"/>
                  <a:gd name="connsiteY201" fmla="*/ 398683 h 1362075"/>
                  <a:gd name="connsiteX202" fmla="*/ 2379345 w 2552700"/>
                  <a:gd name="connsiteY202" fmla="*/ 375823 h 1362075"/>
                  <a:gd name="connsiteX203" fmla="*/ 2393633 w 2552700"/>
                  <a:gd name="connsiteY203" fmla="*/ 343438 h 1362075"/>
                  <a:gd name="connsiteX204" fmla="*/ 2426017 w 2552700"/>
                  <a:gd name="connsiteY204" fmla="*/ 329151 h 1362075"/>
                  <a:gd name="connsiteX205" fmla="*/ 2458403 w 2552700"/>
                  <a:gd name="connsiteY205" fmla="*/ 312006 h 1362075"/>
                  <a:gd name="connsiteX206" fmla="*/ 2463165 w 2552700"/>
                  <a:gd name="connsiteY206" fmla="*/ 311053 h 1362075"/>
                  <a:gd name="connsiteX207" fmla="*/ 2472690 w 2552700"/>
                  <a:gd name="connsiteY207" fmla="*/ 296766 h 1362075"/>
                  <a:gd name="connsiteX208" fmla="*/ 2527935 w 2552700"/>
                  <a:gd name="connsiteY208" fmla="*/ 298671 h 1362075"/>
                  <a:gd name="connsiteX209" fmla="*/ 2561273 w 2552700"/>
                  <a:gd name="connsiteY209" fmla="*/ 272001 h 1362075"/>
                  <a:gd name="connsiteX210" fmla="*/ 2520315 w 2552700"/>
                  <a:gd name="connsiteY210" fmla="*/ 135793 h 136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2552700" h="1362075">
                    <a:moveTo>
                      <a:pt x="2520315" y="135793"/>
                    </a:moveTo>
                    <a:cubicBezTo>
                      <a:pt x="2519363" y="121506"/>
                      <a:pt x="2479358" y="132936"/>
                      <a:pt x="2461260" y="117696"/>
                    </a:cubicBezTo>
                    <a:cubicBezTo>
                      <a:pt x="2443163" y="102456"/>
                      <a:pt x="2411730" y="172941"/>
                      <a:pt x="2405063" y="202468"/>
                    </a:cubicBezTo>
                    <a:cubicBezTo>
                      <a:pt x="2398395" y="231996"/>
                      <a:pt x="2349817" y="264381"/>
                      <a:pt x="2349817" y="264381"/>
                    </a:cubicBezTo>
                    <a:cubicBezTo>
                      <a:pt x="2349817" y="264381"/>
                      <a:pt x="2209800" y="266286"/>
                      <a:pt x="2198370" y="266286"/>
                    </a:cubicBezTo>
                    <a:cubicBezTo>
                      <a:pt x="2189798" y="266286"/>
                      <a:pt x="2158365" y="295813"/>
                      <a:pt x="2139315" y="314863"/>
                    </a:cubicBezTo>
                    <a:cubicBezTo>
                      <a:pt x="2140267" y="315816"/>
                      <a:pt x="2140267" y="316768"/>
                      <a:pt x="2141220" y="317721"/>
                    </a:cubicBezTo>
                    <a:cubicBezTo>
                      <a:pt x="2155508" y="345343"/>
                      <a:pt x="2104073" y="362488"/>
                      <a:pt x="2054542" y="364393"/>
                    </a:cubicBezTo>
                    <a:cubicBezTo>
                      <a:pt x="2039303" y="365346"/>
                      <a:pt x="2027873" y="366298"/>
                      <a:pt x="2019300" y="368203"/>
                    </a:cubicBezTo>
                    <a:cubicBezTo>
                      <a:pt x="2021205" y="374871"/>
                      <a:pt x="2022157" y="381538"/>
                      <a:pt x="2022157" y="387253"/>
                    </a:cubicBezTo>
                    <a:cubicBezTo>
                      <a:pt x="2022157" y="391063"/>
                      <a:pt x="2016442" y="394873"/>
                      <a:pt x="2008823" y="398683"/>
                    </a:cubicBezTo>
                    <a:cubicBezTo>
                      <a:pt x="2001203" y="414876"/>
                      <a:pt x="1941195" y="446308"/>
                      <a:pt x="1907857" y="466311"/>
                    </a:cubicBezTo>
                    <a:cubicBezTo>
                      <a:pt x="1870710" y="487266"/>
                      <a:pt x="1819275" y="476788"/>
                      <a:pt x="1819275" y="445356"/>
                    </a:cubicBezTo>
                    <a:cubicBezTo>
                      <a:pt x="1819275" y="413923"/>
                      <a:pt x="1846898" y="419638"/>
                      <a:pt x="1852613" y="434878"/>
                    </a:cubicBezTo>
                    <a:cubicBezTo>
                      <a:pt x="1854517" y="440593"/>
                      <a:pt x="1861185" y="436783"/>
                      <a:pt x="1870710" y="429163"/>
                    </a:cubicBezTo>
                    <a:cubicBezTo>
                      <a:pt x="1861185" y="419638"/>
                      <a:pt x="1861185" y="403446"/>
                      <a:pt x="1863090" y="392016"/>
                    </a:cubicBezTo>
                    <a:cubicBezTo>
                      <a:pt x="1851660" y="386301"/>
                      <a:pt x="1869757" y="339628"/>
                      <a:pt x="1846898" y="331056"/>
                    </a:cubicBezTo>
                    <a:cubicBezTo>
                      <a:pt x="1823085" y="322483"/>
                      <a:pt x="1795463" y="367251"/>
                      <a:pt x="1800225" y="339628"/>
                    </a:cubicBezTo>
                    <a:cubicBezTo>
                      <a:pt x="1804035" y="312006"/>
                      <a:pt x="1839278" y="289146"/>
                      <a:pt x="1818323" y="252951"/>
                    </a:cubicBezTo>
                    <a:cubicBezTo>
                      <a:pt x="1796415" y="216756"/>
                      <a:pt x="1757363" y="216756"/>
                      <a:pt x="1749742" y="244378"/>
                    </a:cubicBezTo>
                    <a:cubicBezTo>
                      <a:pt x="1742123" y="272001"/>
                      <a:pt x="1714500" y="259618"/>
                      <a:pt x="1704975" y="280573"/>
                    </a:cubicBezTo>
                    <a:cubicBezTo>
                      <a:pt x="1695450" y="301528"/>
                      <a:pt x="1684973" y="348201"/>
                      <a:pt x="1693545" y="382491"/>
                    </a:cubicBezTo>
                    <a:cubicBezTo>
                      <a:pt x="1701165" y="416781"/>
                      <a:pt x="1691640" y="432973"/>
                      <a:pt x="1662113" y="452023"/>
                    </a:cubicBezTo>
                    <a:cubicBezTo>
                      <a:pt x="1632585" y="471073"/>
                      <a:pt x="1617345" y="422496"/>
                      <a:pt x="1628775" y="360583"/>
                    </a:cubicBezTo>
                    <a:cubicBezTo>
                      <a:pt x="1636395" y="318673"/>
                      <a:pt x="1658303" y="277716"/>
                      <a:pt x="1638300" y="277716"/>
                    </a:cubicBezTo>
                    <a:cubicBezTo>
                      <a:pt x="1618298" y="277716"/>
                      <a:pt x="1664017" y="227233"/>
                      <a:pt x="1704975" y="216756"/>
                    </a:cubicBezTo>
                    <a:cubicBezTo>
                      <a:pt x="1745932" y="206278"/>
                      <a:pt x="1797367" y="210088"/>
                      <a:pt x="1797367" y="197706"/>
                    </a:cubicBezTo>
                    <a:cubicBezTo>
                      <a:pt x="1797367" y="194848"/>
                      <a:pt x="1799273" y="192943"/>
                      <a:pt x="1802130" y="191991"/>
                    </a:cubicBezTo>
                    <a:cubicBezTo>
                      <a:pt x="1793557" y="184371"/>
                      <a:pt x="1784032" y="177703"/>
                      <a:pt x="1777365" y="172941"/>
                    </a:cubicBezTo>
                    <a:cubicBezTo>
                      <a:pt x="1776413" y="175798"/>
                      <a:pt x="1775460" y="177703"/>
                      <a:pt x="1771650" y="180561"/>
                    </a:cubicBezTo>
                    <a:cubicBezTo>
                      <a:pt x="1755457" y="192943"/>
                      <a:pt x="1760220" y="161511"/>
                      <a:pt x="1730692" y="161511"/>
                    </a:cubicBezTo>
                    <a:cubicBezTo>
                      <a:pt x="1701165" y="161511"/>
                      <a:pt x="1671638" y="191038"/>
                      <a:pt x="1648778" y="178656"/>
                    </a:cubicBezTo>
                    <a:cubicBezTo>
                      <a:pt x="1624965" y="166273"/>
                      <a:pt x="1637348" y="149128"/>
                      <a:pt x="1615440" y="149128"/>
                    </a:cubicBezTo>
                    <a:cubicBezTo>
                      <a:pt x="1593532" y="149128"/>
                      <a:pt x="1630680" y="104361"/>
                      <a:pt x="1600200" y="123411"/>
                    </a:cubicBezTo>
                    <a:cubicBezTo>
                      <a:pt x="1568767" y="142461"/>
                      <a:pt x="1522095" y="189133"/>
                      <a:pt x="1500188" y="168178"/>
                    </a:cubicBezTo>
                    <a:cubicBezTo>
                      <a:pt x="1478280" y="147223"/>
                      <a:pt x="1459230" y="174846"/>
                      <a:pt x="1443038" y="157701"/>
                    </a:cubicBezTo>
                    <a:cubicBezTo>
                      <a:pt x="1427798" y="140556"/>
                      <a:pt x="1498282" y="93883"/>
                      <a:pt x="1531620" y="96741"/>
                    </a:cubicBezTo>
                    <a:cubicBezTo>
                      <a:pt x="1540192" y="97693"/>
                      <a:pt x="1546860" y="92931"/>
                      <a:pt x="1554480" y="87216"/>
                    </a:cubicBezTo>
                    <a:cubicBezTo>
                      <a:pt x="1537335" y="80548"/>
                      <a:pt x="1501140" y="65308"/>
                      <a:pt x="1491615" y="77691"/>
                    </a:cubicBezTo>
                    <a:cubicBezTo>
                      <a:pt x="1480185" y="92931"/>
                      <a:pt x="1463040" y="83406"/>
                      <a:pt x="1453515" y="71023"/>
                    </a:cubicBezTo>
                    <a:cubicBezTo>
                      <a:pt x="1443990" y="58641"/>
                      <a:pt x="1432560" y="74833"/>
                      <a:pt x="1417320" y="55783"/>
                    </a:cubicBezTo>
                    <a:cubicBezTo>
                      <a:pt x="1402080" y="35781"/>
                      <a:pt x="1385888" y="50068"/>
                      <a:pt x="1376363" y="53878"/>
                    </a:cubicBezTo>
                    <a:cubicBezTo>
                      <a:pt x="1366838" y="57688"/>
                      <a:pt x="1355407" y="47211"/>
                      <a:pt x="1338263" y="39591"/>
                    </a:cubicBezTo>
                    <a:cubicBezTo>
                      <a:pt x="1321117" y="32923"/>
                      <a:pt x="1334453" y="13873"/>
                      <a:pt x="1320165" y="2443"/>
                    </a:cubicBezTo>
                    <a:cubicBezTo>
                      <a:pt x="1305878" y="-8987"/>
                      <a:pt x="1304925" y="23398"/>
                      <a:pt x="1304925" y="23398"/>
                    </a:cubicBezTo>
                    <a:lnTo>
                      <a:pt x="84772" y="28161"/>
                    </a:lnTo>
                    <a:cubicBezTo>
                      <a:pt x="85725" y="30066"/>
                      <a:pt x="87630" y="32923"/>
                      <a:pt x="89535" y="33876"/>
                    </a:cubicBezTo>
                    <a:cubicBezTo>
                      <a:pt x="103822" y="51021"/>
                      <a:pt x="92392" y="63403"/>
                      <a:pt x="97155" y="83406"/>
                    </a:cubicBezTo>
                    <a:cubicBezTo>
                      <a:pt x="101917" y="103408"/>
                      <a:pt x="98107" y="131983"/>
                      <a:pt x="83820" y="131983"/>
                    </a:cubicBezTo>
                    <a:cubicBezTo>
                      <a:pt x="69532" y="131983"/>
                      <a:pt x="67627" y="113886"/>
                      <a:pt x="78105" y="107218"/>
                    </a:cubicBezTo>
                    <a:cubicBezTo>
                      <a:pt x="88582" y="100551"/>
                      <a:pt x="82867" y="77691"/>
                      <a:pt x="72390" y="77691"/>
                    </a:cubicBezTo>
                    <a:cubicBezTo>
                      <a:pt x="65722" y="77691"/>
                      <a:pt x="63817" y="70071"/>
                      <a:pt x="63817" y="60546"/>
                    </a:cubicBezTo>
                    <a:cubicBezTo>
                      <a:pt x="45720" y="66261"/>
                      <a:pt x="23813" y="64356"/>
                      <a:pt x="0" y="61498"/>
                    </a:cubicBezTo>
                    <a:cubicBezTo>
                      <a:pt x="2857" y="71976"/>
                      <a:pt x="5715" y="83406"/>
                      <a:pt x="6667" y="94836"/>
                    </a:cubicBezTo>
                    <a:cubicBezTo>
                      <a:pt x="17145" y="107218"/>
                      <a:pt x="20002" y="121506"/>
                      <a:pt x="22860" y="137698"/>
                    </a:cubicBezTo>
                    <a:cubicBezTo>
                      <a:pt x="30480" y="154843"/>
                      <a:pt x="24765" y="165321"/>
                      <a:pt x="37147" y="172941"/>
                    </a:cubicBezTo>
                    <a:cubicBezTo>
                      <a:pt x="51435" y="181513"/>
                      <a:pt x="50482" y="191038"/>
                      <a:pt x="37147" y="189133"/>
                    </a:cubicBezTo>
                    <a:cubicBezTo>
                      <a:pt x="23813" y="187228"/>
                      <a:pt x="33338" y="200563"/>
                      <a:pt x="28575" y="232948"/>
                    </a:cubicBezTo>
                    <a:cubicBezTo>
                      <a:pt x="26670" y="247236"/>
                      <a:pt x="25717" y="268191"/>
                      <a:pt x="24765" y="289146"/>
                    </a:cubicBezTo>
                    <a:cubicBezTo>
                      <a:pt x="29527" y="305338"/>
                      <a:pt x="35242" y="322483"/>
                      <a:pt x="37147" y="338676"/>
                    </a:cubicBezTo>
                    <a:cubicBezTo>
                      <a:pt x="40005" y="365346"/>
                      <a:pt x="26670" y="380586"/>
                      <a:pt x="22860" y="404398"/>
                    </a:cubicBezTo>
                    <a:cubicBezTo>
                      <a:pt x="28575" y="442498"/>
                      <a:pt x="33338" y="480598"/>
                      <a:pt x="25717" y="520603"/>
                    </a:cubicBezTo>
                    <a:cubicBezTo>
                      <a:pt x="20002" y="547273"/>
                      <a:pt x="21907" y="546321"/>
                      <a:pt x="34290" y="572991"/>
                    </a:cubicBezTo>
                    <a:cubicBezTo>
                      <a:pt x="42863" y="590136"/>
                      <a:pt x="44767" y="602518"/>
                      <a:pt x="46672" y="618711"/>
                    </a:cubicBezTo>
                    <a:cubicBezTo>
                      <a:pt x="64770" y="638713"/>
                      <a:pt x="80963" y="658716"/>
                      <a:pt x="96202" y="682528"/>
                    </a:cubicBezTo>
                    <a:cubicBezTo>
                      <a:pt x="113347" y="709198"/>
                      <a:pt x="125730" y="732058"/>
                      <a:pt x="156210" y="746346"/>
                    </a:cubicBezTo>
                    <a:cubicBezTo>
                      <a:pt x="181927" y="758728"/>
                      <a:pt x="186690" y="795876"/>
                      <a:pt x="169545" y="816831"/>
                    </a:cubicBezTo>
                    <a:cubicBezTo>
                      <a:pt x="179070" y="826356"/>
                      <a:pt x="181927" y="835881"/>
                      <a:pt x="182880" y="842548"/>
                    </a:cubicBezTo>
                    <a:cubicBezTo>
                      <a:pt x="184785" y="845406"/>
                      <a:pt x="187642" y="848263"/>
                      <a:pt x="189547" y="850168"/>
                    </a:cubicBezTo>
                    <a:cubicBezTo>
                      <a:pt x="194310" y="854931"/>
                      <a:pt x="200025" y="858741"/>
                      <a:pt x="205740" y="862551"/>
                    </a:cubicBezTo>
                    <a:cubicBezTo>
                      <a:pt x="218122" y="866361"/>
                      <a:pt x="230505" y="873981"/>
                      <a:pt x="243840" y="882553"/>
                    </a:cubicBezTo>
                    <a:cubicBezTo>
                      <a:pt x="244792" y="883506"/>
                      <a:pt x="245745" y="883506"/>
                      <a:pt x="246697" y="884458"/>
                    </a:cubicBezTo>
                    <a:cubicBezTo>
                      <a:pt x="264795" y="896841"/>
                      <a:pt x="270510" y="889221"/>
                      <a:pt x="283845" y="893031"/>
                    </a:cubicBezTo>
                    <a:cubicBezTo>
                      <a:pt x="296227" y="895888"/>
                      <a:pt x="320040" y="925416"/>
                      <a:pt x="324802" y="946371"/>
                    </a:cubicBezTo>
                    <a:cubicBezTo>
                      <a:pt x="326707" y="955896"/>
                      <a:pt x="330517" y="965421"/>
                      <a:pt x="334327" y="976851"/>
                    </a:cubicBezTo>
                    <a:lnTo>
                      <a:pt x="436245" y="962563"/>
                    </a:lnTo>
                    <a:cubicBezTo>
                      <a:pt x="436245" y="962563"/>
                      <a:pt x="467677" y="986376"/>
                      <a:pt x="485775" y="991138"/>
                    </a:cubicBezTo>
                    <a:cubicBezTo>
                      <a:pt x="503872" y="995901"/>
                      <a:pt x="600075" y="1034001"/>
                      <a:pt x="600075" y="1034001"/>
                    </a:cubicBezTo>
                    <a:lnTo>
                      <a:pt x="725805" y="1033048"/>
                    </a:lnTo>
                    <a:lnTo>
                      <a:pt x="740092" y="1013046"/>
                    </a:lnTo>
                    <a:lnTo>
                      <a:pt x="809625" y="1013046"/>
                    </a:lnTo>
                    <a:cubicBezTo>
                      <a:pt x="809625" y="1013046"/>
                      <a:pt x="853440" y="1059718"/>
                      <a:pt x="860107" y="1061623"/>
                    </a:cubicBezTo>
                    <a:cubicBezTo>
                      <a:pt x="866775" y="1063528"/>
                      <a:pt x="888682" y="1085436"/>
                      <a:pt x="888682" y="1098771"/>
                    </a:cubicBezTo>
                    <a:cubicBezTo>
                      <a:pt x="888682" y="1112106"/>
                      <a:pt x="893445" y="1123536"/>
                      <a:pt x="903922" y="1129251"/>
                    </a:cubicBezTo>
                    <a:cubicBezTo>
                      <a:pt x="914400" y="1134966"/>
                      <a:pt x="949642" y="1159731"/>
                      <a:pt x="955357" y="1157826"/>
                    </a:cubicBezTo>
                    <a:cubicBezTo>
                      <a:pt x="960120" y="1155921"/>
                      <a:pt x="970597" y="1113058"/>
                      <a:pt x="989647" y="1114011"/>
                    </a:cubicBezTo>
                    <a:cubicBezTo>
                      <a:pt x="1008697" y="1114963"/>
                      <a:pt x="1060132" y="1131156"/>
                      <a:pt x="1067753" y="1162588"/>
                    </a:cubicBezTo>
                    <a:cubicBezTo>
                      <a:pt x="1076325" y="1194021"/>
                      <a:pt x="1101090" y="1220691"/>
                      <a:pt x="1109663" y="1227358"/>
                    </a:cubicBezTo>
                    <a:cubicBezTo>
                      <a:pt x="1118235" y="1234026"/>
                      <a:pt x="1113473" y="1253076"/>
                      <a:pt x="1120140" y="1263553"/>
                    </a:cubicBezTo>
                    <a:cubicBezTo>
                      <a:pt x="1126807" y="1274031"/>
                      <a:pt x="1125855" y="1293081"/>
                      <a:pt x="1132523" y="1293081"/>
                    </a:cubicBezTo>
                    <a:cubicBezTo>
                      <a:pt x="1140142" y="1293081"/>
                      <a:pt x="1177290" y="1317846"/>
                      <a:pt x="1194435" y="1316893"/>
                    </a:cubicBezTo>
                    <a:cubicBezTo>
                      <a:pt x="1199198" y="1316893"/>
                      <a:pt x="1205865" y="1319751"/>
                      <a:pt x="1212532" y="1324513"/>
                    </a:cubicBezTo>
                    <a:cubicBezTo>
                      <a:pt x="1214438" y="1286413"/>
                      <a:pt x="1178242" y="1280698"/>
                      <a:pt x="1200150" y="1262601"/>
                    </a:cubicBezTo>
                    <a:cubicBezTo>
                      <a:pt x="1224915" y="1242598"/>
                      <a:pt x="1199198" y="1225453"/>
                      <a:pt x="1210628" y="1216881"/>
                    </a:cubicBezTo>
                    <a:cubicBezTo>
                      <a:pt x="1220153" y="1210213"/>
                      <a:pt x="1234440" y="1203546"/>
                      <a:pt x="1240155" y="1194021"/>
                    </a:cubicBezTo>
                    <a:cubicBezTo>
                      <a:pt x="1241107" y="1191163"/>
                      <a:pt x="1242060" y="1189258"/>
                      <a:pt x="1243013" y="1187353"/>
                    </a:cubicBezTo>
                    <a:cubicBezTo>
                      <a:pt x="1243013" y="1187353"/>
                      <a:pt x="1243013" y="1187353"/>
                      <a:pt x="1243013" y="1187353"/>
                    </a:cubicBezTo>
                    <a:cubicBezTo>
                      <a:pt x="1243013" y="1181638"/>
                      <a:pt x="1245870" y="1177828"/>
                      <a:pt x="1249680" y="1176876"/>
                    </a:cubicBezTo>
                    <a:cubicBezTo>
                      <a:pt x="1251585" y="1174971"/>
                      <a:pt x="1253490" y="1172113"/>
                      <a:pt x="1256348" y="1170208"/>
                    </a:cubicBezTo>
                    <a:cubicBezTo>
                      <a:pt x="1257300" y="1167351"/>
                      <a:pt x="1258253" y="1164493"/>
                      <a:pt x="1260157" y="1161636"/>
                    </a:cubicBezTo>
                    <a:cubicBezTo>
                      <a:pt x="1265873" y="1151158"/>
                      <a:pt x="1277303" y="1143538"/>
                      <a:pt x="1288732" y="1140681"/>
                    </a:cubicBezTo>
                    <a:cubicBezTo>
                      <a:pt x="1293495" y="1138776"/>
                      <a:pt x="1299210" y="1138776"/>
                      <a:pt x="1304925" y="1139728"/>
                    </a:cubicBezTo>
                    <a:cubicBezTo>
                      <a:pt x="1306830" y="1135918"/>
                      <a:pt x="1309688" y="1132108"/>
                      <a:pt x="1312545" y="1129251"/>
                    </a:cubicBezTo>
                    <a:cubicBezTo>
                      <a:pt x="1313498" y="1128298"/>
                      <a:pt x="1313498" y="1127346"/>
                      <a:pt x="1315403" y="1127346"/>
                    </a:cubicBezTo>
                    <a:cubicBezTo>
                      <a:pt x="1318260" y="1125441"/>
                      <a:pt x="1321117" y="1122583"/>
                      <a:pt x="1323975" y="1121631"/>
                    </a:cubicBezTo>
                    <a:cubicBezTo>
                      <a:pt x="1323975" y="1121631"/>
                      <a:pt x="1324928" y="1121631"/>
                      <a:pt x="1324928" y="1120678"/>
                    </a:cubicBezTo>
                    <a:cubicBezTo>
                      <a:pt x="1324928" y="1119726"/>
                      <a:pt x="1324928" y="1117821"/>
                      <a:pt x="1325880" y="1116868"/>
                    </a:cubicBezTo>
                    <a:cubicBezTo>
                      <a:pt x="1328738" y="1105438"/>
                      <a:pt x="1337310" y="1095913"/>
                      <a:pt x="1347788" y="1089246"/>
                    </a:cubicBezTo>
                    <a:cubicBezTo>
                      <a:pt x="1358265" y="1082578"/>
                      <a:pt x="1373505" y="1081626"/>
                      <a:pt x="1384935" y="1084483"/>
                    </a:cubicBezTo>
                    <a:cubicBezTo>
                      <a:pt x="1388745" y="1085436"/>
                      <a:pt x="1393507" y="1087341"/>
                      <a:pt x="1397317" y="1090198"/>
                    </a:cubicBezTo>
                    <a:cubicBezTo>
                      <a:pt x="1400175" y="1090198"/>
                      <a:pt x="1403032" y="1089246"/>
                      <a:pt x="1405890" y="1089246"/>
                    </a:cubicBezTo>
                    <a:cubicBezTo>
                      <a:pt x="1425892" y="1089246"/>
                      <a:pt x="1440180" y="1098771"/>
                      <a:pt x="1446848" y="1112106"/>
                    </a:cubicBezTo>
                    <a:cubicBezTo>
                      <a:pt x="1452563" y="1112106"/>
                      <a:pt x="1462088" y="1122583"/>
                      <a:pt x="1471613" y="1133061"/>
                    </a:cubicBezTo>
                    <a:cubicBezTo>
                      <a:pt x="1483995" y="1148301"/>
                      <a:pt x="1490663" y="1143538"/>
                      <a:pt x="1508760" y="1144491"/>
                    </a:cubicBezTo>
                    <a:cubicBezTo>
                      <a:pt x="1527810" y="1145443"/>
                      <a:pt x="1527810" y="1140681"/>
                      <a:pt x="1528763" y="1127346"/>
                    </a:cubicBezTo>
                    <a:cubicBezTo>
                      <a:pt x="1529715" y="1117821"/>
                      <a:pt x="1540192" y="1136871"/>
                      <a:pt x="1552575" y="1148301"/>
                    </a:cubicBezTo>
                    <a:cubicBezTo>
                      <a:pt x="1555432" y="1144491"/>
                      <a:pt x="1559242" y="1140681"/>
                      <a:pt x="1564005" y="1137823"/>
                    </a:cubicBezTo>
                    <a:cubicBezTo>
                      <a:pt x="1562100" y="1135918"/>
                      <a:pt x="1560195" y="1134013"/>
                      <a:pt x="1557338" y="1132108"/>
                    </a:cubicBezTo>
                    <a:cubicBezTo>
                      <a:pt x="1544003" y="1120678"/>
                      <a:pt x="1560195" y="1114963"/>
                      <a:pt x="1548765" y="1105438"/>
                    </a:cubicBezTo>
                    <a:cubicBezTo>
                      <a:pt x="1537335" y="1095913"/>
                      <a:pt x="1563053" y="1083531"/>
                      <a:pt x="1586865" y="1084483"/>
                    </a:cubicBezTo>
                    <a:cubicBezTo>
                      <a:pt x="1610678" y="1085436"/>
                      <a:pt x="1609725" y="1092103"/>
                      <a:pt x="1618298" y="1076863"/>
                    </a:cubicBezTo>
                    <a:cubicBezTo>
                      <a:pt x="1626870" y="1061623"/>
                      <a:pt x="1636395" y="1076863"/>
                      <a:pt x="1636395" y="1089246"/>
                    </a:cubicBezTo>
                    <a:cubicBezTo>
                      <a:pt x="1636395" y="1101628"/>
                      <a:pt x="1674495" y="1081626"/>
                      <a:pt x="1695450" y="1081626"/>
                    </a:cubicBezTo>
                    <a:cubicBezTo>
                      <a:pt x="1716405" y="1081626"/>
                      <a:pt x="1734503" y="1100676"/>
                      <a:pt x="1736407" y="1113058"/>
                    </a:cubicBezTo>
                    <a:cubicBezTo>
                      <a:pt x="1738313" y="1125441"/>
                      <a:pt x="1751648" y="1132108"/>
                      <a:pt x="1766888" y="1118773"/>
                    </a:cubicBezTo>
                    <a:cubicBezTo>
                      <a:pt x="1781175" y="1105438"/>
                      <a:pt x="1794510" y="1089246"/>
                      <a:pt x="1807845" y="1103533"/>
                    </a:cubicBezTo>
                    <a:cubicBezTo>
                      <a:pt x="1821180" y="1118773"/>
                      <a:pt x="1835467" y="1138776"/>
                      <a:pt x="1851660" y="1156873"/>
                    </a:cubicBezTo>
                    <a:cubicBezTo>
                      <a:pt x="1867853" y="1174971"/>
                      <a:pt x="1844040" y="1196878"/>
                      <a:pt x="1852613" y="1211166"/>
                    </a:cubicBezTo>
                    <a:cubicBezTo>
                      <a:pt x="1861185" y="1224501"/>
                      <a:pt x="1851660" y="1243551"/>
                      <a:pt x="1871663" y="1258791"/>
                    </a:cubicBezTo>
                    <a:cubicBezTo>
                      <a:pt x="1881188" y="1266411"/>
                      <a:pt x="1882140" y="1276888"/>
                      <a:pt x="1882140" y="1286413"/>
                    </a:cubicBezTo>
                    <a:cubicBezTo>
                      <a:pt x="1883092" y="1287366"/>
                      <a:pt x="1884998" y="1288318"/>
                      <a:pt x="1885950" y="1289271"/>
                    </a:cubicBezTo>
                    <a:cubicBezTo>
                      <a:pt x="1892617" y="1295938"/>
                      <a:pt x="1897380" y="1304511"/>
                      <a:pt x="1899285" y="1313083"/>
                    </a:cubicBezTo>
                    <a:cubicBezTo>
                      <a:pt x="1910715" y="1322608"/>
                      <a:pt x="1918335" y="1340706"/>
                      <a:pt x="1920240" y="1349278"/>
                    </a:cubicBezTo>
                    <a:cubicBezTo>
                      <a:pt x="1922145" y="1359756"/>
                      <a:pt x="1951673" y="1374043"/>
                      <a:pt x="1953578" y="1355946"/>
                    </a:cubicBezTo>
                    <a:cubicBezTo>
                      <a:pt x="1954530" y="1349278"/>
                      <a:pt x="1957388" y="1341658"/>
                      <a:pt x="1960245" y="1334038"/>
                    </a:cubicBezTo>
                    <a:cubicBezTo>
                      <a:pt x="1960245" y="1332133"/>
                      <a:pt x="1959292" y="1329276"/>
                      <a:pt x="1959292" y="1327371"/>
                    </a:cubicBezTo>
                    <a:cubicBezTo>
                      <a:pt x="1959292" y="1306416"/>
                      <a:pt x="1960245" y="1286413"/>
                      <a:pt x="1957388" y="1265458"/>
                    </a:cubicBezTo>
                    <a:cubicBezTo>
                      <a:pt x="1956435" y="1256886"/>
                      <a:pt x="1958340" y="1249266"/>
                      <a:pt x="1963103" y="1242598"/>
                    </a:cubicBezTo>
                    <a:cubicBezTo>
                      <a:pt x="1962150" y="1240693"/>
                      <a:pt x="1962150" y="1238788"/>
                      <a:pt x="1961198" y="1236883"/>
                    </a:cubicBezTo>
                    <a:cubicBezTo>
                      <a:pt x="1949767" y="1228311"/>
                      <a:pt x="1941195" y="1214023"/>
                      <a:pt x="1941195" y="1199736"/>
                    </a:cubicBezTo>
                    <a:cubicBezTo>
                      <a:pt x="1941195" y="1187353"/>
                      <a:pt x="1939290" y="1175923"/>
                      <a:pt x="1938338" y="1164493"/>
                    </a:cubicBezTo>
                    <a:cubicBezTo>
                      <a:pt x="1937385" y="1162588"/>
                      <a:pt x="1936432" y="1161636"/>
                      <a:pt x="1935480" y="1159731"/>
                    </a:cubicBezTo>
                    <a:cubicBezTo>
                      <a:pt x="1920240" y="1137823"/>
                      <a:pt x="1909763" y="1098771"/>
                      <a:pt x="1910715" y="1066386"/>
                    </a:cubicBezTo>
                    <a:cubicBezTo>
                      <a:pt x="1910715" y="1056861"/>
                      <a:pt x="1914525" y="1045431"/>
                      <a:pt x="1919288" y="1034001"/>
                    </a:cubicBezTo>
                    <a:cubicBezTo>
                      <a:pt x="1913573" y="1013046"/>
                      <a:pt x="1922145" y="988281"/>
                      <a:pt x="1943100" y="978756"/>
                    </a:cubicBezTo>
                    <a:cubicBezTo>
                      <a:pt x="1946910" y="971136"/>
                      <a:pt x="1953578" y="964468"/>
                      <a:pt x="1962150" y="959706"/>
                    </a:cubicBezTo>
                    <a:cubicBezTo>
                      <a:pt x="1970723" y="953991"/>
                      <a:pt x="1982153" y="953038"/>
                      <a:pt x="1991678" y="953991"/>
                    </a:cubicBezTo>
                    <a:cubicBezTo>
                      <a:pt x="1996440" y="952086"/>
                      <a:pt x="2000250" y="949228"/>
                      <a:pt x="2001203" y="942561"/>
                    </a:cubicBezTo>
                    <a:cubicBezTo>
                      <a:pt x="2005013" y="925416"/>
                      <a:pt x="2025967" y="904461"/>
                      <a:pt x="2037398" y="904461"/>
                    </a:cubicBezTo>
                    <a:cubicBezTo>
                      <a:pt x="2039303" y="904461"/>
                      <a:pt x="2041207" y="904461"/>
                      <a:pt x="2042160" y="904461"/>
                    </a:cubicBezTo>
                    <a:cubicBezTo>
                      <a:pt x="2034540" y="879696"/>
                      <a:pt x="2046923" y="847311"/>
                      <a:pt x="2079307" y="843501"/>
                    </a:cubicBezTo>
                    <a:cubicBezTo>
                      <a:pt x="2086928" y="833976"/>
                      <a:pt x="2098358" y="827308"/>
                      <a:pt x="2114550" y="827308"/>
                    </a:cubicBezTo>
                    <a:cubicBezTo>
                      <a:pt x="2114550" y="827308"/>
                      <a:pt x="2114550" y="827308"/>
                      <a:pt x="2114550" y="826356"/>
                    </a:cubicBezTo>
                    <a:cubicBezTo>
                      <a:pt x="2107883" y="813973"/>
                      <a:pt x="2120265" y="800638"/>
                      <a:pt x="2125028" y="809211"/>
                    </a:cubicBezTo>
                    <a:cubicBezTo>
                      <a:pt x="2129790" y="817783"/>
                      <a:pt x="2145983" y="818736"/>
                      <a:pt x="2155508" y="811116"/>
                    </a:cubicBezTo>
                    <a:cubicBezTo>
                      <a:pt x="2165033" y="803496"/>
                      <a:pt x="2187892" y="783493"/>
                      <a:pt x="2165985" y="782541"/>
                    </a:cubicBezTo>
                    <a:cubicBezTo>
                      <a:pt x="2144078" y="781588"/>
                      <a:pt x="2139315" y="772063"/>
                      <a:pt x="2152650" y="766348"/>
                    </a:cubicBezTo>
                    <a:cubicBezTo>
                      <a:pt x="2165033" y="760633"/>
                      <a:pt x="2154555" y="735868"/>
                      <a:pt x="2137410" y="733963"/>
                    </a:cubicBezTo>
                    <a:cubicBezTo>
                      <a:pt x="2119313" y="732058"/>
                      <a:pt x="2125980" y="722533"/>
                      <a:pt x="2136458" y="711103"/>
                    </a:cubicBezTo>
                    <a:cubicBezTo>
                      <a:pt x="2146935" y="699673"/>
                      <a:pt x="2121217" y="680623"/>
                      <a:pt x="2107883" y="671098"/>
                    </a:cubicBezTo>
                    <a:cubicBezTo>
                      <a:pt x="2095500" y="661573"/>
                      <a:pt x="2115503" y="655858"/>
                      <a:pt x="2125980" y="653953"/>
                    </a:cubicBezTo>
                    <a:cubicBezTo>
                      <a:pt x="2135505" y="652048"/>
                      <a:pt x="2127885" y="603471"/>
                      <a:pt x="2132648" y="591088"/>
                    </a:cubicBezTo>
                    <a:cubicBezTo>
                      <a:pt x="2137410" y="579658"/>
                      <a:pt x="2154555" y="579658"/>
                      <a:pt x="2146935" y="591088"/>
                    </a:cubicBezTo>
                    <a:cubicBezTo>
                      <a:pt x="2140267" y="602518"/>
                      <a:pt x="2129790" y="621568"/>
                      <a:pt x="2143125" y="637761"/>
                    </a:cubicBezTo>
                    <a:cubicBezTo>
                      <a:pt x="2149792" y="646333"/>
                      <a:pt x="2154555" y="654906"/>
                      <a:pt x="2156460" y="665383"/>
                    </a:cubicBezTo>
                    <a:cubicBezTo>
                      <a:pt x="2157413" y="664431"/>
                      <a:pt x="2158365" y="663478"/>
                      <a:pt x="2159317" y="662526"/>
                    </a:cubicBezTo>
                    <a:cubicBezTo>
                      <a:pt x="2161223" y="660621"/>
                      <a:pt x="2163128" y="659668"/>
                      <a:pt x="2165033" y="657763"/>
                    </a:cubicBezTo>
                    <a:cubicBezTo>
                      <a:pt x="2165033" y="657763"/>
                      <a:pt x="2165033" y="657763"/>
                      <a:pt x="2165033" y="657763"/>
                    </a:cubicBezTo>
                    <a:cubicBezTo>
                      <a:pt x="2165033" y="655858"/>
                      <a:pt x="2165033" y="653953"/>
                      <a:pt x="2165033" y="652048"/>
                    </a:cubicBezTo>
                    <a:cubicBezTo>
                      <a:pt x="2165033" y="641571"/>
                      <a:pt x="2168842" y="632046"/>
                      <a:pt x="2174558" y="624426"/>
                    </a:cubicBezTo>
                    <a:cubicBezTo>
                      <a:pt x="2175510" y="622521"/>
                      <a:pt x="2176463" y="621568"/>
                      <a:pt x="2177415" y="619663"/>
                    </a:cubicBezTo>
                    <a:cubicBezTo>
                      <a:pt x="2177415" y="619663"/>
                      <a:pt x="2177415" y="618711"/>
                      <a:pt x="2178367" y="618711"/>
                    </a:cubicBezTo>
                    <a:cubicBezTo>
                      <a:pt x="2178367" y="617758"/>
                      <a:pt x="2179320" y="616806"/>
                      <a:pt x="2179320" y="616806"/>
                    </a:cubicBezTo>
                    <a:cubicBezTo>
                      <a:pt x="2172653" y="609186"/>
                      <a:pt x="2174558" y="586326"/>
                      <a:pt x="2184083" y="598708"/>
                    </a:cubicBezTo>
                    <a:cubicBezTo>
                      <a:pt x="2185988" y="600613"/>
                      <a:pt x="2186940" y="602518"/>
                      <a:pt x="2188845" y="604423"/>
                    </a:cubicBezTo>
                    <a:cubicBezTo>
                      <a:pt x="2190750" y="603471"/>
                      <a:pt x="2191703" y="601566"/>
                      <a:pt x="2193608" y="600613"/>
                    </a:cubicBezTo>
                    <a:cubicBezTo>
                      <a:pt x="2195513" y="598708"/>
                      <a:pt x="2198370" y="597756"/>
                      <a:pt x="2200275" y="595851"/>
                    </a:cubicBezTo>
                    <a:cubicBezTo>
                      <a:pt x="2200275" y="595851"/>
                      <a:pt x="2201228" y="594898"/>
                      <a:pt x="2201228" y="594898"/>
                    </a:cubicBezTo>
                    <a:cubicBezTo>
                      <a:pt x="2206942" y="590136"/>
                      <a:pt x="2212658" y="586326"/>
                      <a:pt x="2219325" y="584421"/>
                    </a:cubicBezTo>
                    <a:cubicBezTo>
                      <a:pt x="2219325" y="571086"/>
                      <a:pt x="2225040" y="558703"/>
                      <a:pt x="2235517" y="550131"/>
                    </a:cubicBezTo>
                    <a:cubicBezTo>
                      <a:pt x="2236470" y="546321"/>
                      <a:pt x="2238375" y="542511"/>
                      <a:pt x="2240280" y="539653"/>
                    </a:cubicBezTo>
                    <a:cubicBezTo>
                      <a:pt x="2240280" y="539653"/>
                      <a:pt x="2240280" y="539653"/>
                      <a:pt x="2240280" y="539653"/>
                    </a:cubicBezTo>
                    <a:cubicBezTo>
                      <a:pt x="2240280" y="538701"/>
                      <a:pt x="2239328" y="538701"/>
                      <a:pt x="2239328" y="537748"/>
                    </a:cubicBezTo>
                    <a:cubicBezTo>
                      <a:pt x="2229803" y="531081"/>
                      <a:pt x="2240280" y="524413"/>
                      <a:pt x="2256473" y="524413"/>
                    </a:cubicBezTo>
                    <a:cubicBezTo>
                      <a:pt x="2257425" y="523461"/>
                      <a:pt x="2258378" y="523461"/>
                      <a:pt x="2259330" y="522508"/>
                    </a:cubicBezTo>
                    <a:cubicBezTo>
                      <a:pt x="2267903" y="516793"/>
                      <a:pt x="2276475" y="513936"/>
                      <a:pt x="2286953" y="513936"/>
                    </a:cubicBezTo>
                    <a:cubicBezTo>
                      <a:pt x="2289810" y="513936"/>
                      <a:pt x="2291715" y="513936"/>
                      <a:pt x="2294573" y="513936"/>
                    </a:cubicBezTo>
                    <a:cubicBezTo>
                      <a:pt x="2294573" y="513936"/>
                      <a:pt x="2294573" y="513936"/>
                      <a:pt x="2295525" y="513936"/>
                    </a:cubicBezTo>
                    <a:cubicBezTo>
                      <a:pt x="2298383" y="512983"/>
                      <a:pt x="2301240" y="511078"/>
                      <a:pt x="2304098" y="510126"/>
                    </a:cubicBezTo>
                    <a:cubicBezTo>
                      <a:pt x="2310765" y="505363"/>
                      <a:pt x="2320290" y="504411"/>
                      <a:pt x="2328863" y="504411"/>
                    </a:cubicBezTo>
                    <a:cubicBezTo>
                      <a:pt x="2337435" y="484408"/>
                      <a:pt x="2261235" y="513936"/>
                      <a:pt x="2261235" y="502506"/>
                    </a:cubicBezTo>
                    <a:cubicBezTo>
                      <a:pt x="2261235" y="491076"/>
                      <a:pt x="2309813" y="479646"/>
                      <a:pt x="2332673" y="477741"/>
                    </a:cubicBezTo>
                    <a:cubicBezTo>
                      <a:pt x="2355533" y="476788"/>
                      <a:pt x="2344103" y="443451"/>
                      <a:pt x="2354580" y="457738"/>
                    </a:cubicBezTo>
                    <a:cubicBezTo>
                      <a:pt x="2363153" y="470121"/>
                      <a:pt x="2375535" y="470121"/>
                      <a:pt x="2386965" y="463453"/>
                    </a:cubicBezTo>
                    <a:cubicBezTo>
                      <a:pt x="2386965" y="461548"/>
                      <a:pt x="2386013" y="459643"/>
                      <a:pt x="2386013" y="457738"/>
                    </a:cubicBezTo>
                    <a:cubicBezTo>
                      <a:pt x="2381250" y="450118"/>
                      <a:pt x="2378392" y="441546"/>
                      <a:pt x="2379345" y="433926"/>
                    </a:cubicBezTo>
                    <a:cubicBezTo>
                      <a:pt x="2379345" y="430116"/>
                      <a:pt x="2380298" y="427258"/>
                      <a:pt x="2380298" y="423448"/>
                    </a:cubicBezTo>
                    <a:cubicBezTo>
                      <a:pt x="2380298" y="423448"/>
                      <a:pt x="2380298" y="423448"/>
                      <a:pt x="2380298" y="423448"/>
                    </a:cubicBezTo>
                    <a:cubicBezTo>
                      <a:pt x="2369820" y="420591"/>
                      <a:pt x="2379345" y="414876"/>
                      <a:pt x="2384108" y="408208"/>
                    </a:cubicBezTo>
                    <a:cubicBezTo>
                      <a:pt x="2385060" y="406303"/>
                      <a:pt x="2386013" y="404398"/>
                      <a:pt x="2386965" y="402493"/>
                    </a:cubicBezTo>
                    <a:cubicBezTo>
                      <a:pt x="2386965" y="401541"/>
                      <a:pt x="2386965" y="400588"/>
                      <a:pt x="2386013" y="399636"/>
                    </a:cubicBezTo>
                    <a:cubicBezTo>
                      <a:pt x="2386013" y="399636"/>
                      <a:pt x="2386013" y="398683"/>
                      <a:pt x="2386013" y="398683"/>
                    </a:cubicBezTo>
                    <a:cubicBezTo>
                      <a:pt x="2382203" y="391063"/>
                      <a:pt x="2379345" y="383443"/>
                      <a:pt x="2379345" y="375823"/>
                    </a:cubicBezTo>
                    <a:cubicBezTo>
                      <a:pt x="2379345" y="364393"/>
                      <a:pt x="2385060" y="351058"/>
                      <a:pt x="2393633" y="343438"/>
                    </a:cubicBezTo>
                    <a:cubicBezTo>
                      <a:pt x="2403158" y="334866"/>
                      <a:pt x="2413635" y="330103"/>
                      <a:pt x="2426017" y="329151"/>
                    </a:cubicBezTo>
                    <a:cubicBezTo>
                      <a:pt x="2432685" y="319626"/>
                      <a:pt x="2443163" y="312958"/>
                      <a:pt x="2458403" y="312006"/>
                    </a:cubicBezTo>
                    <a:cubicBezTo>
                      <a:pt x="2460308" y="312006"/>
                      <a:pt x="2461260" y="311053"/>
                      <a:pt x="2463165" y="311053"/>
                    </a:cubicBezTo>
                    <a:cubicBezTo>
                      <a:pt x="2466023" y="306291"/>
                      <a:pt x="2468880" y="301528"/>
                      <a:pt x="2472690" y="296766"/>
                    </a:cubicBezTo>
                    <a:cubicBezTo>
                      <a:pt x="2486025" y="281526"/>
                      <a:pt x="2506028" y="319626"/>
                      <a:pt x="2527935" y="298671"/>
                    </a:cubicBezTo>
                    <a:cubicBezTo>
                      <a:pt x="2536508" y="290098"/>
                      <a:pt x="2548890" y="280573"/>
                      <a:pt x="2561273" y="272001"/>
                    </a:cubicBezTo>
                    <a:cubicBezTo>
                      <a:pt x="2507933" y="196753"/>
                      <a:pt x="2521267" y="148176"/>
                      <a:pt x="2520315" y="13579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74" name="Freeform: Shape 308">
                <a:extLst>
                  <a:ext uri="{FF2B5EF4-FFF2-40B4-BE49-F238E27FC236}">
                    <a16:creationId xmlns:a16="http://schemas.microsoft.com/office/drawing/2014/main" id="{45A97D67-3DDB-A710-D873-AFC26E324844}"/>
                  </a:ext>
                </a:extLst>
              </p:cNvPr>
              <p:cNvSpPr/>
              <p:nvPr/>
            </p:nvSpPr>
            <p:spPr>
              <a:xfrm>
                <a:off x="2019300" y="2189877"/>
                <a:ext cx="868322" cy="629289"/>
              </a:xfrm>
              <a:custGeom>
                <a:avLst/>
                <a:gdLst>
                  <a:gd name="connsiteX0" fmla="*/ 1683523 w 1695450"/>
                  <a:gd name="connsiteY0" fmla="*/ 1168718 h 1228725"/>
                  <a:gd name="connsiteX1" fmla="*/ 1641614 w 1695450"/>
                  <a:gd name="connsiteY1" fmla="*/ 1118235 h 1228725"/>
                  <a:gd name="connsiteX2" fmla="*/ 1563508 w 1695450"/>
                  <a:gd name="connsiteY2" fmla="*/ 1018223 h 1228725"/>
                  <a:gd name="connsiteX3" fmla="*/ 1468258 w 1695450"/>
                  <a:gd name="connsiteY3" fmla="*/ 901065 h 1228725"/>
                  <a:gd name="connsiteX4" fmla="*/ 1408251 w 1695450"/>
                  <a:gd name="connsiteY4" fmla="*/ 898208 h 1228725"/>
                  <a:gd name="connsiteX5" fmla="*/ 1367293 w 1695450"/>
                  <a:gd name="connsiteY5" fmla="*/ 932498 h 1228725"/>
                  <a:gd name="connsiteX6" fmla="*/ 1333003 w 1695450"/>
                  <a:gd name="connsiteY6" fmla="*/ 908685 h 1228725"/>
                  <a:gd name="connsiteX7" fmla="*/ 1288236 w 1695450"/>
                  <a:gd name="connsiteY7" fmla="*/ 861060 h 1228725"/>
                  <a:gd name="connsiteX8" fmla="*/ 1257756 w 1695450"/>
                  <a:gd name="connsiteY8" fmla="*/ 837248 h 1228725"/>
                  <a:gd name="connsiteX9" fmla="*/ 1216798 w 1695450"/>
                  <a:gd name="connsiteY9" fmla="*/ 845820 h 1228725"/>
                  <a:gd name="connsiteX10" fmla="*/ 1192986 w 1695450"/>
                  <a:gd name="connsiteY10" fmla="*/ 841058 h 1228725"/>
                  <a:gd name="connsiteX11" fmla="*/ 1192986 w 1695450"/>
                  <a:gd name="connsiteY11" fmla="*/ 109538 h 1228725"/>
                  <a:gd name="connsiteX12" fmla="*/ 1172983 w 1695450"/>
                  <a:gd name="connsiteY12" fmla="*/ 104775 h 1228725"/>
                  <a:gd name="connsiteX13" fmla="*/ 1085353 w 1695450"/>
                  <a:gd name="connsiteY13" fmla="*/ 76200 h 1228725"/>
                  <a:gd name="connsiteX14" fmla="*/ 1055826 w 1695450"/>
                  <a:gd name="connsiteY14" fmla="*/ 103823 h 1228725"/>
                  <a:gd name="connsiteX15" fmla="*/ 967243 w 1695450"/>
                  <a:gd name="connsiteY15" fmla="*/ 87630 h 1228725"/>
                  <a:gd name="connsiteX16" fmla="*/ 914856 w 1695450"/>
                  <a:gd name="connsiteY16" fmla="*/ 131445 h 1228725"/>
                  <a:gd name="connsiteX17" fmla="*/ 857706 w 1695450"/>
                  <a:gd name="connsiteY17" fmla="*/ 103823 h 1228725"/>
                  <a:gd name="connsiteX18" fmla="*/ 829131 w 1695450"/>
                  <a:gd name="connsiteY18" fmla="*/ 84773 h 1228725"/>
                  <a:gd name="connsiteX19" fmla="*/ 821511 w 1695450"/>
                  <a:gd name="connsiteY19" fmla="*/ 77153 h 1228725"/>
                  <a:gd name="connsiteX20" fmla="*/ 757693 w 1695450"/>
                  <a:gd name="connsiteY20" fmla="*/ 72390 h 1228725"/>
                  <a:gd name="connsiteX21" fmla="*/ 726261 w 1695450"/>
                  <a:gd name="connsiteY21" fmla="*/ 45720 h 1228725"/>
                  <a:gd name="connsiteX22" fmla="*/ 721498 w 1695450"/>
                  <a:gd name="connsiteY22" fmla="*/ 47625 h 1228725"/>
                  <a:gd name="connsiteX23" fmla="*/ 692923 w 1695450"/>
                  <a:gd name="connsiteY23" fmla="*/ 34290 h 1228725"/>
                  <a:gd name="connsiteX24" fmla="*/ 679588 w 1695450"/>
                  <a:gd name="connsiteY24" fmla="*/ 9525 h 1228725"/>
                  <a:gd name="connsiteX25" fmla="*/ 603388 w 1695450"/>
                  <a:gd name="connsiteY25" fmla="*/ 10478 h 1228725"/>
                  <a:gd name="connsiteX26" fmla="*/ 582433 w 1695450"/>
                  <a:gd name="connsiteY26" fmla="*/ 0 h 1228725"/>
                  <a:gd name="connsiteX27" fmla="*/ 551001 w 1695450"/>
                  <a:gd name="connsiteY27" fmla="*/ 6667 h 1228725"/>
                  <a:gd name="connsiteX28" fmla="*/ 539571 w 1695450"/>
                  <a:gd name="connsiteY28" fmla="*/ 9525 h 1228725"/>
                  <a:gd name="connsiteX29" fmla="*/ 454798 w 1695450"/>
                  <a:gd name="connsiteY29" fmla="*/ 41910 h 1228725"/>
                  <a:gd name="connsiteX30" fmla="*/ 405268 w 1695450"/>
                  <a:gd name="connsiteY30" fmla="*/ 79058 h 1228725"/>
                  <a:gd name="connsiteX31" fmla="*/ 363358 w 1695450"/>
                  <a:gd name="connsiteY31" fmla="*/ 81915 h 1228725"/>
                  <a:gd name="connsiteX32" fmla="*/ 359548 w 1695450"/>
                  <a:gd name="connsiteY32" fmla="*/ 83820 h 1228725"/>
                  <a:gd name="connsiteX33" fmla="*/ 195718 w 1695450"/>
                  <a:gd name="connsiteY33" fmla="*/ 153353 h 1228725"/>
                  <a:gd name="connsiteX34" fmla="*/ 192861 w 1695450"/>
                  <a:gd name="connsiteY34" fmla="*/ 157163 h 1228725"/>
                  <a:gd name="connsiteX35" fmla="*/ 173811 w 1695450"/>
                  <a:gd name="connsiteY35" fmla="*/ 171450 h 1228725"/>
                  <a:gd name="connsiteX36" fmla="*/ 147141 w 1695450"/>
                  <a:gd name="connsiteY36" fmla="*/ 192405 h 1228725"/>
                  <a:gd name="connsiteX37" fmla="*/ 136663 w 1695450"/>
                  <a:gd name="connsiteY37" fmla="*/ 200978 h 1228725"/>
                  <a:gd name="connsiteX38" fmla="*/ 96658 w 1695450"/>
                  <a:gd name="connsiteY38" fmla="*/ 206692 h 1228725"/>
                  <a:gd name="connsiteX39" fmla="*/ 78561 w 1695450"/>
                  <a:gd name="connsiteY39" fmla="*/ 214313 h 1228725"/>
                  <a:gd name="connsiteX40" fmla="*/ 68083 w 1695450"/>
                  <a:gd name="connsiteY40" fmla="*/ 218123 h 1228725"/>
                  <a:gd name="connsiteX41" fmla="*/ 110946 w 1695450"/>
                  <a:gd name="connsiteY41" fmla="*/ 242888 h 1228725"/>
                  <a:gd name="connsiteX42" fmla="*/ 142378 w 1695450"/>
                  <a:gd name="connsiteY42" fmla="*/ 240030 h 1228725"/>
                  <a:gd name="connsiteX43" fmla="*/ 193813 w 1695450"/>
                  <a:gd name="connsiteY43" fmla="*/ 269558 h 1228725"/>
                  <a:gd name="connsiteX44" fmla="*/ 219531 w 1695450"/>
                  <a:gd name="connsiteY44" fmla="*/ 297180 h 1228725"/>
                  <a:gd name="connsiteX45" fmla="*/ 263346 w 1695450"/>
                  <a:gd name="connsiteY45" fmla="*/ 329565 h 1228725"/>
                  <a:gd name="connsiteX46" fmla="*/ 265251 w 1695450"/>
                  <a:gd name="connsiteY46" fmla="*/ 329565 h 1228725"/>
                  <a:gd name="connsiteX47" fmla="*/ 279538 w 1695450"/>
                  <a:gd name="connsiteY47" fmla="*/ 370523 h 1228725"/>
                  <a:gd name="connsiteX48" fmla="*/ 326211 w 1695450"/>
                  <a:gd name="connsiteY48" fmla="*/ 381000 h 1228725"/>
                  <a:gd name="connsiteX49" fmla="*/ 272871 w 1695450"/>
                  <a:gd name="connsiteY49" fmla="*/ 397192 h 1228725"/>
                  <a:gd name="connsiteX50" fmla="*/ 235723 w 1695450"/>
                  <a:gd name="connsiteY50" fmla="*/ 408623 h 1228725"/>
                  <a:gd name="connsiteX51" fmla="*/ 178573 w 1695450"/>
                  <a:gd name="connsiteY51" fmla="*/ 406717 h 1228725"/>
                  <a:gd name="connsiteX52" fmla="*/ 178573 w 1695450"/>
                  <a:gd name="connsiteY52" fmla="*/ 376238 h 1228725"/>
                  <a:gd name="connsiteX53" fmla="*/ 151903 w 1695450"/>
                  <a:gd name="connsiteY53" fmla="*/ 364808 h 1228725"/>
                  <a:gd name="connsiteX54" fmla="*/ 123328 w 1695450"/>
                  <a:gd name="connsiteY54" fmla="*/ 376238 h 1228725"/>
                  <a:gd name="connsiteX55" fmla="*/ 98563 w 1695450"/>
                  <a:gd name="connsiteY55" fmla="*/ 404813 h 1228725"/>
                  <a:gd name="connsiteX56" fmla="*/ 60463 w 1695450"/>
                  <a:gd name="connsiteY56" fmla="*/ 408623 h 1228725"/>
                  <a:gd name="connsiteX57" fmla="*/ 456 w 1695450"/>
                  <a:gd name="connsiteY57" fmla="*/ 445770 h 1228725"/>
                  <a:gd name="connsiteX58" fmla="*/ 64273 w 1695450"/>
                  <a:gd name="connsiteY58" fmla="*/ 473392 h 1228725"/>
                  <a:gd name="connsiteX59" fmla="*/ 56653 w 1695450"/>
                  <a:gd name="connsiteY59" fmla="*/ 496253 h 1228725"/>
                  <a:gd name="connsiteX60" fmla="*/ 89991 w 1695450"/>
                  <a:gd name="connsiteY60" fmla="*/ 531495 h 1228725"/>
                  <a:gd name="connsiteX61" fmla="*/ 108088 w 1695450"/>
                  <a:gd name="connsiteY61" fmla="*/ 537210 h 1228725"/>
                  <a:gd name="connsiteX62" fmla="*/ 115708 w 1695450"/>
                  <a:gd name="connsiteY62" fmla="*/ 536258 h 1228725"/>
                  <a:gd name="connsiteX63" fmla="*/ 139521 w 1695450"/>
                  <a:gd name="connsiteY63" fmla="*/ 529590 h 1228725"/>
                  <a:gd name="connsiteX64" fmla="*/ 155713 w 1695450"/>
                  <a:gd name="connsiteY64" fmla="*/ 529590 h 1228725"/>
                  <a:gd name="connsiteX65" fmla="*/ 173811 w 1695450"/>
                  <a:gd name="connsiteY65" fmla="*/ 533400 h 1228725"/>
                  <a:gd name="connsiteX66" fmla="*/ 183336 w 1695450"/>
                  <a:gd name="connsiteY66" fmla="*/ 532448 h 1228725"/>
                  <a:gd name="connsiteX67" fmla="*/ 201433 w 1695450"/>
                  <a:gd name="connsiteY67" fmla="*/ 539115 h 1228725"/>
                  <a:gd name="connsiteX68" fmla="*/ 210958 w 1695450"/>
                  <a:gd name="connsiteY68" fmla="*/ 542925 h 1228725"/>
                  <a:gd name="connsiteX69" fmla="*/ 223341 w 1695450"/>
                  <a:gd name="connsiteY69" fmla="*/ 538163 h 1228725"/>
                  <a:gd name="connsiteX70" fmla="*/ 301446 w 1695450"/>
                  <a:gd name="connsiteY70" fmla="*/ 508635 h 1228725"/>
                  <a:gd name="connsiteX71" fmla="*/ 289063 w 1695450"/>
                  <a:gd name="connsiteY71" fmla="*/ 541020 h 1228725"/>
                  <a:gd name="connsiteX72" fmla="*/ 293826 w 1695450"/>
                  <a:gd name="connsiteY72" fmla="*/ 604838 h 1228725"/>
                  <a:gd name="connsiteX73" fmla="*/ 239533 w 1695450"/>
                  <a:gd name="connsiteY73" fmla="*/ 608648 h 1228725"/>
                  <a:gd name="connsiteX74" fmla="*/ 234771 w 1695450"/>
                  <a:gd name="connsiteY74" fmla="*/ 610553 h 1228725"/>
                  <a:gd name="connsiteX75" fmla="*/ 230008 w 1695450"/>
                  <a:gd name="connsiteY75" fmla="*/ 621983 h 1228725"/>
                  <a:gd name="connsiteX76" fmla="*/ 215721 w 1695450"/>
                  <a:gd name="connsiteY76" fmla="*/ 647700 h 1228725"/>
                  <a:gd name="connsiteX77" fmla="*/ 188098 w 1695450"/>
                  <a:gd name="connsiteY77" fmla="*/ 643890 h 1228725"/>
                  <a:gd name="connsiteX78" fmla="*/ 158571 w 1695450"/>
                  <a:gd name="connsiteY78" fmla="*/ 632460 h 1228725"/>
                  <a:gd name="connsiteX79" fmla="*/ 151903 w 1695450"/>
                  <a:gd name="connsiteY79" fmla="*/ 633413 h 1228725"/>
                  <a:gd name="connsiteX80" fmla="*/ 149046 w 1695450"/>
                  <a:gd name="connsiteY80" fmla="*/ 635318 h 1228725"/>
                  <a:gd name="connsiteX81" fmla="*/ 158571 w 1695450"/>
                  <a:gd name="connsiteY81" fmla="*/ 662940 h 1228725"/>
                  <a:gd name="connsiteX82" fmla="*/ 158571 w 1695450"/>
                  <a:gd name="connsiteY82" fmla="*/ 668655 h 1228725"/>
                  <a:gd name="connsiteX83" fmla="*/ 144283 w 1695450"/>
                  <a:gd name="connsiteY83" fmla="*/ 701040 h 1228725"/>
                  <a:gd name="connsiteX84" fmla="*/ 119518 w 1695450"/>
                  <a:gd name="connsiteY84" fmla="*/ 713423 h 1228725"/>
                  <a:gd name="connsiteX85" fmla="*/ 118566 w 1695450"/>
                  <a:gd name="connsiteY85" fmla="*/ 732473 h 1228725"/>
                  <a:gd name="connsiteX86" fmla="*/ 96658 w 1695450"/>
                  <a:gd name="connsiteY86" fmla="*/ 760095 h 1228725"/>
                  <a:gd name="connsiteX87" fmla="*/ 85228 w 1695450"/>
                  <a:gd name="connsiteY87" fmla="*/ 765810 h 1228725"/>
                  <a:gd name="connsiteX88" fmla="*/ 117613 w 1695450"/>
                  <a:gd name="connsiteY88" fmla="*/ 783908 h 1228725"/>
                  <a:gd name="connsiteX89" fmla="*/ 115708 w 1695450"/>
                  <a:gd name="connsiteY89" fmla="*/ 829628 h 1228725"/>
                  <a:gd name="connsiteX90" fmla="*/ 151903 w 1695450"/>
                  <a:gd name="connsiteY90" fmla="*/ 862965 h 1228725"/>
                  <a:gd name="connsiteX91" fmla="*/ 170953 w 1695450"/>
                  <a:gd name="connsiteY91" fmla="*/ 859155 h 1228725"/>
                  <a:gd name="connsiteX92" fmla="*/ 210006 w 1695450"/>
                  <a:gd name="connsiteY92" fmla="*/ 880110 h 1228725"/>
                  <a:gd name="connsiteX93" fmla="*/ 221436 w 1695450"/>
                  <a:gd name="connsiteY93" fmla="*/ 877253 h 1228725"/>
                  <a:gd name="connsiteX94" fmla="*/ 244296 w 1695450"/>
                  <a:gd name="connsiteY94" fmla="*/ 857250 h 1228725"/>
                  <a:gd name="connsiteX95" fmla="*/ 262393 w 1695450"/>
                  <a:gd name="connsiteY95" fmla="*/ 911543 h 1228725"/>
                  <a:gd name="connsiteX96" fmla="*/ 258583 w 1695450"/>
                  <a:gd name="connsiteY96" fmla="*/ 956310 h 1228725"/>
                  <a:gd name="connsiteX97" fmla="*/ 267156 w 1695450"/>
                  <a:gd name="connsiteY97" fmla="*/ 955358 h 1228725"/>
                  <a:gd name="connsiteX98" fmla="*/ 272871 w 1695450"/>
                  <a:gd name="connsiteY98" fmla="*/ 955358 h 1228725"/>
                  <a:gd name="connsiteX99" fmla="*/ 277633 w 1695450"/>
                  <a:gd name="connsiteY99" fmla="*/ 952500 h 1228725"/>
                  <a:gd name="connsiteX100" fmla="*/ 292873 w 1695450"/>
                  <a:gd name="connsiteY100" fmla="*/ 946785 h 1228725"/>
                  <a:gd name="connsiteX101" fmla="*/ 302398 w 1695450"/>
                  <a:gd name="connsiteY101" fmla="*/ 942023 h 1228725"/>
                  <a:gd name="connsiteX102" fmla="*/ 362406 w 1695450"/>
                  <a:gd name="connsiteY102" fmla="*/ 936308 h 1228725"/>
                  <a:gd name="connsiteX103" fmla="*/ 364311 w 1695450"/>
                  <a:gd name="connsiteY103" fmla="*/ 935355 h 1228725"/>
                  <a:gd name="connsiteX104" fmla="*/ 403363 w 1695450"/>
                  <a:gd name="connsiteY104" fmla="*/ 915353 h 1228725"/>
                  <a:gd name="connsiteX105" fmla="*/ 437653 w 1695450"/>
                  <a:gd name="connsiteY105" fmla="*/ 928688 h 1228725"/>
                  <a:gd name="connsiteX106" fmla="*/ 450988 w 1695450"/>
                  <a:gd name="connsiteY106" fmla="*/ 952500 h 1228725"/>
                  <a:gd name="connsiteX107" fmla="*/ 459561 w 1695450"/>
                  <a:gd name="connsiteY107" fmla="*/ 948690 h 1228725"/>
                  <a:gd name="connsiteX108" fmla="*/ 460513 w 1695450"/>
                  <a:gd name="connsiteY108" fmla="*/ 970598 h 1228725"/>
                  <a:gd name="connsiteX109" fmla="*/ 445273 w 1695450"/>
                  <a:gd name="connsiteY109" fmla="*/ 1046798 h 1228725"/>
                  <a:gd name="connsiteX110" fmla="*/ 390981 w 1695450"/>
                  <a:gd name="connsiteY110" fmla="*/ 1097280 h 1228725"/>
                  <a:gd name="connsiteX111" fmla="*/ 316686 w 1695450"/>
                  <a:gd name="connsiteY111" fmla="*/ 1161098 h 1228725"/>
                  <a:gd name="connsiteX112" fmla="*/ 248106 w 1695450"/>
                  <a:gd name="connsiteY112" fmla="*/ 1168718 h 1228725"/>
                  <a:gd name="connsiteX113" fmla="*/ 215721 w 1695450"/>
                  <a:gd name="connsiteY113" fmla="*/ 1220152 h 1228725"/>
                  <a:gd name="connsiteX114" fmla="*/ 269061 w 1695450"/>
                  <a:gd name="connsiteY114" fmla="*/ 1189673 h 1228725"/>
                  <a:gd name="connsiteX115" fmla="*/ 284301 w 1695450"/>
                  <a:gd name="connsiteY115" fmla="*/ 1188720 h 1228725"/>
                  <a:gd name="connsiteX116" fmla="*/ 320496 w 1695450"/>
                  <a:gd name="connsiteY116" fmla="*/ 1176338 h 1228725"/>
                  <a:gd name="connsiteX117" fmla="*/ 352881 w 1695450"/>
                  <a:gd name="connsiteY117" fmla="*/ 1172527 h 1228725"/>
                  <a:gd name="connsiteX118" fmla="*/ 391933 w 1695450"/>
                  <a:gd name="connsiteY118" fmla="*/ 1155383 h 1228725"/>
                  <a:gd name="connsiteX119" fmla="*/ 418603 w 1695450"/>
                  <a:gd name="connsiteY119" fmla="*/ 1126808 h 1228725"/>
                  <a:gd name="connsiteX120" fmla="*/ 498613 w 1695450"/>
                  <a:gd name="connsiteY120" fmla="*/ 1077278 h 1228725"/>
                  <a:gd name="connsiteX121" fmla="*/ 516711 w 1695450"/>
                  <a:gd name="connsiteY121" fmla="*/ 1051560 h 1228725"/>
                  <a:gd name="connsiteX122" fmla="*/ 565288 w 1695450"/>
                  <a:gd name="connsiteY122" fmla="*/ 1019175 h 1228725"/>
                  <a:gd name="connsiteX123" fmla="*/ 598626 w 1695450"/>
                  <a:gd name="connsiteY123" fmla="*/ 1005840 h 1228725"/>
                  <a:gd name="connsiteX124" fmla="*/ 613866 w 1695450"/>
                  <a:gd name="connsiteY124" fmla="*/ 970598 h 1228725"/>
                  <a:gd name="connsiteX125" fmla="*/ 636726 w 1695450"/>
                  <a:gd name="connsiteY125" fmla="*/ 945833 h 1228725"/>
                  <a:gd name="connsiteX126" fmla="*/ 601483 w 1695450"/>
                  <a:gd name="connsiteY126" fmla="*/ 926783 h 1228725"/>
                  <a:gd name="connsiteX127" fmla="*/ 637678 w 1695450"/>
                  <a:gd name="connsiteY127" fmla="*/ 892493 h 1228725"/>
                  <a:gd name="connsiteX128" fmla="*/ 667206 w 1695450"/>
                  <a:gd name="connsiteY128" fmla="*/ 863918 h 1228725"/>
                  <a:gd name="connsiteX129" fmla="*/ 696733 w 1695450"/>
                  <a:gd name="connsiteY129" fmla="*/ 828675 h 1228725"/>
                  <a:gd name="connsiteX130" fmla="*/ 719593 w 1695450"/>
                  <a:gd name="connsiteY130" fmla="*/ 800100 h 1228725"/>
                  <a:gd name="connsiteX131" fmla="*/ 757693 w 1695450"/>
                  <a:gd name="connsiteY131" fmla="*/ 771525 h 1228725"/>
                  <a:gd name="connsiteX132" fmla="*/ 784363 w 1695450"/>
                  <a:gd name="connsiteY132" fmla="*/ 782955 h 1228725"/>
                  <a:gd name="connsiteX133" fmla="*/ 785316 w 1695450"/>
                  <a:gd name="connsiteY133" fmla="*/ 801053 h 1228725"/>
                  <a:gd name="connsiteX134" fmla="*/ 739596 w 1695450"/>
                  <a:gd name="connsiteY134" fmla="*/ 810578 h 1228725"/>
                  <a:gd name="connsiteX135" fmla="*/ 721498 w 1695450"/>
                  <a:gd name="connsiteY135" fmla="*/ 854393 h 1228725"/>
                  <a:gd name="connsiteX136" fmla="*/ 724356 w 1695450"/>
                  <a:gd name="connsiteY136" fmla="*/ 889635 h 1228725"/>
                  <a:gd name="connsiteX137" fmla="*/ 709116 w 1695450"/>
                  <a:gd name="connsiteY137" fmla="*/ 910590 h 1228725"/>
                  <a:gd name="connsiteX138" fmla="*/ 727213 w 1695450"/>
                  <a:gd name="connsiteY138" fmla="*/ 926783 h 1228725"/>
                  <a:gd name="connsiteX139" fmla="*/ 814843 w 1695450"/>
                  <a:gd name="connsiteY139" fmla="*/ 875348 h 1228725"/>
                  <a:gd name="connsiteX140" fmla="*/ 878661 w 1695450"/>
                  <a:gd name="connsiteY140" fmla="*/ 872490 h 1228725"/>
                  <a:gd name="connsiteX141" fmla="*/ 879613 w 1695450"/>
                  <a:gd name="connsiteY141" fmla="*/ 847725 h 1228725"/>
                  <a:gd name="connsiteX142" fmla="*/ 859611 w 1695450"/>
                  <a:gd name="connsiteY142" fmla="*/ 819150 h 1228725"/>
                  <a:gd name="connsiteX143" fmla="*/ 873898 w 1695450"/>
                  <a:gd name="connsiteY143" fmla="*/ 796290 h 1228725"/>
                  <a:gd name="connsiteX144" fmla="*/ 898663 w 1695450"/>
                  <a:gd name="connsiteY144" fmla="*/ 794385 h 1228725"/>
                  <a:gd name="connsiteX145" fmla="*/ 931048 w 1695450"/>
                  <a:gd name="connsiteY145" fmla="*/ 806768 h 1228725"/>
                  <a:gd name="connsiteX146" fmla="*/ 965338 w 1695450"/>
                  <a:gd name="connsiteY146" fmla="*/ 815340 h 1228725"/>
                  <a:gd name="connsiteX147" fmla="*/ 945336 w 1695450"/>
                  <a:gd name="connsiteY147" fmla="*/ 831533 h 1228725"/>
                  <a:gd name="connsiteX148" fmla="*/ 950098 w 1695450"/>
                  <a:gd name="connsiteY148" fmla="*/ 848678 h 1228725"/>
                  <a:gd name="connsiteX149" fmla="*/ 985341 w 1695450"/>
                  <a:gd name="connsiteY149" fmla="*/ 841058 h 1228725"/>
                  <a:gd name="connsiteX150" fmla="*/ 1012011 w 1695450"/>
                  <a:gd name="connsiteY150" fmla="*/ 837248 h 1228725"/>
                  <a:gd name="connsiteX151" fmla="*/ 1021536 w 1695450"/>
                  <a:gd name="connsiteY151" fmla="*/ 845820 h 1228725"/>
                  <a:gd name="connsiteX152" fmla="*/ 1032013 w 1695450"/>
                  <a:gd name="connsiteY152" fmla="*/ 830580 h 1228725"/>
                  <a:gd name="connsiteX153" fmla="*/ 1066303 w 1695450"/>
                  <a:gd name="connsiteY153" fmla="*/ 817245 h 1228725"/>
                  <a:gd name="connsiteX154" fmla="*/ 1100593 w 1695450"/>
                  <a:gd name="connsiteY154" fmla="*/ 830580 h 1228725"/>
                  <a:gd name="connsiteX155" fmla="*/ 1119643 w 1695450"/>
                  <a:gd name="connsiteY155" fmla="*/ 854393 h 1228725"/>
                  <a:gd name="connsiteX156" fmla="*/ 1120596 w 1695450"/>
                  <a:gd name="connsiteY156" fmla="*/ 856298 h 1228725"/>
                  <a:gd name="connsiteX157" fmla="*/ 1145361 w 1695450"/>
                  <a:gd name="connsiteY157" fmla="*/ 849630 h 1228725"/>
                  <a:gd name="connsiteX158" fmla="*/ 1162506 w 1695450"/>
                  <a:gd name="connsiteY158" fmla="*/ 852488 h 1228725"/>
                  <a:gd name="connsiteX159" fmla="*/ 1181556 w 1695450"/>
                  <a:gd name="connsiteY159" fmla="*/ 862013 h 1228725"/>
                  <a:gd name="connsiteX160" fmla="*/ 1197748 w 1695450"/>
                  <a:gd name="connsiteY160" fmla="*/ 879158 h 1228725"/>
                  <a:gd name="connsiteX161" fmla="*/ 1207273 w 1695450"/>
                  <a:gd name="connsiteY161" fmla="*/ 888683 h 1228725"/>
                  <a:gd name="connsiteX162" fmla="*/ 1208226 w 1695450"/>
                  <a:gd name="connsiteY162" fmla="*/ 889635 h 1228725"/>
                  <a:gd name="connsiteX163" fmla="*/ 1261566 w 1695450"/>
                  <a:gd name="connsiteY163" fmla="*/ 870585 h 1228725"/>
                  <a:gd name="connsiteX164" fmla="*/ 1252993 w 1695450"/>
                  <a:gd name="connsiteY164" fmla="*/ 900113 h 1228725"/>
                  <a:gd name="connsiteX165" fmla="*/ 1271091 w 1695450"/>
                  <a:gd name="connsiteY165" fmla="*/ 915353 h 1228725"/>
                  <a:gd name="connsiteX166" fmla="*/ 1292046 w 1695450"/>
                  <a:gd name="connsiteY166" fmla="*/ 921068 h 1228725"/>
                  <a:gd name="connsiteX167" fmla="*/ 1311096 w 1695450"/>
                  <a:gd name="connsiteY167" fmla="*/ 932498 h 1228725"/>
                  <a:gd name="connsiteX168" fmla="*/ 1319668 w 1695450"/>
                  <a:gd name="connsiteY168" fmla="*/ 938213 h 1228725"/>
                  <a:gd name="connsiteX169" fmla="*/ 1352053 w 1695450"/>
                  <a:gd name="connsiteY169" fmla="*/ 951548 h 1228725"/>
                  <a:gd name="connsiteX170" fmla="*/ 1372056 w 1695450"/>
                  <a:gd name="connsiteY170" fmla="*/ 975360 h 1228725"/>
                  <a:gd name="connsiteX171" fmla="*/ 1380628 w 1695450"/>
                  <a:gd name="connsiteY171" fmla="*/ 990600 h 1228725"/>
                  <a:gd name="connsiteX172" fmla="*/ 1403489 w 1695450"/>
                  <a:gd name="connsiteY172" fmla="*/ 965835 h 1228725"/>
                  <a:gd name="connsiteX173" fmla="*/ 1438731 w 1695450"/>
                  <a:gd name="connsiteY173" fmla="*/ 985838 h 1228725"/>
                  <a:gd name="connsiteX174" fmla="*/ 1442541 w 1695450"/>
                  <a:gd name="connsiteY174" fmla="*/ 945833 h 1228725"/>
                  <a:gd name="connsiteX175" fmla="*/ 1460639 w 1695450"/>
                  <a:gd name="connsiteY175" fmla="*/ 949643 h 1228725"/>
                  <a:gd name="connsiteX176" fmla="*/ 1463496 w 1695450"/>
                  <a:gd name="connsiteY176" fmla="*/ 1012508 h 1228725"/>
                  <a:gd name="connsiteX177" fmla="*/ 1431111 w 1695450"/>
                  <a:gd name="connsiteY177" fmla="*/ 1004888 h 1228725"/>
                  <a:gd name="connsiteX178" fmla="*/ 1400631 w 1695450"/>
                  <a:gd name="connsiteY178" fmla="*/ 1013460 h 1228725"/>
                  <a:gd name="connsiteX179" fmla="*/ 1436826 w 1695450"/>
                  <a:gd name="connsiteY179" fmla="*/ 1060133 h 1228725"/>
                  <a:gd name="connsiteX180" fmla="*/ 1450161 w 1695450"/>
                  <a:gd name="connsiteY180" fmla="*/ 1092518 h 1228725"/>
                  <a:gd name="connsiteX181" fmla="*/ 1471116 w 1695450"/>
                  <a:gd name="connsiteY181" fmla="*/ 1120140 h 1228725"/>
                  <a:gd name="connsiteX182" fmla="*/ 1467306 w 1695450"/>
                  <a:gd name="connsiteY182" fmla="*/ 1068705 h 1228725"/>
                  <a:gd name="connsiteX183" fmla="*/ 1473973 w 1695450"/>
                  <a:gd name="connsiteY183" fmla="*/ 1037273 h 1228725"/>
                  <a:gd name="connsiteX184" fmla="*/ 1479689 w 1695450"/>
                  <a:gd name="connsiteY184" fmla="*/ 1071563 h 1228725"/>
                  <a:gd name="connsiteX185" fmla="*/ 1506358 w 1695450"/>
                  <a:gd name="connsiteY185" fmla="*/ 1055370 h 1228725"/>
                  <a:gd name="connsiteX186" fmla="*/ 1505406 w 1695450"/>
                  <a:gd name="connsiteY186" fmla="*/ 1009650 h 1228725"/>
                  <a:gd name="connsiteX187" fmla="*/ 1532076 w 1695450"/>
                  <a:gd name="connsiteY187" fmla="*/ 1042035 h 1228725"/>
                  <a:gd name="connsiteX188" fmla="*/ 1517789 w 1695450"/>
                  <a:gd name="connsiteY188" fmla="*/ 1074420 h 1228725"/>
                  <a:gd name="connsiteX189" fmla="*/ 1493023 w 1695450"/>
                  <a:gd name="connsiteY189" fmla="*/ 1086803 h 1228725"/>
                  <a:gd name="connsiteX190" fmla="*/ 1497786 w 1695450"/>
                  <a:gd name="connsiteY190" fmla="*/ 1136333 h 1228725"/>
                  <a:gd name="connsiteX191" fmla="*/ 1515883 w 1695450"/>
                  <a:gd name="connsiteY191" fmla="*/ 1119188 h 1228725"/>
                  <a:gd name="connsiteX192" fmla="*/ 1544458 w 1695450"/>
                  <a:gd name="connsiteY192" fmla="*/ 1112520 h 1228725"/>
                  <a:gd name="connsiteX193" fmla="*/ 1581606 w 1695450"/>
                  <a:gd name="connsiteY193" fmla="*/ 1143952 h 1228725"/>
                  <a:gd name="connsiteX194" fmla="*/ 1563508 w 1695450"/>
                  <a:gd name="connsiteY194" fmla="*/ 1121093 h 1228725"/>
                  <a:gd name="connsiteX195" fmla="*/ 1564461 w 1695450"/>
                  <a:gd name="connsiteY195" fmla="*/ 1094423 h 1228725"/>
                  <a:gd name="connsiteX196" fmla="*/ 1598751 w 1695450"/>
                  <a:gd name="connsiteY196" fmla="*/ 1142048 h 1228725"/>
                  <a:gd name="connsiteX197" fmla="*/ 1575891 w 1695450"/>
                  <a:gd name="connsiteY197" fmla="*/ 1166813 h 1228725"/>
                  <a:gd name="connsiteX198" fmla="*/ 1537791 w 1695450"/>
                  <a:gd name="connsiteY198" fmla="*/ 1146810 h 1228725"/>
                  <a:gd name="connsiteX199" fmla="*/ 1543506 w 1695450"/>
                  <a:gd name="connsiteY199" fmla="*/ 1183958 h 1228725"/>
                  <a:gd name="connsiteX200" fmla="*/ 1544458 w 1695450"/>
                  <a:gd name="connsiteY200" fmla="*/ 1230630 h 1228725"/>
                  <a:gd name="connsiteX201" fmla="*/ 1558746 w 1695450"/>
                  <a:gd name="connsiteY201" fmla="*/ 1214438 h 1228725"/>
                  <a:gd name="connsiteX202" fmla="*/ 1583511 w 1695450"/>
                  <a:gd name="connsiteY202" fmla="*/ 1223963 h 1228725"/>
                  <a:gd name="connsiteX203" fmla="*/ 1593036 w 1695450"/>
                  <a:gd name="connsiteY203" fmla="*/ 1197293 h 1228725"/>
                  <a:gd name="connsiteX204" fmla="*/ 1615896 w 1695450"/>
                  <a:gd name="connsiteY204" fmla="*/ 1205865 h 1228725"/>
                  <a:gd name="connsiteX205" fmla="*/ 1636851 w 1695450"/>
                  <a:gd name="connsiteY205" fmla="*/ 1194435 h 1228725"/>
                  <a:gd name="connsiteX206" fmla="*/ 1640661 w 1695450"/>
                  <a:gd name="connsiteY206" fmla="*/ 1228725 h 1228725"/>
                  <a:gd name="connsiteX207" fmla="*/ 1659711 w 1695450"/>
                  <a:gd name="connsiteY207" fmla="*/ 1231583 h 1228725"/>
                  <a:gd name="connsiteX208" fmla="*/ 1659711 w 1695450"/>
                  <a:gd name="connsiteY208" fmla="*/ 1237298 h 1228725"/>
                  <a:gd name="connsiteX209" fmla="*/ 1690191 w 1695450"/>
                  <a:gd name="connsiteY209" fmla="*/ 1214438 h 1228725"/>
                  <a:gd name="connsiteX210" fmla="*/ 1683523 w 1695450"/>
                  <a:gd name="connsiteY210" fmla="*/ 1168718 h 1228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1695450" h="1228725">
                    <a:moveTo>
                      <a:pt x="1683523" y="1168718"/>
                    </a:moveTo>
                    <a:cubicBezTo>
                      <a:pt x="1690191" y="1150620"/>
                      <a:pt x="1691143" y="1139190"/>
                      <a:pt x="1641614" y="1118235"/>
                    </a:cubicBezTo>
                    <a:cubicBezTo>
                      <a:pt x="1592083" y="1097280"/>
                      <a:pt x="1596846" y="1082993"/>
                      <a:pt x="1563508" y="1018223"/>
                    </a:cubicBezTo>
                    <a:cubicBezTo>
                      <a:pt x="1529218" y="953453"/>
                      <a:pt x="1468258" y="924878"/>
                      <a:pt x="1468258" y="901065"/>
                    </a:cubicBezTo>
                    <a:cubicBezTo>
                      <a:pt x="1468258" y="877253"/>
                      <a:pt x="1408251" y="880110"/>
                      <a:pt x="1408251" y="898208"/>
                    </a:cubicBezTo>
                    <a:cubicBezTo>
                      <a:pt x="1408251" y="916305"/>
                      <a:pt x="1382533" y="922020"/>
                      <a:pt x="1367293" y="932498"/>
                    </a:cubicBezTo>
                    <a:cubicBezTo>
                      <a:pt x="1353006" y="942023"/>
                      <a:pt x="1346339" y="926783"/>
                      <a:pt x="1333003" y="908685"/>
                    </a:cubicBezTo>
                    <a:cubicBezTo>
                      <a:pt x="1319668" y="890588"/>
                      <a:pt x="1288236" y="872490"/>
                      <a:pt x="1288236" y="861060"/>
                    </a:cubicBezTo>
                    <a:cubicBezTo>
                      <a:pt x="1288236" y="849630"/>
                      <a:pt x="1280616" y="825818"/>
                      <a:pt x="1257756" y="837248"/>
                    </a:cubicBezTo>
                    <a:cubicBezTo>
                      <a:pt x="1235848" y="848678"/>
                      <a:pt x="1223466" y="837248"/>
                      <a:pt x="1216798" y="845820"/>
                    </a:cubicBezTo>
                    <a:cubicBezTo>
                      <a:pt x="1210131" y="854393"/>
                      <a:pt x="1192986" y="841058"/>
                      <a:pt x="1192986" y="841058"/>
                    </a:cubicBezTo>
                    <a:lnTo>
                      <a:pt x="1192986" y="109538"/>
                    </a:lnTo>
                    <a:cubicBezTo>
                      <a:pt x="1185366" y="108585"/>
                      <a:pt x="1177746" y="107633"/>
                      <a:pt x="1172983" y="104775"/>
                    </a:cubicBezTo>
                    <a:cubicBezTo>
                      <a:pt x="1146313" y="94298"/>
                      <a:pt x="1108213" y="75248"/>
                      <a:pt x="1085353" y="76200"/>
                    </a:cubicBezTo>
                    <a:cubicBezTo>
                      <a:pt x="1080591" y="88583"/>
                      <a:pt x="1071066" y="99060"/>
                      <a:pt x="1055826" y="103823"/>
                    </a:cubicBezTo>
                    <a:cubicBezTo>
                      <a:pt x="1023441" y="115253"/>
                      <a:pt x="992008" y="106680"/>
                      <a:pt x="967243" y="87630"/>
                    </a:cubicBezTo>
                    <a:cubicBezTo>
                      <a:pt x="956766" y="107633"/>
                      <a:pt x="940573" y="123825"/>
                      <a:pt x="914856" y="131445"/>
                    </a:cubicBezTo>
                    <a:cubicBezTo>
                      <a:pt x="890091" y="139065"/>
                      <a:pt x="867231" y="124778"/>
                      <a:pt x="857706" y="103823"/>
                    </a:cubicBezTo>
                    <a:cubicBezTo>
                      <a:pt x="847228" y="99060"/>
                      <a:pt x="837703" y="93345"/>
                      <a:pt x="829131" y="84773"/>
                    </a:cubicBezTo>
                    <a:cubicBezTo>
                      <a:pt x="827226" y="82867"/>
                      <a:pt x="824368" y="80010"/>
                      <a:pt x="821511" y="77153"/>
                    </a:cubicBezTo>
                    <a:cubicBezTo>
                      <a:pt x="800556" y="77153"/>
                      <a:pt x="779601" y="75248"/>
                      <a:pt x="757693" y="72390"/>
                    </a:cubicBezTo>
                    <a:cubicBezTo>
                      <a:pt x="739596" y="69533"/>
                      <a:pt x="730071" y="59055"/>
                      <a:pt x="726261" y="45720"/>
                    </a:cubicBezTo>
                    <a:cubicBezTo>
                      <a:pt x="724356" y="46673"/>
                      <a:pt x="722451" y="46673"/>
                      <a:pt x="721498" y="47625"/>
                    </a:cubicBezTo>
                    <a:cubicBezTo>
                      <a:pt x="708163" y="53340"/>
                      <a:pt x="711021" y="31433"/>
                      <a:pt x="692923" y="34290"/>
                    </a:cubicBezTo>
                    <a:cubicBezTo>
                      <a:pt x="674826" y="36195"/>
                      <a:pt x="689113" y="25717"/>
                      <a:pt x="679588" y="9525"/>
                    </a:cubicBezTo>
                    <a:cubicBezTo>
                      <a:pt x="670063" y="-6667"/>
                      <a:pt x="620533" y="8573"/>
                      <a:pt x="603388" y="10478"/>
                    </a:cubicBezTo>
                    <a:cubicBezTo>
                      <a:pt x="591006" y="12383"/>
                      <a:pt x="584338" y="6667"/>
                      <a:pt x="582433" y="0"/>
                    </a:cubicBezTo>
                    <a:cubicBezTo>
                      <a:pt x="571956" y="1905"/>
                      <a:pt x="561478" y="3810"/>
                      <a:pt x="551001" y="6667"/>
                    </a:cubicBezTo>
                    <a:cubicBezTo>
                      <a:pt x="547191" y="8573"/>
                      <a:pt x="543381" y="9525"/>
                      <a:pt x="539571" y="9525"/>
                    </a:cubicBezTo>
                    <a:cubicBezTo>
                      <a:pt x="510996" y="18098"/>
                      <a:pt x="482421" y="29528"/>
                      <a:pt x="454798" y="41910"/>
                    </a:cubicBezTo>
                    <a:cubicBezTo>
                      <a:pt x="438606" y="54292"/>
                      <a:pt x="422413" y="67628"/>
                      <a:pt x="405268" y="79058"/>
                    </a:cubicBezTo>
                    <a:cubicBezTo>
                      <a:pt x="391933" y="88583"/>
                      <a:pt x="376693" y="87630"/>
                      <a:pt x="363358" y="81915"/>
                    </a:cubicBezTo>
                    <a:cubicBezTo>
                      <a:pt x="362406" y="82867"/>
                      <a:pt x="360501" y="82867"/>
                      <a:pt x="359548" y="83820"/>
                    </a:cubicBezTo>
                    <a:cubicBezTo>
                      <a:pt x="304303" y="104775"/>
                      <a:pt x="249058" y="127635"/>
                      <a:pt x="195718" y="153353"/>
                    </a:cubicBezTo>
                    <a:cubicBezTo>
                      <a:pt x="194766" y="154305"/>
                      <a:pt x="193813" y="156210"/>
                      <a:pt x="192861" y="157163"/>
                    </a:cubicBezTo>
                    <a:cubicBezTo>
                      <a:pt x="188098" y="162878"/>
                      <a:pt x="181431" y="167640"/>
                      <a:pt x="173811" y="171450"/>
                    </a:cubicBezTo>
                    <a:cubicBezTo>
                      <a:pt x="165238" y="178117"/>
                      <a:pt x="155713" y="184785"/>
                      <a:pt x="147141" y="192405"/>
                    </a:cubicBezTo>
                    <a:cubicBezTo>
                      <a:pt x="143331" y="195263"/>
                      <a:pt x="140473" y="198120"/>
                      <a:pt x="136663" y="200978"/>
                    </a:cubicBezTo>
                    <a:cubicBezTo>
                      <a:pt x="122376" y="211455"/>
                      <a:pt x="108088" y="212408"/>
                      <a:pt x="96658" y="206692"/>
                    </a:cubicBezTo>
                    <a:cubicBezTo>
                      <a:pt x="90943" y="209550"/>
                      <a:pt x="84276" y="211455"/>
                      <a:pt x="78561" y="214313"/>
                    </a:cubicBezTo>
                    <a:cubicBezTo>
                      <a:pt x="74751" y="216217"/>
                      <a:pt x="71893" y="217170"/>
                      <a:pt x="68083" y="218123"/>
                    </a:cubicBezTo>
                    <a:cubicBezTo>
                      <a:pt x="69036" y="226695"/>
                      <a:pt x="83323" y="234315"/>
                      <a:pt x="110946" y="242888"/>
                    </a:cubicBezTo>
                    <a:cubicBezTo>
                      <a:pt x="120471" y="239078"/>
                      <a:pt x="131901" y="238125"/>
                      <a:pt x="142378" y="240030"/>
                    </a:cubicBezTo>
                    <a:cubicBezTo>
                      <a:pt x="162381" y="244792"/>
                      <a:pt x="180478" y="255270"/>
                      <a:pt x="193813" y="269558"/>
                    </a:cubicBezTo>
                    <a:cubicBezTo>
                      <a:pt x="202386" y="278130"/>
                      <a:pt x="210006" y="288608"/>
                      <a:pt x="219531" y="297180"/>
                    </a:cubicBezTo>
                    <a:cubicBezTo>
                      <a:pt x="243343" y="297180"/>
                      <a:pt x="258583" y="312420"/>
                      <a:pt x="263346" y="329565"/>
                    </a:cubicBezTo>
                    <a:cubicBezTo>
                      <a:pt x="264298" y="329565"/>
                      <a:pt x="264298" y="329565"/>
                      <a:pt x="265251" y="329565"/>
                    </a:cubicBezTo>
                    <a:cubicBezTo>
                      <a:pt x="285253" y="332423"/>
                      <a:pt x="263346" y="361950"/>
                      <a:pt x="279538" y="370523"/>
                    </a:cubicBezTo>
                    <a:cubicBezTo>
                      <a:pt x="295731" y="379095"/>
                      <a:pt x="321448" y="366713"/>
                      <a:pt x="326211" y="381000"/>
                    </a:cubicBezTo>
                    <a:cubicBezTo>
                      <a:pt x="330973" y="396240"/>
                      <a:pt x="292873" y="381000"/>
                      <a:pt x="272871" y="397192"/>
                    </a:cubicBezTo>
                    <a:cubicBezTo>
                      <a:pt x="252868" y="413385"/>
                      <a:pt x="243343" y="420053"/>
                      <a:pt x="235723" y="408623"/>
                    </a:cubicBezTo>
                    <a:cubicBezTo>
                      <a:pt x="228103" y="397192"/>
                      <a:pt x="195718" y="404813"/>
                      <a:pt x="178573" y="406717"/>
                    </a:cubicBezTo>
                    <a:cubicBezTo>
                      <a:pt x="163333" y="408623"/>
                      <a:pt x="175716" y="387667"/>
                      <a:pt x="178573" y="376238"/>
                    </a:cubicBezTo>
                    <a:cubicBezTo>
                      <a:pt x="169048" y="374333"/>
                      <a:pt x="159523" y="370523"/>
                      <a:pt x="151903" y="364808"/>
                    </a:cubicBezTo>
                    <a:cubicBezTo>
                      <a:pt x="143331" y="366713"/>
                      <a:pt x="133806" y="369570"/>
                      <a:pt x="123328" y="376238"/>
                    </a:cubicBezTo>
                    <a:cubicBezTo>
                      <a:pt x="90943" y="396240"/>
                      <a:pt x="102373" y="388620"/>
                      <a:pt x="98563" y="404813"/>
                    </a:cubicBezTo>
                    <a:cubicBezTo>
                      <a:pt x="94753" y="421005"/>
                      <a:pt x="80466" y="395288"/>
                      <a:pt x="60463" y="408623"/>
                    </a:cubicBezTo>
                    <a:cubicBezTo>
                      <a:pt x="39508" y="421958"/>
                      <a:pt x="6171" y="431483"/>
                      <a:pt x="456" y="445770"/>
                    </a:cubicBezTo>
                    <a:cubicBezTo>
                      <a:pt x="-5259" y="459105"/>
                      <a:pt x="44271" y="468630"/>
                      <a:pt x="64273" y="473392"/>
                    </a:cubicBezTo>
                    <a:cubicBezTo>
                      <a:pt x="84276" y="477203"/>
                      <a:pt x="40461" y="491490"/>
                      <a:pt x="56653" y="496253"/>
                    </a:cubicBezTo>
                    <a:cubicBezTo>
                      <a:pt x="71893" y="501967"/>
                      <a:pt x="65226" y="517208"/>
                      <a:pt x="89991" y="531495"/>
                    </a:cubicBezTo>
                    <a:cubicBezTo>
                      <a:pt x="94753" y="534353"/>
                      <a:pt x="101421" y="536258"/>
                      <a:pt x="108088" y="537210"/>
                    </a:cubicBezTo>
                    <a:cubicBezTo>
                      <a:pt x="110946" y="537210"/>
                      <a:pt x="112851" y="536258"/>
                      <a:pt x="115708" y="536258"/>
                    </a:cubicBezTo>
                    <a:cubicBezTo>
                      <a:pt x="123328" y="532448"/>
                      <a:pt x="131901" y="529590"/>
                      <a:pt x="139521" y="529590"/>
                    </a:cubicBezTo>
                    <a:lnTo>
                      <a:pt x="155713" y="529590"/>
                    </a:lnTo>
                    <a:cubicBezTo>
                      <a:pt x="162381" y="529590"/>
                      <a:pt x="168096" y="530543"/>
                      <a:pt x="173811" y="533400"/>
                    </a:cubicBezTo>
                    <a:cubicBezTo>
                      <a:pt x="177621" y="532448"/>
                      <a:pt x="181431" y="532448"/>
                      <a:pt x="183336" y="532448"/>
                    </a:cubicBezTo>
                    <a:cubicBezTo>
                      <a:pt x="190003" y="532448"/>
                      <a:pt x="195718" y="536258"/>
                      <a:pt x="201433" y="539115"/>
                    </a:cubicBezTo>
                    <a:cubicBezTo>
                      <a:pt x="204291" y="540068"/>
                      <a:pt x="208101" y="541020"/>
                      <a:pt x="210958" y="542925"/>
                    </a:cubicBezTo>
                    <a:cubicBezTo>
                      <a:pt x="215721" y="543878"/>
                      <a:pt x="219531" y="542925"/>
                      <a:pt x="223341" y="538163"/>
                    </a:cubicBezTo>
                    <a:cubicBezTo>
                      <a:pt x="234771" y="524828"/>
                      <a:pt x="279538" y="486728"/>
                      <a:pt x="301446" y="508635"/>
                    </a:cubicBezTo>
                    <a:cubicBezTo>
                      <a:pt x="324306" y="530543"/>
                      <a:pt x="276681" y="527685"/>
                      <a:pt x="289063" y="541020"/>
                    </a:cubicBezTo>
                    <a:cubicBezTo>
                      <a:pt x="300493" y="554355"/>
                      <a:pt x="315733" y="587693"/>
                      <a:pt x="293826" y="604838"/>
                    </a:cubicBezTo>
                    <a:cubicBezTo>
                      <a:pt x="271918" y="621983"/>
                      <a:pt x="251916" y="610553"/>
                      <a:pt x="239533" y="608648"/>
                    </a:cubicBezTo>
                    <a:cubicBezTo>
                      <a:pt x="237628" y="608648"/>
                      <a:pt x="235723" y="608648"/>
                      <a:pt x="234771" y="610553"/>
                    </a:cubicBezTo>
                    <a:cubicBezTo>
                      <a:pt x="233818" y="614363"/>
                      <a:pt x="231913" y="619125"/>
                      <a:pt x="230008" y="621983"/>
                    </a:cubicBezTo>
                    <a:cubicBezTo>
                      <a:pt x="228103" y="629603"/>
                      <a:pt x="225246" y="640080"/>
                      <a:pt x="215721" y="647700"/>
                    </a:cubicBezTo>
                    <a:cubicBezTo>
                      <a:pt x="206196" y="656273"/>
                      <a:pt x="197623" y="650558"/>
                      <a:pt x="188098" y="643890"/>
                    </a:cubicBezTo>
                    <a:cubicBezTo>
                      <a:pt x="175716" y="643890"/>
                      <a:pt x="165238" y="639128"/>
                      <a:pt x="158571" y="632460"/>
                    </a:cubicBezTo>
                    <a:cubicBezTo>
                      <a:pt x="156666" y="632460"/>
                      <a:pt x="153808" y="632460"/>
                      <a:pt x="151903" y="633413"/>
                    </a:cubicBezTo>
                    <a:cubicBezTo>
                      <a:pt x="150951" y="634365"/>
                      <a:pt x="149998" y="634365"/>
                      <a:pt x="149046" y="635318"/>
                    </a:cubicBezTo>
                    <a:cubicBezTo>
                      <a:pt x="154761" y="642938"/>
                      <a:pt x="158571" y="653415"/>
                      <a:pt x="158571" y="662940"/>
                    </a:cubicBezTo>
                    <a:lnTo>
                      <a:pt x="158571" y="668655"/>
                    </a:lnTo>
                    <a:cubicBezTo>
                      <a:pt x="158571" y="681038"/>
                      <a:pt x="152856" y="692468"/>
                      <a:pt x="144283" y="701040"/>
                    </a:cubicBezTo>
                    <a:cubicBezTo>
                      <a:pt x="137616" y="707708"/>
                      <a:pt x="128091" y="711518"/>
                      <a:pt x="119518" y="713423"/>
                    </a:cubicBezTo>
                    <a:cubicBezTo>
                      <a:pt x="120471" y="720090"/>
                      <a:pt x="120471" y="726758"/>
                      <a:pt x="118566" y="732473"/>
                    </a:cubicBezTo>
                    <a:cubicBezTo>
                      <a:pt x="115708" y="742950"/>
                      <a:pt x="107136" y="755333"/>
                      <a:pt x="96658" y="760095"/>
                    </a:cubicBezTo>
                    <a:cubicBezTo>
                      <a:pt x="92848" y="762000"/>
                      <a:pt x="89038" y="763905"/>
                      <a:pt x="85228" y="765810"/>
                    </a:cubicBezTo>
                    <a:cubicBezTo>
                      <a:pt x="101421" y="786765"/>
                      <a:pt x="100468" y="770573"/>
                      <a:pt x="117613" y="783908"/>
                    </a:cubicBezTo>
                    <a:cubicBezTo>
                      <a:pt x="137616" y="799148"/>
                      <a:pt x="95706" y="824865"/>
                      <a:pt x="115708" y="829628"/>
                    </a:cubicBezTo>
                    <a:cubicBezTo>
                      <a:pt x="128091" y="832485"/>
                      <a:pt x="140473" y="847725"/>
                      <a:pt x="151903" y="862965"/>
                    </a:cubicBezTo>
                    <a:cubicBezTo>
                      <a:pt x="157618" y="861060"/>
                      <a:pt x="164286" y="859155"/>
                      <a:pt x="170953" y="859155"/>
                    </a:cubicBezTo>
                    <a:cubicBezTo>
                      <a:pt x="190003" y="859155"/>
                      <a:pt x="203338" y="867728"/>
                      <a:pt x="210006" y="880110"/>
                    </a:cubicBezTo>
                    <a:cubicBezTo>
                      <a:pt x="213816" y="879158"/>
                      <a:pt x="217626" y="878205"/>
                      <a:pt x="221436" y="877253"/>
                    </a:cubicBezTo>
                    <a:cubicBezTo>
                      <a:pt x="242391" y="876300"/>
                      <a:pt x="231913" y="845820"/>
                      <a:pt x="244296" y="857250"/>
                    </a:cubicBezTo>
                    <a:cubicBezTo>
                      <a:pt x="255726" y="868680"/>
                      <a:pt x="272871" y="902970"/>
                      <a:pt x="262393" y="911543"/>
                    </a:cubicBezTo>
                    <a:cubicBezTo>
                      <a:pt x="251916" y="919163"/>
                      <a:pt x="259536" y="942975"/>
                      <a:pt x="258583" y="956310"/>
                    </a:cubicBezTo>
                    <a:cubicBezTo>
                      <a:pt x="261441" y="955358"/>
                      <a:pt x="264298" y="955358"/>
                      <a:pt x="267156" y="955358"/>
                    </a:cubicBezTo>
                    <a:cubicBezTo>
                      <a:pt x="269061" y="955358"/>
                      <a:pt x="270966" y="955358"/>
                      <a:pt x="272871" y="955358"/>
                    </a:cubicBezTo>
                    <a:cubicBezTo>
                      <a:pt x="274776" y="954405"/>
                      <a:pt x="276681" y="953453"/>
                      <a:pt x="277633" y="952500"/>
                    </a:cubicBezTo>
                    <a:cubicBezTo>
                      <a:pt x="282396" y="949643"/>
                      <a:pt x="288111" y="946785"/>
                      <a:pt x="292873" y="946785"/>
                    </a:cubicBezTo>
                    <a:cubicBezTo>
                      <a:pt x="297636" y="944880"/>
                      <a:pt x="301446" y="942975"/>
                      <a:pt x="302398" y="942023"/>
                    </a:cubicBezTo>
                    <a:cubicBezTo>
                      <a:pt x="320496" y="926783"/>
                      <a:pt x="343356" y="924878"/>
                      <a:pt x="362406" y="936308"/>
                    </a:cubicBezTo>
                    <a:cubicBezTo>
                      <a:pt x="363358" y="936308"/>
                      <a:pt x="364311" y="936308"/>
                      <a:pt x="364311" y="935355"/>
                    </a:cubicBezTo>
                    <a:cubicBezTo>
                      <a:pt x="372883" y="923925"/>
                      <a:pt x="386218" y="916305"/>
                      <a:pt x="403363" y="915353"/>
                    </a:cubicBezTo>
                    <a:cubicBezTo>
                      <a:pt x="415746" y="914400"/>
                      <a:pt x="429081" y="921068"/>
                      <a:pt x="437653" y="928688"/>
                    </a:cubicBezTo>
                    <a:cubicBezTo>
                      <a:pt x="444321" y="934403"/>
                      <a:pt x="449083" y="942975"/>
                      <a:pt x="450988" y="952500"/>
                    </a:cubicBezTo>
                    <a:cubicBezTo>
                      <a:pt x="453846" y="951548"/>
                      <a:pt x="456703" y="950595"/>
                      <a:pt x="459561" y="948690"/>
                    </a:cubicBezTo>
                    <a:cubicBezTo>
                      <a:pt x="490041" y="933450"/>
                      <a:pt x="476706" y="949643"/>
                      <a:pt x="460513" y="970598"/>
                    </a:cubicBezTo>
                    <a:cubicBezTo>
                      <a:pt x="438606" y="1000125"/>
                      <a:pt x="460513" y="1042988"/>
                      <a:pt x="445273" y="1046798"/>
                    </a:cubicBezTo>
                    <a:cubicBezTo>
                      <a:pt x="430033" y="1050608"/>
                      <a:pt x="416698" y="1094423"/>
                      <a:pt x="390981" y="1097280"/>
                    </a:cubicBezTo>
                    <a:cubicBezTo>
                      <a:pt x="365263" y="1100138"/>
                      <a:pt x="322401" y="1152525"/>
                      <a:pt x="316686" y="1161098"/>
                    </a:cubicBezTo>
                    <a:cubicBezTo>
                      <a:pt x="310971" y="1169670"/>
                      <a:pt x="255726" y="1143952"/>
                      <a:pt x="248106" y="1168718"/>
                    </a:cubicBezTo>
                    <a:cubicBezTo>
                      <a:pt x="240486" y="1193483"/>
                      <a:pt x="207148" y="1211580"/>
                      <a:pt x="215721" y="1220152"/>
                    </a:cubicBezTo>
                    <a:cubicBezTo>
                      <a:pt x="221436" y="1226820"/>
                      <a:pt x="267156" y="1202055"/>
                      <a:pt x="269061" y="1189673"/>
                    </a:cubicBezTo>
                    <a:cubicBezTo>
                      <a:pt x="270966" y="1177290"/>
                      <a:pt x="276681" y="1179195"/>
                      <a:pt x="284301" y="1188720"/>
                    </a:cubicBezTo>
                    <a:cubicBezTo>
                      <a:pt x="291921" y="1198245"/>
                      <a:pt x="311923" y="1184910"/>
                      <a:pt x="320496" y="1176338"/>
                    </a:cubicBezTo>
                    <a:cubicBezTo>
                      <a:pt x="329068" y="1167765"/>
                      <a:pt x="344308" y="1170623"/>
                      <a:pt x="352881" y="1172527"/>
                    </a:cubicBezTo>
                    <a:cubicBezTo>
                      <a:pt x="361453" y="1173480"/>
                      <a:pt x="365263" y="1161098"/>
                      <a:pt x="391933" y="1155383"/>
                    </a:cubicBezTo>
                    <a:cubicBezTo>
                      <a:pt x="418603" y="1149668"/>
                      <a:pt x="412888" y="1142048"/>
                      <a:pt x="418603" y="1126808"/>
                    </a:cubicBezTo>
                    <a:cubicBezTo>
                      <a:pt x="424318" y="1111568"/>
                      <a:pt x="487183" y="1080135"/>
                      <a:pt x="498613" y="1077278"/>
                    </a:cubicBezTo>
                    <a:cubicBezTo>
                      <a:pt x="510043" y="1074420"/>
                      <a:pt x="503376" y="1052513"/>
                      <a:pt x="516711" y="1051560"/>
                    </a:cubicBezTo>
                    <a:cubicBezTo>
                      <a:pt x="529093" y="1050608"/>
                      <a:pt x="549096" y="1033463"/>
                      <a:pt x="565288" y="1019175"/>
                    </a:cubicBezTo>
                    <a:cubicBezTo>
                      <a:pt x="582433" y="1003935"/>
                      <a:pt x="586243" y="1010603"/>
                      <a:pt x="598626" y="1005840"/>
                    </a:cubicBezTo>
                    <a:cubicBezTo>
                      <a:pt x="611008" y="1000125"/>
                      <a:pt x="601483" y="973455"/>
                      <a:pt x="613866" y="970598"/>
                    </a:cubicBezTo>
                    <a:cubicBezTo>
                      <a:pt x="626248" y="968693"/>
                      <a:pt x="636726" y="958215"/>
                      <a:pt x="636726" y="945833"/>
                    </a:cubicBezTo>
                    <a:cubicBezTo>
                      <a:pt x="636726" y="934403"/>
                      <a:pt x="604341" y="934403"/>
                      <a:pt x="601483" y="926783"/>
                    </a:cubicBezTo>
                    <a:cubicBezTo>
                      <a:pt x="598626" y="919163"/>
                      <a:pt x="627201" y="891540"/>
                      <a:pt x="637678" y="892493"/>
                    </a:cubicBezTo>
                    <a:cubicBezTo>
                      <a:pt x="648156" y="893445"/>
                      <a:pt x="666253" y="881063"/>
                      <a:pt x="667206" y="863918"/>
                    </a:cubicBezTo>
                    <a:cubicBezTo>
                      <a:pt x="668158" y="846773"/>
                      <a:pt x="684351" y="843915"/>
                      <a:pt x="696733" y="828675"/>
                    </a:cubicBezTo>
                    <a:cubicBezTo>
                      <a:pt x="709116" y="813435"/>
                      <a:pt x="706258" y="801053"/>
                      <a:pt x="719593" y="800100"/>
                    </a:cubicBezTo>
                    <a:cubicBezTo>
                      <a:pt x="731976" y="799148"/>
                      <a:pt x="744358" y="780098"/>
                      <a:pt x="757693" y="771525"/>
                    </a:cubicBezTo>
                    <a:cubicBezTo>
                      <a:pt x="771028" y="762953"/>
                      <a:pt x="757693" y="782003"/>
                      <a:pt x="784363" y="782955"/>
                    </a:cubicBezTo>
                    <a:cubicBezTo>
                      <a:pt x="811033" y="783908"/>
                      <a:pt x="805318" y="810578"/>
                      <a:pt x="785316" y="801053"/>
                    </a:cubicBezTo>
                    <a:cubicBezTo>
                      <a:pt x="765313" y="791528"/>
                      <a:pt x="756741" y="792480"/>
                      <a:pt x="739596" y="810578"/>
                    </a:cubicBezTo>
                    <a:cubicBezTo>
                      <a:pt x="721498" y="828675"/>
                      <a:pt x="735786" y="833438"/>
                      <a:pt x="721498" y="854393"/>
                    </a:cubicBezTo>
                    <a:cubicBezTo>
                      <a:pt x="708163" y="874395"/>
                      <a:pt x="707211" y="886778"/>
                      <a:pt x="724356" y="889635"/>
                    </a:cubicBezTo>
                    <a:cubicBezTo>
                      <a:pt x="742453" y="891540"/>
                      <a:pt x="725308" y="905828"/>
                      <a:pt x="709116" y="910590"/>
                    </a:cubicBezTo>
                    <a:cubicBezTo>
                      <a:pt x="691971" y="916305"/>
                      <a:pt x="704353" y="926783"/>
                      <a:pt x="727213" y="926783"/>
                    </a:cubicBezTo>
                    <a:cubicBezTo>
                      <a:pt x="750073" y="926783"/>
                      <a:pt x="783411" y="891540"/>
                      <a:pt x="814843" y="875348"/>
                    </a:cubicBezTo>
                    <a:cubicBezTo>
                      <a:pt x="846276" y="858203"/>
                      <a:pt x="870088" y="875348"/>
                      <a:pt x="878661" y="872490"/>
                    </a:cubicBezTo>
                    <a:cubicBezTo>
                      <a:pt x="887233" y="869633"/>
                      <a:pt x="869136" y="853440"/>
                      <a:pt x="879613" y="847725"/>
                    </a:cubicBezTo>
                    <a:cubicBezTo>
                      <a:pt x="890091" y="842010"/>
                      <a:pt x="867231" y="839153"/>
                      <a:pt x="859611" y="819150"/>
                    </a:cubicBezTo>
                    <a:cubicBezTo>
                      <a:pt x="852943" y="799148"/>
                      <a:pt x="870088" y="811530"/>
                      <a:pt x="873898" y="796290"/>
                    </a:cubicBezTo>
                    <a:cubicBezTo>
                      <a:pt x="877708" y="780098"/>
                      <a:pt x="888186" y="786765"/>
                      <a:pt x="898663" y="794385"/>
                    </a:cubicBezTo>
                    <a:cubicBezTo>
                      <a:pt x="908188" y="802005"/>
                      <a:pt x="922476" y="786765"/>
                      <a:pt x="931048" y="806768"/>
                    </a:cubicBezTo>
                    <a:cubicBezTo>
                      <a:pt x="939621" y="826770"/>
                      <a:pt x="950098" y="801053"/>
                      <a:pt x="965338" y="815340"/>
                    </a:cubicBezTo>
                    <a:cubicBezTo>
                      <a:pt x="980578" y="828675"/>
                      <a:pt x="962481" y="826770"/>
                      <a:pt x="945336" y="831533"/>
                    </a:cubicBezTo>
                    <a:cubicBezTo>
                      <a:pt x="929143" y="835343"/>
                      <a:pt x="937716" y="860108"/>
                      <a:pt x="950098" y="848678"/>
                    </a:cubicBezTo>
                    <a:cubicBezTo>
                      <a:pt x="962481" y="837248"/>
                      <a:pt x="973911" y="829628"/>
                      <a:pt x="985341" y="841058"/>
                    </a:cubicBezTo>
                    <a:cubicBezTo>
                      <a:pt x="996771" y="852488"/>
                      <a:pt x="1001533" y="847725"/>
                      <a:pt x="1012011" y="837248"/>
                    </a:cubicBezTo>
                    <a:cubicBezTo>
                      <a:pt x="1021536" y="826770"/>
                      <a:pt x="1021536" y="838200"/>
                      <a:pt x="1021536" y="845820"/>
                    </a:cubicBezTo>
                    <a:cubicBezTo>
                      <a:pt x="1024393" y="840105"/>
                      <a:pt x="1028203" y="835343"/>
                      <a:pt x="1032013" y="830580"/>
                    </a:cubicBezTo>
                    <a:cubicBezTo>
                      <a:pt x="1040586" y="822008"/>
                      <a:pt x="1053921" y="817245"/>
                      <a:pt x="1066303" y="817245"/>
                    </a:cubicBezTo>
                    <a:cubicBezTo>
                      <a:pt x="1076781" y="817245"/>
                      <a:pt x="1092973" y="822008"/>
                      <a:pt x="1100593" y="830580"/>
                    </a:cubicBezTo>
                    <a:cubicBezTo>
                      <a:pt x="1107261" y="838200"/>
                      <a:pt x="1112976" y="846773"/>
                      <a:pt x="1119643" y="854393"/>
                    </a:cubicBezTo>
                    <a:cubicBezTo>
                      <a:pt x="1119643" y="855345"/>
                      <a:pt x="1120596" y="855345"/>
                      <a:pt x="1120596" y="856298"/>
                    </a:cubicBezTo>
                    <a:cubicBezTo>
                      <a:pt x="1128216" y="851535"/>
                      <a:pt x="1137741" y="848678"/>
                      <a:pt x="1145361" y="849630"/>
                    </a:cubicBezTo>
                    <a:cubicBezTo>
                      <a:pt x="1151076" y="850583"/>
                      <a:pt x="1156791" y="850583"/>
                      <a:pt x="1162506" y="852488"/>
                    </a:cubicBezTo>
                    <a:cubicBezTo>
                      <a:pt x="1172031" y="855345"/>
                      <a:pt x="1174888" y="857250"/>
                      <a:pt x="1181556" y="862013"/>
                    </a:cubicBezTo>
                    <a:cubicBezTo>
                      <a:pt x="1188223" y="866775"/>
                      <a:pt x="1192986" y="872490"/>
                      <a:pt x="1197748" y="879158"/>
                    </a:cubicBezTo>
                    <a:cubicBezTo>
                      <a:pt x="1201558" y="882015"/>
                      <a:pt x="1204416" y="884873"/>
                      <a:pt x="1207273" y="888683"/>
                    </a:cubicBezTo>
                    <a:cubicBezTo>
                      <a:pt x="1207273" y="888683"/>
                      <a:pt x="1207273" y="888683"/>
                      <a:pt x="1208226" y="889635"/>
                    </a:cubicBezTo>
                    <a:cubicBezTo>
                      <a:pt x="1237753" y="895350"/>
                      <a:pt x="1246326" y="857250"/>
                      <a:pt x="1261566" y="870585"/>
                    </a:cubicBezTo>
                    <a:cubicBezTo>
                      <a:pt x="1276806" y="883920"/>
                      <a:pt x="1261566" y="889635"/>
                      <a:pt x="1252993" y="900113"/>
                    </a:cubicBezTo>
                    <a:cubicBezTo>
                      <a:pt x="1245373" y="909638"/>
                      <a:pt x="1258708" y="911543"/>
                      <a:pt x="1271091" y="915353"/>
                    </a:cubicBezTo>
                    <a:cubicBezTo>
                      <a:pt x="1278711" y="916305"/>
                      <a:pt x="1285378" y="918210"/>
                      <a:pt x="1292046" y="921068"/>
                    </a:cubicBezTo>
                    <a:cubicBezTo>
                      <a:pt x="1298714" y="923925"/>
                      <a:pt x="1305381" y="928688"/>
                      <a:pt x="1311096" y="932498"/>
                    </a:cubicBezTo>
                    <a:cubicBezTo>
                      <a:pt x="1313953" y="934403"/>
                      <a:pt x="1317764" y="936308"/>
                      <a:pt x="1319668" y="938213"/>
                    </a:cubicBezTo>
                    <a:cubicBezTo>
                      <a:pt x="1332051" y="939165"/>
                      <a:pt x="1343481" y="942975"/>
                      <a:pt x="1352053" y="951548"/>
                    </a:cubicBezTo>
                    <a:cubicBezTo>
                      <a:pt x="1359673" y="959168"/>
                      <a:pt x="1366341" y="966788"/>
                      <a:pt x="1372056" y="975360"/>
                    </a:cubicBezTo>
                    <a:cubicBezTo>
                      <a:pt x="1375866" y="980123"/>
                      <a:pt x="1378723" y="985838"/>
                      <a:pt x="1380628" y="990600"/>
                    </a:cubicBezTo>
                    <a:cubicBezTo>
                      <a:pt x="1407298" y="1002983"/>
                      <a:pt x="1379676" y="947738"/>
                      <a:pt x="1403489" y="965835"/>
                    </a:cubicBezTo>
                    <a:cubicBezTo>
                      <a:pt x="1428253" y="984885"/>
                      <a:pt x="1418728" y="966788"/>
                      <a:pt x="1438731" y="985838"/>
                    </a:cubicBezTo>
                    <a:cubicBezTo>
                      <a:pt x="1458733" y="1004888"/>
                      <a:pt x="1451114" y="977265"/>
                      <a:pt x="1442541" y="945833"/>
                    </a:cubicBezTo>
                    <a:cubicBezTo>
                      <a:pt x="1433968" y="914400"/>
                      <a:pt x="1451114" y="935355"/>
                      <a:pt x="1460639" y="949643"/>
                    </a:cubicBezTo>
                    <a:cubicBezTo>
                      <a:pt x="1469211" y="964883"/>
                      <a:pt x="1469211" y="993458"/>
                      <a:pt x="1463496" y="1012508"/>
                    </a:cubicBezTo>
                    <a:cubicBezTo>
                      <a:pt x="1457781" y="1031558"/>
                      <a:pt x="1428253" y="1015365"/>
                      <a:pt x="1431111" y="1004888"/>
                    </a:cubicBezTo>
                    <a:cubicBezTo>
                      <a:pt x="1433968" y="994410"/>
                      <a:pt x="1401583" y="998220"/>
                      <a:pt x="1400631" y="1013460"/>
                    </a:cubicBezTo>
                    <a:cubicBezTo>
                      <a:pt x="1399678" y="1028700"/>
                      <a:pt x="1421586" y="1057275"/>
                      <a:pt x="1436826" y="1060133"/>
                    </a:cubicBezTo>
                    <a:cubicBezTo>
                      <a:pt x="1452066" y="1062990"/>
                      <a:pt x="1440636" y="1089660"/>
                      <a:pt x="1450161" y="1092518"/>
                    </a:cubicBezTo>
                    <a:cubicBezTo>
                      <a:pt x="1463496" y="1097280"/>
                      <a:pt x="1462543" y="1123950"/>
                      <a:pt x="1471116" y="1120140"/>
                    </a:cubicBezTo>
                    <a:cubicBezTo>
                      <a:pt x="1478736" y="1116330"/>
                      <a:pt x="1475878" y="1082993"/>
                      <a:pt x="1467306" y="1068705"/>
                    </a:cubicBezTo>
                    <a:cubicBezTo>
                      <a:pt x="1458733" y="1053465"/>
                      <a:pt x="1462543" y="1032510"/>
                      <a:pt x="1473973" y="1037273"/>
                    </a:cubicBezTo>
                    <a:cubicBezTo>
                      <a:pt x="1485403" y="1041083"/>
                      <a:pt x="1473973" y="1063943"/>
                      <a:pt x="1479689" y="1071563"/>
                    </a:cubicBezTo>
                    <a:cubicBezTo>
                      <a:pt x="1485403" y="1079183"/>
                      <a:pt x="1492071" y="1063943"/>
                      <a:pt x="1506358" y="1055370"/>
                    </a:cubicBezTo>
                    <a:cubicBezTo>
                      <a:pt x="1519693" y="1046798"/>
                      <a:pt x="1500643" y="1022985"/>
                      <a:pt x="1505406" y="1009650"/>
                    </a:cubicBezTo>
                    <a:cubicBezTo>
                      <a:pt x="1510168" y="997268"/>
                      <a:pt x="1526361" y="1020128"/>
                      <a:pt x="1532076" y="1042035"/>
                    </a:cubicBezTo>
                    <a:cubicBezTo>
                      <a:pt x="1537791" y="1063943"/>
                      <a:pt x="1517789" y="1062990"/>
                      <a:pt x="1517789" y="1074420"/>
                    </a:cubicBezTo>
                    <a:cubicBezTo>
                      <a:pt x="1517789" y="1085850"/>
                      <a:pt x="1498739" y="1081088"/>
                      <a:pt x="1493023" y="1086803"/>
                    </a:cubicBezTo>
                    <a:cubicBezTo>
                      <a:pt x="1487308" y="1093470"/>
                      <a:pt x="1490166" y="1135380"/>
                      <a:pt x="1497786" y="1136333"/>
                    </a:cubicBezTo>
                    <a:cubicBezTo>
                      <a:pt x="1505406" y="1137285"/>
                      <a:pt x="1510168" y="1101090"/>
                      <a:pt x="1515883" y="1119188"/>
                    </a:cubicBezTo>
                    <a:cubicBezTo>
                      <a:pt x="1520646" y="1137285"/>
                      <a:pt x="1539696" y="1096328"/>
                      <a:pt x="1544458" y="1112520"/>
                    </a:cubicBezTo>
                    <a:cubicBezTo>
                      <a:pt x="1549221" y="1129665"/>
                      <a:pt x="1573033" y="1148715"/>
                      <a:pt x="1581606" y="1143952"/>
                    </a:cubicBezTo>
                    <a:cubicBezTo>
                      <a:pt x="1590178" y="1140143"/>
                      <a:pt x="1577796" y="1122045"/>
                      <a:pt x="1563508" y="1121093"/>
                    </a:cubicBezTo>
                    <a:cubicBezTo>
                      <a:pt x="1550173" y="1120140"/>
                      <a:pt x="1552078" y="1095375"/>
                      <a:pt x="1564461" y="1094423"/>
                    </a:cubicBezTo>
                    <a:cubicBezTo>
                      <a:pt x="1576843" y="1093470"/>
                      <a:pt x="1599703" y="1129665"/>
                      <a:pt x="1598751" y="1142048"/>
                    </a:cubicBezTo>
                    <a:cubicBezTo>
                      <a:pt x="1597798" y="1154430"/>
                      <a:pt x="1587321" y="1153477"/>
                      <a:pt x="1575891" y="1166813"/>
                    </a:cubicBezTo>
                    <a:cubicBezTo>
                      <a:pt x="1565414" y="1179195"/>
                      <a:pt x="1550173" y="1145858"/>
                      <a:pt x="1537791" y="1146810"/>
                    </a:cubicBezTo>
                    <a:cubicBezTo>
                      <a:pt x="1525408" y="1147763"/>
                      <a:pt x="1537791" y="1168718"/>
                      <a:pt x="1543506" y="1183958"/>
                    </a:cubicBezTo>
                    <a:cubicBezTo>
                      <a:pt x="1549221" y="1199198"/>
                      <a:pt x="1528266" y="1219200"/>
                      <a:pt x="1544458" y="1230630"/>
                    </a:cubicBezTo>
                    <a:cubicBezTo>
                      <a:pt x="1561603" y="1242060"/>
                      <a:pt x="1555889" y="1223010"/>
                      <a:pt x="1558746" y="1214438"/>
                    </a:cubicBezTo>
                    <a:cubicBezTo>
                      <a:pt x="1561603" y="1205865"/>
                      <a:pt x="1573986" y="1216343"/>
                      <a:pt x="1583511" y="1223963"/>
                    </a:cubicBezTo>
                    <a:cubicBezTo>
                      <a:pt x="1592083" y="1230630"/>
                      <a:pt x="1593036" y="1206818"/>
                      <a:pt x="1593036" y="1197293"/>
                    </a:cubicBezTo>
                    <a:cubicBezTo>
                      <a:pt x="1593036" y="1187768"/>
                      <a:pt x="1607323" y="1193483"/>
                      <a:pt x="1615896" y="1205865"/>
                    </a:cubicBezTo>
                    <a:cubicBezTo>
                      <a:pt x="1623516" y="1218248"/>
                      <a:pt x="1624468" y="1192530"/>
                      <a:pt x="1636851" y="1194435"/>
                    </a:cubicBezTo>
                    <a:cubicBezTo>
                      <a:pt x="1648281" y="1196340"/>
                      <a:pt x="1640661" y="1216343"/>
                      <a:pt x="1640661" y="1228725"/>
                    </a:cubicBezTo>
                    <a:cubicBezTo>
                      <a:pt x="1640661" y="1240155"/>
                      <a:pt x="1661616" y="1219200"/>
                      <a:pt x="1659711" y="1231583"/>
                    </a:cubicBezTo>
                    <a:cubicBezTo>
                      <a:pt x="1659711" y="1233488"/>
                      <a:pt x="1659711" y="1235393"/>
                      <a:pt x="1659711" y="1237298"/>
                    </a:cubicBezTo>
                    <a:cubicBezTo>
                      <a:pt x="1670189" y="1228725"/>
                      <a:pt x="1681618" y="1220152"/>
                      <a:pt x="1690191" y="1214438"/>
                    </a:cubicBezTo>
                    <a:cubicBezTo>
                      <a:pt x="1713051" y="1197293"/>
                      <a:pt x="1676856" y="1186815"/>
                      <a:pt x="1683523" y="116871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75" name="Freeform: Shape 309">
                <a:extLst>
                  <a:ext uri="{FF2B5EF4-FFF2-40B4-BE49-F238E27FC236}">
                    <a16:creationId xmlns:a16="http://schemas.microsoft.com/office/drawing/2014/main" id="{ED7632A5-6D58-8298-DAAE-E42D0B0DF1D6}"/>
                  </a:ext>
                </a:extLst>
              </p:cNvPr>
              <p:cNvSpPr/>
              <p:nvPr/>
            </p:nvSpPr>
            <p:spPr>
              <a:xfrm>
                <a:off x="7109463" y="3114786"/>
                <a:ext cx="390258" cy="248789"/>
              </a:xfrm>
              <a:custGeom>
                <a:avLst/>
                <a:gdLst>
                  <a:gd name="connsiteX0" fmla="*/ 761048 w 762000"/>
                  <a:gd name="connsiteY0" fmla="*/ 275273 h 485775"/>
                  <a:gd name="connsiteX1" fmla="*/ 700088 w 762000"/>
                  <a:gd name="connsiteY1" fmla="*/ 244793 h 485775"/>
                  <a:gd name="connsiteX2" fmla="*/ 664845 w 762000"/>
                  <a:gd name="connsiteY2" fmla="*/ 246698 h 485775"/>
                  <a:gd name="connsiteX3" fmla="*/ 622935 w 762000"/>
                  <a:gd name="connsiteY3" fmla="*/ 233363 h 485775"/>
                  <a:gd name="connsiteX4" fmla="*/ 577216 w 762000"/>
                  <a:gd name="connsiteY4" fmla="*/ 271463 h 485775"/>
                  <a:gd name="connsiteX5" fmla="*/ 556260 w 762000"/>
                  <a:gd name="connsiteY5" fmla="*/ 279083 h 485775"/>
                  <a:gd name="connsiteX6" fmla="*/ 520066 w 762000"/>
                  <a:gd name="connsiteY6" fmla="*/ 254318 h 485775"/>
                  <a:gd name="connsiteX7" fmla="*/ 481966 w 762000"/>
                  <a:gd name="connsiteY7" fmla="*/ 242888 h 485775"/>
                  <a:gd name="connsiteX8" fmla="*/ 457200 w 762000"/>
                  <a:gd name="connsiteY8" fmla="*/ 194310 h 485775"/>
                  <a:gd name="connsiteX9" fmla="*/ 446723 w 762000"/>
                  <a:gd name="connsiteY9" fmla="*/ 149543 h 485775"/>
                  <a:gd name="connsiteX10" fmla="*/ 411481 w 762000"/>
                  <a:gd name="connsiteY10" fmla="*/ 120968 h 485775"/>
                  <a:gd name="connsiteX11" fmla="*/ 322898 w 762000"/>
                  <a:gd name="connsiteY11" fmla="*/ 117158 h 485775"/>
                  <a:gd name="connsiteX12" fmla="*/ 265748 w 762000"/>
                  <a:gd name="connsiteY12" fmla="*/ 120968 h 485775"/>
                  <a:gd name="connsiteX13" fmla="*/ 214313 w 762000"/>
                  <a:gd name="connsiteY13" fmla="*/ 60008 h 485775"/>
                  <a:gd name="connsiteX14" fmla="*/ 200978 w 762000"/>
                  <a:gd name="connsiteY14" fmla="*/ 80963 h 485775"/>
                  <a:gd name="connsiteX15" fmla="*/ 147638 w 762000"/>
                  <a:gd name="connsiteY15" fmla="*/ 71438 h 485775"/>
                  <a:gd name="connsiteX16" fmla="*/ 142875 w 762000"/>
                  <a:gd name="connsiteY16" fmla="*/ 3810 h 485775"/>
                  <a:gd name="connsiteX17" fmla="*/ 124778 w 762000"/>
                  <a:gd name="connsiteY17" fmla="*/ 73343 h 485775"/>
                  <a:gd name="connsiteX18" fmla="*/ 118110 w 762000"/>
                  <a:gd name="connsiteY18" fmla="*/ 0 h 485775"/>
                  <a:gd name="connsiteX19" fmla="*/ 6668 w 762000"/>
                  <a:gd name="connsiteY19" fmla="*/ 32385 h 485775"/>
                  <a:gd name="connsiteX20" fmla="*/ 953 w 762000"/>
                  <a:gd name="connsiteY20" fmla="*/ 243840 h 485775"/>
                  <a:gd name="connsiteX21" fmla="*/ 0 w 762000"/>
                  <a:gd name="connsiteY21" fmla="*/ 243840 h 485775"/>
                  <a:gd name="connsiteX22" fmla="*/ 31433 w 762000"/>
                  <a:gd name="connsiteY22" fmla="*/ 251460 h 485775"/>
                  <a:gd name="connsiteX23" fmla="*/ 46673 w 762000"/>
                  <a:gd name="connsiteY23" fmla="*/ 228600 h 485775"/>
                  <a:gd name="connsiteX24" fmla="*/ 78106 w 762000"/>
                  <a:gd name="connsiteY24" fmla="*/ 202883 h 485775"/>
                  <a:gd name="connsiteX25" fmla="*/ 93345 w 762000"/>
                  <a:gd name="connsiteY25" fmla="*/ 184785 h 485775"/>
                  <a:gd name="connsiteX26" fmla="*/ 111443 w 762000"/>
                  <a:gd name="connsiteY26" fmla="*/ 175260 h 485775"/>
                  <a:gd name="connsiteX27" fmla="*/ 142875 w 762000"/>
                  <a:gd name="connsiteY27" fmla="*/ 183833 h 485775"/>
                  <a:gd name="connsiteX28" fmla="*/ 177166 w 762000"/>
                  <a:gd name="connsiteY28" fmla="*/ 196215 h 485775"/>
                  <a:gd name="connsiteX29" fmla="*/ 192406 w 762000"/>
                  <a:gd name="connsiteY29" fmla="*/ 246698 h 485775"/>
                  <a:gd name="connsiteX30" fmla="*/ 258128 w 762000"/>
                  <a:gd name="connsiteY30" fmla="*/ 255270 h 485775"/>
                  <a:gd name="connsiteX31" fmla="*/ 276225 w 762000"/>
                  <a:gd name="connsiteY31" fmla="*/ 286703 h 485775"/>
                  <a:gd name="connsiteX32" fmla="*/ 296228 w 762000"/>
                  <a:gd name="connsiteY32" fmla="*/ 325755 h 485775"/>
                  <a:gd name="connsiteX33" fmla="*/ 340995 w 762000"/>
                  <a:gd name="connsiteY33" fmla="*/ 360998 h 485775"/>
                  <a:gd name="connsiteX34" fmla="*/ 391478 w 762000"/>
                  <a:gd name="connsiteY34" fmla="*/ 393383 h 485775"/>
                  <a:gd name="connsiteX35" fmla="*/ 437198 w 762000"/>
                  <a:gd name="connsiteY35" fmla="*/ 425768 h 485775"/>
                  <a:gd name="connsiteX36" fmla="*/ 476250 w 762000"/>
                  <a:gd name="connsiteY36" fmla="*/ 440055 h 485775"/>
                  <a:gd name="connsiteX37" fmla="*/ 480060 w 762000"/>
                  <a:gd name="connsiteY37" fmla="*/ 471488 h 485775"/>
                  <a:gd name="connsiteX38" fmla="*/ 483870 w 762000"/>
                  <a:gd name="connsiteY38" fmla="*/ 470535 h 485775"/>
                  <a:gd name="connsiteX39" fmla="*/ 520066 w 762000"/>
                  <a:gd name="connsiteY39" fmla="*/ 483870 h 485775"/>
                  <a:gd name="connsiteX40" fmla="*/ 538163 w 762000"/>
                  <a:gd name="connsiteY40" fmla="*/ 492443 h 485775"/>
                  <a:gd name="connsiteX41" fmla="*/ 556260 w 762000"/>
                  <a:gd name="connsiteY41" fmla="*/ 442913 h 485775"/>
                  <a:gd name="connsiteX42" fmla="*/ 551498 w 762000"/>
                  <a:gd name="connsiteY42" fmla="*/ 401003 h 485775"/>
                  <a:gd name="connsiteX43" fmla="*/ 523875 w 762000"/>
                  <a:gd name="connsiteY43" fmla="*/ 364808 h 485775"/>
                  <a:gd name="connsiteX44" fmla="*/ 565785 w 762000"/>
                  <a:gd name="connsiteY44" fmla="*/ 347663 h 485775"/>
                  <a:gd name="connsiteX45" fmla="*/ 580073 w 762000"/>
                  <a:gd name="connsiteY45" fmla="*/ 320993 h 485775"/>
                  <a:gd name="connsiteX46" fmla="*/ 601028 w 762000"/>
                  <a:gd name="connsiteY46" fmla="*/ 295275 h 485775"/>
                  <a:gd name="connsiteX47" fmla="*/ 635318 w 762000"/>
                  <a:gd name="connsiteY47" fmla="*/ 286703 h 485775"/>
                  <a:gd name="connsiteX48" fmla="*/ 665798 w 762000"/>
                  <a:gd name="connsiteY48" fmla="*/ 280035 h 485775"/>
                  <a:gd name="connsiteX49" fmla="*/ 650558 w 762000"/>
                  <a:gd name="connsiteY49" fmla="*/ 319088 h 485775"/>
                  <a:gd name="connsiteX50" fmla="*/ 701041 w 762000"/>
                  <a:gd name="connsiteY50" fmla="*/ 309563 h 485775"/>
                  <a:gd name="connsiteX51" fmla="*/ 742950 w 762000"/>
                  <a:gd name="connsiteY51" fmla="*/ 301943 h 485775"/>
                  <a:gd name="connsiteX52" fmla="*/ 761048 w 762000"/>
                  <a:gd name="connsiteY52" fmla="*/ 27527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762000" h="485775">
                    <a:moveTo>
                      <a:pt x="761048" y="275273"/>
                    </a:moveTo>
                    <a:cubicBezTo>
                      <a:pt x="740093" y="256223"/>
                      <a:pt x="703898" y="234315"/>
                      <a:pt x="700088" y="244793"/>
                    </a:cubicBezTo>
                    <a:cubicBezTo>
                      <a:pt x="696278" y="256223"/>
                      <a:pt x="674370" y="258128"/>
                      <a:pt x="664845" y="246698"/>
                    </a:cubicBezTo>
                    <a:cubicBezTo>
                      <a:pt x="656273" y="235268"/>
                      <a:pt x="649606" y="221933"/>
                      <a:pt x="622935" y="233363"/>
                    </a:cubicBezTo>
                    <a:cubicBezTo>
                      <a:pt x="597218" y="244793"/>
                      <a:pt x="579120" y="260033"/>
                      <a:pt x="577216" y="271463"/>
                    </a:cubicBezTo>
                    <a:cubicBezTo>
                      <a:pt x="575310" y="282893"/>
                      <a:pt x="558166" y="294323"/>
                      <a:pt x="556260" y="279083"/>
                    </a:cubicBezTo>
                    <a:cubicBezTo>
                      <a:pt x="554356" y="263843"/>
                      <a:pt x="533400" y="258128"/>
                      <a:pt x="520066" y="254318"/>
                    </a:cubicBezTo>
                    <a:cubicBezTo>
                      <a:pt x="505778" y="250508"/>
                      <a:pt x="483870" y="258128"/>
                      <a:pt x="481966" y="242888"/>
                    </a:cubicBezTo>
                    <a:cubicBezTo>
                      <a:pt x="480060" y="227648"/>
                      <a:pt x="459106" y="210503"/>
                      <a:pt x="457200" y="194310"/>
                    </a:cubicBezTo>
                    <a:cubicBezTo>
                      <a:pt x="455295" y="177165"/>
                      <a:pt x="461010" y="153353"/>
                      <a:pt x="446723" y="149543"/>
                    </a:cubicBezTo>
                    <a:cubicBezTo>
                      <a:pt x="432435" y="145733"/>
                      <a:pt x="423863" y="120968"/>
                      <a:pt x="411481" y="120968"/>
                    </a:cubicBezTo>
                    <a:cubicBezTo>
                      <a:pt x="399098" y="120968"/>
                      <a:pt x="331470" y="120968"/>
                      <a:pt x="322898" y="117158"/>
                    </a:cubicBezTo>
                    <a:cubicBezTo>
                      <a:pt x="314325" y="113348"/>
                      <a:pt x="268606" y="132398"/>
                      <a:pt x="265748" y="120968"/>
                    </a:cubicBezTo>
                    <a:cubicBezTo>
                      <a:pt x="262891" y="111443"/>
                      <a:pt x="231458" y="75248"/>
                      <a:pt x="214313" y="60008"/>
                    </a:cubicBezTo>
                    <a:cubicBezTo>
                      <a:pt x="212408" y="67628"/>
                      <a:pt x="208598" y="75248"/>
                      <a:pt x="200978" y="80963"/>
                    </a:cubicBezTo>
                    <a:cubicBezTo>
                      <a:pt x="168593" y="106680"/>
                      <a:pt x="137160" y="101918"/>
                      <a:pt x="147638" y="71438"/>
                    </a:cubicBezTo>
                    <a:cubicBezTo>
                      <a:pt x="158116" y="40005"/>
                      <a:pt x="159068" y="3810"/>
                      <a:pt x="142875" y="3810"/>
                    </a:cubicBezTo>
                    <a:cubicBezTo>
                      <a:pt x="125731" y="3810"/>
                      <a:pt x="138113" y="68580"/>
                      <a:pt x="124778" y="73343"/>
                    </a:cubicBezTo>
                    <a:cubicBezTo>
                      <a:pt x="113348" y="77153"/>
                      <a:pt x="108585" y="26670"/>
                      <a:pt x="118110" y="0"/>
                    </a:cubicBezTo>
                    <a:lnTo>
                      <a:pt x="6668" y="32385"/>
                    </a:lnTo>
                    <a:lnTo>
                      <a:pt x="953" y="243840"/>
                    </a:lnTo>
                    <a:cubicBezTo>
                      <a:pt x="953" y="243840"/>
                      <a:pt x="953" y="243840"/>
                      <a:pt x="0" y="243840"/>
                    </a:cubicBezTo>
                    <a:cubicBezTo>
                      <a:pt x="10478" y="249555"/>
                      <a:pt x="22860" y="251460"/>
                      <a:pt x="31433" y="251460"/>
                    </a:cubicBezTo>
                    <a:cubicBezTo>
                      <a:pt x="48578" y="252413"/>
                      <a:pt x="46673" y="239078"/>
                      <a:pt x="46673" y="228600"/>
                    </a:cubicBezTo>
                    <a:cubicBezTo>
                      <a:pt x="46673" y="219075"/>
                      <a:pt x="64770" y="201930"/>
                      <a:pt x="78106" y="202883"/>
                    </a:cubicBezTo>
                    <a:cubicBezTo>
                      <a:pt x="91441" y="203835"/>
                      <a:pt x="89535" y="184785"/>
                      <a:pt x="93345" y="184785"/>
                    </a:cubicBezTo>
                    <a:cubicBezTo>
                      <a:pt x="97156" y="184785"/>
                      <a:pt x="107633" y="181928"/>
                      <a:pt x="111443" y="175260"/>
                    </a:cubicBezTo>
                    <a:cubicBezTo>
                      <a:pt x="115253" y="168593"/>
                      <a:pt x="136208" y="176213"/>
                      <a:pt x="142875" y="183833"/>
                    </a:cubicBezTo>
                    <a:cubicBezTo>
                      <a:pt x="149543" y="190500"/>
                      <a:pt x="164783" y="193358"/>
                      <a:pt x="177166" y="196215"/>
                    </a:cubicBezTo>
                    <a:cubicBezTo>
                      <a:pt x="188595" y="199073"/>
                      <a:pt x="192406" y="238125"/>
                      <a:pt x="192406" y="246698"/>
                    </a:cubicBezTo>
                    <a:cubicBezTo>
                      <a:pt x="192406" y="255270"/>
                      <a:pt x="248603" y="253365"/>
                      <a:pt x="258128" y="255270"/>
                    </a:cubicBezTo>
                    <a:cubicBezTo>
                      <a:pt x="267653" y="256223"/>
                      <a:pt x="267653" y="273368"/>
                      <a:pt x="276225" y="286703"/>
                    </a:cubicBezTo>
                    <a:cubicBezTo>
                      <a:pt x="285750" y="299085"/>
                      <a:pt x="291466" y="316230"/>
                      <a:pt x="296228" y="325755"/>
                    </a:cubicBezTo>
                    <a:cubicBezTo>
                      <a:pt x="300038" y="335280"/>
                      <a:pt x="332423" y="348615"/>
                      <a:pt x="340995" y="360998"/>
                    </a:cubicBezTo>
                    <a:cubicBezTo>
                      <a:pt x="348616" y="373380"/>
                      <a:pt x="373381" y="386715"/>
                      <a:pt x="391478" y="393383"/>
                    </a:cubicBezTo>
                    <a:cubicBezTo>
                      <a:pt x="409575" y="400050"/>
                      <a:pt x="426720" y="427673"/>
                      <a:pt x="437198" y="425768"/>
                    </a:cubicBezTo>
                    <a:cubicBezTo>
                      <a:pt x="447675" y="424815"/>
                      <a:pt x="476250" y="440055"/>
                      <a:pt x="476250" y="440055"/>
                    </a:cubicBezTo>
                    <a:lnTo>
                      <a:pt x="480060" y="471488"/>
                    </a:lnTo>
                    <a:cubicBezTo>
                      <a:pt x="481013" y="471488"/>
                      <a:pt x="482918" y="471488"/>
                      <a:pt x="483870" y="470535"/>
                    </a:cubicBezTo>
                    <a:cubicBezTo>
                      <a:pt x="499110" y="464820"/>
                      <a:pt x="508635" y="483870"/>
                      <a:pt x="520066" y="483870"/>
                    </a:cubicBezTo>
                    <a:cubicBezTo>
                      <a:pt x="524828" y="483870"/>
                      <a:pt x="531495" y="488633"/>
                      <a:pt x="538163" y="492443"/>
                    </a:cubicBezTo>
                    <a:cubicBezTo>
                      <a:pt x="537210" y="464820"/>
                      <a:pt x="546735" y="451485"/>
                      <a:pt x="556260" y="442913"/>
                    </a:cubicBezTo>
                    <a:cubicBezTo>
                      <a:pt x="567691" y="433388"/>
                      <a:pt x="548641" y="416243"/>
                      <a:pt x="551498" y="401003"/>
                    </a:cubicBezTo>
                    <a:cubicBezTo>
                      <a:pt x="554356" y="385763"/>
                      <a:pt x="521018" y="377190"/>
                      <a:pt x="523875" y="364808"/>
                    </a:cubicBezTo>
                    <a:cubicBezTo>
                      <a:pt x="526733" y="352425"/>
                      <a:pt x="554356" y="353378"/>
                      <a:pt x="565785" y="347663"/>
                    </a:cubicBezTo>
                    <a:cubicBezTo>
                      <a:pt x="577216" y="341948"/>
                      <a:pt x="568643" y="320993"/>
                      <a:pt x="580073" y="320993"/>
                    </a:cubicBezTo>
                    <a:cubicBezTo>
                      <a:pt x="591503" y="320993"/>
                      <a:pt x="597218" y="308610"/>
                      <a:pt x="601028" y="295275"/>
                    </a:cubicBezTo>
                    <a:cubicBezTo>
                      <a:pt x="604838" y="282893"/>
                      <a:pt x="624841" y="295275"/>
                      <a:pt x="635318" y="286703"/>
                    </a:cubicBezTo>
                    <a:cubicBezTo>
                      <a:pt x="645795" y="278130"/>
                      <a:pt x="661035" y="272415"/>
                      <a:pt x="665798" y="280035"/>
                    </a:cubicBezTo>
                    <a:cubicBezTo>
                      <a:pt x="668656" y="285750"/>
                      <a:pt x="656273" y="309563"/>
                      <a:pt x="650558" y="319088"/>
                    </a:cubicBezTo>
                    <a:cubicBezTo>
                      <a:pt x="668656" y="318135"/>
                      <a:pt x="696278" y="315278"/>
                      <a:pt x="701041" y="309563"/>
                    </a:cubicBezTo>
                    <a:cubicBezTo>
                      <a:pt x="707708" y="301943"/>
                      <a:pt x="734378" y="320993"/>
                      <a:pt x="742950" y="301943"/>
                    </a:cubicBezTo>
                    <a:cubicBezTo>
                      <a:pt x="750570" y="280988"/>
                      <a:pt x="782003" y="294323"/>
                      <a:pt x="761048" y="27527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76" name="Freeform: Shape 310">
                <a:extLst>
                  <a:ext uri="{FF2B5EF4-FFF2-40B4-BE49-F238E27FC236}">
                    <a16:creationId xmlns:a16="http://schemas.microsoft.com/office/drawing/2014/main" id="{7804B9AE-3A48-5CCA-C08A-50A66A3C6C37}"/>
                  </a:ext>
                </a:extLst>
              </p:cNvPr>
              <p:cNvSpPr/>
              <p:nvPr/>
            </p:nvSpPr>
            <p:spPr>
              <a:xfrm>
                <a:off x="6094855" y="1725348"/>
                <a:ext cx="302449" cy="190251"/>
              </a:xfrm>
              <a:custGeom>
                <a:avLst/>
                <a:gdLst>
                  <a:gd name="connsiteX0" fmla="*/ 569477 w 590550"/>
                  <a:gd name="connsiteY0" fmla="*/ 231695 h 371475"/>
                  <a:gd name="connsiteX1" fmla="*/ 533283 w 590550"/>
                  <a:gd name="connsiteY1" fmla="*/ 222170 h 371475"/>
                  <a:gd name="connsiteX2" fmla="*/ 525663 w 590550"/>
                  <a:gd name="connsiteY2" fmla="*/ 203120 h 371475"/>
                  <a:gd name="connsiteX3" fmla="*/ 491372 w 590550"/>
                  <a:gd name="connsiteY3" fmla="*/ 189785 h 371475"/>
                  <a:gd name="connsiteX4" fmla="*/ 466608 w 590550"/>
                  <a:gd name="connsiteY4" fmla="*/ 163115 h 371475"/>
                  <a:gd name="connsiteX5" fmla="*/ 458035 w 590550"/>
                  <a:gd name="connsiteY5" fmla="*/ 135493 h 371475"/>
                  <a:gd name="connsiteX6" fmla="*/ 426602 w 590550"/>
                  <a:gd name="connsiteY6" fmla="*/ 114538 h 371475"/>
                  <a:gd name="connsiteX7" fmla="*/ 403742 w 590550"/>
                  <a:gd name="connsiteY7" fmla="*/ 108823 h 371475"/>
                  <a:gd name="connsiteX8" fmla="*/ 385645 w 590550"/>
                  <a:gd name="connsiteY8" fmla="*/ 102155 h 371475"/>
                  <a:gd name="connsiteX9" fmla="*/ 344688 w 590550"/>
                  <a:gd name="connsiteY9" fmla="*/ 93583 h 371475"/>
                  <a:gd name="connsiteX10" fmla="*/ 326590 w 590550"/>
                  <a:gd name="connsiteY10" fmla="*/ 56435 h 371475"/>
                  <a:gd name="connsiteX11" fmla="*/ 290395 w 590550"/>
                  <a:gd name="connsiteY11" fmla="*/ 73580 h 371475"/>
                  <a:gd name="connsiteX12" fmla="*/ 301825 w 590550"/>
                  <a:gd name="connsiteY12" fmla="*/ 39290 h 371475"/>
                  <a:gd name="connsiteX13" fmla="*/ 256105 w 590550"/>
                  <a:gd name="connsiteY13" fmla="*/ 22145 h 371475"/>
                  <a:gd name="connsiteX14" fmla="*/ 232292 w 590550"/>
                  <a:gd name="connsiteY14" fmla="*/ 238 h 371475"/>
                  <a:gd name="connsiteX15" fmla="*/ 221815 w 590550"/>
                  <a:gd name="connsiteY15" fmla="*/ 23098 h 371475"/>
                  <a:gd name="connsiteX16" fmla="*/ 216100 w 590550"/>
                  <a:gd name="connsiteY16" fmla="*/ 45005 h 371475"/>
                  <a:gd name="connsiteX17" fmla="*/ 243722 w 590550"/>
                  <a:gd name="connsiteY17" fmla="*/ 117395 h 371475"/>
                  <a:gd name="connsiteX18" fmla="*/ 195145 w 590550"/>
                  <a:gd name="connsiteY18" fmla="*/ 57388 h 371475"/>
                  <a:gd name="connsiteX19" fmla="*/ 164665 w 590550"/>
                  <a:gd name="connsiteY19" fmla="*/ 32623 h 371475"/>
                  <a:gd name="connsiteX20" fmla="*/ 146567 w 590550"/>
                  <a:gd name="connsiteY20" fmla="*/ 70723 h 371475"/>
                  <a:gd name="connsiteX21" fmla="*/ 135138 w 590550"/>
                  <a:gd name="connsiteY21" fmla="*/ 79295 h 371475"/>
                  <a:gd name="connsiteX22" fmla="*/ 101800 w 590550"/>
                  <a:gd name="connsiteY22" fmla="*/ 50720 h 371475"/>
                  <a:gd name="connsiteX23" fmla="*/ 138947 w 590550"/>
                  <a:gd name="connsiteY23" fmla="*/ 35480 h 371475"/>
                  <a:gd name="connsiteX24" fmla="*/ 113230 w 590550"/>
                  <a:gd name="connsiteY24" fmla="*/ 25955 h 371475"/>
                  <a:gd name="connsiteX25" fmla="*/ 76083 w 590550"/>
                  <a:gd name="connsiteY25" fmla="*/ 32623 h 371475"/>
                  <a:gd name="connsiteX26" fmla="*/ 44650 w 590550"/>
                  <a:gd name="connsiteY26" fmla="*/ 29765 h 371475"/>
                  <a:gd name="connsiteX27" fmla="*/ 9408 w 590550"/>
                  <a:gd name="connsiteY27" fmla="*/ 46910 h 371475"/>
                  <a:gd name="connsiteX28" fmla="*/ 9408 w 590550"/>
                  <a:gd name="connsiteY28" fmla="*/ 94535 h 371475"/>
                  <a:gd name="connsiteX29" fmla="*/ 55127 w 590550"/>
                  <a:gd name="connsiteY29" fmla="*/ 90725 h 371475"/>
                  <a:gd name="connsiteX30" fmla="*/ 29410 w 590550"/>
                  <a:gd name="connsiteY30" fmla="*/ 137398 h 371475"/>
                  <a:gd name="connsiteX31" fmla="*/ 29410 w 590550"/>
                  <a:gd name="connsiteY31" fmla="*/ 144065 h 371475"/>
                  <a:gd name="connsiteX32" fmla="*/ 59890 w 590550"/>
                  <a:gd name="connsiteY32" fmla="*/ 178355 h 371475"/>
                  <a:gd name="connsiteX33" fmla="*/ 65605 w 590550"/>
                  <a:gd name="connsiteY33" fmla="*/ 183118 h 371475"/>
                  <a:gd name="connsiteX34" fmla="*/ 90370 w 590550"/>
                  <a:gd name="connsiteY34" fmla="*/ 199310 h 371475"/>
                  <a:gd name="connsiteX35" fmla="*/ 137042 w 590550"/>
                  <a:gd name="connsiteY35" fmla="*/ 194548 h 371475"/>
                  <a:gd name="connsiteX36" fmla="*/ 162760 w 590550"/>
                  <a:gd name="connsiteY36" fmla="*/ 157400 h 371475"/>
                  <a:gd name="connsiteX37" fmla="*/ 184667 w 590550"/>
                  <a:gd name="connsiteY37" fmla="*/ 136445 h 371475"/>
                  <a:gd name="connsiteX38" fmla="*/ 188477 w 590550"/>
                  <a:gd name="connsiteY38" fmla="*/ 165020 h 371475"/>
                  <a:gd name="connsiteX39" fmla="*/ 226577 w 590550"/>
                  <a:gd name="connsiteY39" fmla="*/ 161210 h 371475"/>
                  <a:gd name="connsiteX40" fmla="*/ 244675 w 590550"/>
                  <a:gd name="connsiteY40" fmla="*/ 177403 h 371475"/>
                  <a:gd name="connsiteX41" fmla="*/ 191335 w 590550"/>
                  <a:gd name="connsiteY41" fmla="*/ 204073 h 371475"/>
                  <a:gd name="connsiteX42" fmla="*/ 121802 w 590550"/>
                  <a:gd name="connsiteY42" fmla="*/ 229790 h 371475"/>
                  <a:gd name="connsiteX43" fmla="*/ 161808 w 590550"/>
                  <a:gd name="connsiteY43" fmla="*/ 246935 h 371475"/>
                  <a:gd name="connsiteX44" fmla="*/ 250390 w 590550"/>
                  <a:gd name="connsiteY44" fmla="*/ 243125 h 371475"/>
                  <a:gd name="connsiteX45" fmla="*/ 210385 w 590550"/>
                  <a:gd name="connsiteY45" fmla="*/ 253603 h 371475"/>
                  <a:gd name="connsiteX46" fmla="*/ 172285 w 590550"/>
                  <a:gd name="connsiteY46" fmla="*/ 271700 h 371475"/>
                  <a:gd name="connsiteX47" fmla="*/ 130375 w 590550"/>
                  <a:gd name="connsiteY47" fmla="*/ 277415 h 371475"/>
                  <a:gd name="connsiteX48" fmla="*/ 178000 w 590550"/>
                  <a:gd name="connsiteY48" fmla="*/ 310753 h 371475"/>
                  <a:gd name="connsiteX49" fmla="*/ 187525 w 590550"/>
                  <a:gd name="connsiteY49" fmla="*/ 325040 h 371475"/>
                  <a:gd name="connsiteX50" fmla="*/ 216100 w 590550"/>
                  <a:gd name="connsiteY50" fmla="*/ 325040 h 371475"/>
                  <a:gd name="connsiteX51" fmla="*/ 194192 w 590550"/>
                  <a:gd name="connsiteY51" fmla="*/ 343138 h 371475"/>
                  <a:gd name="connsiteX52" fmla="*/ 230388 w 590550"/>
                  <a:gd name="connsiteY52" fmla="*/ 365998 h 371475"/>
                  <a:gd name="connsiteX53" fmla="*/ 259915 w 590550"/>
                  <a:gd name="connsiteY53" fmla="*/ 356473 h 371475"/>
                  <a:gd name="connsiteX54" fmla="*/ 311350 w 590550"/>
                  <a:gd name="connsiteY54" fmla="*/ 270748 h 371475"/>
                  <a:gd name="connsiteX55" fmla="*/ 327542 w 590550"/>
                  <a:gd name="connsiteY55" fmla="*/ 230743 h 371475"/>
                  <a:gd name="connsiteX56" fmla="*/ 348497 w 590550"/>
                  <a:gd name="connsiteY56" fmla="*/ 212645 h 371475"/>
                  <a:gd name="connsiteX57" fmla="*/ 363738 w 590550"/>
                  <a:gd name="connsiteY57" fmla="*/ 172640 h 371475"/>
                  <a:gd name="connsiteX58" fmla="*/ 417077 w 590550"/>
                  <a:gd name="connsiteY58" fmla="*/ 155495 h 371475"/>
                  <a:gd name="connsiteX59" fmla="*/ 425650 w 590550"/>
                  <a:gd name="connsiteY59" fmla="*/ 165973 h 371475"/>
                  <a:gd name="connsiteX60" fmla="*/ 432317 w 590550"/>
                  <a:gd name="connsiteY60" fmla="*/ 202168 h 371475"/>
                  <a:gd name="connsiteX61" fmla="*/ 447558 w 590550"/>
                  <a:gd name="connsiteY61" fmla="*/ 219313 h 371475"/>
                  <a:gd name="connsiteX62" fmla="*/ 439938 w 590550"/>
                  <a:gd name="connsiteY62" fmla="*/ 265033 h 371475"/>
                  <a:gd name="connsiteX63" fmla="*/ 481847 w 590550"/>
                  <a:gd name="connsiteY63" fmla="*/ 274558 h 371475"/>
                  <a:gd name="connsiteX64" fmla="*/ 502802 w 590550"/>
                  <a:gd name="connsiteY64" fmla="*/ 272653 h 371475"/>
                  <a:gd name="connsiteX65" fmla="*/ 537092 w 590550"/>
                  <a:gd name="connsiteY65" fmla="*/ 285988 h 371475"/>
                  <a:gd name="connsiteX66" fmla="*/ 540902 w 590550"/>
                  <a:gd name="connsiteY66" fmla="*/ 289798 h 371475"/>
                  <a:gd name="connsiteX67" fmla="*/ 561858 w 590550"/>
                  <a:gd name="connsiteY67" fmla="*/ 269795 h 371475"/>
                  <a:gd name="connsiteX68" fmla="*/ 599958 w 590550"/>
                  <a:gd name="connsiteY68" fmla="*/ 242173 h 371475"/>
                  <a:gd name="connsiteX69" fmla="*/ 569477 w 590550"/>
                  <a:gd name="connsiteY69" fmla="*/ 23169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90550" h="371475">
                    <a:moveTo>
                      <a:pt x="569477" y="231695"/>
                    </a:moveTo>
                    <a:cubicBezTo>
                      <a:pt x="556142" y="238363"/>
                      <a:pt x="521852" y="233600"/>
                      <a:pt x="533283" y="222170"/>
                    </a:cubicBezTo>
                    <a:cubicBezTo>
                      <a:pt x="544713" y="210740"/>
                      <a:pt x="542808" y="201215"/>
                      <a:pt x="525663" y="203120"/>
                    </a:cubicBezTo>
                    <a:cubicBezTo>
                      <a:pt x="507565" y="205025"/>
                      <a:pt x="477085" y="195500"/>
                      <a:pt x="491372" y="189785"/>
                    </a:cubicBezTo>
                    <a:cubicBezTo>
                      <a:pt x="505660" y="183118"/>
                      <a:pt x="480895" y="162163"/>
                      <a:pt x="466608" y="163115"/>
                    </a:cubicBezTo>
                    <a:cubicBezTo>
                      <a:pt x="453272" y="164068"/>
                      <a:pt x="457083" y="146923"/>
                      <a:pt x="458035" y="135493"/>
                    </a:cubicBezTo>
                    <a:cubicBezTo>
                      <a:pt x="458988" y="124063"/>
                      <a:pt x="418983" y="118348"/>
                      <a:pt x="426602" y="114538"/>
                    </a:cubicBezTo>
                    <a:cubicBezTo>
                      <a:pt x="434222" y="110728"/>
                      <a:pt x="410410" y="101203"/>
                      <a:pt x="403742" y="108823"/>
                    </a:cubicBezTo>
                    <a:cubicBezTo>
                      <a:pt x="398027" y="117395"/>
                      <a:pt x="385645" y="115490"/>
                      <a:pt x="385645" y="102155"/>
                    </a:cubicBezTo>
                    <a:cubicBezTo>
                      <a:pt x="385645" y="89773"/>
                      <a:pt x="356117" y="92630"/>
                      <a:pt x="344688" y="93583"/>
                    </a:cubicBezTo>
                    <a:cubicBezTo>
                      <a:pt x="333258" y="94535"/>
                      <a:pt x="338972" y="65960"/>
                      <a:pt x="326590" y="56435"/>
                    </a:cubicBezTo>
                    <a:cubicBezTo>
                      <a:pt x="315160" y="46910"/>
                      <a:pt x="298967" y="75485"/>
                      <a:pt x="290395" y="73580"/>
                    </a:cubicBezTo>
                    <a:cubicBezTo>
                      <a:pt x="281822" y="71675"/>
                      <a:pt x="297063" y="52625"/>
                      <a:pt x="301825" y="39290"/>
                    </a:cubicBezTo>
                    <a:cubicBezTo>
                      <a:pt x="306588" y="26908"/>
                      <a:pt x="260867" y="9763"/>
                      <a:pt x="256105" y="22145"/>
                    </a:cubicBezTo>
                    <a:cubicBezTo>
                      <a:pt x="251342" y="34528"/>
                      <a:pt x="242770" y="3095"/>
                      <a:pt x="232292" y="238"/>
                    </a:cubicBezTo>
                    <a:cubicBezTo>
                      <a:pt x="222767" y="-2620"/>
                      <a:pt x="230388" y="21193"/>
                      <a:pt x="221815" y="23098"/>
                    </a:cubicBezTo>
                    <a:cubicBezTo>
                      <a:pt x="213242" y="25003"/>
                      <a:pt x="200860" y="34528"/>
                      <a:pt x="216100" y="45005"/>
                    </a:cubicBezTo>
                    <a:cubicBezTo>
                      <a:pt x="230388" y="55483"/>
                      <a:pt x="245627" y="108823"/>
                      <a:pt x="243722" y="117395"/>
                    </a:cubicBezTo>
                    <a:cubicBezTo>
                      <a:pt x="241817" y="125968"/>
                      <a:pt x="197050" y="79295"/>
                      <a:pt x="195145" y="57388"/>
                    </a:cubicBezTo>
                    <a:cubicBezTo>
                      <a:pt x="193240" y="35480"/>
                      <a:pt x="170380" y="17383"/>
                      <a:pt x="164665" y="32623"/>
                    </a:cubicBezTo>
                    <a:cubicBezTo>
                      <a:pt x="158950" y="48815"/>
                      <a:pt x="141805" y="54530"/>
                      <a:pt x="146567" y="70723"/>
                    </a:cubicBezTo>
                    <a:cubicBezTo>
                      <a:pt x="151330" y="86915"/>
                      <a:pt x="135138" y="91678"/>
                      <a:pt x="135138" y="79295"/>
                    </a:cubicBezTo>
                    <a:cubicBezTo>
                      <a:pt x="135138" y="66913"/>
                      <a:pt x="110372" y="51673"/>
                      <a:pt x="101800" y="50720"/>
                    </a:cubicBezTo>
                    <a:cubicBezTo>
                      <a:pt x="93227" y="49768"/>
                      <a:pt x="124660" y="43100"/>
                      <a:pt x="138947" y="35480"/>
                    </a:cubicBezTo>
                    <a:cubicBezTo>
                      <a:pt x="153235" y="27860"/>
                      <a:pt x="126565" y="17383"/>
                      <a:pt x="113230" y="25955"/>
                    </a:cubicBezTo>
                    <a:cubicBezTo>
                      <a:pt x="100847" y="34528"/>
                      <a:pt x="83702" y="20240"/>
                      <a:pt x="76083" y="32623"/>
                    </a:cubicBezTo>
                    <a:cubicBezTo>
                      <a:pt x="68463" y="44053"/>
                      <a:pt x="57985" y="32623"/>
                      <a:pt x="44650" y="29765"/>
                    </a:cubicBezTo>
                    <a:cubicBezTo>
                      <a:pt x="31315" y="26908"/>
                      <a:pt x="18933" y="50720"/>
                      <a:pt x="9408" y="46910"/>
                    </a:cubicBezTo>
                    <a:cubicBezTo>
                      <a:pt x="-117" y="43100"/>
                      <a:pt x="-5833" y="67865"/>
                      <a:pt x="9408" y="94535"/>
                    </a:cubicBezTo>
                    <a:cubicBezTo>
                      <a:pt x="24647" y="121205"/>
                      <a:pt x="37030" y="85963"/>
                      <a:pt x="55127" y="90725"/>
                    </a:cubicBezTo>
                    <a:cubicBezTo>
                      <a:pt x="74177" y="94535"/>
                      <a:pt x="35125" y="117395"/>
                      <a:pt x="29410" y="137398"/>
                    </a:cubicBezTo>
                    <a:cubicBezTo>
                      <a:pt x="28458" y="139303"/>
                      <a:pt x="28458" y="142160"/>
                      <a:pt x="29410" y="144065"/>
                    </a:cubicBezTo>
                    <a:cubicBezTo>
                      <a:pt x="40840" y="154543"/>
                      <a:pt x="51317" y="165973"/>
                      <a:pt x="59890" y="178355"/>
                    </a:cubicBezTo>
                    <a:cubicBezTo>
                      <a:pt x="61795" y="180260"/>
                      <a:pt x="63700" y="181213"/>
                      <a:pt x="65605" y="183118"/>
                    </a:cubicBezTo>
                    <a:cubicBezTo>
                      <a:pt x="77035" y="185975"/>
                      <a:pt x="85608" y="191690"/>
                      <a:pt x="90370" y="199310"/>
                    </a:cubicBezTo>
                    <a:cubicBezTo>
                      <a:pt x="106563" y="204073"/>
                      <a:pt x="127517" y="201215"/>
                      <a:pt x="137042" y="194548"/>
                    </a:cubicBezTo>
                    <a:cubicBezTo>
                      <a:pt x="149425" y="185975"/>
                      <a:pt x="145615" y="156448"/>
                      <a:pt x="162760" y="157400"/>
                    </a:cubicBezTo>
                    <a:cubicBezTo>
                      <a:pt x="178952" y="158353"/>
                      <a:pt x="170380" y="141208"/>
                      <a:pt x="184667" y="136445"/>
                    </a:cubicBezTo>
                    <a:cubicBezTo>
                      <a:pt x="198002" y="130730"/>
                      <a:pt x="199908" y="149780"/>
                      <a:pt x="188477" y="165020"/>
                    </a:cubicBezTo>
                    <a:cubicBezTo>
                      <a:pt x="177047" y="180260"/>
                      <a:pt x="209433" y="178355"/>
                      <a:pt x="226577" y="161210"/>
                    </a:cubicBezTo>
                    <a:cubicBezTo>
                      <a:pt x="244675" y="143113"/>
                      <a:pt x="248485" y="160258"/>
                      <a:pt x="244675" y="177403"/>
                    </a:cubicBezTo>
                    <a:cubicBezTo>
                      <a:pt x="240865" y="194548"/>
                      <a:pt x="204670" y="185023"/>
                      <a:pt x="191335" y="204073"/>
                    </a:cubicBezTo>
                    <a:cubicBezTo>
                      <a:pt x="178952" y="223123"/>
                      <a:pt x="138947" y="207883"/>
                      <a:pt x="121802" y="229790"/>
                    </a:cubicBezTo>
                    <a:cubicBezTo>
                      <a:pt x="103705" y="250745"/>
                      <a:pt x="137042" y="251698"/>
                      <a:pt x="161808" y="246935"/>
                    </a:cubicBezTo>
                    <a:cubicBezTo>
                      <a:pt x="186572" y="241220"/>
                      <a:pt x="232292" y="238363"/>
                      <a:pt x="250390" y="243125"/>
                    </a:cubicBezTo>
                    <a:cubicBezTo>
                      <a:pt x="268488" y="246935"/>
                      <a:pt x="239913" y="253603"/>
                      <a:pt x="210385" y="253603"/>
                    </a:cubicBezTo>
                    <a:cubicBezTo>
                      <a:pt x="180858" y="253603"/>
                      <a:pt x="171333" y="263128"/>
                      <a:pt x="172285" y="271700"/>
                    </a:cubicBezTo>
                    <a:cubicBezTo>
                      <a:pt x="173238" y="279320"/>
                      <a:pt x="137995" y="265033"/>
                      <a:pt x="130375" y="277415"/>
                    </a:cubicBezTo>
                    <a:cubicBezTo>
                      <a:pt x="147520" y="287893"/>
                      <a:pt x="165617" y="297418"/>
                      <a:pt x="178000" y="310753"/>
                    </a:cubicBezTo>
                    <a:cubicBezTo>
                      <a:pt x="182763" y="315515"/>
                      <a:pt x="185620" y="320278"/>
                      <a:pt x="187525" y="325040"/>
                    </a:cubicBezTo>
                    <a:cubicBezTo>
                      <a:pt x="197050" y="325040"/>
                      <a:pt x="209433" y="322183"/>
                      <a:pt x="216100" y="325040"/>
                    </a:cubicBezTo>
                    <a:cubicBezTo>
                      <a:pt x="226577" y="328850"/>
                      <a:pt x="198002" y="337423"/>
                      <a:pt x="194192" y="343138"/>
                    </a:cubicBezTo>
                    <a:cubicBezTo>
                      <a:pt x="190383" y="348853"/>
                      <a:pt x="224672" y="355520"/>
                      <a:pt x="230388" y="365998"/>
                    </a:cubicBezTo>
                    <a:cubicBezTo>
                      <a:pt x="236102" y="376475"/>
                      <a:pt x="260867" y="371713"/>
                      <a:pt x="259915" y="356473"/>
                    </a:cubicBezTo>
                    <a:cubicBezTo>
                      <a:pt x="258963" y="338375"/>
                      <a:pt x="281822" y="282178"/>
                      <a:pt x="311350" y="270748"/>
                    </a:cubicBezTo>
                    <a:cubicBezTo>
                      <a:pt x="340877" y="259318"/>
                      <a:pt x="323733" y="248840"/>
                      <a:pt x="327542" y="230743"/>
                    </a:cubicBezTo>
                    <a:cubicBezTo>
                      <a:pt x="331352" y="212645"/>
                      <a:pt x="355165" y="227885"/>
                      <a:pt x="348497" y="212645"/>
                    </a:cubicBezTo>
                    <a:cubicBezTo>
                      <a:pt x="341830" y="197405"/>
                      <a:pt x="345640" y="191690"/>
                      <a:pt x="363738" y="172640"/>
                    </a:cubicBezTo>
                    <a:cubicBezTo>
                      <a:pt x="382788" y="153590"/>
                      <a:pt x="394217" y="166925"/>
                      <a:pt x="417077" y="155495"/>
                    </a:cubicBezTo>
                    <a:cubicBezTo>
                      <a:pt x="439938" y="144065"/>
                      <a:pt x="450415" y="164068"/>
                      <a:pt x="425650" y="165973"/>
                    </a:cubicBezTo>
                    <a:cubicBezTo>
                      <a:pt x="403742" y="167878"/>
                      <a:pt x="415172" y="194548"/>
                      <a:pt x="432317" y="202168"/>
                    </a:cubicBezTo>
                    <a:cubicBezTo>
                      <a:pt x="450415" y="209788"/>
                      <a:pt x="434222" y="215503"/>
                      <a:pt x="447558" y="219313"/>
                    </a:cubicBezTo>
                    <a:cubicBezTo>
                      <a:pt x="460892" y="222170"/>
                      <a:pt x="457083" y="245030"/>
                      <a:pt x="439938" y="265033"/>
                    </a:cubicBezTo>
                    <a:cubicBezTo>
                      <a:pt x="421840" y="285035"/>
                      <a:pt x="444700" y="289798"/>
                      <a:pt x="481847" y="274558"/>
                    </a:cubicBezTo>
                    <a:cubicBezTo>
                      <a:pt x="496135" y="268843"/>
                      <a:pt x="501850" y="269795"/>
                      <a:pt x="502802" y="272653"/>
                    </a:cubicBezTo>
                    <a:cubicBezTo>
                      <a:pt x="515185" y="272653"/>
                      <a:pt x="528520" y="277415"/>
                      <a:pt x="537092" y="285988"/>
                    </a:cubicBezTo>
                    <a:cubicBezTo>
                      <a:pt x="538045" y="286940"/>
                      <a:pt x="539950" y="288845"/>
                      <a:pt x="540902" y="289798"/>
                    </a:cubicBezTo>
                    <a:cubicBezTo>
                      <a:pt x="548522" y="284083"/>
                      <a:pt x="556142" y="276463"/>
                      <a:pt x="561858" y="269795"/>
                    </a:cubicBezTo>
                    <a:cubicBezTo>
                      <a:pt x="577097" y="249793"/>
                      <a:pt x="600910" y="252650"/>
                      <a:pt x="599958" y="242173"/>
                    </a:cubicBezTo>
                    <a:cubicBezTo>
                      <a:pt x="599005" y="227885"/>
                      <a:pt x="582813" y="225028"/>
                      <a:pt x="569477" y="23169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78" name="Freeform: Shape 311">
                <a:extLst>
                  <a:ext uri="{FF2B5EF4-FFF2-40B4-BE49-F238E27FC236}">
                    <a16:creationId xmlns:a16="http://schemas.microsoft.com/office/drawing/2014/main" id="{77F1A43F-D0EC-3BB3-D74D-60AA58600670}"/>
                  </a:ext>
                </a:extLst>
              </p:cNvPr>
              <p:cNvSpPr/>
              <p:nvPr/>
            </p:nvSpPr>
            <p:spPr>
              <a:xfrm>
                <a:off x="6249244" y="1706933"/>
                <a:ext cx="195129" cy="68295"/>
              </a:xfrm>
              <a:custGeom>
                <a:avLst/>
                <a:gdLst>
                  <a:gd name="connsiteX0" fmla="*/ 357558 w 381000"/>
                  <a:gd name="connsiteY0" fmla="*/ 40005 h 133350"/>
                  <a:gd name="connsiteX1" fmla="*/ 327078 w 381000"/>
                  <a:gd name="connsiteY1" fmla="*/ 41910 h 133350"/>
                  <a:gd name="connsiteX2" fmla="*/ 254688 w 381000"/>
                  <a:gd name="connsiteY2" fmla="*/ 22860 h 133350"/>
                  <a:gd name="connsiteX3" fmla="*/ 235638 w 381000"/>
                  <a:gd name="connsiteY3" fmla="*/ 26670 h 133350"/>
                  <a:gd name="connsiteX4" fmla="*/ 233733 w 381000"/>
                  <a:gd name="connsiteY4" fmla="*/ 20955 h 133350"/>
                  <a:gd name="connsiteX5" fmla="*/ 203253 w 381000"/>
                  <a:gd name="connsiteY5" fmla="*/ 0 h 133350"/>
                  <a:gd name="connsiteX6" fmla="*/ 202300 w 381000"/>
                  <a:gd name="connsiteY6" fmla="*/ 42863 h 133350"/>
                  <a:gd name="connsiteX7" fmla="*/ 167058 w 381000"/>
                  <a:gd name="connsiteY7" fmla="*/ 21907 h 133350"/>
                  <a:gd name="connsiteX8" fmla="*/ 130863 w 381000"/>
                  <a:gd name="connsiteY8" fmla="*/ 20002 h 133350"/>
                  <a:gd name="connsiteX9" fmla="*/ 118481 w 381000"/>
                  <a:gd name="connsiteY9" fmla="*/ 4763 h 133350"/>
                  <a:gd name="connsiteX10" fmla="*/ 85143 w 381000"/>
                  <a:gd name="connsiteY10" fmla="*/ 11430 h 133350"/>
                  <a:gd name="connsiteX11" fmla="*/ 85143 w 381000"/>
                  <a:gd name="connsiteY11" fmla="*/ 11430 h 133350"/>
                  <a:gd name="connsiteX12" fmla="*/ 71808 w 381000"/>
                  <a:gd name="connsiteY12" fmla="*/ 10477 h 133350"/>
                  <a:gd name="connsiteX13" fmla="*/ 66093 w 381000"/>
                  <a:gd name="connsiteY13" fmla="*/ 10477 h 133350"/>
                  <a:gd name="connsiteX14" fmla="*/ 50853 w 381000"/>
                  <a:gd name="connsiteY14" fmla="*/ 8572 h 133350"/>
                  <a:gd name="connsiteX15" fmla="*/ 53711 w 381000"/>
                  <a:gd name="connsiteY15" fmla="*/ 28575 h 133350"/>
                  <a:gd name="connsiteX16" fmla="*/ 29898 w 381000"/>
                  <a:gd name="connsiteY16" fmla="*/ 7620 h 133350"/>
                  <a:gd name="connsiteX17" fmla="*/ 9896 w 381000"/>
                  <a:gd name="connsiteY17" fmla="*/ 11430 h 133350"/>
                  <a:gd name="connsiteX18" fmla="*/ 2275 w 381000"/>
                  <a:gd name="connsiteY18" fmla="*/ 20955 h 133350"/>
                  <a:gd name="connsiteX19" fmla="*/ 25136 w 381000"/>
                  <a:gd name="connsiteY19" fmla="*/ 41910 h 133350"/>
                  <a:gd name="connsiteX20" fmla="*/ 20373 w 381000"/>
                  <a:gd name="connsiteY20" fmla="*/ 60007 h 133350"/>
                  <a:gd name="connsiteX21" fmla="*/ 181346 w 381000"/>
                  <a:gd name="connsiteY21" fmla="*/ 65722 h 133350"/>
                  <a:gd name="connsiteX22" fmla="*/ 88953 w 381000"/>
                  <a:gd name="connsiteY22" fmla="*/ 100013 h 133350"/>
                  <a:gd name="connsiteX23" fmla="*/ 192775 w 381000"/>
                  <a:gd name="connsiteY23" fmla="*/ 115252 h 133350"/>
                  <a:gd name="connsiteX24" fmla="*/ 246116 w 381000"/>
                  <a:gd name="connsiteY24" fmla="*/ 134302 h 133350"/>
                  <a:gd name="connsiteX25" fmla="*/ 295646 w 381000"/>
                  <a:gd name="connsiteY25" fmla="*/ 120968 h 133350"/>
                  <a:gd name="connsiteX26" fmla="*/ 352796 w 381000"/>
                  <a:gd name="connsiteY26" fmla="*/ 94297 h 133350"/>
                  <a:gd name="connsiteX27" fmla="*/ 388991 w 381000"/>
                  <a:gd name="connsiteY27" fmla="*/ 69532 h 133350"/>
                  <a:gd name="connsiteX28" fmla="*/ 357558 w 381000"/>
                  <a:gd name="connsiteY28" fmla="*/ 40005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81000" h="133350">
                    <a:moveTo>
                      <a:pt x="357558" y="40005"/>
                    </a:moveTo>
                    <a:cubicBezTo>
                      <a:pt x="348033" y="43815"/>
                      <a:pt x="336603" y="45720"/>
                      <a:pt x="327078" y="41910"/>
                    </a:cubicBezTo>
                    <a:cubicBezTo>
                      <a:pt x="303266" y="33338"/>
                      <a:pt x="280406" y="24765"/>
                      <a:pt x="254688" y="22860"/>
                    </a:cubicBezTo>
                    <a:cubicBezTo>
                      <a:pt x="248021" y="30480"/>
                      <a:pt x="240400" y="31432"/>
                      <a:pt x="235638" y="26670"/>
                    </a:cubicBezTo>
                    <a:cubicBezTo>
                      <a:pt x="234686" y="25718"/>
                      <a:pt x="233733" y="23813"/>
                      <a:pt x="233733" y="20955"/>
                    </a:cubicBezTo>
                    <a:cubicBezTo>
                      <a:pt x="219446" y="18097"/>
                      <a:pt x="208968" y="10477"/>
                      <a:pt x="203253" y="0"/>
                    </a:cubicBezTo>
                    <a:cubicBezTo>
                      <a:pt x="188013" y="12382"/>
                      <a:pt x="208016" y="39052"/>
                      <a:pt x="202300" y="42863"/>
                    </a:cubicBezTo>
                    <a:cubicBezTo>
                      <a:pt x="196586" y="46672"/>
                      <a:pt x="168963" y="36195"/>
                      <a:pt x="167058" y="21907"/>
                    </a:cubicBezTo>
                    <a:cubicBezTo>
                      <a:pt x="165153" y="6668"/>
                      <a:pt x="134673" y="38100"/>
                      <a:pt x="130863" y="20002"/>
                    </a:cubicBezTo>
                    <a:cubicBezTo>
                      <a:pt x="129911" y="14288"/>
                      <a:pt x="125148" y="8572"/>
                      <a:pt x="118481" y="4763"/>
                    </a:cubicBezTo>
                    <a:cubicBezTo>
                      <a:pt x="108956" y="8572"/>
                      <a:pt x="97525" y="11430"/>
                      <a:pt x="85143" y="11430"/>
                    </a:cubicBezTo>
                    <a:cubicBezTo>
                      <a:pt x="85143" y="11430"/>
                      <a:pt x="85143" y="11430"/>
                      <a:pt x="85143" y="11430"/>
                    </a:cubicBezTo>
                    <a:cubicBezTo>
                      <a:pt x="83238" y="15240"/>
                      <a:pt x="77523" y="13335"/>
                      <a:pt x="71808" y="10477"/>
                    </a:cubicBezTo>
                    <a:cubicBezTo>
                      <a:pt x="69903" y="10477"/>
                      <a:pt x="67998" y="10477"/>
                      <a:pt x="66093" y="10477"/>
                    </a:cubicBezTo>
                    <a:cubicBezTo>
                      <a:pt x="60378" y="9525"/>
                      <a:pt x="55616" y="9525"/>
                      <a:pt x="50853" y="8572"/>
                    </a:cubicBezTo>
                    <a:cubicBezTo>
                      <a:pt x="52758" y="14288"/>
                      <a:pt x="55616" y="22860"/>
                      <a:pt x="53711" y="28575"/>
                    </a:cubicBezTo>
                    <a:cubicBezTo>
                      <a:pt x="50853" y="35243"/>
                      <a:pt x="40375" y="16193"/>
                      <a:pt x="29898" y="7620"/>
                    </a:cubicBezTo>
                    <a:cubicBezTo>
                      <a:pt x="23231" y="7620"/>
                      <a:pt x="16563" y="9525"/>
                      <a:pt x="9896" y="11430"/>
                    </a:cubicBezTo>
                    <a:cubicBezTo>
                      <a:pt x="7991" y="16193"/>
                      <a:pt x="7038" y="20002"/>
                      <a:pt x="2275" y="20955"/>
                    </a:cubicBezTo>
                    <a:cubicBezTo>
                      <a:pt x="-7250" y="21907"/>
                      <a:pt x="15611" y="34290"/>
                      <a:pt x="25136" y="41910"/>
                    </a:cubicBezTo>
                    <a:cubicBezTo>
                      <a:pt x="33708" y="49530"/>
                      <a:pt x="10848" y="49530"/>
                      <a:pt x="20373" y="60007"/>
                    </a:cubicBezTo>
                    <a:cubicBezTo>
                      <a:pt x="49900" y="91440"/>
                      <a:pt x="165153" y="56197"/>
                      <a:pt x="181346" y="65722"/>
                    </a:cubicBezTo>
                    <a:cubicBezTo>
                      <a:pt x="196586" y="75247"/>
                      <a:pt x="84191" y="86677"/>
                      <a:pt x="88953" y="100013"/>
                    </a:cubicBezTo>
                    <a:cubicBezTo>
                      <a:pt x="93716" y="112395"/>
                      <a:pt x="186108" y="122872"/>
                      <a:pt x="192775" y="115252"/>
                    </a:cubicBezTo>
                    <a:cubicBezTo>
                      <a:pt x="199443" y="106680"/>
                      <a:pt x="215636" y="132397"/>
                      <a:pt x="246116" y="134302"/>
                    </a:cubicBezTo>
                    <a:cubicBezTo>
                      <a:pt x="276596" y="136208"/>
                      <a:pt x="273738" y="121920"/>
                      <a:pt x="295646" y="120968"/>
                    </a:cubicBezTo>
                    <a:cubicBezTo>
                      <a:pt x="318506" y="120015"/>
                      <a:pt x="351843" y="108585"/>
                      <a:pt x="352796" y="94297"/>
                    </a:cubicBezTo>
                    <a:cubicBezTo>
                      <a:pt x="353748" y="86677"/>
                      <a:pt x="371846" y="79057"/>
                      <a:pt x="388991" y="69532"/>
                    </a:cubicBezTo>
                    <a:cubicBezTo>
                      <a:pt x="372798" y="62865"/>
                      <a:pt x="362321" y="52388"/>
                      <a:pt x="357558" y="4000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80" name="Freeform: Shape 312">
                <a:extLst>
                  <a:ext uri="{FF2B5EF4-FFF2-40B4-BE49-F238E27FC236}">
                    <a16:creationId xmlns:a16="http://schemas.microsoft.com/office/drawing/2014/main" id="{C699BC9A-3697-599B-D029-F29314FE756C}"/>
                  </a:ext>
                </a:extLst>
              </p:cNvPr>
              <p:cNvSpPr/>
              <p:nvPr/>
            </p:nvSpPr>
            <p:spPr>
              <a:xfrm>
                <a:off x="10104405" y="2502083"/>
                <a:ext cx="68295" cy="19513"/>
              </a:xfrm>
              <a:custGeom>
                <a:avLst/>
                <a:gdLst>
                  <a:gd name="connsiteX0" fmla="*/ 125330 w 133350"/>
                  <a:gd name="connsiteY0" fmla="*/ 19050 h 38100"/>
                  <a:gd name="connsiteX1" fmla="*/ 101517 w 133350"/>
                  <a:gd name="connsiteY1" fmla="*/ 15240 h 38100"/>
                  <a:gd name="connsiteX2" fmla="*/ 66274 w 133350"/>
                  <a:gd name="connsiteY2" fmla="*/ 0 h 38100"/>
                  <a:gd name="connsiteX3" fmla="*/ 56749 w 133350"/>
                  <a:gd name="connsiteY3" fmla="*/ 953 h 38100"/>
                  <a:gd name="connsiteX4" fmla="*/ 1505 w 133350"/>
                  <a:gd name="connsiteY4" fmla="*/ 19050 h 38100"/>
                  <a:gd name="connsiteX5" fmla="*/ 83419 w 133350"/>
                  <a:gd name="connsiteY5" fmla="*/ 39053 h 38100"/>
                  <a:gd name="connsiteX6" fmla="*/ 136759 w 133350"/>
                  <a:gd name="connsiteY6" fmla="*/ 30480 h 38100"/>
                  <a:gd name="connsiteX7" fmla="*/ 125330 w 133350"/>
                  <a:gd name="connsiteY7" fmla="*/ 1905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350" h="38100">
                    <a:moveTo>
                      <a:pt x="125330" y="19050"/>
                    </a:moveTo>
                    <a:cubicBezTo>
                      <a:pt x="117709" y="17145"/>
                      <a:pt x="109136" y="15240"/>
                      <a:pt x="101517" y="15240"/>
                    </a:cubicBezTo>
                    <a:cubicBezTo>
                      <a:pt x="88182" y="14288"/>
                      <a:pt x="74847" y="8573"/>
                      <a:pt x="66274" y="0"/>
                    </a:cubicBezTo>
                    <a:cubicBezTo>
                      <a:pt x="61511" y="0"/>
                      <a:pt x="58655" y="0"/>
                      <a:pt x="56749" y="953"/>
                    </a:cubicBezTo>
                    <a:cubicBezTo>
                      <a:pt x="47224" y="7620"/>
                      <a:pt x="-9926" y="4763"/>
                      <a:pt x="1505" y="19050"/>
                    </a:cubicBezTo>
                    <a:cubicBezTo>
                      <a:pt x="11982" y="31433"/>
                      <a:pt x="61511" y="24765"/>
                      <a:pt x="83419" y="39053"/>
                    </a:cubicBezTo>
                    <a:cubicBezTo>
                      <a:pt x="105326" y="53340"/>
                      <a:pt x="136759" y="41910"/>
                      <a:pt x="136759" y="30480"/>
                    </a:cubicBezTo>
                    <a:cubicBezTo>
                      <a:pt x="137711" y="26670"/>
                      <a:pt x="131997" y="22860"/>
                      <a:pt x="125330" y="1905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81" name="Freeform: Shape 313">
                <a:extLst>
                  <a:ext uri="{FF2B5EF4-FFF2-40B4-BE49-F238E27FC236}">
                    <a16:creationId xmlns:a16="http://schemas.microsoft.com/office/drawing/2014/main" id="{1401171E-4E77-2D0F-7CE3-C72EABF57F9B}"/>
                  </a:ext>
                </a:extLst>
              </p:cNvPr>
              <p:cNvSpPr/>
              <p:nvPr/>
            </p:nvSpPr>
            <p:spPr>
              <a:xfrm>
                <a:off x="8823224" y="3443096"/>
                <a:ext cx="48782" cy="43904"/>
              </a:xfrm>
              <a:custGeom>
                <a:avLst/>
                <a:gdLst>
                  <a:gd name="connsiteX0" fmla="*/ 58967 w 95250"/>
                  <a:gd name="connsiteY0" fmla="*/ 11418 h 85725"/>
                  <a:gd name="connsiteX1" fmla="*/ 17058 w 95250"/>
                  <a:gd name="connsiteY1" fmla="*/ 23801 h 85725"/>
                  <a:gd name="connsiteX2" fmla="*/ 10390 w 95250"/>
                  <a:gd name="connsiteY2" fmla="*/ 87618 h 85725"/>
                  <a:gd name="connsiteX3" fmla="*/ 35155 w 95250"/>
                  <a:gd name="connsiteY3" fmla="*/ 75236 h 85725"/>
                  <a:gd name="connsiteX4" fmla="*/ 73255 w 95250"/>
                  <a:gd name="connsiteY4" fmla="*/ 59996 h 85725"/>
                  <a:gd name="connsiteX5" fmla="*/ 103736 w 95250"/>
                  <a:gd name="connsiteY5" fmla="*/ 18086 h 85725"/>
                  <a:gd name="connsiteX6" fmla="*/ 58967 w 95250"/>
                  <a:gd name="connsiteY6" fmla="*/ 11418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85725">
                    <a:moveTo>
                      <a:pt x="58967" y="11418"/>
                    </a:moveTo>
                    <a:cubicBezTo>
                      <a:pt x="54205" y="26658"/>
                      <a:pt x="38013" y="19991"/>
                      <a:pt x="17058" y="23801"/>
                    </a:cubicBezTo>
                    <a:cubicBezTo>
                      <a:pt x="-3897" y="27611"/>
                      <a:pt x="-4850" y="81903"/>
                      <a:pt x="10390" y="87618"/>
                    </a:cubicBezTo>
                    <a:cubicBezTo>
                      <a:pt x="21821" y="91428"/>
                      <a:pt x="31346" y="91428"/>
                      <a:pt x="35155" y="75236"/>
                    </a:cubicBezTo>
                    <a:cubicBezTo>
                      <a:pt x="38965" y="58091"/>
                      <a:pt x="59921" y="52376"/>
                      <a:pt x="73255" y="59996"/>
                    </a:cubicBezTo>
                    <a:cubicBezTo>
                      <a:pt x="86590" y="66663"/>
                      <a:pt x="103736" y="39041"/>
                      <a:pt x="103736" y="18086"/>
                    </a:cubicBezTo>
                    <a:cubicBezTo>
                      <a:pt x="103736" y="-4774"/>
                      <a:pt x="64683" y="-4774"/>
                      <a:pt x="58967" y="1141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82" name="Freeform: Shape 314">
                <a:extLst>
                  <a:ext uri="{FF2B5EF4-FFF2-40B4-BE49-F238E27FC236}">
                    <a16:creationId xmlns:a16="http://schemas.microsoft.com/office/drawing/2014/main" id="{198E738E-2A32-5788-170D-672DBD8DC26D}"/>
                  </a:ext>
                </a:extLst>
              </p:cNvPr>
              <p:cNvSpPr/>
              <p:nvPr/>
            </p:nvSpPr>
            <p:spPr>
              <a:xfrm>
                <a:off x="8759564" y="3461249"/>
                <a:ext cx="53661" cy="68295"/>
              </a:xfrm>
              <a:custGeom>
                <a:avLst/>
                <a:gdLst>
                  <a:gd name="connsiteX0" fmla="*/ 92778 w 104775"/>
                  <a:gd name="connsiteY0" fmla="*/ 30268 h 133350"/>
                  <a:gd name="connsiteX1" fmla="*/ 62299 w 104775"/>
                  <a:gd name="connsiteY1" fmla="*/ 6455 h 133350"/>
                  <a:gd name="connsiteX2" fmla="*/ 21341 w 104775"/>
                  <a:gd name="connsiteY2" fmla="*/ 15980 h 133350"/>
                  <a:gd name="connsiteX3" fmla="*/ 3244 w 104775"/>
                  <a:gd name="connsiteY3" fmla="*/ 50270 h 133350"/>
                  <a:gd name="connsiteX4" fmla="*/ 28009 w 104775"/>
                  <a:gd name="connsiteY4" fmla="*/ 35983 h 133350"/>
                  <a:gd name="connsiteX5" fmla="*/ 34676 w 104775"/>
                  <a:gd name="connsiteY5" fmla="*/ 83608 h 133350"/>
                  <a:gd name="connsiteX6" fmla="*/ 51821 w 104775"/>
                  <a:gd name="connsiteY6" fmla="*/ 141710 h 133350"/>
                  <a:gd name="connsiteX7" fmla="*/ 101351 w 104775"/>
                  <a:gd name="connsiteY7" fmla="*/ 61700 h 133350"/>
                  <a:gd name="connsiteX8" fmla="*/ 92778 w 104775"/>
                  <a:gd name="connsiteY8" fmla="*/ 30268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775" h="133350">
                    <a:moveTo>
                      <a:pt x="92778" y="30268"/>
                    </a:moveTo>
                    <a:cubicBezTo>
                      <a:pt x="92778" y="15980"/>
                      <a:pt x="64203" y="18838"/>
                      <a:pt x="62299" y="6455"/>
                    </a:cubicBezTo>
                    <a:cubicBezTo>
                      <a:pt x="61346" y="-5927"/>
                      <a:pt x="41344" y="740"/>
                      <a:pt x="21341" y="15980"/>
                    </a:cubicBezTo>
                    <a:cubicBezTo>
                      <a:pt x="1338" y="31220"/>
                      <a:pt x="-4376" y="34078"/>
                      <a:pt x="3244" y="50270"/>
                    </a:cubicBezTo>
                    <a:cubicBezTo>
                      <a:pt x="10863" y="65510"/>
                      <a:pt x="23246" y="52175"/>
                      <a:pt x="28009" y="35983"/>
                    </a:cubicBezTo>
                    <a:cubicBezTo>
                      <a:pt x="33724" y="20743"/>
                      <a:pt x="46107" y="58843"/>
                      <a:pt x="34676" y="83608"/>
                    </a:cubicBezTo>
                    <a:cubicBezTo>
                      <a:pt x="23246" y="109325"/>
                      <a:pt x="36582" y="144568"/>
                      <a:pt x="51821" y="141710"/>
                    </a:cubicBezTo>
                    <a:cubicBezTo>
                      <a:pt x="65157" y="138853"/>
                      <a:pt x="82301" y="88370"/>
                      <a:pt x="101351" y="61700"/>
                    </a:cubicBezTo>
                    <a:cubicBezTo>
                      <a:pt x="122307" y="35030"/>
                      <a:pt x="92778" y="44555"/>
                      <a:pt x="92778" y="3026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83" name="Freeform: Shape 315">
                <a:extLst>
                  <a:ext uri="{FF2B5EF4-FFF2-40B4-BE49-F238E27FC236}">
                    <a16:creationId xmlns:a16="http://schemas.microsoft.com/office/drawing/2014/main" id="{91DD5AFC-496A-EE6B-20FF-8363D9087362}"/>
                  </a:ext>
                </a:extLst>
              </p:cNvPr>
              <p:cNvSpPr/>
              <p:nvPr/>
            </p:nvSpPr>
            <p:spPr>
              <a:xfrm>
                <a:off x="8993412" y="3122916"/>
                <a:ext cx="146347" cy="117077"/>
              </a:xfrm>
              <a:custGeom>
                <a:avLst/>
                <a:gdLst>
                  <a:gd name="connsiteX0" fmla="*/ 254352 w 285750"/>
                  <a:gd name="connsiteY0" fmla="*/ 76520 h 228600"/>
                  <a:gd name="connsiteX1" fmla="*/ 209585 w 285750"/>
                  <a:gd name="connsiteY1" fmla="*/ 87950 h 228600"/>
                  <a:gd name="connsiteX2" fmla="*/ 112429 w 285750"/>
                  <a:gd name="connsiteY2" fmla="*/ 11750 h 228600"/>
                  <a:gd name="connsiteX3" fmla="*/ 83854 w 285750"/>
                  <a:gd name="connsiteY3" fmla="*/ 26038 h 228600"/>
                  <a:gd name="connsiteX4" fmla="*/ 80997 w 285750"/>
                  <a:gd name="connsiteY4" fmla="*/ 75567 h 228600"/>
                  <a:gd name="connsiteX5" fmla="*/ 67662 w 285750"/>
                  <a:gd name="connsiteY5" fmla="*/ 117477 h 228600"/>
                  <a:gd name="connsiteX6" fmla="*/ 31466 w 285750"/>
                  <a:gd name="connsiteY6" fmla="*/ 134623 h 228600"/>
                  <a:gd name="connsiteX7" fmla="*/ 14322 w 285750"/>
                  <a:gd name="connsiteY7" fmla="*/ 163198 h 228600"/>
                  <a:gd name="connsiteX8" fmla="*/ 6702 w 285750"/>
                  <a:gd name="connsiteY8" fmla="*/ 191773 h 228600"/>
                  <a:gd name="connsiteX9" fmla="*/ 6702 w 285750"/>
                  <a:gd name="connsiteY9" fmla="*/ 227967 h 228600"/>
                  <a:gd name="connsiteX10" fmla="*/ 28610 w 285750"/>
                  <a:gd name="connsiteY10" fmla="*/ 218442 h 228600"/>
                  <a:gd name="connsiteX11" fmla="*/ 52422 w 285750"/>
                  <a:gd name="connsiteY11" fmla="*/ 212727 h 228600"/>
                  <a:gd name="connsiteX12" fmla="*/ 26704 w 285750"/>
                  <a:gd name="connsiteY12" fmla="*/ 177485 h 228600"/>
                  <a:gd name="connsiteX13" fmla="*/ 62899 w 285750"/>
                  <a:gd name="connsiteY13" fmla="*/ 173675 h 228600"/>
                  <a:gd name="connsiteX14" fmla="*/ 129574 w 285750"/>
                  <a:gd name="connsiteY14" fmla="*/ 190820 h 228600"/>
                  <a:gd name="connsiteX15" fmla="*/ 158149 w 285750"/>
                  <a:gd name="connsiteY15" fmla="*/ 179390 h 228600"/>
                  <a:gd name="connsiteX16" fmla="*/ 221966 w 285750"/>
                  <a:gd name="connsiteY16" fmla="*/ 147005 h 228600"/>
                  <a:gd name="connsiteX17" fmla="*/ 245779 w 285750"/>
                  <a:gd name="connsiteY17" fmla="*/ 124145 h 228600"/>
                  <a:gd name="connsiteX18" fmla="*/ 294357 w 285750"/>
                  <a:gd name="connsiteY18" fmla="*/ 65090 h 228600"/>
                  <a:gd name="connsiteX19" fmla="*/ 254352 w 285750"/>
                  <a:gd name="connsiteY19" fmla="*/ 7652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5750" h="228600">
                    <a:moveTo>
                      <a:pt x="254352" y="76520"/>
                    </a:moveTo>
                    <a:cubicBezTo>
                      <a:pt x="244827" y="64138"/>
                      <a:pt x="229587" y="83188"/>
                      <a:pt x="209585" y="87950"/>
                    </a:cubicBezTo>
                    <a:cubicBezTo>
                      <a:pt x="189582" y="91760"/>
                      <a:pt x="128622" y="37467"/>
                      <a:pt x="112429" y="11750"/>
                    </a:cubicBezTo>
                    <a:cubicBezTo>
                      <a:pt x="97189" y="-13968"/>
                      <a:pt x="70520" y="7940"/>
                      <a:pt x="83854" y="26038"/>
                    </a:cubicBezTo>
                    <a:cubicBezTo>
                      <a:pt x="97189" y="44135"/>
                      <a:pt x="80997" y="49850"/>
                      <a:pt x="80997" y="75567"/>
                    </a:cubicBezTo>
                    <a:cubicBezTo>
                      <a:pt x="80997" y="101285"/>
                      <a:pt x="65757" y="101285"/>
                      <a:pt x="67662" y="117477"/>
                    </a:cubicBezTo>
                    <a:cubicBezTo>
                      <a:pt x="70520" y="134623"/>
                      <a:pt x="46707" y="131765"/>
                      <a:pt x="31466" y="134623"/>
                    </a:cubicBezTo>
                    <a:cubicBezTo>
                      <a:pt x="16227" y="137480"/>
                      <a:pt x="32420" y="154625"/>
                      <a:pt x="14322" y="163198"/>
                    </a:cubicBezTo>
                    <a:cubicBezTo>
                      <a:pt x="-3776" y="171770"/>
                      <a:pt x="-2823" y="186057"/>
                      <a:pt x="6702" y="191773"/>
                    </a:cubicBezTo>
                    <a:cubicBezTo>
                      <a:pt x="16227" y="197488"/>
                      <a:pt x="9560" y="215585"/>
                      <a:pt x="6702" y="227967"/>
                    </a:cubicBezTo>
                    <a:cubicBezTo>
                      <a:pt x="3845" y="240350"/>
                      <a:pt x="18132" y="230825"/>
                      <a:pt x="28610" y="218442"/>
                    </a:cubicBezTo>
                    <a:cubicBezTo>
                      <a:pt x="39087" y="206060"/>
                      <a:pt x="49564" y="224157"/>
                      <a:pt x="52422" y="212727"/>
                    </a:cubicBezTo>
                    <a:cubicBezTo>
                      <a:pt x="55279" y="198440"/>
                      <a:pt x="24799" y="191773"/>
                      <a:pt x="26704" y="177485"/>
                    </a:cubicBezTo>
                    <a:cubicBezTo>
                      <a:pt x="27657" y="163198"/>
                      <a:pt x="47660" y="181295"/>
                      <a:pt x="62899" y="173675"/>
                    </a:cubicBezTo>
                    <a:cubicBezTo>
                      <a:pt x="78139" y="165102"/>
                      <a:pt x="109572" y="172723"/>
                      <a:pt x="129574" y="190820"/>
                    </a:cubicBezTo>
                    <a:cubicBezTo>
                      <a:pt x="149577" y="208917"/>
                      <a:pt x="154339" y="202250"/>
                      <a:pt x="158149" y="179390"/>
                    </a:cubicBezTo>
                    <a:cubicBezTo>
                      <a:pt x="161960" y="156530"/>
                      <a:pt x="192439" y="147005"/>
                      <a:pt x="221966" y="147005"/>
                    </a:cubicBezTo>
                    <a:cubicBezTo>
                      <a:pt x="252447" y="147005"/>
                      <a:pt x="254352" y="131765"/>
                      <a:pt x="245779" y="124145"/>
                    </a:cubicBezTo>
                    <a:cubicBezTo>
                      <a:pt x="236254" y="117477"/>
                      <a:pt x="295310" y="76520"/>
                      <a:pt x="294357" y="65090"/>
                    </a:cubicBezTo>
                    <a:cubicBezTo>
                      <a:pt x="294357" y="52707"/>
                      <a:pt x="263877" y="88902"/>
                      <a:pt x="254352" y="7652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86" name="Freeform: Shape 316">
                <a:extLst>
                  <a:ext uri="{FF2B5EF4-FFF2-40B4-BE49-F238E27FC236}">
                    <a16:creationId xmlns:a16="http://schemas.microsoft.com/office/drawing/2014/main" id="{50C0ACE3-72B2-8BCE-82A7-8B2B74E6FA01}"/>
                  </a:ext>
                </a:extLst>
              </p:cNvPr>
              <p:cNvSpPr/>
              <p:nvPr/>
            </p:nvSpPr>
            <p:spPr>
              <a:xfrm>
                <a:off x="8789119" y="3247125"/>
                <a:ext cx="248789" cy="214641"/>
              </a:xfrm>
              <a:custGeom>
                <a:avLst/>
                <a:gdLst>
                  <a:gd name="connsiteX0" fmla="*/ 321777 w 485775"/>
                  <a:gd name="connsiteY0" fmla="*/ 369299 h 419100"/>
                  <a:gd name="connsiteX1" fmla="*/ 326539 w 485775"/>
                  <a:gd name="connsiteY1" fmla="*/ 362631 h 419100"/>
                  <a:gd name="connsiteX2" fmla="*/ 343684 w 485775"/>
                  <a:gd name="connsiteY2" fmla="*/ 357869 h 419100"/>
                  <a:gd name="connsiteX3" fmla="*/ 399881 w 485775"/>
                  <a:gd name="connsiteY3" fmla="*/ 307387 h 419100"/>
                  <a:gd name="connsiteX4" fmla="*/ 435123 w 485775"/>
                  <a:gd name="connsiteY4" fmla="*/ 275001 h 419100"/>
                  <a:gd name="connsiteX5" fmla="*/ 438934 w 485775"/>
                  <a:gd name="connsiteY5" fmla="*/ 261666 h 419100"/>
                  <a:gd name="connsiteX6" fmla="*/ 449411 w 485775"/>
                  <a:gd name="connsiteY6" fmla="*/ 188324 h 419100"/>
                  <a:gd name="connsiteX7" fmla="*/ 490369 w 485775"/>
                  <a:gd name="connsiteY7" fmla="*/ 135936 h 419100"/>
                  <a:gd name="connsiteX8" fmla="*/ 469414 w 485775"/>
                  <a:gd name="connsiteY8" fmla="*/ 9254 h 419100"/>
                  <a:gd name="connsiteX9" fmla="*/ 413217 w 485775"/>
                  <a:gd name="connsiteY9" fmla="*/ 26399 h 419100"/>
                  <a:gd name="connsiteX10" fmla="*/ 405596 w 485775"/>
                  <a:gd name="connsiteY10" fmla="*/ 90216 h 419100"/>
                  <a:gd name="connsiteX11" fmla="*/ 383689 w 485775"/>
                  <a:gd name="connsiteY11" fmla="*/ 154034 h 419100"/>
                  <a:gd name="connsiteX12" fmla="*/ 356067 w 485775"/>
                  <a:gd name="connsiteY12" fmla="*/ 200706 h 419100"/>
                  <a:gd name="connsiteX13" fmla="*/ 315109 w 485775"/>
                  <a:gd name="connsiteY13" fmla="*/ 234996 h 419100"/>
                  <a:gd name="connsiteX14" fmla="*/ 286534 w 485775"/>
                  <a:gd name="connsiteY14" fmla="*/ 219756 h 419100"/>
                  <a:gd name="connsiteX15" fmla="*/ 254148 w 485775"/>
                  <a:gd name="connsiteY15" fmla="*/ 257856 h 419100"/>
                  <a:gd name="connsiteX16" fmla="*/ 226527 w 485775"/>
                  <a:gd name="connsiteY16" fmla="*/ 305481 h 419100"/>
                  <a:gd name="connsiteX17" fmla="*/ 198904 w 485775"/>
                  <a:gd name="connsiteY17" fmla="*/ 315006 h 419100"/>
                  <a:gd name="connsiteX18" fmla="*/ 145564 w 485775"/>
                  <a:gd name="connsiteY18" fmla="*/ 321674 h 419100"/>
                  <a:gd name="connsiteX19" fmla="*/ 79842 w 485775"/>
                  <a:gd name="connsiteY19" fmla="*/ 325484 h 419100"/>
                  <a:gd name="connsiteX20" fmla="*/ 12214 w 485775"/>
                  <a:gd name="connsiteY20" fmla="*/ 380729 h 419100"/>
                  <a:gd name="connsiteX21" fmla="*/ 12214 w 485775"/>
                  <a:gd name="connsiteY21" fmla="*/ 409304 h 419100"/>
                  <a:gd name="connsiteX22" fmla="*/ 60792 w 485775"/>
                  <a:gd name="connsiteY22" fmla="*/ 396921 h 419100"/>
                  <a:gd name="connsiteX23" fmla="*/ 172234 w 485775"/>
                  <a:gd name="connsiteY23" fmla="*/ 367394 h 419100"/>
                  <a:gd name="connsiteX24" fmla="*/ 190331 w 485775"/>
                  <a:gd name="connsiteY24" fmla="*/ 409304 h 419100"/>
                  <a:gd name="connsiteX25" fmla="*/ 242719 w 485775"/>
                  <a:gd name="connsiteY25" fmla="*/ 406446 h 419100"/>
                  <a:gd name="connsiteX26" fmla="*/ 257959 w 485775"/>
                  <a:gd name="connsiteY26" fmla="*/ 374062 h 419100"/>
                  <a:gd name="connsiteX27" fmla="*/ 271294 w 485775"/>
                  <a:gd name="connsiteY27" fmla="*/ 367394 h 419100"/>
                  <a:gd name="connsiteX28" fmla="*/ 297964 w 485775"/>
                  <a:gd name="connsiteY28" fmla="*/ 379776 h 419100"/>
                  <a:gd name="connsiteX29" fmla="*/ 321777 w 485775"/>
                  <a:gd name="connsiteY29" fmla="*/ 369299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5775" h="419100">
                    <a:moveTo>
                      <a:pt x="321777" y="369299"/>
                    </a:moveTo>
                    <a:cubicBezTo>
                      <a:pt x="323681" y="367394"/>
                      <a:pt x="325586" y="365489"/>
                      <a:pt x="326539" y="362631"/>
                    </a:cubicBezTo>
                    <a:cubicBezTo>
                      <a:pt x="334159" y="349296"/>
                      <a:pt x="338921" y="353106"/>
                      <a:pt x="343684" y="357869"/>
                    </a:cubicBezTo>
                    <a:cubicBezTo>
                      <a:pt x="359877" y="336914"/>
                      <a:pt x="377973" y="319769"/>
                      <a:pt x="399881" y="307387"/>
                    </a:cubicBezTo>
                    <a:cubicBezTo>
                      <a:pt x="408454" y="294051"/>
                      <a:pt x="419884" y="283574"/>
                      <a:pt x="435123" y="275001"/>
                    </a:cubicBezTo>
                    <a:cubicBezTo>
                      <a:pt x="436077" y="270239"/>
                      <a:pt x="437029" y="265476"/>
                      <a:pt x="438934" y="261666"/>
                    </a:cubicBezTo>
                    <a:cubicBezTo>
                      <a:pt x="449411" y="244521"/>
                      <a:pt x="459889" y="209279"/>
                      <a:pt x="449411" y="188324"/>
                    </a:cubicBezTo>
                    <a:cubicBezTo>
                      <a:pt x="438934" y="167369"/>
                      <a:pt x="473223" y="153081"/>
                      <a:pt x="490369" y="135936"/>
                    </a:cubicBezTo>
                    <a:cubicBezTo>
                      <a:pt x="507514" y="118791"/>
                      <a:pt x="470367" y="34019"/>
                      <a:pt x="469414" y="9254"/>
                    </a:cubicBezTo>
                    <a:cubicBezTo>
                      <a:pt x="468461" y="-16464"/>
                      <a:pt x="426552" y="18779"/>
                      <a:pt x="413217" y="26399"/>
                    </a:cubicBezTo>
                    <a:cubicBezTo>
                      <a:pt x="399881" y="33066"/>
                      <a:pt x="391309" y="76881"/>
                      <a:pt x="405596" y="90216"/>
                    </a:cubicBezTo>
                    <a:cubicBezTo>
                      <a:pt x="419884" y="102599"/>
                      <a:pt x="381784" y="127364"/>
                      <a:pt x="383689" y="154034"/>
                    </a:cubicBezTo>
                    <a:cubicBezTo>
                      <a:pt x="384642" y="180704"/>
                      <a:pt x="359877" y="180704"/>
                      <a:pt x="356067" y="200706"/>
                    </a:cubicBezTo>
                    <a:cubicBezTo>
                      <a:pt x="352256" y="220709"/>
                      <a:pt x="337969" y="215946"/>
                      <a:pt x="315109" y="234996"/>
                    </a:cubicBezTo>
                    <a:cubicBezTo>
                      <a:pt x="293202" y="253094"/>
                      <a:pt x="280819" y="232139"/>
                      <a:pt x="286534" y="219756"/>
                    </a:cubicBezTo>
                    <a:cubicBezTo>
                      <a:pt x="292248" y="207374"/>
                      <a:pt x="252244" y="226424"/>
                      <a:pt x="254148" y="257856"/>
                    </a:cubicBezTo>
                    <a:cubicBezTo>
                      <a:pt x="255102" y="289289"/>
                      <a:pt x="217954" y="292146"/>
                      <a:pt x="226527" y="305481"/>
                    </a:cubicBezTo>
                    <a:cubicBezTo>
                      <a:pt x="236052" y="319769"/>
                      <a:pt x="197952" y="328341"/>
                      <a:pt x="198904" y="315006"/>
                    </a:cubicBezTo>
                    <a:cubicBezTo>
                      <a:pt x="199856" y="302624"/>
                      <a:pt x="175092" y="309291"/>
                      <a:pt x="145564" y="321674"/>
                    </a:cubicBezTo>
                    <a:cubicBezTo>
                      <a:pt x="115084" y="334056"/>
                      <a:pt x="96986" y="307387"/>
                      <a:pt x="79842" y="325484"/>
                    </a:cubicBezTo>
                    <a:cubicBezTo>
                      <a:pt x="62696" y="343581"/>
                      <a:pt x="34121" y="375966"/>
                      <a:pt x="12214" y="380729"/>
                    </a:cubicBezTo>
                    <a:cubicBezTo>
                      <a:pt x="-9694" y="384539"/>
                      <a:pt x="2689" y="414066"/>
                      <a:pt x="12214" y="409304"/>
                    </a:cubicBezTo>
                    <a:cubicBezTo>
                      <a:pt x="27454" y="400731"/>
                      <a:pt x="53171" y="409304"/>
                      <a:pt x="60792" y="396921"/>
                    </a:cubicBezTo>
                    <a:cubicBezTo>
                      <a:pt x="68411" y="384539"/>
                      <a:pt x="132229" y="368346"/>
                      <a:pt x="172234" y="367394"/>
                    </a:cubicBezTo>
                    <a:cubicBezTo>
                      <a:pt x="211286" y="365489"/>
                      <a:pt x="187473" y="387396"/>
                      <a:pt x="190331" y="409304"/>
                    </a:cubicBezTo>
                    <a:cubicBezTo>
                      <a:pt x="193189" y="432164"/>
                      <a:pt x="225573" y="427401"/>
                      <a:pt x="242719" y="406446"/>
                    </a:cubicBezTo>
                    <a:cubicBezTo>
                      <a:pt x="259864" y="385491"/>
                      <a:pt x="273198" y="386444"/>
                      <a:pt x="257959" y="374062"/>
                    </a:cubicBezTo>
                    <a:cubicBezTo>
                      <a:pt x="243671" y="361679"/>
                      <a:pt x="260817" y="350249"/>
                      <a:pt x="271294" y="367394"/>
                    </a:cubicBezTo>
                    <a:cubicBezTo>
                      <a:pt x="276056" y="375966"/>
                      <a:pt x="287486" y="380729"/>
                      <a:pt x="297964" y="379776"/>
                    </a:cubicBezTo>
                    <a:cubicBezTo>
                      <a:pt x="304631" y="374062"/>
                      <a:pt x="313204" y="370251"/>
                      <a:pt x="321777" y="36929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87" name="Freeform: Shape 317">
                <a:extLst>
                  <a:ext uri="{FF2B5EF4-FFF2-40B4-BE49-F238E27FC236}">
                    <a16:creationId xmlns:a16="http://schemas.microsoft.com/office/drawing/2014/main" id="{9CC9D05F-5FE9-19B8-D5AB-47F33C24B2D8}"/>
                  </a:ext>
                </a:extLst>
              </p:cNvPr>
              <p:cNvSpPr/>
              <p:nvPr/>
            </p:nvSpPr>
            <p:spPr>
              <a:xfrm>
                <a:off x="8281126" y="3825159"/>
                <a:ext cx="48782" cy="39026"/>
              </a:xfrm>
              <a:custGeom>
                <a:avLst/>
                <a:gdLst>
                  <a:gd name="connsiteX0" fmla="*/ 19212 w 95250"/>
                  <a:gd name="connsiteY0" fmla="*/ 82663 h 76200"/>
                  <a:gd name="connsiteX1" fmla="*/ 24927 w 95250"/>
                  <a:gd name="connsiteY1" fmla="*/ 78853 h 76200"/>
                  <a:gd name="connsiteX2" fmla="*/ 82077 w 95250"/>
                  <a:gd name="connsiteY2" fmla="*/ 50278 h 76200"/>
                  <a:gd name="connsiteX3" fmla="*/ 102079 w 95250"/>
                  <a:gd name="connsiteY3" fmla="*/ 5510 h 76200"/>
                  <a:gd name="connsiteX4" fmla="*/ 46835 w 95250"/>
                  <a:gd name="connsiteY4" fmla="*/ 1700 h 76200"/>
                  <a:gd name="connsiteX5" fmla="*/ 3973 w 95250"/>
                  <a:gd name="connsiteY5" fmla="*/ 66470 h 76200"/>
                  <a:gd name="connsiteX6" fmla="*/ 19212 w 95250"/>
                  <a:gd name="connsiteY6" fmla="*/ 8266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76200">
                    <a:moveTo>
                      <a:pt x="19212" y="82663"/>
                    </a:moveTo>
                    <a:cubicBezTo>
                      <a:pt x="21117" y="81710"/>
                      <a:pt x="23023" y="79805"/>
                      <a:pt x="24927" y="78853"/>
                    </a:cubicBezTo>
                    <a:cubicBezTo>
                      <a:pt x="43025" y="67423"/>
                      <a:pt x="63027" y="58850"/>
                      <a:pt x="82077" y="50278"/>
                    </a:cubicBezTo>
                    <a:cubicBezTo>
                      <a:pt x="89698" y="34085"/>
                      <a:pt x="104937" y="15988"/>
                      <a:pt x="102079" y="5510"/>
                    </a:cubicBezTo>
                    <a:cubicBezTo>
                      <a:pt x="99223" y="-4015"/>
                      <a:pt x="63979" y="1700"/>
                      <a:pt x="46835" y="1700"/>
                    </a:cubicBezTo>
                    <a:cubicBezTo>
                      <a:pt x="29690" y="1700"/>
                      <a:pt x="-13173" y="28370"/>
                      <a:pt x="3973" y="66470"/>
                    </a:cubicBezTo>
                    <a:cubicBezTo>
                      <a:pt x="7782" y="74090"/>
                      <a:pt x="12544" y="79805"/>
                      <a:pt x="19212" y="8266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88" name="Freeform: Shape 318">
                <a:extLst>
                  <a:ext uri="{FF2B5EF4-FFF2-40B4-BE49-F238E27FC236}">
                    <a16:creationId xmlns:a16="http://schemas.microsoft.com/office/drawing/2014/main" id="{946C19BC-3163-E7B4-79F0-3AEBD80AFF72}"/>
                  </a:ext>
                </a:extLst>
              </p:cNvPr>
              <p:cNvSpPr/>
              <p:nvPr/>
            </p:nvSpPr>
            <p:spPr>
              <a:xfrm>
                <a:off x="7517281" y="2864202"/>
                <a:ext cx="1356144" cy="951252"/>
              </a:xfrm>
              <a:custGeom>
                <a:avLst/>
                <a:gdLst>
                  <a:gd name="connsiteX0" fmla="*/ 2645092 w 2647950"/>
                  <a:gd name="connsiteY0" fmla="*/ 350215 h 1857375"/>
                  <a:gd name="connsiteX1" fmla="*/ 2609850 w 2647950"/>
                  <a:gd name="connsiteY1" fmla="*/ 340690 h 1857375"/>
                  <a:gd name="connsiteX2" fmla="*/ 2566988 w 2647950"/>
                  <a:gd name="connsiteY2" fmla="*/ 357835 h 1857375"/>
                  <a:gd name="connsiteX3" fmla="*/ 2527934 w 2647950"/>
                  <a:gd name="connsiteY3" fmla="*/ 367360 h 1857375"/>
                  <a:gd name="connsiteX4" fmla="*/ 2485072 w 2647950"/>
                  <a:gd name="connsiteY4" fmla="*/ 349263 h 1857375"/>
                  <a:gd name="connsiteX5" fmla="*/ 2475547 w 2647950"/>
                  <a:gd name="connsiteY5" fmla="*/ 308305 h 1857375"/>
                  <a:gd name="connsiteX6" fmla="*/ 2444115 w 2647950"/>
                  <a:gd name="connsiteY6" fmla="*/ 285445 h 1857375"/>
                  <a:gd name="connsiteX7" fmla="*/ 2399347 w 2647950"/>
                  <a:gd name="connsiteY7" fmla="*/ 264490 h 1857375"/>
                  <a:gd name="connsiteX8" fmla="*/ 2356484 w 2647950"/>
                  <a:gd name="connsiteY8" fmla="*/ 247345 h 1857375"/>
                  <a:gd name="connsiteX9" fmla="*/ 2339340 w 2647950"/>
                  <a:gd name="connsiteY9" fmla="*/ 220675 h 1857375"/>
                  <a:gd name="connsiteX10" fmla="*/ 2317432 w 2647950"/>
                  <a:gd name="connsiteY10" fmla="*/ 162573 h 1857375"/>
                  <a:gd name="connsiteX11" fmla="*/ 2291715 w 2647950"/>
                  <a:gd name="connsiteY11" fmla="*/ 106375 h 1857375"/>
                  <a:gd name="connsiteX12" fmla="*/ 2270759 w 2647950"/>
                  <a:gd name="connsiteY12" fmla="*/ 62560 h 1857375"/>
                  <a:gd name="connsiteX13" fmla="*/ 2242184 w 2647950"/>
                  <a:gd name="connsiteY13" fmla="*/ 27318 h 1857375"/>
                  <a:gd name="connsiteX14" fmla="*/ 2188844 w 2647950"/>
                  <a:gd name="connsiteY14" fmla="*/ 10173 h 1857375"/>
                  <a:gd name="connsiteX15" fmla="*/ 2139315 w 2647950"/>
                  <a:gd name="connsiteY15" fmla="*/ 1600 h 1857375"/>
                  <a:gd name="connsiteX16" fmla="*/ 2073592 w 2647950"/>
                  <a:gd name="connsiteY16" fmla="*/ 7315 h 1857375"/>
                  <a:gd name="connsiteX17" fmla="*/ 2017394 w 2647950"/>
                  <a:gd name="connsiteY17" fmla="*/ 27318 h 1857375"/>
                  <a:gd name="connsiteX18" fmla="*/ 2021205 w 2647950"/>
                  <a:gd name="connsiteY18" fmla="*/ 53035 h 1857375"/>
                  <a:gd name="connsiteX19" fmla="*/ 2034540 w 2647950"/>
                  <a:gd name="connsiteY19" fmla="*/ 87325 h 1857375"/>
                  <a:gd name="connsiteX20" fmla="*/ 2014538 w 2647950"/>
                  <a:gd name="connsiteY20" fmla="*/ 111138 h 1857375"/>
                  <a:gd name="connsiteX21" fmla="*/ 1986915 w 2647950"/>
                  <a:gd name="connsiteY21" fmla="*/ 155905 h 1857375"/>
                  <a:gd name="connsiteX22" fmla="*/ 1965959 w 2647950"/>
                  <a:gd name="connsiteY22" fmla="*/ 205435 h 1857375"/>
                  <a:gd name="connsiteX23" fmla="*/ 1945957 w 2647950"/>
                  <a:gd name="connsiteY23" fmla="*/ 226390 h 1857375"/>
                  <a:gd name="connsiteX24" fmla="*/ 1904047 w 2647950"/>
                  <a:gd name="connsiteY24" fmla="*/ 250203 h 1857375"/>
                  <a:gd name="connsiteX25" fmla="*/ 1861184 w 2647950"/>
                  <a:gd name="connsiteY25" fmla="*/ 237820 h 1857375"/>
                  <a:gd name="connsiteX26" fmla="*/ 1851659 w 2647950"/>
                  <a:gd name="connsiteY26" fmla="*/ 230200 h 1857375"/>
                  <a:gd name="connsiteX27" fmla="*/ 1816417 w 2647950"/>
                  <a:gd name="connsiteY27" fmla="*/ 306400 h 1857375"/>
                  <a:gd name="connsiteX28" fmla="*/ 1813559 w 2647950"/>
                  <a:gd name="connsiteY28" fmla="*/ 331165 h 1857375"/>
                  <a:gd name="connsiteX29" fmla="*/ 1807844 w 2647950"/>
                  <a:gd name="connsiteY29" fmla="*/ 355930 h 1857375"/>
                  <a:gd name="connsiteX30" fmla="*/ 1853565 w 2647950"/>
                  <a:gd name="connsiteY30" fmla="*/ 358788 h 1857375"/>
                  <a:gd name="connsiteX31" fmla="*/ 1896427 w 2647950"/>
                  <a:gd name="connsiteY31" fmla="*/ 364503 h 1857375"/>
                  <a:gd name="connsiteX32" fmla="*/ 1939290 w 2647950"/>
                  <a:gd name="connsiteY32" fmla="*/ 358788 h 1857375"/>
                  <a:gd name="connsiteX33" fmla="*/ 1996440 w 2647950"/>
                  <a:gd name="connsiteY33" fmla="*/ 423558 h 1857375"/>
                  <a:gd name="connsiteX34" fmla="*/ 1950719 w 2647950"/>
                  <a:gd name="connsiteY34" fmla="*/ 429273 h 1857375"/>
                  <a:gd name="connsiteX35" fmla="*/ 1893569 w 2647950"/>
                  <a:gd name="connsiteY35" fmla="*/ 441655 h 1857375"/>
                  <a:gd name="connsiteX36" fmla="*/ 1839277 w 2647950"/>
                  <a:gd name="connsiteY36" fmla="*/ 466420 h 1857375"/>
                  <a:gd name="connsiteX37" fmla="*/ 1799272 w 2647950"/>
                  <a:gd name="connsiteY37" fmla="*/ 506425 h 1857375"/>
                  <a:gd name="connsiteX38" fmla="*/ 1733550 w 2647950"/>
                  <a:gd name="connsiteY38" fmla="*/ 528333 h 1857375"/>
                  <a:gd name="connsiteX39" fmla="*/ 1662113 w 2647950"/>
                  <a:gd name="connsiteY39" fmla="*/ 534048 h 1857375"/>
                  <a:gd name="connsiteX40" fmla="*/ 1619250 w 2647950"/>
                  <a:gd name="connsiteY40" fmla="*/ 546430 h 1857375"/>
                  <a:gd name="connsiteX41" fmla="*/ 1630680 w 2647950"/>
                  <a:gd name="connsiteY41" fmla="*/ 601675 h 1857375"/>
                  <a:gd name="connsiteX42" fmla="*/ 1576388 w 2647950"/>
                  <a:gd name="connsiteY42" fmla="*/ 647395 h 1857375"/>
                  <a:gd name="connsiteX43" fmla="*/ 1496377 w 2647950"/>
                  <a:gd name="connsiteY43" fmla="*/ 684543 h 1857375"/>
                  <a:gd name="connsiteX44" fmla="*/ 1396365 w 2647950"/>
                  <a:gd name="connsiteY44" fmla="*/ 687400 h 1857375"/>
                  <a:gd name="connsiteX45" fmla="*/ 1319213 w 2647950"/>
                  <a:gd name="connsiteY45" fmla="*/ 730263 h 1857375"/>
                  <a:gd name="connsiteX46" fmla="*/ 1284922 w 2647950"/>
                  <a:gd name="connsiteY46" fmla="*/ 712165 h 1857375"/>
                  <a:gd name="connsiteX47" fmla="*/ 1239202 w 2647950"/>
                  <a:gd name="connsiteY47" fmla="*/ 699783 h 1857375"/>
                  <a:gd name="connsiteX48" fmla="*/ 1190625 w 2647950"/>
                  <a:gd name="connsiteY48" fmla="*/ 687400 h 1857375"/>
                  <a:gd name="connsiteX49" fmla="*/ 1110615 w 2647950"/>
                  <a:gd name="connsiteY49" fmla="*/ 669303 h 1857375"/>
                  <a:gd name="connsiteX50" fmla="*/ 1004888 w 2647950"/>
                  <a:gd name="connsiteY50" fmla="*/ 666445 h 1857375"/>
                  <a:gd name="connsiteX51" fmla="*/ 947738 w 2647950"/>
                  <a:gd name="connsiteY51" fmla="*/ 660730 h 1857375"/>
                  <a:gd name="connsiteX52" fmla="*/ 922019 w 2647950"/>
                  <a:gd name="connsiteY52" fmla="*/ 611200 h 1857375"/>
                  <a:gd name="connsiteX53" fmla="*/ 887730 w 2647950"/>
                  <a:gd name="connsiteY53" fmla="*/ 571195 h 1857375"/>
                  <a:gd name="connsiteX54" fmla="*/ 859155 w 2647950"/>
                  <a:gd name="connsiteY54" fmla="*/ 549288 h 1857375"/>
                  <a:gd name="connsiteX55" fmla="*/ 825817 w 2647950"/>
                  <a:gd name="connsiteY55" fmla="*/ 527380 h 1857375"/>
                  <a:gd name="connsiteX56" fmla="*/ 726757 w 2647950"/>
                  <a:gd name="connsiteY56" fmla="*/ 500710 h 1857375"/>
                  <a:gd name="connsiteX57" fmla="*/ 736282 w 2647950"/>
                  <a:gd name="connsiteY57" fmla="*/ 461658 h 1857375"/>
                  <a:gd name="connsiteX58" fmla="*/ 739140 w 2647950"/>
                  <a:gd name="connsiteY58" fmla="*/ 414033 h 1857375"/>
                  <a:gd name="connsiteX59" fmla="*/ 715327 w 2647950"/>
                  <a:gd name="connsiteY59" fmla="*/ 377838 h 1857375"/>
                  <a:gd name="connsiteX60" fmla="*/ 677227 w 2647950"/>
                  <a:gd name="connsiteY60" fmla="*/ 344500 h 1857375"/>
                  <a:gd name="connsiteX61" fmla="*/ 637222 w 2647950"/>
                  <a:gd name="connsiteY61" fmla="*/ 320688 h 1857375"/>
                  <a:gd name="connsiteX62" fmla="*/ 605790 w 2647950"/>
                  <a:gd name="connsiteY62" fmla="*/ 276873 h 1857375"/>
                  <a:gd name="connsiteX63" fmla="*/ 603884 w 2647950"/>
                  <a:gd name="connsiteY63" fmla="*/ 271158 h 1857375"/>
                  <a:gd name="connsiteX64" fmla="*/ 586740 w 2647950"/>
                  <a:gd name="connsiteY64" fmla="*/ 268300 h 1857375"/>
                  <a:gd name="connsiteX65" fmla="*/ 575309 w 2647950"/>
                  <a:gd name="connsiteY65" fmla="*/ 260680 h 1857375"/>
                  <a:gd name="connsiteX66" fmla="*/ 560069 w 2647950"/>
                  <a:gd name="connsiteY66" fmla="*/ 291160 h 1857375"/>
                  <a:gd name="connsiteX67" fmla="*/ 541019 w 2647950"/>
                  <a:gd name="connsiteY67" fmla="*/ 317830 h 1857375"/>
                  <a:gd name="connsiteX68" fmla="*/ 512444 w 2647950"/>
                  <a:gd name="connsiteY68" fmla="*/ 354025 h 1857375"/>
                  <a:gd name="connsiteX69" fmla="*/ 519113 w 2647950"/>
                  <a:gd name="connsiteY69" fmla="*/ 392125 h 1857375"/>
                  <a:gd name="connsiteX70" fmla="*/ 477202 w 2647950"/>
                  <a:gd name="connsiteY70" fmla="*/ 408318 h 1857375"/>
                  <a:gd name="connsiteX71" fmla="*/ 436244 w 2647950"/>
                  <a:gd name="connsiteY71" fmla="*/ 404508 h 1857375"/>
                  <a:gd name="connsiteX72" fmla="*/ 406717 w 2647950"/>
                  <a:gd name="connsiteY72" fmla="*/ 404508 h 1857375"/>
                  <a:gd name="connsiteX73" fmla="*/ 380047 w 2647950"/>
                  <a:gd name="connsiteY73" fmla="*/ 495948 h 1857375"/>
                  <a:gd name="connsiteX74" fmla="*/ 380047 w 2647950"/>
                  <a:gd name="connsiteY74" fmla="*/ 518808 h 1857375"/>
                  <a:gd name="connsiteX75" fmla="*/ 348615 w 2647950"/>
                  <a:gd name="connsiteY75" fmla="*/ 510235 h 1857375"/>
                  <a:gd name="connsiteX76" fmla="*/ 306705 w 2647950"/>
                  <a:gd name="connsiteY76" fmla="*/ 518808 h 1857375"/>
                  <a:gd name="connsiteX77" fmla="*/ 280988 w 2647950"/>
                  <a:gd name="connsiteY77" fmla="*/ 537858 h 1857375"/>
                  <a:gd name="connsiteX78" fmla="*/ 290513 w 2647950"/>
                  <a:gd name="connsiteY78" fmla="*/ 578815 h 1857375"/>
                  <a:gd name="connsiteX79" fmla="*/ 308609 w 2647950"/>
                  <a:gd name="connsiteY79" fmla="*/ 632155 h 1857375"/>
                  <a:gd name="connsiteX80" fmla="*/ 284797 w 2647950"/>
                  <a:gd name="connsiteY80" fmla="*/ 668350 h 1857375"/>
                  <a:gd name="connsiteX81" fmla="*/ 281940 w 2647950"/>
                  <a:gd name="connsiteY81" fmla="*/ 697878 h 1857375"/>
                  <a:gd name="connsiteX82" fmla="*/ 242888 w 2647950"/>
                  <a:gd name="connsiteY82" fmla="*/ 718833 h 1857375"/>
                  <a:gd name="connsiteX83" fmla="*/ 208597 w 2647950"/>
                  <a:gd name="connsiteY83" fmla="*/ 739788 h 1857375"/>
                  <a:gd name="connsiteX84" fmla="*/ 173355 w 2647950"/>
                  <a:gd name="connsiteY84" fmla="*/ 760743 h 1857375"/>
                  <a:gd name="connsiteX85" fmla="*/ 133350 w 2647950"/>
                  <a:gd name="connsiteY85" fmla="*/ 773125 h 1857375"/>
                  <a:gd name="connsiteX86" fmla="*/ 106680 w 2647950"/>
                  <a:gd name="connsiteY86" fmla="*/ 792175 h 1857375"/>
                  <a:gd name="connsiteX87" fmla="*/ 79057 w 2647950"/>
                  <a:gd name="connsiteY87" fmla="*/ 782650 h 1857375"/>
                  <a:gd name="connsiteX88" fmla="*/ 52388 w 2647950"/>
                  <a:gd name="connsiteY88" fmla="*/ 792175 h 1857375"/>
                  <a:gd name="connsiteX89" fmla="*/ 27622 w 2647950"/>
                  <a:gd name="connsiteY89" fmla="*/ 809320 h 1857375"/>
                  <a:gd name="connsiteX90" fmla="*/ 7619 w 2647950"/>
                  <a:gd name="connsiteY90" fmla="*/ 821703 h 1857375"/>
                  <a:gd name="connsiteX91" fmla="*/ 0 w 2647950"/>
                  <a:gd name="connsiteY91" fmla="*/ 845515 h 1857375"/>
                  <a:gd name="connsiteX92" fmla="*/ 0 w 2647950"/>
                  <a:gd name="connsiteY92" fmla="*/ 845515 h 1857375"/>
                  <a:gd name="connsiteX93" fmla="*/ 6667 w 2647950"/>
                  <a:gd name="connsiteY93" fmla="*/ 886473 h 1857375"/>
                  <a:gd name="connsiteX94" fmla="*/ 50482 w 2647950"/>
                  <a:gd name="connsiteY94" fmla="*/ 916953 h 1857375"/>
                  <a:gd name="connsiteX95" fmla="*/ 59055 w 2647950"/>
                  <a:gd name="connsiteY95" fmla="*/ 980770 h 1857375"/>
                  <a:gd name="connsiteX96" fmla="*/ 58102 w 2647950"/>
                  <a:gd name="connsiteY96" fmla="*/ 980770 h 1857375"/>
                  <a:gd name="connsiteX97" fmla="*/ 98107 w 2647950"/>
                  <a:gd name="connsiteY97" fmla="*/ 1016013 h 1857375"/>
                  <a:gd name="connsiteX98" fmla="*/ 120967 w 2647950"/>
                  <a:gd name="connsiteY98" fmla="*/ 1052208 h 1857375"/>
                  <a:gd name="connsiteX99" fmla="*/ 155257 w 2647950"/>
                  <a:gd name="connsiteY99" fmla="*/ 1072210 h 1857375"/>
                  <a:gd name="connsiteX100" fmla="*/ 157163 w 2647950"/>
                  <a:gd name="connsiteY100" fmla="*/ 1067448 h 1857375"/>
                  <a:gd name="connsiteX101" fmla="*/ 174307 w 2647950"/>
                  <a:gd name="connsiteY101" fmla="*/ 1065543 h 1857375"/>
                  <a:gd name="connsiteX102" fmla="*/ 184784 w 2647950"/>
                  <a:gd name="connsiteY102" fmla="*/ 1075068 h 1857375"/>
                  <a:gd name="connsiteX103" fmla="*/ 235267 w 2647950"/>
                  <a:gd name="connsiteY103" fmla="*/ 1043635 h 1857375"/>
                  <a:gd name="connsiteX104" fmla="*/ 285750 w 2647950"/>
                  <a:gd name="connsiteY104" fmla="*/ 1089355 h 1857375"/>
                  <a:gd name="connsiteX105" fmla="*/ 241934 w 2647950"/>
                  <a:gd name="connsiteY105" fmla="*/ 1146505 h 1857375"/>
                  <a:gd name="connsiteX106" fmla="*/ 222884 w 2647950"/>
                  <a:gd name="connsiteY106" fmla="*/ 1148410 h 1857375"/>
                  <a:gd name="connsiteX107" fmla="*/ 220027 w 2647950"/>
                  <a:gd name="connsiteY107" fmla="*/ 1165555 h 1857375"/>
                  <a:gd name="connsiteX108" fmla="*/ 244792 w 2647950"/>
                  <a:gd name="connsiteY108" fmla="*/ 1206513 h 1857375"/>
                  <a:gd name="connsiteX109" fmla="*/ 219075 w 2647950"/>
                  <a:gd name="connsiteY109" fmla="*/ 1223658 h 1857375"/>
                  <a:gd name="connsiteX110" fmla="*/ 208597 w 2647950"/>
                  <a:gd name="connsiteY110" fmla="*/ 1244613 h 1857375"/>
                  <a:gd name="connsiteX111" fmla="*/ 224790 w 2647950"/>
                  <a:gd name="connsiteY111" fmla="*/ 1282713 h 1857375"/>
                  <a:gd name="connsiteX112" fmla="*/ 260984 w 2647950"/>
                  <a:gd name="connsiteY112" fmla="*/ 1311288 h 1857375"/>
                  <a:gd name="connsiteX113" fmla="*/ 287655 w 2647950"/>
                  <a:gd name="connsiteY113" fmla="*/ 1336053 h 1857375"/>
                  <a:gd name="connsiteX114" fmla="*/ 306705 w 2647950"/>
                  <a:gd name="connsiteY114" fmla="*/ 1357008 h 1857375"/>
                  <a:gd name="connsiteX115" fmla="*/ 305752 w 2647950"/>
                  <a:gd name="connsiteY115" fmla="*/ 1359865 h 1857375"/>
                  <a:gd name="connsiteX116" fmla="*/ 332422 w 2647950"/>
                  <a:gd name="connsiteY116" fmla="*/ 1351293 h 1857375"/>
                  <a:gd name="connsiteX117" fmla="*/ 367665 w 2647950"/>
                  <a:gd name="connsiteY117" fmla="*/ 1358913 h 1857375"/>
                  <a:gd name="connsiteX118" fmla="*/ 458152 w 2647950"/>
                  <a:gd name="connsiteY118" fmla="*/ 1429398 h 1857375"/>
                  <a:gd name="connsiteX119" fmla="*/ 543877 w 2647950"/>
                  <a:gd name="connsiteY119" fmla="*/ 1466545 h 1857375"/>
                  <a:gd name="connsiteX120" fmla="*/ 601980 w 2647950"/>
                  <a:gd name="connsiteY120" fmla="*/ 1477975 h 1857375"/>
                  <a:gd name="connsiteX121" fmla="*/ 612457 w 2647950"/>
                  <a:gd name="connsiteY121" fmla="*/ 1477975 h 1857375"/>
                  <a:gd name="connsiteX122" fmla="*/ 626744 w 2647950"/>
                  <a:gd name="connsiteY122" fmla="*/ 1466545 h 1857375"/>
                  <a:gd name="connsiteX123" fmla="*/ 641032 w 2647950"/>
                  <a:gd name="connsiteY123" fmla="*/ 1491310 h 1857375"/>
                  <a:gd name="connsiteX124" fmla="*/ 643890 w 2647950"/>
                  <a:gd name="connsiteY124" fmla="*/ 1512265 h 1857375"/>
                  <a:gd name="connsiteX125" fmla="*/ 653415 w 2647950"/>
                  <a:gd name="connsiteY125" fmla="*/ 1492263 h 1857375"/>
                  <a:gd name="connsiteX126" fmla="*/ 684847 w 2647950"/>
                  <a:gd name="connsiteY126" fmla="*/ 1462735 h 1857375"/>
                  <a:gd name="connsiteX127" fmla="*/ 721042 w 2647950"/>
                  <a:gd name="connsiteY127" fmla="*/ 1469403 h 1857375"/>
                  <a:gd name="connsiteX128" fmla="*/ 772477 w 2647950"/>
                  <a:gd name="connsiteY128" fmla="*/ 1484643 h 1857375"/>
                  <a:gd name="connsiteX129" fmla="*/ 787717 w 2647950"/>
                  <a:gd name="connsiteY129" fmla="*/ 1478928 h 1857375"/>
                  <a:gd name="connsiteX130" fmla="*/ 808672 w 2647950"/>
                  <a:gd name="connsiteY130" fmla="*/ 1457973 h 1857375"/>
                  <a:gd name="connsiteX131" fmla="*/ 825817 w 2647950"/>
                  <a:gd name="connsiteY131" fmla="*/ 1438923 h 1857375"/>
                  <a:gd name="connsiteX132" fmla="*/ 863917 w 2647950"/>
                  <a:gd name="connsiteY132" fmla="*/ 1412253 h 1857375"/>
                  <a:gd name="connsiteX133" fmla="*/ 916305 w 2647950"/>
                  <a:gd name="connsiteY133" fmla="*/ 1410348 h 1857375"/>
                  <a:gd name="connsiteX134" fmla="*/ 939165 w 2647950"/>
                  <a:gd name="connsiteY134" fmla="*/ 1406538 h 1857375"/>
                  <a:gd name="connsiteX135" fmla="*/ 956309 w 2647950"/>
                  <a:gd name="connsiteY135" fmla="*/ 1438923 h 1857375"/>
                  <a:gd name="connsiteX136" fmla="*/ 982027 w 2647950"/>
                  <a:gd name="connsiteY136" fmla="*/ 1454163 h 1857375"/>
                  <a:gd name="connsiteX137" fmla="*/ 989647 w 2647950"/>
                  <a:gd name="connsiteY137" fmla="*/ 1449400 h 1857375"/>
                  <a:gd name="connsiteX138" fmla="*/ 1019175 w 2647950"/>
                  <a:gd name="connsiteY138" fmla="*/ 1462735 h 1857375"/>
                  <a:gd name="connsiteX139" fmla="*/ 1028700 w 2647950"/>
                  <a:gd name="connsiteY139" fmla="*/ 1489405 h 1857375"/>
                  <a:gd name="connsiteX140" fmla="*/ 1046797 w 2647950"/>
                  <a:gd name="connsiteY140" fmla="*/ 1512265 h 1857375"/>
                  <a:gd name="connsiteX141" fmla="*/ 1036319 w 2647950"/>
                  <a:gd name="connsiteY141" fmla="*/ 1581798 h 1857375"/>
                  <a:gd name="connsiteX142" fmla="*/ 1000125 w 2647950"/>
                  <a:gd name="connsiteY142" fmla="*/ 1648473 h 1857375"/>
                  <a:gd name="connsiteX143" fmla="*/ 1007744 w 2647950"/>
                  <a:gd name="connsiteY143" fmla="*/ 1671333 h 1857375"/>
                  <a:gd name="connsiteX144" fmla="*/ 1047750 w 2647950"/>
                  <a:gd name="connsiteY144" fmla="*/ 1679905 h 1857375"/>
                  <a:gd name="connsiteX145" fmla="*/ 1061084 w 2647950"/>
                  <a:gd name="connsiteY145" fmla="*/ 1718958 h 1857375"/>
                  <a:gd name="connsiteX146" fmla="*/ 1077277 w 2647950"/>
                  <a:gd name="connsiteY146" fmla="*/ 1739913 h 1857375"/>
                  <a:gd name="connsiteX147" fmla="*/ 1077277 w 2647950"/>
                  <a:gd name="connsiteY147" fmla="*/ 1771345 h 1857375"/>
                  <a:gd name="connsiteX148" fmla="*/ 1102042 w 2647950"/>
                  <a:gd name="connsiteY148" fmla="*/ 1783728 h 1857375"/>
                  <a:gd name="connsiteX149" fmla="*/ 1129665 w 2647950"/>
                  <a:gd name="connsiteY149" fmla="*/ 1799920 h 1857375"/>
                  <a:gd name="connsiteX150" fmla="*/ 1149667 w 2647950"/>
                  <a:gd name="connsiteY150" fmla="*/ 1795158 h 1857375"/>
                  <a:gd name="connsiteX151" fmla="*/ 1171575 w 2647950"/>
                  <a:gd name="connsiteY151" fmla="*/ 1818018 h 1857375"/>
                  <a:gd name="connsiteX152" fmla="*/ 1173480 w 2647950"/>
                  <a:gd name="connsiteY152" fmla="*/ 1779918 h 1857375"/>
                  <a:gd name="connsiteX153" fmla="*/ 1180147 w 2647950"/>
                  <a:gd name="connsiteY153" fmla="*/ 1755153 h 1857375"/>
                  <a:gd name="connsiteX154" fmla="*/ 1209675 w 2647950"/>
                  <a:gd name="connsiteY154" fmla="*/ 1743723 h 1857375"/>
                  <a:gd name="connsiteX155" fmla="*/ 1243013 w 2647950"/>
                  <a:gd name="connsiteY155" fmla="*/ 1739913 h 1857375"/>
                  <a:gd name="connsiteX156" fmla="*/ 1281113 w 2647950"/>
                  <a:gd name="connsiteY156" fmla="*/ 1739913 h 1857375"/>
                  <a:gd name="connsiteX157" fmla="*/ 1310640 w 2647950"/>
                  <a:gd name="connsiteY157" fmla="*/ 1734198 h 1857375"/>
                  <a:gd name="connsiteX158" fmla="*/ 1345882 w 2647950"/>
                  <a:gd name="connsiteY158" fmla="*/ 1709433 h 1857375"/>
                  <a:gd name="connsiteX159" fmla="*/ 1382077 w 2647950"/>
                  <a:gd name="connsiteY159" fmla="*/ 1730388 h 1857375"/>
                  <a:gd name="connsiteX160" fmla="*/ 1394459 w 2647950"/>
                  <a:gd name="connsiteY160" fmla="*/ 1758963 h 1857375"/>
                  <a:gd name="connsiteX161" fmla="*/ 1438275 w 2647950"/>
                  <a:gd name="connsiteY161" fmla="*/ 1795158 h 1857375"/>
                  <a:gd name="connsiteX162" fmla="*/ 1447800 w 2647950"/>
                  <a:gd name="connsiteY162" fmla="*/ 1802778 h 1857375"/>
                  <a:gd name="connsiteX163" fmla="*/ 1474469 w 2647950"/>
                  <a:gd name="connsiteY163" fmla="*/ 1795158 h 1857375"/>
                  <a:gd name="connsiteX164" fmla="*/ 1498282 w 2647950"/>
                  <a:gd name="connsiteY164" fmla="*/ 1796110 h 1857375"/>
                  <a:gd name="connsiteX165" fmla="*/ 1524000 w 2647950"/>
                  <a:gd name="connsiteY165" fmla="*/ 1796110 h 1857375"/>
                  <a:gd name="connsiteX166" fmla="*/ 1535430 w 2647950"/>
                  <a:gd name="connsiteY166" fmla="*/ 1816113 h 1857375"/>
                  <a:gd name="connsiteX167" fmla="*/ 1544955 w 2647950"/>
                  <a:gd name="connsiteY167" fmla="*/ 1858023 h 1857375"/>
                  <a:gd name="connsiteX168" fmla="*/ 1556384 w 2647950"/>
                  <a:gd name="connsiteY168" fmla="*/ 1838020 h 1857375"/>
                  <a:gd name="connsiteX169" fmla="*/ 1618297 w 2647950"/>
                  <a:gd name="connsiteY169" fmla="*/ 1798015 h 1857375"/>
                  <a:gd name="connsiteX170" fmla="*/ 1704975 w 2647950"/>
                  <a:gd name="connsiteY170" fmla="*/ 1743723 h 1857375"/>
                  <a:gd name="connsiteX171" fmla="*/ 1747838 w 2647950"/>
                  <a:gd name="connsiteY171" fmla="*/ 1744675 h 1857375"/>
                  <a:gd name="connsiteX172" fmla="*/ 1761172 w 2647950"/>
                  <a:gd name="connsiteY172" fmla="*/ 1738960 h 1857375"/>
                  <a:gd name="connsiteX173" fmla="*/ 1769744 w 2647950"/>
                  <a:gd name="connsiteY173" fmla="*/ 1731340 h 1857375"/>
                  <a:gd name="connsiteX174" fmla="*/ 1793557 w 2647950"/>
                  <a:gd name="connsiteY174" fmla="*/ 1716100 h 1857375"/>
                  <a:gd name="connsiteX175" fmla="*/ 1813559 w 2647950"/>
                  <a:gd name="connsiteY175" fmla="*/ 1698955 h 1857375"/>
                  <a:gd name="connsiteX176" fmla="*/ 1901190 w 2647950"/>
                  <a:gd name="connsiteY176" fmla="*/ 1662760 h 1857375"/>
                  <a:gd name="connsiteX177" fmla="*/ 1903094 w 2647950"/>
                  <a:gd name="connsiteY177" fmla="*/ 1655140 h 1857375"/>
                  <a:gd name="connsiteX178" fmla="*/ 1921192 w 2647950"/>
                  <a:gd name="connsiteY178" fmla="*/ 1643710 h 1857375"/>
                  <a:gd name="connsiteX179" fmla="*/ 1937384 w 2647950"/>
                  <a:gd name="connsiteY179" fmla="*/ 1573225 h 1857375"/>
                  <a:gd name="connsiteX180" fmla="*/ 2022157 w 2647950"/>
                  <a:gd name="connsiteY180" fmla="*/ 1494168 h 1857375"/>
                  <a:gd name="connsiteX181" fmla="*/ 2023109 w 2647950"/>
                  <a:gd name="connsiteY181" fmla="*/ 1493215 h 1857375"/>
                  <a:gd name="connsiteX182" fmla="*/ 2025015 w 2647950"/>
                  <a:gd name="connsiteY182" fmla="*/ 1484643 h 1857375"/>
                  <a:gd name="connsiteX183" fmla="*/ 2053590 w 2647950"/>
                  <a:gd name="connsiteY183" fmla="*/ 1456068 h 1857375"/>
                  <a:gd name="connsiteX184" fmla="*/ 2063115 w 2647950"/>
                  <a:gd name="connsiteY184" fmla="*/ 1417015 h 1857375"/>
                  <a:gd name="connsiteX185" fmla="*/ 2070734 w 2647950"/>
                  <a:gd name="connsiteY185" fmla="*/ 1398918 h 1857375"/>
                  <a:gd name="connsiteX186" fmla="*/ 2089784 w 2647950"/>
                  <a:gd name="connsiteY186" fmla="*/ 1370343 h 1857375"/>
                  <a:gd name="connsiteX187" fmla="*/ 2071688 w 2647950"/>
                  <a:gd name="connsiteY187" fmla="*/ 1364628 h 1857375"/>
                  <a:gd name="connsiteX188" fmla="*/ 2045969 w 2647950"/>
                  <a:gd name="connsiteY188" fmla="*/ 1355103 h 1857375"/>
                  <a:gd name="connsiteX189" fmla="*/ 2030730 w 2647950"/>
                  <a:gd name="connsiteY189" fmla="*/ 1345578 h 1857375"/>
                  <a:gd name="connsiteX190" fmla="*/ 2077402 w 2647950"/>
                  <a:gd name="connsiteY190" fmla="*/ 1320813 h 1857375"/>
                  <a:gd name="connsiteX191" fmla="*/ 2050732 w 2647950"/>
                  <a:gd name="connsiteY191" fmla="*/ 1295095 h 1857375"/>
                  <a:gd name="connsiteX192" fmla="*/ 2011680 w 2647950"/>
                  <a:gd name="connsiteY192" fmla="*/ 1263663 h 1857375"/>
                  <a:gd name="connsiteX193" fmla="*/ 2036444 w 2647950"/>
                  <a:gd name="connsiteY193" fmla="*/ 1262710 h 1857375"/>
                  <a:gd name="connsiteX194" fmla="*/ 2075497 w 2647950"/>
                  <a:gd name="connsiteY194" fmla="*/ 1271283 h 1857375"/>
                  <a:gd name="connsiteX195" fmla="*/ 2038350 w 2647950"/>
                  <a:gd name="connsiteY195" fmla="*/ 1226515 h 1857375"/>
                  <a:gd name="connsiteX196" fmla="*/ 2030730 w 2647950"/>
                  <a:gd name="connsiteY196" fmla="*/ 1197940 h 1857375"/>
                  <a:gd name="connsiteX197" fmla="*/ 2002155 w 2647950"/>
                  <a:gd name="connsiteY197" fmla="*/ 1139838 h 1857375"/>
                  <a:gd name="connsiteX198" fmla="*/ 1963102 w 2647950"/>
                  <a:gd name="connsiteY198" fmla="*/ 1110310 h 1857375"/>
                  <a:gd name="connsiteX199" fmla="*/ 1984057 w 2647950"/>
                  <a:gd name="connsiteY199" fmla="*/ 1065543 h 1857375"/>
                  <a:gd name="connsiteX200" fmla="*/ 2005013 w 2647950"/>
                  <a:gd name="connsiteY200" fmla="*/ 1039825 h 1857375"/>
                  <a:gd name="connsiteX201" fmla="*/ 2028825 w 2647950"/>
                  <a:gd name="connsiteY201" fmla="*/ 1021728 h 1857375"/>
                  <a:gd name="connsiteX202" fmla="*/ 2055494 w 2647950"/>
                  <a:gd name="connsiteY202" fmla="*/ 1006488 h 1857375"/>
                  <a:gd name="connsiteX203" fmla="*/ 2105977 w 2647950"/>
                  <a:gd name="connsiteY203" fmla="*/ 990295 h 1857375"/>
                  <a:gd name="connsiteX204" fmla="*/ 2080259 w 2647950"/>
                  <a:gd name="connsiteY204" fmla="*/ 959815 h 1857375"/>
                  <a:gd name="connsiteX205" fmla="*/ 2037397 w 2647950"/>
                  <a:gd name="connsiteY205" fmla="*/ 940765 h 1857375"/>
                  <a:gd name="connsiteX206" fmla="*/ 1978342 w 2647950"/>
                  <a:gd name="connsiteY206" fmla="*/ 982675 h 1857375"/>
                  <a:gd name="connsiteX207" fmla="*/ 1950719 w 2647950"/>
                  <a:gd name="connsiteY207" fmla="*/ 944575 h 1857375"/>
                  <a:gd name="connsiteX208" fmla="*/ 1905000 w 2647950"/>
                  <a:gd name="connsiteY208" fmla="*/ 927430 h 1857375"/>
                  <a:gd name="connsiteX209" fmla="*/ 1904047 w 2647950"/>
                  <a:gd name="connsiteY209" fmla="*/ 868375 h 1857375"/>
                  <a:gd name="connsiteX210" fmla="*/ 1959292 w 2647950"/>
                  <a:gd name="connsiteY210" fmla="*/ 850278 h 1857375"/>
                  <a:gd name="connsiteX211" fmla="*/ 2010727 w 2647950"/>
                  <a:gd name="connsiteY211" fmla="*/ 811225 h 1857375"/>
                  <a:gd name="connsiteX212" fmla="*/ 2085975 w 2647950"/>
                  <a:gd name="connsiteY212" fmla="*/ 779793 h 1857375"/>
                  <a:gd name="connsiteX213" fmla="*/ 2055494 w 2647950"/>
                  <a:gd name="connsiteY213" fmla="*/ 844563 h 1857375"/>
                  <a:gd name="connsiteX214" fmla="*/ 2048827 w 2647950"/>
                  <a:gd name="connsiteY214" fmla="*/ 880758 h 1857375"/>
                  <a:gd name="connsiteX215" fmla="*/ 2079307 w 2647950"/>
                  <a:gd name="connsiteY215" fmla="*/ 879805 h 1857375"/>
                  <a:gd name="connsiteX216" fmla="*/ 2161222 w 2647950"/>
                  <a:gd name="connsiteY216" fmla="*/ 830275 h 1857375"/>
                  <a:gd name="connsiteX217" fmla="*/ 2182177 w 2647950"/>
                  <a:gd name="connsiteY217" fmla="*/ 827418 h 1857375"/>
                  <a:gd name="connsiteX218" fmla="*/ 2194559 w 2647950"/>
                  <a:gd name="connsiteY218" fmla="*/ 806463 h 1857375"/>
                  <a:gd name="connsiteX219" fmla="*/ 2277427 w 2647950"/>
                  <a:gd name="connsiteY219" fmla="*/ 756933 h 1857375"/>
                  <a:gd name="connsiteX220" fmla="*/ 2306002 w 2647950"/>
                  <a:gd name="connsiteY220" fmla="*/ 723595 h 1857375"/>
                  <a:gd name="connsiteX221" fmla="*/ 2334577 w 2647950"/>
                  <a:gd name="connsiteY221" fmla="*/ 735978 h 1857375"/>
                  <a:gd name="connsiteX222" fmla="*/ 2363152 w 2647950"/>
                  <a:gd name="connsiteY222" fmla="*/ 726453 h 1857375"/>
                  <a:gd name="connsiteX223" fmla="*/ 2380297 w 2647950"/>
                  <a:gd name="connsiteY223" fmla="*/ 708355 h 1857375"/>
                  <a:gd name="connsiteX224" fmla="*/ 2411730 w 2647950"/>
                  <a:gd name="connsiteY224" fmla="*/ 683590 h 1857375"/>
                  <a:gd name="connsiteX225" fmla="*/ 2437447 w 2647950"/>
                  <a:gd name="connsiteY225" fmla="*/ 646443 h 1857375"/>
                  <a:gd name="connsiteX226" fmla="*/ 2474594 w 2647950"/>
                  <a:gd name="connsiteY226" fmla="*/ 661683 h 1857375"/>
                  <a:gd name="connsiteX227" fmla="*/ 2486977 w 2647950"/>
                  <a:gd name="connsiteY227" fmla="*/ 663588 h 1857375"/>
                  <a:gd name="connsiteX228" fmla="*/ 2497455 w 2647950"/>
                  <a:gd name="connsiteY228" fmla="*/ 655015 h 1857375"/>
                  <a:gd name="connsiteX229" fmla="*/ 2494597 w 2647950"/>
                  <a:gd name="connsiteY229" fmla="*/ 609295 h 1857375"/>
                  <a:gd name="connsiteX230" fmla="*/ 2491740 w 2647950"/>
                  <a:gd name="connsiteY230" fmla="*/ 570243 h 1857375"/>
                  <a:gd name="connsiteX231" fmla="*/ 2498407 w 2647950"/>
                  <a:gd name="connsiteY231" fmla="*/ 535953 h 1857375"/>
                  <a:gd name="connsiteX232" fmla="*/ 2534602 w 2647950"/>
                  <a:gd name="connsiteY232" fmla="*/ 517855 h 1857375"/>
                  <a:gd name="connsiteX233" fmla="*/ 2573655 w 2647950"/>
                  <a:gd name="connsiteY233" fmla="*/ 517855 h 1857375"/>
                  <a:gd name="connsiteX234" fmla="*/ 2594609 w 2647950"/>
                  <a:gd name="connsiteY234" fmla="*/ 486423 h 1857375"/>
                  <a:gd name="connsiteX235" fmla="*/ 2620327 w 2647950"/>
                  <a:gd name="connsiteY235" fmla="*/ 450228 h 1857375"/>
                  <a:gd name="connsiteX236" fmla="*/ 2644140 w 2647950"/>
                  <a:gd name="connsiteY236" fmla="*/ 389268 h 1857375"/>
                  <a:gd name="connsiteX237" fmla="*/ 2645092 w 2647950"/>
                  <a:gd name="connsiteY237" fmla="*/ 350215 h 1857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647950" h="1857375">
                    <a:moveTo>
                      <a:pt x="2645092" y="350215"/>
                    </a:moveTo>
                    <a:cubicBezTo>
                      <a:pt x="2646044" y="324498"/>
                      <a:pt x="2619375" y="333070"/>
                      <a:pt x="2609850" y="340690"/>
                    </a:cubicBezTo>
                    <a:cubicBezTo>
                      <a:pt x="2600325" y="347358"/>
                      <a:pt x="2574607" y="340690"/>
                      <a:pt x="2566988" y="357835"/>
                    </a:cubicBezTo>
                    <a:cubicBezTo>
                      <a:pt x="2559367" y="374980"/>
                      <a:pt x="2546032" y="364503"/>
                      <a:pt x="2527934" y="367360"/>
                    </a:cubicBezTo>
                    <a:cubicBezTo>
                      <a:pt x="2509838" y="370218"/>
                      <a:pt x="2483167" y="361645"/>
                      <a:pt x="2485072" y="349263"/>
                    </a:cubicBezTo>
                    <a:cubicBezTo>
                      <a:pt x="2486025" y="336880"/>
                      <a:pt x="2474594" y="323545"/>
                      <a:pt x="2475547" y="308305"/>
                    </a:cubicBezTo>
                    <a:cubicBezTo>
                      <a:pt x="2476500" y="293065"/>
                      <a:pt x="2457450" y="299733"/>
                      <a:pt x="2444115" y="285445"/>
                    </a:cubicBezTo>
                    <a:cubicBezTo>
                      <a:pt x="2430780" y="271158"/>
                      <a:pt x="2405063" y="261633"/>
                      <a:pt x="2399347" y="264490"/>
                    </a:cubicBezTo>
                    <a:cubicBezTo>
                      <a:pt x="2394584" y="267348"/>
                      <a:pt x="2378392" y="249250"/>
                      <a:pt x="2356484" y="247345"/>
                    </a:cubicBezTo>
                    <a:cubicBezTo>
                      <a:pt x="2334577" y="245440"/>
                      <a:pt x="2336482" y="230200"/>
                      <a:pt x="2339340" y="220675"/>
                    </a:cubicBezTo>
                    <a:cubicBezTo>
                      <a:pt x="2342197" y="211150"/>
                      <a:pt x="2321242" y="179718"/>
                      <a:pt x="2317432" y="162573"/>
                    </a:cubicBezTo>
                    <a:cubicBezTo>
                      <a:pt x="2313622" y="145428"/>
                      <a:pt x="2297430" y="142570"/>
                      <a:pt x="2291715" y="106375"/>
                    </a:cubicBezTo>
                    <a:cubicBezTo>
                      <a:pt x="2285047" y="70180"/>
                      <a:pt x="2266950" y="79705"/>
                      <a:pt x="2270759" y="62560"/>
                    </a:cubicBezTo>
                    <a:cubicBezTo>
                      <a:pt x="2274569" y="45415"/>
                      <a:pt x="2248852" y="36843"/>
                      <a:pt x="2242184" y="27318"/>
                    </a:cubicBezTo>
                    <a:cubicBezTo>
                      <a:pt x="2235517" y="17793"/>
                      <a:pt x="2207894" y="21603"/>
                      <a:pt x="2188844" y="10173"/>
                    </a:cubicBezTo>
                    <a:cubicBezTo>
                      <a:pt x="2168842" y="-1257"/>
                      <a:pt x="2157413" y="7315"/>
                      <a:pt x="2139315" y="1600"/>
                    </a:cubicBezTo>
                    <a:cubicBezTo>
                      <a:pt x="2121217" y="-4115"/>
                      <a:pt x="2079307" y="7315"/>
                      <a:pt x="2073592" y="7315"/>
                    </a:cubicBezTo>
                    <a:cubicBezTo>
                      <a:pt x="2068830" y="7315"/>
                      <a:pt x="2035492" y="648"/>
                      <a:pt x="2017394" y="27318"/>
                    </a:cubicBezTo>
                    <a:cubicBezTo>
                      <a:pt x="1999297" y="53988"/>
                      <a:pt x="2013584" y="53035"/>
                      <a:pt x="2021205" y="53035"/>
                    </a:cubicBezTo>
                    <a:cubicBezTo>
                      <a:pt x="2028825" y="53035"/>
                      <a:pt x="2032634" y="78753"/>
                      <a:pt x="2034540" y="87325"/>
                    </a:cubicBezTo>
                    <a:cubicBezTo>
                      <a:pt x="2035492" y="95898"/>
                      <a:pt x="2021205" y="108280"/>
                      <a:pt x="2014538" y="111138"/>
                    </a:cubicBezTo>
                    <a:cubicBezTo>
                      <a:pt x="2007869" y="113995"/>
                      <a:pt x="1989772" y="145428"/>
                      <a:pt x="1986915" y="155905"/>
                    </a:cubicBezTo>
                    <a:cubicBezTo>
                      <a:pt x="1984057" y="167335"/>
                      <a:pt x="1963102" y="194958"/>
                      <a:pt x="1965959" y="205435"/>
                    </a:cubicBezTo>
                    <a:cubicBezTo>
                      <a:pt x="1968817" y="214960"/>
                      <a:pt x="1955482" y="225438"/>
                      <a:pt x="1945957" y="226390"/>
                    </a:cubicBezTo>
                    <a:cubicBezTo>
                      <a:pt x="1936432" y="228295"/>
                      <a:pt x="1911667" y="247345"/>
                      <a:pt x="1904047" y="250203"/>
                    </a:cubicBezTo>
                    <a:cubicBezTo>
                      <a:pt x="1896427" y="253060"/>
                      <a:pt x="1864994" y="247345"/>
                      <a:pt x="1861184" y="237820"/>
                    </a:cubicBezTo>
                    <a:cubicBezTo>
                      <a:pt x="1860232" y="234963"/>
                      <a:pt x="1856422" y="232105"/>
                      <a:pt x="1851659" y="230200"/>
                    </a:cubicBezTo>
                    <a:lnTo>
                      <a:pt x="1816417" y="306400"/>
                    </a:lnTo>
                    <a:lnTo>
                      <a:pt x="1813559" y="331165"/>
                    </a:lnTo>
                    <a:cubicBezTo>
                      <a:pt x="1813559" y="331165"/>
                      <a:pt x="1790700" y="336880"/>
                      <a:pt x="1807844" y="355930"/>
                    </a:cubicBezTo>
                    <a:cubicBezTo>
                      <a:pt x="1824990" y="374028"/>
                      <a:pt x="1827847" y="358788"/>
                      <a:pt x="1853565" y="358788"/>
                    </a:cubicBezTo>
                    <a:cubicBezTo>
                      <a:pt x="1879282" y="358788"/>
                      <a:pt x="1890713" y="380695"/>
                      <a:pt x="1896427" y="364503"/>
                    </a:cubicBezTo>
                    <a:cubicBezTo>
                      <a:pt x="1902142" y="349263"/>
                      <a:pt x="1925002" y="339738"/>
                      <a:pt x="1939290" y="358788"/>
                    </a:cubicBezTo>
                    <a:cubicBezTo>
                      <a:pt x="1953577" y="376885"/>
                      <a:pt x="1999297" y="408318"/>
                      <a:pt x="1996440" y="423558"/>
                    </a:cubicBezTo>
                    <a:cubicBezTo>
                      <a:pt x="1993582" y="438798"/>
                      <a:pt x="1967865" y="435940"/>
                      <a:pt x="1950719" y="429273"/>
                    </a:cubicBezTo>
                    <a:cubicBezTo>
                      <a:pt x="1933575" y="423558"/>
                      <a:pt x="1910715" y="441655"/>
                      <a:pt x="1893569" y="441655"/>
                    </a:cubicBezTo>
                    <a:cubicBezTo>
                      <a:pt x="1876425" y="441655"/>
                      <a:pt x="1856422" y="447370"/>
                      <a:pt x="1839277" y="466420"/>
                    </a:cubicBezTo>
                    <a:cubicBezTo>
                      <a:pt x="1822132" y="484518"/>
                      <a:pt x="1824990" y="503568"/>
                      <a:pt x="1799272" y="506425"/>
                    </a:cubicBezTo>
                    <a:cubicBezTo>
                      <a:pt x="1773555" y="509283"/>
                      <a:pt x="1762125" y="506425"/>
                      <a:pt x="1733550" y="528333"/>
                    </a:cubicBezTo>
                    <a:cubicBezTo>
                      <a:pt x="1704975" y="550240"/>
                      <a:pt x="1673542" y="540715"/>
                      <a:pt x="1662113" y="534048"/>
                    </a:cubicBezTo>
                    <a:cubicBezTo>
                      <a:pt x="1650682" y="528333"/>
                      <a:pt x="1630680" y="524523"/>
                      <a:pt x="1619250" y="546430"/>
                    </a:cubicBezTo>
                    <a:cubicBezTo>
                      <a:pt x="1607819" y="568338"/>
                      <a:pt x="1633538" y="576910"/>
                      <a:pt x="1630680" y="601675"/>
                    </a:cubicBezTo>
                    <a:cubicBezTo>
                      <a:pt x="1627822" y="626440"/>
                      <a:pt x="1599247" y="619773"/>
                      <a:pt x="1576388" y="647395"/>
                    </a:cubicBezTo>
                    <a:cubicBezTo>
                      <a:pt x="1553527" y="675018"/>
                      <a:pt x="1516380" y="687400"/>
                      <a:pt x="1496377" y="684543"/>
                    </a:cubicBezTo>
                    <a:cubicBezTo>
                      <a:pt x="1476375" y="681685"/>
                      <a:pt x="1433513" y="669303"/>
                      <a:pt x="1396365" y="687400"/>
                    </a:cubicBezTo>
                    <a:cubicBezTo>
                      <a:pt x="1359217" y="705498"/>
                      <a:pt x="1333500" y="733120"/>
                      <a:pt x="1319213" y="730263"/>
                    </a:cubicBezTo>
                    <a:cubicBezTo>
                      <a:pt x="1304925" y="727405"/>
                      <a:pt x="1304925" y="708355"/>
                      <a:pt x="1284922" y="712165"/>
                    </a:cubicBezTo>
                    <a:cubicBezTo>
                      <a:pt x="1264919" y="715023"/>
                      <a:pt x="1253490" y="709308"/>
                      <a:pt x="1239202" y="699783"/>
                    </a:cubicBezTo>
                    <a:cubicBezTo>
                      <a:pt x="1224915" y="690258"/>
                      <a:pt x="1213484" y="705498"/>
                      <a:pt x="1190625" y="687400"/>
                    </a:cubicBezTo>
                    <a:cubicBezTo>
                      <a:pt x="1167765" y="669303"/>
                      <a:pt x="1127759" y="672160"/>
                      <a:pt x="1110615" y="669303"/>
                    </a:cubicBezTo>
                    <a:cubicBezTo>
                      <a:pt x="1093469" y="666445"/>
                      <a:pt x="1027747" y="669303"/>
                      <a:pt x="1004888" y="666445"/>
                    </a:cubicBezTo>
                    <a:cubicBezTo>
                      <a:pt x="982027" y="663588"/>
                      <a:pt x="950594" y="672160"/>
                      <a:pt x="947738" y="660730"/>
                    </a:cubicBezTo>
                    <a:cubicBezTo>
                      <a:pt x="944880" y="648348"/>
                      <a:pt x="927734" y="638823"/>
                      <a:pt x="922019" y="611200"/>
                    </a:cubicBezTo>
                    <a:cubicBezTo>
                      <a:pt x="916305" y="583578"/>
                      <a:pt x="902017" y="574053"/>
                      <a:pt x="887730" y="571195"/>
                    </a:cubicBezTo>
                    <a:cubicBezTo>
                      <a:pt x="873442" y="568338"/>
                      <a:pt x="871538" y="552145"/>
                      <a:pt x="859155" y="549288"/>
                    </a:cubicBezTo>
                    <a:cubicBezTo>
                      <a:pt x="853440" y="548335"/>
                      <a:pt x="845819" y="527380"/>
                      <a:pt x="825817" y="527380"/>
                    </a:cubicBezTo>
                    <a:cubicBezTo>
                      <a:pt x="805815" y="527380"/>
                      <a:pt x="736282" y="518808"/>
                      <a:pt x="726757" y="500710"/>
                    </a:cubicBezTo>
                    <a:cubicBezTo>
                      <a:pt x="717232" y="483565"/>
                      <a:pt x="736282" y="478803"/>
                      <a:pt x="736282" y="461658"/>
                    </a:cubicBezTo>
                    <a:cubicBezTo>
                      <a:pt x="736282" y="444513"/>
                      <a:pt x="746759" y="420700"/>
                      <a:pt x="739140" y="414033"/>
                    </a:cubicBezTo>
                    <a:cubicBezTo>
                      <a:pt x="730567" y="407365"/>
                      <a:pt x="717232" y="391173"/>
                      <a:pt x="715327" y="377838"/>
                    </a:cubicBezTo>
                    <a:cubicBezTo>
                      <a:pt x="713422" y="364503"/>
                      <a:pt x="691515" y="345453"/>
                      <a:pt x="677227" y="344500"/>
                    </a:cubicBezTo>
                    <a:cubicBezTo>
                      <a:pt x="662940" y="343548"/>
                      <a:pt x="650557" y="334023"/>
                      <a:pt x="637222" y="320688"/>
                    </a:cubicBezTo>
                    <a:cubicBezTo>
                      <a:pt x="623888" y="308305"/>
                      <a:pt x="610552" y="309258"/>
                      <a:pt x="605790" y="276873"/>
                    </a:cubicBezTo>
                    <a:cubicBezTo>
                      <a:pt x="605790" y="274968"/>
                      <a:pt x="604838" y="273063"/>
                      <a:pt x="603884" y="271158"/>
                    </a:cubicBezTo>
                    <a:cubicBezTo>
                      <a:pt x="598169" y="270205"/>
                      <a:pt x="591502" y="268300"/>
                      <a:pt x="586740" y="268300"/>
                    </a:cubicBezTo>
                    <a:cubicBezTo>
                      <a:pt x="582930" y="268300"/>
                      <a:pt x="579119" y="265443"/>
                      <a:pt x="575309" y="260680"/>
                    </a:cubicBezTo>
                    <a:cubicBezTo>
                      <a:pt x="571500" y="274015"/>
                      <a:pt x="560069" y="280683"/>
                      <a:pt x="560069" y="291160"/>
                    </a:cubicBezTo>
                    <a:cubicBezTo>
                      <a:pt x="560069" y="302590"/>
                      <a:pt x="555307" y="317830"/>
                      <a:pt x="541019" y="317830"/>
                    </a:cubicBezTo>
                    <a:cubicBezTo>
                      <a:pt x="526732" y="317830"/>
                      <a:pt x="513397" y="329260"/>
                      <a:pt x="512444" y="354025"/>
                    </a:cubicBezTo>
                    <a:cubicBezTo>
                      <a:pt x="511492" y="378790"/>
                      <a:pt x="524827" y="381648"/>
                      <a:pt x="519113" y="392125"/>
                    </a:cubicBezTo>
                    <a:cubicBezTo>
                      <a:pt x="512444" y="402603"/>
                      <a:pt x="486727" y="414033"/>
                      <a:pt x="477202" y="408318"/>
                    </a:cubicBezTo>
                    <a:cubicBezTo>
                      <a:pt x="468630" y="403555"/>
                      <a:pt x="450532" y="406413"/>
                      <a:pt x="436244" y="404508"/>
                    </a:cubicBezTo>
                    <a:cubicBezTo>
                      <a:pt x="421957" y="402603"/>
                      <a:pt x="410527" y="382600"/>
                      <a:pt x="406717" y="404508"/>
                    </a:cubicBezTo>
                    <a:cubicBezTo>
                      <a:pt x="401955" y="426415"/>
                      <a:pt x="372427" y="489280"/>
                      <a:pt x="380047" y="495948"/>
                    </a:cubicBezTo>
                    <a:cubicBezTo>
                      <a:pt x="387667" y="502615"/>
                      <a:pt x="392430" y="518808"/>
                      <a:pt x="380047" y="518808"/>
                    </a:cubicBezTo>
                    <a:cubicBezTo>
                      <a:pt x="367665" y="518808"/>
                      <a:pt x="354330" y="516903"/>
                      <a:pt x="348615" y="510235"/>
                    </a:cubicBezTo>
                    <a:cubicBezTo>
                      <a:pt x="341947" y="503568"/>
                      <a:pt x="321944" y="519760"/>
                      <a:pt x="306705" y="518808"/>
                    </a:cubicBezTo>
                    <a:cubicBezTo>
                      <a:pt x="300038" y="518808"/>
                      <a:pt x="271463" y="532143"/>
                      <a:pt x="280988" y="537858"/>
                    </a:cubicBezTo>
                    <a:cubicBezTo>
                      <a:pt x="290513" y="543573"/>
                      <a:pt x="290513" y="568338"/>
                      <a:pt x="290513" y="578815"/>
                    </a:cubicBezTo>
                    <a:cubicBezTo>
                      <a:pt x="290513" y="589293"/>
                      <a:pt x="312419" y="620725"/>
                      <a:pt x="308609" y="632155"/>
                    </a:cubicBezTo>
                    <a:cubicBezTo>
                      <a:pt x="304800" y="642633"/>
                      <a:pt x="284797" y="654063"/>
                      <a:pt x="284797" y="668350"/>
                    </a:cubicBezTo>
                    <a:cubicBezTo>
                      <a:pt x="284797" y="681685"/>
                      <a:pt x="288607" y="695020"/>
                      <a:pt x="281940" y="697878"/>
                    </a:cubicBezTo>
                    <a:cubicBezTo>
                      <a:pt x="275272" y="700735"/>
                      <a:pt x="253365" y="710260"/>
                      <a:pt x="242888" y="718833"/>
                    </a:cubicBezTo>
                    <a:cubicBezTo>
                      <a:pt x="232409" y="727405"/>
                      <a:pt x="214313" y="727405"/>
                      <a:pt x="208597" y="739788"/>
                    </a:cubicBezTo>
                    <a:cubicBezTo>
                      <a:pt x="202882" y="752170"/>
                      <a:pt x="194309" y="763600"/>
                      <a:pt x="173355" y="760743"/>
                    </a:cubicBezTo>
                    <a:cubicBezTo>
                      <a:pt x="155257" y="758838"/>
                      <a:pt x="146684" y="755028"/>
                      <a:pt x="133350" y="773125"/>
                    </a:cubicBezTo>
                    <a:cubicBezTo>
                      <a:pt x="120015" y="791223"/>
                      <a:pt x="117157" y="783603"/>
                      <a:pt x="106680" y="792175"/>
                    </a:cubicBezTo>
                    <a:cubicBezTo>
                      <a:pt x="97155" y="800748"/>
                      <a:pt x="86677" y="785508"/>
                      <a:pt x="79057" y="782650"/>
                    </a:cubicBezTo>
                    <a:cubicBezTo>
                      <a:pt x="71438" y="779793"/>
                      <a:pt x="60007" y="792175"/>
                      <a:pt x="52388" y="792175"/>
                    </a:cubicBezTo>
                    <a:cubicBezTo>
                      <a:pt x="44767" y="792175"/>
                      <a:pt x="38100" y="805510"/>
                      <a:pt x="27622" y="809320"/>
                    </a:cubicBezTo>
                    <a:cubicBezTo>
                      <a:pt x="18097" y="812178"/>
                      <a:pt x="7619" y="809320"/>
                      <a:pt x="7619" y="821703"/>
                    </a:cubicBezTo>
                    <a:cubicBezTo>
                      <a:pt x="7619" y="829323"/>
                      <a:pt x="5715" y="838848"/>
                      <a:pt x="0" y="845515"/>
                    </a:cubicBezTo>
                    <a:lnTo>
                      <a:pt x="0" y="845515"/>
                    </a:lnTo>
                    <a:lnTo>
                      <a:pt x="6667" y="886473"/>
                    </a:lnTo>
                    <a:cubicBezTo>
                      <a:pt x="6667" y="886473"/>
                      <a:pt x="48577" y="901713"/>
                      <a:pt x="50482" y="916953"/>
                    </a:cubicBezTo>
                    <a:cubicBezTo>
                      <a:pt x="52388" y="932193"/>
                      <a:pt x="59055" y="980770"/>
                      <a:pt x="59055" y="980770"/>
                    </a:cubicBezTo>
                    <a:cubicBezTo>
                      <a:pt x="59055" y="980770"/>
                      <a:pt x="58102" y="980770"/>
                      <a:pt x="58102" y="980770"/>
                    </a:cubicBezTo>
                    <a:cubicBezTo>
                      <a:pt x="75247" y="995058"/>
                      <a:pt x="98107" y="1010298"/>
                      <a:pt x="98107" y="1016013"/>
                    </a:cubicBezTo>
                    <a:cubicBezTo>
                      <a:pt x="98107" y="1022680"/>
                      <a:pt x="100013" y="1041730"/>
                      <a:pt x="120967" y="1052208"/>
                    </a:cubicBezTo>
                    <a:cubicBezTo>
                      <a:pt x="134302" y="1058875"/>
                      <a:pt x="147638" y="1066495"/>
                      <a:pt x="155257" y="1072210"/>
                    </a:cubicBezTo>
                    <a:cubicBezTo>
                      <a:pt x="156209" y="1069353"/>
                      <a:pt x="157163" y="1067448"/>
                      <a:pt x="157163" y="1067448"/>
                    </a:cubicBezTo>
                    <a:lnTo>
                      <a:pt x="174307" y="1065543"/>
                    </a:lnTo>
                    <a:cubicBezTo>
                      <a:pt x="174307" y="1065543"/>
                      <a:pt x="179069" y="1069353"/>
                      <a:pt x="184784" y="1075068"/>
                    </a:cubicBezTo>
                    <a:cubicBezTo>
                      <a:pt x="189547" y="1059828"/>
                      <a:pt x="219075" y="1042683"/>
                      <a:pt x="235267" y="1043635"/>
                    </a:cubicBezTo>
                    <a:cubicBezTo>
                      <a:pt x="251459" y="1044588"/>
                      <a:pt x="290513" y="1077925"/>
                      <a:pt x="285750" y="1089355"/>
                    </a:cubicBezTo>
                    <a:cubicBezTo>
                      <a:pt x="281940" y="1100785"/>
                      <a:pt x="254317" y="1143648"/>
                      <a:pt x="241934" y="1146505"/>
                    </a:cubicBezTo>
                    <a:cubicBezTo>
                      <a:pt x="237172" y="1147458"/>
                      <a:pt x="230505" y="1148410"/>
                      <a:pt x="222884" y="1148410"/>
                    </a:cubicBezTo>
                    <a:cubicBezTo>
                      <a:pt x="221932" y="1155078"/>
                      <a:pt x="220027" y="1161745"/>
                      <a:pt x="220027" y="1165555"/>
                    </a:cubicBezTo>
                    <a:cubicBezTo>
                      <a:pt x="220027" y="1175080"/>
                      <a:pt x="235267" y="1190320"/>
                      <a:pt x="244792" y="1206513"/>
                    </a:cubicBezTo>
                    <a:cubicBezTo>
                      <a:pt x="253365" y="1223658"/>
                      <a:pt x="230505" y="1235088"/>
                      <a:pt x="219075" y="1223658"/>
                    </a:cubicBezTo>
                    <a:cubicBezTo>
                      <a:pt x="206692" y="1212228"/>
                      <a:pt x="201930" y="1235088"/>
                      <a:pt x="208597" y="1244613"/>
                    </a:cubicBezTo>
                    <a:cubicBezTo>
                      <a:pt x="215265" y="1254138"/>
                      <a:pt x="212407" y="1280808"/>
                      <a:pt x="224790" y="1282713"/>
                    </a:cubicBezTo>
                    <a:cubicBezTo>
                      <a:pt x="237172" y="1284618"/>
                      <a:pt x="247650" y="1311288"/>
                      <a:pt x="260984" y="1311288"/>
                    </a:cubicBezTo>
                    <a:cubicBezTo>
                      <a:pt x="275272" y="1311288"/>
                      <a:pt x="287655" y="1336053"/>
                      <a:pt x="287655" y="1336053"/>
                    </a:cubicBezTo>
                    <a:cubicBezTo>
                      <a:pt x="287655" y="1336053"/>
                      <a:pt x="306705" y="1349388"/>
                      <a:pt x="306705" y="1357008"/>
                    </a:cubicBezTo>
                    <a:cubicBezTo>
                      <a:pt x="306705" y="1357960"/>
                      <a:pt x="306705" y="1358913"/>
                      <a:pt x="305752" y="1359865"/>
                    </a:cubicBezTo>
                    <a:cubicBezTo>
                      <a:pt x="320992" y="1357960"/>
                      <a:pt x="331469" y="1357960"/>
                      <a:pt x="332422" y="1351293"/>
                    </a:cubicBezTo>
                    <a:cubicBezTo>
                      <a:pt x="334327" y="1343673"/>
                      <a:pt x="354330" y="1343673"/>
                      <a:pt x="367665" y="1358913"/>
                    </a:cubicBezTo>
                    <a:cubicBezTo>
                      <a:pt x="381000" y="1374153"/>
                      <a:pt x="437197" y="1412253"/>
                      <a:pt x="458152" y="1429398"/>
                    </a:cubicBezTo>
                    <a:cubicBezTo>
                      <a:pt x="479107" y="1447495"/>
                      <a:pt x="526732" y="1467498"/>
                      <a:pt x="543877" y="1466545"/>
                    </a:cubicBezTo>
                    <a:cubicBezTo>
                      <a:pt x="561022" y="1465593"/>
                      <a:pt x="576263" y="1478928"/>
                      <a:pt x="601980" y="1477975"/>
                    </a:cubicBezTo>
                    <a:cubicBezTo>
                      <a:pt x="605790" y="1477975"/>
                      <a:pt x="608647" y="1477975"/>
                      <a:pt x="612457" y="1477975"/>
                    </a:cubicBezTo>
                    <a:cubicBezTo>
                      <a:pt x="616267" y="1474165"/>
                      <a:pt x="621982" y="1474165"/>
                      <a:pt x="626744" y="1466545"/>
                    </a:cubicBezTo>
                    <a:cubicBezTo>
                      <a:pt x="633413" y="1455115"/>
                      <a:pt x="643890" y="1476070"/>
                      <a:pt x="641032" y="1491310"/>
                    </a:cubicBezTo>
                    <a:cubicBezTo>
                      <a:pt x="639127" y="1497978"/>
                      <a:pt x="641032" y="1506550"/>
                      <a:pt x="643890" y="1512265"/>
                    </a:cubicBezTo>
                    <a:cubicBezTo>
                      <a:pt x="647700" y="1506550"/>
                      <a:pt x="650557" y="1499883"/>
                      <a:pt x="653415" y="1492263"/>
                    </a:cubicBezTo>
                    <a:cubicBezTo>
                      <a:pt x="661988" y="1469403"/>
                      <a:pt x="676275" y="1470355"/>
                      <a:pt x="684847" y="1462735"/>
                    </a:cubicBezTo>
                    <a:cubicBezTo>
                      <a:pt x="693419" y="1455115"/>
                      <a:pt x="702944" y="1458925"/>
                      <a:pt x="721042" y="1469403"/>
                    </a:cubicBezTo>
                    <a:cubicBezTo>
                      <a:pt x="738188" y="1478928"/>
                      <a:pt x="745807" y="1457973"/>
                      <a:pt x="772477" y="1484643"/>
                    </a:cubicBezTo>
                    <a:cubicBezTo>
                      <a:pt x="778192" y="1481785"/>
                      <a:pt x="784859" y="1478928"/>
                      <a:pt x="787717" y="1478928"/>
                    </a:cubicBezTo>
                    <a:cubicBezTo>
                      <a:pt x="792480" y="1478928"/>
                      <a:pt x="800100" y="1467498"/>
                      <a:pt x="808672" y="1457973"/>
                    </a:cubicBezTo>
                    <a:cubicBezTo>
                      <a:pt x="817244" y="1448448"/>
                      <a:pt x="815340" y="1437018"/>
                      <a:pt x="825817" y="1438923"/>
                    </a:cubicBezTo>
                    <a:cubicBezTo>
                      <a:pt x="836294" y="1440828"/>
                      <a:pt x="842009" y="1425588"/>
                      <a:pt x="863917" y="1412253"/>
                    </a:cubicBezTo>
                    <a:cubicBezTo>
                      <a:pt x="886777" y="1398918"/>
                      <a:pt x="905827" y="1419873"/>
                      <a:pt x="916305" y="1410348"/>
                    </a:cubicBezTo>
                    <a:cubicBezTo>
                      <a:pt x="926782" y="1400823"/>
                      <a:pt x="939165" y="1397013"/>
                      <a:pt x="939165" y="1406538"/>
                    </a:cubicBezTo>
                    <a:cubicBezTo>
                      <a:pt x="939165" y="1416063"/>
                      <a:pt x="953452" y="1427493"/>
                      <a:pt x="956309" y="1438923"/>
                    </a:cubicBezTo>
                    <a:cubicBezTo>
                      <a:pt x="959167" y="1449400"/>
                      <a:pt x="978217" y="1453210"/>
                      <a:pt x="982027" y="1454163"/>
                    </a:cubicBezTo>
                    <a:cubicBezTo>
                      <a:pt x="984884" y="1452258"/>
                      <a:pt x="987742" y="1450353"/>
                      <a:pt x="989647" y="1449400"/>
                    </a:cubicBezTo>
                    <a:cubicBezTo>
                      <a:pt x="1000125" y="1440828"/>
                      <a:pt x="1019175" y="1450353"/>
                      <a:pt x="1019175" y="1462735"/>
                    </a:cubicBezTo>
                    <a:cubicBezTo>
                      <a:pt x="1019175" y="1475118"/>
                      <a:pt x="1020127" y="1489405"/>
                      <a:pt x="1028700" y="1489405"/>
                    </a:cubicBezTo>
                    <a:cubicBezTo>
                      <a:pt x="1037272" y="1489405"/>
                      <a:pt x="1046797" y="1489405"/>
                      <a:pt x="1046797" y="1512265"/>
                    </a:cubicBezTo>
                    <a:cubicBezTo>
                      <a:pt x="1046797" y="1535125"/>
                      <a:pt x="1054417" y="1561795"/>
                      <a:pt x="1036319" y="1581798"/>
                    </a:cubicBezTo>
                    <a:cubicBezTo>
                      <a:pt x="1017269" y="1601800"/>
                      <a:pt x="996315" y="1637995"/>
                      <a:pt x="1000125" y="1648473"/>
                    </a:cubicBezTo>
                    <a:cubicBezTo>
                      <a:pt x="1003934" y="1658950"/>
                      <a:pt x="994409" y="1678953"/>
                      <a:pt x="1007744" y="1671333"/>
                    </a:cubicBezTo>
                    <a:cubicBezTo>
                      <a:pt x="1021080" y="1663713"/>
                      <a:pt x="1052513" y="1671333"/>
                      <a:pt x="1047750" y="1679905"/>
                    </a:cubicBezTo>
                    <a:cubicBezTo>
                      <a:pt x="1042988" y="1688478"/>
                      <a:pt x="1048702" y="1718005"/>
                      <a:pt x="1061084" y="1718958"/>
                    </a:cubicBezTo>
                    <a:cubicBezTo>
                      <a:pt x="1073467" y="1719910"/>
                      <a:pt x="1082040" y="1727530"/>
                      <a:pt x="1077277" y="1739913"/>
                    </a:cubicBezTo>
                    <a:cubicBezTo>
                      <a:pt x="1073467" y="1752295"/>
                      <a:pt x="1066800" y="1771345"/>
                      <a:pt x="1077277" y="1771345"/>
                    </a:cubicBezTo>
                    <a:cubicBezTo>
                      <a:pt x="1087755" y="1771345"/>
                      <a:pt x="1103947" y="1771345"/>
                      <a:pt x="1102042" y="1783728"/>
                    </a:cubicBezTo>
                    <a:cubicBezTo>
                      <a:pt x="1100138" y="1796110"/>
                      <a:pt x="1109663" y="1808493"/>
                      <a:pt x="1129665" y="1799920"/>
                    </a:cubicBezTo>
                    <a:cubicBezTo>
                      <a:pt x="1141094" y="1795158"/>
                      <a:pt x="1146809" y="1790395"/>
                      <a:pt x="1149667" y="1795158"/>
                    </a:cubicBezTo>
                    <a:cubicBezTo>
                      <a:pt x="1157288" y="1795158"/>
                      <a:pt x="1158240" y="1814208"/>
                      <a:pt x="1171575" y="1818018"/>
                    </a:cubicBezTo>
                    <a:cubicBezTo>
                      <a:pt x="1185863" y="1821828"/>
                      <a:pt x="1178242" y="1785633"/>
                      <a:pt x="1173480" y="1779918"/>
                    </a:cubicBezTo>
                    <a:cubicBezTo>
                      <a:pt x="1167765" y="1774203"/>
                      <a:pt x="1175384" y="1749438"/>
                      <a:pt x="1180147" y="1755153"/>
                    </a:cubicBezTo>
                    <a:cubicBezTo>
                      <a:pt x="1184909" y="1760868"/>
                      <a:pt x="1201102" y="1755153"/>
                      <a:pt x="1209675" y="1743723"/>
                    </a:cubicBezTo>
                    <a:cubicBezTo>
                      <a:pt x="1218247" y="1732293"/>
                      <a:pt x="1236344" y="1753248"/>
                      <a:pt x="1243013" y="1739913"/>
                    </a:cubicBezTo>
                    <a:cubicBezTo>
                      <a:pt x="1249680" y="1726578"/>
                      <a:pt x="1265872" y="1749438"/>
                      <a:pt x="1281113" y="1739913"/>
                    </a:cubicBezTo>
                    <a:cubicBezTo>
                      <a:pt x="1297305" y="1730388"/>
                      <a:pt x="1303972" y="1747533"/>
                      <a:pt x="1310640" y="1734198"/>
                    </a:cubicBezTo>
                    <a:cubicBezTo>
                      <a:pt x="1317307" y="1720863"/>
                      <a:pt x="1340167" y="1703718"/>
                      <a:pt x="1345882" y="1709433"/>
                    </a:cubicBezTo>
                    <a:cubicBezTo>
                      <a:pt x="1350644" y="1715148"/>
                      <a:pt x="1354455" y="1726578"/>
                      <a:pt x="1382077" y="1730388"/>
                    </a:cubicBezTo>
                    <a:cubicBezTo>
                      <a:pt x="1409700" y="1734198"/>
                      <a:pt x="1394459" y="1749438"/>
                      <a:pt x="1394459" y="1758963"/>
                    </a:cubicBezTo>
                    <a:cubicBezTo>
                      <a:pt x="1394459" y="1768488"/>
                      <a:pt x="1425892" y="1793253"/>
                      <a:pt x="1438275" y="1795158"/>
                    </a:cubicBezTo>
                    <a:cubicBezTo>
                      <a:pt x="1440180" y="1795158"/>
                      <a:pt x="1443990" y="1798015"/>
                      <a:pt x="1447800" y="1802778"/>
                    </a:cubicBezTo>
                    <a:cubicBezTo>
                      <a:pt x="1456372" y="1798015"/>
                      <a:pt x="1471613" y="1805635"/>
                      <a:pt x="1474469" y="1795158"/>
                    </a:cubicBezTo>
                    <a:cubicBezTo>
                      <a:pt x="1478280" y="1782775"/>
                      <a:pt x="1492567" y="1785633"/>
                      <a:pt x="1498282" y="1796110"/>
                    </a:cubicBezTo>
                    <a:cubicBezTo>
                      <a:pt x="1503997" y="1806588"/>
                      <a:pt x="1510665" y="1808493"/>
                      <a:pt x="1524000" y="1796110"/>
                    </a:cubicBezTo>
                    <a:cubicBezTo>
                      <a:pt x="1537334" y="1783728"/>
                      <a:pt x="1544002" y="1808493"/>
                      <a:pt x="1535430" y="1816113"/>
                    </a:cubicBezTo>
                    <a:cubicBezTo>
                      <a:pt x="1527809" y="1822780"/>
                      <a:pt x="1532572" y="1844688"/>
                      <a:pt x="1544955" y="1858023"/>
                    </a:cubicBezTo>
                    <a:cubicBezTo>
                      <a:pt x="1557338" y="1870405"/>
                      <a:pt x="1559242" y="1850403"/>
                      <a:pt x="1556384" y="1838020"/>
                    </a:cubicBezTo>
                    <a:cubicBezTo>
                      <a:pt x="1553527" y="1825638"/>
                      <a:pt x="1577340" y="1812303"/>
                      <a:pt x="1618297" y="1798015"/>
                    </a:cubicBezTo>
                    <a:cubicBezTo>
                      <a:pt x="1659255" y="1782775"/>
                      <a:pt x="1704022" y="1750390"/>
                      <a:pt x="1704975" y="1743723"/>
                    </a:cubicBezTo>
                    <a:cubicBezTo>
                      <a:pt x="1705927" y="1737055"/>
                      <a:pt x="1734502" y="1756105"/>
                      <a:pt x="1747838" y="1744675"/>
                    </a:cubicBezTo>
                    <a:cubicBezTo>
                      <a:pt x="1750694" y="1741818"/>
                      <a:pt x="1755457" y="1739913"/>
                      <a:pt x="1761172" y="1738960"/>
                    </a:cubicBezTo>
                    <a:cubicBezTo>
                      <a:pt x="1764030" y="1736103"/>
                      <a:pt x="1765934" y="1733245"/>
                      <a:pt x="1769744" y="1731340"/>
                    </a:cubicBezTo>
                    <a:cubicBezTo>
                      <a:pt x="1777365" y="1725625"/>
                      <a:pt x="1785938" y="1720863"/>
                      <a:pt x="1793557" y="1716100"/>
                    </a:cubicBezTo>
                    <a:cubicBezTo>
                      <a:pt x="1797367" y="1709433"/>
                      <a:pt x="1804034" y="1702765"/>
                      <a:pt x="1813559" y="1698955"/>
                    </a:cubicBezTo>
                    <a:cubicBezTo>
                      <a:pt x="1840230" y="1687525"/>
                      <a:pt x="1875472" y="1679905"/>
                      <a:pt x="1901190" y="1662760"/>
                    </a:cubicBezTo>
                    <a:cubicBezTo>
                      <a:pt x="1902142" y="1659903"/>
                      <a:pt x="1903094" y="1657045"/>
                      <a:pt x="1903094" y="1655140"/>
                    </a:cubicBezTo>
                    <a:cubicBezTo>
                      <a:pt x="1903094" y="1650378"/>
                      <a:pt x="1912619" y="1647520"/>
                      <a:pt x="1921192" y="1643710"/>
                    </a:cubicBezTo>
                    <a:cubicBezTo>
                      <a:pt x="1936432" y="1622755"/>
                      <a:pt x="1933575" y="1597990"/>
                      <a:pt x="1937384" y="1573225"/>
                    </a:cubicBezTo>
                    <a:cubicBezTo>
                      <a:pt x="1944052" y="1519885"/>
                      <a:pt x="1977390" y="1495120"/>
                      <a:pt x="2022157" y="1494168"/>
                    </a:cubicBezTo>
                    <a:cubicBezTo>
                      <a:pt x="2022157" y="1494168"/>
                      <a:pt x="2022157" y="1494168"/>
                      <a:pt x="2023109" y="1493215"/>
                    </a:cubicBezTo>
                    <a:cubicBezTo>
                      <a:pt x="2024063" y="1490358"/>
                      <a:pt x="2025015" y="1487500"/>
                      <a:pt x="2025015" y="1484643"/>
                    </a:cubicBezTo>
                    <a:cubicBezTo>
                      <a:pt x="2026919" y="1471308"/>
                      <a:pt x="2045017" y="1458925"/>
                      <a:pt x="2053590" y="1456068"/>
                    </a:cubicBezTo>
                    <a:cubicBezTo>
                      <a:pt x="2062163" y="1452258"/>
                      <a:pt x="2065019" y="1433208"/>
                      <a:pt x="2063115" y="1417015"/>
                    </a:cubicBezTo>
                    <a:cubicBezTo>
                      <a:pt x="2060257" y="1400823"/>
                      <a:pt x="2078355" y="1404633"/>
                      <a:pt x="2070734" y="1398918"/>
                    </a:cubicBezTo>
                    <a:cubicBezTo>
                      <a:pt x="2063115" y="1392250"/>
                      <a:pt x="2073592" y="1375105"/>
                      <a:pt x="2089784" y="1370343"/>
                    </a:cubicBezTo>
                    <a:cubicBezTo>
                      <a:pt x="2105025" y="1365580"/>
                      <a:pt x="2080259" y="1357960"/>
                      <a:pt x="2071688" y="1364628"/>
                    </a:cubicBezTo>
                    <a:cubicBezTo>
                      <a:pt x="2063115" y="1371295"/>
                      <a:pt x="2053590" y="1344625"/>
                      <a:pt x="2045969" y="1355103"/>
                    </a:cubicBezTo>
                    <a:cubicBezTo>
                      <a:pt x="2038350" y="1365580"/>
                      <a:pt x="2015490" y="1348435"/>
                      <a:pt x="2030730" y="1345578"/>
                    </a:cubicBezTo>
                    <a:cubicBezTo>
                      <a:pt x="2045017" y="1341768"/>
                      <a:pt x="2066925" y="1324623"/>
                      <a:pt x="2077402" y="1320813"/>
                    </a:cubicBezTo>
                    <a:cubicBezTo>
                      <a:pt x="2086927" y="1317003"/>
                      <a:pt x="2063115" y="1294143"/>
                      <a:pt x="2050732" y="1295095"/>
                    </a:cubicBezTo>
                    <a:cubicBezTo>
                      <a:pt x="2038350" y="1296048"/>
                      <a:pt x="2025015" y="1263663"/>
                      <a:pt x="2011680" y="1263663"/>
                    </a:cubicBezTo>
                    <a:cubicBezTo>
                      <a:pt x="1998344" y="1263663"/>
                      <a:pt x="2021205" y="1254138"/>
                      <a:pt x="2036444" y="1262710"/>
                    </a:cubicBezTo>
                    <a:cubicBezTo>
                      <a:pt x="2051684" y="1271283"/>
                      <a:pt x="2068830" y="1277950"/>
                      <a:pt x="2075497" y="1271283"/>
                    </a:cubicBezTo>
                    <a:cubicBezTo>
                      <a:pt x="2082165" y="1264615"/>
                      <a:pt x="2049780" y="1236040"/>
                      <a:pt x="2038350" y="1226515"/>
                    </a:cubicBezTo>
                    <a:cubicBezTo>
                      <a:pt x="2026919" y="1216990"/>
                      <a:pt x="2037397" y="1203655"/>
                      <a:pt x="2030730" y="1197940"/>
                    </a:cubicBezTo>
                    <a:cubicBezTo>
                      <a:pt x="2023109" y="1192225"/>
                      <a:pt x="2007869" y="1156030"/>
                      <a:pt x="2002155" y="1139838"/>
                    </a:cubicBezTo>
                    <a:cubicBezTo>
                      <a:pt x="1997392" y="1123645"/>
                      <a:pt x="1969769" y="1120788"/>
                      <a:pt x="1963102" y="1110310"/>
                    </a:cubicBezTo>
                    <a:cubicBezTo>
                      <a:pt x="1956434" y="1099833"/>
                      <a:pt x="1964055" y="1075068"/>
                      <a:pt x="1984057" y="1065543"/>
                    </a:cubicBezTo>
                    <a:cubicBezTo>
                      <a:pt x="2004059" y="1056018"/>
                      <a:pt x="1995488" y="1037920"/>
                      <a:pt x="2005013" y="1039825"/>
                    </a:cubicBezTo>
                    <a:cubicBezTo>
                      <a:pt x="2014538" y="1041730"/>
                      <a:pt x="2022157" y="1037920"/>
                      <a:pt x="2028825" y="1021728"/>
                    </a:cubicBezTo>
                    <a:cubicBezTo>
                      <a:pt x="2036444" y="1005535"/>
                      <a:pt x="2048827" y="1015060"/>
                      <a:pt x="2055494" y="1006488"/>
                    </a:cubicBezTo>
                    <a:cubicBezTo>
                      <a:pt x="2063115" y="997915"/>
                      <a:pt x="2094547" y="998868"/>
                      <a:pt x="2105977" y="990295"/>
                    </a:cubicBezTo>
                    <a:cubicBezTo>
                      <a:pt x="2117407" y="981723"/>
                      <a:pt x="2095500" y="956005"/>
                      <a:pt x="2080259" y="959815"/>
                    </a:cubicBezTo>
                    <a:cubicBezTo>
                      <a:pt x="2065019" y="963625"/>
                      <a:pt x="2047875" y="957910"/>
                      <a:pt x="2037397" y="940765"/>
                    </a:cubicBezTo>
                    <a:cubicBezTo>
                      <a:pt x="2026919" y="923620"/>
                      <a:pt x="1999297" y="972198"/>
                      <a:pt x="1978342" y="982675"/>
                    </a:cubicBezTo>
                    <a:cubicBezTo>
                      <a:pt x="1957388" y="993153"/>
                      <a:pt x="1944052" y="963625"/>
                      <a:pt x="1950719" y="944575"/>
                    </a:cubicBezTo>
                    <a:cubicBezTo>
                      <a:pt x="1958340" y="925525"/>
                      <a:pt x="1934527" y="926478"/>
                      <a:pt x="1905000" y="927430"/>
                    </a:cubicBezTo>
                    <a:cubicBezTo>
                      <a:pt x="1875472" y="929335"/>
                      <a:pt x="1886902" y="871233"/>
                      <a:pt x="1904047" y="868375"/>
                    </a:cubicBezTo>
                    <a:cubicBezTo>
                      <a:pt x="1922144" y="865518"/>
                      <a:pt x="1947863" y="885520"/>
                      <a:pt x="1959292" y="850278"/>
                    </a:cubicBezTo>
                    <a:cubicBezTo>
                      <a:pt x="1970722" y="815035"/>
                      <a:pt x="1985963" y="842658"/>
                      <a:pt x="2010727" y="811225"/>
                    </a:cubicBezTo>
                    <a:cubicBezTo>
                      <a:pt x="2035492" y="779793"/>
                      <a:pt x="2064067" y="760743"/>
                      <a:pt x="2085975" y="779793"/>
                    </a:cubicBezTo>
                    <a:cubicBezTo>
                      <a:pt x="2107882" y="797890"/>
                      <a:pt x="2063115" y="827418"/>
                      <a:pt x="2055494" y="844563"/>
                    </a:cubicBezTo>
                    <a:cubicBezTo>
                      <a:pt x="2047875" y="862660"/>
                      <a:pt x="2062163" y="867423"/>
                      <a:pt x="2048827" y="880758"/>
                    </a:cubicBezTo>
                    <a:cubicBezTo>
                      <a:pt x="2035492" y="894093"/>
                      <a:pt x="2053590" y="897903"/>
                      <a:pt x="2079307" y="879805"/>
                    </a:cubicBezTo>
                    <a:cubicBezTo>
                      <a:pt x="2105025" y="862660"/>
                      <a:pt x="2136457" y="840753"/>
                      <a:pt x="2161222" y="830275"/>
                    </a:cubicBezTo>
                    <a:cubicBezTo>
                      <a:pt x="2167890" y="827418"/>
                      <a:pt x="2175509" y="826465"/>
                      <a:pt x="2182177" y="827418"/>
                    </a:cubicBezTo>
                    <a:cubicBezTo>
                      <a:pt x="2185988" y="816940"/>
                      <a:pt x="2189797" y="809320"/>
                      <a:pt x="2194559" y="806463"/>
                    </a:cubicBezTo>
                    <a:cubicBezTo>
                      <a:pt x="2211705" y="796938"/>
                      <a:pt x="2268855" y="769315"/>
                      <a:pt x="2277427" y="756933"/>
                    </a:cubicBezTo>
                    <a:cubicBezTo>
                      <a:pt x="2286000" y="744550"/>
                      <a:pt x="2294572" y="723595"/>
                      <a:pt x="2306002" y="723595"/>
                    </a:cubicBezTo>
                    <a:cubicBezTo>
                      <a:pt x="2317432" y="723595"/>
                      <a:pt x="2317432" y="735978"/>
                      <a:pt x="2334577" y="735978"/>
                    </a:cubicBezTo>
                    <a:cubicBezTo>
                      <a:pt x="2351722" y="735978"/>
                      <a:pt x="2371725" y="741693"/>
                      <a:pt x="2363152" y="726453"/>
                    </a:cubicBezTo>
                    <a:cubicBezTo>
                      <a:pt x="2354580" y="711213"/>
                      <a:pt x="2360294" y="711213"/>
                      <a:pt x="2380297" y="708355"/>
                    </a:cubicBezTo>
                    <a:cubicBezTo>
                      <a:pt x="2400300" y="705498"/>
                      <a:pt x="2397442" y="683590"/>
                      <a:pt x="2411730" y="683590"/>
                    </a:cubicBezTo>
                    <a:cubicBezTo>
                      <a:pt x="2426017" y="683590"/>
                      <a:pt x="2423159" y="646443"/>
                      <a:pt x="2437447" y="646443"/>
                    </a:cubicBezTo>
                    <a:cubicBezTo>
                      <a:pt x="2451734" y="646443"/>
                      <a:pt x="2457450" y="668350"/>
                      <a:pt x="2474594" y="661683"/>
                    </a:cubicBezTo>
                    <a:cubicBezTo>
                      <a:pt x="2477452" y="660730"/>
                      <a:pt x="2482215" y="661683"/>
                      <a:pt x="2486977" y="663588"/>
                    </a:cubicBezTo>
                    <a:cubicBezTo>
                      <a:pt x="2490788" y="660730"/>
                      <a:pt x="2494597" y="657873"/>
                      <a:pt x="2497455" y="655015"/>
                    </a:cubicBezTo>
                    <a:cubicBezTo>
                      <a:pt x="2495550" y="635965"/>
                      <a:pt x="2497455" y="618820"/>
                      <a:pt x="2494597" y="609295"/>
                    </a:cubicBezTo>
                    <a:cubicBezTo>
                      <a:pt x="2487930" y="592150"/>
                      <a:pt x="2494597" y="579768"/>
                      <a:pt x="2491740" y="570243"/>
                    </a:cubicBezTo>
                    <a:cubicBezTo>
                      <a:pt x="2488882" y="560718"/>
                      <a:pt x="2487930" y="535953"/>
                      <a:pt x="2498407" y="535953"/>
                    </a:cubicBezTo>
                    <a:cubicBezTo>
                      <a:pt x="2508884" y="535953"/>
                      <a:pt x="2522219" y="507378"/>
                      <a:pt x="2534602" y="517855"/>
                    </a:cubicBezTo>
                    <a:cubicBezTo>
                      <a:pt x="2547938" y="527380"/>
                      <a:pt x="2573655" y="530238"/>
                      <a:pt x="2573655" y="517855"/>
                    </a:cubicBezTo>
                    <a:cubicBezTo>
                      <a:pt x="2573655" y="505473"/>
                      <a:pt x="2591752" y="503568"/>
                      <a:pt x="2594609" y="486423"/>
                    </a:cubicBezTo>
                    <a:cubicBezTo>
                      <a:pt x="2597467" y="469278"/>
                      <a:pt x="2616517" y="465468"/>
                      <a:pt x="2620327" y="450228"/>
                    </a:cubicBezTo>
                    <a:cubicBezTo>
                      <a:pt x="2624138" y="434988"/>
                      <a:pt x="2630805" y="397840"/>
                      <a:pt x="2644140" y="389268"/>
                    </a:cubicBezTo>
                    <a:cubicBezTo>
                      <a:pt x="2660332" y="380695"/>
                      <a:pt x="2644140" y="374980"/>
                      <a:pt x="2645092" y="35021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91" name="Freeform: Shape 319">
                <a:extLst>
                  <a:ext uri="{FF2B5EF4-FFF2-40B4-BE49-F238E27FC236}">
                    <a16:creationId xmlns:a16="http://schemas.microsoft.com/office/drawing/2014/main" id="{4D7B801E-A038-6791-729B-F7C741021C44}"/>
                  </a:ext>
                </a:extLst>
              </p:cNvPr>
              <p:cNvSpPr/>
              <p:nvPr/>
            </p:nvSpPr>
            <p:spPr>
              <a:xfrm>
                <a:off x="8545609" y="3691262"/>
                <a:ext cx="39026" cy="78052"/>
              </a:xfrm>
              <a:custGeom>
                <a:avLst/>
                <a:gdLst>
                  <a:gd name="connsiteX0" fmla="*/ 75248 w 76200"/>
                  <a:gd name="connsiteY0" fmla="*/ 5016 h 152400"/>
                  <a:gd name="connsiteX1" fmla="*/ 20002 w 76200"/>
                  <a:gd name="connsiteY1" fmla="*/ 25971 h 152400"/>
                  <a:gd name="connsiteX2" fmla="*/ 11431 w 76200"/>
                  <a:gd name="connsiteY2" fmla="*/ 54546 h 152400"/>
                  <a:gd name="connsiteX3" fmla="*/ 19050 w 76200"/>
                  <a:gd name="connsiteY3" fmla="*/ 63118 h 152400"/>
                  <a:gd name="connsiteX4" fmla="*/ 1906 w 76200"/>
                  <a:gd name="connsiteY4" fmla="*/ 126936 h 152400"/>
                  <a:gd name="connsiteX5" fmla="*/ 952 w 76200"/>
                  <a:gd name="connsiteY5" fmla="*/ 129793 h 152400"/>
                  <a:gd name="connsiteX6" fmla="*/ 0 w 76200"/>
                  <a:gd name="connsiteY6" fmla="*/ 130746 h 152400"/>
                  <a:gd name="connsiteX7" fmla="*/ 20956 w 76200"/>
                  <a:gd name="connsiteY7" fmla="*/ 153606 h 152400"/>
                  <a:gd name="connsiteX8" fmla="*/ 75248 w 76200"/>
                  <a:gd name="connsiteY8" fmla="*/ 501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152400">
                    <a:moveTo>
                      <a:pt x="75248" y="5016"/>
                    </a:moveTo>
                    <a:cubicBezTo>
                      <a:pt x="67627" y="-6414"/>
                      <a:pt x="40958" y="2158"/>
                      <a:pt x="20002" y="25971"/>
                    </a:cubicBezTo>
                    <a:cubicBezTo>
                      <a:pt x="18098" y="35496"/>
                      <a:pt x="15240" y="45021"/>
                      <a:pt x="11431" y="54546"/>
                    </a:cubicBezTo>
                    <a:cubicBezTo>
                      <a:pt x="14288" y="57403"/>
                      <a:pt x="17145" y="60261"/>
                      <a:pt x="19050" y="63118"/>
                    </a:cubicBezTo>
                    <a:cubicBezTo>
                      <a:pt x="33338" y="85978"/>
                      <a:pt x="22860" y="111696"/>
                      <a:pt x="1906" y="126936"/>
                    </a:cubicBezTo>
                    <a:cubicBezTo>
                      <a:pt x="6668" y="123126"/>
                      <a:pt x="952" y="129793"/>
                      <a:pt x="952" y="129793"/>
                    </a:cubicBezTo>
                    <a:cubicBezTo>
                      <a:pt x="952" y="129793"/>
                      <a:pt x="952" y="130746"/>
                      <a:pt x="0" y="130746"/>
                    </a:cubicBezTo>
                    <a:cubicBezTo>
                      <a:pt x="7620" y="146938"/>
                      <a:pt x="18098" y="155511"/>
                      <a:pt x="20956" y="153606"/>
                    </a:cubicBezTo>
                    <a:cubicBezTo>
                      <a:pt x="34290" y="143128"/>
                      <a:pt x="87631" y="22161"/>
                      <a:pt x="75248" y="5016"/>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92" name="Freeform: Shape 320">
                <a:extLst>
                  <a:ext uri="{FF2B5EF4-FFF2-40B4-BE49-F238E27FC236}">
                    <a16:creationId xmlns:a16="http://schemas.microsoft.com/office/drawing/2014/main" id="{D8B8C459-FD93-FBCD-F5E7-CA09F0CE1A14}"/>
                  </a:ext>
                </a:extLst>
              </p:cNvPr>
              <p:cNvSpPr/>
              <p:nvPr/>
            </p:nvSpPr>
            <p:spPr>
              <a:xfrm>
                <a:off x="8548008" y="3993127"/>
                <a:ext cx="24391" cy="24391"/>
              </a:xfrm>
              <a:custGeom>
                <a:avLst/>
                <a:gdLst>
                  <a:gd name="connsiteX0" fmla="*/ 82 w 47625"/>
                  <a:gd name="connsiteY0" fmla="*/ 2346 h 47625"/>
                  <a:gd name="connsiteX1" fmla="*/ 41992 w 47625"/>
                  <a:gd name="connsiteY1" fmla="*/ 52829 h 47625"/>
                  <a:gd name="connsiteX2" fmla="*/ 82 w 47625"/>
                  <a:gd name="connsiteY2" fmla="*/ 2346 h 47625"/>
                </a:gdLst>
                <a:ahLst/>
                <a:cxnLst>
                  <a:cxn ang="0">
                    <a:pos x="connsiteX0" y="connsiteY0"/>
                  </a:cxn>
                  <a:cxn ang="0">
                    <a:pos x="connsiteX1" y="connsiteY1"/>
                  </a:cxn>
                  <a:cxn ang="0">
                    <a:pos x="connsiteX2" y="connsiteY2"/>
                  </a:cxn>
                </a:cxnLst>
                <a:rect l="l" t="t" r="r" b="b"/>
                <a:pathLst>
                  <a:path w="47625" h="47625">
                    <a:moveTo>
                      <a:pt x="82" y="2346"/>
                    </a:moveTo>
                    <a:cubicBezTo>
                      <a:pt x="3892" y="22349"/>
                      <a:pt x="13417" y="63306"/>
                      <a:pt x="41992" y="52829"/>
                    </a:cubicBezTo>
                    <a:cubicBezTo>
                      <a:pt x="70567" y="43304"/>
                      <a:pt x="-2775" y="-11941"/>
                      <a:pt x="82" y="2346"/>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93" name="Freeform: Shape 321">
                <a:extLst>
                  <a:ext uri="{FF2B5EF4-FFF2-40B4-BE49-F238E27FC236}">
                    <a16:creationId xmlns:a16="http://schemas.microsoft.com/office/drawing/2014/main" id="{194E7061-E8F8-9469-8BC8-0C8EC4D0FFD3}"/>
                  </a:ext>
                </a:extLst>
              </p:cNvPr>
              <p:cNvSpPr/>
              <p:nvPr/>
            </p:nvSpPr>
            <p:spPr>
              <a:xfrm>
                <a:off x="8617807" y="4015305"/>
                <a:ext cx="48782" cy="58538"/>
              </a:xfrm>
              <a:custGeom>
                <a:avLst/>
                <a:gdLst>
                  <a:gd name="connsiteX0" fmla="*/ 0 w 95250"/>
                  <a:gd name="connsiteY0" fmla="*/ 0 h 114300"/>
                  <a:gd name="connsiteX1" fmla="*/ 15240 w 95250"/>
                  <a:gd name="connsiteY1" fmla="*/ 30480 h 114300"/>
                  <a:gd name="connsiteX2" fmla="*/ 33338 w 95250"/>
                  <a:gd name="connsiteY2" fmla="*/ 51435 h 114300"/>
                  <a:gd name="connsiteX3" fmla="*/ 55244 w 95250"/>
                  <a:gd name="connsiteY3" fmla="*/ 110490 h 114300"/>
                  <a:gd name="connsiteX4" fmla="*/ 69532 w 95250"/>
                  <a:gd name="connsiteY4" fmla="*/ 98107 h 114300"/>
                  <a:gd name="connsiteX5" fmla="*/ 89535 w 95250"/>
                  <a:gd name="connsiteY5" fmla="*/ 69532 h 114300"/>
                  <a:gd name="connsiteX6" fmla="*/ 86677 w 95250"/>
                  <a:gd name="connsiteY6" fmla="*/ 30480 h 114300"/>
                  <a:gd name="connsiteX7" fmla="*/ 49530 w 95250"/>
                  <a:gd name="connsiteY7" fmla="*/ 27622 h 114300"/>
                  <a:gd name="connsiteX8" fmla="*/ 0 w 95250"/>
                  <a:gd name="connsiteY8"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0" h="114300">
                    <a:moveTo>
                      <a:pt x="0" y="0"/>
                    </a:moveTo>
                    <a:cubicBezTo>
                      <a:pt x="0" y="16192"/>
                      <a:pt x="5715" y="40005"/>
                      <a:pt x="15240" y="30480"/>
                    </a:cubicBezTo>
                    <a:cubicBezTo>
                      <a:pt x="26669" y="19050"/>
                      <a:pt x="45719" y="33338"/>
                      <a:pt x="33338" y="51435"/>
                    </a:cubicBezTo>
                    <a:cubicBezTo>
                      <a:pt x="21907" y="69532"/>
                      <a:pt x="51435" y="88582"/>
                      <a:pt x="55244" y="110490"/>
                    </a:cubicBezTo>
                    <a:cubicBezTo>
                      <a:pt x="59055" y="133350"/>
                      <a:pt x="72390" y="114300"/>
                      <a:pt x="69532" y="98107"/>
                    </a:cubicBezTo>
                    <a:cubicBezTo>
                      <a:pt x="66675" y="80963"/>
                      <a:pt x="72390" y="82867"/>
                      <a:pt x="89535" y="69532"/>
                    </a:cubicBezTo>
                    <a:cubicBezTo>
                      <a:pt x="101917" y="60007"/>
                      <a:pt x="95250" y="46672"/>
                      <a:pt x="86677" y="30480"/>
                    </a:cubicBezTo>
                    <a:cubicBezTo>
                      <a:pt x="73342" y="30480"/>
                      <a:pt x="60007" y="30480"/>
                      <a:pt x="49530" y="27622"/>
                    </a:cubicBezTo>
                    <a:cubicBezTo>
                      <a:pt x="29527" y="23813"/>
                      <a:pt x="13335" y="13335"/>
                      <a:pt x="0" y="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94" name="Freeform: Shape 322">
                <a:extLst>
                  <a:ext uri="{FF2B5EF4-FFF2-40B4-BE49-F238E27FC236}">
                    <a16:creationId xmlns:a16="http://schemas.microsoft.com/office/drawing/2014/main" id="{7BE975E9-78E1-C135-4335-C2016774B107}"/>
                  </a:ext>
                </a:extLst>
              </p:cNvPr>
              <p:cNvSpPr/>
              <p:nvPr/>
            </p:nvSpPr>
            <p:spPr>
              <a:xfrm>
                <a:off x="8625423" y="4078753"/>
                <a:ext cx="14634" cy="14634"/>
              </a:xfrm>
              <a:custGeom>
                <a:avLst/>
                <a:gdLst>
                  <a:gd name="connsiteX0" fmla="*/ 370 w 28575"/>
                  <a:gd name="connsiteY0" fmla="*/ 26609 h 28575"/>
                  <a:gd name="connsiteX1" fmla="*/ 32755 w 28575"/>
                  <a:gd name="connsiteY1" fmla="*/ 3749 h 28575"/>
                  <a:gd name="connsiteX2" fmla="*/ 370 w 28575"/>
                  <a:gd name="connsiteY2" fmla="*/ 26609 h 28575"/>
                </a:gdLst>
                <a:ahLst/>
                <a:cxnLst>
                  <a:cxn ang="0">
                    <a:pos x="connsiteX0" y="connsiteY0"/>
                  </a:cxn>
                  <a:cxn ang="0">
                    <a:pos x="connsiteX1" y="connsiteY1"/>
                  </a:cxn>
                  <a:cxn ang="0">
                    <a:pos x="connsiteX2" y="connsiteY2"/>
                  </a:cxn>
                </a:cxnLst>
                <a:rect l="l" t="t" r="r" b="b"/>
                <a:pathLst>
                  <a:path w="28575" h="28575">
                    <a:moveTo>
                      <a:pt x="370" y="26609"/>
                    </a:moveTo>
                    <a:cubicBezTo>
                      <a:pt x="5132" y="40897"/>
                      <a:pt x="43232" y="18037"/>
                      <a:pt x="32755" y="3749"/>
                    </a:cubicBezTo>
                    <a:cubicBezTo>
                      <a:pt x="23230" y="-9585"/>
                      <a:pt x="-3440" y="16132"/>
                      <a:pt x="370" y="26609"/>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695" name="Freeform: Shape 323">
                <a:extLst>
                  <a:ext uri="{FF2B5EF4-FFF2-40B4-BE49-F238E27FC236}">
                    <a16:creationId xmlns:a16="http://schemas.microsoft.com/office/drawing/2014/main" id="{ACD417A7-D19F-07D0-3353-0D62A19ED3AA}"/>
                  </a:ext>
                </a:extLst>
              </p:cNvPr>
              <p:cNvSpPr/>
              <p:nvPr/>
            </p:nvSpPr>
            <p:spPr>
              <a:xfrm>
                <a:off x="8477540" y="4049709"/>
                <a:ext cx="48782" cy="68295"/>
              </a:xfrm>
              <a:custGeom>
                <a:avLst/>
                <a:gdLst>
                  <a:gd name="connsiteX0" fmla="*/ 56708 w 95250"/>
                  <a:gd name="connsiteY0" fmla="*/ 55696 h 133350"/>
                  <a:gd name="connsiteX1" fmla="*/ 510 w 95250"/>
                  <a:gd name="connsiteY1" fmla="*/ 134754 h 133350"/>
                  <a:gd name="connsiteX2" fmla="*/ 80520 w 95250"/>
                  <a:gd name="connsiteY2" fmla="*/ 54744 h 133350"/>
                  <a:gd name="connsiteX3" fmla="*/ 91951 w 95250"/>
                  <a:gd name="connsiteY3" fmla="*/ 4261 h 133350"/>
                  <a:gd name="connsiteX4" fmla="*/ 56708 w 95250"/>
                  <a:gd name="connsiteY4" fmla="*/ 55696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33350">
                    <a:moveTo>
                      <a:pt x="56708" y="55696"/>
                    </a:moveTo>
                    <a:cubicBezTo>
                      <a:pt x="38610" y="81414"/>
                      <a:pt x="-5205" y="123324"/>
                      <a:pt x="510" y="134754"/>
                    </a:cubicBezTo>
                    <a:cubicBezTo>
                      <a:pt x="8130" y="149994"/>
                      <a:pt x="56708" y="72841"/>
                      <a:pt x="80520" y="54744"/>
                    </a:cubicBezTo>
                    <a:cubicBezTo>
                      <a:pt x="104333" y="36646"/>
                      <a:pt x="100523" y="20453"/>
                      <a:pt x="91951" y="4261"/>
                    </a:cubicBezTo>
                    <a:cubicBezTo>
                      <a:pt x="84330" y="-13836"/>
                      <a:pt x="74805" y="29978"/>
                      <a:pt x="56708" y="55696"/>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96" name="Freeform: Shape 324">
                <a:extLst>
                  <a:ext uri="{FF2B5EF4-FFF2-40B4-BE49-F238E27FC236}">
                    <a16:creationId xmlns:a16="http://schemas.microsoft.com/office/drawing/2014/main" id="{6F112544-8923-FA7E-7F9A-29A7B5806BD8}"/>
                  </a:ext>
                </a:extLst>
              </p:cNvPr>
              <p:cNvSpPr/>
              <p:nvPr/>
            </p:nvSpPr>
            <p:spPr>
              <a:xfrm>
                <a:off x="8535185" y="3864857"/>
                <a:ext cx="63417" cy="121956"/>
              </a:xfrm>
              <a:custGeom>
                <a:avLst/>
                <a:gdLst>
                  <a:gd name="connsiteX0" fmla="*/ 108936 w 123825"/>
                  <a:gd name="connsiteY0" fmla="*/ 240420 h 238125"/>
                  <a:gd name="connsiteX1" fmla="*/ 130843 w 123825"/>
                  <a:gd name="connsiteY1" fmla="*/ 244231 h 238125"/>
                  <a:gd name="connsiteX2" fmla="*/ 120366 w 123825"/>
                  <a:gd name="connsiteY2" fmla="*/ 208988 h 238125"/>
                  <a:gd name="connsiteX3" fmla="*/ 97506 w 123825"/>
                  <a:gd name="connsiteY3" fmla="*/ 214703 h 238125"/>
                  <a:gd name="connsiteX4" fmla="*/ 75599 w 123825"/>
                  <a:gd name="connsiteY4" fmla="*/ 170888 h 238125"/>
                  <a:gd name="connsiteX5" fmla="*/ 106078 w 123825"/>
                  <a:gd name="connsiteY5" fmla="*/ 103260 h 238125"/>
                  <a:gd name="connsiteX6" fmla="*/ 103222 w 123825"/>
                  <a:gd name="connsiteY6" fmla="*/ 26108 h 238125"/>
                  <a:gd name="connsiteX7" fmla="*/ 95601 w 123825"/>
                  <a:gd name="connsiteY7" fmla="*/ 8963 h 238125"/>
                  <a:gd name="connsiteX8" fmla="*/ 31784 w 123825"/>
                  <a:gd name="connsiteY8" fmla="*/ 3248 h 238125"/>
                  <a:gd name="connsiteX9" fmla="*/ 22259 w 123825"/>
                  <a:gd name="connsiteY9" fmla="*/ 114690 h 238125"/>
                  <a:gd name="connsiteX10" fmla="*/ 1303 w 123825"/>
                  <a:gd name="connsiteY10" fmla="*/ 108975 h 238125"/>
                  <a:gd name="connsiteX11" fmla="*/ 12734 w 123825"/>
                  <a:gd name="connsiteY11" fmla="*/ 173745 h 238125"/>
                  <a:gd name="connsiteX12" fmla="*/ 24164 w 123825"/>
                  <a:gd name="connsiteY12" fmla="*/ 210893 h 238125"/>
                  <a:gd name="connsiteX13" fmla="*/ 68931 w 123825"/>
                  <a:gd name="connsiteY13" fmla="*/ 226133 h 238125"/>
                  <a:gd name="connsiteX14" fmla="*/ 108936 w 123825"/>
                  <a:gd name="connsiteY14" fmla="*/ 24042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3825" h="238125">
                    <a:moveTo>
                      <a:pt x="108936" y="240420"/>
                    </a:moveTo>
                    <a:cubicBezTo>
                      <a:pt x="115603" y="239468"/>
                      <a:pt x="123224" y="241373"/>
                      <a:pt x="130843" y="244231"/>
                    </a:cubicBezTo>
                    <a:cubicBezTo>
                      <a:pt x="126081" y="232800"/>
                      <a:pt x="123224" y="221370"/>
                      <a:pt x="120366" y="208988"/>
                    </a:cubicBezTo>
                    <a:cubicBezTo>
                      <a:pt x="112747" y="208988"/>
                      <a:pt x="104174" y="210893"/>
                      <a:pt x="97506" y="214703"/>
                    </a:cubicBezTo>
                    <a:cubicBezTo>
                      <a:pt x="75599" y="228990"/>
                      <a:pt x="90839" y="188985"/>
                      <a:pt x="75599" y="170888"/>
                    </a:cubicBezTo>
                    <a:cubicBezTo>
                      <a:pt x="60359" y="152790"/>
                      <a:pt x="87028" y="126120"/>
                      <a:pt x="106078" y="103260"/>
                    </a:cubicBezTo>
                    <a:cubicBezTo>
                      <a:pt x="124176" y="80400"/>
                      <a:pt x="100364" y="42300"/>
                      <a:pt x="103222" y="26108"/>
                    </a:cubicBezTo>
                    <a:cubicBezTo>
                      <a:pt x="106078" y="8963"/>
                      <a:pt x="104174" y="3248"/>
                      <a:pt x="95601" y="8963"/>
                    </a:cubicBezTo>
                    <a:cubicBezTo>
                      <a:pt x="86076" y="14678"/>
                      <a:pt x="48928" y="-8182"/>
                      <a:pt x="31784" y="3248"/>
                    </a:cubicBezTo>
                    <a:cubicBezTo>
                      <a:pt x="14639" y="14678"/>
                      <a:pt x="30831" y="108023"/>
                      <a:pt x="22259" y="114690"/>
                    </a:cubicBezTo>
                    <a:cubicBezTo>
                      <a:pt x="14639" y="121358"/>
                      <a:pt x="4161" y="99450"/>
                      <a:pt x="1303" y="108975"/>
                    </a:cubicBezTo>
                    <a:cubicBezTo>
                      <a:pt x="-2507" y="121358"/>
                      <a:pt x="2256" y="173745"/>
                      <a:pt x="12734" y="173745"/>
                    </a:cubicBezTo>
                    <a:cubicBezTo>
                      <a:pt x="23211" y="173745"/>
                      <a:pt x="30831" y="188033"/>
                      <a:pt x="24164" y="210893"/>
                    </a:cubicBezTo>
                    <a:cubicBezTo>
                      <a:pt x="17497" y="233753"/>
                      <a:pt x="44166" y="236610"/>
                      <a:pt x="68931" y="226133"/>
                    </a:cubicBezTo>
                    <a:cubicBezTo>
                      <a:pt x="93697" y="215656"/>
                      <a:pt x="84172" y="244231"/>
                      <a:pt x="108936" y="24042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97" name="Freeform: Shape 325">
                <a:extLst>
                  <a:ext uri="{FF2B5EF4-FFF2-40B4-BE49-F238E27FC236}">
                    <a16:creationId xmlns:a16="http://schemas.microsoft.com/office/drawing/2014/main" id="{7AB0FD1C-A095-7FB6-6457-EBA07D85EB89}"/>
                  </a:ext>
                </a:extLst>
              </p:cNvPr>
              <p:cNvSpPr/>
              <p:nvPr/>
            </p:nvSpPr>
            <p:spPr>
              <a:xfrm>
                <a:off x="8580823" y="4083502"/>
                <a:ext cx="102443" cy="107321"/>
              </a:xfrm>
              <a:custGeom>
                <a:avLst/>
                <a:gdLst>
                  <a:gd name="connsiteX0" fmla="*/ 163656 w 200025"/>
                  <a:gd name="connsiteY0" fmla="*/ 19243 h 209550"/>
                  <a:gd name="connsiteX1" fmla="*/ 138891 w 200025"/>
                  <a:gd name="connsiteY1" fmla="*/ 44960 h 209550"/>
                  <a:gd name="connsiteX2" fmla="*/ 113173 w 200025"/>
                  <a:gd name="connsiteY2" fmla="*/ 65915 h 209550"/>
                  <a:gd name="connsiteX3" fmla="*/ 74121 w 200025"/>
                  <a:gd name="connsiteY3" fmla="*/ 56390 h 209550"/>
                  <a:gd name="connsiteX4" fmla="*/ 22685 w 200025"/>
                  <a:gd name="connsiteY4" fmla="*/ 88775 h 209550"/>
                  <a:gd name="connsiteX5" fmla="*/ 5541 w 200025"/>
                  <a:gd name="connsiteY5" fmla="*/ 138305 h 209550"/>
                  <a:gd name="connsiteX6" fmla="*/ 44593 w 200025"/>
                  <a:gd name="connsiteY6" fmla="*/ 115445 h 209550"/>
                  <a:gd name="connsiteX7" fmla="*/ 76979 w 200025"/>
                  <a:gd name="connsiteY7" fmla="*/ 103062 h 209550"/>
                  <a:gd name="connsiteX8" fmla="*/ 113173 w 200025"/>
                  <a:gd name="connsiteY8" fmla="*/ 184977 h 209550"/>
                  <a:gd name="connsiteX9" fmla="*/ 158893 w 200025"/>
                  <a:gd name="connsiteY9" fmla="*/ 210695 h 209550"/>
                  <a:gd name="connsiteX10" fmla="*/ 157941 w 200025"/>
                  <a:gd name="connsiteY10" fmla="*/ 149735 h 209550"/>
                  <a:gd name="connsiteX11" fmla="*/ 204614 w 200025"/>
                  <a:gd name="connsiteY11" fmla="*/ 128780 h 209550"/>
                  <a:gd name="connsiteX12" fmla="*/ 194135 w 200025"/>
                  <a:gd name="connsiteY12" fmla="*/ 23052 h 209550"/>
                  <a:gd name="connsiteX13" fmla="*/ 163656 w 200025"/>
                  <a:gd name="connsiteY13" fmla="*/ 19243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025" h="209550">
                    <a:moveTo>
                      <a:pt x="163656" y="19243"/>
                    </a:moveTo>
                    <a:cubicBezTo>
                      <a:pt x="175085" y="40197"/>
                      <a:pt x="141748" y="23052"/>
                      <a:pt x="138891" y="44960"/>
                    </a:cubicBezTo>
                    <a:cubicBezTo>
                      <a:pt x="136033" y="65915"/>
                      <a:pt x="111268" y="48770"/>
                      <a:pt x="113173" y="65915"/>
                    </a:cubicBezTo>
                    <a:cubicBezTo>
                      <a:pt x="114126" y="83060"/>
                      <a:pt x="87456" y="65915"/>
                      <a:pt x="74121" y="56390"/>
                    </a:cubicBezTo>
                    <a:cubicBezTo>
                      <a:pt x="60785" y="46865"/>
                      <a:pt x="42689" y="83060"/>
                      <a:pt x="22685" y="88775"/>
                    </a:cubicBezTo>
                    <a:cubicBezTo>
                      <a:pt x="2683" y="94490"/>
                      <a:pt x="-6842" y="139257"/>
                      <a:pt x="5541" y="138305"/>
                    </a:cubicBezTo>
                    <a:cubicBezTo>
                      <a:pt x="20781" y="137352"/>
                      <a:pt x="29354" y="114493"/>
                      <a:pt x="44593" y="115445"/>
                    </a:cubicBezTo>
                    <a:cubicBezTo>
                      <a:pt x="59833" y="116397"/>
                      <a:pt x="55071" y="98300"/>
                      <a:pt x="76979" y="103062"/>
                    </a:cubicBezTo>
                    <a:cubicBezTo>
                      <a:pt x="98885" y="106872"/>
                      <a:pt x="83646" y="179262"/>
                      <a:pt x="113173" y="184977"/>
                    </a:cubicBezTo>
                    <a:cubicBezTo>
                      <a:pt x="143654" y="190693"/>
                      <a:pt x="144606" y="210695"/>
                      <a:pt x="158893" y="210695"/>
                    </a:cubicBezTo>
                    <a:cubicBezTo>
                      <a:pt x="173181" y="210695"/>
                      <a:pt x="156035" y="165927"/>
                      <a:pt x="157941" y="149735"/>
                    </a:cubicBezTo>
                    <a:cubicBezTo>
                      <a:pt x="158893" y="134495"/>
                      <a:pt x="189373" y="148782"/>
                      <a:pt x="204614" y="128780"/>
                    </a:cubicBezTo>
                    <a:cubicBezTo>
                      <a:pt x="219854" y="108777"/>
                      <a:pt x="194135" y="56390"/>
                      <a:pt x="194135" y="23052"/>
                    </a:cubicBezTo>
                    <a:cubicBezTo>
                      <a:pt x="195089" y="-12190"/>
                      <a:pt x="152226" y="-1713"/>
                      <a:pt x="163656" y="1924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98" name="Freeform: Shape 326">
                <a:extLst>
                  <a:ext uri="{FF2B5EF4-FFF2-40B4-BE49-F238E27FC236}">
                    <a16:creationId xmlns:a16="http://schemas.microsoft.com/office/drawing/2014/main" id="{D9662C6A-7769-DD2D-23C4-917E9FCFCEEF}"/>
                  </a:ext>
                </a:extLst>
              </p:cNvPr>
              <p:cNvSpPr/>
              <p:nvPr/>
            </p:nvSpPr>
            <p:spPr>
              <a:xfrm>
                <a:off x="8578169" y="4031219"/>
                <a:ext cx="48782" cy="68295"/>
              </a:xfrm>
              <a:custGeom>
                <a:avLst/>
                <a:gdLst>
                  <a:gd name="connsiteX0" fmla="*/ 14531 w 95250"/>
                  <a:gd name="connsiteY0" fmla="*/ 65129 h 133350"/>
                  <a:gd name="connsiteX1" fmla="*/ 38343 w 95250"/>
                  <a:gd name="connsiteY1" fmla="*/ 50842 h 133350"/>
                  <a:gd name="connsiteX2" fmla="*/ 42152 w 95250"/>
                  <a:gd name="connsiteY2" fmla="*/ 88942 h 133350"/>
                  <a:gd name="connsiteX3" fmla="*/ 48820 w 95250"/>
                  <a:gd name="connsiteY3" fmla="*/ 141329 h 133350"/>
                  <a:gd name="connsiteX4" fmla="*/ 95493 w 95250"/>
                  <a:gd name="connsiteY4" fmla="*/ 65129 h 133350"/>
                  <a:gd name="connsiteX5" fmla="*/ 78348 w 95250"/>
                  <a:gd name="connsiteY5" fmla="*/ 56557 h 133350"/>
                  <a:gd name="connsiteX6" fmla="*/ 11673 w 95250"/>
                  <a:gd name="connsiteY6" fmla="*/ 360 h 133350"/>
                  <a:gd name="connsiteX7" fmla="*/ 14531 w 95250"/>
                  <a:gd name="connsiteY7" fmla="*/ 65129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133350">
                    <a:moveTo>
                      <a:pt x="14531" y="65129"/>
                    </a:moveTo>
                    <a:cubicBezTo>
                      <a:pt x="21198" y="64177"/>
                      <a:pt x="36437" y="65129"/>
                      <a:pt x="38343" y="50842"/>
                    </a:cubicBezTo>
                    <a:cubicBezTo>
                      <a:pt x="39295" y="36554"/>
                      <a:pt x="53583" y="76560"/>
                      <a:pt x="42152" y="88942"/>
                    </a:cubicBezTo>
                    <a:cubicBezTo>
                      <a:pt x="30723" y="101324"/>
                      <a:pt x="30723" y="136567"/>
                      <a:pt x="48820" y="141329"/>
                    </a:cubicBezTo>
                    <a:cubicBezTo>
                      <a:pt x="66918" y="145140"/>
                      <a:pt x="101208" y="77512"/>
                      <a:pt x="95493" y="65129"/>
                    </a:cubicBezTo>
                    <a:cubicBezTo>
                      <a:pt x="90731" y="52747"/>
                      <a:pt x="74537" y="73702"/>
                      <a:pt x="78348" y="56557"/>
                    </a:cubicBezTo>
                    <a:cubicBezTo>
                      <a:pt x="82158" y="39412"/>
                      <a:pt x="31675" y="-4403"/>
                      <a:pt x="11673" y="360"/>
                    </a:cubicBezTo>
                    <a:cubicBezTo>
                      <a:pt x="-7377" y="4169"/>
                      <a:pt x="-710" y="67987"/>
                      <a:pt x="14531" y="6512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699" name="Freeform: Shape 327">
                <a:extLst>
                  <a:ext uri="{FF2B5EF4-FFF2-40B4-BE49-F238E27FC236}">
                    <a16:creationId xmlns:a16="http://schemas.microsoft.com/office/drawing/2014/main" id="{316DB22C-6794-FDC4-99AF-40CD4EB612B1}"/>
                  </a:ext>
                </a:extLst>
              </p:cNvPr>
              <p:cNvSpPr/>
              <p:nvPr/>
            </p:nvSpPr>
            <p:spPr>
              <a:xfrm>
                <a:off x="9016358" y="4393367"/>
                <a:ext cx="278058" cy="195129"/>
              </a:xfrm>
              <a:custGeom>
                <a:avLst/>
                <a:gdLst>
                  <a:gd name="connsiteX0" fmla="*/ 401956 w 542925"/>
                  <a:gd name="connsiteY0" fmla="*/ 355282 h 381000"/>
                  <a:gd name="connsiteX1" fmla="*/ 370523 w 542925"/>
                  <a:gd name="connsiteY1" fmla="*/ 322897 h 381000"/>
                  <a:gd name="connsiteX2" fmla="*/ 325756 w 542925"/>
                  <a:gd name="connsiteY2" fmla="*/ 300038 h 381000"/>
                  <a:gd name="connsiteX3" fmla="*/ 294323 w 542925"/>
                  <a:gd name="connsiteY3" fmla="*/ 236220 h 381000"/>
                  <a:gd name="connsiteX4" fmla="*/ 283845 w 542925"/>
                  <a:gd name="connsiteY4" fmla="*/ 197167 h 381000"/>
                  <a:gd name="connsiteX5" fmla="*/ 293370 w 542925"/>
                  <a:gd name="connsiteY5" fmla="*/ 165735 h 381000"/>
                  <a:gd name="connsiteX6" fmla="*/ 205740 w 542925"/>
                  <a:gd name="connsiteY6" fmla="*/ 113347 h 381000"/>
                  <a:gd name="connsiteX7" fmla="*/ 32385 w 542925"/>
                  <a:gd name="connsiteY7" fmla="*/ 10477 h 381000"/>
                  <a:gd name="connsiteX8" fmla="*/ 0 w 542925"/>
                  <a:gd name="connsiteY8" fmla="*/ 0 h 381000"/>
                  <a:gd name="connsiteX9" fmla="*/ 0 w 542925"/>
                  <a:gd name="connsiteY9" fmla="*/ 300990 h 381000"/>
                  <a:gd name="connsiteX10" fmla="*/ 46673 w 542925"/>
                  <a:gd name="connsiteY10" fmla="*/ 318135 h 381000"/>
                  <a:gd name="connsiteX11" fmla="*/ 100013 w 542925"/>
                  <a:gd name="connsiteY11" fmla="*/ 285750 h 381000"/>
                  <a:gd name="connsiteX12" fmla="*/ 125731 w 542925"/>
                  <a:gd name="connsiteY12" fmla="*/ 250507 h 381000"/>
                  <a:gd name="connsiteX13" fmla="*/ 218123 w 542925"/>
                  <a:gd name="connsiteY13" fmla="*/ 273367 h 381000"/>
                  <a:gd name="connsiteX14" fmla="*/ 315277 w 542925"/>
                  <a:gd name="connsiteY14" fmla="*/ 366713 h 381000"/>
                  <a:gd name="connsiteX15" fmla="*/ 407670 w 542925"/>
                  <a:gd name="connsiteY15" fmla="*/ 384810 h 381000"/>
                  <a:gd name="connsiteX16" fmla="*/ 401956 w 542925"/>
                  <a:gd name="connsiteY16" fmla="*/ 355282 h 381000"/>
                  <a:gd name="connsiteX17" fmla="*/ 476250 w 542925"/>
                  <a:gd name="connsiteY17" fmla="*/ 103822 h 381000"/>
                  <a:gd name="connsiteX18" fmla="*/ 422910 w 542925"/>
                  <a:gd name="connsiteY18" fmla="*/ 138113 h 381000"/>
                  <a:gd name="connsiteX19" fmla="*/ 328613 w 542925"/>
                  <a:gd name="connsiteY19" fmla="*/ 141922 h 381000"/>
                  <a:gd name="connsiteX20" fmla="*/ 400050 w 542925"/>
                  <a:gd name="connsiteY20" fmla="*/ 177165 h 381000"/>
                  <a:gd name="connsiteX21" fmla="*/ 491490 w 542925"/>
                  <a:gd name="connsiteY21" fmla="*/ 127635 h 381000"/>
                  <a:gd name="connsiteX22" fmla="*/ 504825 w 542925"/>
                  <a:gd name="connsiteY22" fmla="*/ 85725 h 381000"/>
                  <a:gd name="connsiteX23" fmla="*/ 476250 w 542925"/>
                  <a:gd name="connsiteY23" fmla="*/ 103822 h 381000"/>
                  <a:gd name="connsiteX24" fmla="*/ 521018 w 542925"/>
                  <a:gd name="connsiteY24" fmla="*/ 50482 h 381000"/>
                  <a:gd name="connsiteX25" fmla="*/ 507683 w 542925"/>
                  <a:gd name="connsiteY25" fmla="*/ 53340 h 381000"/>
                  <a:gd name="connsiteX26" fmla="*/ 535306 w 542925"/>
                  <a:gd name="connsiteY26" fmla="*/ 98107 h 381000"/>
                  <a:gd name="connsiteX27" fmla="*/ 521018 w 542925"/>
                  <a:gd name="connsiteY27" fmla="*/ 50482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2925" h="381000">
                    <a:moveTo>
                      <a:pt x="401956" y="355282"/>
                    </a:moveTo>
                    <a:cubicBezTo>
                      <a:pt x="392431" y="351472"/>
                      <a:pt x="369570" y="334327"/>
                      <a:pt x="370523" y="322897"/>
                    </a:cubicBezTo>
                    <a:cubicBezTo>
                      <a:pt x="371475" y="311467"/>
                      <a:pt x="344806" y="313372"/>
                      <a:pt x="325756" y="300038"/>
                    </a:cubicBezTo>
                    <a:cubicBezTo>
                      <a:pt x="307658" y="287655"/>
                      <a:pt x="314325" y="246697"/>
                      <a:pt x="294323" y="236220"/>
                    </a:cubicBezTo>
                    <a:cubicBezTo>
                      <a:pt x="274320" y="226695"/>
                      <a:pt x="260033" y="195263"/>
                      <a:pt x="283845" y="197167"/>
                    </a:cubicBezTo>
                    <a:cubicBezTo>
                      <a:pt x="307658" y="199072"/>
                      <a:pt x="311468" y="184785"/>
                      <a:pt x="293370" y="165735"/>
                    </a:cubicBezTo>
                    <a:cubicBezTo>
                      <a:pt x="275273" y="147638"/>
                      <a:pt x="208598" y="140017"/>
                      <a:pt x="205740" y="113347"/>
                    </a:cubicBezTo>
                    <a:cubicBezTo>
                      <a:pt x="202883" y="86677"/>
                      <a:pt x="83820" y="22860"/>
                      <a:pt x="32385" y="10477"/>
                    </a:cubicBezTo>
                    <a:cubicBezTo>
                      <a:pt x="22860" y="8572"/>
                      <a:pt x="11431" y="4763"/>
                      <a:pt x="0" y="0"/>
                    </a:cubicBezTo>
                    <a:lnTo>
                      <a:pt x="0" y="300990"/>
                    </a:lnTo>
                    <a:cubicBezTo>
                      <a:pt x="12383" y="309563"/>
                      <a:pt x="27623" y="317182"/>
                      <a:pt x="46673" y="318135"/>
                    </a:cubicBezTo>
                    <a:cubicBezTo>
                      <a:pt x="103823" y="320992"/>
                      <a:pt x="89535" y="285750"/>
                      <a:pt x="100013" y="285750"/>
                    </a:cubicBezTo>
                    <a:cubicBezTo>
                      <a:pt x="110490" y="285750"/>
                      <a:pt x="114300" y="265747"/>
                      <a:pt x="125731" y="250507"/>
                    </a:cubicBezTo>
                    <a:cubicBezTo>
                      <a:pt x="137160" y="235267"/>
                      <a:pt x="188595" y="247650"/>
                      <a:pt x="218123" y="273367"/>
                    </a:cubicBezTo>
                    <a:cubicBezTo>
                      <a:pt x="248602" y="299085"/>
                      <a:pt x="283845" y="373380"/>
                      <a:pt x="315277" y="366713"/>
                    </a:cubicBezTo>
                    <a:cubicBezTo>
                      <a:pt x="346710" y="360045"/>
                      <a:pt x="379095" y="386715"/>
                      <a:pt x="407670" y="384810"/>
                    </a:cubicBezTo>
                    <a:cubicBezTo>
                      <a:pt x="437198" y="382905"/>
                      <a:pt x="411481" y="359092"/>
                      <a:pt x="401956" y="355282"/>
                    </a:cubicBezTo>
                    <a:close/>
                    <a:moveTo>
                      <a:pt x="476250" y="103822"/>
                    </a:moveTo>
                    <a:cubicBezTo>
                      <a:pt x="476250" y="116205"/>
                      <a:pt x="455295" y="123825"/>
                      <a:pt x="422910" y="138113"/>
                    </a:cubicBezTo>
                    <a:cubicBezTo>
                      <a:pt x="390525" y="152400"/>
                      <a:pt x="330518" y="121920"/>
                      <a:pt x="328613" y="141922"/>
                    </a:cubicBezTo>
                    <a:cubicBezTo>
                      <a:pt x="327660" y="154305"/>
                      <a:pt x="364808" y="177165"/>
                      <a:pt x="400050" y="177165"/>
                    </a:cubicBezTo>
                    <a:cubicBezTo>
                      <a:pt x="435293" y="177165"/>
                      <a:pt x="491490" y="139065"/>
                      <a:pt x="491490" y="127635"/>
                    </a:cubicBezTo>
                    <a:cubicBezTo>
                      <a:pt x="491490" y="116205"/>
                      <a:pt x="513398" y="96202"/>
                      <a:pt x="504825" y="85725"/>
                    </a:cubicBezTo>
                    <a:cubicBezTo>
                      <a:pt x="496252" y="74295"/>
                      <a:pt x="476250" y="91440"/>
                      <a:pt x="476250" y="103822"/>
                    </a:cubicBezTo>
                    <a:close/>
                    <a:moveTo>
                      <a:pt x="521018" y="50482"/>
                    </a:moveTo>
                    <a:cubicBezTo>
                      <a:pt x="500063" y="36195"/>
                      <a:pt x="481965" y="26670"/>
                      <a:pt x="507683" y="53340"/>
                    </a:cubicBezTo>
                    <a:cubicBezTo>
                      <a:pt x="533400" y="80010"/>
                      <a:pt x="520065" y="102870"/>
                      <a:pt x="535306" y="98107"/>
                    </a:cubicBezTo>
                    <a:cubicBezTo>
                      <a:pt x="560070" y="91440"/>
                      <a:pt x="541973" y="64770"/>
                      <a:pt x="521018" y="50482"/>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00" name="Freeform: Shape 328">
                <a:extLst>
                  <a:ext uri="{FF2B5EF4-FFF2-40B4-BE49-F238E27FC236}">
                    <a16:creationId xmlns:a16="http://schemas.microsoft.com/office/drawing/2014/main" id="{7E3A7D1B-5477-6D43-9A17-D44A11719BD2}"/>
                  </a:ext>
                </a:extLst>
              </p:cNvPr>
              <p:cNvSpPr/>
              <p:nvPr/>
            </p:nvSpPr>
            <p:spPr>
              <a:xfrm>
                <a:off x="7650025" y="4085547"/>
                <a:ext cx="43904" cy="87809"/>
              </a:xfrm>
              <a:custGeom>
                <a:avLst/>
                <a:gdLst>
                  <a:gd name="connsiteX0" fmla="*/ 2749 w 85725"/>
                  <a:gd name="connsiteY0" fmla="*/ 136217 h 171450"/>
                  <a:gd name="connsiteX1" fmla="*/ 12274 w 85725"/>
                  <a:gd name="connsiteY1" fmla="*/ 140979 h 171450"/>
                  <a:gd name="connsiteX2" fmla="*/ 52278 w 85725"/>
                  <a:gd name="connsiteY2" fmla="*/ 178127 h 171450"/>
                  <a:gd name="connsiteX3" fmla="*/ 91331 w 85725"/>
                  <a:gd name="connsiteY3" fmla="*/ 111452 h 171450"/>
                  <a:gd name="connsiteX4" fmla="*/ 19893 w 85725"/>
                  <a:gd name="connsiteY4" fmla="*/ 9 h 171450"/>
                  <a:gd name="connsiteX5" fmla="*/ 4653 w 85725"/>
                  <a:gd name="connsiteY5" fmla="*/ 44777 h 171450"/>
                  <a:gd name="connsiteX6" fmla="*/ 1795 w 85725"/>
                  <a:gd name="connsiteY6" fmla="*/ 108594 h 171450"/>
                  <a:gd name="connsiteX7" fmla="*/ 2749 w 85725"/>
                  <a:gd name="connsiteY7" fmla="*/ 136217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71450">
                    <a:moveTo>
                      <a:pt x="2749" y="136217"/>
                    </a:moveTo>
                    <a:cubicBezTo>
                      <a:pt x="6558" y="137169"/>
                      <a:pt x="9416" y="139075"/>
                      <a:pt x="12274" y="140979"/>
                    </a:cubicBezTo>
                    <a:cubicBezTo>
                      <a:pt x="28466" y="151457"/>
                      <a:pt x="40849" y="164792"/>
                      <a:pt x="52278" y="178127"/>
                    </a:cubicBezTo>
                    <a:cubicBezTo>
                      <a:pt x="72281" y="166697"/>
                      <a:pt x="90378" y="138122"/>
                      <a:pt x="91331" y="111452"/>
                    </a:cubicBezTo>
                    <a:cubicBezTo>
                      <a:pt x="92283" y="72400"/>
                      <a:pt x="29418" y="-943"/>
                      <a:pt x="19893" y="9"/>
                    </a:cubicBezTo>
                    <a:cubicBezTo>
                      <a:pt x="8464" y="962"/>
                      <a:pt x="10368" y="26679"/>
                      <a:pt x="4653" y="44777"/>
                    </a:cubicBezTo>
                    <a:cubicBezTo>
                      <a:pt x="-2014" y="62875"/>
                      <a:pt x="-109" y="80972"/>
                      <a:pt x="1795" y="108594"/>
                    </a:cubicBezTo>
                    <a:cubicBezTo>
                      <a:pt x="1795" y="119072"/>
                      <a:pt x="1795" y="127644"/>
                      <a:pt x="2749" y="136217"/>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01" name="Freeform: Shape 329">
                <a:extLst>
                  <a:ext uri="{FF2B5EF4-FFF2-40B4-BE49-F238E27FC236}">
                    <a16:creationId xmlns:a16="http://schemas.microsoft.com/office/drawing/2014/main" id="{F451EF3B-98C1-A25D-AD1F-84C066A0E6C9}"/>
                  </a:ext>
                </a:extLst>
              </p:cNvPr>
              <p:cNvSpPr/>
              <p:nvPr/>
            </p:nvSpPr>
            <p:spPr>
              <a:xfrm>
                <a:off x="6800183" y="3847495"/>
                <a:ext cx="239032" cy="156103"/>
              </a:xfrm>
              <a:custGeom>
                <a:avLst/>
                <a:gdLst>
                  <a:gd name="connsiteX0" fmla="*/ 373380 w 466725"/>
                  <a:gd name="connsiteY0" fmla="*/ 12382 h 304800"/>
                  <a:gd name="connsiteX1" fmla="*/ 285750 w 466725"/>
                  <a:gd name="connsiteY1" fmla="*/ 18097 h 304800"/>
                  <a:gd name="connsiteX2" fmla="*/ 217170 w 466725"/>
                  <a:gd name="connsiteY2" fmla="*/ 81915 h 304800"/>
                  <a:gd name="connsiteX3" fmla="*/ 186690 w 466725"/>
                  <a:gd name="connsiteY3" fmla="*/ 94297 h 304800"/>
                  <a:gd name="connsiteX4" fmla="*/ 124778 w 466725"/>
                  <a:gd name="connsiteY4" fmla="*/ 83820 h 304800"/>
                  <a:gd name="connsiteX5" fmla="*/ 70485 w 466725"/>
                  <a:gd name="connsiteY5" fmla="*/ 78105 h 304800"/>
                  <a:gd name="connsiteX6" fmla="*/ 38100 w 466725"/>
                  <a:gd name="connsiteY6" fmla="*/ 72390 h 304800"/>
                  <a:gd name="connsiteX7" fmla="*/ 19050 w 466725"/>
                  <a:gd name="connsiteY7" fmla="*/ 90488 h 304800"/>
                  <a:gd name="connsiteX8" fmla="*/ 20003 w 466725"/>
                  <a:gd name="connsiteY8" fmla="*/ 116205 h 304800"/>
                  <a:gd name="connsiteX9" fmla="*/ 0 w 466725"/>
                  <a:gd name="connsiteY9" fmla="*/ 128588 h 304800"/>
                  <a:gd name="connsiteX10" fmla="*/ 3810 w 466725"/>
                  <a:gd name="connsiteY10" fmla="*/ 158115 h 304800"/>
                  <a:gd name="connsiteX11" fmla="*/ 17145 w 466725"/>
                  <a:gd name="connsiteY11" fmla="*/ 234315 h 304800"/>
                  <a:gd name="connsiteX12" fmla="*/ 32385 w 466725"/>
                  <a:gd name="connsiteY12" fmla="*/ 303847 h 304800"/>
                  <a:gd name="connsiteX13" fmla="*/ 112395 w 466725"/>
                  <a:gd name="connsiteY13" fmla="*/ 294322 h 304800"/>
                  <a:gd name="connsiteX14" fmla="*/ 169545 w 466725"/>
                  <a:gd name="connsiteY14" fmla="*/ 275272 h 304800"/>
                  <a:gd name="connsiteX15" fmla="*/ 218123 w 466725"/>
                  <a:gd name="connsiteY15" fmla="*/ 249555 h 304800"/>
                  <a:gd name="connsiteX16" fmla="*/ 261938 w 466725"/>
                  <a:gd name="connsiteY16" fmla="*/ 241935 h 304800"/>
                  <a:gd name="connsiteX17" fmla="*/ 296228 w 466725"/>
                  <a:gd name="connsiteY17" fmla="*/ 216218 h 304800"/>
                  <a:gd name="connsiteX18" fmla="*/ 310515 w 466725"/>
                  <a:gd name="connsiteY18" fmla="*/ 207645 h 304800"/>
                  <a:gd name="connsiteX19" fmla="*/ 311468 w 466725"/>
                  <a:gd name="connsiteY19" fmla="*/ 200978 h 304800"/>
                  <a:gd name="connsiteX20" fmla="*/ 333375 w 466725"/>
                  <a:gd name="connsiteY20" fmla="*/ 173355 h 304800"/>
                  <a:gd name="connsiteX21" fmla="*/ 359093 w 466725"/>
                  <a:gd name="connsiteY21" fmla="*/ 164782 h 304800"/>
                  <a:gd name="connsiteX22" fmla="*/ 386715 w 466725"/>
                  <a:gd name="connsiteY22" fmla="*/ 162878 h 304800"/>
                  <a:gd name="connsiteX23" fmla="*/ 413385 w 466725"/>
                  <a:gd name="connsiteY23" fmla="*/ 171450 h 304800"/>
                  <a:gd name="connsiteX24" fmla="*/ 431482 w 466725"/>
                  <a:gd name="connsiteY24" fmla="*/ 136207 h 304800"/>
                  <a:gd name="connsiteX25" fmla="*/ 469582 w 466725"/>
                  <a:gd name="connsiteY25" fmla="*/ 120968 h 304800"/>
                  <a:gd name="connsiteX26" fmla="*/ 415290 w 466725"/>
                  <a:gd name="connsiteY26" fmla="*/ 0 h 304800"/>
                  <a:gd name="connsiteX27" fmla="*/ 373380 w 466725"/>
                  <a:gd name="connsiteY27" fmla="*/ 12382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6725" h="304800">
                    <a:moveTo>
                      <a:pt x="373380" y="12382"/>
                    </a:moveTo>
                    <a:cubicBezTo>
                      <a:pt x="350520" y="18097"/>
                      <a:pt x="293370" y="13335"/>
                      <a:pt x="285750" y="18097"/>
                    </a:cubicBezTo>
                    <a:cubicBezTo>
                      <a:pt x="278130" y="21907"/>
                      <a:pt x="224790" y="62865"/>
                      <a:pt x="217170" y="81915"/>
                    </a:cubicBezTo>
                    <a:cubicBezTo>
                      <a:pt x="209550" y="100965"/>
                      <a:pt x="198120" y="103822"/>
                      <a:pt x="186690" y="94297"/>
                    </a:cubicBezTo>
                    <a:cubicBezTo>
                      <a:pt x="175260" y="84772"/>
                      <a:pt x="128588" y="87630"/>
                      <a:pt x="124778" y="83820"/>
                    </a:cubicBezTo>
                    <a:cubicBezTo>
                      <a:pt x="120968" y="80010"/>
                      <a:pt x="86678" y="75247"/>
                      <a:pt x="70485" y="78105"/>
                    </a:cubicBezTo>
                    <a:cubicBezTo>
                      <a:pt x="54293" y="80963"/>
                      <a:pt x="44768" y="69532"/>
                      <a:pt x="38100" y="72390"/>
                    </a:cubicBezTo>
                    <a:cubicBezTo>
                      <a:pt x="30480" y="75247"/>
                      <a:pt x="22860" y="84772"/>
                      <a:pt x="19050" y="90488"/>
                    </a:cubicBezTo>
                    <a:cubicBezTo>
                      <a:pt x="15240" y="96203"/>
                      <a:pt x="22860" y="110490"/>
                      <a:pt x="20003" y="116205"/>
                    </a:cubicBezTo>
                    <a:cubicBezTo>
                      <a:pt x="19050" y="117157"/>
                      <a:pt x="11430" y="121920"/>
                      <a:pt x="0" y="128588"/>
                    </a:cubicBezTo>
                    <a:cubicBezTo>
                      <a:pt x="3810" y="139065"/>
                      <a:pt x="6668" y="150495"/>
                      <a:pt x="3810" y="158115"/>
                    </a:cubicBezTo>
                    <a:cubicBezTo>
                      <a:pt x="-952" y="174307"/>
                      <a:pt x="2857" y="212407"/>
                      <a:pt x="17145" y="234315"/>
                    </a:cubicBezTo>
                    <a:cubicBezTo>
                      <a:pt x="30480" y="256222"/>
                      <a:pt x="25718" y="296228"/>
                      <a:pt x="32385" y="303847"/>
                    </a:cubicBezTo>
                    <a:cubicBezTo>
                      <a:pt x="39053" y="311468"/>
                      <a:pt x="89535" y="310515"/>
                      <a:pt x="112395" y="294322"/>
                    </a:cubicBezTo>
                    <a:cubicBezTo>
                      <a:pt x="135255" y="278130"/>
                      <a:pt x="151448" y="275272"/>
                      <a:pt x="169545" y="275272"/>
                    </a:cubicBezTo>
                    <a:cubicBezTo>
                      <a:pt x="187643" y="275272"/>
                      <a:pt x="212407" y="258128"/>
                      <a:pt x="218123" y="249555"/>
                    </a:cubicBezTo>
                    <a:cubicBezTo>
                      <a:pt x="223838" y="240982"/>
                      <a:pt x="250507" y="240030"/>
                      <a:pt x="261938" y="241935"/>
                    </a:cubicBezTo>
                    <a:cubicBezTo>
                      <a:pt x="273368" y="242888"/>
                      <a:pt x="283845" y="229553"/>
                      <a:pt x="296228" y="216218"/>
                    </a:cubicBezTo>
                    <a:cubicBezTo>
                      <a:pt x="299085" y="212407"/>
                      <a:pt x="303848" y="209550"/>
                      <a:pt x="310515" y="207645"/>
                    </a:cubicBezTo>
                    <a:cubicBezTo>
                      <a:pt x="310515" y="205740"/>
                      <a:pt x="311468" y="202882"/>
                      <a:pt x="311468" y="200978"/>
                    </a:cubicBezTo>
                    <a:cubicBezTo>
                      <a:pt x="314325" y="190500"/>
                      <a:pt x="322898" y="178118"/>
                      <a:pt x="333375" y="173355"/>
                    </a:cubicBezTo>
                    <a:cubicBezTo>
                      <a:pt x="341948" y="169545"/>
                      <a:pt x="350520" y="165735"/>
                      <a:pt x="359093" y="164782"/>
                    </a:cubicBezTo>
                    <a:cubicBezTo>
                      <a:pt x="368618" y="163830"/>
                      <a:pt x="377190" y="162878"/>
                      <a:pt x="386715" y="162878"/>
                    </a:cubicBezTo>
                    <a:cubicBezTo>
                      <a:pt x="397193" y="162878"/>
                      <a:pt x="405765" y="165735"/>
                      <a:pt x="413385" y="171450"/>
                    </a:cubicBezTo>
                    <a:cubicBezTo>
                      <a:pt x="426720" y="159068"/>
                      <a:pt x="424815" y="145732"/>
                      <a:pt x="431482" y="136207"/>
                    </a:cubicBezTo>
                    <a:cubicBezTo>
                      <a:pt x="440055" y="125730"/>
                      <a:pt x="451485" y="128588"/>
                      <a:pt x="469582" y="120968"/>
                    </a:cubicBezTo>
                    <a:cubicBezTo>
                      <a:pt x="449580" y="76200"/>
                      <a:pt x="426720" y="25718"/>
                      <a:pt x="415290" y="0"/>
                    </a:cubicBezTo>
                    <a:cubicBezTo>
                      <a:pt x="396240" y="5715"/>
                      <a:pt x="380048" y="11430"/>
                      <a:pt x="373380" y="12382"/>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02" name="Freeform: Shape 330">
                <a:extLst>
                  <a:ext uri="{FF2B5EF4-FFF2-40B4-BE49-F238E27FC236}">
                    <a16:creationId xmlns:a16="http://schemas.microsoft.com/office/drawing/2014/main" id="{7EE3A2A8-22D8-C245-A4FA-E6C2AF05EF2C}"/>
                  </a:ext>
                </a:extLst>
              </p:cNvPr>
              <p:cNvSpPr/>
              <p:nvPr/>
            </p:nvSpPr>
            <p:spPr>
              <a:xfrm>
                <a:off x="7385875" y="5633564"/>
                <a:ext cx="43904" cy="29270"/>
              </a:xfrm>
              <a:custGeom>
                <a:avLst/>
                <a:gdLst>
                  <a:gd name="connsiteX0" fmla="*/ 29883 w 85725"/>
                  <a:gd name="connsiteY0" fmla="*/ 2553 h 57150"/>
                  <a:gd name="connsiteX1" fmla="*/ 14643 w 85725"/>
                  <a:gd name="connsiteY1" fmla="*/ 55893 h 57150"/>
                  <a:gd name="connsiteX2" fmla="*/ 50838 w 85725"/>
                  <a:gd name="connsiteY2" fmla="*/ 55893 h 57150"/>
                  <a:gd name="connsiteX3" fmla="*/ 88938 w 85725"/>
                  <a:gd name="connsiteY3" fmla="*/ 36843 h 57150"/>
                  <a:gd name="connsiteX4" fmla="*/ 29883 w 85725"/>
                  <a:gd name="connsiteY4" fmla="*/ 2553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57150">
                    <a:moveTo>
                      <a:pt x="29883" y="2553"/>
                    </a:moveTo>
                    <a:cubicBezTo>
                      <a:pt x="24168" y="-11735"/>
                      <a:pt x="-23457" y="37795"/>
                      <a:pt x="14643" y="55893"/>
                    </a:cubicBezTo>
                    <a:cubicBezTo>
                      <a:pt x="31788" y="64465"/>
                      <a:pt x="39408" y="45415"/>
                      <a:pt x="50838" y="55893"/>
                    </a:cubicBezTo>
                    <a:cubicBezTo>
                      <a:pt x="62268" y="66370"/>
                      <a:pt x="85129" y="62560"/>
                      <a:pt x="88938" y="36843"/>
                    </a:cubicBezTo>
                    <a:cubicBezTo>
                      <a:pt x="92748" y="13030"/>
                      <a:pt x="35598" y="17793"/>
                      <a:pt x="29883" y="255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grpSp>
            <p:nvGrpSpPr>
              <p:cNvPr id="703" name="Graphic 286">
                <a:extLst>
                  <a:ext uri="{FF2B5EF4-FFF2-40B4-BE49-F238E27FC236}">
                    <a16:creationId xmlns:a16="http://schemas.microsoft.com/office/drawing/2014/main" id="{4D69F960-A56B-BAA9-C3A4-02AEEA941B48}"/>
                  </a:ext>
                </a:extLst>
              </p:cNvPr>
              <p:cNvGrpSpPr/>
              <p:nvPr/>
            </p:nvGrpSpPr>
            <p:grpSpPr>
              <a:xfrm>
                <a:off x="9329955" y="4463159"/>
                <a:ext cx="175615" cy="131712"/>
                <a:chOff x="21954446" y="8809012"/>
                <a:chExt cx="342900" cy="257175"/>
              </a:xfrm>
              <a:solidFill>
                <a:schemeClr val="bg1">
                  <a:lumMod val="85000"/>
                </a:schemeClr>
              </a:solidFill>
            </p:grpSpPr>
            <p:sp>
              <p:nvSpPr>
                <p:cNvPr id="884" name="Freeform: Shape 538">
                  <a:extLst>
                    <a:ext uri="{FF2B5EF4-FFF2-40B4-BE49-F238E27FC236}">
                      <a16:creationId xmlns:a16="http://schemas.microsoft.com/office/drawing/2014/main" id="{935F5265-11F9-A8C4-E62B-5AEA3E5D274A}"/>
                    </a:ext>
                  </a:extLst>
                </p:cNvPr>
                <p:cNvSpPr/>
                <p:nvPr/>
              </p:nvSpPr>
              <p:spPr>
                <a:xfrm>
                  <a:off x="21954446" y="8809012"/>
                  <a:ext cx="342900" cy="257175"/>
                </a:xfrm>
                <a:custGeom>
                  <a:avLst/>
                  <a:gdLst>
                    <a:gd name="connsiteX0" fmla="*/ 139 w 342900"/>
                    <a:gd name="connsiteY0" fmla="*/ 1840 h 257175"/>
                    <a:gd name="connsiteX1" fmla="*/ 55384 w 342900"/>
                    <a:gd name="connsiteY1" fmla="*/ 71372 h 257175"/>
                    <a:gd name="connsiteX2" fmla="*/ 139 w 342900"/>
                    <a:gd name="connsiteY2" fmla="*/ 1840 h 257175"/>
                    <a:gd name="connsiteX3" fmla="*/ 83959 w 342900"/>
                    <a:gd name="connsiteY3" fmla="*/ 60894 h 257175"/>
                    <a:gd name="connsiteX4" fmla="*/ 121106 w 342900"/>
                    <a:gd name="connsiteY4" fmla="*/ 93279 h 257175"/>
                    <a:gd name="connsiteX5" fmla="*/ 83959 w 342900"/>
                    <a:gd name="connsiteY5" fmla="*/ 60894 h 257175"/>
                    <a:gd name="connsiteX6" fmla="*/ 230644 w 342900"/>
                    <a:gd name="connsiteY6" fmla="*/ 145667 h 257175"/>
                    <a:gd name="connsiteX7" fmla="*/ 168731 w 342900"/>
                    <a:gd name="connsiteY7" fmla="*/ 109472 h 257175"/>
                    <a:gd name="connsiteX8" fmla="*/ 230644 w 342900"/>
                    <a:gd name="connsiteY8" fmla="*/ 145667 h 257175"/>
                    <a:gd name="connsiteX9" fmla="*/ 223024 w 342900"/>
                    <a:gd name="connsiteY9" fmla="*/ 191387 h 257175"/>
                    <a:gd name="connsiteX10" fmla="*/ 267792 w 342900"/>
                    <a:gd name="connsiteY10" fmla="*/ 218057 h 257175"/>
                    <a:gd name="connsiteX11" fmla="*/ 223024 w 342900"/>
                    <a:gd name="connsiteY11" fmla="*/ 191387 h 257175"/>
                    <a:gd name="connsiteX12" fmla="*/ 303034 w 342900"/>
                    <a:gd name="connsiteY12" fmla="*/ 237107 h 257175"/>
                    <a:gd name="connsiteX13" fmla="*/ 343039 w 342900"/>
                    <a:gd name="connsiteY13" fmla="*/ 258062 h 257175"/>
                    <a:gd name="connsiteX14" fmla="*/ 303034 w 342900"/>
                    <a:gd name="connsiteY14" fmla="*/ 237107 h 257175"/>
                    <a:gd name="connsiteX15" fmla="*/ 268744 w 342900"/>
                    <a:gd name="connsiteY15" fmla="*/ 143762 h 257175"/>
                    <a:gd name="connsiteX16" fmla="*/ 303987 w 342900"/>
                    <a:gd name="connsiteY16" fmla="*/ 208532 h 257175"/>
                    <a:gd name="connsiteX17" fmla="*/ 268744 w 342900"/>
                    <a:gd name="connsiteY17" fmla="*/ 143762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2900" h="257175">
                      <a:moveTo>
                        <a:pt x="139" y="1840"/>
                      </a:moveTo>
                      <a:cubicBezTo>
                        <a:pt x="-2719" y="14222"/>
                        <a:pt x="39191" y="81849"/>
                        <a:pt x="55384" y="71372"/>
                      </a:cubicBezTo>
                      <a:cubicBezTo>
                        <a:pt x="83959" y="51369"/>
                        <a:pt x="2996" y="-11496"/>
                        <a:pt x="139" y="1840"/>
                      </a:cubicBezTo>
                      <a:close/>
                      <a:moveTo>
                        <a:pt x="83959" y="60894"/>
                      </a:moveTo>
                      <a:cubicBezTo>
                        <a:pt x="83006" y="66609"/>
                        <a:pt x="114439" y="98994"/>
                        <a:pt x="121106" y="93279"/>
                      </a:cubicBezTo>
                      <a:cubicBezTo>
                        <a:pt x="127774" y="88517"/>
                        <a:pt x="85864" y="51369"/>
                        <a:pt x="83959" y="60894"/>
                      </a:cubicBezTo>
                      <a:close/>
                      <a:moveTo>
                        <a:pt x="230644" y="145667"/>
                      </a:moveTo>
                      <a:cubicBezTo>
                        <a:pt x="241121" y="138047"/>
                        <a:pt x="169684" y="96137"/>
                        <a:pt x="168731" y="109472"/>
                      </a:cubicBezTo>
                      <a:cubicBezTo>
                        <a:pt x="167779" y="121854"/>
                        <a:pt x="220166" y="153287"/>
                        <a:pt x="230644" y="145667"/>
                      </a:cubicBezTo>
                      <a:close/>
                      <a:moveTo>
                        <a:pt x="223024" y="191387"/>
                      </a:moveTo>
                      <a:cubicBezTo>
                        <a:pt x="226834" y="212342"/>
                        <a:pt x="256362" y="225677"/>
                        <a:pt x="267792" y="218057"/>
                      </a:cubicBezTo>
                      <a:cubicBezTo>
                        <a:pt x="280174" y="210437"/>
                        <a:pt x="219214" y="169479"/>
                        <a:pt x="223024" y="191387"/>
                      </a:cubicBezTo>
                      <a:close/>
                      <a:moveTo>
                        <a:pt x="303034" y="237107"/>
                      </a:moveTo>
                      <a:cubicBezTo>
                        <a:pt x="304939" y="242822"/>
                        <a:pt x="330656" y="267587"/>
                        <a:pt x="343039" y="258062"/>
                      </a:cubicBezTo>
                      <a:cubicBezTo>
                        <a:pt x="356374" y="249490"/>
                        <a:pt x="300177" y="228534"/>
                        <a:pt x="303034" y="237107"/>
                      </a:cubicBezTo>
                      <a:close/>
                      <a:moveTo>
                        <a:pt x="268744" y="143762"/>
                      </a:moveTo>
                      <a:cubicBezTo>
                        <a:pt x="259219" y="166622"/>
                        <a:pt x="298271" y="207579"/>
                        <a:pt x="303987" y="208532"/>
                      </a:cubicBezTo>
                      <a:cubicBezTo>
                        <a:pt x="310654" y="208532"/>
                        <a:pt x="276364" y="125665"/>
                        <a:pt x="268744" y="143762"/>
                      </a:cubicBezTo>
                      <a:close/>
                    </a:path>
                  </a:pathLst>
                </a:custGeom>
                <a:grpFill/>
                <a:ln w="7144" cap="flat">
                  <a:solidFill>
                    <a:srgbClr val="FFFFFF"/>
                  </a:solidFill>
                  <a:prstDash val="solid"/>
                  <a:miter/>
                </a:ln>
              </p:spPr>
              <p:txBody>
                <a:bodyPr rtlCol="0" anchor="ctr"/>
                <a:lstStyle/>
                <a:p>
                  <a:endParaRPr lang="en-ID"/>
                </a:p>
              </p:txBody>
            </p:sp>
            <p:sp>
              <p:nvSpPr>
                <p:cNvPr id="885" name="Freeform: Shape 539">
                  <a:extLst>
                    <a:ext uri="{FF2B5EF4-FFF2-40B4-BE49-F238E27FC236}">
                      <a16:creationId xmlns:a16="http://schemas.microsoft.com/office/drawing/2014/main" id="{02F194E5-6596-3EB0-2A67-F7816A078BEE}"/>
                    </a:ext>
                  </a:extLst>
                </p:cNvPr>
                <p:cNvSpPr/>
                <p:nvPr/>
              </p:nvSpPr>
              <p:spPr>
                <a:xfrm>
                  <a:off x="21954446" y="8809012"/>
                  <a:ext cx="342900" cy="257175"/>
                </a:xfrm>
                <a:custGeom>
                  <a:avLst/>
                  <a:gdLst>
                    <a:gd name="connsiteX0" fmla="*/ 139 w 342900"/>
                    <a:gd name="connsiteY0" fmla="*/ 1840 h 257175"/>
                    <a:gd name="connsiteX1" fmla="*/ 55384 w 342900"/>
                    <a:gd name="connsiteY1" fmla="*/ 71372 h 257175"/>
                    <a:gd name="connsiteX2" fmla="*/ 139 w 342900"/>
                    <a:gd name="connsiteY2" fmla="*/ 1840 h 257175"/>
                    <a:gd name="connsiteX3" fmla="*/ 83959 w 342900"/>
                    <a:gd name="connsiteY3" fmla="*/ 60894 h 257175"/>
                    <a:gd name="connsiteX4" fmla="*/ 121106 w 342900"/>
                    <a:gd name="connsiteY4" fmla="*/ 93279 h 257175"/>
                    <a:gd name="connsiteX5" fmla="*/ 83959 w 342900"/>
                    <a:gd name="connsiteY5" fmla="*/ 60894 h 257175"/>
                    <a:gd name="connsiteX6" fmla="*/ 230644 w 342900"/>
                    <a:gd name="connsiteY6" fmla="*/ 145667 h 257175"/>
                    <a:gd name="connsiteX7" fmla="*/ 168731 w 342900"/>
                    <a:gd name="connsiteY7" fmla="*/ 109472 h 257175"/>
                    <a:gd name="connsiteX8" fmla="*/ 230644 w 342900"/>
                    <a:gd name="connsiteY8" fmla="*/ 145667 h 257175"/>
                    <a:gd name="connsiteX9" fmla="*/ 223024 w 342900"/>
                    <a:gd name="connsiteY9" fmla="*/ 191387 h 257175"/>
                    <a:gd name="connsiteX10" fmla="*/ 267792 w 342900"/>
                    <a:gd name="connsiteY10" fmla="*/ 218057 h 257175"/>
                    <a:gd name="connsiteX11" fmla="*/ 223024 w 342900"/>
                    <a:gd name="connsiteY11" fmla="*/ 191387 h 257175"/>
                    <a:gd name="connsiteX12" fmla="*/ 303034 w 342900"/>
                    <a:gd name="connsiteY12" fmla="*/ 237107 h 257175"/>
                    <a:gd name="connsiteX13" fmla="*/ 343039 w 342900"/>
                    <a:gd name="connsiteY13" fmla="*/ 258062 h 257175"/>
                    <a:gd name="connsiteX14" fmla="*/ 303034 w 342900"/>
                    <a:gd name="connsiteY14" fmla="*/ 237107 h 257175"/>
                    <a:gd name="connsiteX15" fmla="*/ 268744 w 342900"/>
                    <a:gd name="connsiteY15" fmla="*/ 143762 h 257175"/>
                    <a:gd name="connsiteX16" fmla="*/ 303987 w 342900"/>
                    <a:gd name="connsiteY16" fmla="*/ 208532 h 257175"/>
                    <a:gd name="connsiteX17" fmla="*/ 268744 w 342900"/>
                    <a:gd name="connsiteY17" fmla="*/ 143762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2900" h="257175">
                      <a:moveTo>
                        <a:pt x="139" y="1840"/>
                      </a:moveTo>
                      <a:cubicBezTo>
                        <a:pt x="-2719" y="14222"/>
                        <a:pt x="39191" y="81849"/>
                        <a:pt x="55384" y="71372"/>
                      </a:cubicBezTo>
                      <a:cubicBezTo>
                        <a:pt x="83959" y="51369"/>
                        <a:pt x="2996" y="-11496"/>
                        <a:pt x="139" y="1840"/>
                      </a:cubicBezTo>
                      <a:close/>
                      <a:moveTo>
                        <a:pt x="83959" y="60894"/>
                      </a:moveTo>
                      <a:cubicBezTo>
                        <a:pt x="83006" y="66609"/>
                        <a:pt x="114439" y="98994"/>
                        <a:pt x="121106" y="93279"/>
                      </a:cubicBezTo>
                      <a:cubicBezTo>
                        <a:pt x="127774" y="88517"/>
                        <a:pt x="85864" y="51369"/>
                        <a:pt x="83959" y="60894"/>
                      </a:cubicBezTo>
                      <a:close/>
                      <a:moveTo>
                        <a:pt x="230644" y="145667"/>
                      </a:moveTo>
                      <a:cubicBezTo>
                        <a:pt x="241121" y="138047"/>
                        <a:pt x="169684" y="96137"/>
                        <a:pt x="168731" y="109472"/>
                      </a:cubicBezTo>
                      <a:cubicBezTo>
                        <a:pt x="167779" y="121854"/>
                        <a:pt x="220166" y="153287"/>
                        <a:pt x="230644" y="145667"/>
                      </a:cubicBezTo>
                      <a:close/>
                      <a:moveTo>
                        <a:pt x="223024" y="191387"/>
                      </a:moveTo>
                      <a:cubicBezTo>
                        <a:pt x="226834" y="212342"/>
                        <a:pt x="256362" y="225677"/>
                        <a:pt x="267792" y="218057"/>
                      </a:cubicBezTo>
                      <a:cubicBezTo>
                        <a:pt x="280174" y="210437"/>
                        <a:pt x="219214" y="169479"/>
                        <a:pt x="223024" y="191387"/>
                      </a:cubicBezTo>
                      <a:close/>
                      <a:moveTo>
                        <a:pt x="303034" y="237107"/>
                      </a:moveTo>
                      <a:cubicBezTo>
                        <a:pt x="304939" y="242822"/>
                        <a:pt x="330656" y="267587"/>
                        <a:pt x="343039" y="258062"/>
                      </a:cubicBezTo>
                      <a:cubicBezTo>
                        <a:pt x="356374" y="249490"/>
                        <a:pt x="300177" y="228534"/>
                        <a:pt x="303034" y="237107"/>
                      </a:cubicBezTo>
                      <a:close/>
                      <a:moveTo>
                        <a:pt x="268744" y="143762"/>
                      </a:moveTo>
                      <a:cubicBezTo>
                        <a:pt x="259219" y="166622"/>
                        <a:pt x="298271" y="207579"/>
                        <a:pt x="303987" y="208532"/>
                      </a:cubicBezTo>
                      <a:cubicBezTo>
                        <a:pt x="310654" y="208532"/>
                        <a:pt x="276364" y="125665"/>
                        <a:pt x="268744" y="143762"/>
                      </a:cubicBezTo>
                      <a:close/>
                    </a:path>
                  </a:pathLst>
                </a:custGeom>
                <a:grpFill/>
                <a:ln w="7144" cap="flat">
                  <a:solidFill>
                    <a:srgbClr val="FFFFFF"/>
                  </a:solidFill>
                  <a:prstDash val="solid"/>
                  <a:miter/>
                </a:ln>
              </p:spPr>
              <p:txBody>
                <a:bodyPr rtlCol="0" anchor="ctr"/>
                <a:lstStyle/>
                <a:p>
                  <a:endParaRPr lang="en-ID"/>
                </a:p>
              </p:txBody>
            </p:sp>
          </p:grpSp>
          <p:sp>
            <p:nvSpPr>
              <p:cNvPr id="192" name="Freeform: Shape 332">
                <a:extLst>
                  <a:ext uri="{FF2B5EF4-FFF2-40B4-BE49-F238E27FC236}">
                    <a16:creationId xmlns:a16="http://schemas.microsoft.com/office/drawing/2014/main" id="{CB372F3C-87CC-12F4-5871-5B8E63145899}"/>
                  </a:ext>
                </a:extLst>
              </p:cNvPr>
              <p:cNvSpPr/>
              <p:nvPr/>
            </p:nvSpPr>
            <p:spPr>
              <a:xfrm>
                <a:off x="8766578" y="4609483"/>
                <a:ext cx="29270" cy="9757"/>
              </a:xfrm>
              <a:custGeom>
                <a:avLst/>
                <a:gdLst>
                  <a:gd name="connsiteX0" fmla="*/ 59083 w 57150"/>
                  <a:gd name="connsiteY0" fmla="*/ 4741 h 19050"/>
                  <a:gd name="connsiteX1" fmla="*/ 1933 w 57150"/>
                  <a:gd name="connsiteY1" fmla="*/ 19980 h 19050"/>
                  <a:gd name="connsiteX2" fmla="*/ 59083 w 57150"/>
                  <a:gd name="connsiteY2" fmla="*/ 4741 h 19050"/>
                </a:gdLst>
                <a:ahLst/>
                <a:cxnLst>
                  <a:cxn ang="0">
                    <a:pos x="connsiteX0" y="connsiteY0"/>
                  </a:cxn>
                  <a:cxn ang="0">
                    <a:pos x="connsiteX1" y="connsiteY1"/>
                  </a:cxn>
                  <a:cxn ang="0">
                    <a:pos x="connsiteX2" y="connsiteY2"/>
                  </a:cxn>
                </a:cxnLst>
                <a:rect l="l" t="t" r="r" b="b"/>
                <a:pathLst>
                  <a:path w="57150" h="19050">
                    <a:moveTo>
                      <a:pt x="59083" y="4741"/>
                    </a:moveTo>
                    <a:cubicBezTo>
                      <a:pt x="57179" y="-7642"/>
                      <a:pt x="-12354" y="6646"/>
                      <a:pt x="1933" y="19980"/>
                    </a:cubicBezTo>
                    <a:cubicBezTo>
                      <a:pt x="12410" y="27600"/>
                      <a:pt x="60989" y="17123"/>
                      <a:pt x="59083" y="4741"/>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193" name="Freeform: Shape 333">
                <a:extLst>
                  <a:ext uri="{FF2B5EF4-FFF2-40B4-BE49-F238E27FC236}">
                    <a16:creationId xmlns:a16="http://schemas.microsoft.com/office/drawing/2014/main" id="{B7CF4193-72F7-A28F-69E1-02C150F43792}"/>
                  </a:ext>
                </a:extLst>
              </p:cNvPr>
              <p:cNvSpPr/>
              <p:nvPr/>
            </p:nvSpPr>
            <p:spPr>
              <a:xfrm>
                <a:off x="8909547" y="5246167"/>
                <a:ext cx="24391" cy="9757"/>
              </a:xfrm>
              <a:custGeom>
                <a:avLst/>
                <a:gdLst>
                  <a:gd name="connsiteX0" fmla="*/ 909 w 47625"/>
                  <a:gd name="connsiteY0" fmla="*/ 14113 h 19050"/>
                  <a:gd name="connsiteX1" fmla="*/ 54249 w 47625"/>
                  <a:gd name="connsiteY1" fmla="*/ 6493 h 19050"/>
                  <a:gd name="connsiteX2" fmla="*/ 909 w 47625"/>
                  <a:gd name="connsiteY2" fmla="*/ 14113 h 19050"/>
                </a:gdLst>
                <a:ahLst/>
                <a:cxnLst>
                  <a:cxn ang="0">
                    <a:pos x="connsiteX0" y="connsiteY0"/>
                  </a:cxn>
                  <a:cxn ang="0">
                    <a:pos x="connsiteX1" y="connsiteY1"/>
                  </a:cxn>
                  <a:cxn ang="0">
                    <a:pos x="connsiteX2" y="connsiteY2"/>
                  </a:cxn>
                </a:cxnLst>
                <a:rect l="l" t="t" r="r" b="b"/>
                <a:pathLst>
                  <a:path w="47625" h="19050">
                    <a:moveTo>
                      <a:pt x="909" y="14113"/>
                    </a:moveTo>
                    <a:cubicBezTo>
                      <a:pt x="11387" y="24590"/>
                      <a:pt x="47581" y="21733"/>
                      <a:pt x="54249" y="6493"/>
                    </a:cubicBezTo>
                    <a:cubicBezTo>
                      <a:pt x="59964" y="-7794"/>
                      <a:pt x="-8616" y="4588"/>
                      <a:pt x="909" y="1411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194" name="Freeform: Shape 334">
                <a:extLst>
                  <a:ext uri="{FF2B5EF4-FFF2-40B4-BE49-F238E27FC236}">
                    <a16:creationId xmlns:a16="http://schemas.microsoft.com/office/drawing/2014/main" id="{7BE507C3-55E6-74C1-EEB4-0BED0336FC45}"/>
                  </a:ext>
                </a:extLst>
              </p:cNvPr>
              <p:cNvSpPr/>
              <p:nvPr/>
            </p:nvSpPr>
            <p:spPr>
              <a:xfrm>
                <a:off x="8378176" y="4601401"/>
                <a:ext cx="917104" cy="741489"/>
              </a:xfrm>
              <a:custGeom>
                <a:avLst/>
                <a:gdLst>
                  <a:gd name="connsiteX0" fmla="*/ 1789011 w 1790700"/>
                  <a:gd name="connsiteY0" fmla="*/ 813954 h 1447800"/>
                  <a:gd name="connsiteX1" fmla="*/ 1784249 w 1790700"/>
                  <a:gd name="connsiteY1" fmla="*/ 766329 h 1447800"/>
                  <a:gd name="connsiteX2" fmla="*/ 1764247 w 1790700"/>
                  <a:gd name="connsiteY2" fmla="*/ 724419 h 1447800"/>
                  <a:gd name="connsiteX3" fmla="*/ 1747101 w 1790700"/>
                  <a:gd name="connsiteY3" fmla="*/ 688224 h 1447800"/>
                  <a:gd name="connsiteX4" fmla="*/ 1712811 w 1790700"/>
                  <a:gd name="connsiteY4" fmla="*/ 652029 h 1447800"/>
                  <a:gd name="connsiteX5" fmla="*/ 1690905 w 1790700"/>
                  <a:gd name="connsiteY5" fmla="*/ 630122 h 1447800"/>
                  <a:gd name="connsiteX6" fmla="*/ 1675664 w 1790700"/>
                  <a:gd name="connsiteY6" fmla="*/ 580591 h 1447800"/>
                  <a:gd name="connsiteX7" fmla="*/ 1657567 w 1790700"/>
                  <a:gd name="connsiteY7" fmla="*/ 564399 h 1447800"/>
                  <a:gd name="connsiteX8" fmla="*/ 1631849 w 1790700"/>
                  <a:gd name="connsiteY8" fmla="*/ 566304 h 1447800"/>
                  <a:gd name="connsiteX9" fmla="*/ 1621372 w 1790700"/>
                  <a:gd name="connsiteY9" fmla="*/ 533919 h 1447800"/>
                  <a:gd name="connsiteX10" fmla="*/ 1605180 w 1790700"/>
                  <a:gd name="connsiteY10" fmla="*/ 498677 h 1447800"/>
                  <a:gd name="connsiteX11" fmla="*/ 1590892 w 1790700"/>
                  <a:gd name="connsiteY11" fmla="*/ 463434 h 1447800"/>
                  <a:gd name="connsiteX12" fmla="*/ 1488974 w 1790700"/>
                  <a:gd name="connsiteY12" fmla="*/ 398664 h 1447800"/>
                  <a:gd name="connsiteX13" fmla="*/ 1478497 w 1790700"/>
                  <a:gd name="connsiteY13" fmla="*/ 366279 h 1447800"/>
                  <a:gd name="connsiteX14" fmla="*/ 1468019 w 1790700"/>
                  <a:gd name="connsiteY14" fmla="*/ 308177 h 1447800"/>
                  <a:gd name="connsiteX15" fmla="*/ 1441349 w 1790700"/>
                  <a:gd name="connsiteY15" fmla="*/ 258647 h 1447800"/>
                  <a:gd name="connsiteX16" fmla="*/ 1435634 w 1790700"/>
                  <a:gd name="connsiteY16" fmla="*/ 200544 h 1447800"/>
                  <a:gd name="connsiteX17" fmla="*/ 1406107 w 1790700"/>
                  <a:gd name="connsiteY17" fmla="*/ 162444 h 1447800"/>
                  <a:gd name="connsiteX18" fmla="*/ 1371817 w 1790700"/>
                  <a:gd name="connsiteY18" fmla="*/ 163397 h 1447800"/>
                  <a:gd name="connsiteX19" fmla="*/ 1358482 w 1790700"/>
                  <a:gd name="connsiteY19" fmla="*/ 115772 h 1447800"/>
                  <a:gd name="connsiteX20" fmla="*/ 1358482 w 1790700"/>
                  <a:gd name="connsiteY20" fmla="*/ 99579 h 1447800"/>
                  <a:gd name="connsiteX21" fmla="*/ 1309905 w 1790700"/>
                  <a:gd name="connsiteY21" fmla="*/ 78624 h 1447800"/>
                  <a:gd name="connsiteX22" fmla="*/ 1280376 w 1790700"/>
                  <a:gd name="connsiteY22" fmla="*/ 50049 h 1447800"/>
                  <a:gd name="connsiteX23" fmla="*/ 1276567 w 1790700"/>
                  <a:gd name="connsiteY23" fmla="*/ 54811 h 1447800"/>
                  <a:gd name="connsiteX24" fmla="*/ 1270851 w 1790700"/>
                  <a:gd name="connsiteY24" fmla="*/ 108152 h 1447800"/>
                  <a:gd name="connsiteX25" fmla="*/ 1267042 w 1790700"/>
                  <a:gd name="connsiteY25" fmla="*/ 192924 h 1447800"/>
                  <a:gd name="connsiteX26" fmla="*/ 1253707 w 1790700"/>
                  <a:gd name="connsiteY26" fmla="*/ 266266 h 1447800"/>
                  <a:gd name="connsiteX27" fmla="*/ 1216559 w 1790700"/>
                  <a:gd name="connsiteY27" fmla="*/ 322464 h 1447800"/>
                  <a:gd name="connsiteX28" fmla="*/ 1162267 w 1790700"/>
                  <a:gd name="connsiteY28" fmla="*/ 297699 h 1447800"/>
                  <a:gd name="connsiteX29" fmla="*/ 1123214 w 1790700"/>
                  <a:gd name="connsiteY29" fmla="*/ 277697 h 1447800"/>
                  <a:gd name="connsiteX30" fmla="*/ 1080351 w 1790700"/>
                  <a:gd name="connsiteY30" fmla="*/ 240549 h 1447800"/>
                  <a:gd name="connsiteX31" fmla="*/ 1035584 w 1790700"/>
                  <a:gd name="connsiteY31" fmla="*/ 223404 h 1447800"/>
                  <a:gd name="connsiteX32" fmla="*/ 1006057 w 1790700"/>
                  <a:gd name="connsiteY32" fmla="*/ 187209 h 1447800"/>
                  <a:gd name="connsiteX33" fmla="*/ 1009867 w 1790700"/>
                  <a:gd name="connsiteY33" fmla="*/ 164349 h 1447800"/>
                  <a:gd name="connsiteX34" fmla="*/ 1013676 w 1790700"/>
                  <a:gd name="connsiteY34" fmla="*/ 124344 h 1447800"/>
                  <a:gd name="connsiteX35" fmla="*/ 1042251 w 1790700"/>
                  <a:gd name="connsiteY35" fmla="*/ 102436 h 1447800"/>
                  <a:gd name="connsiteX36" fmla="*/ 1056539 w 1790700"/>
                  <a:gd name="connsiteY36" fmla="*/ 71004 h 1447800"/>
                  <a:gd name="connsiteX37" fmla="*/ 1047014 w 1790700"/>
                  <a:gd name="connsiteY37" fmla="*/ 48144 h 1447800"/>
                  <a:gd name="connsiteX38" fmla="*/ 1030822 w 1790700"/>
                  <a:gd name="connsiteY38" fmla="*/ 67194 h 1447800"/>
                  <a:gd name="connsiteX39" fmla="*/ 1014629 w 1790700"/>
                  <a:gd name="connsiteY39" fmla="*/ 41477 h 1447800"/>
                  <a:gd name="connsiteX40" fmla="*/ 981292 w 1790700"/>
                  <a:gd name="connsiteY40" fmla="*/ 56716 h 1447800"/>
                  <a:gd name="connsiteX41" fmla="*/ 894614 w 1790700"/>
                  <a:gd name="connsiteY41" fmla="*/ 28141 h 1447800"/>
                  <a:gd name="connsiteX42" fmla="*/ 853657 w 1790700"/>
                  <a:gd name="connsiteY42" fmla="*/ 519 h 1447800"/>
                  <a:gd name="connsiteX43" fmla="*/ 869849 w 1790700"/>
                  <a:gd name="connsiteY43" fmla="*/ 31952 h 1447800"/>
                  <a:gd name="connsiteX44" fmla="*/ 802222 w 1790700"/>
                  <a:gd name="connsiteY44" fmla="*/ 53859 h 1447800"/>
                  <a:gd name="connsiteX45" fmla="*/ 789839 w 1790700"/>
                  <a:gd name="connsiteY45" fmla="*/ 67194 h 1447800"/>
                  <a:gd name="connsiteX46" fmla="*/ 758407 w 1790700"/>
                  <a:gd name="connsiteY46" fmla="*/ 111009 h 1447800"/>
                  <a:gd name="connsiteX47" fmla="*/ 740309 w 1790700"/>
                  <a:gd name="connsiteY47" fmla="*/ 146252 h 1447800"/>
                  <a:gd name="connsiteX48" fmla="*/ 742214 w 1790700"/>
                  <a:gd name="connsiteY48" fmla="*/ 186256 h 1447800"/>
                  <a:gd name="connsiteX49" fmla="*/ 719354 w 1790700"/>
                  <a:gd name="connsiteY49" fmla="*/ 191972 h 1447800"/>
                  <a:gd name="connsiteX50" fmla="*/ 690779 w 1790700"/>
                  <a:gd name="connsiteY50" fmla="*/ 193877 h 1447800"/>
                  <a:gd name="connsiteX51" fmla="*/ 676492 w 1790700"/>
                  <a:gd name="connsiteY51" fmla="*/ 183399 h 1447800"/>
                  <a:gd name="connsiteX52" fmla="*/ 651726 w 1790700"/>
                  <a:gd name="connsiteY52" fmla="*/ 161491 h 1447800"/>
                  <a:gd name="connsiteX53" fmla="*/ 614579 w 1790700"/>
                  <a:gd name="connsiteY53" fmla="*/ 131964 h 1447800"/>
                  <a:gd name="connsiteX54" fmla="*/ 588861 w 1790700"/>
                  <a:gd name="connsiteY54" fmla="*/ 148156 h 1447800"/>
                  <a:gd name="connsiteX55" fmla="*/ 575526 w 1790700"/>
                  <a:gd name="connsiteY55" fmla="*/ 170064 h 1447800"/>
                  <a:gd name="connsiteX56" fmla="*/ 541236 w 1790700"/>
                  <a:gd name="connsiteY56" fmla="*/ 171016 h 1447800"/>
                  <a:gd name="connsiteX57" fmla="*/ 533617 w 1790700"/>
                  <a:gd name="connsiteY57" fmla="*/ 191972 h 1447800"/>
                  <a:gd name="connsiteX58" fmla="*/ 512661 w 1790700"/>
                  <a:gd name="connsiteY58" fmla="*/ 208164 h 1447800"/>
                  <a:gd name="connsiteX59" fmla="*/ 504089 w 1790700"/>
                  <a:gd name="connsiteY59" fmla="*/ 254836 h 1447800"/>
                  <a:gd name="connsiteX60" fmla="*/ 471704 w 1790700"/>
                  <a:gd name="connsiteY60" fmla="*/ 251979 h 1447800"/>
                  <a:gd name="connsiteX61" fmla="*/ 478372 w 1790700"/>
                  <a:gd name="connsiteY61" fmla="*/ 288174 h 1447800"/>
                  <a:gd name="connsiteX62" fmla="*/ 465036 w 1790700"/>
                  <a:gd name="connsiteY62" fmla="*/ 312939 h 1447800"/>
                  <a:gd name="connsiteX63" fmla="*/ 446939 w 1790700"/>
                  <a:gd name="connsiteY63" fmla="*/ 276744 h 1447800"/>
                  <a:gd name="connsiteX64" fmla="*/ 412649 w 1790700"/>
                  <a:gd name="connsiteY64" fmla="*/ 295794 h 1447800"/>
                  <a:gd name="connsiteX65" fmla="*/ 410744 w 1790700"/>
                  <a:gd name="connsiteY65" fmla="*/ 351991 h 1447800"/>
                  <a:gd name="connsiteX66" fmla="*/ 346926 w 1790700"/>
                  <a:gd name="connsiteY66" fmla="*/ 419619 h 1447800"/>
                  <a:gd name="connsiteX67" fmla="*/ 280251 w 1790700"/>
                  <a:gd name="connsiteY67" fmla="*/ 437716 h 1447800"/>
                  <a:gd name="connsiteX68" fmla="*/ 274536 w 1790700"/>
                  <a:gd name="connsiteY68" fmla="*/ 443431 h 1447800"/>
                  <a:gd name="connsiteX69" fmla="*/ 117374 w 1790700"/>
                  <a:gd name="connsiteY69" fmla="*/ 525347 h 1447800"/>
                  <a:gd name="connsiteX70" fmla="*/ 31649 w 1790700"/>
                  <a:gd name="connsiteY70" fmla="*/ 610119 h 1447800"/>
                  <a:gd name="connsiteX71" fmla="*/ 27839 w 1790700"/>
                  <a:gd name="connsiteY71" fmla="*/ 618691 h 1447800"/>
                  <a:gd name="connsiteX72" fmla="*/ 20219 w 1790700"/>
                  <a:gd name="connsiteY72" fmla="*/ 694891 h 1447800"/>
                  <a:gd name="connsiteX73" fmla="*/ 45936 w 1790700"/>
                  <a:gd name="connsiteY73" fmla="*/ 758709 h 1447800"/>
                  <a:gd name="connsiteX74" fmla="*/ 19267 w 1790700"/>
                  <a:gd name="connsiteY74" fmla="*/ 733944 h 1447800"/>
                  <a:gd name="connsiteX75" fmla="*/ 31649 w 1790700"/>
                  <a:gd name="connsiteY75" fmla="*/ 768234 h 1447800"/>
                  <a:gd name="connsiteX76" fmla="*/ 217 w 1790700"/>
                  <a:gd name="connsiteY76" fmla="*/ 742516 h 1447800"/>
                  <a:gd name="connsiteX77" fmla="*/ 44984 w 1790700"/>
                  <a:gd name="connsiteY77" fmla="*/ 850149 h 1447800"/>
                  <a:gd name="connsiteX78" fmla="*/ 82132 w 1790700"/>
                  <a:gd name="connsiteY78" fmla="*/ 939684 h 1447800"/>
                  <a:gd name="connsiteX79" fmla="*/ 121184 w 1790700"/>
                  <a:gd name="connsiteY79" fmla="*/ 1048269 h 1447800"/>
                  <a:gd name="connsiteX80" fmla="*/ 111659 w 1790700"/>
                  <a:gd name="connsiteY80" fmla="*/ 1112086 h 1447800"/>
                  <a:gd name="connsiteX81" fmla="*/ 85942 w 1790700"/>
                  <a:gd name="connsiteY81" fmla="*/ 1151139 h 1447800"/>
                  <a:gd name="connsiteX82" fmla="*/ 97372 w 1790700"/>
                  <a:gd name="connsiteY82" fmla="*/ 1182572 h 1447800"/>
                  <a:gd name="connsiteX83" fmla="*/ 129757 w 1790700"/>
                  <a:gd name="connsiteY83" fmla="*/ 1213052 h 1447800"/>
                  <a:gd name="connsiteX84" fmla="*/ 146901 w 1790700"/>
                  <a:gd name="connsiteY84" fmla="*/ 1219719 h 1447800"/>
                  <a:gd name="connsiteX85" fmla="*/ 292634 w 1790700"/>
                  <a:gd name="connsiteY85" fmla="*/ 1170189 h 1447800"/>
                  <a:gd name="connsiteX86" fmla="*/ 311684 w 1790700"/>
                  <a:gd name="connsiteY86" fmla="*/ 1161616 h 1447800"/>
                  <a:gd name="connsiteX87" fmla="*/ 356451 w 1790700"/>
                  <a:gd name="connsiteY87" fmla="*/ 1136852 h 1447800"/>
                  <a:gd name="connsiteX88" fmla="*/ 566954 w 1790700"/>
                  <a:gd name="connsiteY88" fmla="*/ 1069224 h 1447800"/>
                  <a:gd name="connsiteX89" fmla="*/ 582194 w 1790700"/>
                  <a:gd name="connsiteY89" fmla="*/ 1074939 h 1447800"/>
                  <a:gd name="connsiteX90" fmla="*/ 611722 w 1790700"/>
                  <a:gd name="connsiteY90" fmla="*/ 1075891 h 1447800"/>
                  <a:gd name="connsiteX91" fmla="*/ 709829 w 1790700"/>
                  <a:gd name="connsiteY91" fmla="*/ 1045411 h 1447800"/>
                  <a:gd name="connsiteX92" fmla="*/ 803174 w 1790700"/>
                  <a:gd name="connsiteY92" fmla="*/ 1033029 h 1447800"/>
                  <a:gd name="connsiteX93" fmla="*/ 857467 w 1790700"/>
                  <a:gd name="connsiteY93" fmla="*/ 1061604 h 1447800"/>
                  <a:gd name="connsiteX94" fmla="*/ 909854 w 1790700"/>
                  <a:gd name="connsiteY94" fmla="*/ 1069224 h 1447800"/>
                  <a:gd name="connsiteX95" fmla="*/ 935572 w 1790700"/>
                  <a:gd name="connsiteY95" fmla="*/ 1082559 h 1447800"/>
                  <a:gd name="connsiteX96" fmla="*/ 938429 w 1790700"/>
                  <a:gd name="connsiteY96" fmla="*/ 1112086 h 1447800"/>
                  <a:gd name="connsiteX97" fmla="*/ 977482 w 1790700"/>
                  <a:gd name="connsiteY97" fmla="*/ 1152091 h 1447800"/>
                  <a:gd name="connsiteX98" fmla="*/ 987959 w 1790700"/>
                  <a:gd name="connsiteY98" fmla="*/ 1205431 h 1447800"/>
                  <a:gd name="connsiteX99" fmla="*/ 1024154 w 1790700"/>
                  <a:gd name="connsiteY99" fmla="*/ 1192097 h 1447800"/>
                  <a:gd name="connsiteX100" fmla="*/ 1067969 w 1790700"/>
                  <a:gd name="connsiteY100" fmla="*/ 1155902 h 1447800"/>
                  <a:gd name="connsiteX101" fmla="*/ 1105117 w 1790700"/>
                  <a:gd name="connsiteY101" fmla="*/ 1113991 h 1447800"/>
                  <a:gd name="connsiteX102" fmla="*/ 1086067 w 1790700"/>
                  <a:gd name="connsiteY102" fmla="*/ 1181619 h 1447800"/>
                  <a:gd name="connsiteX103" fmla="*/ 1058444 w 1790700"/>
                  <a:gd name="connsiteY103" fmla="*/ 1218766 h 1447800"/>
                  <a:gd name="connsiteX104" fmla="*/ 1099401 w 1790700"/>
                  <a:gd name="connsiteY104" fmla="*/ 1214956 h 1447800"/>
                  <a:gd name="connsiteX105" fmla="*/ 1124167 w 1790700"/>
                  <a:gd name="connsiteY105" fmla="*/ 1201622 h 1447800"/>
                  <a:gd name="connsiteX106" fmla="*/ 1118451 w 1790700"/>
                  <a:gd name="connsiteY106" fmla="*/ 1254961 h 1447800"/>
                  <a:gd name="connsiteX107" fmla="*/ 1150836 w 1790700"/>
                  <a:gd name="connsiteY107" fmla="*/ 1253056 h 1447800"/>
                  <a:gd name="connsiteX108" fmla="*/ 1187984 w 1790700"/>
                  <a:gd name="connsiteY108" fmla="*/ 1318779 h 1447800"/>
                  <a:gd name="connsiteX109" fmla="*/ 1187984 w 1790700"/>
                  <a:gd name="connsiteY109" fmla="*/ 1320684 h 1447800"/>
                  <a:gd name="connsiteX110" fmla="*/ 1341336 w 1790700"/>
                  <a:gd name="connsiteY110" fmla="*/ 1419744 h 1447800"/>
                  <a:gd name="connsiteX111" fmla="*/ 1348957 w 1790700"/>
                  <a:gd name="connsiteY111" fmla="*/ 1435936 h 1447800"/>
                  <a:gd name="connsiteX112" fmla="*/ 1402297 w 1790700"/>
                  <a:gd name="connsiteY112" fmla="*/ 1398789 h 1447800"/>
                  <a:gd name="connsiteX113" fmla="*/ 1421347 w 1790700"/>
                  <a:gd name="connsiteY113" fmla="*/ 1406409 h 1447800"/>
                  <a:gd name="connsiteX114" fmla="*/ 1428967 w 1790700"/>
                  <a:gd name="connsiteY114" fmla="*/ 1421649 h 1447800"/>
                  <a:gd name="connsiteX115" fmla="*/ 1440397 w 1790700"/>
                  <a:gd name="connsiteY115" fmla="*/ 1412124 h 1447800"/>
                  <a:gd name="connsiteX116" fmla="*/ 1469924 w 1790700"/>
                  <a:gd name="connsiteY116" fmla="*/ 1440699 h 1447800"/>
                  <a:gd name="connsiteX117" fmla="*/ 1484211 w 1790700"/>
                  <a:gd name="connsiteY117" fmla="*/ 1452129 h 1447800"/>
                  <a:gd name="connsiteX118" fmla="*/ 1504214 w 1790700"/>
                  <a:gd name="connsiteY118" fmla="*/ 1425459 h 1447800"/>
                  <a:gd name="connsiteX119" fmla="*/ 1546124 w 1790700"/>
                  <a:gd name="connsiteY119" fmla="*/ 1393074 h 1447800"/>
                  <a:gd name="connsiteX120" fmla="*/ 1638517 w 1790700"/>
                  <a:gd name="connsiteY120" fmla="*/ 1374977 h 1447800"/>
                  <a:gd name="connsiteX121" fmla="*/ 1652805 w 1790700"/>
                  <a:gd name="connsiteY121" fmla="*/ 1278774 h 1447800"/>
                  <a:gd name="connsiteX122" fmla="*/ 1686142 w 1790700"/>
                  <a:gd name="connsiteY122" fmla="*/ 1205431 h 1447800"/>
                  <a:gd name="connsiteX123" fmla="*/ 1732814 w 1790700"/>
                  <a:gd name="connsiteY123" fmla="*/ 1102561 h 1447800"/>
                  <a:gd name="connsiteX124" fmla="*/ 1759484 w 1790700"/>
                  <a:gd name="connsiteY124" fmla="*/ 1070177 h 1447800"/>
                  <a:gd name="connsiteX125" fmla="*/ 1759484 w 1790700"/>
                  <a:gd name="connsiteY125" fmla="*/ 1070177 h 1447800"/>
                  <a:gd name="connsiteX126" fmla="*/ 1777582 w 1790700"/>
                  <a:gd name="connsiteY126" fmla="*/ 921586 h 1447800"/>
                  <a:gd name="connsiteX127" fmla="*/ 1794726 w 1790700"/>
                  <a:gd name="connsiteY127" fmla="*/ 819669 h 1447800"/>
                  <a:gd name="connsiteX128" fmla="*/ 1789011 w 1790700"/>
                  <a:gd name="connsiteY128" fmla="*/ 813954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1790700" h="1447800">
                    <a:moveTo>
                      <a:pt x="1789011" y="813954"/>
                    </a:moveTo>
                    <a:cubicBezTo>
                      <a:pt x="1784249" y="817764"/>
                      <a:pt x="1783297" y="791094"/>
                      <a:pt x="1784249" y="766329"/>
                    </a:cubicBezTo>
                    <a:cubicBezTo>
                      <a:pt x="1776630" y="752994"/>
                      <a:pt x="1769961" y="738706"/>
                      <a:pt x="1764247" y="724419"/>
                    </a:cubicBezTo>
                    <a:cubicBezTo>
                      <a:pt x="1755674" y="715847"/>
                      <a:pt x="1749007" y="694891"/>
                      <a:pt x="1747101" y="688224"/>
                    </a:cubicBezTo>
                    <a:cubicBezTo>
                      <a:pt x="1744244" y="677747"/>
                      <a:pt x="1729005" y="648219"/>
                      <a:pt x="1712811" y="652029"/>
                    </a:cubicBezTo>
                    <a:cubicBezTo>
                      <a:pt x="1696619" y="655839"/>
                      <a:pt x="1707097" y="626311"/>
                      <a:pt x="1690905" y="630122"/>
                    </a:cubicBezTo>
                    <a:cubicBezTo>
                      <a:pt x="1675664" y="632979"/>
                      <a:pt x="1671855" y="605356"/>
                      <a:pt x="1675664" y="580591"/>
                    </a:cubicBezTo>
                    <a:cubicBezTo>
                      <a:pt x="1678522" y="554874"/>
                      <a:pt x="1665186" y="574877"/>
                      <a:pt x="1657567" y="564399"/>
                    </a:cubicBezTo>
                    <a:cubicBezTo>
                      <a:pt x="1650899" y="553922"/>
                      <a:pt x="1643280" y="562494"/>
                      <a:pt x="1631849" y="566304"/>
                    </a:cubicBezTo>
                    <a:cubicBezTo>
                      <a:pt x="1621372" y="570114"/>
                      <a:pt x="1618514" y="544397"/>
                      <a:pt x="1621372" y="533919"/>
                    </a:cubicBezTo>
                    <a:cubicBezTo>
                      <a:pt x="1624230" y="523441"/>
                      <a:pt x="1619467" y="511059"/>
                      <a:pt x="1605180" y="498677"/>
                    </a:cubicBezTo>
                    <a:cubicBezTo>
                      <a:pt x="1590892" y="487247"/>
                      <a:pt x="1589939" y="477722"/>
                      <a:pt x="1590892" y="463434"/>
                    </a:cubicBezTo>
                    <a:cubicBezTo>
                      <a:pt x="1591844" y="450099"/>
                      <a:pt x="1508024" y="403427"/>
                      <a:pt x="1488974" y="398664"/>
                    </a:cubicBezTo>
                    <a:cubicBezTo>
                      <a:pt x="1469924" y="394854"/>
                      <a:pt x="1486117" y="372947"/>
                      <a:pt x="1478497" y="366279"/>
                    </a:cubicBezTo>
                    <a:cubicBezTo>
                      <a:pt x="1470876" y="358659"/>
                      <a:pt x="1468019" y="331036"/>
                      <a:pt x="1468019" y="308177"/>
                    </a:cubicBezTo>
                    <a:cubicBezTo>
                      <a:pt x="1468019" y="285316"/>
                      <a:pt x="1440397" y="277697"/>
                      <a:pt x="1441349" y="258647"/>
                    </a:cubicBezTo>
                    <a:cubicBezTo>
                      <a:pt x="1442301" y="239597"/>
                      <a:pt x="1433730" y="221499"/>
                      <a:pt x="1435634" y="200544"/>
                    </a:cubicBezTo>
                    <a:cubicBezTo>
                      <a:pt x="1437539" y="179589"/>
                      <a:pt x="1407059" y="173874"/>
                      <a:pt x="1406107" y="162444"/>
                    </a:cubicBezTo>
                    <a:cubicBezTo>
                      <a:pt x="1405155" y="151014"/>
                      <a:pt x="1388009" y="161491"/>
                      <a:pt x="1371817" y="163397"/>
                    </a:cubicBezTo>
                    <a:cubicBezTo>
                      <a:pt x="1355624" y="165302"/>
                      <a:pt x="1356576" y="140536"/>
                      <a:pt x="1358482" y="115772"/>
                    </a:cubicBezTo>
                    <a:cubicBezTo>
                      <a:pt x="1358482" y="111009"/>
                      <a:pt x="1358482" y="105294"/>
                      <a:pt x="1358482" y="99579"/>
                    </a:cubicBezTo>
                    <a:cubicBezTo>
                      <a:pt x="1343242" y="91959"/>
                      <a:pt x="1327049" y="84339"/>
                      <a:pt x="1309905" y="78624"/>
                    </a:cubicBezTo>
                    <a:cubicBezTo>
                      <a:pt x="1294664" y="72909"/>
                      <a:pt x="1285139" y="62431"/>
                      <a:pt x="1280376" y="50049"/>
                    </a:cubicBezTo>
                    <a:cubicBezTo>
                      <a:pt x="1279424" y="51954"/>
                      <a:pt x="1278472" y="52906"/>
                      <a:pt x="1276567" y="54811"/>
                    </a:cubicBezTo>
                    <a:cubicBezTo>
                      <a:pt x="1267994" y="63384"/>
                      <a:pt x="1282282" y="95769"/>
                      <a:pt x="1270851" y="108152"/>
                    </a:cubicBezTo>
                    <a:cubicBezTo>
                      <a:pt x="1259422" y="119581"/>
                      <a:pt x="1269899" y="166254"/>
                      <a:pt x="1267042" y="192924"/>
                    </a:cubicBezTo>
                    <a:cubicBezTo>
                      <a:pt x="1264184" y="219594"/>
                      <a:pt x="1265136" y="248169"/>
                      <a:pt x="1253707" y="266266"/>
                    </a:cubicBezTo>
                    <a:cubicBezTo>
                      <a:pt x="1242276" y="284364"/>
                      <a:pt x="1240372" y="312939"/>
                      <a:pt x="1216559" y="322464"/>
                    </a:cubicBezTo>
                    <a:cubicBezTo>
                      <a:pt x="1192747" y="331989"/>
                      <a:pt x="1161314" y="311986"/>
                      <a:pt x="1162267" y="297699"/>
                    </a:cubicBezTo>
                    <a:cubicBezTo>
                      <a:pt x="1163219" y="284364"/>
                      <a:pt x="1136549" y="275791"/>
                      <a:pt x="1123214" y="277697"/>
                    </a:cubicBezTo>
                    <a:cubicBezTo>
                      <a:pt x="1109880" y="279602"/>
                      <a:pt x="1101307" y="258647"/>
                      <a:pt x="1080351" y="240549"/>
                    </a:cubicBezTo>
                    <a:cubicBezTo>
                      <a:pt x="1058444" y="222452"/>
                      <a:pt x="1042251" y="244359"/>
                      <a:pt x="1035584" y="223404"/>
                    </a:cubicBezTo>
                    <a:cubicBezTo>
                      <a:pt x="1028917" y="202449"/>
                      <a:pt x="1022249" y="198639"/>
                      <a:pt x="1006057" y="187209"/>
                    </a:cubicBezTo>
                    <a:cubicBezTo>
                      <a:pt x="990817" y="175779"/>
                      <a:pt x="995579" y="175779"/>
                      <a:pt x="1009867" y="164349"/>
                    </a:cubicBezTo>
                    <a:cubicBezTo>
                      <a:pt x="1024154" y="152919"/>
                      <a:pt x="1021297" y="137679"/>
                      <a:pt x="1013676" y="124344"/>
                    </a:cubicBezTo>
                    <a:cubicBezTo>
                      <a:pt x="1006057" y="111009"/>
                      <a:pt x="1022249" y="113866"/>
                      <a:pt x="1042251" y="102436"/>
                    </a:cubicBezTo>
                    <a:cubicBezTo>
                      <a:pt x="1062255" y="91006"/>
                      <a:pt x="1042251" y="76719"/>
                      <a:pt x="1056539" y="71004"/>
                    </a:cubicBezTo>
                    <a:cubicBezTo>
                      <a:pt x="1070826" y="64336"/>
                      <a:pt x="1062255" y="51002"/>
                      <a:pt x="1047014" y="48144"/>
                    </a:cubicBezTo>
                    <a:cubicBezTo>
                      <a:pt x="1031774" y="45286"/>
                      <a:pt x="1036536" y="65289"/>
                      <a:pt x="1030822" y="67194"/>
                    </a:cubicBezTo>
                    <a:cubicBezTo>
                      <a:pt x="1025107" y="69099"/>
                      <a:pt x="1019392" y="40524"/>
                      <a:pt x="1014629" y="41477"/>
                    </a:cubicBezTo>
                    <a:cubicBezTo>
                      <a:pt x="1009867" y="42429"/>
                      <a:pt x="990817" y="70052"/>
                      <a:pt x="981292" y="56716"/>
                    </a:cubicBezTo>
                    <a:cubicBezTo>
                      <a:pt x="971767" y="43381"/>
                      <a:pt x="916522" y="30999"/>
                      <a:pt x="894614" y="28141"/>
                    </a:cubicBezTo>
                    <a:cubicBezTo>
                      <a:pt x="872707" y="25284"/>
                      <a:pt x="866039" y="-4244"/>
                      <a:pt x="853657" y="519"/>
                    </a:cubicBezTo>
                    <a:cubicBezTo>
                      <a:pt x="841274" y="6234"/>
                      <a:pt x="855561" y="15759"/>
                      <a:pt x="869849" y="31952"/>
                    </a:cubicBezTo>
                    <a:cubicBezTo>
                      <a:pt x="884136" y="49097"/>
                      <a:pt x="821272" y="60527"/>
                      <a:pt x="802222" y="53859"/>
                    </a:cubicBezTo>
                    <a:cubicBezTo>
                      <a:pt x="783172" y="47191"/>
                      <a:pt x="805079" y="69099"/>
                      <a:pt x="789839" y="67194"/>
                    </a:cubicBezTo>
                    <a:cubicBezTo>
                      <a:pt x="774599" y="66241"/>
                      <a:pt x="770789" y="95769"/>
                      <a:pt x="758407" y="111009"/>
                    </a:cubicBezTo>
                    <a:cubicBezTo>
                      <a:pt x="746024" y="126249"/>
                      <a:pt x="754597" y="136727"/>
                      <a:pt x="740309" y="146252"/>
                    </a:cubicBezTo>
                    <a:cubicBezTo>
                      <a:pt x="726974" y="155777"/>
                      <a:pt x="726022" y="166254"/>
                      <a:pt x="742214" y="186256"/>
                    </a:cubicBezTo>
                    <a:cubicBezTo>
                      <a:pt x="758407" y="206259"/>
                      <a:pt x="734594" y="207211"/>
                      <a:pt x="719354" y="191972"/>
                    </a:cubicBezTo>
                    <a:cubicBezTo>
                      <a:pt x="705067" y="175779"/>
                      <a:pt x="689826" y="175779"/>
                      <a:pt x="690779" y="193877"/>
                    </a:cubicBezTo>
                    <a:cubicBezTo>
                      <a:pt x="691732" y="211974"/>
                      <a:pt x="672682" y="203402"/>
                      <a:pt x="676492" y="183399"/>
                    </a:cubicBezTo>
                    <a:cubicBezTo>
                      <a:pt x="679349" y="163397"/>
                      <a:pt x="655536" y="172922"/>
                      <a:pt x="651726" y="161491"/>
                    </a:cubicBezTo>
                    <a:cubicBezTo>
                      <a:pt x="647917" y="150061"/>
                      <a:pt x="626961" y="131011"/>
                      <a:pt x="614579" y="131964"/>
                    </a:cubicBezTo>
                    <a:cubicBezTo>
                      <a:pt x="602197" y="132916"/>
                      <a:pt x="602197" y="148156"/>
                      <a:pt x="588861" y="148156"/>
                    </a:cubicBezTo>
                    <a:cubicBezTo>
                      <a:pt x="575526" y="148156"/>
                      <a:pt x="573622" y="155777"/>
                      <a:pt x="575526" y="170064"/>
                    </a:cubicBezTo>
                    <a:cubicBezTo>
                      <a:pt x="577432" y="185304"/>
                      <a:pt x="555524" y="169111"/>
                      <a:pt x="541236" y="171016"/>
                    </a:cubicBezTo>
                    <a:cubicBezTo>
                      <a:pt x="526949" y="172922"/>
                      <a:pt x="541236" y="191019"/>
                      <a:pt x="533617" y="191972"/>
                    </a:cubicBezTo>
                    <a:cubicBezTo>
                      <a:pt x="525997" y="192924"/>
                      <a:pt x="525997" y="208164"/>
                      <a:pt x="512661" y="208164"/>
                    </a:cubicBezTo>
                    <a:cubicBezTo>
                      <a:pt x="500279" y="208164"/>
                      <a:pt x="502184" y="238644"/>
                      <a:pt x="504089" y="254836"/>
                    </a:cubicBezTo>
                    <a:cubicBezTo>
                      <a:pt x="505994" y="271029"/>
                      <a:pt x="484086" y="247216"/>
                      <a:pt x="471704" y="251979"/>
                    </a:cubicBezTo>
                    <a:cubicBezTo>
                      <a:pt x="459322" y="255789"/>
                      <a:pt x="474561" y="270077"/>
                      <a:pt x="478372" y="288174"/>
                    </a:cubicBezTo>
                    <a:cubicBezTo>
                      <a:pt x="482182" y="306272"/>
                      <a:pt x="471704" y="305319"/>
                      <a:pt x="465036" y="312939"/>
                    </a:cubicBezTo>
                    <a:cubicBezTo>
                      <a:pt x="458369" y="320559"/>
                      <a:pt x="446939" y="292936"/>
                      <a:pt x="446939" y="276744"/>
                    </a:cubicBezTo>
                    <a:cubicBezTo>
                      <a:pt x="446939" y="260552"/>
                      <a:pt x="430747" y="275791"/>
                      <a:pt x="412649" y="295794"/>
                    </a:cubicBezTo>
                    <a:cubicBezTo>
                      <a:pt x="394551" y="315797"/>
                      <a:pt x="418364" y="346277"/>
                      <a:pt x="410744" y="351991"/>
                    </a:cubicBezTo>
                    <a:cubicBezTo>
                      <a:pt x="403124" y="357706"/>
                      <a:pt x="367882" y="392949"/>
                      <a:pt x="346926" y="419619"/>
                    </a:cubicBezTo>
                    <a:cubicBezTo>
                      <a:pt x="330734" y="440574"/>
                      <a:pt x="299301" y="434859"/>
                      <a:pt x="280251" y="437716"/>
                    </a:cubicBezTo>
                    <a:cubicBezTo>
                      <a:pt x="278347" y="439622"/>
                      <a:pt x="276442" y="441527"/>
                      <a:pt x="274536" y="443431"/>
                    </a:cubicBezTo>
                    <a:cubicBezTo>
                      <a:pt x="228817" y="480579"/>
                      <a:pt x="176429" y="512011"/>
                      <a:pt x="117374" y="525347"/>
                    </a:cubicBezTo>
                    <a:cubicBezTo>
                      <a:pt x="91657" y="554874"/>
                      <a:pt x="63082" y="583449"/>
                      <a:pt x="31649" y="610119"/>
                    </a:cubicBezTo>
                    <a:cubicBezTo>
                      <a:pt x="30696" y="612977"/>
                      <a:pt x="29744" y="615834"/>
                      <a:pt x="27839" y="618691"/>
                    </a:cubicBezTo>
                    <a:cubicBezTo>
                      <a:pt x="13551" y="641552"/>
                      <a:pt x="-736" y="665364"/>
                      <a:pt x="20219" y="694891"/>
                    </a:cubicBezTo>
                    <a:cubicBezTo>
                      <a:pt x="41174" y="724419"/>
                      <a:pt x="52604" y="743469"/>
                      <a:pt x="45936" y="758709"/>
                    </a:cubicBezTo>
                    <a:cubicBezTo>
                      <a:pt x="39269" y="773949"/>
                      <a:pt x="24029" y="729181"/>
                      <a:pt x="19267" y="733944"/>
                    </a:cubicBezTo>
                    <a:cubicBezTo>
                      <a:pt x="14504" y="739659"/>
                      <a:pt x="38317" y="758709"/>
                      <a:pt x="31649" y="768234"/>
                    </a:cubicBezTo>
                    <a:cubicBezTo>
                      <a:pt x="25934" y="777759"/>
                      <a:pt x="4979" y="732039"/>
                      <a:pt x="217" y="742516"/>
                    </a:cubicBezTo>
                    <a:cubicBezTo>
                      <a:pt x="-3593" y="752041"/>
                      <a:pt x="44032" y="824431"/>
                      <a:pt x="44984" y="850149"/>
                    </a:cubicBezTo>
                    <a:cubicBezTo>
                      <a:pt x="45936" y="876819"/>
                      <a:pt x="84036" y="901584"/>
                      <a:pt x="82132" y="939684"/>
                    </a:cubicBezTo>
                    <a:cubicBezTo>
                      <a:pt x="80226" y="977784"/>
                      <a:pt x="115469" y="1038744"/>
                      <a:pt x="121184" y="1048269"/>
                    </a:cubicBezTo>
                    <a:cubicBezTo>
                      <a:pt x="126899" y="1057794"/>
                      <a:pt x="107849" y="1083511"/>
                      <a:pt x="111659" y="1112086"/>
                    </a:cubicBezTo>
                    <a:cubicBezTo>
                      <a:pt x="115469" y="1140661"/>
                      <a:pt x="103086" y="1151139"/>
                      <a:pt x="85942" y="1151139"/>
                    </a:cubicBezTo>
                    <a:cubicBezTo>
                      <a:pt x="69749" y="1151139"/>
                      <a:pt x="79274" y="1180666"/>
                      <a:pt x="97372" y="1182572"/>
                    </a:cubicBezTo>
                    <a:cubicBezTo>
                      <a:pt x="116422" y="1184477"/>
                      <a:pt x="108801" y="1198764"/>
                      <a:pt x="129757" y="1213052"/>
                    </a:cubicBezTo>
                    <a:cubicBezTo>
                      <a:pt x="134519" y="1215909"/>
                      <a:pt x="140234" y="1218766"/>
                      <a:pt x="146901" y="1219719"/>
                    </a:cubicBezTo>
                    <a:cubicBezTo>
                      <a:pt x="194526" y="1201622"/>
                      <a:pt x="245009" y="1189239"/>
                      <a:pt x="292634" y="1170189"/>
                    </a:cubicBezTo>
                    <a:cubicBezTo>
                      <a:pt x="296444" y="1166379"/>
                      <a:pt x="303111" y="1163522"/>
                      <a:pt x="311684" y="1161616"/>
                    </a:cubicBezTo>
                    <a:cubicBezTo>
                      <a:pt x="326924" y="1153997"/>
                      <a:pt x="342164" y="1146377"/>
                      <a:pt x="356451" y="1136852"/>
                    </a:cubicBezTo>
                    <a:cubicBezTo>
                      <a:pt x="423126" y="1092084"/>
                      <a:pt x="483134" y="1057794"/>
                      <a:pt x="566954" y="1069224"/>
                    </a:cubicBezTo>
                    <a:cubicBezTo>
                      <a:pt x="572669" y="1070177"/>
                      <a:pt x="578384" y="1072081"/>
                      <a:pt x="582194" y="1074939"/>
                    </a:cubicBezTo>
                    <a:cubicBezTo>
                      <a:pt x="589814" y="1074939"/>
                      <a:pt x="599339" y="1074939"/>
                      <a:pt x="611722" y="1075891"/>
                    </a:cubicBezTo>
                    <a:cubicBezTo>
                      <a:pt x="649822" y="1077797"/>
                      <a:pt x="685064" y="1055889"/>
                      <a:pt x="709829" y="1045411"/>
                    </a:cubicBezTo>
                    <a:cubicBezTo>
                      <a:pt x="734594" y="1034934"/>
                      <a:pt x="779361" y="1038744"/>
                      <a:pt x="803174" y="1033029"/>
                    </a:cubicBezTo>
                    <a:cubicBezTo>
                      <a:pt x="826986" y="1026361"/>
                      <a:pt x="830797" y="1064461"/>
                      <a:pt x="857467" y="1061604"/>
                    </a:cubicBezTo>
                    <a:cubicBezTo>
                      <a:pt x="884136" y="1058747"/>
                      <a:pt x="895567" y="1070177"/>
                      <a:pt x="909854" y="1069224"/>
                    </a:cubicBezTo>
                    <a:cubicBezTo>
                      <a:pt x="923189" y="1068272"/>
                      <a:pt x="921284" y="1079702"/>
                      <a:pt x="935572" y="1082559"/>
                    </a:cubicBezTo>
                    <a:cubicBezTo>
                      <a:pt x="948907" y="1085416"/>
                      <a:pt x="947001" y="1098752"/>
                      <a:pt x="938429" y="1112086"/>
                    </a:cubicBezTo>
                    <a:cubicBezTo>
                      <a:pt x="929857" y="1125422"/>
                      <a:pt x="959384" y="1124469"/>
                      <a:pt x="977482" y="1152091"/>
                    </a:cubicBezTo>
                    <a:cubicBezTo>
                      <a:pt x="996532" y="1179714"/>
                      <a:pt x="978434" y="1183524"/>
                      <a:pt x="987959" y="1205431"/>
                    </a:cubicBezTo>
                    <a:cubicBezTo>
                      <a:pt x="997484" y="1226386"/>
                      <a:pt x="1004151" y="1221624"/>
                      <a:pt x="1024154" y="1192097"/>
                    </a:cubicBezTo>
                    <a:cubicBezTo>
                      <a:pt x="1044157" y="1162569"/>
                      <a:pt x="1065111" y="1181619"/>
                      <a:pt x="1067969" y="1155902"/>
                    </a:cubicBezTo>
                    <a:cubicBezTo>
                      <a:pt x="1070826" y="1130184"/>
                      <a:pt x="1091782" y="1100656"/>
                      <a:pt x="1105117" y="1113991"/>
                    </a:cubicBezTo>
                    <a:cubicBezTo>
                      <a:pt x="1118451" y="1126374"/>
                      <a:pt x="1095592" y="1133041"/>
                      <a:pt x="1086067" y="1181619"/>
                    </a:cubicBezTo>
                    <a:cubicBezTo>
                      <a:pt x="1077494" y="1230197"/>
                      <a:pt x="1061301" y="1204479"/>
                      <a:pt x="1058444" y="1218766"/>
                    </a:cubicBezTo>
                    <a:cubicBezTo>
                      <a:pt x="1055586" y="1232102"/>
                      <a:pt x="1099401" y="1239722"/>
                      <a:pt x="1099401" y="1214956"/>
                    </a:cubicBezTo>
                    <a:cubicBezTo>
                      <a:pt x="1099401" y="1189239"/>
                      <a:pt x="1107022" y="1177809"/>
                      <a:pt x="1124167" y="1201622"/>
                    </a:cubicBezTo>
                    <a:cubicBezTo>
                      <a:pt x="1140359" y="1224481"/>
                      <a:pt x="1114642" y="1243531"/>
                      <a:pt x="1118451" y="1254961"/>
                    </a:cubicBezTo>
                    <a:cubicBezTo>
                      <a:pt x="1122261" y="1265439"/>
                      <a:pt x="1141311" y="1252104"/>
                      <a:pt x="1150836" y="1253056"/>
                    </a:cubicBezTo>
                    <a:cubicBezTo>
                      <a:pt x="1167982" y="1254961"/>
                      <a:pt x="1191794" y="1296872"/>
                      <a:pt x="1187984" y="1318779"/>
                    </a:cubicBezTo>
                    <a:cubicBezTo>
                      <a:pt x="1187984" y="1319731"/>
                      <a:pt x="1187984" y="1320684"/>
                      <a:pt x="1187984" y="1320684"/>
                    </a:cubicBezTo>
                    <a:cubicBezTo>
                      <a:pt x="1249897" y="1333066"/>
                      <a:pt x="1306094" y="1369261"/>
                      <a:pt x="1341336" y="1419744"/>
                    </a:cubicBezTo>
                    <a:cubicBezTo>
                      <a:pt x="1345147" y="1425459"/>
                      <a:pt x="1348005" y="1431174"/>
                      <a:pt x="1348957" y="1435936"/>
                    </a:cubicBezTo>
                    <a:cubicBezTo>
                      <a:pt x="1364197" y="1443556"/>
                      <a:pt x="1395630" y="1422602"/>
                      <a:pt x="1402297" y="1398789"/>
                    </a:cubicBezTo>
                    <a:cubicBezTo>
                      <a:pt x="1408964" y="1373072"/>
                      <a:pt x="1434682" y="1397836"/>
                      <a:pt x="1421347" y="1406409"/>
                    </a:cubicBezTo>
                    <a:cubicBezTo>
                      <a:pt x="1408011" y="1414981"/>
                      <a:pt x="1428014" y="1434984"/>
                      <a:pt x="1428967" y="1421649"/>
                    </a:cubicBezTo>
                    <a:cubicBezTo>
                      <a:pt x="1429919" y="1408314"/>
                      <a:pt x="1435634" y="1395931"/>
                      <a:pt x="1440397" y="1412124"/>
                    </a:cubicBezTo>
                    <a:cubicBezTo>
                      <a:pt x="1445159" y="1428316"/>
                      <a:pt x="1463257" y="1428316"/>
                      <a:pt x="1469924" y="1440699"/>
                    </a:cubicBezTo>
                    <a:cubicBezTo>
                      <a:pt x="1476592" y="1453081"/>
                      <a:pt x="1484211" y="1462606"/>
                      <a:pt x="1484211" y="1452129"/>
                    </a:cubicBezTo>
                    <a:cubicBezTo>
                      <a:pt x="1484211" y="1441652"/>
                      <a:pt x="1488022" y="1432127"/>
                      <a:pt x="1504214" y="1425459"/>
                    </a:cubicBezTo>
                    <a:cubicBezTo>
                      <a:pt x="1519455" y="1418791"/>
                      <a:pt x="1529932" y="1407361"/>
                      <a:pt x="1546124" y="1393074"/>
                    </a:cubicBezTo>
                    <a:cubicBezTo>
                      <a:pt x="1562317" y="1377834"/>
                      <a:pt x="1631849" y="1374977"/>
                      <a:pt x="1638517" y="1374977"/>
                    </a:cubicBezTo>
                    <a:cubicBezTo>
                      <a:pt x="1645184" y="1374977"/>
                      <a:pt x="1648994" y="1311159"/>
                      <a:pt x="1652805" y="1278774"/>
                    </a:cubicBezTo>
                    <a:cubicBezTo>
                      <a:pt x="1656614" y="1246389"/>
                      <a:pt x="1682332" y="1240674"/>
                      <a:pt x="1686142" y="1205431"/>
                    </a:cubicBezTo>
                    <a:cubicBezTo>
                      <a:pt x="1689951" y="1170189"/>
                      <a:pt x="1724242" y="1106372"/>
                      <a:pt x="1732814" y="1102561"/>
                    </a:cubicBezTo>
                    <a:cubicBezTo>
                      <a:pt x="1741386" y="1099704"/>
                      <a:pt x="1758532" y="1090179"/>
                      <a:pt x="1759484" y="1070177"/>
                    </a:cubicBezTo>
                    <a:cubicBezTo>
                      <a:pt x="1759484" y="1070177"/>
                      <a:pt x="1759484" y="1070177"/>
                      <a:pt x="1759484" y="1070177"/>
                    </a:cubicBezTo>
                    <a:cubicBezTo>
                      <a:pt x="1759484" y="1020647"/>
                      <a:pt x="1767105" y="972069"/>
                      <a:pt x="1777582" y="921586"/>
                    </a:cubicBezTo>
                    <a:cubicBezTo>
                      <a:pt x="1784249" y="888249"/>
                      <a:pt x="1791869" y="853959"/>
                      <a:pt x="1794726" y="819669"/>
                    </a:cubicBezTo>
                    <a:cubicBezTo>
                      <a:pt x="1792822" y="813954"/>
                      <a:pt x="1790917" y="813002"/>
                      <a:pt x="1789011" y="813954"/>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195" name="Freeform: Shape 335">
                <a:extLst>
                  <a:ext uri="{FF2B5EF4-FFF2-40B4-BE49-F238E27FC236}">
                    <a16:creationId xmlns:a16="http://schemas.microsoft.com/office/drawing/2014/main" id="{9CCEA5DB-B0FA-00B5-13BA-D297B583BE99}"/>
                  </a:ext>
                </a:extLst>
              </p:cNvPr>
              <p:cNvSpPr/>
              <p:nvPr/>
            </p:nvSpPr>
            <p:spPr>
              <a:xfrm>
                <a:off x="9108556" y="5392498"/>
                <a:ext cx="68295" cy="73173"/>
              </a:xfrm>
              <a:custGeom>
                <a:avLst/>
                <a:gdLst>
                  <a:gd name="connsiteX0" fmla="*/ 129540 w 133350"/>
                  <a:gd name="connsiteY0" fmla="*/ 5574 h 142875"/>
                  <a:gd name="connsiteX1" fmla="*/ 55245 w 133350"/>
                  <a:gd name="connsiteY1" fmla="*/ 22719 h 142875"/>
                  <a:gd name="connsiteX2" fmla="*/ 0 w 133350"/>
                  <a:gd name="connsiteY2" fmla="*/ 6527 h 142875"/>
                  <a:gd name="connsiteX3" fmla="*/ 77152 w 133350"/>
                  <a:gd name="connsiteY3" fmla="*/ 152259 h 142875"/>
                  <a:gd name="connsiteX4" fmla="*/ 82867 w 133350"/>
                  <a:gd name="connsiteY4" fmla="*/ 150354 h 142875"/>
                  <a:gd name="connsiteX5" fmla="*/ 92392 w 133350"/>
                  <a:gd name="connsiteY5" fmla="*/ 125589 h 142875"/>
                  <a:gd name="connsiteX6" fmla="*/ 118110 w 133350"/>
                  <a:gd name="connsiteY6" fmla="*/ 131304 h 142875"/>
                  <a:gd name="connsiteX7" fmla="*/ 130492 w 133350"/>
                  <a:gd name="connsiteY7" fmla="*/ 79869 h 142875"/>
                  <a:gd name="connsiteX8" fmla="*/ 129540 w 133350"/>
                  <a:gd name="connsiteY8" fmla="*/ 557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42875">
                    <a:moveTo>
                      <a:pt x="129540" y="5574"/>
                    </a:moveTo>
                    <a:cubicBezTo>
                      <a:pt x="124777" y="-12523"/>
                      <a:pt x="81915" y="18909"/>
                      <a:pt x="55245" y="22719"/>
                    </a:cubicBezTo>
                    <a:cubicBezTo>
                      <a:pt x="38100" y="24624"/>
                      <a:pt x="16192" y="14147"/>
                      <a:pt x="0" y="6527"/>
                    </a:cubicBezTo>
                    <a:cubicBezTo>
                      <a:pt x="33338" y="50342"/>
                      <a:pt x="59055" y="99872"/>
                      <a:pt x="77152" y="152259"/>
                    </a:cubicBezTo>
                    <a:cubicBezTo>
                      <a:pt x="78105" y="150354"/>
                      <a:pt x="80010" y="149402"/>
                      <a:pt x="82867" y="150354"/>
                    </a:cubicBezTo>
                    <a:cubicBezTo>
                      <a:pt x="95250" y="151306"/>
                      <a:pt x="90488" y="137019"/>
                      <a:pt x="92392" y="125589"/>
                    </a:cubicBezTo>
                    <a:cubicBezTo>
                      <a:pt x="94298" y="115111"/>
                      <a:pt x="106680" y="137019"/>
                      <a:pt x="118110" y="131304"/>
                    </a:cubicBezTo>
                    <a:cubicBezTo>
                      <a:pt x="128588" y="124636"/>
                      <a:pt x="115252" y="79869"/>
                      <a:pt x="130492" y="79869"/>
                    </a:cubicBezTo>
                    <a:cubicBezTo>
                      <a:pt x="147638" y="78917"/>
                      <a:pt x="135255" y="23672"/>
                      <a:pt x="129540" y="5574"/>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196" name="Freeform: Shape 336">
                <a:extLst>
                  <a:ext uri="{FF2B5EF4-FFF2-40B4-BE49-F238E27FC236}">
                    <a16:creationId xmlns:a16="http://schemas.microsoft.com/office/drawing/2014/main" id="{AB828AA0-D09F-0CE7-2B24-C8465A0FF247}"/>
                  </a:ext>
                </a:extLst>
              </p:cNvPr>
              <p:cNvSpPr/>
              <p:nvPr/>
            </p:nvSpPr>
            <p:spPr>
              <a:xfrm>
                <a:off x="9745085" y="5223150"/>
                <a:ext cx="121956" cy="190251"/>
              </a:xfrm>
              <a:custGeom>
                <a:avLst/>
                <a:gdLst>
                  <a:gd name="connsiteX0" fmla="*/ 100165 w 238125"/>
                  <a:gd name="connsiteY0" fmla="*/ 361950 h 371475"/>
                  <a:gd name="connsiteX1" fmla="*/ 215417 w 238125"/>
                  <a:gd name="connsiteY1" fmla="*/ 174307 h 371475"/>
                  <a:gd name="connsiteX2" fmla="*/ 243040 w 238125"/>
                  <a:gd name="connsiteY2" fmla="*/ 159068 h 371475"/>
                  <a:gd name="connsiteX3" fmla="*/ 203988 w 238125"/>
                  <a:gd name="connsiteY3" fmla="*/ 173355 h 371475"/>
                  <a:gd name="connsiteX4" fmla="*/ 161125 w 238125"/>
                  <a:gd name="connsiteY4" fmla="*/ 169545 h 371475"/>
                  <a:gd name="connsiteX5" fmla="*/ 134455 w 238125"/>
                  <a:gd name="connsiteY5" fmla="*/ 140970 h 371475"/>
                  <a:gd name="connsiteX6" fmla="*/ 114452 w 238125"/>
                  <a:gd name="connsiteY6" fmla="*/ 102870 h 371475"/>
                  <a:gd name="connsiteX7" fmla="*/ 113500 w 238125"/>
                  <a:gd name="connsiteY7" fmla="*/ 129540 h 371475"/>
                  <a:gd name="connsiteX8" fmla="*/ 95402 w 238125"/>
                  <a:gd name="connsiteY8" fmla="*/ 120015 h 371475"/>
                  <a:gd name="connsiteX9" fmla="*/ 79210 w 238125"/>
                  <a:gd name="connsiteY9" fmla="*/ 87630 h 371475"/>
                  <a:gd name="connsiteX10" fmla="*/ 63017 w 238125"/>
                  <a:gd name="connsiteY10" fmla="*/ 43815 h 371475"/>
                  <a:gd name="connsiteX11" fmla="*/ 7773 w 238125"/>
                  <a:gd name="connsiteY11" fmla="*/ 0 h 371475"/>
                  <a:gd name="connsiteX12" fmla="*/ 21107 w 238125"/>
                  <a:gd name="connsiteY12" fmla="*/ 50482 h 371475"/>
                  <a:gd name="connsiteX13" fmla="*/ 51588 w 238125"/>
                  <a:gd name="connsiteY13" fmla="*/ 84773 h 371475"/>
                  <a:gd name="connsiteX14" fmla="*/ 78257 w 238125"/>
                  <a:gd name="connsiteY14" fmla="*/ 122873 h 371475"/>
                  <a:gd name="connsiteX15" fmla="*/ 71590 w 238125"/>
                  <a:gd name="connsiteY15" fmla="*/ 193357 h 371475"/>
                  <a:gd name="connsiteX16" fmla="*/ 35394 w 238125"/>
                  <a:gd name="connsiteY16" fmla="*/ 237173 h 371475"/>
                  <a:gd name="connsiteX17" fmla="*/ 94450 w 238125"/>
                  <a:gd name="connsiteY17" fmla="*/ 294323 h 371475"/>
                  <a:gd name="connsiteX18" fmla="*/ 82067 w 238125"/>
                  <a:gd name="connsiteY18" fmla="*/ 370523 h 371475"/>
                  <a:gd name="connsiteX19" fmla="*/ 100165 w 238125"/>
                  <a:gd name="connsiteY19" fmla="*/ 379095 h 371475"/>
                  <a:gd name="connsiteX20" fmla="*/ 100165 w 238125"/>
                  <a:gd name="connsiteY20" fmla="*/ 361950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8125" h="371475">
                    <a:moveTo>
                      <a:pt x="100165" y="361950"/>
                    </a:moveTo>
                    <a:cubicBezTo>
                      <a:pt x="111594" y="289560"/>
                      <a:pt x="167792" y="228600"/>
                      <a:pt x="215417" y="174307"/>
                    </a:cubicBezTo>
                    <a:cubicBezTo>
                      <a:pt x="223990" y="164782"/>
                      <a:pt x="233515" y="160020"/>
                      <a:pt x="243040" y="159068"/>
                    </a:cubicBezTo>
                    <a:cubicBezTo>
                      <a:pt x="232563" y="154305"/>
                      <a:pt x="209702" y="161925"/>
                      <a:pt x="203988" y="173355"/>
                    </a:cubicBezTo>
                    <a:cubicBezTo>
                      <a:pt x="195415" y="189548"/>
                      <a:pt x="177317" y="169545"/>
                      <a:pt x="161125" y="169545"/>
                    </a:cubicBezTo>
                    <a:cubicBezTo>
                      <a:pt x="144932" y="169545"/>
                      <a:pt x="134455" y="157163"/>
                      <a:pt x="134455" y="140970"/>
                    </a:cubicBezTo>
                    <a:cubicBezTo>
                      <a:pt x="134455" y="124777"/>
                      <a:pt x="130644" y="101918"/>
                      <a:pt x="114452" y="102870"/>
                    </a:cubicBezTo>
                    <a:cubicBezTo>
                      <a:pt x="99213" y="103823"/>
                      <a:pt x="119215" y="120968"/>
                      <a:pt x="113500" y="129540"/>
                    </a:cubicBezTo>
                    <a:cubicBezTo>
                      <a:pt x="107785" y="138113"/>
                      <a:pt x="103975" y="120015"/>
                      <a:pt x="95402" y="120015"/>
                    </a:cubicBezTo>
                    <a:cubicBezTo>
                      <a:pt x="87782" y="120015"/>
                      <a:pt x="79210" y="108585"/>
                      <a:pt x="79210" y="87630"/>
                    </a:cubicBezTo>
                    <a:cubicBezTo>
                      <a:pt x="79210" y="66675"/>
                      <a:pt x="63017" y="68580"/>
                      <a:pt x="63017" y="43815"/>
                    </a:cubicBezTo>
                    <a:cubicBezTo>
                      <a:pt x="63017" y="19050"/>
                      <a:pt x="27775" y="0"/>
                      <a:pt x="7773" y="0"/>
                    </a:cubicBezTo>
                    <a:cubicBezTo>
                      <a:pt x="-12231" y="0"/>
                      <a:pt x="11582" y="38100"/>
                      <a:pt x="21107" y="50482"/>
                    </a:cubicBezTo>
                    <a:cubicBezTo>
                      <a:pt x="30632" y="62865"/>
                      <a:pt x="52540" y="75248"/>
                      <a:pt x="51588" y="84773"/>
                    </a:cubicBezTo>
                    <a:cubicBezTo>
                      <a:pt x="50635" y="94298"/>
                      <a:pt x="65875" y="119063"/>
                      <a:pt x="78257" y="122873"/>
                    </a:cubicBezTo>
                    <a:cubicBezTo>
                      <a:pt x="89688" y="126682"/>
                      <a:pt x="71590" y="163830"/>
                      <a:pt x="71590" y="193357"/>
                    </a:cubicBezTo>
                    <a:cubicBezTo>
                      <a:pt x="71590" y="222885"/>
                      <a:pt x="49682" y="218123"/>
                      <a:pt x="35394" y="237173"/>
                    </a:cubicBezTo>
                    <a:cubicBezTo>
                      <a:pt x="21107" y="256223"/>
                      <a:pt x="72542" y="275273"/>
                      <a:pt x="94450" y="294323"/>
                    </a:cubicBezTo>
                    <a:cubicBezTo>
                      <a:pt x="116357" y="313373"/>
                      <a:pt x="76352" y="360045"/>
                      <a:pt x="82067" y="370523"/>
                    </a:cubicBezTo>
                    <a:cubicBezTo>
                      <a:pt x="83973" y="373380"/>
                      <a:pt x="90640" y="378143"/>
                      <a:pt x="100165" y="379095"/>
                    </a:cubicBezTo>
                    <a:cubicBezTo>
                      <a:pt x="99213" y="373380"/>
                      <a:pt x="99213" y="367665"/>
                      <a:pt x="100165" y="36195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197" name="Freeform: Shape 337">
                <a:extLst>
                  <a:ext uri="{FF2B5EF4-FFF2-40B4-BE49-F238E27FC236}">
                    <a16:creationId xmlns:a16="http://schemas.microsoft.com/office/drawing/2014/main" id="{1F443626-DF14-09EF-78D4-D539FC9322EB}"/>
                  </a:ext>
                </a:extLst>
              </p:cNvPr>
              <p:cNvSpPr/>
              <p:nvPr/>
            </p:nvSpPr>
            <p:spPr>
              <a:xfrm>
                <a:off x="9598301" y="5393465"/>
                <a:ext cx="170738" cy="165860"/>
              </a:xfrm>
              <a:custGeom>
                <a:avLst/>
                <a:gdLst>
                  <a:gd name="connsiteX0" fmla="*/ 337238 w 333375"/>
                  <a:gd name="connsiteY0" fmla="*/ 50359 h 323850"/>
                  <a:gd name="connsiteX1" fmla="*/ 331522 w 333375"/>
                  <a:gd name="connsiteY1" fmla="*/ 11306 h 323850"/>
                  <a:gd name="connsiteX2" fmla="*/ 296280 w 333375"/>
                  <a:gd name="connsiteY2" fmla="*/ 22736 h 323850"/>
                  <a:gd name="connsiteX3" fmla="*/ 253418 w 333375"/>
                  <a:gd name="connsiteY3" fmla="*/ 3686 h 323850"/>
                  <a:gd name="connsiteX4" fmla="*/ 230558 w 333375"/>
                  <a:gd name="connsiteY4" fmla="*/ 44643 h 323850"/>
                  <a:gd name="connsiteX5" fmla="*/ 194363 w 333375"/>
                  <a:gd name="connsiteY5" fmla="*/ 111318 h 323850"/>
                  <a:gd name="connsiteX6" fmla="*/ 72443 w 333375"/>
                  <a:gd name="connsiteY6" fmla="*/ 197996 h 323850"/>
                  <a:gd name="connsiteX7" fmla="*/ 16245 w 333375"/>
                  <a:gd name="connsiteY7" fmla="*/ 255146 h 323850"/>
                  <a:gd name="connsiteX8" fmla="*/ 4816 w 333375"/>
                  <a:gd name="connsiteY8" fmla="*/ 306581 h 323850"/>
                  <a:gd name="connsiteX9" fmla="*/ 44820 w 333375"/>
                  <a:gd name="connsiteY9" fmla="*/ 325631 h 323850"/>
                  <a:gd name="connsiteX10" fmla="*/ 56251 w 333375"/>
                  <a:gd name="connsiteY10" fmla="*/ 332298 h 323850"/>
                  <a:gd name="connsiteX11" fmla="*/ 111495 w 333375"/>
                  <a:gd name="connsiteY11" fmla="*/ 300866 h 323850"/>
                  <a:gd name="connsiteX12" fmla="*/ 157216 w 333375"/>
                  <a:gd name="connsiteY12" fmla="*/ 265623 h 323850"/>
                  <a:gd name="connsiteX13" fmla="*/ 178170 w 333375"/>
                  <a:gd name="connsiteY13" fmla="*/ 256098 h 323850"/>
                  <a:gd name="connsiteX14" fmla="*/ 201030 w 333375"/>
                  <a:gd name="connsiteY14" fmla="*/ 221809 h 323850"/>
                  <a:gd name="connsiteX15" fmla="*/ 258180 w 333375"/>
                  <a:gd name="connsiteY15" fmla="*/ 137036 h 323850"/>
                  <a:gd name="connsiteX16" fmla="*/ 299138 w 333375"/>
                  <a:gd name="connsiteY16" fmla="*/ 123701 h 323850"/>
                  <a:gd name="connsiteX17" fmla="*/ 302947 w 333375"/>
                  <a:gd name="connsiteY17" fmla="*/ 111318 h 323850"/>
                  <a:gd name="connsiteX18" fmla="*/ 337238 w 333375"/>
                  <a:gd name="connsiteY18" fmla="*/ 50359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3375" h="323850">
                    <a:moveTo>
                      <a:pt x="337238" y="50359"/>
                    </a:moveTo>
                    <a:cubicBezTo>
                      <a:pt x="328666" y="32261"/>
                      <a:pt x="344858" y="21784"/>
                      <a:pt x="331522" y="11306"/>
                    </a:cubicBezTo>
                    <a:cubicBezTo>
                      <a:pt x="318188" y="828"/>
                      <a:pt x="310568" y="15116"/>
                      <a:pt x="296280" y="22736"/>
                    </a:cubicBezTo>
                    <a:cubicBezTo>
                      <a:pt x="281993" y="30356"/>
                      <a:pt x="271516" y="-12507"/>
                      <a:pt x="253418" y="3686"/>
                    </a:cubicBezTo>
                    <a:cubicBezTo>
                      <a:pt x="234368" y="19878"/>
                      <a:pt x="251513" y="25593"/>
                      <a:pt x="230558" y="44643"/>
                    </a:cubicBezTo>
                    <a:cubicBezTo>
                      <a:pt x="209603" y="63693"/>
                      <a:pt x="219128" y="70361"/>
                      <a:pt x="194363" y="111318"/>
                    </a:cubicBezTo>
                    <a:cubicBezTo>
                      <a:pt x="169597" y="152276"/>
                      <a:pt x="85778" y="176089"/>
                      <a:pt x="72443" y="197996"/>
                    </a:cubicBezTo>
                    <a:cubicBezTo>
                      <a:pt x="60060" y="219903"/>
                      <a:pt x="17197" y="238001"/>
                      <a:pt x="16245" y="255146"/>
                    </a:cubicBezTo>
                    <a:cubicBezTo>
                      <a:pt x="15293" y="272291"/>
                      <a:pt x="-10424" y="283721"/>
                      <a:pt x="4816" y="306581"/>
                    </a:cubicBezTo>
                    <a:cubicBezTo>
                      <a:pt x="16245" y="324678"/>
                      <a:pt x="32438" y="312296"/>
                      <a:pt x="44820" y="325631"/>
                    </a:cubicBezTo>
                    <a:cubicBezTo>
                      <a:pt x="48630" y="330393"/>
                      <a:pt x="52441" y="331346"/>
                      <a:pt x="56251" y="332298"/>
                    </a:cubicBezTo>
                    <a:cubicBezTo>
                      <a:pt x="72443" y="318964"/>
                      <a:pt x="90541" y="308486"/>
                      <a:pt x="111495" y="300866"/>
                    </a:cubicBezTo>
                    <a:cubicBezTo>
                      <a:pt x="115305" y="280864"/>
                      <a:pt x="130545" y="264671"/>
                      <a:pt x="157216" y="265623"/>
                    </a:cubicBezTo>
                    <a:cubicBezTo>
                      <a:pt x="167693" y="265623"/>
                      <a:pt x="168645" y="266576"/>
                      <a:pt x="178170" y="256098"/>
                    </a:cubicBezTo>
                    <a:cubicBezTo>
                      <a:pt x="187695" y="245621"/>
                      <a:pt x="194363" y="234191"/>
                      <a:pt x="201030" y="221809"/>
                    </a:cubicBezTo>
                    <a:cubicBezTo>
                      <a:pt x="218176" y="192281"/>
                      <a:pt x="233416" y="161801"/>
                      <a:pt x="258180" y="137036"/>
                    </a:cubicBezTo>
                    <a:cubicBezTo>
                      <a:pt x="270563" y="123701"/>
                      <a:pt x="285803" y="120843"/>
                      <a:pt x="299138" y="123701"/>
                    </a:cubicBezTo>
                    <a:cubicBezTo>
                      <a:pt x="301043" y="119891"/>
                      <a:pt x="302947" y="116081"/>
                      <a:pt x="302947" y="111318"/>
                    </a:cubicBezTo>
                    <a:cubicBezTo>
                      <a:pt x="302947" y="89411"/>
                      <a:pt x="345810" y="68456"/>
                      <a:pt x="337238" y="5035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198" name="Freeform: Shape 338">
                <a:extLst>
                  <a:ext uri="{FF2B5EF4-FFF2-40B4-BE49-F238E27FC236}">
                    <a16:creationId xmlns:a16="http://schemas.microsoft.com/office/drawing/2014/main" id="{FF00ECC2-6533-2E01-EA79-0118506508FA}"/>
                  </a:ext>
                </a:extLst>
              </p:cNvPr>
              <p:cNvSpPr/>
              <p:nvPr/>
            </p:nvSpPr>
            <p:spPr>
              <a:xfrm>
                <a:off x="9847064" y="4735782"/>
                <a:ext cx="53661" cy="48782"/>
              </a:xfrm>
              <a:custGeom>
                <a:avLst/>
                <a:gdLst>
                  <a:gd name="connsiteX0" fmla="*/ 2009 w 104775"/>
                  <a:gd name="connsiteY0" fmla="*/ 86746 h 95250"/>
                  <a:gd name="connsiteX1" fmla="*/ 52492 w 104775"/>
                  <a:gd name="connsiteY1" fmla="*/ 71505 h 95250"/>
                  <a:gd name="connsiteX2" fmla="*/ 2009 w 104775"/>
                  <a:gd name="connsiteY2" fmla="*/ 86746 h 95250"/>
                  <a:gd name="connsiteX3" fmla="*/ 62969 w 104775"/>
                  <a:gd name="connsiteY3" fmla="*/ 31501 h 95250"/>
                  <a:gd name="connsiteX4" fmla="*/ 108690 w 104775"/>
                  <a:gd name="connsiteY4" fmla="*/ 4830 h 95250"/>
                  <a:gd name="connsiteX5" fmla="*/ 62969 w 104775"/>
                  <a:gd name="connsiteY5" fmla="*/ 31501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775" h="95250">
                    <a:moveTo>
                      <a:pt x="2009" y="86746"/>
                    </a:moveTo>
                    <a:cubicBezTo>
                      <a:pt x="18202" y="103891"/>
                      <a:pt x="51540" y="102938"/>
                      <a:pt x="52492" y="71505"/>
                    </a:cubicBezTo>
                    <a:cubicBezTo>
                      <a:pt x="54396" y="41978"/>
                      <a:pt x="-12279" y="72458"/>
                      <a:pt x="2009" y="86746"/>
                    </a:cubicBezTo>
                    <a:close/>
                    <a:moveTo>
                      <a:pt x="62969" y="31501"/>
                    </a:moveTo>
                    <a:cubicBezTo>
                      <a:pt x="73446" y="35311"/>
                      <a:pt x="108690" y="22928"/>
                      <a:pt x="108690" y="4830"/>
                    </a:cubicBezTo>
                    <a:cubicBezTo>
                      <a:pt x="109642" y="-13267"/>
                      <a:pt x="46777" y="24833"/>
                      <a:pt x="62969" y="31501"/>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199" name="Freeform: Shape 339">
                <a:extLst>
                  <a:ext uri="{FF2B5EF4-FFF2-40B4-BE49-F238E27FC236}">
                    <a16:creationId xmlns:a16="http://schemas.microsoft.com/office/drawing/2014/main" id="{C4914E28-C0B1-DD07-EC68-845D3FEFFB50}"/>
                  </a:ext>
                </a:extLst>
              </p:cNvPr>
              <p:cNvSpPr/>
              <p:nvPr/>
            </p:nvSpPr>
            <p:spPr>
              <a:xfrm>
                <a:off x="7035237" y="3202821"/>
                <a:ext cx="317083" cy="214641"/>
              </a:xfrm>
              <a:custGeom>
                <a:avLst/>
                <a:gdLst>
                  <a:gd name="connsiteX0" fmla="*/ 621179 w 619125"/>
                  <a:gd name="connsiteY0" fmla="*/ 267207 h 419100"/>
                  <a:gd name="connsiteX1" fmla="*/ 582127 w 619125"/>
                  <a:gd name="connsiteY1" fmla="*/ 252919 h 419100"/>
                  <a:gd name="connsiteX2" fmla="*/ 536407 w 619125"/>
                  <a:gd name="connsiteY2" fmla="*/ 220535 h 419100"/>
                  <a:gd name="connsiteX3" fmla="*/ 485924 w 619125"/>
                  <a:gd name="connsiteY3" fmla="*/ 188150 h 419100"/>
                  <a:gd name="connsiteX4" fmla="*/ 441157 w 619125"/>
                  <a:gd name="connsiteY4" fmla="*/ 152907 h 419100"/>
                  <a:gd name="connsiteX5" fmla="*/ 421154 w 619125"/>
                  <a:gd name="connsiteY5" fmla="*/ 113854 h 419100"/>
                  <a:gd name="connsiteX6" fmla="*/ 403057 w 619125"/>
                  <a:gd name="connsiteY6" fmla="*/ 82422 h 419100"/>
                  <a:gd name="connsiteX7" fmla="*/ 337335 w 619125"/>
                  <a:gd name="connsiteY7" fmla="*/ 73850 h 419100"/>
                  <a:gd name="connsiteX8" fmla="*/ 322095 w 619125"/>
                  <a:gd name="connsiteY8" fmla="*/ 23367 h 419100"/>
                  <a:gd name="connsiteX9" fmla="*/ 287804 w 619125"/>
                  <a:gd name="connsiteY9" fmla="*/ 10985 h 419100"/>
                  <a:gd name="connsiteX10" fmla="*/ 256372 w 619125"/>
                  <a:gd name="connsiteY10" fmla="*/ 2412 h 419100"/>
                  <a:gd name="connsiteX11" fmla="*/ 238274 w 619125"/>
                  <a:gd name="connsiteY11" fmla="*/ 11937 h 419100"/>
                  <a:gd name="connsiteX12" fmla="*/ 223035 w 619125"/>
                  <a:gd name="connsiteY12" fmla="*/ 30035 h 419100"/>
                  <a:gd name="connsiteX13" fmla="*/ 191602 w 619125"/>
                  <a:gd name="connsiteY13" fmla="*/ 55752 h 419100"/>
                  <a:gd name="connsiteX14" fmla="*/ 176362 w 619125"/>
                  <a:gd name="connsiteY14" fmla="*/ 78612 h 419100"/>
                  <a:gd name="connsiteX15" fmla="*/ 144929 w 619125"/>
                  <a:gd name="connsiteY15" fmla="*/ 70992 h 419100"/>
                  <a:gd name="connsiteX16" fmla="*/ 114449 w 619125"/>
                  <a:gd name="connsiteY16" fmla="*/ 63372 h 419100"/>
                  <a:gd name="connsiteX17" fmla="*/ 60157 w 619125"/>
                  <a:gd name="connsiteY17" fmla="*/ 18604 h 419100"/>
                  <a:gd name="connsiteX18" fmla="*/ 14437 w 619125"/>
                  <a:gd name="connsiteY18" fmla="*/ 44322 h 419100"/>
                  <a:gd name="connsiteX19" fmla="*/ 35391 w 619125"/>
                  <a:gd name="connsiteY19" fmla="*/ 35750 h 419100"/>
                  <a:gd name="connsiteX20" fmla="*/ 69682 w 619125"/>
                  <a:gd name="connsiteY20" fmla="*/ 79565 h 419100"/>
                  <a:gd name="connsiteX21" fmla="*/ 90637 w 619125"/>
                  <a:gd name="connsiteY21" fmla="*/ 108140 h 419100"/>
                  <a:gd name="connsiteX22" fmla="*/ 45870 w 619125"/>
                  <a:gd name="connsiteY22" fmla="*/ 117665 h 419100"/>
                  <a:gd name="connsiteX23" fmla="*/ 4912 w 619125"/>
                  <a:gd name="connsiteY23" fmla="*/ 117665 h 419100"/>
                  <a:gd name="connsiteX24" fmla="*/ 14437 w 619125"/>
                  <a:gd name="connsiteY24" fmla="*/ 156717 h 419100"/>
                  <a:gd name="connsiteX25" fmla="*/ 17295 w 619125"/>
                  <a:gd name="connsiteY25" fmla="*/ 186244 h 419100"/>
                  <a:gd name="connsiteX26" fmla="*/ 42060 w 619125"/>
                  <a:gd name="connsiteY26" fmla="*/ 197675 h 419100"/>
                  <a:gd name="connsiteX27" fmla="*/ 51585 w 619125"/>
                  <a:gd name="connsiteY27" fmla="*/ 235775 h 419100"/>
                  <a:gd name="connsiteX28" fmla="*/ 51585 w 619125"/>
                  <a:gd name="connsiteY28" fmla="*/ 299592 h 419100"/>
                  <a:gd name="connsiteX29" fmla="*/ 87779 w 619125"/>
                  <a:gd name="connsiteY29" fmla="*/ 291972 h 419100"/>
                  <a:gd name="connsiteX30" fmla="*/ 126832 w 619125"/>
                  <a:gd name="connsiteY30" fmla="*/ 262444 h 419100"/>
                  <a:gd name="connsiteX31" fmla="*/ 158264 w 619125"/>
                  <a:gd name="connsiteY31" fmla="*/ 258635 h 419100"/>
                  <a:gd name="connsiteX32" fmla="*/ 208747 w 619125"/>
                  <a:gd name="connsiteY32" fmla="*/ 260540 h 419100"/>
                  <a:gd name="connsiteX33" fmla="*/ 241132 w 619125"/>
                  <a:gd name="connsiteY33" fmla="*/ 275779 h 419100"/>
                  <a:gd name="connsiteX34" fmla="*/ 262087 w 619125"/>
                  <a:gd name="connsiteY34" fmla="*/ 287210 h 419100"/>
                  <a:gd name="connsiteX35" fmla="*/ 300187 w 619125"/>
                  <a:gd name="connsiteY35" fmla="*/ 299592 h 419100"/>
                  <a:gd name="connsiteX36" fmla="*/ 320189 w 619125"/>
                  <a:gd name="connsiteY36" fmla="*/ 316737 h 419100"/>
                  <a:gd name="connsiteX37" fmla="*/ 350670 w 619125"/>
                  <a:gd name="connsiteY37" fmla="*/ 343407 h 419100"/>
                  <a:gd name="connsiteX38" fmla="*/ 382102 w 619125"/>
                  <a:gd name="connsiteY38" fmla="*/ 349122 h 419100"/>
                  <a:gd name="connsiteX39" fmla="*/ 389722 w 619125"/>
                  <a:gd name="connsiteY39" fmla="*/ 407225 h 419100"/>
                  <a:gd name="connsiteX40" fmla="*/ 399247 w 619125"/>
                  <a:gd name="connsiteY40" fmla="*/ 406272 h 419100"/>
                  <a:gd name="connsiteX41" fmla="*/ 430679 w 619125"/>
                  <a:gd name="connsiteY41" fmla="*/ 415797 h 419100"/>
                  <a:gd name="connsiteX42" fmla="*/ 468779 w 619125"/>
                  <a:gd name="connsiteY42" fmla="*/ 400557 h 419100"/>
                  <a:gd name="connsiteX43" fmla="*/ 531645 w 619125"/>
                  <a:gd name="connsiteY43" fmla="*/ 360552 h 419100"/>
                  <a:gd name="connsiteX44" fmla="*/ 558314 w 619125"/>
                  <a:gd name="connsiteY44" fmla="*/ 313879 h 419100"/>
                  <a:gd name="connsiteX45" fmla="*/ 593557 w 619125"/>
                  <a:gd name="connsiteY45" fmla="*/ 291019 h 419100"/>
                  <a:gd name="connsiteX46" fmla="*/ 625941 w 619125"/>
                  <a:gd name="connsiteY46" fmla="*/ 299592 h 419100"/>
                  <a:gd name="connsiteX47" fmla="*/ 621179 w 619125"/>
                  <a:gd name="connsiteY47" fmla="*/ 267207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19125" h="419100">
                    <a:moveTo>
                      <a:pt x="621179" y="267207"/>
                    </a:moveTo>
                    <a:cubicBezTo>
                      <a:pt x="621179" y="267207"/>
                      <a:pt x="592604" y="251967"/>
                      <a:pt x="582127" y="252919"/>
                    </a:cubicBezTo>
                    <a:cubicBezTo>
                      <a:pt x="571649" y="253872"/>
                      <a:pt x="554504" y="227202"/>
                      <a:pt x="536407" y="220535"/>
                    </a:cubicBezTo>
                    <a:cubicBezTo>
                      <a:pt x="518310" y="213867"/>
                      <a:pt x="493545" y="200532"/>
                      <a:pt x="485924" y="188150"/>
                    </a:cubicBezTo>
                    <a:cubicBezTo>
                      <a:pt x="478304" y="175767"/>
                      <a:pt x="444966" y="162432"/>
                      <a:pt x="441157" y="152907"/>
                    </a:cubicBezTo>
                    <a:cubicBezTo>
                      <a:pt x="437347" y="143382"/>
                      <a:pt x="430679" y="126237"/>
                      <a:pt x="421154" y="113854"/>
                    </a:cubicBezTo>
                    <a:cubicBezTo>
                      <a:pt x="411629" y="101472"/>
                      <a:pt x="411629" y="84327"/>
                      <a:pt x="403057" y="82422"/>
                    </a:cubicBezTo>
                    <a:cubicBezTo>
                      <a:pt x="393532" y="81469"/>
                      <a:pt x="337335" y="82422"/>
                      <a:pt x="337335" y="73850"/>
                    </a:cubicBezTo>
                    <a:cubicBezTo>
                      <a:pt x="337335" y="65277"/>
                      <a:pt x="333524" y="26225"/>
                      <a:pt x="322095" y="23367"/>
                    </a:cubicBezTo>
                    <a:cubicBezTo>
                      <a:pt x="310664" y="20510"/>
                      <a:pt x="294472" y="17652"/>
                      <a:pt x="287804" y="10985"/>
                    </a:cubicBezTo>
                    <a:cubicBezTo>
                      <a:pt x="281137" y="4317"/>
                      <a:pt x="260182" y="-4256"/>
                      <a:pt x="256372" y="2412"/>
                    </a:cubicBezTo>
                    <a:cubicBezTo>
                      <a:pt x="252562" y="9079"/>
                      <a:pt x="242085" y="11937"/>
                      <a:pt x="238274" y="11937"/>
                    </a:cubicBezTo>
                    <a:cubicBezTo>
                      <a:pt x="234464" y="11937"/>
                      <a:pt x="235416" y="31940"/>
                      <a:pt x="223035" y="30035"/>
                    </a:cubicBezTo>
                    <a:cubicBezTo>
                      <a:pt x="209699" y="29082"/>
                      <a:pt x="191602" y="45275"/>
                      <a:pt x="191602" y="55752"/>
                    </a:cubicBezTo>
                    <a:cubicBezTo>
                      <a:pt x="191602" y="65277"/>
                      <a:pt x="192554" y="79565"/>
                      <a:pt x="176362" y="78612"/>
                    </a:cubicBezTo>
                    <a:cubicBezTo>
                      <a:pt x="167789" y="77660"/>
                      <a:pt x="155407" y="75754"/>
                      <a:pt x="144929" y="70992"/>
                    </a:cubicBezTo>
                    <a:cubicBezTo>
                      <a:pt x="142072" y="72897"/>
                      <a:pt x="128737" y="83375"/>
                      <a:pt x="114449" y="63372"/>
                    </a:cubicBezTo>
                    <a:cubicBezTo>
                      <a:pt x="99210" y="40512"/>
                      <a:pt x="74445" y="18604"/>
                      <a:pt x="60157" y="18604"/>
                    </a:cubicBezTo>
                    <a:cubicBezTo>
                      <a:pt x="47774" y="18604"/>
                      <a:pt x="3960" y="18604"/>
                      <a:pt x="14437" y="44322"/>
                    </a:cubicBezTo>
                    <a:cubicBezTo>
                      <a:pt x="17295" y="38607"/>
                      <a:pt x="23010" y="34797"/>
                      <a:pt x="35391" y="35750"/>
                    </a:cubicBezTo>
                    <a:cubicBezTo>
                      <a:pt x="66824" y="38607"/>
                      <a:pt x="52537" y="77660"/>
                      <a:pt x="69682" y="79565"/>
                    </a:cubicBezTo>
                    <a:cubicBezTo>
                      <a:pt x="86827" y="80517"/>
                      <a:pt x="105877" y="109092"/>
                      <a:pt x="90637" y="108140"/>
                    </a:cubicBezTo>
                    <a:cubicBezTo>
                      <a:pt x="75397" y="107187"/>
                      <a:pt x="62062" y="123379"/>
                      <a:pt x="45870" y="117665"/>
                    </a:cubicBezTo>
                    <a:cubicBezTo>
                      <a:pt x="30629" y="111950"/>
                      <a:pt x="10627" y="97662"/>
                      <a:pt x="4912" y="117665"/>
                    </a:cubicBezTo>
                    <a:cubicBezTo>
                      <a:pt x="149" y="137667"/>
                      <a:pt x="-6518" y="158622"/>
                      <a:pt x="14437" y="156717"/>
                    </a:cubicBezTo>
                    <a:cubicBezTo>
                      <a:pt x="35391" y="155765"/>
                      <a:pt x="31582" y="171004"/>
                      <a:pt x="17295" y="186244"/>
                    </a:cubicBezTo>
                    <a:cubicBezTo>
                      <a:pt x="3007" y="201485"/>
                      <a:pt x="39202" y="183387"/>
                      <a:pt x="42060" y="197675"/>
                    </a:cubicBezTo>
                    <a:cubicBezTo>
                      <a:pt x="44916" y="211962"/>
                      <a:pt x="56347" y="212915"/>
                      <a:pt x="51585" y="235775"/>
                    </a:cubicBezTo>
                    <a:cubicBezTo>
                      <a:pt x="48727" y="250062"/>
                      <a:pt x="50632" y="278637"/>
                      <a:pt x="51585" y="299592"/>
                    </a:cubicBezTo>
                    <a:cubicBezTo>
                      <a:pt x="65872" y="299592"/>
                      <a:pt x="83970" y="298640"/>
                      <a:pt x="87779" y="291972"/>
                    </a:cubicBezTo>
                    <a:cubicBezTo>
                      <a:pt x="94447" y="282447"/>
                      <a:pt x="115402" y="262444"/>
                      <a:pt x="126832" y="262444"/>
                    </a:cubicBezTo>
                    <a:cubicBezTo>
                      <a:pt x="138262" y="262444"/>
                      <a:pt x="151597" y="268160"/>
                      <a:pt x="158264" y="258635"/>
                    </a:cubicBezTo>
                    <a:cubicBezTo>
                      <a:pt x="164932" y="249110"/>
                      <a:pt x="203032" y="251967"/>
                      <a:pt x="208747" y="260540"/>
                    </a:cubicBezTo>
                    <a:cubicBezTo>
                      <a:pt x="215414" y="269112"/>
                      <a:pt x="236370" y="275779"/>
                      <a:pt x="241132" y="275779"/>
                    </a:cubicBezTo>
                    <a:cubicBezTo>
                      <a:pt x="245895" y="275779"/>
                      <a:pt x="248752" y="288162"/>
                      <a:pt x="262087" y="287210"/>
                    </a:cubicBezTo>
                    <a:cubicBezTo>
                      <a:pt x="275422" y="286257"/>
                      <a:pt x="300187" y="291019"/>
                      <a:pt x="300187" y="299592"/>
                    </a:cubicBezTo>
                    <a:cubicBezTo>
                      <a:pt x="300187" y="308165"/>
                      <a:pt x="309712" y="316737"/>
                      <a:pt x="320189" y="316737"/>
                    </a:cubicBezTo>
                    <a:cubicBezTo>
                      <a:pt x="330666" y="316737"/>
                      <a:pt x="340191" y="345312"/>
                      <a:pt x="350670" y="343407"/>
                    </a:cubicBezTo>
                    <a:cubicBezTo>
                      <a:pt x="361147" y="342454"/>
                      <a:pt x="382102" y="342454"/>
                      <a:pt x="382102" y="349122"/>
                    </a:cubicBezTo>
                    <a:cubicBezTo>
                      <a:pt x="382102" y="354837"/>
                      <a:pt x="384007" y="388175"/>
                      <a:pt x="389722" y="407225"/>
                    </a:cubicBezTo>
                    <a:cubicBezTo>
                      <a:pt x="393532" y="405319"/>
                      <a:pt x="397341" y="404367"/>
                      <a:pt x="399247" y="406272"/>
                    </a:cubicBezTo>
                    <a:cubicBezTo>
                      <a:pt x="404010" y="410082"/>
                      <a:pt x="426870" y="402462"/>
                      <a:pt x="430679" y="415797"/>
                    </a:cubicBezTo>
                    <a:cubicBezTo>
                      <a:pt x="434489" y="429132"/>
                      <a:pt x="470685" y="421512"/>
                      <a:pt x="468779" y="400557"/>
                    </a:cubicBezTo>
                    <a:cubicBezTo>
                      <a:pt x="466874" y="379602"/>
                      <a:pt x="525929" y="379602"/>
                      <a:pt x="531645" y="360552"/>
                    </a:cubicBezTo>
                    <a:cubicBezTo>
                      <a:pt x="537360" y="341502"/>
                      <a:pt x="544027" y="308165"/>
                      <a:pt x="558314" y="313879"/>
                    </a:cubicBezTo>
                    <a:cubicBezTo>
                      <a:pt x="572602" y="319594"/>
                      <a:pt x="581174" y="289115"/>
                      <a:pt x="593557" y="291019"/>
                    </a:cubicBezTo>
                    <a:cubicBezTo>
                      <a:pt x="604987" y="292925"/>
                      <a:pt x="612607" y="302450"/>
                      <a:pt x="625941" y="299592"/>
                    </a:cubicBezTo>
                    <a:lnTo>
                      <a:pt x="621179" y="267207"/>
                    </a:ln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200" name="Freeform: Shape 340">
                <a:extLst>
                  <a:ext uri="{FF2B5EF4-FFF2-40B4-BE49-F238E27FC236}">
                    <a16:creationId xmlns:a16="http://schemas.microsoft.com/office/drawing/2014/main" id="{9F74C583-D3E7-AF6E-D6F9-D80D95F4E7D4}"/>
                  </a:ext>
                </a:extLst>
              </p:cNvPr>
              <p:cNvSpPr/>
              <p:nvPr/>
            </p:nvSpPr>
            <p:spPr>
              <a:xfrm>
                <a:off x="6838101" y="3282417"/>
                <a:ext cx="439040" cy="400014"/>
              </a:xfrm>
              <a:custGeom>
                <a:avLst/>
                <a:gdLst>
                  <a:gd name="connsiteX0" fmla="*/ 785119 w 857250"/>
                  <a:gd name="connsiteY0" fmla="*/ 779495 h 781050"/>
                  <a:gd name="connsiteX1" fmla="*/ 812742 w 857250"/>
                  <a:gd name="connsiteY1" fmla="*/ 733775 h 781050"/>
                  <a:gd name="connsiteX2" fmla="*/ 852747 w 857250"/>
                  <a:gd name="connsiteY2" fmla="*/ 720440 h 781050"/>
                  <a:gd name="connsiteX3" fmla="*/ 842269 w 857250"/>
                  <a:gd name="connsiteY3" fmla="*/ 684245 h 781050"/>
                  <a:gd name="connsiteX4" fmla="*/ 821315 w 857250"/>
                  <a:gd name="connsiteY4" fmla="*/ 631857 h 781050"/>
                  <a:gd name="connsiteX5" fmla="*/ 775594 w 857250"/>
                  <a:gd name="connsiteY5" fmla="*/ 590900 h 781050"/>
                  <a:gd name="connsiteX6" fmla="*/ 746067 w 857250"/>
                  <a:gd name="connsiteY6" fmla="*/ 548990 h 781050"/>
                  <a:gd name="connsiteX7" fmla="*/ 791786 w 857250"/>
                  <a:gd name="connsiteY7" fmla="*/ 481362 h 781050"/>
                  <a:gd name="connsiteX8" fmla="*/ 747972 w 857250"/>
                  <a:gd name="connsiteY8" fmla="*/ 456597 h 781050"/>
                  <a:gd name="connsiteX9" fmla="*/ 741304 w 857250"/>
                  <a:gd name="connsiteY9" fmla="*/ 402305 h 781050"/>
                  <a:gd name="connsiteX10" fmla="*/ 741304 w 857250"/>
                  <a:gd name="connsiteY10" fmla="*/ 351822 h 781050"/>
                  <a:gd name="connsiteX11" fmla="*/ 747019 w 857250"/>
                  <a:gd name="connsiteY11" fmla="*/ 309912 h 781050"/>
                  <a:gd name="connsiteX12" fmla="*/ 764165 w 857250"/>
                  <a:gd name="connsiteY12" fmla="*/ 271812 h 781050"/>
                  <a:gd name="connsiteX13" fmla="*/ 773690 w 857250"/>
                  <a:gd name="connsiteY13" fmla="*/ 249905 h 781050"/>
                  <a:gd name="connsiteX14" fmla="*/ 766069 w 857250"/>
                  <a:gd name="connsiteY14" fmla="*/ 191802 h 781050"/>
                  <a:gd name="connsiteX15" fmla="*/ 734636 w 857250"/>
                  <a:gd name="connsiteY15" fmla="*/ 186087 h 781050"/>
                  <a:gd name="connsiteX16" fmla="*/ 704157 w 857250"/>
                  <a:gd name="connsiteY16" fmla="*/ 159417 h 781050"/>
                  <a:gd name="connsiteX17" fmla="*/ 684154 w 857250"/>
                  <a:gd name="connsiteY17" fmla="*/ 142272 h 781050"/>
                  <a:gd name="connsiteX18" fmla="*/ 646054 w 857250"/>
                  <a:gd name="connsiteY18" fmla="*/ 129890 h 781050"/>
                  <a:gd name="connsiteX19" fmla="*/ 625099 w 857250"/>
                  <a:gd name="connsiteY19" fmla="*/ 118460 h 781050"/>
                  <a:gd name="connsiteX20" fmla="*/ 592715 w 857250"/>
                  <a:gd name="connsiteY20" fmla="*/ 103220 h 781050"/>
                  <a:gd name="connsiteX21" fmla="*/ 542232 w 857250"/>
                  <a:gd name="connsiteY21" fmla="*/ 101315 h 781050"/>
                  <a:gd name="connsiteX22" fmla="*/ 510799 w 857250"/>
                  <a:gd name="connsiteY22" fmla="*/ 105125 h 781050"/>
                  <a:gd name="connsiteX23" fmla="*/ 471747 w 857250"/>
                  <a:gd name="connsiteY23" fmla="*/ 134652 h 781050"/>
                  <a:gd name="connsiteX24" fmla="*/ 435552 w 857250"/>
                  <a:gd name="connsiteY24" fmla="*/ 142272 h 781050"/>
                  <a:gd name="connsiteX25" fmla="*/ 434599 w 857250"/>
                  <a:gd name="connsiteY25" fmla="*/ 167037 h 781050"/>
                  <a:gd name="connsiteX26" fmla="*/ 339349 w 857250"/>
                  <a:gd name="connsiteY26" fmla="*/ 189897 h 781050"/>
                  <a:gd name="connsiteX27" fmla="*/ 258387 w 857250"/>
                  <a:gd name="connsiteY27" fmla="*/ 137510 h 781050"/>
                  <a:gd name="connsiteX28" fmla="*/ 205046 w 857250"/>
                  <a:gd name="connsiteY28" fmla="*/ 81312 h 781050"/>
                  <a:gd name="connsiteX29" fmla="*/ 173614 w 857250"/>
                  <a:gd name="connsiteY29" fmla="*/ 56547 h 781050"/>
                  <a:gd name="connsiteX30" fmla="*/ 165042 w 857250"/>
                  <a:gd name="connsiteY30" fmla="*/ 13685 h 781050"/>
                  <a:gd name="connsiteX31" fmla="*/ 76459 w 857250"/>
                  <a:gd name="connsiteY31" fmla="*/ 55595 h 781050"/>
                  <a:gd name="connsiteX32" fmla="*/ 46932 w 857250"/>
                  <a:gd name="connsiteY32" fmla="*/ 36545 h 781050"/>
                  <a:gd name="connsiteX33" fmla="*/ 20262 w 857250"/>
                  <a:gd name="connsiteY33" fmla="*/ 350 h 781050"/>
                  <a:gd name="connsiteX34" fmla="*/ 5021 w 857250"/>
                  <a:gd name="connsiteY34" fmla="*/ 25115 h 781050"/>
                  <a:gd name="connsiteX35" fmla="*/ 6927 w 857250"/>
                  <a:gd name="connsiteY35" fmla="*/ 65120 h 781050"/>
                  <a:gd name="connsiteX36" fmla="*/ 6927 w 857250"/>
                  <a:gd name="connsiteY36" fmla="*/ 115602 h 781050"/>
                  <a:gd name="connsiteX37" fmla="*/ 27882 w 857250"/>
                  <a:gd name="connsiteY37" fmla="*/ 153702 h 781050"/>
                  <a:gd name="connsiteX38" fmla="*/ 43121 w 857250"/>
                  <a:gd name="connsiteY38" fmla="*/ 191802 h 781050"/>
                  <a:gd name="connsiteX39" fmla="*/ 67887 w 857250"/>
                  <a:gd name="connsiteY39" fmla="*/ 220377 h 781050"/>
                  <a:gd name="connsiteX40" fmla="*/ 85032 w 857250"/>
                  <a:gd name="connsiteY40" fmla="*/ 237522 h 781050"/>
                  <a:gd name="connsiteX41" fmla="*/ 80269 w 857250"/>
                  <a:gd name="connsiteY41" fmla="*/ 266097 h 781050"/>
                  <a:gd name="connsiteX42" fmla="*/ 63124 w 857250"/>
                  <a:gd name="connsiteY42" fmla="*/ 304197 h 781050"/>
                  <a:gd name="connsiteX43" fmla="*/ 67887 w 857250"/>
                  <a:gd name="connsiteY43" fmla="*/ 347060 h 781050"/>
                  <a:gd name="connsiteX44" fmla="*/ 88842 w 857250"/>
                  <a:gd name="connsiteY44" fmla="*/ 373730 h 781050"/>
                  <a:gd name="connsiteX45" fmla="*/ 137419 w 857250"/>
                  <a:gd name="connsiteY45" fmla="*/ 409925 h 781050"/>
                  <a:gd name="connsiteX46" fmla="*/ 158374 w 857250"/>
                  <a:gd name="connsiteY46" fmla="*/ 438500 h 781050"/>
                  <a:gd name="connsiteX47" fmla="*/ 154564 w 857250"/>
                  <a:gd name="connsiteY47" fmla="*/ 470885 h 781050"/>
                  <a:gd name="connsiteX48" fmla="*/ 170757 w 857250"/>
                  <a:gd name="connsiteY48" fmla="*/ 503270 h 781050"/>
                  <a:gd name="connsiteX49" fmla="*/ 195521 w 857250"/>
                  <a:gd name="connsiteY49" fmla="*/ 540417 h 781050"/>
                  <a:gd name="connsiteX50" fmla="*/ 205999 w 857250"/>
                  <a:gd name="connsiteY50" fmla="*/ 538512 h 781050"/>
                  <a:gd name="connsiteX51" fmla="*/ 226002 w 857250"/>
                  <a:gd name="connsiteY51" fmla="*/ 532797 h 781050"/>
                  <a:gd name="connsiteX52" fmla="*/ 256482 w 857250"/>
                  <a:gd name="connsiteY52" fmla="*/ 530892 h 781050"/>
                  <a:gd name="connsiteX53" fmla="*/ 301249 w 857250"/>
                  <a:gd name="connsiteY53" fmla="*/ 605187 h 781050"/>
                  <a:gd name="connsiteX54" fmla="*/ 326967 w 857250"/>
                  <a:gd name="connsiteY54" fmla="*/ 649002 h 781050"/>
                  <a:gd name="connsiteX55" fmla="*/ 380307 w 857250"/>
                  <a:gd name="connsiteY55" fmla="*/ 677577 h 781050"/>
                  <a:gd name="connsiteX56" fmla="*/ 481272 w 857250"/>
                  <a:gd name="connsiteY56" fmla="*/ 719487 h 781050"/>
                  <a:gd name="connsiteX57" fmla="*/ 552709 w 857250"/>
                  <a:gd name="connsiteY57" fmla="*/ 698532 h 781050"/>
                  <a:gd name="connsiteX58" fmla="*/ 586999 w 857250"/>
                  <a:gd name="connsiteY58" fmla="*/ 761397 h 781050"/>
                  <a:gd name="connsiteX59" fmla="*/ 613669 w 857250"/>
                  <a:gd name="connsiteY59" fmla="*/ 771875 h 781050"/>
                  <a:gd name="connsiteX60" fmla="*/ 652722 w 857250"/>
                  <a:gd name="connsiteY60" fmla="*/ 752825 h 781050"/>
                  <a:gd name="connsiteX61" fmla="*/ 779404 w 857250"/>
                  <a:gd name="connsiteY61" fmla="*/ 782352 h 781050"/>
                  <a:gd name="connsiteX62" fmla="*/ 785119 w 857250"/>
                  <a:gd name="connsiteY62" fmla="*/ 779495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857250" h="781050">
                    <a:moveTo>
                      <a:pt x="785119" y="779495"/>
                    </a:moveTo>
                    <a:cubicBezTo>
                      <a:pt x="785119" y="758540"/>
                      <a:pt x="799407" y="741395"/>
                      <a:pt x="812742" y="733775"/>
                    </a:cubicBezTo>
                    <a:cubicBezTo>
                      <a:pt x="827029" y="726155"/>
                      <a:pt x="838459" y="722345"/>
                      <a:pt x="852747" y="720440"/>
                    </a:cubicBezTo>
                    <a:cubicBezTo>
                      <a:pt x="867034" y="718535"/>
                      <a:pt x="852747" y="688055"/>
                      <a:pt x="842269" y="684245"/>
                    </a:cubicBezTo>
                    <a:cubicBezTo>
                      <a:pt x="831792" y="680435"/>
                      <a:pt x="842269" y="641382"/>
                      <a:pt x="821315" y="631857"/>
                    </a:cubicBezTo>
                    <a:cubicBezTo>
                      <a:pt x="800359" y="622332"/>
                      <a:pt x="781309" y="607092"/>
                      <a:pt x="775594" y="590900"/>
                    </a:cubicBezTo>
                    <a:cubicBezTo>
                      <a:pt x="769879" y="575660"/>
                      <a:pt x="744161" y="560420"/>
                      <a:pt x="746067" y="548990"/>
                    </a:cubicBezTo>
                    <a:cubicBezTo>
                      <a:pt x="747972" y="537560"/>
                      <a:pt x="798454" y="502317"/>
                      <a:pt x="791786" y="481362"/>
                    </a:cubicBezTo>
                    <a:cubicBezTo>
                      <a:pt x="785119" y="460407"/>
                      <a:pt x="751782" y="464217"/>
                      <a:pt x="747972" y="456597"/>
                    </a:cubicBezTo>
                    <a:cubicBezTo>
                      <a:pt x="744161" y="448977"/>
                      <a:pt x="749877" y="422307"/>
                      <a:pt x="741304" y="402305"/>
                    </a:cubicBezTo>
                    <a:cubicBezTo>
                      <a:pt x="732732" y="381350"/>
                      <a:pt x="747972" y="362300"/>
                      <a:pt x="741304" y="351822"/>
                    </a:cubicBezTo>
                    <a:cubicBezTo>
                      <a:pt x="734636" y="340392"/>
                      <a:pt x="745115" y="317532"/>
                      <a:pt x="747019" y="309912"/>
                    </a:cubicBezTo>
                    <a:cubicBezTo>
                      <a:pt x="748924" y="302292"/>
                      <a:pt x="766069" y="290862"/>
                      <a:pt x="764165" y="271812"/>
                    </a:cubicBezTo>
                    <a:cubicBezTo>
                      <a:pt x="763211" y="260382"/>
                      <a:pt x="767974" y="252762"/>
                      <a:pt x="773690" y="249905"/>
                    </a:cubicBezTo>
                    <a:cubicBezTo>
                      <a:pt x="767974" y="230855"/>
                      <a:pt x="766069" y="197517"/>
                      <a:pt x="766069" y="191802"/>
                    </a:cubicBezTo>
                    <a:cubicBezTo>
                      <a:pt x="766069" y="185135"/>
                      <a:pt x="745115" y="185135"/>
                      <a:pt x="734636" y="186087"/>
                    </a:cubicBezTo>
                    <a:cubicBezTo>
                      <a:pt x="724159" y="187992"/>
                      <a:pt x="714634" y="159417"/>
                      <a:pt x="704157" y="159417"/>
                    </a:cubicBezTo>
                    <a:cubicBezTo>
                      <a:pt x="693679" y="159417"/>
                      <a:pt x="684154" y="150845"/>
                      <a:pt x="684154" y="142272"/>
                    </a:cubicBezTo>
                    <a:cubicBezTo>
                      <a:pt x="684154" y="133700"/>
                      <a:pt x="659390" y="127985"/>
                      <a:pt x="646054" y="129890"/>
                    </a:cubicBezTo>
                    <a:cubicBezTo>
                      <a:pt x="632719" y="130842"/>
                      <a:pt x="630815" y="118460"/>
                      <a:pt x="625099" y="118460"/>
                    </a:cubicBezTo>
                    <a:cubicBezTo>
                      <a:pt x="620336" y="118460"/>
                      <a:pt x="599382" y="111792"/>
                      <a:pt x="592715" y="103220"/>
                    </a:cubicBezTo>
                    <a:cubicBezTo>
                      <a:pt x="586047" y="94647"/>
                      <a:pt x="547947" y="91790"/>
                      <a:pt x="542232" y="101315"/>
                    </a:cubicBezTo>
                    <a:cubicBezTo>
                      <a:pt x="535565" y="110840"/>
                      <a:pt x="522229" y="105125"/>
                      <a:pt x="510799" y="105125"/>
                    </a:cubicBezTo>
                    <a:cubicBezTo>
                      <a:pt x="499369" y="105125"/>
                      <a:pt x="478415" y="125127"/>
                      <a:pt x="471747" y="134652"/>
                    </a:cubicBezTo>
                    <a:cubicBezTo>
                      <a:pt x="467936" y="140367"/>
                      <a:pt x="448886" y="142272"/>
                      <a:pt x="435552" y="142272"/>
                    </a:cubicBezTo>
                    <a:cubicBezTo>
                      <a:pt x="436504" y="154655"/>
                      <a:pt x="436504" y="164180"/>
                      <a:pt x="434599" y="167037"/>
                    </a:cubicBezTo>
                    <a:cubicBezTo>
                      <a:pt x="427932" y="178467"/>
                      <a:pt x="377449" y="187992"/>
                      <a:pt x="339349" y="189897"/>
                    </a:cubicBezTo>
                    <a:cubicBezTo>
                      <a:pt x="301249" y="190850"/>
                      <a:pt x="298392" y="137510"/>
                      <a:pt x="258387" y="137510"/>
                    </a:cubicBezTo>
                    <a:cubicBezTo>
                      <a:pt x="228859" y="137510"/>
                      <a:pt x="205999" y="107982"/>
                      <a:pt x="205046" y="81312"/>
                    </a:cubicBezTo>
                    <a:cubicBezTo>
                      <a:pt x="187902" y="73692"/>
                      <a:pt x="170757" y="62262"/>
                      <a:pt x="173614" y="56547"/>
                    </a:cubicBezTo>
                    <a:cubicBezTo>
                      <a:pt x="177424" y="48927"/>
                      <a:pt x="185996" y="2255"/>
                      <a:pt x="165042" y="13685"/>
                    </a:cubicBezTo>
                    <a:cubicBezTo>
                      <a:pt x="144087" y="25115"/>
                      <a:pt x="114559" y="60357"/>
                      <a:pt x="76459" y="55595"/>
                    </a:cubicBezTo>
                    <a:cubicBezTo>
                      <a:pt x="38359" y="49880"/>
                      <a:pt x="65982" y="46070"/>
                      <a:pt x="46932" y="36545"/>
                    </a:cubicBezTo>
                    <a:cubicBezTo>
                      <a:pt x="27882" y="27020"/>
                      <a:pt x="40264" y="4160"/>
                      <a:pt x="20262" y="350"/>
                    </a:cubicBezTo>
                    <a:cubicBezTo>
                      <a:pt x="1212" y="-3460"/>
                      <a:pt x="14546" y="25115"/>
                      <a:pt x="5021" y="25115"/>
                    </a:cubicBezTo>
                    <a:cubicBezTo>
                      <a:pt x="-5456" y="25115"/>
                      <a:pt x="3117" y="57500"/>
                      <a:pt x="6927" y="65120"/>
                    </a:cubicBezTo>
                    <a:cubicBezTo>
                      <a:pt x="10737" y="72740"/>
                      <a:pt x="259" y="113697"/>
                      <a:pt x="6927" y="115602"/>
                    </a:cubicBezTo>
                    <a:cubicBezTo>
                      <a:pt x="13594" y="117507"/>
                      <a:pt x="29787" y="147987"/>
                      <a:pt x="27882" y="153702"/>
                    </a:cubicBezTo>
                    <a:cubicBezTo>
                      <a:pt x="25977" y="159417"/>
                      <a:pt x="43121" y="178467"/>
                      <a:pt x="43121" y="191802"/>
                    </a:cubicBezTo>
                    <a:cubicBezTo>
                      <a:pt x="43121" y="205137"/>
                      <a:pt x="59314" y="220377"/>
                      <a:pt x="67887" y="220377"/>
                    </a:cubicBezTo>
                    <a:cubicBezTo>
                      <a:pt x="76459" y="220377"/>
                      <a:pt x="88842" y="226092"/>
                      <a:pt x="85032" y="237522"/>
                    </a:cubicBezTo>
                    <a:cubicBezTo>
                      <a:pt x="81221" y="248952"/>
                      <a:pt x="89794" y="266097"/>
                      <a:pt x="80269" y="266097"/>
                    </a:cubicBezTo>
                    <a:cubicBezTo>
                      <a:pt x="69792" y="266097"/>
                      <a:pt x="71696" y="298482"/>
                      <a:pt x="63124" y="304197"/>
                    </a:cubicBezTo>
                    <a:cubicBezTo>
                      <a:pt x="54552" y="309912"/>
                      <a:pt x="61219" y="344202"/>
                      <a:pt x="67887" y="347060"/>
                    </a:cubicBezTo>
                    <a:cubicBezTo>
                      <a:pt x="74554" y="350870"/>
                      <a:pt x="90746" y="360395"/>
                      <a:pt x="88842" y="373730"/>
                    </a:cubicBezTo>
                    <a:cubicBezTo>
                      <a:pt x="86937" y="387065"/>
                      <a:pt x="125037" y="408020"/>
                      <a:pt x="137419" y="409925"/>
                    </a:cubicBezTo>
                    <a:cubicBezTo>
                      <a:pt x="149802" y="411830"/>
                      <a:pt x="151707" y="430880"/>
                      <a:pt x="158374" y="438500"/>
                    </a:cubicBezTo>
                    <a:cubicBezTo>
                      <a:pt x="165042" y="446120"/>
                      <a:pt x="153612" y="461360"/>
                      <a:pt x="154564" y="470885"/>
                    </a:cubicBezTo>
                    <a:cubicBezTo>
                      <a:pt x="156469" y="480410"/>
                      <a:pt x="171709" y="488030"/>
                      <a:pt x="170757" y="503270"/>
                    </a:cubicBezTo>
                    <a:cubicBezTo>
                      <a:pt x="169804" y="512795"/>
                      <a:pt x="184092" y="528035"/>
                      <a:pt x="195521" y="540417"/>
                    </a:cubicBezTo>
                    <a:cubicBezTo>
                      <a:pt x="199332" y="539465"/>
                      <a:pt x="203142" y="538512"/>
                      <a:pt x="205999" y="538512"/>
                    </a:cubicBezTo>
                    <a:cubicBezTo>
                      <a:pt x="217429" y="538512"/>
                      <a:pt x="217429" y="524225"/>
                      <a:pt x="226002" y="532797"/>
                    </a:cubicBezTo>
                    <a:cubicBezTo>
                      <a:pt x="235527" y="541370"/>
                      <a:pt x="247909" y="531845"/>
                      <a:pt x="256482" y="530892"/>
                    </a:cubicBezTo>
                    <a:cubicBezTo>
                      <a:pt x="266007" y="529940"/>
                      <a:pt x="290772" y="581375"/>
                      <a:pt x="301249" y="605187"/>
                    </a:cubicBezTo>
                    <a:cubicBezTo>
                      <a:pt x="312679" y="629952"/>
                      <a:pt x="311727" y="638525"/>
                      <a:pt x="326967" y="649002"/>
                    </a:cubicBezTo>
                    <a:cubicBezTo>
                      <a:pt x="342207" y="659480"/>
                      <a:pt x="359352" y="653765"/>
                      <a:pt x="380307" y="677577"/>
                    </a:cubicBezTo>
                    <a:cubicBezTo>
                      <a:pt x="402215" y="701390"/>
                      <a:pt x="457459" y="717582"/>
                      <a:pt x="481272" y="719487"/>
                    </a:cubicBezTo>
                    <a:cubicBezTo>
                      <a:pt x="505084" y="721392"/>
                      <a:pt x="522229" y="691865"/>
                      <a:pt x="552709" y="698532"/>
                    </a:cubicBezTo>
                    <a:cubicBezTo>
                      <a:pt x="583190" y="705200"/>
                      <a:pt x="575569" y="746157"/>
                      <a:pt x="586999" y="761397"/>
                    </a:cubicBezTo>
                    <a:cubicBezTo>
                      <a:pt x="589857" y="765207"/>
                      <a:pt x="600334" y="769017"/>
                      <a:pt x="613669" y="771875"/>
                    </a:cubicBezTo>
                    <a:cubicBezTo>
                      <a:pt x="621290" y="760445"/>
                      <a:pt x="633672" y="752825"/>
                      <a:pt x="652722" y="752825"/>
                    </a:cubicBezTo>
                    <a:cubicBezTo>
                      <a:pt x="696536" y="753777"/>
                      <a:pt x="741304" y="761397"/>
                      <a:pt x="779404" y="782352"/>
                    </a:cubicBezTo>
                    <a:cubicBezTo>
                      <a:pt x="779404" y="779495"/>
                      <a:pt x="782261" y="779495"/>
                      <a:pt x="785119" y="77949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201" name="Freeform: Shape 341">
                <a:extLst>
                  <a:ext uri="{FF2B5EF4-FFF2-40B4-BE49-F238E27FC236}">
                    <a16:creationId xmlns:a16="http://schemas.microsoft.com/office/drawing/2014/main" id="{83FE3FC7-E6DE-7C35-CFAF-A91C7CA9C6F3}"/>
                  </a:ext>
                </a:extLst>
              </p:cNvPr>
              <p:cNvSpPr/>
              <p:nvPr/>
            </p:nvSpPr>
            <p:spPr>
              <a:xfrm>
                <a:off x="6893880" y="2797742"/>
                <a:ext cx="917104" cy="458551"/>
              </a:xfrm>
              <a:custGeom>
                <a:avLst/>
                <a:gdLst>
                  <a:gd name="connsiteX0" fmla="*/ 1786820 w 1790700"/>
                  <a:gd name="connsiteY0" fmla="*/ 372352 h 895350"/>
                  <a:gd name="connsiteX1" fmla="*/ 1771580 w 1790700"/>
                  <a:gd name="connsiteY1" fmla="*/ 370447 h 895350"/>
                  <a:gd name="connsiteX2" fmla="*/ 1736338 w 1790700"/>
                  <a:gd name="connsiteY2" fmla="*/ 377114 h 895350"/>
                  <a:gd name="connsiteX3" fmla="*/ 1714430 w 1790700"/>
                  <a:gd name="connsiteY3" fmla="*/ 357112 h 895350"/>
                  <a:gd name="connsiteX4" fmla="*/ 1704905 w 1790700"/>
                  <a:gd name="connsiteY4" fmla="*/ 339014 h 895350"/>
                  <a:gd name="connsiteX5" fmla="*/ 1677283 w 1790700"/>
                  <a:gd name="connsiteY5" fmla="*/ 314249 h 895350"/>
                  <a:gd name="connsiteX6" fmla="*/ 1648708 w 1790700"/>
                  <a:gd name="connsiteY6" fmla="*/ 288532 h 895350"/>
                  <a:gd name="connsiteX7" fmla="*/ 1604893 w 1790700"/>
                  <a:gd name="connsiteY7" fmla="*/ 301867 h 895350"/>
                  <a:gd name="connsiteX8" fmla="*/ 1562030 w 1790700"/>
                  <a:gd name="connsiteY8" fmla="*/ 294247 h 895350"/>
                  <a:gd name="connsiteX9" fmla="*/ 1527741 w 1790700"/>
                  <a:gd name="connsiteY9" fmla="*/ 267577 h 895350"/>
                  <a:gd name="connsiteX10" fmla="*/ 1502022 w 1790700"/>
                  <a:gd name="connsiteY10" fmla="*/ 298057 h 895350"/>
                  <a:gd name="connsiteX11" fmla="*/ 1456303 w 1790700"/>
                  <a:gd name="connsiteY11" fmla="*/ 212332 h 895350"/>
                  <a:gd name="connsiteX12" fmla="*/ 1375341 w 1790700"/>
                  <a:gd name="connsiteY12" fmla="*/ 108509 h 895350"/>
                  <a:gd name="connsiteX13" fmla="*/ 1362958 w 1790700"/>
                  <a:gd name="connsiteY13" fmla="*/ 72314 h 895350"/>
                  <a:gd name="connsiteX14" fmla="*/ 1333430 w 1790700"/>
                  <a:gd name="connsiteY14" fmla="*/ 69457 h 895350"/>
                  <a:gd name="connsiteX15" fmla="*/ 1293426 w 1790700"/>
                  <a:gd name="connsiteY15" fmla="*/ 94222 h 895350"/>
                  <a:gd name="connsiteX16" fmla="*/ 1245801 w 1790700"/>
                  <a:gd name="connsiteY16" fmla="*/ 115177 h 895350"/>
                  <a:gd name="connsiteX17" fmla="*/ 1212463 w 1790700"/>
                  <a:gd name="connsiteY17" fmla="*/ 123749 h 895350"/>
                  <a:gd name="connsiteX18" fmla="*/ 1227703 w 1790700"/>
                  <a:gd name="connsiteY18" fmla="*/ 93269 h 895350"/>
                  <a:gd name="connsiteX19" fmla="*/ 1203891 w 1790700"/>
                  <a:gd name="connsiteY19" fmla="*/ 90412 h 895350"/>
                  <a:gd name="connsiteX20" fmla="*/ 1182935 w 1790700"/>
                  <a:gd name="connsiteY20" fmla="*/ 87554 h 895350"/>
                  <a:gd name="connsiteX21" fmla="*/ 1170553 w 1790700"/>
                  <a:gd name="connsiteY21" fmla="*/ 84697 h 895350"/>
                  <a:gd name="connsiteX22" fmla="*/ 1154360 w 1790700"/>
                  <a:gd name="connsiteY22" fmla="*/ 73267 h 895350"/>
                  <a:gd name="connsiteX23" fmla="*/ 1114355 w 1790700"/>
                  <a:gd name="connsiteY23" fmla="*/ 80887 h 895350"/>
                  <a:gd name="connsiteX24" fmla="*/ 1119118 w 1790700"/>
                  <a:gd name="connsiteY24" fmla="*/ 60884 h 895350"/>
                  <a:gd name="connsiteX25" fmla="*/ 1111497 w 1790700"/>
                  <a:gd name="connsiteY25" fmla="*/ 26594 h 895350"/>
                  <a:gd name="connsiteX26" fmla="*/ 1082922 w 1790700"/>
                  <a:gd name="connsiteY26" fmla="*/ 7544 h 895350"/>
                  <a:gd name="connsiteX27" fmla="*/ 1048633 w 1790700"/>
                  <a:gd name="connsiteY27" fmla="*/ 1829 h 895350"/>
                  <a:gd name="connsiteX28" fmla="*/ 993388 w 1790700"/>
                  <a:gd name="connsiteY28" fmla="*/ 15164 h 895350"/>
                  <a:gd name="connsiteX29" fmla="*/ 928618 w 1790700"/>
                  <a:gd name="connsiteY29" fmla="*/ 38024 h 895350"/>
                  <a:gd name="connsiteX30" fmla="*/ 865753 w 1790700"/>
                  <a:gd name="connsiteY30" fmla="*/ 50407 h 895350"/>
                  <a:gd name="connsiteX31" fmla="*/ 820985 w 1790700"/>
                  <a:gd name="connsiteY31" fmla="*/ 65647 h 895350"/>
                  <a:gd name="connsiteX32" fmla="*/ 754310 w 1790700"/>
                  <a:gd name="connsiteY32" fmla="*/ 80887 h 895350"/>
                  <a:gd name="connsiteX33" fmla="*/ 700970 w 1790700"/>
                  <a:gd name="connsiteY33" fmla="*/ 87554 h 895350"/>
                  <a:gd name="connsiteX34" fmla="*/ 663822 w 1790700"/>
                  <a:gd name="connsiteY34" fmla="*/ 89459 h 895350"/>
                  <a:gd name="connsiteX35" fmla="*/ 665728 w 1790700"/>
                  <a:gd name="connsiteY35" fmla="*/ 129464 h 895350"/>
                  <a:gd name="connsiteX36" fmla="*/ 704780 w 1790700"/>
                  <a:gd name="connsiteY36" fmla="*/ 150419 h 895350"/>
                  <a:gd name="connsiteX37" fmla="*/ 658108 w 1790700"/>
                  <a:gd name="connsiteY37" fmla="*/ 158992 h 895350"/>
                  <a:gd name="connsiteX38" fmla="*/ 650488 w 1790700"/>
                  <a:gd name="connsiteY38" fmla="*/ 193282 h 895350"/>
                  <a:gd name="connsiteX39" fmla="*/ 622866 w 1790700"/>
                  <a:gd name="connsiteY39" fmla="*/ 218999 h 895350"/>
                  <a:gd name="connsiteX40" fmla="*/ 634295 w 1790700"/>
                  <a:gd name="connsiteY40" fmla="*/ 244717 h 895350"/>
                  <a:gd name="connsiteX41" fmla="*/ 665728 w 1790700"/>
                  <a:gd name="connsiteY41" fmla="*/ 255194 h 895350"/>
                  <a:gd name="connsiteX42" fmla="*/ 677158 w 1790700"/>
                  <a:gd name="connsiteY42" fmla="*/ 289484 h 895350"/>
                  <a:gd name="connsiteX43" fmla="*/ 649535 w 1790700"/>
                  <a:gd name="connsiteY43" fmla="*/ 306629 h 895350"/>
                  <a:gd name="connsiteX44" fmla="*/ 616197 w 1790700"/>
                  <a:gd name="connsiteY44" fmla="*/ 291389 h 895350"/>
                  <a:gd name="connsiteX45" fmla="*/ 600958 w 1790700"/>
                  <a:gd name="connsiteY45" fmla="*/ 314249 h 895350"/>
                  <a:gd name="connsiteX46" fmla="*/ 579051 w 1790700"/>
                  <a:gd name="connsiteY46" fmla="*/ 299009 h 895350"/>
                  <a:gd name="connsiteX47" fmla="*/ 549522 w 1790700"/>
                  <a:gd name="connsiteY47" fmla="*/ 283769 h 895350"/>
                  <a:gd name="connsiteX48" fmla="*/ 506660 w 1790700"/>
                  <a:gd name="connsiteY48" fmla="*/ 281864 h 895350"/>
                  <a:gd name="connsiteX49" fmla="*/ 480943 w 1790700"/>
                  <a:gd name="connsiteY49" fmla="*/ 279959 h 895350"/>
                  <a:gd name="connsiteX50" fmla="*/ 438080 w 1790700"/>
                  <a:gd name="connsiteY50" fmla="*/ 295199 h 895350"/>
                  <a:gd name="connsiteX51" fmla="*/ 397122 w 1790700"/>
                  <a:gd name="connsiteY51" fmla="*/ 299009 h 895350"/>
                  <a:gd name="connsiteX52" fmla="*/ 371405 w 1790700"/>
                  <a:gd name="connsiteY52" fmla="*/ 299009 h 895350"/>
                  <a:gd name="connsiteX53" fmla="*/ 359976 w 1790700"/>
                  <a:gd name="connsiteY53" fmla="*/ 292342 h 895350"/>
                  <a:gd name="connsiteX54" fmla="*/ 322828 w 1790700"/>
                  <a:gd name="connsiteY54" fmla="*/ 258052 h 895350"/>
                  <a:gd name="connsiteX55" fmla="*/ 271393 w 1790700"/>
                  <a:gd name="connsiteY55" fmla="*/ 240907 h 895350"/>
                  <a:gd name="connsiteX56" fmla="*/ 239960 w 1790700"/>
                  <a:gd name="connsiteY56" fmla="*/ 240907 h 895350"/>
                  <a:gd name="connsiteX57" fmla="*/ 216148 w 1790700"/>
                  <a:gd name="connsiteY57" fmla="*/ 240907 h 895350"/>
                  <a:gd name="connsiteX58" fmla="*/ 182810 w 1790700"/>
                  <a:gd name="connsiteY58" fmla="*/ 251384 h 895350"/>
                  <a:gd name="connsiteX59" fmla="*/ 136138 w 1790700"/>
                  <a:gd name="connsiteY59" fmla="*/ 274244 h 895350"/>
                  <a:gd name="connsiteX60" fmla="*/ 112325 w 1790700"/>
                  <a:gd name="connsiteY60" fmla="*/ 297104 h 895350"/>
                  <a:gd name="connsiteX61" fmla="*/ 100895 w 1790700"/>
                  <a:gd name="connsiteY61" fmla="*/ 322822 h 895350"/>
                  <a:gd name="connsiteX62" fmla="*/ 97085 w 1790700"/>
                  <a:gd name="connsiteY62" fmla="*/ 352349 h 895350"/>
                  <a:gd name="connsiteX63" fmla="*/ 61843 w 1790700"/>
                  <a:gd name="connsiteY63" fmla="*/ 320917 h 895350"/>
                  <a:gd name="connsiteX64" fmla="*/ 36125 w 1790700"/>
                  <a:gd name="connsiteY64" fmla="*/ 338062 h 895350"/>
                  <a:gd name="connsiteX65" fmla="*/ 12313 w 1790700"/>
                  <a:gd name="connsiteY65" fmla="*/ 367589 h 895350"/>
                  <a:gd name="connsiteX66" fmla="*/ 25648 w 1790700"/>
                  <a:gd name="connsiteY66" fmla="*/ 390449 h 895350"/>
                  <a:gd name="connsiteX67" fmla="*/ 10408 w 1790700"/>
                  <a:gd name="connsiteY67" fmla="*/ 405689 h 895350"/>
                  <a:gd name="connsiteX68" fmla="*/ 883 w 1790700"/>
                  <a:gd name="connsiteY68" fmla="*/ 435217 h 895350"/>
                  <a:gd name="connsiteX69" fmla="*/ 26600 w 1790700"/>
                  <a:gd name="connsiteY69" fmla="*/ 454267 h 895350"/>
                  <a:gd name="connsiteX70" fmla="*/ 34220 w 1790700"/>
                  <a:gd name="connsiteY70" fmla="*/ 479984 h 895350"/>
                  <a:gd name="connsiteX71" fmla="*/ 65653 w 1790700"/>
                  <a:gd name="connsiteY71" fmla="*/ 478079 h 895350"/>
                  <a:gd name="connsiteX72" fmla="*/ 93275 w 1790700"/>
                  <a:gd name="connsiteY72" fmla="*/ 512369 h 895350"/>
                  <a:gd name="connsiteX73" fmla="*/ 98991 w 1790700"/>
                  <a:gd name="connsiteY73" fmla="*/ 541897 h 895350"/>
                  <a:gd name="connsiteX74" fmla="*/ 108516 w 1790700"/>
                  <a:gd name="connsiteY74" fmla="*/ 562852 h 895350"/>
                  <a:gd name="connsiteX75" fmla="*/ 122803 w 1790700"/>
                  <a:gd name="connsiteY75" fmla="*/ 572377 h 895350"/>
                  <a:gd name="connsiteX76" fmla="*/ 130423 w 1790700"/>
                  <a:gd name="connsiteY76" fmla="*/ 565709 h 895350"/>
                  <a:gd name="connsiteX77" fmla="*/ 222816 w 1790700"/>
                  <a:gd name="connsiteY77" fmla="*/ 533324 h 895350"/>
                  <a:gd name="connsiteX78" fmla="*/ 290443 w 1790700"/>
                  <a:gd name="connsiteY78" fmla="*/ 547612 h 895350"/>
                  <a:gd name="connsiteX79" fmla="*/ 295205 w 1790700"/>
                  <a:gd name="connsiteY79" fmla="*/ 618097 h 895350"/>
                  <a:gd name="connsiteX80" fmla="*/ 252343 w 1790700"/>
                  <a:gd name="connsiteY80" fmla="*/ 630479 h 895350"/>
                  <a:gd name="connsiteX81" fmla="*/ 197098 w 1790700"/>
                  <a:gd name="connsiteY81" fmla="*/ 651434 h 895350"/>
                  <a:gd name="connsiteX82" fmla="*/ 190430 w 1790700"/>
                  <a:gd name="connsiteY82" fmla="*/ 678104 h 895350"/>
                  <a:gd name="connsiteX83" fmla="*/ 168523 w 1790700"/>
                  <a:gd name="connsiteY83" fmla="*/ 693344 h 895350"/>
                  <a:gd name="connsiteX84" fmla="*/ 202813 w 1790700"/>
                  <a:gd name="connsiteY84" fmla="*/ 724777 h 895350"/>
                  <a:gd name="connsiteX85" fmla="*/ 217100 w 1790700"/>
                  <a:gd name="connsiteY85" fmla="*/ 760972 h 895350"/>
                  <a:gd name="connsiteX86" fmla="*/ 248533 w 1790700"/>
                  <a:gd name="connsiteY86" fmla="*/ 780974 h 895350"/>
                  <a:gd name="connsiteX87" fmla="*/ 269488 w 1790700"/>
                  <a:gd name="connsiteY87" fmla="*/ 804787 h 895350"/>
                  <a:gd name="connsiteX88" fmla="*/ 283776 w 1790700"/>
                  <a:gd name="connsiteY88" fmla="*/ 862889 h 895350"/>
                  <a:gd name="connsiteX89" fmla="*/ 289491 w 1790700"/>
                  <a:gd name="connsiteY89" fmla="*/ 830504 h 895350"/>
                  <a:gd name="connsiteX90" fmla="*/ 335210 w 1790700"/>
                  <a:gd name="connsiteY90" fmla="*/ 804787 h 895350"/>
                  <a:gd name="connsiteX91" fmla="*/ 389503 w 1790700"/>
                  <a:gd name="connsiteY91" fmla="*/ 849554 h 895350"/>
                  <a:gd name="connsiteX92" fmla="*/ 420935 w 1790700"/>
                  <a:gd name="connsiteY92" fmla="*/ 857174 h 895350"/>
                  <a:gd name="connsiteX93" fmla="*/ 426651 w 1790700"/>
                  <a:gd name="connsiteY93" fmla="*/ 645719 h 895350"/>
                  <a:gd name="connsiteX94" fmla="*/ 538093 w 1790700"/>
                  <a:gd name="connsiteY94" fmla="*/ 613334 h 895350"/>
                  <a:gd name="connsiteX95" fmla="*/ 541903 w 1790700"/>
                  <a:gd name="connsiteY95" fmla="*/ 605714 h 895350"/>
                  <a:gd name="connsiteX96" fmla="*/ 582860 w 1790700"/>
                  <a:gd name="connsiteY96" fmla="*/ 606667 h 895350"/>
                  <a:gd name="connsiteX97" fmla="*/ 600958 w 1790700"/>
                  <a:gd name="connsiteY97" fmla="*/ 583807 h 895350"/>
                  <a:gd name="connsiteX98" fmla="*/ 611435 w 1790700"/>
                  <a:gd name="connsiteY98" fmla="*/ 612382 h 895350"/>
                  <a:gd name="connsiteX99" fmla="*/ 635247 w 1790700"/>
                  <a:gd name="connsiteY99" fmla="*/ 675247 h 895350"/>
                  <a:gd name="connsiteX100" fmla="*/ 686683 w 1790700"/>
                  <a:gd name="connsiteY100" fmla="*/ 736207 h 895350"/>
                  <a:gd name="connsiteX101" fmla="*/ 743833 w 1790700"/>
                  <a:gd name="connsiteY101" fmla="*/ 732397 h 895350"/>
                  <a:gd name="connsiteX102" fmla="*/ 832416 w 1790700"/>
                  <a:gd name="connsiteY102" fmla="*/ 736207 h 895350"/>
                  <a:gd name="connsiteX103" fmla="*/ 867658 w 1790700"/>
                  <a:gd name="connsiteY103" fmla="*/ 764782 h 895350"/>
                  <a:gd name="connsiteX104" fmla="*/ 878135 w 1790700"/>
                  <a:gd name="connsiteY104" fmla="*/ 809549 h 895350"/>
                  <a:gd name="connsiteX105" fmla="*/ 902901 w 1790700"/>
                  <a:gd name="connsiteY105" fmla="*/ 858127 h 895350"/>
                  <a:gd name="connsiteX106" fmla="*/ 941001 w 1790700"/>
                  <a:gd name="connsiteY106" fmla="*/ 869557 h 895350"/>
                  <a:gd name="connsiteX107" fmla="*/ 977195 w 1790700"/>
                  <a:gd name="connsiteY107" fmla="*/ 894322 h 895350"/>
                  <a:gd name="connsiteX108" fmla="*/ 998151 w 1790700"/>
                  <a:gd name="connsiteY108" fmla="*/ 886702 h 895350"/>
                  <a:gd name="connsiteX109" fmla="*/ 1043870 w 1790700"/>
                  <a:gd name="connsiteY109" fmla="*/ 848602 h 895350"/>
                  <a:gd name="connsiteX110" fmla="*/ 1069588 w 1790700"/>
                  <a:gd name="connsiteY110" fmla="*/ 845744 h 895350"/>
                  <a:gd name="connsiteX111" fmla="*/ 1082922 w 1790700"/>
                  <a:gd name="connsiteY111" fmla="*/ 819074 h 895350"/>
                  <a:gd name="connsiteX112" fmla="*/ 1110545 w 1790700"/>
                  <a:gd name="connsiteY112" fmla="*/ 786689 h 895350"/>
                  <a:gd name="connsiteX113" fmla="*/ 1170553 w 1790700"/>
                  <a:gd name="connsiteY113" fmla="*/ 784784 h 895350"/>
                  <a:gd name="connsiteX114" fmla="*/ 1209605 w 1790700"/>
                  <a:gd name="connsiteY114" fmla="*/ 778117 h 895350"/>
                  <a:gd name="connsiteX115" fmla="*/ 1255326 w 1790700"/>
                  <a:gd name="connsiteY115" fmla="*/ 758114 h 895350"/>
                  <a:gd name="connsiteX116" fmla="*/ 1314380 w 1790700"/>
                  <a:gd name="connsiteY116" fmla="*/ 776212 h 895350"/>
                  <a:gd name="connsiteX117" fmla="*/ 1427728 w 1790700"/>
                  <a:gd name="connsiteY117" fmla="*/ 782879 h 895350"/>
                  <a:gd name="connsiteX118" fmla="*/ 1469638 w 1790700"/>
                  <a:gd name="connsiteY118" fmla="*/ 795262 h 895350"/>
                  <a:gd name="connsiteX119" fmla="*/ 1506785 w 1790700"/>
                  <a:gd name="connsiteY119" fmla="*/ 810502 h 895350"/>
                  <a:gd name="connsiteX120" fmla="*/ 1505833 w 1790700"/>
                  <a:gd name="connsiteY120" fmla="*/ 791452 h 895350"/>
                  <a:gd name="connsiteX121" fmla="*/ 1529645 w 1790700"/>
                  <a:gd name="connsiteY121" fmla="*/ 755257 h 895350"/>
                  <a:gd name="connsiteX122" fmla="*/ 1511547 w 1790700"/>
                  <a:gd name="connsiteY122" fmla="*/ 701917 h 895350"/>
                  <a:gd name="connsiteX123" fmla="*/ 1502022 w 1790700"/>
                  <a:gd name="connsiteY123" fmla="*/ 660959 h 895350"/>
                  <a:gd name="connsiteX124" fmla="*/ 1527741 w 1790700"/>
                  <a:gd name="connsiteY124" fmla="*/ 641909 h 895350"/>
                  <a:gd name="connsiteX125" fmla="*/ 1569651 w 1790700"/>
                  <a:gd name="connsiteY125" fmla="*/ 633337 h 895350"/>
                  <a:gd name="connsiteX126" fmla="*/ 1601083 w 1790700"/>
                  <a:gd name="connsiteY126" fmla="*/ 641909 h 895350"/>
                  <a:gd name="connsiteX127" fmla="*/ 1601083 w 1790700"/>
                  <a:gd name="connsiteY127" fmla="*/ 619049 h 895350"/>
                  <a:gd name="connsiteX128" fmla="*/ 1627753 w 1790700"/>
                  <a:gd name="connsiteY128" fmla="*/ 527609 h 895350"/>
                  <a:gd name="connsiteX129" fmla="*/ 1657280 w 1790700"/>
                  <a:gd name="connsiteY129" fmla="*/ 527609 h 895350"/>
                  <a:gd name="connsiteX130" fmla="*/ 1698238 w 1790700"/>
                  <a:gd name="connsiteY130" fmla="*/ 531419 h 895350"/>
                  <a:gd name="connsiteX131" fmla="*/ 1740147 w 1790700"/>
                  <a:gd name="connsiteY131" fmla="*/ 515227 h 895350"/>
                  <a:gd name="connsiteX132" fmla="*/ 1733480 w 1790700"/>
                  <a:gd name="connsiteY132" fmla="*/ 477127 h 895350"/>
                  <a:gd name="connsiteX133" fmla="*/ 1762055 w 1790700"/>
                  <a:gd name="connsiteY133" fmla="*/ 440932 h 895350"/>
                  <a:gd name="connsiteX134" fmla="*/ 1781105 w 1790700"/>
                  <a:gd name="connsiteY134" fmla="*/ 414262 h 895350"/>
                  <a:gd name="connsiteX135" fmla="*/ 1796345 w 1790700"/>
                  <a:gd name="connsiteY135" fmla="*/ 383782 h 895350"/>
                  <a:gd name="connsiteX136" fmla="*/ 1786820 w 1790700"/>
                  <a:gd name="connsiteY136" fmla="*/ 372352 h 895350"/>
                  <a:gd name="connsiteX137" fmla="*/ 668585 w 1790700"/>
                  <a:gd name="connsiteY137" fmla="*/ 579044 h 895350"/>
                  <a:gd name="connsiteX138" fmla="*/ 607626 w 1790700"/>
                  <a:gd name="connsiteY138" fmla="*/ 560947 h 895350"/>
                  <a:gd name="connsiteX139" fmla="*/ 668585 w 1790700"/>
                  <a:gd name="connsiteY139" fmla="*/ 579044 h 895350"/>
                  <a:gd name="connsiteX140" fmla="*/ 1410583 w 1790700"/>
                  <a:gd name="connsiteY140" fmla="*/ 574282 h 895350"/>
                  <a:gd name="connsiteX141" fmla="*/ 1260088 w 1790700"/>
                  <a:gd name="connsiteY141" fmla="*/ 592379 h 895350"/>
                  <a:gd name="connsiteX142" fmla="*/ 1236276 w 1790700"/>
                  <a:gd name="connsiteY142" fmla="*/ 653339 h 895350"/>
                  <a:gd name="connsiteX143" fmla="*/ 1230560 w 1790700"/>
                  <a:gd name="connsiteY143" fmla="*/ 576187 h 895350"/>
                  <a:gd name="connsiteX144" fmla="*/ 1343908 w 1790700"/>
                  <a:gd name="connsiteY144" fmla="*/ 558089 h 895350"/>
                  <a:gd name="connsiteX145" fmla="*/ 1455351 w 1790700"/>
                  <a:gd name="connsiteY145" fmla="*/ 552374 h 895350"/>
                  <a:gd name="connsiteX146" fmla="*/ 1410583 w 1790700"/>
                  <a:gd name="connsiteY146" fmla="*/ 574282 h 89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790700" h="895350">
                    <a:moveTo>
                      <a:pt x="1786820" y="372352"/>
                    </a:moveTo>
                    <a:cubicBezTo>
                      <a:pt x="1785868" y="362827"/>
                      <a:pt x="1777295" y="366637"/>
                      <a:pt x="1771580" y="370447"/>
                    </a:cubicBezTo>
                    <a:cubicBezTo>
                      <a:pt x="1764913" y="374257"/>
                      <a:pt x="1743958" y="377114"/>
                      <a:pt x="1736338" y="377114"/>
                    </a:cubicBezTo>
                    <a:cubicBezTo>
                      <a:pt x="1728718" y="377114"/>
                      <a:pt x="1714430" y="365684"/>
                      <a:pt x="1714430" y="357112"/>
                    </a:cubicBezTo>
                    <a:cubicBezTo>
                      <a:pt x="1714430" y="348539"/>
                      <a:pt x="1712526" y="339014"/>
                      <a:pt x="1704905" y="339014"/>
                    </a:cubicBezTo>
                    <a:cubicBezTo>
                      <a:pt x="1697285" y="339014"/>
                      <a:pt x="1684903" y="335204"/>
                      <a:pt x="1677283" y="314249"/>
                    </a:cubicBezTo>
                    <a:cubicBezTo>
                      <a:pt x="1669663" y="294247"/>
                      <a:pt x="1657280" y="294247"/>
                      <a:pt x="1648708" y="288532"/>
                    </a:cubicBezTo>
                    <a:cubicBezTo>
                      <a:pt x="1640135" y="282817"/>
                      <a:pt x="1615370" y="298057"/>
                      <a:pt x="1604893" y="301867"/>
                    </a:cubicBezTo>
                    <a:cubicBezTo>
                      <a:pt x="1594416" y="305677"/>
                      <a:pt x="1575366" y="298057"/>
                      <a:pt x="1562030" y="294247"/>
                    </a:cubicBezTo>
                    <a:cubicBezTo>
                      <a:pt x="1548695" y="291389"/>
                      <a:pt x="1540122" y="264719"/>
                      <a:pt x="1527741" y="267577"/>
                    </a:cubicBezTo>
                    <a:cubicBezTo>
                      <a:pt x="1515358" y="270434"/>
                      <a:pt x="1512501" y="298057"/>
                      <a:pt x="1502022" y="298057"/>
                    </a:cubicBezTo>
                    <a:cubicBezTo>
                      <a:pt x="1492497" y="298057"/>
                      <a:pt x="1474401" y="242812"/>
                      <a:pt x="1456303" y="212332"/>
                    </a:cubicBezTo>
                    <a:cubicBezTo>
                      <a:pt x="1437253" y="181852"/>
                      <a:pt x="1403916" y="119939"/>
                      <a:pt x="1375341" y="108509"/>
                    </a:cubicBezTo>
                    <a:cubicBezTo>
                      <a:pt x="1345813" y="97079"/>
                      <a:pt x="1354385" y="80887"/>
                      <a:pt x="1362958" y="72314"/>
                    </a:cubicBezTo>
                    <a:cubicBezTo>
                      <a:pt x="1370578" y="63742"/>
                      <a:pt x="1344860" y="61837"/>
                      <a:pt x="1333430" y="69457"/>
                    </a:cubicBezTo>
                    <a:cubicBezTo>
                      <a:pt x="1322001" y="77077"/>
                      <a:pt x="1306760" y="90412"/>
                      <a:pt x="1293426" y="94222"/>
                    </a:cubicBezTo>
                    <a:cubicBezTo>
                      <a:pt x="1280091" y="97079"/>
                      <a:pt x="1260088" y="120892"/>
                      <a:pt x="1245801" y="115177"/>
                    </a:cubicBezTo>
                    <a:cubicBezTo>
                      <a:pt x="1231513" y="109462"/>
                      <a:pt x="1223893" y="135179"/>
                      <a:pt x="1212463" y="123749"/>
                    </a:cubicBezTo>
                    <a:cubicBezTo>
                      <a:pt x="1201033" y="112319"/>
                      <a:pt x="1227703" y="103747"/>
                      <a:pt x="1227703" y="93269"/>
                    </a:cubicBezTo>
                    <a:cubicBezTo>
                      <a:pt x="1227703" y="82792"/>
                      <a:pt x="1208653" y="96127"/>
                      <a:pt x="1203891" y="90412"/>
                    </a:cubicBezTo>
                    <a:cubicBezTo>
                      <a:pt x="1199128" y="83744"/>
                      <a:pt x="1182935" y="78029"/>
                      <a:pt x="1182935" y="87554"/>
                    </a:cubicBezTo>
                    <a:cubicBezTo>
                      <a:pt x="1182935" y="97079"/>
                      <a:pt x="1170553" y="91364"/>
                      <a:pt x="1170553" y="84697"/>
                    </a:cubicBezTo>
                    <a:cubicBezTo>
                      <a:pt x="1170553" y="77077"/>
                      <a:pt x="1161980" y="63742"/>
                      <a:pt x="1154360" y="73267"/>
                    </a:cubicBezTo>
                    <a:cubicBezTo>
                      <a:pt x="1146741" y="82792"/>
                      <a:pt x="1120070" y="88507"/>
                      <a:pt x="1114355" y="80887"/>
                    </a:cubicBezTo>
                    <a:cubicBezTo>
                      <a:pt x="1108641" y="73267"/>
                      <a:pt x="1118166" y="70409"/>
                      <a:pt x="1119118" y="60884"/>
                    </a:cubicBezTo>
                    <a:cubicBezTo>
                      <a:pt x="1120070" y="51359"/>
                      <a:pt x="1109593" y="38977"/>
                      <a:pt x="1111497" y="26594"/>
                    </a:cubicBezTo>
                    <a:cubicBezTo>
                      <a:pt x="1113403" y="15164"/>
                      <a:pt x="1092447" y="3734"/>
                      <a:pt x="1082922" y="7544"/>
                    </a:cubicBezTo>
                    <a:cubicBezTo>
                      <a:pt x="1073397" y="11354"/>
                      <a:pt x="1059110" y="7544"/>
                      <a:pt x="1048633" y="1829"/>
                    </a:cubicBezTo>
                    <a:cubicBezTo>
                      <a:pt x="1038155" y="-3886"/>
                      <a:pt x="995293" y="4687"/>
                      <a:pt x="993388" y="15164"/>
                    </a:cubicBezTo>
                    <a:cubicBezTo>
                      <a:pt x="991483" y="25642"/>
                      <a:pt x="938143" y="34214"/>
                      <a:pt x="928618" y="38024"/>
                    </a:cubicBezTo>
                    <a:cubicBezTo>
                      <a:pt x="919093" y="41834"/>
                      <a:pt x="880041" y="48502"/>
                      <a:pt x="865753" y="50407"/>
                    </a:cubicBezTo>
                    <a:cubicBezTo>
                      <a:pt x="852418" y="52312"/>
                      <a:pt x="838130" y="65647"/>
                      <a:pt x="820985" y="65647"/>
                    </a:cubicBezTo>
                    <a:cubicBezTo>
                      <a:pt x="802888" y="65647"/>
                      <a:pt x="769551" y="67552"/>
                      <a:pt x="754310" y="80887"/>
                    </a:cubicBezTo>
                    <a:cubicBezTo>
                      <a:pt x="739070" y="93269"/>
                      <a:pt x="713353" y="82792"/>
                      <a:pt x="700970" y="87554"/>
                    </a:cubicBezTo>
                    <a:cubicBezTo>
                      <a:pt x="689541" y="91364"/>
                      <a:pt x="669538" y="85649"/>
                      <a:pt x="663822" y="89459"/>
                    </a:cubicBezTo>
                    <a:cubicBezTo>
                      <a:pt x="658108" y="93269"/>
                      <a:pt x="660013" y="118987"/>
                      <a:pt x="665728" y="129464"/>
                    </a:cubicBezTo>
                    <a:cubicBezTo>
                      <a:pt x="671443" y="139942"/>
                      <a:pt x="702876" y="144704"/>
                      <a:pt x="704780" y="150419"/>
                    </a:cubicBezTo>
                    <a:cubicBezTo>
                      <a:pt x="706685" y="157087"/>
                      <a:pt x="673347" y="157087"/>
                      <a:pt x="658108" y="158992"/>
                    </a:cubicBezTo>
                    <a:cubicBezTo>
                      <a:pt x="642868" y="160897"/>
                      <a:pt x="646678" y="181852"/>
                      <a:pt x="650488" y="193282"/>
                    </a:cubicBezTo>
                    <a:cubicBezTo>
                      <a:pt x="654297" y="203759"/>
                      <a:pt x="635247" y="214237"/>
                      <a:pt x="622866" y="218999"/>
                    </a:cubicBezTo>
                    <a:cubicBezTo>
                      <a:pt x="611435" y="222809"/>
                      <a:pt x="622866" y="244717"/>
                      <a:pt x="634295" y="244717"/>
                    </a:cubicBezTo>
                    <a:cubicBezTo>
                      <a:pt x="645726" y="244717"/>
                      <a:pt x="656203" y="255194"/>
                      <a:pt x="665728" y="255194"/>
                    </a:cubicBezTo>
                    <a:cubicBezTo>
                      <a:pt x="675253" y="255194"/>
                      <a:pt x="677158" y="276149"/>
                      <a:pt x="677158" y="289484"/>
                    </a:cubicBezTo>
                    <a:cubicBezTo>
                      <a:pt x="677158" y="301867"/>
                      <a:pt x="665728" y="306629"/>
                      <a:pt x="649535" y="306629"/>
                    </a:cubicBezTo>
                    <a:cubicBezTo>
                      <a:pt x="634295" y="306629"/>
                      <a:pt x="625722" y="294247"/>
                      <a:pt x="616197" y="291389"/>
                    </a:cubicBezTo>
                    <a:cubicBezTo>
                      <a:pt x="606672" y="289484"/>
                      <a:pt x="608578" y="310439"/>
                      <a:pt x="600958" y="314249"/>
                    </a:cubicBezTo>
                    <a:cubicBezTo>
                      <a:pt x="593338" y="318059"/>
                      <a:pt x="591433" y="299009"/>
                      <a:pt x="579051" y="299009"/>
                    </a:cubicBezTo>
                    <a:cubicBezTo>
                      <a:pt x="567620" y="299009"/>
                      <a:pt x="553333" y="297104"/>
                      <a:pt x="549522" y="283769"/>
                    </a:cubicBezTo>
                    <a:cubicBezTo>
                      <a:pt x="545713" y="271387"/>
                      <a:pt x="518091" y="268529"/>
                      <a:pt x="506660" y="281864"/>
                    </a:cubicBezTo>
                    <a:cubicBezTo>
                      <a:pt x="495230" y="294247"/>
                      <a:pt x="491420" y="288532"/>
                      <a:pt x="480943" y="279959"/>
                    </a:cubicBezTo>
                    <a:cubicBezTo>
                      <a:pt x="471418" y="271387"/>
                      <a:pt x="441891" y="283769"/>
                      <a:pt x="438080" y="295199"/>
                    </a:cubicBezTo>
                    <a:cubicBezTo>
                      <a:pt x="434270" y="305677"/>
                      <a:pt x="412363" y="310439"/>
                      <a:pt x="397122" y="299009"/>
                    </a:cubicBezTo>
                    <a:cubicBezTo>
                      <a:pt x="381883" y="288532"/>
                      <a:pt x="371405" y="283769"/>
                      <a:pt x="371405" y="299009"/>
                    </a:cubicBezTo>
                    <a:cubicBezTo>
                      <a:pt x="371405" y="314249"/>
                      <a:pt x="359976" y="300914"/>
                      <a:pt x="359976" y="292342"/>
                    </a:cubicBezTo>
                    <a:cubicBezTo>
                      <a:pt x="359976" y="283769"/>
                      <a:pt x="334258" y="266624"/>
                      <a:pt x="322828" y="258052"/>
                    </a:cubicBezTo>
                    <a:cubicBezTo>
                      <a:pt x="311397" y="249479"/>
                      <a:pt x="274251" y="249479"/>
                      <a:pt x="271393" y="240907"/>
                    </a:cubicBezTo>
                    <a:cubicBezTo>
                      <a:pt x="269488" y="232334"/>
                      <a:pt x="245676" y="225667"/>
                      <a:pt x="239960" y="240907"/>
                    </a:cubicBezTo>
                    <a:cubicBezTo>
                      <a:pt x="234245" y="256147"/>
                      <a:pt x="224720" y="244717"/>
                      <a:pt x="216148" y="240907"/>
                    </a:cubicBezTo>
                    <a:cubicBezTo>
                      <a:pt x="208528" y="237097"/>
                      <a:pt x="190430" y="247574"/>
                      <a:pt x="182810" y="251384"/>
                    </a:cubicBezTo>
                    <a:cubicBezTo>
                      <a:pt x="175191" y="255194"/>
                      <a:pt x="149473" y="274244"/>
                      <a:pt x="136138" y="274244"/>
                    </a:cubicBezTo>
                    <a:cubicBezTo>
                      <a:pt x="122803" y="274244"/>
                      <a:pt x="130423" y="293294"/>
                      <a:pt x="112325" y="297104"/>
                    </a:cubicBezTo>
                    <a:cubicBezTo>
                      <a:pt x="94228" y="300914"/>
                      <a:pt x="98991" y="314249"/>
                      <a:pt x="100895" y="322822"/>
                    </a:cubicBezTo>
                    <a:cubicBezTo>
                      <a:pt x="102800" y="331394"/>
                      <a:pt x="112325" y="345682"/>
                      <a:pt x="97085" y="352349"/>
                    </a:cubicBezTo>
                    <a:cubicBezTo>
                      <a:pt x="81845" y="359017"/>
                      <a:pt x="75178" y="331394"/>
                      <a:pt x="61843" y="320917"/>
                    </a:cubicBezTo>
                    <a:cubicBezTo>
                      <a:pt x="48508" y="310439"/>
                      <a:pt x="36125" y="322822"/>
                      <a:pt x="36125" y="338062"/>
                    </a:cubicBezTo>
                    <a:cubicBezTo>
                      <a:pt x="36125" y="353302"/>
                      <a:pt x="20885" y="353302"/>
                      <a:pt x="12313" y="367589"/>
                    </a:cubicBezTo>
                    <a:cubicBezTo>
                      <a:pt x="4693" y="382829"/>
                      <a:pt x="25648" y="384734"/>
                      <a:pt x="25648" y="390449"/>
                    </a:cubicBezTo>
                    <a:cubicBezTo>
                      <a:pt x="25648" y="397117"/>
                      <a:pt x="14218" y="402832"/>
                      <a:pt x="10408" y="405689"/>
                    </a:cubicBezTo>
                    <a:cubicBezTo>
                      <a:pt x="6598" y="407594"/>
                      <a:pt x="-2927" y="428549"/>
                      <a:pt x="883" y="435217"/>
                    </a:cubicBezTo>
                    <a:cubicBezTo>
                      <a:pt x="4693" y="441884"/>
                      <a:pt x="28505" y="439027"/>
                      <a:pt x="26600" y="454267"/>
                    </a:cubicBezTo>
                    <a:cubicBezTo>
                      <a:pt x="24695" y="469507"/>
                      <a:pt x="22791" y="483794"/>
                      <a:pt x="34220" y="479984"/>
                    </a:cubicBezTo>
                    <a:cubicBezTo>
                      <a:pt x="45650" y="476174"/>
                      <a:pt x="58033" y="478079"/>
                      <a:pt x="65653" y="478079"/>
                    </a:cubicBezTo>
                    <a:cubicBezTo>
                      <a:pt x="73273" y="478079"/>
                      <a:pt x="78988" y="495224"/>
                      <a:pt x="93275" y="512369"/>
                    </a:cubicBezTo>
                    <a:cubicBezTo>
                      <a:pt x="106610" y="529514"/>
                      <a:pt x="113278" y="538087"/>
                      <a:pt x="98991" y="541897"/>
                    </a:cubicBezTo>
                    <a:cubicBezTo>
                      <a:pt x="85655" y="545707"/>
                      <a:pt x="91370" y="554279"/>
                      <a:pt x="108516" y="562852"/>
                    </a:cubicBezTo>
                    <a:cubicBezTo>
                      <a:pt x="113278" y="564757"/>
                      <a:pt x="118041" y="568567"/>
                      <a:pt x="122803" y="572377"/>
                    </a:cubicBezTo>
                    <a:cubicBezTo>
                      <a:pt x="125660" y="570472"/>
                      <a:pt x="128518" y="568567"/>
                      <a:pt x="130423" y="565709"/>
                    </a:cubicBezTo>
                    <a:cubicBezTo>
                      <a:pt x="152330" y="544754"/>
                      <a:pt x="193288" y="524752"/>
                      <a:pt x="222816" y="533324"/>
                    </a:cubicBezTo>
                    <a:cubicBezTo>
                      <a:pt x="253295" y="541897"/>
                      <a:pt x="278060" y="527609"/>
                      <a:pt x="290443" y="547612"/>
                    </a:cubicBezTo>
                    <a:cubicBezTo>
                      <a:pt x="303778" y="567614"/>
                      <a:pt x="290443" y="603809"/>
                      <a:pt x="295205" y="618097"/>
                    </a:cubicBezTo>
                    <a:cubicBezTo>
                      <a:pt x="300920" y="632384"/>
                      <a:pt x="271393" y="633337"/>
                      <a:pt x="252343" y="630479"/>
                    </a:cubicBezTo>
                    <a:cubicBezTo>
                      <a:pt x="232341" y="627622"/>
                      <a:pt x="192335" y="639052"/>
                      <a:pt x="197098" y="651434"/>
                    </a:cubicBezTo>
                    <a:cubicBezTo>
                      <a:pt x="202813" y="663817"/>
                      <a:pt x="217100" y="693344"/>
                      <a:pt x="190430" y="678104"/>
                    </a:cubicBezTo>
                    <a:cubicBezTo>
                      <a:pt x="164713" y="662864"/>
                      <a:pt x="154235" y="693344"/>
                      <a:pt x="168523" y="693344"/>
                    </a:cubicBezTo>
                    <a:cubicBezTo>
                      <a:pt x="182810" y="693344"/>
                      <a:pt x="202813" y="711442"/>
                      <a:pt x="202813" y="724777"/>
                    </a:cubicBezTo>
                    <a:cubicBezTo>
                      <a:pt x="202813" y="737159"/>
                      <a:pt x="203766" y="765734"/>
                      <a:pt x="217100" y="760972"/>
                    </a:cubicBezTo>
                    <a:cubicBezTo>
                      <a:pt x="230435" y="757162"/>
                      <a:pt x="230435" y="781927"/>
                      <a:pt x="248533" y="780974"/>
                    </a:cubicBezTo>
                    <a:cubicBezTo>
                      <a:pt x="266630" y="780022"/>
                      <a:pt x="283776" y="786689"/>
                      <a:pt x="269488" y="804787"/>
                    </a:cubicBezTo>
                    <a:cubicBezTo>
                      <a:pt x="255201" y="822884"/>
                      <a:pt x="279013" y="874319"/>
                      <a:pt x="283776" y="862889"/>
                    </a:cubicBezTo>
                    <a:cubicBezTo>
                      <a:pt x="286633" y="856222"/>
                      <a:pt x="283776" y="840029"/>
                      <a:pt x="289491" y="830504"/>
                    </a:cubicBezTo>
                    <a:cubicBezTo>
                      <a:pt x="279013" y="804787"/>
                      <a:pt x="322828" y="804787"/>
                      <a:pt x="335210" y="804787"/>
                    </a:cubicBezTo>
                    <a:cubicBezTo>
                      <a:pt x="349497" y="804787"/>
                      <a:pt x="373310" y="827647"/>
                      <a:pt x="389503" y="849554"/>
                    </a:cubicBezTo>
                    <a:cubicBezTo>
                      <a:pt x="404743" y="872414"/>
                      <a:pt x="420935" y="857174"/>
                      <a:pt x="420935" y="857174"/>
                    </a:cubicBezTo>
                    <a:lnTo>
                      <a:pt x="426651" y="645719"/>
                    </a:lnTo>
                    <a:lnTo>
                      <a:pt x="538093" y="613334"/>
                    </a:lnTo>
                    <a:cubicBezTo>
                      <a:pt x="539045" y="610477"/>
                      <a:pt x="539997" y="607619"/>
                      <a:pt x="541903" y="605714"/>
                    </a:cubicBezTo>
                    <a:cubicBezTo>
                      <a:pt x="556191" y="582854"/>
                      <a:pt x="575241" y="601904"/>
                      <a:pt x="582860" y="606667"/>
                    </a:cubicBezTo>
                    <a:cubicBezTo>
                      <a:pt x="588576" y="611429"/>
                      <a:pt x="585718" y="582854"/>
                      <a:pt x="600958" y="583807"/>
                    </a:cubicBezTo>
                    <a:cubicBezTo>
                      <a:pt x="616197" y="584759"/>
                      <a:pt x="600005" y="612382"/>
                      <a:pt x="611435" y="612382"/>
                    </a:cubicBezTo>
                    <a:cubicBezTo>
                      <a:pt x="620960" y="612382"/>
                      <a:pt x="641916" y="647624"/>
                      <a:pt x="635247" y="675247"/>
                    </a:cubicBezTo>
                    <a:cubicBezTo>
                      <a:pt x="652393" y="690487"/>
                      <a:pt x="683826" y="726682"/>
                      <a:pt x="686683" y="736207"/>
                    </a:cubicBezTo>
                    <a:cubicBezTo>
                      <a:pt x="690493" y="747637"/>
                      <a:pt x="735260" y="728587"/>
                      <a:pt x="743833" y="732397"/>
                    </a:cubicBezTo>
                    <a:cubicBezTo>
                      <a:pt x="752405" y="736207"/>
                      <a:pt x="820985" y="736207"/>
                      <a:pt x="832416" y="736207"/>
                    </a:cubicBezTo>
                    <a:cubicBezTo>
                      <a:pt x="844797" y="736207"/>
                      <a:pt x="853370" y="760972"/>
                      <a:pt x="867658" y="764782"/>
                    </a:cubicBezTo>
                    <a:cubicBezTo>
                      <a:pt x="881945" y="768592"/>
                      <a:pt x="876230" y="793357"/>
                      <a:pt x="878135" y="809549"/>
                    </a:cubicBezTo>
                    <a:cubicBezTo>
                      <a:pt x="880041" y="826694"/>
                      <a:pt x="900995" y="843839"/>
                      <a:pt x="902901" y="858127"/>
                    </a:cubicBezTo>
                    <a:cubicBezTo>
                      <a:pt x="904805" y="873367"/>
                      <a:pt x="927666" y="865747"/>
                      <a:pt x="941001" y="869557"/>
                    </a:cubicBezTo>
                    <a:cubicBezTo>
                      <a:pt x="955288" y="873367"/>
                      <a:pt x="976243" y="879082"/>
                      <a:pt x="977195" y="894322"/>
                    </a:cubicBezTo>
                    <a:cubicBezTo>
                      <a:pt x="979101" y="909562"/>
                      <a:pt x="996245" y="898132"/>
                      <a:pt x="998151" y="886702"/>
                    </a:cubicBezTo>
                    <a:cubicBezTo>
                      <a:pt x="1000055" y="875272"/>
                      <a:pt x="1017201" y="860032"/>
                      <a:pt x="1043870" y="848602"/>
                    </a:cubicBezTo>
                    <a:cubicBezTo>
                      <a:pt x="1055301" y="843839"/>
                      <a:pt x="1063872" y="843839"/>
                      <a:pt x="1069588" y="845744"/>
                    </a:cubicBezTo>
                    <a:cubicBezTo>
                      <a:pt x="1074351" y="832409"/>
                      <a:pt x="1079113" y="820979"/>
                      <a:pt x="1082922" y="819074"/>
                    </a:cubicBezTo>
                    <a:cubicBezTo>
                      <a:pt x="1092447" y="815264"/>
                      <a:pt x="1108641" y="800977"/>
                      <a:pt x="1110545" y="786689"/>
                    </a:cubicBezTo>
                    <a:cubicBezTo>
                      <a:pt x="1111497" y="772402"/>
                      <a:pt x="1146741" y="772402"/>
                      <a:pt x="1170553" y="784784"/>
                    </a:cubicBezTo>
                    <a:cubicBezTo>
                      <a:pt x="1194366" y="797167"/>
                      <a:pt x="1208653" y="797167"/>
                      <a:pt x="1209605" y="778117"/>
                    </a:cubicBezTo>
                    <a:cubicBezTo>
                      <a:pt x="1210558" y="758114"/>
                      <a:pt x="1244847" y="752399"/>
                      <a:pt x="1255326" y="758114"/>
                    </a:cubicBezTo>
                    <a:cubicBezTo>
                      <a:pt x="1265803" y="763829"/>
                      <a:pt x="1298188" y="783832"/>
                      <a:pt x="1314380" y="776212"/>
                    </a:cubicBezTo>
                    <a:cubicBezTo>
                      <a:pt x="1329620" y="769544"/>
                      <a:pt x="1408678" y="778117"/>
                      <a:pt x="1427728" y="782879"/>
                    </a:cubicBezTo>
                    <a:cubicBezTo>
                      <a:pt x="1447730" y="788594"/>
                      <a:pt x="1452493" y="774307"/>
                      <a:pt x="1469638" y="795262"/>
                    </a:cubicBezTo>
                    <a:cubicBezTo>
                      <a:pt x="1483926" y="813359"/>
                      <a:pt x="1490593" y="797167"/>
                      <a:pt x="1506785" y="810502"/>
                    </a:cubicBezTo>
                    <a:cubicBezTo>
                      <a:pt x="1506785" y="804787"/>
                      <a:pt x="1505833" y="798119"/>
                      <a:pt x="1505833" y="791452"/>
                    </a:cubicBezTo>
                    <a:cubicBezTo>
                      <a:pt x="1505833" y="778117"/>
                      <a:pt x="1525835" y="765734"/>
                      <a:pt x="1529645" y="755257"/>
                    </a:cubicBezTo>
                    <a:cubicBezTo>
                      <a:pt x="1533455" y="744779"/>
                      <a:pt x="1511547" y="713347"/>
                      <a:pt x="1511547" y="701917"/>
                    </a:cubicBezTo>
                    <a:cubicBezTo>
                      <a:pt x="1511547" y="691439"/>
                      <a:pt x="1511547" y="665722"/>
                      <a:pt x="1502022" y="660959"/>
                    </a:cubicBezTo>
                    <a:cubicBezTo>
                      <a:pt x="1492497" y="655244"/>
                      <a:pt x="1521072" y="641909"/>
                      <a:pt x="1527741" y="641909"/>
                    </a:cubicBezTo>
                    <a:cubicBezTo>
                      <a:pt x="1542028" y="642862"/>
                      <a:pt x="1562983" y="626669"/>
                      <a:pt x="1569651" y="633337"/>
                    </a:cubicBezTo>
                    <a:cubicBezTo>
                      <a:pt x="1576318" y="640004"/>
                      <a:pt x="1588701" y="641909"/>
                      <a:pt x="1601083" y="641909"/>
                    </a:cubicBezTo>
                    <a:cubicBezTo>
                      <a:pt x="1613466" y="641909"/>
                      <a:pt x="1608703" y="626669"/>
                      <a:pt x="1601083" y="619049"/>
                    </a:cubicBezTo>
                    <a:cubicBezTo>
                      <a:pt x="1593463" y="612382"/>
                      <a:pt x="1623943" y="548564"/>
                      <a:pt x="1627753" y="527609"/>
                    </a:cubicBezTo>
                    <a:cubicBezTo>
                      <a:pt x="1632516" y="505702"/>
                      <a:pt x="1642993" y="525704"/>
                      <a:pt x="1657280" y="527609"/>
                    </a:cubicBezTo>
                    <a:cubicBezTo>
                      <a:pt x="1671568" y="529514"/>
                      <a:pt x="1688713" y="526657"/>
                      <a:pt x="1698238" y="531419"/>
                    </a:cubicBezTo>
                    <a:cubicBezTo>
                      <a:pt x="1706810" y="536182"/>
                      <a:pt x="1733480" y="525704"/>
                      <a:pt x="1740147" y="515227"/>
                    </a:cubicBezTo>
                    <a:cubicBezTo>
                      <a:pt x="1746816" y="504749"/>
                      <a:pt x="1732528" y="501892"/>
                      <a:pt x="1733480" y="477127"/>
                    </a:cubicBezTo>
                    <a:cubicBezTo>
                      <a:pt x="1734433" y="452362"/>
                      <a:pt x="1747768" y="440932"/>
                      <a:pt x="1762055" y="440932"/>
                    </a:cubicBezTo>
                    <a:cubicBezTo>
                      <a:pt x="1776343" y="440932"/>
                      <a:pt x="1781105" y="426644"/>
                      <a:pt x="1781105" y="414262"/>
                    </a:cubicBezTo>
                    <a:cubicBezTo>
                      <a:pt x="1781105" y="403784"/>
                      <a:pt x="1792535" y="397117"/>
                      <a:pt x="1796345" y="383782"/>
                    </a:cubicBezTo>
                    <a:cubicBezTo>
                      <a:pt x="1791583" y="384734"/>
                      <a:pt x="1787772" y="378067"/>
                      <a:pt x="1786820" y="372352"/>
                    </a:cubicBezTo>
                    <a:close/>
                    <a:moveTo>
                      <a:pt x="668585" y="579044"/>
                    </a:moveTo>
                    <a:cubicBezTo>
                      <a:pt x="663822" y="586664"/>
                      <a:pt x="611435" y="572377"/>
                      <a:pt x="607626" y="560947"/>
                    </a:cubicBezTo>
                    <a:cubicBezTo>
                      <a:pt x="602863" y="549517"/>
                      <a:pt x="680016" y="562852"/>
                      <a:pt x="668585" y="579044"/>
                    </a:cubicBezTo>
                    <a:close/>
                    <a:moveTo>
                      <a:pt x="1410583" y="574282"/>
                    </a:moveTo>
                    <a:cubicBezTo>
                      <a:pt x="1374388" y="574282"/>
                      <a:pt x="1292472" y="554279"/>
                      <a:pt x="1260088" y="592379"/>
                    </a:cubicBezTo>
                    <a:cubicBezTo>
                      <a:pt x="1227703" y="630479"/>
                      <a:pt x="1250563" y="650482"/>
                      <a:pt x="1236276" y="653339"/>
                    </a:cubicBezTo>
                    <a:cubicBezTo>
                      <a:pt x="1221035" y="656197"/>
                      <a:pt x="1212463" y="595237"/>
                      <a:pt x="1230560" y="576187"/>
                    </a:cubicBezTo>
                    <a:cubicBezTo>
                      <a:pt x="1248658" y="556184"/>
                      <a:pt x="1307713" y="547612"/>
                      <a:pt x="1343908" y="558089"/>
                    </a:cubicBezTo>
                    <a:cubicBezTo>
                      <a:pt x="1380103" y="567614"/>
                      <a:pt x="1445826" y="549517"/>
                      <a:pt x="1455351" y="552374"/>
                    </a:cubicBezTo>
                    <a:cubicBezTo>
                      <a:pt x="1465828" y="554279"/>
                      <a:pt x="1447730" y="574282"/>
                      <a:pt x="1410583" y="574282"/>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grpSp>
            <p:nvGrpSpPr>
              <p:cNvPr id="202" name="Graphic 286">
                <a:extLst>
                  <a:ext uri="{FF2B5EF4-FFF2-40B4-BE49-F238E27FC236}">
                    <a16:creationId xmlns:a16="http://schemas.microsoft.com/office/drawing/2014/main" id="{2ECA19FB-2F74-2DA2-51A6-172DCDAC2D8C}"/>
                  </a:ext>
                </a:extLst>
              </p:cNvPr>
              <p:cNvGrpSpPr/>
              <p:nvPr/>
            </p:nvGrpSpPr>
            <p:grpSpPr>
              <a:xfrm>
                <a:off x="6285532" y="1654248"/>
                <a:ext cx="3858669" cy="1590299"/>
                <a:chOff x="16010032" y="3324451"/>
                <a:chExt cx="7534275" cy="3105150"/>
              </a:xfrm>
              <a:solidFill>
                <a:schemeClr val="bg1">
                  <a:lumMod val="85000"/>
                </a:schemeClr>
              </a:solidFill>
            </p:grpSpPr>
            <p:grpSp>
              <p:nvGrpSpPr>
                <p:cNvPr id="832" name="Graphic 286">
                  <a:extLst>
                    <a:ext uri="{FF2B5EF4-FFF2-40B4-BE49-F238E27FC236}">
                      <a16:creationId xmlns:a16="http://schemas.microsoft.com/office/drawing/2014/main" id="{31CFBC00-8104-BC17-7B17-98B749F6621C}"/>
                    </a:ext>
                  </a:extLst>
                </p:cNvPr>
                <p:cNvGrpSpPr/>
                <p:nvPr/>
              </p:nvGrpSpPr>
              <p:grpSpPr>
                <a:xfrm>
                  <a:off x="16010032" y="3324451"/>
                  <a:ext cx="7534275" cy="3105150"/>
                  <a:chOff x="16010032" y="3324451"/>
                  <a:chExt cx="7534275" cy="3105150"/>
                </a:xfrm>
                <a:grpFill/>
              </p:grpSpPr>
              <p:sp>
                <p:nvSpPr>
                  <p:cNvPr id="859" name="Freeform: Shape 513">
                    <a:extLst>
                      <a:ext uri="{FF2B5EF4-FFF2-40B4-BE49-F238E27FC236}">
                        <a16:creationId xmlns:a16="http://schemas.microsoft.com/office/drawing/2014/main" id="{BABC617F-1BD9-662E-6D06-4EFDCD51DC67}"/>
                      </a:ext>
                    </a:extLst>
                  </p:cNvPr>
                  <p:cNvSpPr/>
                  <p:nvPr/>
                </p:nvSpPr>
                <p:spPr>
                  <a:xfrm>
                    <a:off x="19291395" y="3464794"/>
                    <a:ext cx="228600" cy="142875"/>
                  </a:xfrm>
                  <a:custGeom>
                    <a:avLst/>
                    <a:gdLst>
                      <a:gd name="connsiteX0" fmla="*/ 233363 w 228600"/>
                      <a:gd name="connsiteY0" fmla="*/ 56824 h 142875"/>
                      <a:gd name="connsiteX1" fmla="*/ 227647 w 228600"/>
                      <a:gd name="connsiteY1" fmla="*/ 30154 h 142875"/>
                      <a:gd name="connsiteX2" fmla="*/ 168592 w 228600"/>
                      <a:gd name="connsiteY2" fmla="*/ 25392 h 142875"/>
                      <a:gd name="connsiteX3" fmla="*/ 136207 w 228600"/>
                      <a:gd name="connsiteY3" fmla="*/ 4437 h 142875"/>
                      <a:gd name="connsiteX4" fmla="*/ 13334 w 228600"/>
                      <a:gd name="connsiteY4" fmla="*/ 33012 h 142875"/>
                      <a:gd name="connsiteX5" fmla="*/ 0 w 228600"/>
                      <a:gd name="connsiteY5" fmla="*/ 50157 h 142875"/>
                      <a:gd name="connsiteX6" fmla="*/ 10477 w 228600"/>
                      <a:gd name="connsiteY6" fmla="*/ 57777 h 142875"/>
                      <a:gd name="connsiteX7" fmla="*/ 24765 w 228600"/>
                      <a:gd name="connsiteY7" fmla="*/ 86352 h 142875"/>
                      <a:gd name="connsiteX8" fmla="*/ 27622 w 228600"/>
                      <a:gd name="connsiteY8" fmla="*/ 87304 h 142875"/>
                      <a:gd name="connsiteX9" fmla="*/ 60007 w 228600"/>
                      <a:gd name="connsiteY9" fmla="*/ 116832 h 142875"/>
                      <a:gd name="connsiteX10" fmla="*/ 101917 w 228600"/>
                      <a:gd name="connsiteY10" fmla="*/ 124452 h 142875"/>
                      <a:gd name="connsiteX11" fmla="*/ 125730 w 228600"/>
                      <a:gd name="connsiteY11" fmla="*/ 122547 h 142875"/>
                      <a:gd name="connsiteX12" fmla="*/ 165734 w 228600"/>
                      <a:gd name="connsiteY12" fmla="*/ 142549 h 142875"/>
                      <a:gd name="connsiteX13" fmla="*/ 183832 w 228600"/>
                      <a:gd name="connsiteY13" fmla="*/ 144454 h 142875"/>
                      <a:gd name="connsiteX14" fmla="*/ 214313 w 228600"/>
                      <a:gd name="connsiteY14" fmla="*/ 109212 h 142875"/>
                      <a:gd name="connsiteX15" fmla="*/ 233363 w 228600"/>
                      <a:gd name="connsiteY15" fmla="*/ 56824 h 142875"/>
                      <a:gd name="connsiteX16" fmla="*/ 233363 w 228600"/>
                      <a:gd name="connsiteY16" fmla="*/ 5682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8600" h="142875">
                        <a:moveTo>
                          <a:pt x="233363" y="56824"/>
                        </a:moveTo>
                        <a:cubicBezTo>
                          <a:pt x="228600" y="48252"/>
                          <a:pt x="226694" y="39679"/>
                          <a:pt x="227647" y="30154"/>
                        </a:cubicBezTo>
                        <a:cubicBezTo>
                          <a:pt x="208597" y="13962"/>
                          <a:pt x="168592" y="8247"/>
                          <a:pt x="168592" y="25392"/>
                        </a:cubicBezTo>
                        <a:cubicBezTo>
                          <a:pt x="168592" y="51109"/>
                          <a:pt x="143827" y="19677"/>
                          <a:pt x="136207" y="4437"/>
                        </a:cubicBezTo>
                        <a:cubicBezTo>
                          <a:pt x="128588" y="-10803"/>
                          <a:pt x="13334" y="16819"/>
                          <a:pt x="13334" y="33012"/>
                        </a:cubicBezTo>
                        <a:cubicBezTo>
                          <a:pt x="13334" y="38727"/>
                          <a:pt x="7619" y="44442"/>
                          <a:pt x="0" y="50157"/>
                        </a:cubicBezTo>
                        <a:cubicBezTo>
                          <a:pt x="3809" y="52062"/>
                          <a:pt x="7619" y="54919"/>
                          <a:pt x="10477" y="57777"/>
                        </a:cubicBezTo>
                        <a:cubicBezTo>
                          <a:pt x="17144" y="64444"/>
                          <a:pt x="23813" y="75874"/>
                          <a:pt x="24765" y="86352"/>
                        </a:cubicBezTo>
                        <a:cubicBezTo>
                          <a:pt x="25717" y="86352"/>
                          <a:pt x="26669" y="87304"/>
                          <a:pt x="27622" y="87304"/>
                        </a:cubicBezTo>
                        <a:cubicBezTo>
                          <a:pt x="41909" y="92067"/>
                          <a:pt x="55244" y="102544"/>
                          <a:pt x="60007" y="116832"/>
                        </a:cubicBezTo>
                        <a:cubicBezTo>
                          <a:pt x="69532" y="114927"/>
                          <a:pt x="84772" y="118737"/>
                          <a:pt x="101917" y="124452"/>
                        </a:cubicBezTo>
                        <a:cubicBezTo>
                          <a:pt x="109538" y="123499"/>
                          <a:pt x="118109" y="122547"/>
                          <a:pt x="125730" y="122547"/>
                        </a:cubicBezTo>
                        <a:cubicBezTo>
                          <a:pt x="144780" y="122547"/>
                          <a:pt x="158115" y="131119"/>
                          <a:pt x="165734" y="142549"/>
                        </a:cubicBezTo>
                        <a:cubicBezTo>
                          <a:pt x="172402" y="143502"/>
                          <a:pt x="178117" y="144454"/>
                          <a:pt x="183832" y="144454"/>
                        </a:cubicBezTo>
                        <a:cubicBezTo>
                          <a:pt x="221932" y="144454"/>
                          <a:pt x="225742" y="110164"/>
                          <a:pt x="214313" y="109212"/>
                        </a:cubicBezTo>
                        <a:cubicBezTo>
                          <a:pt x="201930" y="109212"/>
                          <a:pt x="212407" y="89209"/>
                          <a:pt x="233363" y="56824"/>
                        </a:cubicBezTo>
                        <a:cubicBezTo>
                          <a:pt x="233363" y="56824"/>
                          <a:pt x="233363" y="56824"/>
                          <a:pt x="233363" y="56824"/>
                        </a:cubicBezTo>
                        <a:close/>
                      </a:path>
                    </a:pathLst>
                  </a:custGeom>
                  <a:grpFill/>
                  <a:ln w="7144" cap="flat">
                    <a:solidFill>
                      <a:srgbClr val="FFFFFF"/>
                    </a:solidFill>
                    <a:prstDash val="solid"/>
                    <a:miter/>
                  </a:ln>
                </p:spPr>
                <p:txBody>
                  <a:bodyPr rtlCol="0" anchor="ctr"/>
                  <a:lstStyle/>
                  <a:p>
                    <a:endParaRPr lang="en-ID"/>
                  </a:p>
                </p:txBody>
              </p:sp>
              <p:sp>
                <p:nvSpPr>
                  <p:cNvPr id="860" name="Freeform: Shape 514">
                    <a:extLst>
                      <a:ext uri="{FF2B5EF4-FFF2-40B4-BE49-F238E27FC236}">
                        <a16:creationId xmlns:a16="http://schemas.microsoft.com/office/drawing/2014/main" id="{FA286356-1D7A-E9CC-EB72-03BD9A68BC31}"/>
                      </a:ext>
                    </a:extLst>
                  </p:cNvPr>
                  <p:cNvSpPr/>
                  <p:nvPr/>
                </p:nvSpPr>
                <p:spPr>
                  <a:xfrm>
                    <a:off x="23040313" y="4325439"/>
                    <a:ext cx="171450" cy="57150"/>
                  </a:xfrm>
                  <a:custGeom>
                    <a:avLst/>
                    <a:gdLst>
                      <a:gd name="connsiteX0" fmla="*/ 70607 w 171450"/>
                      <a:gd name="connsiteY0" fmla="*/ 42952 h 57150"/>
                      <a:gd name="connsiteX1" fmla="*/ 170619 w 171450"/>
                      <a:gd name="connsiteY1" fmla="*/ 37237 h 57150"/>
                      <a:gd name="connsiteX2" fmla="*/ 113469 w 171450"/>
                      <a:gd name="connsiteY2" fmla="*/ 1042 h 57150"/>
                      <a:gd name="connsiteX3" fmla="*/ 5836 w 171450"/>
                      <a:gd name="connsiteY3" fmla="*/ 54382 h 57150"/>
                      <a:gd name="connsiteX4" fmla="*/ 51557 w 171450"/>
                      <a:gd name="connsiteY4" fmla="*/ 48667 h 57150"/>
                      <a:gd name="connsiteX5" fmla="*/ 70607 w 171450"/>
                      <a:gd name="connsiteY5" fmla="*/ 42952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450" h="57150">
                        <a:moveTo>
                          <a:pt x="70607" y="42952"/>
                        </a:moveTo>
                        <a:cubicBezTo>
                          <a:pt x="104896" y="37237"/>
                          <a:pt x="137282" y="36285"/>
                          <a:pt x="170619" y="37237"/>
                        </a:cubicBezTo>
                        <a:cubicBezTo>
                          <a:pt x="176334" y="27712"/>
                          <a:pt x="161094" y="7710"/>
                          <a:pt x="113469" y="1042"/>
                        </a:cubicBezTo>
                        <a:cubicBezTo>
                          <a:pt x="54413" y="-7530"/>
                          <a:pt x="-21787" y="39142"/>
                          <a:pt x="5836" y="54382"/>
                        </a:cubicBezTo>
                        <a:cubicBezTo>
                          <a:pt x="24886" y="64860"/>
                          <a:pt x="38221" y="51525"/>
                          <a:pt x="51557" y="48667"/>
                        </a:cubicBezTo>
                        <a:cubicBezTo>
                          <a:pt x="58224" y="46762"/>
                          <a:pt x="63938" y="43905"/>
                          <a:pt x="70607" y="42952"/>
                        </a:cubicBezTo>
                        <a:close/>
                      </a:path>
                    </a:pathLst>
                  </a:custGeom>
                  <a:grpFill/>
                  <a:ln w="7144" cap="flat">
                    <a:solidFill>
                      <a:srgbClr val="FFFFFF"/>
                    </a:solidFill>
                    <a:prstDash val="solid"/>
                    <a:miter/>
                  </a:ln>
                </p:spPr>
                <p:txBody>
                  <a:bodyPr rtlCol="0" anchor="ctr"/>
                  <a:lstStyle/>
                  <a:p>
                    <a:endParaRPr lang="en-ID"/>
                  </a:p>
                </p:txBody>
              </p:sp>
              <p:sp>
                <p:nvSpPr>
                  <p:cNvPr id="861" name="Freeform: Shape 515">
                    <a:extLst>
                      <a:ext uri="{FF2B5EF4-FFF2-40B4-BE49-F238E27FC236}">
                        <a16:creationId xmlns:a16="http://schemas.microsoft.com/office/drawing/2014/main" id="{83D6C78B-1005-C5E8-FB03-F7BE119A34A4}"/>
                      </a:ext>
                    </a:extLst>
                  </p:cNvPr>
                  <p:cNvSpPr/>
                  <p:nvPr/>
                </p:nvSpPr>
                <p:spPr>
                  <a:xfrm>
                    <a:off x="18647013" y="4176055"/>
                    <a:ext cx="28575" cy="28575"/>
                  </a:xfrm>
                  <a:custGeom>
                    <a:avLst/>
                    <a:gdLst>
                      <a:gd name="connsiteX0" fmla="*/ 3349 w 28575"/>
                      <a:gd name="connsiteY0" fmla="*/ 23743 h 28575"/>
                      <a:gd name="connsiteX1" fmla="*/ 37639 w 28575"/>
                      <a:gd name="connsiteY1" fmla="*/ 8503 h 28575"/>
                      <a:gd name="connsiteX2" fmla="*/ 3349 w 28575"/>
                      <a:gd name="connsiteY2" fmla="*/ 23743 h 28575"/>
                    </a:gdLst>
                    <a:ahLst/>
                    <a:cxnLst>
                      <a:cxn ang="0">
                        <a:pos x="connsiteX0" y="connsiteY0"/>
                      </a:cxn>
                      <a:cxn ang="0">
                        <a:pos x="connsiteX1" y="connsiteY1"/>
                      </a:cxn>
                      <a:cxn ang="0">
                        <a:pos x="connsiteX2" y="connsiteY2"/>
                      </a:cxn>
                    </a:cxnLst>
                    <a:rect l="l" t="t" r="r" b="b"/>
                    <a:pathLst>
                      <a:path w="28575" h="28575">
                        <a:moveTo>
                          <a:pt x="3349" y="23743"/>
                        </a:moveTo>
                        <a:cubicBezTo>
                          <a:pt x="24304" y="35173"/>
                          <a:pt x="39545" y="30411"/>
                          <a:pt x="37639" y="8503"/>
                        </a:cubicBezTo>
                        <a:cubicBezTo>
                          <a:pt x="34782" y="-14357"/>
                          <a:pt x="-12843" y="15171"/>
                          <a:pt x="3349" y="23743"/>
                        </a:cubicBezTo>
                        <a:close/>
                      </a:path>
                    </a:pathLst>
                  </a:custGeom>
                  <a:grpFill/>
                  <a:ln w="7144" cap="flat">
                    <a:solidFill>
                      <a:srgbClr val="FFFFFF"/>
                    </a:solidFill>
                    <a:prstDash val="solid"/>
                    <a:miter/>
                  </a:ln>
                </p:spPr>
                <p:txBody>
                  <a:bodyPr rtlCol="0" anchor="ctr"/>
                  <a:lstStyle/>
                  <a:p>
                    <a:endParaRPr lang="en-ID"/>
                  </a:p>
                </p:txBody>
              </p:sp>
              <p:sp>
                <p:nvSpPr>
                  <p:cNvPr id="862" name="Freeform: Shape 516">
                    <a:extLst>
                      <a:ext uri="{FF2B5EF4-FFF2-40B4-BE49-F238E27FC236}">
                        <a16:creationId xmlns:a16="http://schemas.microsoft.com/office/drawing/2014/main" id="{34D15955-525E-DFD4-D3AE-B65B75E94118}"/>
                      </a:ext>
                    </a:extLst>
                  </p:cNvPr>
                  <p:cNvSpPr/>
                  <p:nvPr/>
                </p:nvSpPr>
                <p:spPr>
                  <a:xfrm>
                    <a:off x="19138039" y="3345718"/>
                    <a:ext cx="57150" cy="19050"/>
                  </a:xfrm>
                  <a:custGeom>
                    <a:avLst/>
                    <a:gdLst>
                      <a:gd name="connsiteX0" fmla="*/ 62869 w 57150"/>
                      <a:gd name="connsiteY0" fmla="*/ 12070 h 19050"/>
                      <a:gd name="connsiteX1" fmla="*/ 3813 w 57150"/>
                      <a:gd name="connsiteY1" fmla="*/ 20643 h 19050"/>
                      <a:gd name="connsiteX2" fmla="*/ 62869 w 57150"/>
                      <a:gd name="connsiteY2" fmla="*/ 12070 h 19050"/>
                    </a:gdLst>
                    <a:ahLst/>
                    <a:cxnLst>
                      <a:cxn ang="0">
                        <a:pos x="connsiteX0" y="connsiteY0"/>
                      </a:cxn>
                      <a:cxn ang="0">
                        <a:pos x="connsiteX1" y="connsiteY1"/>
                      </a:cxn>
                      <a:cxn ang="0">
                        <a:pos x="connsiteX2" y="connsiteY2"/>
                      </a:cxn>
                    </a:cxnLst>
                    <a:rect l="l" t="t" r="r" b="b"/>
                    <a:pathLst>
                      <a:path w="57150" h="19050">
                        <a:moveTo>
                          <a:pt x="62869" y="12070"/>
                        </a:moveTo>
                        <a:cubicBezTo>
                          <a:pt x="68584" y="-8885"/>
                          <a:pt x="-19047" y="-312"/>
                          <a:pt x="3813" y="20643"/>
                        </a:cubicBezTo>
                        <a:cubicBezTo>
                          <a:pt x="11434" y="27310"/>
                          <a:pt x="57153" y="33025"/>
                          <a:pt x="62869" y="12070"/>
                        </a:cubicBezTo>
                        <a:close/>
                      </a:path>
                    </a:pathLst>
                  </a:custGeom>
                  <a:grpFill/>
                  <a:ln w="7144" cap="flat">
                    <a:solidFill>
                      <a:srgbClr val="FFFFFF"/>
                    </a:solidFill>
                    <a:prstDash val="solid"/>
                    <a:miter/>
                  </a:ln>
                </p:spPr>
                <p:txBody>
                  <a:bodyPr rtlCol="0" anchor="ctr"/>
                  <a:lstStyle/>
                  <a:p>
                    <a:endParaRPr lang="en-ID"/>
                  </a:p>
                </p:txBody>
              </p:sp>
              <p:sp>
                <p:nvSpPr>
                  <p:cNvPr id="863" name="Freeform: Shape 517">
                    <a:extLst>
                      <a:ext uri="{FF2B5EF4-FFF2-40B4-BE49-F238E27FC236}">
                        <a16:creationId xmlns:a16="http://schemas.microsoft.com/office/drawing/2014/main" id="{8D83B251-7971-1385-BA1A-2D97C92DDDE8}"/>
                      </a:ext>
                    </a:extLst>
                  </p:cNvPr>
                  <p:cNvSpPr/>
                  <p:nvPr/>
                </p:nvSpPr>
                <p:spPr>
                  <a:xfrm>
                    <a:off x="19185437" y="3378743"/>
                    <a:ext cx="228600" cy="142875"/>
                  </a:xfrm>
                  <a:custGeom>
                    <a:avLst/>
                    <a:gdLst>
                      <a:gd name="connsiteX0" fmla="*/ 227877 w 228600"/>
                      <a:gd name="connsiteY0" fmla="*/ 55245 h 142875"/>
                      <a:gd name="connsiteX1" fmla="*/ 192635 w 228600"/>
                      <a:gd name="connsiteY1" fmla="*/ 70485 h 142875"/>
                      <a:gd name="connsiteX2" fmla="*/ 144058 w 228600"/>
                      <a:gd name="connsiteY2" fmla="*/ 23813 h 142875"/>
                      <a:gd name="connsiteX3" fmla="*/ 144058 w 228600"/>
                      <a:gd name="connsiteY3" fmla="*/ 9525 h 142875"/>
                      <a:gd name="connsiteX4" fmla="*/ 140248 w 228600"/>
                      <a:gd name="connsiteY4" fmla="*/ 5715 h 142875"/>
                      <a:gd name="connsiteX5" fmla="*/ 107862 w 228600"/>
                      <a:gd name="connsiteY5" fmla="*/ 8573 h 142875"/>
                      <a:gd name="connsiteX6" fmla="*/ 65952 w 228600"/>
                      <a:gd name="connsiteY6" fmla="*/ 0 h 142875"/>
                      <a:gd name="connsiteX7" fmla="*/ 66905 w 228600"/>
                      <a:gd name="connsiteY7" fmla="*/ 15240 h 142875"/>
                      <a:gd name="connsiteX8" fmla="*/ 46902 w 228600"/>
                      <a:gd name="connsiteY8" fmla="*/ 47625 h 142875"/>
                      <a:gd name="connsiteX9" fmla="*/ 47855 w 228600"/>
                      <a:gd name="connsiteY9" fmla="*/ 80010 h 142875"/>
                      <a:gd name="connsiteX10" fmla="*/ 37377 w 228600"/>
                      <a:gd name="connsiteY10" fmla="*/ 98108 h 142875"/>
                      <a:gd name="connsiteX11" fmla="*/ 5945 w 228600"/>
                      <a:gd name="connsiteY11" fmla="*/ 115253 h 142875"/>
                      <a:gd name="connsiteX12" fmla="*/ 44998 w 228600"/>
                      <a:gd name="connsiteY12" fmla="*/ 143828 h 142875"/>
                      <a:gd name="connsiteX13" fmla="*/ 47855 w 228600"/>
                      <a:gd name="connsiteY13" fmla="*/ 144780 h 142875"/>
                      <a:gd name="connsiteX14" fmla="*/ 81192 w 228600"/>
                      <a:gd name="connsiteY14" fmla="*/ 132398 h 142875"/>
                      <a:gd name="connsiteX15" fmla="*/ 87860 w 228600"/>
                      <a:gd name="connsiteY15" fmla="*/ 132398 h 142875"/>
                      <a:gd name="connsiteX16" fmla="*/ 98337 w 228600"/>
                      <a:gd name="connsiteY16" fmla="*/ 110490 h 142875"/>
                      <a:gd name="connsiteX17" fmla="*/ 220258 w 228600"/>
                      <a:gd name="connsiteY17" fmla="*/ 71438 h 142875"/>
                      <a:gd name="connsiteX18" fmla="*/ 227877 w 228600"/>
                      <a:gd name="connsiteY18" fmla="*/ 5524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8600" h="142875">
                        <a:moveTo>
                          <a:pt x="227877" y="55245"/>
                        </a:moveTo>
                        <a:cubicBezTo>
                          <a:pt x="219305" y="63818"/>
                          <a:pt x="206923" y="69533"/>
                          <a:pt x="192635" y="70485"/>
                        </a:cubicBezTo>
                        <a:cubicBezTo>
                          <a:pt x="166917" y="71438"/>
                          <a:pt x="144058" y="48578"/>
                          <a:pt x="144058" y="23813"/>
                        </a:cubicBezTo>
                        <a:lnTo>
                          <a:pt x="144058" y="9525"/>
                        </a:lnTo>
                        <a:cubicBezTo>
                          <a:pt x="142152" y="8573"/>
                          <a:pt x="141200" y="7620"/>
                          <a:pt x="140248" y="5715"/>
                        </a:cubicBezTo>
                        <a:cubicBezTo>
                          <a:pt x="129770" y="10478"/>
                          <a:pt x="118340" y="11430"/>
                          <a:pt x="107862" y="8573"/>
                        </a:cubicBezTo>
                        <a:cubicBezTo>
                          <a:pt x="94527" y="4763"/>
                          <a:pt x="80240" y="3810"/>
                          <a:pt x="65952" y="0"/>
                        </a:cubicBezTo>
                        <a:cubicBezTo>
                          <a:pt x="59285" y="4763"/>
                          <a:pt x="58333" y="10478"/>
                          <a:pt x="66905" y="15240"/>
                        </a:cubicBezTo>
                        <a:cubicBezTo>
                          <a:pt x="85002" y="24765"/>
                          <a:pt x="66905" y="49530"/>
                          <a:pt x="46902" y="47625"/>
                        </a:cubicBezTo>
                        <a:cubicBezTo>
                          <a:pt x="26900" y="45720"/>
                          <a:pt x="23090" y="68580"/>
                          <a:pt x="47855" y="80010"/>
                        </a:cubicBezTo>
                        <a:cubicBezTo>
                          <a:pt x="72620" y="91440"/>
                          <a:pt x="63095" y="98108"/>
                          <a:pt x="37377" y="98108"/>
                        </a:cubicBezTo>
                        <a:cubicBezTo>
                          <a:pt x="11660" y="98108"/>
                          <a:pt x="-11200" y="107633"/>
                          <a:pt x="5945" y="115253"/>
                        </a:cubicBezTo>
                        <a:cubicBezTo>
                          <a:pt x="19280" y="120968"/>
                          <a:pt x="17375" y="136208"/>
                          <a:pt x="44998" y="143828"/>
                        </a:cubicBezTo>
                        <a:cubicBezTo>
                          <a:pt x="45950" y="143828"/>
                          <a:pt x="46902" y="143828"/>
                          <a:pt x="47855" y="144780"/>
                        </a:cubicBezTo>
                        <a:cubicBezTo>
                          <a:pt x="56427" y="136208"/>
                          <a:pt x="68810" y="132398"/>
                          <a:pt x="81192" y="132398"/>
                        </a:cubicBezTo>
                        <a:cubicBezTo>
                          <a:pt x="83098" y="132398"/>
                          <a:pt x="85955" y="132398"/>
                          <a:pt x="87860" y="132398"/>
                        </a:cubicBezTo>
                        <a:cubicBezTo>
                          <a:pt x="94527" y="125730"/>
                          <a:pt x="99290" y="117158"/>
                          <a:pt x="98337" y="110490"/>
                        </a:cubicBezTo>
                        <a:cubicBezTo>
                          <a:pt x="95480" y="93345"/>
                          <a:pt x="193588" y="78105"/>
                          <a:pt x="220258" y="71438"/>
                        </a:cubicBezTo>
                        <a:cubicBezTo>
                          <a:pt x="229783" y="66675"/>
                          <a:pt x="230735" y="60960"/>
                          <a:pt x="227877" y="55245"/>
                        </a:cubicBezTo>
                        <a:close/>
                      </a:path>
                    </a:pathLst>
                  </a:custGeom>
                  <a:grpFill/>
                  <a:ln w="7144" cap="flat">
                    <a:solidFill>
                      <a:srgbClr val="FFFFFF"/>
                    </a:solidFill>
                    <a:prstDash val="solid"/>
                    <a:miter/>
                  </a:ln>
                </p:spPr>
                <p:txBody>
                  <a:bodyPr rtlCol="0" anchor="ctr"/>
                  <a:lstStyle/>
                  <a:p>
                    <a:endParaRPr lang="en-ID"/>
                  </a:p>
                </p:txBody>
              </p:sp>
              <p:sp>
                <p:nvSpPr>
                  <p:cNvPr id="864" name="Freeform: Shape 518">
                    <a:extLst>
                      <a:ext uri="{FF2B5EF4-FFF2-40B4-BE49-F238E27FC236}">
                        <a16:creationId xmlns:a16="http://schemas.microsoft.com/office/drawing/2014/main" id="{C9B4B939-31C9-6485-7D53-93F1BA2F485A}"/>
                      </a:ext>
                    </a:extLst>
                  </p:cNvPr>
                  <p:cNvSpPr/>
                  <p:nvPr/>
                </p:nvSpPr>
                <p:spPr>
                  <a:xfrm>
                    <a:off x="19503255" y="3565434"/>
                    <a:ext cx="266700" cy="133350"/>
                  </a:xfrm>
                  <a:custGeom>
                    <a:avLst/>
                    <a:gdLst>
                      <a:gd name="connsiteX0" fmla="*/ 256770 w 266700"/>
                      <a:gd name="connsiteY0" fmla="*/ 43815 h 133350"/>
                      <a:gd name="connsiteX1" fmla="*/ 229147 w 266700"/>
                      <a:gd name="connsiteY1" fmla="*/ 43815 h 133350"/>
                      <a:gd name="connsiteX2" fmla="*/ 164378 w 266700"/>
                      <a:gd name="connsiteY2" fmla="*/ 22860 h 133350"/>
                      <a:gd name="connsiteX3" fmla="*/ 151042 w 266700"/>
                      <a:gd name="connsiteY3" fmla="*/ 36195 h 133350"/>
                      <a:gd name="connsiteX4" fmla="*/ 151042 w 266700"/>
                      <a:gd name="connsiteY4" fmla="*/ 17145 h 133350"/>
                      <a:gd name="connsiteX5" fmla="*/ 135803 w 266700"/>
                      <a:gd name="connsiteY5" fmla="*/ 10477 h 133350"/>
                      <a:gd name="connsiteX6" fmla="*/ 97703 w 266700"/>
                      <a:gd name="connsiteY6" fmla="*/ 6668 h 133350"/>
                      <a:gd name="connsiteX7" fmla="*/ 83415 w 266700"/>
                      <a:gd name="connsiteY7" fmla="*/ 0 h 133350"/>
                      <a:gd name="connsiteX8" fmla="*/ 68174 w 266700"/>
                      <a:gd name="connsiteY8" fmla="*/ 36195 h 133350"/>
                      <a:gd name="connsiteX9" fmla="*/ 35790 w 266700"/>
                      <a:gd name="connsiteY9" fmla="*/ 62865 h 133350"/>
                      <a:gd name="connsiteX10" fmla="*/ 4357 w 266700"/>
                      <a:gd name="connsiteY10" fmla="*/ 130493 h 133350"/>
                      <a:gd name="connsiteX11" fmla="*/ 120562 w 266700"/>
                      <a:gd name="connsiteY11" fmla="*/ 118110 h 133350"/>
                      <a:gd name="connsiteX12" fmla="*/ 273915 w 266700"/>
                      <a:gd name="connsiteY12" fmla="*/ 62865 h 133350"/>
                      <a:gd name="connsiteX13" fmla="*/ 256770 w 266700"/>
                      <a:gd name="connsiteY13" fmla="*/ 43815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6700" h="133350">
                        <a:moveTo>
                          <a:pt x="256770" y="43815"/>
                        </a:moveTo>
                        <a:cubicBezTo>
                          <a:pt x="248197" y="46672"/>
                          <a:pt x="238672" y="47625"/>
                          <a:pt x="229147" y="43815"/>
                        </a:cubicBezTo>
                        <a:cubicBezTo>
                          <a:pt x="208192" y="36195"/>
                          <a:pt x="186284" y="30480"/>
                          <a:pt x="164378" y="22860"/>
                        </a:cubicBezTo>
                        <a:cubicBezTo>
                          <a:pt x="158662" y="26670"/>
                          <a:pt x="153899" y="31432"/>
                          <a:pt x="151042" y="36195"/>
                        </a:cubicBezTo>
                        <a:cubicBezTo>
                          <a:pt x="142470" y="51435"/>
                          <a:pt x="132945" y="40005"/>
                          <a:pt x="151042" y="17145"/>
                        </a:cubicBezTo>
                        <a:cubicBezTo>
                          <a:pt x="145328" y="15240"/>
                          <a:pt x="140565" y="12382"/>
                          <a:pt x="135803" y="10477"/>
                        </a:cubicBezTo>
                        <a:cubicBezTo>
                          <a:pt x="123420" y="13335"/>
                          <a:pt x="109132" y="12382"/>
                          <a:pt x="97703" y="6668"/>
                        </a:cubicBezTo>
                        <a:cubicBezTo>
                          <a:pt x="92940" y="4763"/>
                          <a:pt x="88178" y="1905"/>
                          <a:pt x="83415" y="0"/>
                        </a:cubicBezTo>
                        <a:cubicBezTo>
                          <a:pt x="82462" y="14288"/>
                          <a:pt x="66270" y="21907"/>
                          <a:pt x="68174" y="36195"/>
                        </a:cubicBezTo>
                        <a:cubicBezTo>
                          <a:pt x="69128" y="51435"/>
                          <a:pt x="36742" y="27622"/>
                          <a:pt x="35790" y="62865"/>
                        </a:cubicBezTo>
                        <a:cubicBezTo>
                          <a:pt x="34837" y="98107"/>
                          <a:pt x="-14693" y="119062"/>
                          <a:pt x="4357" y="130493"/>
                        </a:cubicBezTo>
                        <a:cubicBezTo>
                          <a:pt x="22455" y="141922"/>
                          <a:pt x="81509" y="116205"/>
                          <a:pt x="120562" y="118110"/>
                        </a:cubicBezTo>
                        <a:cubicBezTo>
                          <a:pt x="159615" y="119062"/>
                          <a:pt x="269153" y="85725"/>
                          <a:pt x="273915" y="62865"/>
                        </a:cubicBezTo>
                        <a:cubicBezTo>
                          <a:pt x="273915" y="53340"/>
                          <a:pt x="267247" y="48577"/>
                          <a:pt x="256770" y="43815"/>
                        </a:cubicBezTo>
                        <a:close/>
                      </a:path>
                    </a:pathLst>
                  </a:custGeom>
                  <a:grpFill/>
                  <a:ln w="7144" cap="flat">
                    <a:solidFill>
                      <a:srgbClr val="FFFFFF"/>
                    </a:solidFill>
                    <a:prstDash val="solid"/>
                    <a:miter/>
                  </a:ln>
                </p:spPr>
                <p:txBody>
                  <a:bodyPr rtlCol="0" anchor="ctr"/>
                  <a:lstStyle/>
                  <a:p>
                    <a:endParaRPr lang="en-ID"/>
                  </a:p>
                </p:txBody>
              </p:sp>
              <p:sp>
                <p:nvSpPr>
                  <p:cNvPr id="865" name="Freeform: Shape 519">
                    <a:extLst>
                      <a:ext uri="{FF2B5EF4-FFF2-40B4-BE49-F238E27FC236}">
                        <a16:creationId xmlns:a16="http://schemas.microsoft.com/office/drawing/2014/main" id="{F8D296DE-6C0F-8859-FE0E-E2C758998C5E}"/>
                      </a:ext>
                    </a:extLst>
                  </p:cNvPr>
                  <p:cNvSpPr/>
                  <p:nvPr/>
                </p:nvSpPr>
                <p:spPr>
                  <a:xfrm>
                    <a:off x="21220601" y="3901162"/>
                    <a:ext cx="314325" cy="114300"/>
                  </a:xfrm>
                  <a:custGeom>
                    <a:avLst/>
                    <a:gdLst>
                      <a:gd name="connsiteX0" fmla="*/ 289166 w 314325"/>
                      <a:gd name="connsiteY0" fmla="*/ 20506 h 114300"/>
                      <a:gd name="connsiteX1" fmla="*/ 234874 w 314325"/>
                      <a:gd name="connsiteY1" fmla="*/ 8124 h 114300"/>
                      <a:gd name="connsiteX2" fmla="*/ 196774 w 314325"/>
                      <a:gd name="connsiteY2" fmla="*/ 25269 h 114300"/>
                      <a:gd name="connsiteX3" fmla="*/ 132003 w 314325"/>
                      <a:gd name="connsiteY3" fmla="*/ 14791 h 114300"/>
                      <a:gd name="connsiteX4" fmla="*/ 132003 w 314325"/>
                      <a:gd name="connsiteY4" fmla="*/ 17649 h 114300"/>
                      <a:gd name="connsiteX5" fmla="*/ 92951 w 314325"/>
                      <a:gd name="connsiteY5" fmla="*/ 6219 h 114300"/>
                      <a:gd name="connsiteX6" fmla="*/ 60566 w 314325"/>
                      <a:gd name="connsiteY6" fmla="*/ 504 h 114300"/>
                      <a:gd name="connsiteX7" fmla="*/ 11989 w 314325"/>
                      <a:gd name="connsiteY7" fmla="*/ 97659 h 114300"/>
                      <a:gd name="connsiteX8" fmla="*/ 25324 w 314325"/>
                      <a:gd name="connsiteY8" fmla="*/ 119566 h 114300"/>
                      <a:gd name="connsiteX9" fmla="*/ 72949 w 314325"/>
                      <a:gd name="connsiteY9" fmla="*/ 105279 h 114300"/>
                      <a:gd name="connsiteX10" fmla="*/ 114859 w 314325"/>
                      <a:gd name="connsiteY10" fmla="*/ 113851 h 114300"/>
                      <a:gd name="connsiteX11" fmla="*/ 192964 w 314325"/>
                      <a:gd name="connsiteY11" fmla="*/ 105279 h 114300"/>
                      <a:gd name="connsiteX12" fmla="*/ 189153 w 314325"/>
                      <a:gd name="connsiteY12" fmla="*/ 50034 h 114300"/>
                      <a:gd name="connsiteX13" fmla="*/ 212966 w 314325"/>
                      <a:gd name="connsiteY13" fmla="*/ 58606 h 114300"/>
                      <a:gd name="connsiteX14" fmla="*/ 270116 w 314325"/>
                      <a:gd name="connsiteY14" fmla="*/ 102421 h 114300"/>
                      <a:gd name="connsiteX15" fmla="*/ 301549 w 314325"/>
                      <a:gd name="connsiteY15" fmla="*/ 61464 h 114300"/>
                      <a:gd name="connsiteX16" fmla="*/ 289166 w 314325"/>
                      <a:gd name="connsiteY16" fmla="*/ 20506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4325" h="114300">
                        <a:moveTo>
                          <a:pt x="289166" y="20506"/>
                        </a:moveTo>
                        <a:cubicBezTo>
                          <a:pt x="272974" y="10029"/>
                          <a:pt x="252971" y="8124"/>
                          <a:pt x="234874" y="8124"/>
                        </a:cubicBezTo>
                        <a:cubicBezTo>
                          <a:pt x="227253" y="18601"/>
                          <a:pt x="214871" y="26221"/>
                          <a:pt x="196774" y="25269"/>
                        </a:cubicBezTo>
                        <a:cubicBezTo>
                          <a:pt x="173914" y="24316"/>
                          <a:pt x="152959" y="20506"/>
                          <a:pt x="132003" y="14791"/>
                        </a:cubicBezTo>
                        <a:cubicBezTo>
                          <a:pt x="132003" y="15744"/>
                          <a:pt x="132003" y="16696"/>
                          <a:pt x="132003" y="17649"/>
                        </a:cubicBezTo>
                        <a:cubicBezTo>
                          <a:pt x="131051" y="34794"/>
                          <a:pt x="113907" y="22411"/>
                          <a:pt x="92951" y="6219"/>
                        </a:cubicBezTo>
                        <a:cubicBezTo>
                          <a:pt x="82474" y="4314"/>
                          <a:pt x="71044" y="2409"/>
                          <a:pt x="60566" y="504"/>
                        </a:cubicBezTo>
                        <a:cubicBezTo>
                          <a:pt x="-393" y="-6164"/>
                          <a:pt x="-12776" y="54796"/>
                          <a:pt x="11989" y="97659"/>
                        </a:cubicBezTo>
                        <a:cubicBezTo>
                          <a:pt x="16751" y="105279"/>
                          <a:pt x="20561" y="111946"/>
                          <a:pt x="25324" y="119566"/>
                        </a:cubicBezTo>
                        <a:cubicBezTo>
                          <a:pt x="41516" y="117661"/>
                          <a:pt x="62471" y="109089"/>
                          <a:pt x="72949" y="105279"/>
                        </a:cubicBezTo>
                        <a:cubicBezTo>
                          <a:pt x="88189" y="99564"/>
                          <a:pt x="90094" y="130996"/>
                          <a:pt x="114859" y="113851"/>
                        </a:cubicBezTo>
                        <a:cubicBezTo>
                          <a:pt x="139624" y="96706"/>
                          <a:pt x="164389" y="105279"/>
                          <a:pt x="192964" y="105279"/>
                        </a:cubicBezTo>
                        <a:cubicBezTo>
                          <a:pt x="221539" y="105279"/>
                          <a:pt x="188201" y="67179"/>
                          <a:pt x="189153" y="50034"/>
                        </a:cubicBezTo>
                        <a:cubicBezTo>
                          <a:pt x="190107" y="32889"/>
                          <a:pt x="223444" y="44319"/>
                          <a:pt x="212966" y="58606"/>
                        </a:cubicBezTo>
                        <a:cubicBezTo>
                          <a:pt x="202489" y="72894"/>
                          <a:pt x="228207" y="105279"/>
                          <a:pt x="270116" y="102421"/>
                        </a:cubicBezTo>
                        <a:cubicBezTo>
                          <a:pt x="312026" y="99564"/>
                          <a:pt x="280594" y="70989"/>
                          <a:pt x="301549" y="61464"/>
                        </a:cubicBezTo>
                        <a:cubicBezTo>
                          <a:pt x="322503" y="51939"/>
                          <a:pt x="319646" y="40509"/>
                          <a:pt x="289166" y="20506"/>
                        </a:cubicBezTo>
                        <a:close/>
                      </a:path>
                    </a:pathLst>
                  </a:custGeom>
                  <a:grpFill/>
                  <a:ln w="7144" cap="flat">
                    <a:solidFill>
                      <a:srgbClr val="FFFFFF"/>
                    </a:solidFill>
                    <a:prstDash val="solid"/>
                    <a:miter/>
                  </a:ln>
                </p:spPr>
                <p:txBody>
                  <a:bodyPr rtlCol="0" anchor="ctr"/>
                  <a:lstStyle/>
                  <a:p>
                    <a:endParaRPr lang="en-ID"/>
                  </a:p>
                </p:txBody>
              </p:sp>
              <p:sp>
                <p:nvSpPr>
                  <p:cNvPr id="866" name="Freeform: Shape 520">
                    <a:extLst>
                      <a:ext uri="{FF2B5EF4-FFF2-40B4-BE49-F238E27FC236}">
                        <a16:creationId xmlns:a16="http://schemas.microsoft.com/office/drawing/2014/main" id="{D3AFAAA3-802D-7094-0C01-18ED5F3ADEC2}"/>
                      </a:ext>
                    </a:extLst>
                  </p:cNvPr>
                  <p:cNvSpPr/>
                  <p:nvPr/>
                </p:nvSpPr>
                <p:spPr>
                  <a:xfrm>
                    <a:off x="21585058" y="3948486"/>
                    <a:ext cx="209550" cy="66675"/>
                  </a:xfrm>
                  <a:custGeom>
                    <a:avLst/>
                    <a:gdLst>
                      <a:gd name="connsiteX0" fmla="*/ 72346 w 209550"/>
                      <a:gd name="connsiteY0" fmla="*/ 51288 h 66675"/>
                      <a:gd name="connsiteX1" fmla="*/ 169502 w 209550"/>
                      <a:gd name="connsiteY1" fmla="*/ 75100 h 66675"/>
                      <a:gd name="connsiteX2" fmla="*/ 217127 w 209550"/>
                      <a:gd name="connsiteY2" fmla="*/ 54145 h 66675"/>
                      <a:gd name="connsiteX3" fmla="*/ 145689 w 209550"/>
                      <a:gd name="connsiteY3" fmla="*/ 30333 h 66675"/>
                      <a:gd name="connsiteX4" fmla="*/ 94254 w 209550"/>
                      <a:gd name="connsiteY4" fmla="*/ 18903 h 66675"/>
                      <a:gd name="connsiteX5" fmla="*/ 34246 w 209550"/>
                      <a:gd name="connsiteY5" fmla="*/ 4615 h 66675"/>
                      <a:gd name="connsiteX6" fmla="*/ 3766 w 209550"/>
                      <a:gd name="connsiteY6" fmla="*/ 37000 h 66675"/>
                      <a:gd name="connsiteX7" fmla="*/ 39962 w 209550"/>
                      <a:gd name="connsiteY7" fmla="*/ 52240 h 66675"/>
                      <a:gd name="connsiteX8" fmla="*/ 72346 w 209550"/>
                      <a:gd name="connsiteY8" fmla="*/ 51288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550" h="66675">
                        <a:moveTo>
                          <a:pt x="72346" y="51288"/>
                        </a:moveTo>
                        <a:cubicBezTo>
                          <a:pt x="104731" y="60813"/>
                          <a:pt x="136164" y="70338"/>
                          <a:pt x="169502" y="75100"/>
                        </a:cubicBezTo>
                        <a:cubicBezTo>
                          <a:pt x="198077" y="71290"/>
                          <a:pt x="216174" y="62718"/>
                          <a:pt x="217127" y="54145"/>
                        </a:cubicBezTo>
                        <a:cubicBezTo>
                          <a:pt x="218079" y="39858"/>
                          <a:pt x="161881" y="18903"/>
                          <a:pt x="145689" y="30333"/>
                        </a:cubicBezTo>
                        <a:cubicBezTo>
                          <a:pt x="128544" y="41763"/>
                          <a:pt x="115208" y="12235"/>
                          <a:pt x="94254" y="18903"/>
                        </a:cubicBezTo>
                        <a:cubicBezTo>
                          <a:pt x="73299" y="25570"/>
                          <a:pt x="44724" y="24618"/>
                          <a:pt x="34246" y="4615"/>
                        </a:cubicBezTo>
                        <a:cubicBezTo>
                          <a:pt x="23769" y="-15387"/>
                          <a:pt x="-11473" y="36048"/>
                          <a:pt x="3766" y="37000"/>
                        </a:cubicBezTo>
                        <a:cubicBezTo>
                          <a:pt x="17102" y="37953"/>
                          <a:pt x="27579" y="44620"/>
                          <a:pt x="39962" y="52240"/>
                        </a:cubicBezTo>
                        <a:cubicBezTo>
                          <a:pt x="48533" y="48430"/>
                          <a:pt x="59964" y="47478"/>
                          <a:pt x="72346" y="51288"/>
                        </a:cubicBezTo>
                        <a:close/>
                      </a:path>
                    </a:pathLst>
                  </a:custGeom>
                  <a:grpFill/>
                  <a:ln w="7144" cap="flat">
                    <a:solidFill>
                      <a:srgbClr val="FFFFFF"/>
                    </a:solidFill>
                    <a:prstDash val="solid"/>
                    <a:miter/>
                  </a:ln>
                </p:spPr>
                <p:txBody>
                  <a:bodyPr rtlCol="0" anchor="ctr"/>
                  <a:lstStyle/>
                  <a:p>
                    <a:endParaRPr lang="en-ID"/>
                  </a:p>
                </p:txBody>
              </p:sp>
              <p:sp>
                <p:nvSpPr>
                  <p:cNvPr id="867" name="Freeform: Shape 521">
                    <a:extLst>
                      <a:ext uri="{FF2B5EF4-FFF2-40B4-BE49-F238E27FC236}">
                        <a16:creationId xmlns:a16="http://schemas.microsoft.com/office/drawing/2014/main" id="{2AC71B16-A0A2-A8A7-393C-EA80F57D33C6}"/>
                      </a:ext>
                    </a:extLst>
                  </p:cNvPr>
                  <p:cNvSpPr/>
                  <p:nvPr/>
                </p:nvSpPr>
                <p:spPr>
                  <a:xfrm>
                    <a:off x="17941210" y="3368266"/>
                    <a:ext cx="95250" cy="28575"/>
                  </a:xfrm>
                  <a:custGeom>
                    <a:avLst/>
                    <a:gdLst>
                      <a:gd name="connsiteX0" fmla="*/ 59547 w 95250"/>
                      <a:gd name="connsiteY0" fmla="*/ 0 h 28575"/>
                      <a:gd name="connsiteX1" fmla="*/ 53831 w 95250"/>
                      <a:gd name="connsiteY1" fmla="*/ 952 h 28575"/>
                      <a:gd name="connsiteX2" fmla="*/ 1444 w 95250"/>
                      <a:gd name="connsiteY2" fmla="*/ 21907 h 28575"/>
                      <a:gd name="connsiteX3" fmla="*/ 74787 w 95250"/>
                      <a:gd name="connsiteY3" fmla="*/ 25718 h 28575"/>
                      <a:gd name="connsiteX4" fmla="*/ 99552 w 95250"/>
                      <a:gd name="connsiteY4" fmla="*/ 19050 h 28575"/>
                      <a:gd name="connsiteX5" fmla="*/ 59547 w 95250"/>
                      <a:gd name="connsiteY5" fmla="*/ 0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 h="28575">
                        <a:moveTo>
                          <a:pt x="59547" y="0"/>
                        </a:moveTo>
                        <a:cubicBezTo>
                          <a:pt x="57642" y="952"/>
                          <a:pt x="55737" y="952"/>
                          <a:pt x="53831" y="952"/>
                        </a:cubicBezTo>
                        <a:cubicBezTo>
                          <a:pt x="40497" y="0"/>
                          <a:pt x="-9033" y="9525"/>
                          <a:pt x="1444" y="21907"/>
                        </a:cubicBezTo>
                        <a:cubicBezTo>
                          <a:pt x="12875" y="36195"/>
                          <a:pt x="50022" y="28575"/>
                          <a:pt x="74787" y="25718"/>
                        </a:cubicBezTo>
                        <a:cubicBezTo>
                          <a:pt x="85264" y="24765"/>
                          <a:pt x="93837" y="21907"/>
                          <a:pt x="99552" y="19050"/>
                        </a:cubicBezTo>
                        <a:cubicBezTo>
                          <a:pt x="86217" y="13335"/>
                          <a:pt x="72881" y="6668"/>
                          <a:pt x="59547" y="0"/>
                        </a:cubicBezTo>
                        <a:close/>
                      </a:path>
                    </a:pathLst>
                  </a:custGeom>
                  <a:grpFill/>
                  <a:ln w="7144" cap="flat">
                    <a:solidFill>
                      <a:srgbClr val="FFFFFF"/>
                    </a:solidFill>
                    <a:prstDash val="solid"/>
                    <a:miter/>
                  </a:ln>
                </p:spPr>
                <p:txBody>
                  <a:bodyPr rtlCol="0" anchor="ctr"/>
                  <a:lstStyle/>
                  <a:p>
                    <a:endParaRPr lang="en-ID"/>
                  </a:p>
                </p:txBody>
              </p:sp>
              <p:sp>
                <p:nvSpPr>
                  <p:cNvPr id="868" name="Freeform: Shape 522">
                    <a:extLst>
                      <a:ext uri="{FF2B5EF4-FFF2-40B4-BE49-F238E27FC236}">
                        <a16:creationId xmlns:a16="http://schemas.microsoft.com/office/drawing/2014/main" id="{0704B5E6-408C-DD94-A884-10C5A9AE604A}"/>
                      </a:ext>
                    </a:extLst>
                  </p:cNvPr>
                  <p:cNvSpPr/>
                  <p:nvPr/>
                </p:nvSpPr>
                <p:spPr>
                  <a:xfrm>
                    <a:off x="21312114" y="4066578"/>
                    <a:ext cx="47625" cy="28575"/>
                  </a:xfrm>
                  <a:custGeom>
                    <a:avLst/>
                    <a:gdLst>
                      <a:gd name="connsiteX0" fmla="*/ 49063 w 47625"/>
                      <a:gd name="connsiteY0" fmla="*/ 7490 h 28575"/>
                      <a:gd name="connsiteX1" fmla="*/ 7153 w 47625"/>
                      <a:gd name="connsiteY1" fmla="*/ 25588 h 28575"/>
                      <a:gd name="connsiteX2" fmla="*/ 49063 w 47625"/>
                      <a:gd name="connsiteY2" fmla="*/ 7490 h 28575"/>
                    </a:gdLst>
                    <a:ahLst/>
                    <a:cxnLst>
                      <a:cxn ang="0">
                        <a:pos x="connsiteX0" y="connsiteY0"/>
                      </a:cxn>
                      <a:cxn ang="0">
                        <a:pos x="connsiteX1" y="connsiteY1"/>
                      </a:cxn>
                      <a:cxn ang="0">
                        <a:pos x="connsiteX2" y="connsiteY2"/>
                      </a:cxn>
                    </a:cxnLst>
                    <a:rect l="l" t="t" r="r" b="b"/>
                    <a:pathLst>
                      <a:path w="47625" h="28575">
                        <a:moveTo>
                          <a:pt x="49063" y="7490"/>
                        </a:moveTo>
                        <a:cubicBezTo>
                          <a:pt x="49063" y="-13465"/>
                          <a:pt x="-22375" y="15110"/>
                          <a:pt x="7153" y="25588"/>
                        </a:cubicBezTo>
                        <a:cubicBezTo>
                          <a:pt x="23346" y="32255"/>
                          <a:pt x="49063" y="29398"/>
                          <a:pt x="49063" y="7490"/>
                        </a:cubicBezTo>
                        <a:close/>
                      </a:path>
                    </a:pathLst>
                  </a:custGeom>
                  <a:grpFill/>
                  <a:ln w="7144" cap="flat">
                    <a:solidFill>
                      <a:srgbClr val="FFFFFF"/>
                    </a:solidFill>
                    <a:prstDash val="solid"/>
                    <a:miter/>
                  </a:ln>
                </p:spPr>
                <p:txBody>
                  <a:bodyPr rtlCol="0" anchor="ctr"/>
                  <a:lstStyle/>
                  <a:p>
                    <a:endParaRPr lang="en-ID"/>
                  </a:p>
                </p:txBody>
              </p:sp>
              <p:sp>
                <p:nvSpPr>
                  <p:cNvPr id="869" name="Freeform: Shape 523">
                    <a:extLst>
                      <a:ext uri="{FF2B5EF4-FFF2-40B4-BE49-F238E27FC236}">
                        <a16:creationId xmlns:a16="http://schemas.microsoft.com/office/drawing/2014/main" id="{6205C278-0261-7C29-99A9-2B434266743B}"/>
                      </a:ext>
                    </a:extLst>
                  </p:cNvPr>
                  <p:cNvSpPr/>
                  <p:nvPr/>
                </p:nvSpPr>
                <p:spPr>
                  <a:xfrm>
                    <a:off x="21335047" y="4107525"/>
                    <a:ext cx="133350" cy="57150"/>
                  </a:xfrm>
                  <a:custGeom>
                    <a:avLst/>
                    <a:gdLst>
                      <a:gd name="connsiteX0" fmla="*/ 130905 w 133350"/>
                      <a:gd name="connsiteY0" fmla="*/ 59889 h 57150"/>
                      <a:gd name="connsiteX1" fmla="*/ 73755 w 133350"/>
                      <a:gd name="connsiteY1" fmla="*/ 834 h 57150"/>
                      <a:gd name="connsiteX2" fmla="*/ 413 w 133350"/>
                      <a:gd name="connsiteY2" fmla="*/ 37981 h 57150"/>
                      <a:gd name="connsiteX3" fmla="*/ 130905 w 133350"/>
                      <a:gd name="connsiteY3" fmla="*/ 59889 h 57150"/>
                    </a:gdLst>
                    <a:ahLst/>
                    <a:cxnLst>
                      <a:cxn ang="0">
                        <a:pos x="connsiteX0" y="connsiteY0"/>
                      </a:cxn>
                      <a:cxn ang="0">
                        <a:pos x="connsiteX1" y="connsiteY1"/>
                      </a:cxn>
                      <a:cxn ang="0">
                        <a:pos x="connsiteX2" y="connsiteY2"/>
                      </a:cxn>
                      <a:cxn ang="0">
                        <a:pos x="connsiteX3" y="connsiteY3"/>
                      </a:cxn>
                    </a:cxnLst>
                    <a:rect l="l" t="t" r="r" b="b"/>
                    <a:pathLst>
                      <a:path w="133350" h="57150">
                        <a:moveTo>
                          <a:pt x="130905" y="59889"/>
                        </a:moveTo>
                        <a:cubicBezTo>
                          <a:pt x="154718" y="54174"/>
                          <a:pt x="113761" y="7501"/>
                          <a:pt x="73755" y="834"/>
                        </a:cubicBezTo>
                        <a:cubicBezTo>
                          <a:pt x="32798" y="-5834"/>
                          <a:pt x="-4349" y="29409"/>
                          <a:pt x="413" y="37981"/>
                        </a:cubicBezTo>
                        <a:cubicBezTo>
                          <a:pt x="11843" y="56079"/>
                          <a:pt x="107093" y="65604"/>
                          <a:pt x="130905" y="59889"/>
                        </a:cubicBezTo>
                        <a:close/>
                      </a:path>
                    </a:pathLst>
                  </a:custGeom>
                  <a:grpFill/>
                  <a:ln w="7144" cap="flat">
                    <a:solidFill>
                      <a:srgbClr val="FFFFFF"/>
                    </a:solidFill>
                    <a:prstDash val="solid"/>
                    <a:miter/>
                  </a:ln>
                </p:spPr>
                <p:txBody>
                  <a:bodyPr rtlCol="0" anchor="ctr"/>
                  <a:lstStyle/>
                  <a:p>
                    <a:endParaRPr lang="en-ID"/>
                  </a:p>
                </p:txBody>
              </p:sp>
              <p:sp>
                <p:nvSpPr>
                  <p:cNvPr id="870" name="Freeform: Shape 524">
                    <a:extLst>
                      <a:ext uri="{FF2B5EF4-FFF2-40B4-BE49-F238E27FC236}">
                        <a16:creationId xmlns:a16="http://schemas.microsoft.com/office/drawing/2014/main" id="{283CCFC3-AC53-CF9C-37B1-7DBD18E10E30}"/>
                      </a:ext>
                    </a:extLst>
                  </p:cNvPr>
                  <p:cNvSpPr/>
                  <p:nvPr/>
                </p:nvSpPr>
                <p:spPr>
                  <a:xfrm>
                    <a:off x="17472510" y="3436826"/>
                    <a:ext cx="47625" cy="19050"/>
                  </a:xfrm>
                  <a:custGeom>
                    <a:avLst/>
                    <a:gdLst>
                      <a:gd name="connsiteX0" fmla="*/ 56760 w 47625"/>
                      <a:gd name="connsiteY0" fmla="*/ 9545 h 19050"/>
                      <a:gd name="connsiteX1" fmla="*/ 1514 w 47625"/>
                      <a:gd name="connsiteY1" fmla="*/ 16213 h 19050"/>
                      <a:gd name="connsiteX2" fmla="*/ 56760 w 47625"/>
                      <a:gd name="connsiteY2" fmla="*/ 9545 h 19050"/>
                    </a:gdLst>
                    <a:ahLst/>
                    <a:cxnLst>
                      <a:cxn ang="0">
                        <a:pos x="connsiteX0" y="connsiteY0"/>
                      </a:cxn>
                      <a:cxn ang="0">
                        <a:pos x="connsiteX1" y="connsiteY1"/>
                      </a:cxn>
                      <a:cxn ang="0">
                        <a:pos x="connsiteX2" y="connsiteY2"/>
                      </a:cxn>
                    </a:cxnLst>
                    <a:rect l="l" t="t" r="r" b="b"/>
                    <a:pathLst>
                      <a:path w="47625" h="19050">
                        <a:moveTo>
                          <a:pt x="56760" y="9545"/>
                        </a:moveTo>
                        <a:cubicBezTo>
                          <a:pt x="56760" y="-13315"/>
                          <a:pt x="-10869" y="11450"/>
                          <a:pt x="1514" y="16213"/>
                        </a:cubicBezTo>
                        <a:cubicBezTo>
                          <a:pt x="13897" y="20975"/>
                          <a:pt x="56760" y="32405"/>
                          <a:pt x="56760" y="9545"/>
                        </a:cubicBezTo>
                        <a:close/>
                      </a:path>
                    </a:pathLst>
                  </a:custGeom>
                  <a:grpFill/>
                  <a:ln w="7144" cap="flat">
                    <a:solidFill>
                      <a:srgbClr val="FFFFFF"/>
                    </a:solidFill>
                    <a:prstDash val="solid"/>
                    <a:miter/>
                  </a:ln>
                </p:spPr>
                <p:txBody>
                  <a:bodyPr rtlCol="0" anchor="ctr"/>
                  <a:lstStyle/>
                  <a:p>
                    <a:endParaRPr lang="en-ID"/>
                  </a:p>
                </p:txBody>
              </p:sp>
              <p:sp>
                <p:nvSpPr>
                  <p:cNvPr id="871" name="Freeform: Shape 525">
                    <a:extLst>
                      <a:ext uri="{FF2B5EF4-FFF2-40B4-BE49-F238E27FC236}">
                        <a16:creationId xmlns:a16="http://schemas.microsoft.com/office/drawing/2014/main" id="{0A83F371-BEB8-DD66-E680-7FCA2F753C4B}"/>
                      </a:ext>
                    </a:extLst>
                  </p:cNvPr>
                  <p:cNvSpPr/>
                  <p:nvPr/>
                </p:nvSpPr>
                <p:spPr>
                  <a:xfrm>
                    <a:off x="16010032" y="5553169"/>
                    <a:ext cx="133350" cy="57150"/>
                  </a:xfrm>
                  <a:custGeom>
                    <a:avLst/>
                    <a:gdLst>
                      <a:gd name="connsiteX0" fmla="*/ 115253 w 133350"/>
                      <a:gd name="connsiteY0" fmla="*/ 14420 h 57150"/>
                      <a:gd name="connsiteX1" fmla="*/ 88582 w 133350"/>
                      <a:gd name="connsiteY1" fmla="*/ 3942 h 57150"/>
                      <a:gd name="connsiteX2" fmla="*/ 61913 w 133350"/>
                      <a:gd name="connsiteY2" fmla="*/ 1085 h 57150"/>
                      <a:gd name="connsiteX3" fmla="*/ 68580 w 133350"/>
                      <a:gd name="connsiteY3" fmla="*/ 8705 h 57150"/>
                      <a:gd name="connsiteX4" fmla="*/ 54293 w 133350"/>
                      <a:gd name="connsiteY4" fmla="*/ 34422 h 57150"/>
                      <a:gd name="connsiteX5" fmla="*/ 33338 w 133350"/>
                      <a:gd name="connsiteY5" fmla="*/ 34422 h 57150"/>
                      <a:gd name="connsiteX6" fmla="*/ 2857 w 133350"/>
                      <a:gd name="connsiteY6" fmla="*/ 36327 h 57150"/>
                      <a:gd name="connsiteX7" fmla="*/ 0 w 133350"/>
                      <a:gd name="connsiteY7" fmla="*/ 47757 h 57150"/>
                      <a:gd name="connsiteX8" fmla="*/ 21907 w 133350"/>
                      <a:gd name="connsiteY8" fmla="*/ 56330 h 57150"/>
                      <a:gd name="connsiteX9" fmla="*/ 137160 w 133350"/>
                      <a:gd name="connsiteY9" fmla="*/ 61092 h 57150"/>
                      <a:gd name="connsiteX10" fmla="*/ 139065 w 133350"/>
                      <a:gd name="connsiteY10" fmla="*/ 29660 h 57150"/>
                      <a:gd name="connsiteX11" fmla="*/ 115253 w 133350"/>
                      <a:gd name="connsiteY11" fmla="*/ 1442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350" h="57150">
                        <a:moveTo>
                          <a:pt x="115253" y="14420"/>
                        </a:moveTo>
                        <a:cubicBezTo>
                          <a:pt x="109538" y="17277"/>
                          <a:pt x="93345" y="11562"/>
                          <a:pt x="88582" y="3942"/>
                        </a:cubicBezTo>
                        <a:cubicBezTo>
                          <a:pt x="84773" y="-1773"/>
                          <a:pt x="72390" y="132"/>
                          <a:pt x="61913" y="1085"/>
                        </a:cubicBezTo>
                        <a:cubicBezTo>
                          <a:pt x="64770" y="2990"/>
                          <a:pt x="66675" y="4895"/>
                          <a:pt x="68580" y="8705"/>
                        </a:cubicBezTo>
                        <a:cubicBezTo>
                          <a:pt x="74295" y="20135"/>
                          <a:pt x="44768" y="21087"/>
                          <a:pt x="54293" y="34422"/>
                        </a:cubicBezTo>
                        <a:cubicBezTo>
                          <a:pt x="63818" y="47757"/>
                          <a:pt x="33338" y="48710"/>
                          <a:pt x="33338" y="34422"/>
                        </a:cubicBezTo>
                        <a:cubicBezTo>
                          <a:pt x="33338" y="20135"/>
                          <a:pt x="1905" y="27755"/>
                          <a:pt x="2857" y="36327"/>
                        </a:cubicBezTo>
                        <a:cubicBezTo>
                          <a:pt x="3810" y="39185"/>
                          <a:pt x="2857" y="43947"/>
                          <a:pt x="0" y="47757"/>
                        </a:cubicBezTo>
                        <a:cubicBezTo>
                          <a:pt x="8573" y="50615"/>
                          <a:pt x="18098" y="54425"/>
                          <a:pt x="21907" y="56330"/>
                        </a:cubicBezTo>
                        <a:cubicBezTo>
                          <a:pt x="27623" y="59187"/>
                          <a:pt x="105728" y="67760"/>
                          <a:pt x="137160" y="61092"/>
                        </a:cubicBezTo>
                        <a:cubicBezTo>
                          <a:pt x="135255" y="55377"/>
                          <a:pt x="139065" y="36327"/>
                          <a:pt x="139065" y="29660"/>
                        </a:cubicBezTo>
                        <a:cubicBezTo>
                          <a:pt x="140018" y="22040"/>
                          <a:pt x="120968" y="11562"/>
                          <a:pt x="115253" y="14420"/>
                        </a:cubicBezTo>
                        <a:close/>
                      </a:path>
                    </a:pathLst>
                  </a:custGeom>
                  <a:grpFill/>
                  <a:ln w="7144" cap="flat">
                    <a:solidFill>
                      <a:srgbClr val="FFFFFF"/>
                    </a:solidFill>
                    <a:prstDash val="solid"/>
                    <a:miter/>
                  </a:ln>
                </p:spPr>
                <p:txBody>
                  <a:bodyPr rtlCol="0" anchor="ctr"/>
                  <a:lstStyle/>
                  <a:p>
                    <a:endParaRPr lang="en-ID"/>
                  </a:p>
                </p:txBody>
              </p:sp>
              <p:sp>
                <p:nvSpPr>
                  <p:cNvPr id="872" name="Freeform: Shape 526">
                    <a:extLst>
                      <a:ext uri="{FF2B5EF4-FFF2-40B4-BE49-F238E27FC236}">
                        <a16:creationId xmlns:a16="http://schemas.microsoft.com/office/drawing/2014/main" id="{BCC0F47C-0612-DAAD-67F1-36C7F43C5EB0}"/>
                      </a:ext>
                    </a:extLst>
                  </p:cNvPr>
                  <p:cNvSpPr/>
                  <p:nvPr/>
                </p:nvSpPr>
                <p:spPr>
                  <a:xfrm>
                    <a:off x="21387274" y="5692366"/>
                    <a:ext cx="76200" cy="457200"/>
                  </a:xfrm>
                  <a:custGeom>
                    <a:avLst/>
                    <a:gdLst>
                      <a:gd name="connsiteX0" fmla="*/ 65343 w 76200"/>
                      <a:gd name="connsiteY0" fmla="*/ 421957 h 457200"/>
                      <a:gd name="connsiteX1" fmla="*/ 34863 w 76200"/>
                      <a:gd name="connsiteY1" fmla="*/ 365760 h 457200"/>
                      <a:gd name="connsiteX2" fmla="*/ 48198 w 76200"/>
                      <a:gd name="connsiteY2" fmla="*/ 288607 h 457200"/>
                      <a:gd name="connsiteX3" fmla="*/ 77726 w 76200"/>
                      <a:gd name="connsiteY3" fmla="*/ 268605 h 457200"/>
                      <a:gd name="connsiteX4" fmla="*/ 68201 w 76200"/>
                      <a:gd name="connsiteY4" fmla="*/ 211455 h 457200"/>
                      <a:gd name="connsiteX5" fmla="*/ 41530 w 76200"/>
                      <a:gd name="connsiteY5" fmla="*/ 91440 h 457200"/>
                      <a:gd name="connsiteX6" fmla="*/ 3430 w 76200"/>
                      <a:gd name="connsiteY6" fmla="*/ 0 h 457200"/>
                      <a:gd name="connsiteX7" fmla="*/ 2478 w 76200"/>
                      <a:gd name="connsiteY7" fmla="*/ 47625 h 457200"/>
                      <a:gd name="connsiteX8" fmla="*/ 16765 w 76200"/>
                      <a:gd name="connsiteY8" fmla="*/ 141922 h 457200"/>
                      <a:gd name="connsiteX9" fmla="*/ 12955 w 76200"/>
                      <a:gd name="connsiteY9" fmla="*/ 325755 h 457200"/>
                      <a:gd name="connsiteX10" fmla="*/ 5336 w 76200"/>
                      <a:gd name="connsiteY10" fmla="*/ 460057 h 457200"/>
                      <a:gd name="connsiteX11" fmla="*/ 33911 w 76200"/>
                      <a:gd name="connsiteY11" fmla="*/ 428625 h 457200"/>
                      <a:gd name="connsiteX12" fmla="*/ 72011 w 76200"/>
                      <a:gd name="connsiteY12" fmla="*/ 463868 h 457200"/>
                      <a:gd name="connsiteX13" fmla="*/ 65343 w 76200"/>
                      <a:gd name="connsiteY13" fmla="*/ 42195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457200">
                        <a:moveTo>
                          <a:pt x="65343" y="421957"/>
                        </a:moveTo>
                        <a:cubicBezTo>
                          <a:pt x="52009" y="424815"/>
                          <a:pt x="41530" y="387668"/>
                          <a:pt x="34863" y="365760"/>
                        </a:cubicBezTo>
                        <a:cubicBezTo>
                          <a:pt x="28196" y="342900"/>
                          <a:pt x="48198" y="316230"/>
                          <a:pt x="48198" y="288607"/>
                        </a:cubicBezTo>
                        <a:cubicBezTo>
                          <a:pt x="48198" y="269557"/>
                          <a:pt x="62486" y="263843"/>
                          <a:pt x="77726" y="268605"/>
                        </a:cubicBezTo>
                        <a:cubicBezTo>
                          <a:pt x="73916" y="248603"/>
                          <a:pt x="71059" y="228600"/>
                          <a:pt x="68201" y="211455"/>
                        </a:cubicBezTo>
                        <a:cubicBezTo>
                          <a:pt x="61534" y="171450"/>
                          <a:pt x="52961" y="130493"/>
                          <a:pt x="41530" y="91440"/>
                        </a:cubicBezTo>
                        <a:cubicBezTo>
                          <a:pt x="32005" y="58103"/>
                          <a:pt x="12003" y="32385"/>
                          <a:pt x="3430" y="0"/>
                        </a:cubicBezTo>
                        <a:cubicBezTo>
                          <a:pt x="-1332" y="7620"/>
                          <a:pt x="9146" y="25718"/>
                          <a:pt x="2478" y="47625"/>
                        </a:cubicBezTo>
                        <a:cubicBezTo>
                          <a:pt x="-5141" y="76200"/>
                          <a:pt x="6288" y="117157"/>
                          <a:pt x="16765" y="141922"/>
                        </a:cubicBezTo>
                        <a:cubicBezTo>
                          <a:pt x="27243" y="167640"/>
                          <a:pt x="2478" y="302895"/>
                          <a:pt x="12955" y="325755"/>
                        </a:cubicBezTo>
                        <a:cubicBezTo>
                          <a:pt x="23434" y="348615"/>
                          <a:pt x="-4189" y="448628"/>
                          <a:pt x="5336" y="460057"/>
                        </a:cubicBezTo>
                        <a:cubicBezTo>
                          <a:pt x="20576" y="480060"/>
                          <a:pt x="10098" y="433388"/>
                          <a:pt x="33911" y="428625"/>
                        </a:cubicBezTo>
                        <a:cubicBezTo>
                          <a:pt x="57723" y="424815"/>
                          <a:pt x="57723" y="457200"/>
                          <a:pt x="72011" y="463868"/>
                        </a:cubicBezTo>
                        <a:cubicBezTo>
                          <a:pt x="87251" y="471488"/>
                          <a:pt x="78678" y="419100"/>
                          <a:pt x="65343" y="421957"/>
                        </a:cubicBezTo>
                        <a:close/>
                      </a:path>
                    </a:pathLst>
                  </a:custGeom>
                  <a:grpFill/>
                  <a:ln w="7144" cap="flat">
                    <a:solidFill>
                      <a:srgbClr val="FFFFFF"/>
                    </a:solidFill>
                    <a:prstDash val="solid"/>
                    <a:miter/>
                  </a:ln>
                </p:spPr>
                <p:txBody>
                  <a:bodyPr rtlCol="0" anchor="ctr"/>
                  <a:lstStyle/>
                  <a:p>
                    <a:endParaRPr lang="en-ID"/>
                  </a:p>
                </p:txBody>
              </p:sp>
              <p:sp>
                <p:nvSpPr>
                  <p:cNvPr id="873" name="Freeform: Shape 527">
                    <a:extLst>
                      <a:ext uri="{FF2B5EF4-FFF2-40B4-BE49-F238E27FC236}">
                        <a16:creationId xmlns:a16="http://schemas.microsoft.com/office/drawing/2014/main" id="{8ACDAF67-C681-8FBC-3B31-BCF07E909FE9}"/>
                      </a:ext>
                    </a:extLst>
                  </p:cNvPr>
                  <p:cNvSpPr/>
                  <p:nvPr/>
                </p:nvSpPr>
                <p:spPr>
                  <a:xfrm>
                    <a:off x="17279643" y="4489122"/>
                    <a:ext cx="95250" cy="57150"/>
                  </a:xfrm>
                  <a:custGeom>
                    <a:avLst/>
                    <a:gdLst>
                      <a:gd name="connsiteX0" fmla="*/ 8644 w 95250"/>
                      <a:gd name="connsiteY0" fmla="*/ 50719 h 57150"/>
                      <a:gd name="connsiteX1" fmla="*/ 90559 w 95250"/>
                      <a:gd name="connsiteY1" fmla="*/ 32621 h 57150"/>
                      <a:gd name="connsiteX2" fmla="*/ 51506 w 95250"/>
                      <a:gd name="connsiteY2" fmla="*/ 1189 h 57150"/>
                      <a:gd name="connsiteX3" fmla="*/ 8644 w 95250"/>
                      <a:gd name="connsiteY3" fmla="*/ 50719 h 57150"/>
                    </a:gdLst>
                    <a:ahLst/>
                    <a:cxnLst>
                      <a:cxn ang="0">
                        <a:pos x="connsiteX0" y="connsiteY0"/>
                      </a:cxn>
                      <a:cxn ang="0">
                        <a:pos x="connsiteX1" y="connsiteY1"/>
                      </a:cxn>
                      <a:cxn ang="0">
                        <a:pos x="connsiteX2" y="connsiteY2"/>
                      </a:cxn>
                      <a:cxn ang="0">
                        <a:pos x="connsiteX3" y="connsiteY3"/>
                      </a:cxn>
                    </a:cxnLst>
                    <a:rect l="l" t="t" r="r" b="b"/>
                    <a:pathLst>
                      <a:path w="95250" h="57150">
                        <a:moveTo>
                          <a:pt x="8644" y="50719"/>
                        </a:moveTo>
                        <a:cubicBezTo>
                          <a:pt x="43887" y="85961"/>
                          <a:pt x="74367" y="35479"/>
                          <a:pt x="90559" y="32621"/>
                        </a:cubicBezTo>
                        <a:cubicBezTo>
                          <a:pt x="107704" y="29764"/>
                          <a:pt x="80081" y="9761"/>
                          <a:pt x="51506" y="1189"/>
                        </a:cubicBezTo>
                        <a:cubicBezTo>
                          <a:pt x="22931" y="-6431"/>
                          <a:pt x="-18026" y="24049"/>
                          <a:pt x="8644" y="50719"/>
                        </a:cubicBezTo>
                        <a:close/>
                      </a:path>
                    </a:pathLst>
                  </a:custGeom>
                  <a:grpFill/>
                  <a:ln w="7144" cap="flat">
                    <a:solidFill>
                      <a:srgbClr val="FFFFFF"/>
                    </a:solidFill>
                    <a:prstDash val="solid"/>
                    <a:miter/>
                  </a:ln>
                </p:spPr>
                <p:txBody>
                  <a:bodyPr rtlCol="0" anchor="ctr"/>
                  <a:lstStyle/>
                  <a:p>
                    <a:endParaRPr lang="en-ID"/>
                  </a:p>
                </p:txBody>
              </p:sp>
              <p:sp>
                <p:nvSpPr>
                  <p:cNvPr id="874" name="Freeform: Shape 528">
                    <a:extLst>
                      <a:ext uri="{FF2B5EF4-FFF2-40B4-BE49-F238E27FC236}">
                        <a16:creationId xmlns:a16="http://schemas.microsoft.com/office/drawing/2014/main" id="{62ECC5A0-F929-7C36-E57F-EF5DFD17AA20}"/>
                      </a:ext>
                    </a:extLst>
                  </p:cNvPr>
                  <p:cNvSpPr/>
                  <p:nvPr/>
                </p:nvSpPr>
                <p:spPr>
                  <a:xfrm>
                    <a:off x="17792946" y="3365358"/>
                    <a:ext cx="123825" cy="57150"/>
                  </a:xfrm>
                  <a:custGeom>
                    <a:avLst/>
                    <a:gdLst>
                      <a:gd name="connsiteX0" fmla="*/ 128754 w 123825"/>
                      <a:gd name="connsiteY0" fmla="*/ 36246 h 57150"/>
                      <a:gd name="connsiteX1" fmla="*/ 108751 w 123825"/>
                      <a:gd name="connsiteY1" fmla="*/ 10528 h 57150"/>
                      <a:gd name="connsiteX2" fmla="*/ 37314 w 123825"/>
                      <a:gd name="connsiteY2" fmla="*/ 9576 h 57150"/>
                      <a:gd name="connsiteX3" fmla="*/ 3024 w 123825"/>
                      <a:gd name="connsiteY3" fmla="*/ 53391 h 57150"/>
                      <a:gd name="connsiteX4" fmla="*/ 128754 w 123825"/>
                      <a:gd name="connsiteY4" fmla="*/ 36246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57150">
                        <a:moveTo>
                          <a:pt x="128754" y="36246"/>
                        </a:moveTo>
                        <a:cubicBezTo>
                          <a:pt x="138279" y="23863"/>
                          <a:pt x="111608" y="23863"/>
                          <a:pt x="108751" y="10528"/>
                        </a:cubicBezTo>
                        <a:cubicBezTo>
                          <a:pt x="105894" y="-1854"/>
                          <a:pt x="32551" y="-4712"/>
                          <a:pt x="37314" y="9576"/>
                        </a:cubicBezTo>
                        <a:cubicBezTo>
                          <a:pt x="41124" y="23863"/>
                          <a:pt x="-13169" y="39103"/>
                          <a:pt x="3024" y="53391"/>
                        </a:cubicBezTo>
                        <a:cubicBezTo>
                          <a:pt x="34456" y="80061"/>
                          <a:pt x="119229" y="48628"/>
                          <a:pt x="128754" y="36246"/>
                        </a:cubicBezTo>
                        <a:close/>
                      </a:path>
                    </a:pathLst>
                  </a:custGeom>
                  <a:grpFill/>
                  <a:ln w="7144" cap="flat">
                    <a:solidFill>
                      <a:srgbClr val="FFFFFF"/>
                    </a:solidFill>
                    <a:prstDash val="solid"/>
                    <a:miter/>
                  </a:ln>
                </p:spPr>
                <p:txBody>
                  <a:bodyPr rtlCol="0" anchor="ctr"/>
                  <a:lstStyle/>
                  <a:p>
                    <a:endParaRPr lang="en-ID"/>
                  </a:p>
                </p:txBody>
              </p:sp>
              <p:sp>
                <p:nvSpPr>
                  <p:cNvPr id="875" name="Freeform: Shape 529">
                    <a:extLst>
                      <a:ext uri="{FF2B5EF4-FFF2-40B4-BE49-F238E27FC236}">
                        <a16:creationId xmlns:a16="http://schemas.microsoft.com/office/drawing/2014/main" id="{E279C1C1-DB60-3DAE-0D3B-32738343CB03}"/>
                      </a:ext>
                    </a:extLst>
                  </p:cNvPr>
                  <p:cNvSpPr/>
                  <p:nvPr/>
                </p:nvSpPr>
                <p:spPr>
                  <a:xfrm>
                    <a:off x="20044455" y="4040640"/>
                    <a:ext cx="76200" cy="38100"/>
                  </a:xfrm>
                  <a:custGeom>
                    <a:avLst/>
                    <a:gdLst>
                      <a:gd name="connsiteX0" fmla="*/ 27037 w 76200"/>
                      <a:gd name="connsiteY0" fmla="*/ 8663 h 38100"/>
                      <a:gd name="connsiteX1" fmla="*/ 1320 w 76200"/>
                      <a:gd name="connsiteY1" fmla="*/ 31523 h 38100"/>
                      <a:gd name="connsiteX2" fmla="*/ 81330 w 76200"/>
                      <a:gd name="connsiteY2" fmla="*/ 17236 h 38100"/>
                      <a:gd name="connsiteX3" fmla="*/ 27037 w 76200"/>
                      <a:gd name="connsiteY3" fmla="*/ 8663 h 38100"/>
                    </a:gdLst>
                    <a:ahLst/>
                    <a:cxnLst>
                      <a:cxn ang="0">
                        <a:pos x="connsiteX0" y="connsiteY0"/>
                      </a:cxn>
                      <a:cxn ang="0">
                        <a:pos x="connsiteX1" y="connsiteY1"/>
                      </a:cxn>
                      <a:cxn ang="0">
                        <a:pos x="connsiteX2" y="connsiteY2"/>
                      </a:cxn>
                      <a:cxn ang="0">
                        <a:pos x="connsiteX3" y="connsiteY3"/>
                      </a:cxn>
                    </a:cxnLst>
                    <a:rect l="l" t="t" r="r" b="b"/>
                    <a:pathLst>
                      <a:path w="76200" h="38100">
                        <a:moveTo>
                          <a:pt x="27037" y="8663"/>
                        </a:moveTo>
                        <a:cubicBezTo>
                          <a:pt x="21322" y="20093"/>
                          <a:pt x="-6301" y="21046"/>
                          <a:pt x="1320" y="31523"/>
                        </a:cubicBezTo>
                        <a:cubicBezTo>
                          <a:pt x="14655" y="49621"/>
                          <a:pt x="79424" y="40096"/>
                          <a:pt x="81330" y="17236"/>
                        </a:cubicBezTo>
                        <a:cubicBezTo>
                          <a:pt x="81330" y="-5624"/>
                          <a:pt x="31799" y="-2767"/>
                          <a:pt x="27037" y="8663"/>
                        </a:cubicBezTo>
                        <a:close/>
                      </a:path>
                    </a:pathLst>
                  </a:custGeom>
                  <a:grpFill/>
                  <a:ln w="7144" cap="flat">
                    <a:solidFill>
                      <a:srgbClr val="FFFFFF"/>
                    </a:solidFill>
                    <a:prstDash val="solid"/>
                    <a:miter/>
                  </a:ln>
                </p:spPr>
                <p:txBody>
                  <a:bodyPr rtlCol="0" anchor="ctr"/>
                  <a:lstStyle/>
                  <a:p>
                    <a:endParaRPr lang="en-ID"/>
                  </a:p>
                </p:txBody>
              </p:sp>
              <p:sp>
                <p:nvSpPr>
                  <p:cNvPr id="876" name="Freeform: Shape 530">
                    <a:extLst>
                      <a:ext uri="{FF2B5EF4-FFF2-40B4-BE49-F238E27FC236}">
                        <a16:creationId xmlns:a16="http://schemas.microsoft.com/office/drawing/2014/main" id="{61C08ACD-9AA9-A5D5-9B2B-14F78C3F14CF}"/>
                      </a:ext>
                    </a:extLst>
                  </p:cNvPr>
                  <p:cNvSpPr/>
                  <p:nvPr/>
                </p:nvSpPr>
                <p:spPr>
                  <a:xfrm>
                    <a:off x="21545010" y="4239672"/>
                    <a:ext cx="47625" cy="9525"/>
                  </a:xfrm>
                  <a:custGeom>
                    <a:avLst/>
                    <a:gdLst>
                      <a:gd name="connsiteX0" fmla="*/ 0 w 47625"/>
                      <a:gd name="connsiteY0" fmla="*/ 2989 h 0"/>
                      <a:gd name="connsiteX1" fmla="*/ 3810 w 47625"/>
                      <a:gd name="connsiteY1" fmla="*/ 3942 h 0"/>
                      <a:gd name="connsiteX2" fmla="*/ 48577 w 47625"/>
                      <a:gd name="connsiteY2" fmla="*/ 3942 h 0"/>
                      <a:gd name="connsiteX3" fmla="*/ 48577 w 47625"/>
                      <a:gd name="connsiteY3" fmla="*/ 2037 h 0"/>
                      <a:gd name="connsiteX4" fmla="*/ 0 w 47625"/>
                      <a:gd name="connsiteY4" fmla="*/ 2989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a:moveTo>
                          <a:pt x="0" y="2989"/>
                        </a:moveTo>
                        <a:cubicBezTo>
                          <a:pt x="952" y="2989"/>
                          <a:pt x="1905" y="2989"/>
                          <a:pt x="3810" y="3942"/>
                        </a:cubicBezTo>
                        <a:cubicBezTo>
                          <a:pt x="19050" y="8704"/>
                          <a:pt x="46673" y="11562"/>
                          <a:pt x="48577" y="3942"/>
                        </a:cubicBezTo>
                        <a:cubicBezTo>
                          <a:pt x="48577" y="2989"/>
                          <a:pt x="48577" y="2989"/>
                          <a:pt x="48577" y="2037"/>
                        </a:cubicBezTo>
                        <a:cubicBezTo>
                          <a:pt x="31432" y="-821"/>
                          <a:pt x="15240" y="-821"/>
                          <a:pt x="0" y="2989"/>
                        </a:cubicBezTo>
                        <a:close/>
                      </a:path>
                    </a:pathLst>
                  </a:custGeom>
                  <a:grpFill/>
                  <a:ln w="7144" cap="flat">
                    <a:solidFill>
                      <a:srgbClr val="FFFFFF"/>
                    </a:solidFill>
                    <a:prstDash val="solid"/>
                    <a:miter/>
                  </a:ln>
                </p:spPr>
                <p:txBody>
                  <a:bodyPr rtlCol="0" anchor="ctr"/>
                  <a:lstStyle/>
                  <a:p>
                    <a:endParaRPr lang="en-ID"/>
                  </a:p>
                </p:txBody>
              </p:sp>
              <p:sp>
                <p:nvSpPr>
                  <p:cNvPr id="877" name="Freeform: Shape 531">
                    <a:extLst>
                      <a:ext uri="{FF2B5EF4-FFF2-40B4-BE49-F238E27FC236}">
                        <a16:creationId xmlns:a16="http://schemas.microsoft.com/office/drawing/2014/main" id="{F85F327D-4CED-6121-3D29-90BB4ACDA5B6}"/>
                      </a:ext>
                    </a:extLst>
                  </p:cNvPr>
                  <p:cNvSpPr/>
                  <p:nvPr/>
                </p:nvSpPr>
                <p:spPr>
                  <a:xfrm>
                    <a:off x="16353038" y="3725372"/>
                    <a:ext cx="7191375" cy="2705100"/>
                  </a:xfrm>
                  <a:custGeom>
                    <a:avLst/>
                    <a:gdLst>
                      <a:gd name="connsiteX0" fmla="*/ 6997912 w 7191375"/>
                      <a:gd name="connsiteY0" fmla="*/ 973536 h 2705100"/>
                      <a:gd name="connsiteX1" fmla="*/ 6992197 w 7191375"/>
                      <a:gd name="connsiteY1" fmla="*/ 978299 h 2705100"/>
                      <a:gd name="connsiteX2" fmla="*/ 7012199 w 7191375"/>
                      <a:gd name="connsiteY2" fmla="*/ 1000206 h 2705100"/>
                      <a:gd name="connsiteX3" fmla="*/ 7005532 w 7191375"/>
                      <a:gd name="connsiteY3" fmla="*/ 1030686 h 2705100"/>
                      <a:gd name="connsiteX4" fmla="*/ 6977910 w 7191375"/>
                      <a:gd name="connsiteY4" fmla="*/ 1017351 h 2705100"/>
                      <a:gd name="connsiteX5" fmla="*/ 6976004 w 7191375"/>
                      <a:gd name="connsiteY5" fmla="*/ 968774 h 2705100"/>
                      <a:gd name="connsiteX6" fmla="*/ 6976004 w 7191375"/>
                      <a:gd name="connsiteY6" fmla="*/ 965916 h 2705100"/>
                      <a:gd name="connsiteX7" fmla="*/ 6946477 w 7191375"/>
                      <a:gd name="connsiteY7" fmla="*/ 929721 h 2705100"/>
                      <a:gd name="connsiteX8" fmla="*/ 6944572 w 7191375"/>
                      <a:gd name="connsiteY8" fmla="*/ 928769 h 2705100"/>
                      <a:gd name="connsiteX9" fmla="*/ 6904566 w 7191375"/>
                      <a:gd name="connsiteY9" fmla="*/ 924006 h 2705100"/>
                      <a:gd name="connsiteX10" fmla="*/ 6802649 w 7191375"/>
                      <a:gd name="connsiteY10" fmla="*/ 909719 h 2705100"/>
                      <a:gd name="connsiteX11" fmla="*/ 6776932 w 7191375"/>
                      <a:gd name="connsiteY11" fmla="*/ 839234 h 2705100"/>
                      <a:gd name="connsiteX12" fmla="*/ 6737879 w 7191375"/>
                      <a:gd name="connsiteY12" fmla="*/ 820184 h 2705100"/>
                      <a:gd name="connsiteX13" fmla="*/ 6614054 w 7191375"/>
                      <a:gd name="connsiteY13" fmla="*/ 764939 h 2705100"/>
                      <a:gd name="connsiteX14" fmla="*/ 6580716 w 7191375"/>
                      <a:gd name="connsiteY14" fmla="*/ 747794 h 2705100"/>
                      <a:gd name="connsiteX15" fmla="*/ 6565477 w 7191375"/>
                      <a:gd name="connsiteY15" fmla="*/ 752556 h 2705100"/>
                      <a:gd name="connsiteX16" fmla="*/ 6378787 w 7191375"/>
                      <a:gd name="connsiteY16" fmla="*/ 747794 h 2705100"/>
                      <a:gd name="connsiteX17" fmla="*/ 6348307 w 7191375"/>
                      <a:gd name="connsiteY17" fmla="*/ 723029 h 2705100"/>
                      <a:gd name="connsiteX18" fmla="*/ 6327352 w 7191375"/>
                      <a:gd name="connsiteY18" fmla="*/ 723981 h 2705100"/>
                      <a:gd name="connsiteX19" fmla="*/ 6313064 w 7191375"/>
                      <a:gd name="connsiteY19" fmla="*/ 754461 h 2705100"/>
                      <a:gd name="connsiteX20" fmla="*/ 6334972 w 7191375"/>
                      <a:gd name="connsiteY20" fmla="*/ 792561 h 2705100"/>
                      <a:gd name="connsiteX21" fmla="*/ 6323541 w 7191375"/>
                      <a:gd name="connsiteY21" fmla="*/ 839234 h 2705100"/>
                      <a:gd name="connsiteX22" fmla="*/ 6262582 w 7191375"/>
                      <a:gd name="connsiteY22" fmla="*/ 814469 h 2705100"/>
                      <a:gd name="connsiteX23" fmla="*/ 6219720 w 7191375"/>
                      <a:gd name="connsiteY23" fmla="*/ 784941 h 2705100"/>
                      <a:gd name="connsiteX24" fmla="*/ 6065414 w 7191375"/>
                      <a:gd name="connsiteY24" fmla="*/ 786846 h 2705100"/>
                      <a:gd name="connsiteX25" fmla="*/ 5993024 w 7191375"/>
                      <a:gd name="connsiteY25" fmla="*/ 761129 h 2705100"/>
                      <a:gd name="connsiteX26" fmla="*/ 5921587 w 7191375"/>
                      <a:gd name="connsiteY26" fmla="*/ 771606 h 2705100"/>
                      <a:gd name="connsiteX27" fmla="*/ 5912062 w 7191375"/>
                      <a:gd name="connsiteY27" fmla="*/ 816374 h 2705100"/>
                      <a:gd name="connsiteX28" fmla="*/ 5900632 w 7191375"/>
                      <a:gd name="connsiteY28" fmla="*/ 770654 h 2705100"/>
                      <a:gd name="connsiteX29" fmla="*/ 5866341 w 7191375"/>
                      <a:gd name="connsiteY29" fmla="*/ 757319 h 2705100"/>
                      <a:gd name="connsiteX30" fmla="*/ 5842529 w 7191375"/>
                      <a:gd name="connsiteY30" fmla="*/ 747794 h 2705100"/>
                      <a:gd name="connsiteX31" fmla="*/ 5850149 w 7191375"/>
                      <a:gd name="connsiteY31" fmla="*/ 717314 h 2705100"/>
                      <a:gd name="connsiteX32" fmla="*/ 5852054 w 7191375"/>
                      <a:gd name="connsiteY32" fmla="*/ 703979 h 2705100"/>
                      <a:gd name="connsiteX33" fmla="*/ 5758710 w 7191375"/>
                      <a:gd name="connsiteY33" fmla="*/ 677309 h 2705100"/>
                      <a:gd name="connsiteX34" fmla="*/ 5600595 w 7191375"/>
                      <a:gd name="connsiteY34" fmla="*/ 652544 h 2705100"/>
                      <a:gd name="connsiteX35" fmla="*/ 5508202 w 7191375"/>
                      <a:gd name="connsiteY35" fmla="*/ 656354 h 2705100"/>
                      <a:gd name="connsiteX36" fmla="*/ 5496772 w 7191375"/>
                      <a:gd name="connsiteY36" fmla="*/ 633494 h 2705100"/>
                      <a:gd name="connsiteX37" fmla="*/ 5487247 w 7191375"/>
                      <a:gd name="connsiteY37" fmla="*/ 624921 h 2705100"/>
                      <a:gd name="connsiteX38" fmla="*/ 5466291 w 7191375"/>
                      <a:gd name="connsiteY38" fmla="*/ 618254 h 2705100"/>
                      <a:gd name="connsiteX39" fmla="*/ 5454862 w 7191375"/>
                      <a:gd name="connsiteY39" fmla="*/ 612539 h 2705100"/>
                      <a:gd name="connsiteX40" fmla="*/ 5442479 w 7191375"/>
                      <a:gd name="connsiteY40" fmla="*/ 615396 h 2705100"/>
                      <a:gd name="connsiteX41" fmla="*/ 5425335 w 7191375"/>
                      <a:gd name="connsiteY41" fmla="*/ 607776 h 2705100"/>
                      <a:gd name="connsiteX42" fmla="*/ 5370089 w 7191375"/>
                      <a:gd name="connsiteY42" fmla="*/ 587774 h 2705100"/>
                      <a:gd name="connsiteX43" fmla="*/ 5365327 w 7191375"/>
                      <a:gd name="connsiteY43" fmla="*/ 572534 h 2705100"/>
                      <a:gd name="connsiteX44" fmla="*/ 5401522 w 7191375"/>
                      <a:gd name="connsiteY44" fmla="*/ 554436 h 2705100"/>
                      <a:gd name="connsiteX45" fmla="*/ 5366279 w 7191375"/>
                      <a:gd name="connsiteY45" fmla="*/ 552531 h 2705100"/>
                      <a:gd name="connsiteX46" fmla="*/ 5332941 w 7191375"/>
                      <a:gd name="connsiteY46" fmla="*/ 566819 h 2705100"/>
                      <a:gd name="connsiteX47" fmla="*/ 5274839 w 7191375"/>
                      <a:gd name="connsiteY47" fmla="*/ 527766 h 2705100"/>
                      <a:gd name="connsiteX48" fmla="*/ 5258647 w 7191375"/>
                      <a:gd name="connsiteY48" fmla="*/ 528719 h 2705100"/>
                      <a:gd name="connsiteX49" fmla="*/ 5232929 w 7191375"/>
                      <a:gd name="connsiteY49" fmla="*/ 575391 h 2705100"/>
                      <a:gd name="connsiteX50" fmla="*/ 5186257 w 7191375"/>
                      <a:gd name="connsiteY50" fmla="*/ 571581 h 2705100"/>
                      <a:gd name="connsiteX51" fmla="*/ 5220547 w 7191375"/>
                      <a:gd name="connsiteY51" fmla="*/ 548721 h 2705100"/>
                      <a:gd name="connsiteX52" fmla="*/ 5171016 w 7191375"/>
                      <a:gd name="connsiteY52" fmla="*/ 532529 h 2705100"/>
                      <a:gd name="connsiteX53" fmla="*/ 5171016 w 7191375"/>
                      <a:gd name="connsiteY53" fmla="*/ 523956 h 2705100"/>
                      <a:gd name="connsiteX54" fmla="*/ 5128154 w 7191375"/>
                      <a:gd name="connsiteY54" fmla="*/ 491571 h 2705100"/>
                      <a:gd name="connsiteX55" fmla="*/ 5075766 w 7191375"/>
                      <a:gd name="connsiteY55" fmla="*/ 487761 h 2705100"/>
                      <a:gd name="connsiteX56" fmla="*/ 5009091 w 7191375"/>
                      <a:gd name="connsiteY56" fmla="*/ 472521 h 2705100"/>
                      <a:gd name="connsiteX57" fmla="*/ 4999566 w 7191375"/>
                      <a:gd name="connsiteY57" fmla="*/ 494429 h 2705100"/>
                      <a:gd name="connsiteX58" fmla="*/ 4960514 w 7191375"/>
                      <a:gd name="connsiteY58" fmla="*/ 509669 h 2705100"/>
                      <a:gd name="connsiteX59" fmla="*/ 4945274 w 7191375"/>
                      <a:gd name="connsiteY59" fmla="*/ 509669 h 2705100"/>
                      <a:gd name="connsiteX60" fmla="*/ 4947179 w 7191375"/>
                      <a:gd name="connsiteY60" fmla="*/ 520146 h 2705100"/>
                      <a:gd name="connsiteX61" fmla="*/ 4950989 w 7191375"/>
                      <a:gd name="connsiteY61" fmla="*/ 538244 h 2705100"/>
                      <a:gd name="connsiteX62" fmla="*/ 4954799 w 7191375"/>
                      <a:gd name="connsiteY62" fmla="*/ 539196 h 2705100"/>
                      <a:gd name="connsiteX63" fmla="*/ 4951941 w 7191375"/>
                      <a:gd name="connsiteY63" fmla="*/ 546816 h 2705100"/>
                      <a:gd name="connsiteX64" fmla="*/ 4950989 w 7191375"/>
                      <a:gd name="connsiteY64" fmla="*/ 570629 h 2705100"/>
                      <a:gd name="connsiteX65" fmla="*/ 4956704 w 7191375"/>
                      <a:gd name="connsiteY65" fmla="*/ 596346 h 2705100"/>
                      <a:gd name="connsiteX66" fmla="*/ 4929082 w 7191375"/>
                      <a:gd name="connsiteY66" fmla="*/ 602061 h 2705100"/>
                      <a:gd name="connsiteX67" fmla="*/ 4910985 w 7191375"/>
                      <a:gd name="connsiteY67" fmla="*/ 611586 h 2705100"/>
                      <a:gd name="connsiteX68" fmla="*/ 4883362 w 7191375"/>
                      <a:gd name="connsiteY68" fmla="*/ 615396 h 2705100"/>
                      <a:gd name="connsiteX69" fmla="*/ 4866216 w 7191375"/>
                      <a:gd name="connsiteY69" fmla="*/ 623016 h 2705100"/>
                      <a:gd name="connsiteX70" fmla="*/ 4844310 w 7191375"/>
                      <a:gd name="connsiteY70" fmla="*/ 609681 h 2705100"/>
                      <a:gd name="connsiteX71" fmla="*/ 4808114 w 7191375"/>
                      <a:gd name="connsiteY71" fmla="*/ 624921 h 2705100"/>
                      <a:gd name="connsiteX72" fmla="*/ 4749060 w 7191375"/>
                      <a:gd name="connsiteY72" fmla="*/ 620159 h 2705100"/>
                      <a:gd name="connsiteX73" fmla="*/ 4691910 w 7191375"/>
                      <a:gd name="connsiteY73" fmla="*/ 616349 h 2705100"/>
                      <a:gd name="connsiteX74" fmla="*/ 4675716 w 7191375"/>
                      <a:gd name="connsiteY74" fmla="*/ 609681 h 2705100"/>
                      <a:gd name="connsiteX75" fmla="*/ 4661429 w 7191375"/>
                      <a:gd name="connsiteY75" fmla="*/ 607776 h 2705100"/>
                      <a:gd name="connsiteX76" fmla="*/ 4609995 w 7191375"/>
                      <a:gd name="connsiteY76" fmla="*/ 603014 h 2705100"/>
                      <a:gd name="connsiteX77" fmla="*/ 4596660 w 7191375"/>
                      <a:gd name="connsiteY77" fmla="*/ 626826 h 2705100"/>
                      <a:gd name="connsiteX78" fmla="*/ 4569037 w 7191375"/>
                      <a:gd name="connsiteY78" fmla="*/ 663974 h 2705100"/>
                      <a:gd name="connsiteX79" fmla="*/ 4541414 w 7191375"/>
                      <a:gd name="connsiteY79" fmla="*/ 654449 h 2705100"/>
                      <a:gd name="connsiteX80" fmla="*/ 4475691 w 7191375"/>
                      <a:gd name="connsiteY80" fmla="*/ 590631 h 2705100"/>
                      <a:gd name="connsiteX81" fmla="*/ 4435687 w 7191375"/>
                      <a:gd name="connsiteY81" fmla="*/ 542054 h 2705100"/>
                      <a:gd name="connsiteX82" fmla="*/ 4453785 w 7191375"/>
                      <a:gd name="connsiteY82" fmla="*/ 543006 h 2705100"/>
                      <a:gd name="connsiteX83" fmla="*/ 4486170 w 7191375"/>
                      <a:gd name="connsiteY83" fmla="*/ 546816 h 2705100"/>
                      <a:gd name="connsiteX84" fmla="*/ 4491885 w 7191375"/>
                      <a:gd name="connsiteY84" fmla="*/ 534434 h 2705100"/>
                      <a:gd name="connsiteX85" fmla="*/ 4459499 w 7191375"/>
                      <a:gd name="connsiteY85" fmla="*/ 506811 h 2705100"/>
                      <a:gd name="connsiteX86" fmla="*/ 4432829 w 7191375"/>
                      <a:gd name="connsiteY86" fmla="*/ 474426 h 2705100"/>
                      <a:gd name="connsiteX87" fmla="*/ 4420447 w 7191375"/>
                      <a:gd name="connsiteY87" fmla="*/ 461091 h 2705100"/>
                      <a:gd name="connsiteX88" fmla="*/ 4353772 w 7191375"/>
                      <a:gd name="connsiteY88" fmla="*/ 462044 h 2705100"/>
                      <a:gd name="connsiteX89" fmla="*/ 4218516 w 7191375"/>
                      <a:gd name="connsiteY89" fmla="*/ 417276 h 2705100"/>
                      <a:gd name="connsiteX90" fmla="*/ 4220422 w 7191375"/>
                      <a:gd name="connsiteY90" fmla="*/ 422039 h 2705100"/>
                      <a:gd name="connsiteX91" fmla="*/ 4219470 w 7191375"/>
                      <a:gd name="connsiteY91" fmla="*/ 458234 h 2705100"/>
                      <a:gd name="connsiteX92" fmla="*/ 4193752 w 7191375"/>
                      <a:gd name="connsiteY92" fmla="*/ 460139 h 2705100"/>
                      <a:gd name="connsiteX93" fmla="*/ 4140412 w 7191375"/>
                      <a:gd name="connsiteY93" fmla="*/ 465854 h 2705100"/>
                      <a:gd name="connsiteX94" fmla="*/ 4132791 w 7191375"/>
                      <a:gd name="connsiteY94" fmla="*/ 463949 h 2705100"/>
                      <a:gd name="connsiteX95" fmla="*/ 4118504 w 7191375"/>
                      <a:gd name="connsiteY95" fmla="*/ 465854 h 2705100"/>
                      <a:gd name="connsiteX96" fmla="*/ 4062307 w 7191375"/>
                      <a:gd name="connsiteY96" fmla="*/ 455376 h 2705100"/>
                      <a:gd name="connsiteX97" fmla="*/ 4058497 w 7191375"/>
                      <a:gd name="connsiteY97" fmla="*/ 453471 h 2705100"/>
                      <a:gd name="connsiteX98" fmla="*/ 3999441 w 7191375"/>
                      <a:gd name="connsiteY98" fmla="*/ 441089 h 2705100"/>
                      <a:gd name="connsiteX99" fmla="*/ 3998489 w 7191375"/>
                      <a:gd name="connsiteY99" fmla="*/ 433469 h 2705100"/>
                      <a:gd name="connsiteX100" fmla="*/ 3950864 w 7191375"/>
                      <a:gd name="connsiteY100" fmla="*/ 424896 h 2705100"/>
                      <a:gd name="connsiteX101" fmla="*/ 3886095 w 7191375"/>
                      <a:gd name="connsiteY101" fmla="*/ 399179 h 2705100"/>
                      <a:gd name="connsiteX102" fmla="*/ 3884189 w 7191375"/>
                      <a:gd name="connsiteY102" fmla="*/ 397274 h 2705100"/>
                      <a:gd name="connsiteX103" fmla="*/ 3785129 w 7191375"/>
                      <a:gd name="connsiteY103" fmla="*/ 411561 h 2705100"/>
                      <a:gd name="connsiteX104" fmla="*/ 3779414 w 7191375"/>
                      <a:gd name="connsiteY104" fmla="*/ 437279 h 2705100"/>
                      <a:gd name="connsiteX105" fmla="*/ 3771795 w 7191375"/>
                      <a:gd name="connsiteY105" fmla="*/ 390606 h 2705100"/>
                      <a:gd name="connsiteX106" fmla="*/ 3749887 w 7191375"/>
                      <a:gd name="connsiteY106" fmla="*/ 384891 h 2705100"/>
                      <a:gd name="connsiteX107" fmla="*/ 3704166 w 7191375"/>
                      <a:gd name="connsiteY107" fmla="*/ 391559 h 2705100"/>
                      <a:gd name="connsiteX108" fmla="*/ 3652732 w 7191375"/>
                      <a:gd name="connsiteY108" fmla="*/ 362984 h 2705100"/>
                      <a:gd name="connsiteX109" fmla="*/ 3603202 w 7191375"/>
                      <a:gd name="connsiteY109" fmla="*/ 394416 h 2705100"/>
                      <a:gd name="connsiteX110" fmla="*/ 3629872 w 7191375"/>
                      <a:gd name="connsiteY110" fmla="*/ 402036 h 2705100"/>
                      <a:gd name="connsiteX111" fmla="*/ 3575579 w 7191375"/>
                      <a:gd name="connsiteY111" fmla="*/ 419181 h 2705100"/>
                      <a:gd name="connsiteX112" fmla="*/ 3507952 w 7191375"/>
                      <a:gd name="connsiteY112" fmla="*/ 444899 h 2705100"/>
                      <a:gd name="connsiteX113" fmla="*/ 3435562 w 7191375"/>
                      <a:gd name="connsiteY113" fmla="*/ 468711 h 2705100"/>
                      <a:gd name="connsiteX114" fmla="*/ 3446991 w 7191375"/>
                      <a:gd name="connsiteY114" fmla="*/ 435374 h 2705100"/>
                      <a:gd name="connsiteX115" fmla="*/ 3487949 w 7191375"/>
                      <a:gd name="connsiteY115" fmla="*/ 412514 h 2705100"/>
                      <a:gd name="connsiteX116" fmla="*/ 3536527 w 7191375"/>
                      <a:gd name="connsiteY116" fmla="*/ 396321 h 2705100"/>
                      <a:gd name="connsiteX117" fmla="*/ 3571770 w 7191375"/>
                      <a:gd name="connsiteY117" fmla="*/ 370604 h 2705100"/>
                      <a:gd name="connsiteX118" fmla="*/ 3617489 w 7191375"/>
                      <a:gd name="connsiteY118" fmla="*/ 340124 h 2705100"/>
                      <a:gd name="connsiteX119" fmla="*/ 3693689 w 7191375"/>
                      <a:gd name="connsiteY119" fmla="*/ 306786 h 2705100"/>
                      <a:gd name="connsiteX120" fmla="*/ 3714645 w 7191375"/>
                      <a:gd name="connsiteY120" fmla="*/ 281069 h 2705100"/>
                      <a:gd name="connsiteX121" fmla="*/ 3767985 w 7191375"/>
                      <a:gd name="connsiteY121" fmla="*/ 258209 h 2705100"/>
                      <a:gd name="connsiteX122" fmla="*/ 3787987 w 7191375"/>
                      <a:gd name="connsiteY122" fmla="*/ 229634 h 2705100"/>
                      <a:gd name="connsiteX123" fmla="*/ 3767985 w 7191375"/>
                      <a:gd name="connsiteY123" fmla="*/ 213441 h 2705100"/>
                      <a:gd name="connsiteX124" fmla="*/ 3789891 w 7191375"/>
                      <a:gd name="connsiteY124" fmla="*/ 204869 h 2705100"/>
                      <a:gd name="connsiteX125" fmla="*/ 3778462 w 7191375"/>
                      <a:gd name="connsiteY125" fmla="*/ 182961 h 2705100"/>
                      <a:gd name="connsiteX126" fmla="*/ 3776557 w 7191375"/>
                      <a:gd name="connsiteY126" fmla="*/ 177246 h 2705100"/>
                      <a:gd name="connsiteX127" fmla="*/ 3741314 w 7191375"/>
                      <a:gd name="connsiteY127" fmla="*/ 162006 h 2705100"/>
                      <a:gd name="connsiteX128" fmla="*/ 3718454 w 7191375"/>
                      <a:gd name="connsiteY128" fmla="*/ 129621 h 2705100"/>
                      <a:gd name="connsiteX129" fmla="*/ 3598439 w 7191375"/>
                      <a:gd name="connsiteY129" fmla="*/ 105809 h 2705100"/>
                      <a:gd name="connsiteX130" fmla="*/ 3586057 w 7191375"/>
                      <a:gd name="connsiteY130" fmla="*/ 101046 h 2705100"/>
                      <a:gd name="connsiteX131" fmla="*/ 3552720 w 7191375"/>
                      <a:gd name="connsiteY131" fmla="*/ 98189 h 2705100"/>
                      <a:gd name="connsiteX132" fmla="*/ 3524145 w 7191375"/>
                      <a:gd name="connsiteY132" fmla="*/ 116286 h 2705100"/>
                      <a:gd name="connsiteX133" fmla="*/ 3468899 w 7191375"/>
                      <a:gd name="connsiteY133" fmla="*/ 122001 h 2705100"/>
                      <a:gd name="connsiteX134" fmla="*/ 3501285 w 7191375"/>
                      <a:gd name="connsiteY134" fmla="*/ 77234 h 2705100"/>
                      <a:gd name="connsiteX135" fmla="*/ 3428895 w 7191375"/>
                      <a:gd name="connsiteY135" fmla="*/ 71519 h 2705100"/>
                      <a:gd name="connsiteX136" fmla="*/ 3376507 w 7191375"/>
                      <a:gd name="connsiteY136" fmla="*/ 62946 h 2705100"/>
                      <a:gd name="connsiteX137" fmla="*/ 3389841 w 7191375"/>
                      <a:gd name="connsiteY137" fmla="*/ 57231 h 2705100"/>
                      <a:gd name="connsiteX138" fmla="*/ 3430799 w 7191375"/>
                      <a:gd name="connsiteY138" fmla="*/ 40086 h 2705100"/>
                      <a:gd name="connsiteX139" fmla="*/ 3435562 w 7191375"/>
                      <a:gd name="connsiteY139" fmla="*/ 21989 h 2705100"/>
                      <a:gd name="connsiteX140" fmla="*/ 3398414 w 7191375"/>
                      <a:gd name="connsiteY140" fmla="*/ 12464 h 2705100"/>
                      <a:gd name="connsiteX141" fmla="*/ 3351741 w 7191375"/>
                      <a:gd name="connsiteY141" fmla="*/ 81 h 2705100"/>
                      <a:gd name="connsiteX142" fmla="*/ 3293639 w 7191375"/>
                      <a:gd name="connsiteY142" fmla="*/ 13416 h 2705100"/>
                      <a:gd name="connsiteX143" fmla="*/ 3245062 w 7191375"/>
                      <a:gd name="connsiteY143" fmla="*/ 52469 h 2705100"/>
                      <a:gd name="connsiteX144" fmla="*/ 3231727 w 7191375"/>
                      <a:gd name="connsiteY144" fmla="*/ 61994 h 2705100"/>
                      <a:gd name="connsiteX145" fmla="*/ 3223154 w 7191375"/>
                      <a:gd name="connsiteY145" fmla="*/ 110571 h 2705100"/>
                      <a:gd name="connsiteX146" fmla="*/ 3223154 w 7191375"/>
                      <a:gd name="connsiteY146" fmla="*/ 114381 h 2705100"/>
                      <a:gd name="connsiteX147" fmla="*/ 3202199 w 7191375"/>
                      <a:gd name="connsiteY147" fmla="*/ 123906 h 2705100"/>
                      <a:gd name="connsiteX148" fmla="*/ 3186960 w 7191375"/>
                      <a:gd name="connsiteY148" fmla="*/ 125811 h 2705100"/>
                      <a:gd name="connsiteX149" fmla="*/ 3166957 w 7191375"/>
                      <a:gd name="connsiteY149" fmla="*/ 122001 h 2705100"/>
                      <a:gd name="connsiteX150" fmla="*/ 3130762 w 7191375"/>
                      <a:gd name="connsiteY150" fmla="*/ 133431 h 2705100"/>
                      <a:gd name="connsiteX151" fmla="*/ 3159337 w 7191375"/>
                      <a:gd name="connsiteY151" fmla="*/ 157244 h 2705100"/>
                      <a:gd name="connsiteX152" fmla="*/ 3125999 w 7191375"/>
                      <a:gd name="connsiteY152" fmla="*/ 150576 h 2705100"/>
                      <a:gd name="connsiteX153" fmla="*/ 3087899 w 7191375"/>
                      <a:gd name="connsiteY153" fmla="*/ 160101 h 2705100"/>
                      <a:gd name="connsiteX154" fmla="*/ 3059324 w 7191375"/>
                      <a:gd name="connsiteY154" fmla="*/ 166769 h 2705100"/>
                      <a:gd name="connsiteX155" fmla="*/ 3036464 w 7191375"/>
                      <a:gd name="connsiteY155" fmla="*/ 169626 h 2705100"/>
                      <a:gd name="connsiteX156" fmla="*/ 3008841 w 7191375"/>
                      <a:gd name="connsiteY156" fmla="*/ 178199 h 2705100"/>
                      <a:gd name="connsiteX157" fmla="*/ 2983124 w 7191375"/>
                      <a:gd name="connsiteY157" fmla="*/ 170579 h 2705100"/>
                      <a:gd name="connsiteX158" fmla="*/ 2945977 w 7191375"/>
                      <a:gd name="connsiteY158" fmla="*/ 187724 h 2705100"/>
                      <a:gd name="connsiteX159" fmla="*/ 2925974 w 7191375"/>
                      <a:gd name="connsiteY159" fmla="*/ 187724 h 2705100"/>
                      <a:gd name="connsiteX160" fmla="*/ 2926927 w 7191375"/>
                      <a:gd name="connsiteY160" fmla="*/ 188676 h 2705100"/>
                      <a:gd name="connsiteX161" fmla="*/ 2853585 w 7191375"/>
                      <a:gd name="connsiteY161" fmla="*/ 201059 h 2705100"/>
                      <a:gd name="connsiteX162" fmla="*/ 2837391 w 7191375"/>
                      <a:gd name="connsiteY162" fmla="*/ 207726 h 2705100"/>
                      <a:gd name="connsiteX163" fmla="*/ 2645939 w 7191375"/>
                      <a:gd name="connsiteY163" fmla="*/ 283926 h 2705100"/>
                      <a:gd name="connsiteX164" fmla="*/ 2644987 w 7191375"/>
                      <a:gd name="connsiteY164" fmla="*/ 283926 h 2705100"/>
                      <a:gd name="connsiteX165" fmla="*/ 2652607 w 7191375"/>
                      <a:gd name="connsiteY165" fmla="*/ 301071 h 2705100"/>
                      <a:gd name="connsiteX166" fmla="*/ 2614507 w 7191375"/>
                      <a:gd name="connsiteY166" fmla="*/ 299166 h 2705100"/>
                      <a:gd name="connsiteX167" fmla="*/ 2638320 w 7191375"/>
                      <a:gd name="connsiteY167" fmla="*/ 314406 h 2705100"/>
                      <a:gd name="connsiteX168" fmla="*/ 2658322 w 7191375"/>
                      <a:gd name="connsiteY168" fmla="*/ 330599 h 2705100"/>
                      <a:gd name="connsiteX169" fmla="*/ 2624985 w 7191375"/>
                      <a:gd name="connsiteY169" fmla="*/ 332504 h 2705100"/>
                      <a:gd name="connsiteX170" fmla="*/ 2642129 w 7191375"/>
                      <a:gd name="connsiteY170" fmla="*/ 344886 h 2705100"/>
                      <a:gd name="connsiteX171" fmla="*/ 2656416 w 7191375"/>
                      <a:gd name="connsiteY171" fmla="*/ 362031 h 2705100"/>
                      <a:gd name="connsiteX172" fmla="*/ 2658322 w 7191375"/>
                      <a:gd name="connsiteY172" fmla="*/ 363936 h 2705100"/>
                      <a:gd name="connsiteX173" fmla="*/ 2653560 w 7191375"/>
                      <a:gd name="connsiteY173" fmla="*/ 383939 h 2705100"/>
                      <a:gd name="connsiteX174" fmla="*/ 2641177 w 7191375"/>
                      <a:gd name="connsiteY174" fmla="*/ 387749 h 2705100"/>
                      <a:gd name="connsiteX175" fmla="*/ 2599266 w 7191375"/>
                      <a:gd name="connsiteY175" fmla="*/ 385844 h 2705100"/>
                      <a:gd name="connsiteX176" fmla="*/ 2578312 w 7191375"/>
                      <a:gd name="connsiteY176" fmla="*/ 393464 h 2705100"/>
                      <a:gd name="connsiteX177" fmla="*/ 2575454 w 7191375"/>
                      <a:gd name="connsiteY177" fmla="*/ 391559 h 2705100"/>
                      <a:gd name="connsiteX178" fmla="*/ 2555452 w 7191375"/>
                      <a:gd name="connsiteY178" fmla="*/ 396321 h 2705100"/>
                      <a:gd name="connsiteX179" fmla="*/ 2447820 w 7191375"/>
                      <a:gd name="connsiteY179" fmla="*/ 422039 h 2705100"/>
                      <a:gd name="connsiteX180" fmla="*/ 2398289 w 7191375"/>
                      <a:gd name="connsiteY180" fmla="*/ 407751 h 2705100"/>
                      <a:gd name="connsiteX181" fmla="*/ 2383049 w 7191375"/>
                      <a:gd name="connsiteY181" fmla="*/ 454424 h 2705100"/>
                      <a:gd name="connsiteX182" fmla="*/ 2384002 w 7191375"/>
                      <a:gd name="connsiteY182" fmla="*/ 488714 h 2705100"/>
                      <a:gd name="connsiteX183" fmla="*/ 2444010 w 7191375"/>
                      <a:gd name="connsiteY183" fmla="*/ 523004 h 2705100"/>
                      <a:gd name="connsiteX184" fmla="*/ 2469727 w 7191375"/>
                      <a:gd name="connsiteY184" fmla="*/ 569676 h 2705100"/>
                      <a:gd name="connsiteX185" fmla="*/ 2394479 w 7191375"/>
                      <a:gd name="connsiteY185" fmla="*/ 543959 h 2705100"/>
                      <a:gd name="connsiteX186" fmla="*/ 2293514 w 7191375"/>
                      <a:gd name="connsiteY186" fmla="*/ 515384 h 2705100"/>
                      <a:gd name="connsiteX187" fmla="*/ 2261129 w 7191375"/>
                      <a:gd name="connsiteY187" fmla="*/ 497286 h 2705100"/>
                      <a:gd name="connsiteX188" fmla="*/ 2232554 w 7191375"/>
                      <a:gd name="connsiteY188" fmla="*/ 521099 h 2705100"/>
                      <a:gd name="connsiteX189" fmla="*/ 2250652 w 7191375"/>
                      <a:gd name="connsiteY189" fmla="*/ 527766 h 2705100"/>
                      <a:gd name="connsiteX190" fmla="*/ 2274464 w 7191375"/>
                      <a:gd name="connsiteY190" fmla="*/ 543006 h 2705100"/>
                      <a:gd name="connsiteX191" fmla="*/ 2238270 w 7191375"/>
                      <a:gd name="connsiteY191" fmla="*/ 549674 h 2705100"/>
                      <a:gd name="connsiteX192" fmla="*/ 2190645 w 7191375"/>
                      <a:gd name="connsiteY192" fmla="*/ 560151 h 2705100"/>
                      <a:gd name="connsiteX193" fmla="*/ 2249699 w 7191375"/>
                      <a:gd name="connsiteY193" fmla="*/ 609681 h 2705100"/>
                      <a:gd name="connsiteX194" fmla="*/ 2289704 w 7191375"/>
                      <a:gd name="connsiteY194" fmla="*/ 633494 h 2705100"/>
                      <a:gd name="connsiteX195" fmla="*/ 2283037 w 7191375"/>
                      <a:gd name="connsiteY195" fmla="*/ 647781 h 2705100"/>
                      <a:gd name="connsiteX196" fmla="*/ 2231602 w 7191375"/>
                      <a:gd name="connsiteY196" fmla="*/ 619206 h 2705100"/>
                      <a:gd name="connsiteX197" fmla="*/ 2156354 w 7191375"/>
                      <a:gd name="connsiteY197" fmla="*/ 612539 h 2705100"/>
                      <a:gd name="connsiteX198" fmla="*/ 2153497 w 7191375"/>
                      <a:gd name="connsiteY198" fmla="*/ 581106 h 2705100"/>
                      <a:gd name="connsiteX199" fmla="*/ 2163974 w 7191375"/>
                      <a:gd name="connsiteY199" fmla="*/ 533481 h 2705100"/>
                      <a:gd name="connsiteX200" fmla="*/ 2144924 w 7191375"/>
                      <a:gd name="connsiteY200" fmla="*/ 474426 h 2705100"/>
                      <a:gd name="connsiteX201" fmla="*/ 2133495 w 7191375"/>
                      <a:gd name="connsiteY201" fmla="*/ 493476 h 2705100"/>
                      <a:gd name="connsiteX202" fmla="*/ 2122064 w 7191375"/>
                      <a:gd name="connsiteY202" fmla="*/ 543959 h 2705100"/>
                      <a:gd name="connsiteX203" fmla="*/ 2068724 w 7191375"/>
                      <a:gd name="connsiteY203" fmla="*/ 573486 h 2705100"/>
                      <a:gd name="connsiteX204" fmla="*/ 2050627 w 7191375"/>
                      <a:gd name="connsiteY204" fmla="*/ 603014 h 2705100"/>
                      <a:gd name="connsiteX205" fmla="*/ 2101110 w 7191375"/>
                      <a:gd name="connsiteY205" fmla="*/ 668736 h 2705100"/>
                      <a:gd name="connsiteX206" fmla="*/ 2075391 w 7191375"/>
                      <a:gd name="connsiteY206" fmla="*/ 748746 h 2705100"/>
                      <a:gd name="connsiteX207" fmla="*/ 2077297 w 7191375"/>
                      <a:gd name="connsiteY207" fmla="*/ 796371 h 2705100"/>
                      <a:gd name="connsiteX208" fmla="*/ 2111587 w 7191375"/>
                      <a:gd name="connsiteY208" fmla="*/ 803039 h 2705100"/>
                      <a:gd name="connsiteX209" fmla="*/ 2163022 w 7191375"/>
                      <a:gd name="connsiteY209" fmla="*/ 790656 h 2705100"/>
                      <a:gd name="connsiteX210" fmla="*/ 2247795 w 7191375"/>
                      <a:gd name="connsiteY210" fmla="*/ 822089 h 2705100"/>
                      <a:gd name="connsiteX211" fmla="*/ 2263987 w 7191375"/>
                      <a:gd name="connsiteY211" fmla="*/ 858284 h 2705100"/>
                      <a:gd name="connsiteX212" fmla="*/ 2243985 w 7191375"/>
                      <a:gd name="connsiteY212" fmla="*/ 893526 h 2705100"/>
                      <a:gd name="connsiteX213" fmla="*/ 2295420 w 7191375"/>
                      <a:gd name="connsiteY213" fmla="*/ 929721 h 2705100"/>
                      <a:gd name="connsiteX214" fmla="*/ 2245889 w 7191375"/>
                      <a:gd name="connsiteY214" fmla="*/ 925911 h 2705100"/>
                      <a:gd name="connsiteX215" fmla="*/ 2225887 w 7191375"/>
                      <a:gd name="connsiteY215" fmla="*/ 895431 h 2705100"/>
                      <a:gd name="connsiteX216" fmla="*/ 2237316 w 7191375"/>
                      <a:gd name="connsiteY216" fmla="*/ 861141 h 2705100"/>
                      <a:gd name="connsiteX217" fmla="*/ 2215410 w 7191375"/>
                      <a:gd name="connsiteY217" fmla="*/ 830661 h 2705100"/>
                      <a:gd name="connsiteX218" fmla="*/ 2186835 w 7191375"/>
                      <a:gd name="connsiteY218" fmla="*/ 810659 h 2705100"/>
                      <a:gd name="connsiteX219" fmla="*/ 2119207 w 7191375"/>
                      <a:gd name="connsiteY219" fmla="*/ 830661 h 2705100"/>
                      <a:gd name="connsiteX220" fmla="*/ 2128732 w 7191375"/>
                      <a:gd name="connsiteY220" fmla="*/ 897336 h 2705100"/>
                      <a:gd name="connsiteX221" fmla="*/ 2092537 w 7191375"/>
                      <a:gd name="connsiteY221" fmla="*/ 953534 h 2705100"/>
                      <a:gd name="connsiteX222" fmla="*/ 2059199 w 7191375"/>
                      <a:gd name="connsiteY222" fmla="*/ 984966 h 2705100"/>
                      <a:gd name="connsiteX223" fmla="*/ 2018241 w 7191375"/>
                      <a:gd name="connsiteY223" fmla="*/ 1023066 h 2705100"/>
                      <a:gd name="connsiteX224" fmla="*/ 1978237 w 7191375"/>
                      <a:gd name="connsiteY224" fmla="*/ 1023066 h 2705100"/>
                      <a:gd name="connsiteX225" fmla="*/ 1926802 w 7191375"/>
                      <a:gd name="connsiteY225" fmla="*/ 1026876 h 2705100"/>
                      <a:gd name="connsiteX226" fmla="*/ 1891559 w 7191375"/>
                      <a:gd name="connsiteY226" fmla="*/ 1014494 h 2705100"/>
                      <a:gd name="connsiteX227" fmla="*/ 1869652 w 7191375"/>
                      <a:gd name="connsiteY227" fmla="*/ 994491 h 2705100"/>
                      <a:gd name="connsiteX228" fmla="*/ 1893464 w 7191375"/>
                      <a:gd name="connsiteY228" fmla="*/ 1001159 h 2705100"/>
                      <a:gd name="connsiteX229" fmla="*/ 1919182 w 7191375"/>
                      <a:gd name="connsiteY229" fmla="*/ 998301 h 2705100"/>
                      <a:gd name="connsiteX230" fmla="*/ 1944899 w 7191375"/>
                      <a:gd name="connsiteY230" fmla="*/ 1009731 h 2705100"/>
                      <a:gd name="connsiteX231" fmla="*/ 1967759 w 7191375"/>
                      <a:gd name="connsiteY231" fmla="*/ 1000206 h 2705100"/>
                      <a:gd name="connsiteX232" fmla="*/ 1978237 w 7191375"/>
                      <a:gd name="connsiteY232" fmla="*/ 988776 h 2705100"/>
                      <a:gd name="connsiteX233" fmla="*/ 1998239 w 7191375"/>
                      <a:gd name="connsiteY233" fmla="*/ 971631 h 2705100"/>
                      <a:gd name="connsiteX234" fmla="*/ 2011574 w 7191375"/>
                      <a:gd name="connsiteY234" fmla="*/ 945914 h 2705100"/>
                      <a:gd name="connsiteX235" fmla="*/ 2023004 w 7191375"/>
                      <a:gd name="connsiteY235" fmla="*/ 930674 h 2705100"/>
                      <a:gd name="connsiteX236" fmla="*/ 2044912 w 7191375"/>
                      <a:gd name="connsiteY236" fmla="*/ 915434 h 2705100"/>
                      <a:gd name="connsiteX237" fmla="*/ 2052532 w 7191375"/>
                      <a:gd name="connsiteY237" fmla="*/ 892574 h 2705100"/>
                      <a:gd name="connsiteX238" fmla="*/ 2063962 w 7191375"/>
                      <a:gd name="connsiteY238" fmla="*/ 861141 h 2705100"/>
                      <a:gd name="connsiteX239" fmla="*/ 2064914 w 7191375"/>
                      <a:gd name="connsiteY239" fmla="*/ 843044 h 2705100"/>
                      <a:gd name="connsiteX240" fmla="*/ 2030624 w 7191375"/>
                      <a:gd name="connsiteY240" fmla="*/ 802086 h 2705100"/>
                      <a:gd name="connsiteX241" fmla="*/ 2029672 w 7191375"/>
                      <a:gd name="connsiteY241" fmla="*/ 753509 h 2705100"/>
                      <a:gd name="connsiteX242" fmla="*/ 2028720 w 7191375"/>
                      <a:gd name="connsiteY242" fmla="*/ 708741 h 2705100"/>
                      <a:gd name="connsiteX243" fmla="*/ 2040149 w 7191375"/>
                      <a:gd name="connsiteY243" fmla="*/ 658259 h 2705100"/>
                      <a:gd name="connsiteX244" fmla="*/ 2003954 w 7191375"/>
                      <a:gd name="connsiteY244" fmla="*/ 603966 h 2705100"/>
                      <a:gd name="connsiteX245" fmla="*/ 2018241 w 7191375"/>
                      <a:gd name="connsiteY245" fmla="*/ 567771 h 2705100"/>
                      <a:gd name="connsiteX246" fmla="*/ 2037291 w 7191375"/>
                      <a:gd name="connsiteY246" fmla="*/ 486809 h 2705100"/>
                      <a:gd name="connsiteX247" fmla="*/ 1982047 w 7191375"/>
                      <a:gd name="connsiteY247" fmla="*/ 466806 h 2705100"/>
                      <a:gd name="connsiteX248" fmla="*/ 1929659 w 7191375"/>
                      <a:gd name="connsiteY248" fmla="*/ 465854 h 2705100"/>
                      <a:gd name="connsiteX249" fmla="*/ 1922039 w 7191375"/>
                      <a:gd name="connsiteY249" fmla="*/ 466806 h 2705100"/>
                      <a:gd name="connsiteX250" fmla="*/ 1917277 w 7191375"/>
                      <a:gd name="connsiteY250" fmla="*/ 499191 h 2705100"/>
                      <a:gd name="connsiteX251" fmla="*/ 1821074 w 7191375"/>
                      <a:gd name="connsiteY251" fmla="*/ 613491 h 2705100"/>
                      <a:gd name="connsiteX252" fmla="*/ 1816312 w 7191375"/>
                      <a:gd name="connsiteY252" fmla="*/ 614444 h 2705100"/>
                      <a:gd name="connsiteX253" fmla="*/ 1791547 w 7191375"/>
                      <a:gd name="connsiteY253" fmla="*/ 653496 h 2705100"/>
                      <a:gd name="connsiteX254" fmla="*/ 1792499 w 7191375"/>
                      <a:gd name="connsiteY254" fmla="*/ 653496 h 2705100"/>
                      <a:gd name="connsiteX255" fmla="*/ 1787737 w 7191375"/>
                      <a:gd name="connsiteY255" fmla="*/ 691596 h 2705100"/>
                      <a:gd name="connsiteX256" fmla="*/ 1784879 w 7191375"/>
                      <a:gd name="connsiteY256" fmla="*/ 714456 h 2705100"/>
                      <a:gd name="connsiteX257" fmla="*/ 1769639 w 7191375"/>
                      <a:gd name="connsiteY257" fmla="*/ 746841 h 2705100"/>
                      <a:gd name="connsiteX258" fmla="*/ 1822027 w 7191375"/>
                      <a:gd name="connsiteY258" fmla="*/ 767796 h 2705100"/>
                      <a:gd name="connsiteX259" fmla="*/ 1841077 w 7191375"/>
                      <a:gd name="connsiteY259" fmla="*/ 806849 h 2705100"/>
                      <a:gd name="connsiteX260" fmla="*/ 1867747 w 7191375"/>
                      <a:gd name="connsiteY260" fmla="*/ 822089 h 2705100"/>
                      <a:gd name="connsiteX261" fmla="*/ 1840124 w 7191375"/>
                      <a:gd name="connsiteY261" fmla="*/ 869714 h 2705100"/>
                      <a:gd name="connsiteX262" fmla="*/ 1786784 w 7191375"/>
                      <a:gd name="connsiteY262" fmla="*/ 823994 h 2705100"/>
                      <a:gd name="connsiteX263" fmla="*/ 1715347 w 7191375"/>
                      <a:gd name="connsiteY263" fmla="*/ 790656 h 2705100"/>
                      <a:gd name="connsiteX264" fmla="*/ 1657245 w 7191375"/>
                      <a:gd name="connsiteY264" fmla="*/ 764939 h 2705100"/>
                      <a:gd name="connsiteX265" fmla="*/ 1632479 w 7191375"/>
                      <a:gd name="connsiteY265" fmla="*/ 768749 h 2705100"/>
                      <a:gd name="connsiteX266" fmla="*/ 1563899 w 7191375"/>
                      <a:gd name="connsiteY266" fmla="*/ 756366 h 2705100"/>
                      <a:gd name="connsiteX267" fmla="*/ 1536277 w 7191375"/>
                      <a:gd name="connsiteY267" fmla="*/ 738269 h 2705100"/>
                      <a:gd name="connsiteX268" fmla="*/ 1493414 w 7191375"/>
                      <a:gd name="connsiteY268" fmla="*/ 732554 h 2705100"/>
                      <a:gd name="connsiteX269" fmla="*/ 1461029 w 7191375"/>
                      <a:gd name="connsiteY269" fmla="*/ 706836 h 2705100"/>
                      <a:gd name="connsiteX270" fmla="*/ 1407689 w 7191375"/>
                      <a:gd name="connsiteY270" fmla="*/ 687786 h 2705100"/>
                      <a:gd name="connsiteX271" fmla="*/ 1420072 w 7191375"/>
                      <a:gd name="connsiteY271" fmla="*/ 726839 h 2705100"/>
                      <a:gd name="connsiteX272" fmla="*/ 1452457 w 7191375"/>
                      <a:gd name="connsiteY272" fmla="*/ 741126 h 2705100"/>
                      <a:gd name="connsiteX273" fmla="*/ 1481032 w 7191375"/>
                      <a:gd name="connsiteY273" fmla="*/ 763034 h 2705100"/>
                      <a:gd name="connsiteX274" fmla="*/ 1501034 w 7191375"/>
                      <a:gd name="connsiteY274" fmla="*/ 802086 h 2705100"/>
                      <a:gd name="connsiteX275" fmla="*/ 1487699 w 7191375"/>
                      <a:gd name="connsiteY275" fmla="*/ 827804 h 2705100"/>
                      <a:gd name="connsiteX276" fmla="*/ 1457220 w 7191375"/>
                      <a:gd name="connsiteY276" fmla="*/ 843996 h 2705100"/>
                      <a:gd name="connsiteX277" fmla="*/ 1434359 w 7191375"/>
                      <a:gd name="connsiteY277" fmla="*/ 853521 h 2705100"/>
                      <a:gd name="connsiteX278" fmla="*/ 1434359 w 7191375"/>
                      <a:gd name="connsiteY278" fmla="*/ 824946 h 2705100"/>
                      <a:gd name="connsiteX279" fmla="*/ 1407689 w 7191375"/>
                      <a:gd name="connsiteY279" fmla="*/ 803039 h 2705100"/>
                      <a:gd name="connsiteX280" fmla="*/ 1340062 w 7191375"/>
                      <a:gd name="connsiteY280" fmla="*/ 839234 h 2705100"/>
                      <a:gd name="connsiteX281" fmla="*/ 1265766 w 7191375"/>
                      <a:gd name="connsiteY281" fmla="*/ 839234 h 2705100"/>
                      <a:gd name="connsiteX282" fmla="*/ 1224809 w 7191375"/>
                      <a:gd name="connsiteY282" fmla="*/ 871619 h 2705100"/>
                      <a:gd name="connsiteX283" fmla="*/ 1165754 w 7191375"/>
                      <a:gd name="connsiteY283" fmla="*/ 866856 h 2705100"/>
                      <a:gd name="connsiteX284" fmla="*/ 1177184 w 7191375"/>
                      <a:gd name="connsiteY284" fmla="*/ 854474 h 2705100"/>
                      <a:gd name="connsiteX285" fmla="*/ 1187662 w 7191375"/>
                      <a:gd name="connsiteY285" fmla="*/ 840186 h 2705100"/>
                      <a:gd name="connsiteX286" fmla="*/ 1197187 w 7191375"/>
                      <a:gd name="connsiteY286" fmla="*/ 807801 h 2705100"/>
                      <a:gd name="connsiteX287" fmla="*/ 1137179 w 7191375"/>
                      <a:gd name="connsiteY287" fmla="*/ 826851 h 2705100"/>
                      <a:gd name="connsiteX288" fmla="*/ 1128607 w 7191375"/>
                      <a:gd name="connsiteY288" fmla="*/ 853521 h 2705100"/>
                      <a:gd name="connsiteX289" fmla="*/ 1108604 w 7191375"/>
                      <a:gd name="connsiteY289" fmla="*/ 841139 h 2705100"/>
                      <a:gd name="connsiteX290" fmla="*/ 1007639 w 7191375"/>
                      <a:gd name="connsiteY290" fmla="*/ 873524 h 2705100"/>
                      <a:gd name="connsiteX291" fmla="*/ 964776 w 7191375"/>
                      <a:gd name="connsiteY291" fmla="*/ 902099 h 2705100"/>
                      <a:gd name="connsiteX292" fmla="*/ 916199 w 7191375"/>
                      <a:gd name="connsiteY292" fmla="*/ 918291 h 2705100"/>
                      <a:gd name="connsiteX293" fmla="*/ 906674 w 7191375"/>
                      <a:gd name="connsiteY293" fmla="*/ 968774 h 2705100"/>
                      <a:gd name="connsiteX294" fmla="*/ 831426 w 7191375"/>
                      <a:gd name="connsiteY294" fmla="*/ 979251 h 2705100"/>
                      <a:gd name="connsiteX295" fmla="*/ 796184 w 7191375"/>
                      <a:gd name="connsiteY295" fmla="*/ 943056 h 2705100"/>
                      <a:gd name="connsiteX296" fmla="*/ 795232 w 7191375"/>
                      <a:gd name="connsiteY296" fmla="*/ 912576 h 2705100"/>
                      <a:gd name="connsiteX297" fmla="*/ 825712 w 7191375"/>
                      <a:gd name="connsiteY297" fmla="*/ 900194 h 2705100"/>
                      <a:gd name="connsiteX298" fmla="*/ 864764 w 7191375"/>
                      <a:gd name="connsiteY298" fmla="*/ 898289 h 2705100"/>
                      <a:gd name="connsiteX299" fmla="*/ 838094 w 7191375"/>
                      <a:gd name="connsiteY299" fmla="*/ 852569 h 2705100"/>
                      <a:gd name="connsiteX300" fmla="*/ 781897 w 7191375"/>
                      <a:gd name="connsiteY300" fmla="*/ 835424 h 2705100"/>
                      <a:gd name="connsiteX301" fmla="*/ 755226 w 7191375"/>
                      <a:gd name="connsiteY301" fmla="*/ 837329 h 2705100"/>
                      <a:gd name="connsiteX302" fmla="*/ 746654 w 7191375"/>
                      <a:gd name="connsiteY302" fmla="*/ 856379 h 2705100"/>
                      <a:gd name="connsiteX303" fmla="*/ 748559 w 7191375"/>
                      <a:gd name="connsiteY303" fmla="*/ 881144 h 2705100"/>
                      <a:gd name="connsiteX304" fmla="*/ 731414 w 7191375"/>
                      <a:gd name="connsiteY304" fmla="*/ 934484 h 2705100"/>
                      <a:gd name="connsiteX305" fmla="*/ 745701 w 7191375"/>
                      <a:gd name="connsiteY305" fmla="*/ 951629 h 2705100"/>
                      <a:gd name="connsiteX306" fmla="*/ 761894 w 7191375"/>
                      <a:gd name="connsiteY306" fmla="*/ 993539 h 2705100"/>
                      <a:gd name="connsiteX307" fmla="*/ 748559 w 7191375"/>
                      <a:gd name="connsiteY307" fmla="*/ 1030686 h 2705100"/>
                      <a:gd name="connsiteX308" fmla="*/ 729509 w 7191375"/>
                      <a:gd name="connsiteY308" fmla="*/ 1029734 h 2705100"/>
                      <a:gd name="connsiteX309" fmla="*/ 716174 w 7191375"/>
                      <a:gd name="connsiteY309" fmla="*/ 1015446 h 2705100"/>
                      <a:gd name="connsiteX310" fmla="*/ 671407 w 7191375"/>
                      <a:gd name="connsiteY310" fmla="*/ 1005921 h 2705100"/>
                      <a:gd name="connsiteX311" fmla="*/ 643784 w 7191375"/>
                      <a:gd name="connsiteY311" fmla="*/ 1021161 h 2705100"/>
                      <a:gd name="connsiteX312" fmla="*/ 604732 w 7191375"/>
                      <a:gd name="connsiteY312" fmla="*/ 1039259 h 2705100"/>
                      <a:gd name="connsiteX313" fmla="*/ 561869 w 7191375"/>
                      <a:gd name="connsiteY313" fmla="*/ 1072596 h 2705100"/>
                      <a:gd name="connsiteX314" fmla="*/ 564726 w 7191375"/>
                      <a:gd name="connsiteY314" fmla="*/ 1114506 h 2705100"/>
                      <a:gd name="connsiteX315" fmla="*/ 582824 w 7191375"/>
                      <a:gd name="connsiteY315" fmla="*/ 1151654 h 2705100"/>
                      <a:gd name="connsiteX316" fmla="*/ 529484 w 7191375"/>
                      <a:gd name="connsiteY316" fmla="*/ 1147844 h 2705100"/>
                      <a:gd name="connsiteX317" fmla="*/ 483764 w 7191375"/>
                      <a:gd name="connsiteY317" fmla="*/ 1136414 h 2705100"/>
                      <a:gd name="connsiteX318" fmla="*/ 433282 w 7191375"/>
                      <a:gd name="connsiteY318" fmla="*/ 1104029 h 2705100"/>
                      <a:gd name="connsiteX319" fmla="*/ 406612 w 7191375"/>
                      <a:gd name="connsiteY319" fmla="*/ 1130699 h 2705100"/>
                      <a:gd name="connsiteX320" fmla="*/ 419947 w 7191375"/>
                      <a:gd name="connsiteY320" fmla="*/ 1158321 h 2705100"/>
                      <a:gd name="connsiteX321" fmla="*/ 462809 w 7191375"/>
                      <a:gd name="connsiteY321" fmla="*/ 1174514 h 2705100"/>
                      <a:gd name="connsiteX322" fmla="*/ 466619 w 7191375"/>
                      <a:gd name="connsiteY322" fmla="*/ 1203089 h 2705100"/>
                      <a:gd name="connsiteX323" fmla="*/ 433282 w 7191375"/>
                      <a:gd name="connsiteY323" fmla="*/ 1208804 h 2705100"/>
                      <a:gd name="connsiteX324" fmla="*/ 398992 w 7191375"/>
                      <a:gd name="connsiteY324" fmla="*/ 1197374 h 2705100"/>
                      <a:gd name="connsiteX325" fmla="*/ 358034 w 7191375"/>
                      <a:gd name="connsiteY325" fmla="*/ 1172609 h 2705100"/>
                      <a:gd name="connsiteX326" fmla="*/ 335174 w 7191375"/>
                      <a:gd name="connsiteY326" fmla="*/ 1144986 h 2705100"/>
                      <a:gd name="connsiteX327" fmla="*/ 324697 w 7191375"/>
                      <a:gd name="connsiteY327" fmla="*/ 1110696 h 2705100"/>
                      <a:gd name="connsiteX328" fmla="*/ 325649 w 7191375"/>
                      <a:gd name="connsiteY328" fmla="*/ 1079264 h 2705100"/>
                      <a:gd name="connsiteX329" fmla="*/ 328507 w 7191375"/>
                      <a:gd name="connsiteY329" fmla="*/ 1048784 h 2705100"/>
                      <a:gd name="connsiteX330" fmla="*/ 294217 w 7191375"/>
                      <a:gd name="connsiteY330" fmla="*/ 1022114 h 2705100"/>
                      <a:gd name="connsiteX331" fmla="*/ 267547 w 7191375"/>
                      <a:gd name="connsiteY331" fmla="*/ 1001159 h 2705100"/>
                      <a:gd name="connsiteX332" fmla="*/ 224684 w 7191375"/>
                      <a:gd name="connsiteY332" fmla="*/ 962106 h 2705100"/>
                      <a:gd name="connsiteX333" fmla="*/ 209444 w 7191375"/>
                      <a:gd name="connsiteY333" fmla="*/ 946866 h 2705100"/>
                      <a:gd name="connsiteX334" fmla="*/ 244687 w 7191375"/>
                      <a:gd name="connsiteY334" fmla="*/ 961154 h 2705100"/>
                      <a:gd name="connsiteX335" fmla="*/ 305647 w 7191375"/>
                      <a:gd name="connsiteY335" fmla="*/ 989729 h 2705100"/>
                      <a:gd name="connsiteX336" fmla="*/ 382799 w 7191375"/>
                      <a:gd name="connsiteY336" fmla="*/ 1015446 h 2705100"/>
                      <a:gd name="connsiteX337" fmla="*/ 485669 w 7191375"/>
                      <a:gd name="connsiteY337" fmla="*/ 1033544 h 2705100"/>
                      <a:gd name="connsiteX338" fmla="*/ 613304 w 7191375"/>
                      <a:gd name="connsiteY338" fmla="*/ 972584 h 2705100"/>
                      <a:gd name="connsiteX339" fmla="*/ 610447 w 7191375"/>
                      <a:gd name="connsiteY339" fmla="*/ 922101 h 2705100"/>
                      <a:gd name="connsiteX340" fmla="*/ 555201 w 7191375"/>
                      <a:gd name="connsiteY340" fmla="*/ 889716 h 2705100"/>
                      <a:gd name="connsiteX341" fmla="*/ 551392 w 7191375"/>
                      <a:gd name="connsiteY341" fmla="*/ 885906 h 2705100"/>
                      <a:gd name="connsiteX342" fmla="*/ 542819 w 7191375"/>
                      <a:gd name="connsiteY342" fmla="*/ 884954 h 2705100"/>
                      <a:gd name="connsiteX343" fmla="*/ 487574 w 7191375"/>
                      <a:gd name="connsiteY343" fmla="*/ 859236 h 2705100"/>
                      <a:gd name="connsiteX344" fmla="*/ 475192 w 7191375"/>
                      <a:gd name="connsiteY344" fmla="*/ 834471 h 2705100"/>
                      <a:gd name="connsiteX345" fmla="*/ 448522 w 7191375"/>
                      <a:gd name="connsiteY345" fmla="*/ 815421 h 2705100"/>
                      <a:gd name="connsiteX346" fmla="*/ 422804 w 7191375"/>
                      <a:gd name="connsiteY346" fmla="*/ 803991 h 2705100"/>
                      <a:gd name="connsiteX347" fmla="*/ 398039 w 7191375"/>
                      <a:gd name="connsiteY347" fmla="*/ 803991 h 2705100"/>
                      <a:gd name="connsiteX348" fmla="*/ 368512 w 7191375"/>
                      <a:gd name="connsiteY348" fmla="*/ 793514 h 2705100"/>
                      <a:gd name="connsiteX349" fmla="*/ 329459 w 7191375"/>
                      <a:gd name="connsiteY349" fmla="*/ 774464 h 2705100"/>
                      <a:gd name="connsiteX350" fmla="*/ 323744 w 7191375"/>
                      <a:gd name="connsiteY350" fmla="*/ 771606 h 2705100"/>
                      <a:gd name="connsiteX351" fmla="*/ 315172 w 7191375"/>
                      <a:gd name="connsiteY351" fmla="*/ 766844 h 2705100"/>
                      <a:gd name="connsiteX352" fmla="*/ 302789 w 7191375"/>
                      <a:gd name="connsiteY352" fmla="*/ 760176 h 2705100"/>
                      <a:gd name="connsiteX353" fmla="*/ 289454 w 7191375"/>
                      <a:gd name="connsiteY353" fmla="*/ 766844 h 2705100"/>
                      <a:gd name="connsiteX354" fmla="*/ 248497 w 7191375"/>
                      <a:gd name="connsiteY354" fmla="*/ 763986 h 2705100"/>
                      <a:gd name="connsiteX355" fmla="*/ 223732 w 7191375"/>
                      <a:gd name="connsiteY355" fmla="*/ 748746 h 2705100"/>
                      <a:gd name="connsiteX356" fmla="*/ 256117 w 7191375"/>
                      <a:gd name="connsiteY356" fmla="*/ 737316 h 2705100"/>
                      <a:gd name="connsiteX357" fmla="*/ 226589 w 7191375"/>
                      <a:gd name="connsiteY357" fmla="*/ 724934 h 2705100"/>
                      <a:gd name="connsiteX358" fmla="*/ 195157 w 7191375"/>
                      <a:gd name="connsiteY358" fmla="*/ 731601 h 2705100"/>
                      <a:gd name="connsiteX359" fmla="*/ 168487 w 7191375"/>
                      <a:gd name="connsiteY359" fmla="*/ 730649 h 2705100"/>
                      <a:gd name="connsiteX360" fmla="*/ 165629 w 7191375"/>
                      <a:gd name="connsiteY360" fmla="*/ 728744 h 2705100"/>
                      <a:gd name="connsiteX361" fmla="*/ 142769 w 7191375"/>
                      <a:gd name="connsiteY361" fmla="*/ 745889 h 2705100"/>
                      <a:gd name="connsiteX362" fmla="*/ 106574 w 7191375"/>
                      <a:gd name="connsiteY362" fmla="*/ 763986 h 2705100"/>
                      <a:gd name="connsiteX363" fmla="*/ 76094 w 7191375"/>
                      <a:gd name="connsiteY363" fmla="*/ 792561 h 2705100"/>
                      <a:gd name="connsiteX364" fmla="*/ 58949 w 7191375"/>
                      <a:gd name="connsiteY364" fmla="*/ 806849 h 2705100"/>
                      <a:gd name="connsiteX365" fmla="*/ 52282 w 7191375"/>
                      <a:gd name="connsiteY365" fmla="*/ 832566 h 2705100"/>
                      <a:gd name="connsiteX366" fmla="*/ 58949 w 7191375"/>
                      <a:gd name="connsiteY366" fmla="*/ 859236 h 2705100"/>
                      <a:gd name="connsiteX367" fmla="*/ 86572 w 7191375"/>
                      <a:gd name="connsiteY367" fmla="*/ 876381 h 2705100"/>
                      <a:gd name="connsiteX368" fmla="*/ 118004 w 7191375"/>
                      <a:gd name="connsiteY368" fmla="*/ 911624 h 2705100"/>
                      <a:gd name="connsiteX369" fmla="*/ 90382 w 7191375"/>
                      <a:gd name="connsiteY369" fmla="*/ 946866 h 2705100"/>
                      <a:gd name="connsiteX370" fmla="*/ 77047 w 7191375"/>
                      <a:gd name="connsiteY370" fmla="*/ 975441 h 2705100"/>
                      <a:gd name="connsiteX371" fmla="*/ 118957 w 7191375"/>
                      <a:gd name="connsiteY371" fmla="*/ 1047831 h 2705100"/>
                      <a:gd name="connsiteX372" fmla="*/ 104669 w 7191375"/>
                      <a:gd name="connsiteY372" fmla="*/ 1076406 h 2705100"/>
                      <a:gd name="connsiteX373" fmla="*/ 111337 w 7191375"/>
                      <a:gd name="connsiteY373" fmla="*/ 1113554 h 2705100"/>
                      <a:gd name="connsiteX374" fmla="*/ 100859 w 7191375"/>
                      <a:gd name="connsiteY374" fmla="*/ 1127841 h 2705100"/>
                      <a:gd name="connsiteX375" fmla="*/ 122767 w 7191375"/>
                      <a:gd name="connsiteY375" fmla="*/ 1143081 h 2705100"/>
                      <a:gd name="connsiteX376" fmla="*/ 116099 w 7191375"/>
                      <a:gd name="connsiteY376" fmla="*/ 1166894 h 2705100"/>
                      <a:gd name="connsiteX377" fmla="*/ 139912 w 7191375"/>
                      <a:gd name="connsiteY377" fmla="*/ 1192611 h 2705100"/>
                      <a:gd name="connsiteX378" fmla="*/ 112289 w 7191375"/>
                      <a:gd name="connsiteY378" fmla="*/ 1219281 h 2705100"/>
                      <a:gd name="connsiteX379" fmla="*/ 168487 w 7191375"/>
                      <a:gd name="connsiteY379" fmla="*/ 1265954 h 2705100"/>
                      <a:gd name="connsiteX380" fmla="*/ 179917 w 7191375"/>
                      <a:gd name="connsiteY380" fmla="*/ 1304054 h 2705100"/>
                      <a:gd name="connsiteX381" fmla="*/ 114194 w 7191375"/>
                      <a:gd name="connsiteY381" fmla="*/ 1371681 h 2705100"/>
                      <a:gd name="connsiteX382" fmla="*/ 46567 w 7191375"/>
                      <a:gd name="connsiteY382" fmla="*/ 1430736 h 2705100"/>
                      <a:gd name="connsiteX383" fmla="*/ 25612 w 7191375"/>
                      <a:gd name="connsiteY383" fmla="*/ 1459311 h 2705100"/>
                      <a:gd name="connsiteX384" fmla="*/ 43709 w 7191375"/>
                      <a:gd name="connsiteY384" fmla="*/ 1452644 h 2705100"/>
                      <a:gd name="connsiteX385" fmla="*/ 72284 w 7191375"/>
                      <a:gd name="connsiteY385" fmla="*/ 1484076 h 2705100"/>
                      <a:gd name="connsiteX386" fmla="*/ 110384 w 7191375"/>
                      <a:gd name="connsiteY386" fmla="*/ 1493601 h 2705100"/>
                      <a:gd name="connsiteX387" fmla="*/ 89429 w 7191375"/>
                      <a:gd name="connsiteY387" fmla="*/ 1500269 h 2705100"/>
                      <a:gd name="connsiteX388" fmla="*/ 46567 w 7191375"/>
                      <a:gd name="connsiteY388" fmla="*/ 1515509 h 2705100"/>
                      <a:gd name="connsiteX389" fmla="*/ 24659 w 7191375"/>
                      <a:gd name="connsiteY389" fmla="*/ 1533606 h 2705100"/>
                      <a:gd name="connsiteX390" fmla="*/ 16087 w 7191375"/>
                      <a:gd name="connsiteY390" fmla="*/ 1565039 h 2705100"/>
                      <a:gd name="connsiteX391" fmla="*/ 1799 w 7191375"/>
                      <a:gd name="connsiteY391" fmla="*/ 1589804 h 2705100"/>
                      <a:gd name="connsiteX392" fmla="*/ 4657 w 7191375"/>
                      <a:gd name="connsiteY392" fmla="*/ 1617426 h 2705100"/>
                      <a:gd name="connsiteX393" fmla="*/ 14182 w 7191375"/>
                      <a:gd name="connsiteY393" fmla="*/ 1643144 h 2705100"/>
                      <a:gd name="connsiteX394" fmla="*/ 2751 w 7191375"/>
                      <a:gd name="connsiteY394" fmla="*/ 1659336 h 2705100"/>
                      <a:gd name="connsiteX395" fmla="*/ 8467 w 7191375"/>
                      <a:gd name="connsiteY395" fmla="*/ 1685054 h 2705100"/>
                      <a:gd name="connsiteX396" fmla="*/ 13229 w 7191375"/>
                      <a:gd name="connsiteY396" fmla="*/ 1711724 h 2705100"/>
                      <a:gd name="connsiteX397" fmla="*/ 26564 w 7191375"/>
                      <a:gd name="connsiteY397" fmla="*/ 1739346 h 2705100"/>
                      <a:gd name="connsiteX398" fmla="*/ 37994 w 7191375"/>
                      <a:gd name="connsiteY398" fmla="*/ 1771731 h 2705100"/>
                      <a:gd name="connsiteX399" fmla="*/ 61807 w 7191375"/>
                      <a:gd name="connsiteY399" fmla="*/ 1779351 h 2705100"/>
                      <a:gd name="connsiteX400" fmla="*/ 84667 w 7191375"/>
                      <a:gd name="connsiteY400" fmla="*/ 1790781 h 2705100"/>
                      <a:gd name="connsiteX401" fmla="*/ 108479 w 7191375"/>
                      <a:gd name="connsiteY401" fmla="*/ 1790781 h 2705100"/>
                      <a:gd name="connsiteX402" fmla="*/ 149437 w 7191375"/>
                      <a:gd name="connsiteY402" fmla="*/ 1803164 h 2705100"/>
                      <a:gd name="connsiteX403" fmla="*/ 153247 w 7191375"/>
                      <a:gd name="connsiteY403" fmla="*/ 1835549 h 2705100"/>
                      <a:gd name="connsiteX404" fmla="*/ 158009 w 7191375"/>
                      <a:gd name="connsiteY404" fmla="*/ 1869839 h 2705100"/>
                      <a:gd name="connsiteX405" fmla="*/ 178964 w 7191375"/>
                      <a:gd name="connsiteY405" fmla="*/ 1899366 h 2705100"/>
                      <a:gd name="connsiteX406" fmla="*/ 204682 w 7191375"/>
                      <a:gd name="connsiteY406" fmla="*/ 1926036 h 2705100"/>
                      <a:gd name="connsiteX407" fmla="*/ 229447 w 7191375"/>
                      <a:gd name="connsiteY407" fmla="*/ 1950801 h 2705100"/>
                      <a:gd name="connsiteX408" fmla="*/ 206587 w 7191375"/>
                      <a:gd name="connsiteY408" fmla="*/ 1972709 h 2705100"/>
                      <a:gd name="connsiteX409" fmla="*/ 175154 w 7191375"/>
                      <a:gd name="connsiteY409" fmla="*/ 1966994 h 2705100"/>
                      <a:gd name="connsiteX410" fmla="*/ 181822 w 7191375"/>
                      <a:gd name="connsiteY410" fmla="*/ 2011761 h 2705100"/>
                      <a:gd name="connsiteX411" fmla="*/ 200872 w 7191375"/>
                      <a:gd name="connsiteY411" fmla="*/ 2037479 h 2705100"/>
                      <a:gd name="connsiteX412" fmla="*/ 221826 w 7191375"/>
                      <a:gd name="connsiteY412" fmla="*/ 2026049 h 2705100"/>
                      <a:gd name="connsiteX413" fmla="*/ 251354 w 7191375"/>
                      <a:gd name="connsiteY413" fmla="*/ 2025096 h 2705100"/>
                      <a:gd name="connsiteX414" fmla="*/ 287549 w 7191375"/>
                      <a:gd name="connsiteY414" fmla="*/ 2028906 h 2705100"/>
                      <a:gd name="connsiteX415" fmla="*/ 293264 w 7191375"/>
                      <a:gd name="connsiteY415" fmla="*/ 2065101 h 2705100"/>
                      <a:gd name="connsiteX416" fmla="*/ 302789 w 7191375"/>
                      <a:gd name="connsiteY416" fmla="*/ 2091771 h 2705100"/>
                      <a:gd name="connsiteX417" fmla="*/ 335174 w 7191375"/>
                      <a:gd name="connsiteY417" fmla="*/ 2100344 h 2705100"/>
                      <a:gd name="connsiteX418" fmla="*/ 355176 w 7191375"/>
                      <a:gd name="connsiteY418" fmla="*/ 2137491 h 2705100"/>
                      <a:gd name="connsiteX419" fmla="*/ 372322 w 7191375"/>
                      <a:gd name="connsiteY419" fmla="*/ 2147016 h 2705100"/>
                      <a:gd name="connsiteX420" fmla="*/ 394229 w 7191375"/>
                      <a:gd name="connsiteY420" fmla="*/ 2157494 h 2705100"/>
                      <a:gd name="connsiteX421" fmla="*/ 417089 w 7191375"/>
                      <a:gd name="connsiteY421" fmla="*/ 2155589 h 2705100"/>
                      <a:gd name="connsiteX422" fmla="*/ 441854 w 7191375"/>
                      <a:gd name="connsiteY422" fmla="*/ 2153684 h 2705100"/>
                      <a:gd name="connsiteX423" fmla="*/ 461857 w 7191375"/>
                      <a:gd name="connsiteY423" fmla="*/ 2179401 h 2705100"/>
                      <a:gd name="connsiteX424" fmla="*/ 498051 w 7191375"/>
                      <a:gd name="connsiteY424" fmla="*/ 2186069 h 2705100"/>
                      <a:gd name="connsiteX425" fmla="*/ 535199 w 7191375"/>
                      <a:gd name="connsiteY425" fmla="*/ 2196546 h 2705100"/>
                      <a:gd name="connsiteX426" fmla="*/ 560917 w 7191375"/>
                      <a:gd name="connsiteY426" fmla="*/ 2213691 h 2705100"/>
                      <a:gd name="connsiteX427" fmla="*/ 548534 w 7191375"/>
                      <a:gd name="connsiteY427" fmla="*/ 2233694 h 2705100"/>
                      <a:gd name="connsiteX428" fmla="*/ 559012 w 7191375"/>
                      <a:gd name="connsiteY428" fmla="*/ 2247029 h 2705100"/>
                      <a:gd name="connsiteX429" fmla="*/ 543772 w 7191375"/>
                      <a:gd name="connsiteY429" fmla="*/ 2258459 h 2705100"/>
                      <a:gd name="connsiteX430" fmla="*/ 553297 w 7191375"/>
                      <a:gd name="connsiteY430" fmla="*/ 2276556 h 2705100"/>
                      <a:gd name="connsiteX431" fmla="*/ 545676 w 7191375"/>
                      <a:gd name="connsiteY431" fmla="*/ 2305131 h 2705100"/>
                      <a:gd name="connsiteX432" fmla="*/ 509482 w 7191375"/>
                      <a:gd name="connsiteY432" fmla="*/ 2304179 h 2705100"/>
                      <a:gd name="connsiteX433" fmla="*/ 475192 w 7191375"/>
                      <a:gd name="connsiteY433" fmla="*/ 2329896 h 2705100"/>
                      <a:gd name="connsiteX434" fmla="*/ 474239 w 7191375"/>
                      <a:gd name="connsiteY434" fmla="*/ 2352756 h 2705100"/>
                      <a:gd name="connsiteX435" fmla="*/ 519007 w 7191375"/>
                      <a:gd name="connsiteY435" fmla="*/ 2351804 h 2705100"/>
                      <a:gd name="connsiteX436" fmla="*/ 463762 w 7191375"/>
                      <a:gd name="connsiteY436" fmla="*/ 2386094 h 2705100"/>
                      <a:gd name="connsiteX437" fmla="*/ 480907 w 7191375"/>
                      <a:gd name="connsiteY437" fmla="*/ 2412764 h 2705100"/>
                      <a:gd name="connsiteX438" fmla="*/ 455189 w 7191375"/>
                      <a:gd name="connsiteY438" fmla="*/ 2440386 h 2705100"/>
                      <a:gd name="connsiteX439" fmla="*/ 431376 w 7191375"/>
                      <a:gd name="connsiteY439" fmla="*/ 2461341 h 2705100"/>
                      <a:gd name="connsiteX440" fmla="*/ 419947 w 7191375"/>
                      <a:gd name="connsiteY440" fmla="*/ 2472771 h 2705100"/>
                      <a:gd name="connsiteX441" fmla="*/ 454237 w 7191375"/>
                      <a:gd name="connsiteY441" fmla="*/ 2503251 h 2705100"/>
                      <a:gd name="connsiteX442" fmla="*/ 536151 w 7191375"/>
                      <a:gd name="connsiteY442" fmla="*/ 2567069 h 2705100"/>
                      <a:gd name="connsiteX443" fmla="*/ 547582 w 7191375"/>
                      <a:gd name="connsiteY443" fmla="*/ 2576594 h 2705100"/>
                      <a:gd name="connsiteX444" fmla="*/ 563774 w 7191375"/>
                      <a:gd name="connsiteY444" fmla="*/ 2568021 h 2705100"/>
                      <a:gd name="connsiteX445" fmla="*/ 617114 w 7191375"/>
                      <a:gd name="connsiteY445" fmla="*/ 2585166 h 2705100"/>
                      <a:gd name="connsiteX446" fmla="*/ 685694 w 7191375"/>
                      <a:gd name="connsiteY446" fmla="*/ 2591834 h 2705100"/>
                      <a:gd name="connsiteX447" fmla="*/ 713317 w 7191375"/>
                      <a:gd name="connsiteY447" fmla="*/ 2610884 h 2705100"/>
                      <a:gd name="connsiteX448" fmla="*/ 740939 w 7191375"/>
                      <a:gd name="connsiteY448" fmla="*/ 2626124 h 2705100"/>
                      <a:gd name="connsiteX449" fmla="*/ 785707 w 7191375"/>
                      <a:gd name="connsiteY449" fmla="*/ 2619456 h 2705100"/>
                      <a:gd name="connsiteX450" fmla="*/ 800947 w 7191375"/>
                      <a:gd name="connsiteY450" fmla="*/ 2626124 h 2705100"/>
                      <a:gd name="connsiteX451" fmla="*/ 814282 w 7191375"/>
                      <a:gd name="connsiteY451" fmla="*/ 2655651 h 2705100"/>
                      <a:gd name="connsiteX452" fmla="*/ 855239 w 7191375"/>
                      <a:gd name="connsiteY452" fmla="*/ 2676606 h 2705100"/>
                      <a:gd name="connsiteX453" fmla="*/ 888576 w 7191375"/>
                      <a:gd name="connsiteY453" fmla="*/ 2702324 h 2705100"/>
                      <a:gd name="connsiteX454" fmla="*/ 908579 w 7191375"/>
                      <a:gd name="connsiteY454" fmla="*/ 2702324 h 2705100"/>
                      <a:gd name="connsiteX455" fmla="*/ 937154 w 7191375"/>
                      <a:gd name="connsiteY455" fmla="*/ 2679464 h 2705100"/>
                      <a:gd name="connsiteX456" fmla="*/ 886672 w 7191375"/>
                      <a:gd name="connsiteY456" fmla="*/ 2596596 h 2705100"/>
                      <a:gd name="connsiteX457" fmla="*/ 869526 w 7191375"/>
                      <a:gd name="connsiteY457" fmla="*/ 2531826 h 2705100"/>
                      <a:gd name="connsiteX458" fmla="*/ 891434 w 7191375"/>
                      <a:gd name="connsiteY458" fmla="*/ 2462294 h 2705100"/>
                      <a:gd name="connsiteX459" fmla="*/ 969539 w 7191375"/>
                      <a:gd name="connsiteY459" fmla="*/ 2410859 h 2705100"/>
                      <a:gd name="connsiteX460" fmla="*/ 955251 w 7191375"/>
                      <a:gd name="connsiteY460" fmla="*/ 2401334 h 2705100"/>
                      <a:gd name="connsiteX461" fmla="*/ 945726 w 7191375"/>
                      <a:gd name="connsiteY461" fmla="*/ 2380379 h 2705100"/>
                      <a:gd name="connsiteX462" fmla="*/ 940012 w 7191375"/>
                      <a:gd name="connsiteY462" fmla="*/ 2350851 h 2705100"/>
                      <a:gd name="connsiteX463" fmla="*/ 912389 w 7191375"/>
                      <a:gd name="connsiteY463" fmla="*/ 2316561 h 2705100"/>
                      <a:gd name="connsiteX464" fmla="*/ 880957 w 7191375"/>
                      <a:gd name="connsiteY464" fmla="*/ 2318466 h 2705100"/>
                      <a:gd name="connsiteX465" fmla="*/ 873337 w 7191375"/>
                      <a:gd name="connsiteY465" fmla="*/ 2292749 h 2705100"/>
                      <a:gd name="connsiteX466" fmla="*/ 847619 w 7191375"/>
                      <a:gd name="connsiteY466" fmla="*/ 2273699 h 2705100"/>
                      <a:gd name="connsiteX467" fmla="*/ 857144 w 7191375"/>
                      <a:gd name="connsiteY467" fmla="*/ 2244171 h 2705100"/>
                      <a:gd name="connsiteX468" fmla="*/ 872384 w 7191375"/>
                      <a:gd name="connsiteY468" fmla="*/ 2228931 h 2705100"/>
                      <a:gd name="connsiteX469" fmla="*/ 859049 w 7191375"/>
                      <a:gd name="connsiteY469" fmla="*/ 2206071 h 2705100"/>
                      <a:gd name="connsiteX470" fmla="*/ 882862 w 7191375"/>
                      <a:gd name="connsiteY470" fmla="*/ 2176544 h 2705100"/>
                      <a:gd name="connsiteX471" fmla="*/ 908579 w 7191375"/>
                      <a:gd name="connsiteY471" fmla="*/ 2159399 h 2705100"/>
                      <a:gd name="connsiteX472" fmla="*/ 943822 w 7191375"/>
                      <a:gd name="connsiteY472" fmla="*/ 2190831 h 2705100"/>
                      <a:gd name="connsiteX473" fmla="*/ 947632 w 7191375"/>
                      <a:gd name="connsiteY473" fmla="*/ 2161304 h 2705100"/>
                      <a:gd name="connsiteX474" fmla="*/ 959062 w 7191375"/>
                      <a:gd name="connsiteY474" fmla="*/ 2135586 h 2705100"/>
                      <a:gd name="connsiteX475" fmla="*/ 982874 w 7191375"/>
                      <a:gd name="connsiteY475" fmla="*/ 2112726 h 2705100"/>
                      <a:gd name="connsiteX476" fmla="*/ 1029547 w 7191375"/>
                      <a:gd name="connsiteY476" fmla="*/ 2089866 h 2705100"/>
                      <a:gd name="connsiteX477" fmla="*/ 1062884 w 7191375"/>
                      <a:gd name="connsiteY477" fmla="*/ 2079389 h 2705100"/>
                      <a:gd name="connsiteX478" fmla="*/ 1086697 w 7191375"/>
                      <a:gd name="connsiteY478" fmla="*/ 2079389 h 2705100"/>
                      <a:gd name="connsiteX479" fmla="*/ 1118129 w 7191375"/>
                      <a:gd name="connsiteY479" fmla="*/ 2079389 h 2705100"/>
                      <a:gd name="connsiteX480" fmla="*/ 1169564 w 7191375"/>
                      <a:gd name="connsiteY480" fmla="*/ 2096534 h 2705100"/>
                      <a:gd name="connsiteX481" fmla="*/ 1206712 w 7191375"/>
                      <a:gd name="connsiteY481" fmla="*/ 2130824 h 2705100"/>
                      <a:gd name="connsiteX482" fmla="*/ 1218141 w 7191375"/>
                      <a:gd name="connsiteY482" fmla="*/ 2137491 h 2705100"/>
                      <a:gd name="connsiteX483" fmla="*/ 1243859 w 7191375"/>
                      <a:gd name="connsiteY483" fmla="*/ 2137491 h 2705100"/>
                      <a:gd name="connsiteX484" fmla="*/ 1284816 w 7191375"/>
                      <a:gd name="connsiteY484" fmla="*/ 2133681 h 2705100"/>
                      <a:gd name="connsiteX485" fmla="*/ 1327679 w 7191375"/>
                      <a:gd name="connsiteY485" fmla="*/ 2118441 h 2705100"/>
                      <a:gd name="connsiteX486" fmla="*/ 1353397 w 7191375"/>
                      <a:gd name="connsiteY486" fmla="*/ 2120346 h 2705100"/>
                      <a:gd name="connsiteX487" fmla="*/ 1396259 w 7191375"/>
                      <a:gd name="connsiteY487" fmla="*/ 2122251 h 2705100"/>
                      <a:gd name="connsiteX488" fmla="*/ 1425787 w 7191375"/>
                      <a:gd name="connsiteY488" fmla="*/ 2137491 h 2705100"/>
                      <a:gd name="connsiteX489" fmla="*/ 1447695 w 7191375"/>
                      <a:gd name="connsiteY489" fmla="*/ 2152731 h 2705100"/>
                      <a:gd name="connsiteX490" fmla="*/ 1462934 w 7191375"/>
                      <a:gd name="connsiteY490" fmla="*/ 2129871 h 2705100"/>
                      <a:gd name="connsiteX491" fmla="*/ 1496272 w 7191375"/>
                      <a:gd name="connsiteY491" fmla="*/ 2145111 h 2705100"/>
                      <a:gd name="connsiteX492" fmla="*/ 1523895 w 7191375"/>
                      <a:gd name="connsiteY492" fmla="*/ 2127966 h 2705100"/>
                      <a:gd name="connsiteX493" fmla="*/ 1512464 w 7191375"/>
                      <a:gd name="connsiteY493" fmla="*/ 2093676 h 2705100"/>
                      <a:gd name="connsiteX494" fmla="*/ 1481032 w 7191375"/>
                      <a:gd name="connsiteY494" fmla="*/ 2083199 h 2705100"/>
                      <a:gd name="connsiteX495" fmla="*/ 1469602 w 7191375"/>
                      <a:gd name="connsiteY495" fmla="*/ 2057481 h 2705100"/>
                      <a:gd name="connsiteX496" fmla="*/ 1497224 w 7191375"/>
                      <a:gd name="connsiteY496" fmla="*/ 2031764 h 2705100"/>
                      <a:gd name="connsiteX497" fmla="*/ 1504845 w 7191375"/>
                      <a:gd name="connsiteY497" fmla="*/ 1997474 h 2705100"/>
                      <a:gd name="connsiteX498" fmla="*/ 1551516 w 7191375"/>
                      <a:gd name="connsiteY498" fmla="*/ 1988901 h 2705100"/>
                      <a:gd name="connsiteX499" fmla="*/ 1512464 w 7191375"/>
                      <a:gd name="connsiteY499" fmla="*/ 1967946 h 2705100"/>
                      <a:gd name="connsiteX500" fmla="*/ 1510559 w 7191375"/>
                      <a:gd name="connsiteY500" fmla="*/ 1927941 h 2705100"/>
                      <a:gd name="connsiteX501" fmla="*/ 1547707 w 7191375"/>
                      <a:gd name="connsiteY501" fmla="*/ 1926036 h 2705100"/>
                      <a:gd name="connsiteX502" fmla="*/ 1601047 w 7191375"/>
                      <a:gd name="connsiteY502" fmla="*/ 1919369 h 2705100"/>
                      <a:gd name="connsiteX503" fmla="*/ 1667722 w 7191375"/>
                      <a:gd name="connsiteY503" fmla="*/ 1904129 h 2705100"/>
                      <a:gd name="connsiteX504" fmla="*/ 1712489 w 7191375"/>
                      <a:gd name="connsiteY504" fmla="*/ 1888889 h 2705100"/>
                      <a:gd name="connsiteX505" fmla="*/ 1775354 w 7191375"/>
                      <a:gd name="connsiteY505" fmla="*/ 1876506 h 2705100"/>
                      <a:gd name="connsiteX506" fmla="*/ 1840124 w 7191375"/>
                      <a:gd name="connsiteY506" fmla="*/ 1853646 h 2705100"/>
                      <a:gd name="connsiteX507" fmla="*/ 1895370 w 7191375"/>
                      <a:gd name="connsiteY507" fmla="*/ 1840311 h 2705100"/>
                      <a:gd name="connsiteX508" fmla="*/ 1929659 w 7191375"/>
                      <a:gd name="connsiteY508" fmla="*/ 1846026 h 2705100"/>
                      <a:gd name="connsiteX509" fmla="*/ 1958234 w 7191375"/>
                      <a:gd name="connsiteY509" fmla="*/ 1865076 h 2705100"/>
                      <a:gd name="connsiteX510" fmla="*/ 1965854 w 7191375"/>
                      <a:gd name="connsiteY510" fmla="*/ 1899366 h 2705100"/>
                      <a:gd name="connsiteX511" fmla="*/ 1961091 w 7191375"/>
                      <a:gd name="connsiteY511" fmla="*/ 1919369 h 2705100"/>
                      <a:gd name="connsiteX512" fmla="*/ 2001097 w 7191375"/>
                      <a:gd name="connsiteY512" fmla="*/ 1911749 h 2705100"/>
                      <a:gd name="connsiteX513" fmla="*/ 2017289 w 7191375"/>
                      <a:gd name="connsiteY513" fmla="*/ 1923179 h 2705100"/>
                      <a:gd name="connsiteX514" fmla="*/ 2029672 w 7191375"/>
                      <a:gd name="connsiteY514" fmla="*/ 1926036 h 2705100"/>
                      <a:gd name="connsiteX515" fmla="*/ 2050627 w 7191375"/>
                      <a:gd name="connsiteY515" fmla="*/ 1928894 h 2705100"/>
                      <a:gd name="connsiteX516" fmla="*/ 2074439 w 7191375"/>
                      <a:gd name="connsiteY516" fmla="*/ 1931751 h 2705100"/>
                      <a:gd name="connsiteX517" fmla="*/ 2059199 w 7191375"/>
                      <a:gd name="connsiteY517" fmla="*/ 1962231 h 2705100"/>
                      <a:gd name="connsiteX518" fmla="*/ 2092537 w 7191375"/>
                      <a:gd name="connsiteY518" fmla="*/ 1953659 h 2705100"/>
                      <a:gd name="connsiteX519" fmla="*/ 2140162 w 7191375"/>
                      <a:gd name="connsiteY519" fmla="*/ 1932704 h 2705100"/>
                      <a:gd name="connsiteX520" fmla="*/ 2180166 w 7191375"/>
                      <a:gd name="connsiteY520" fmla="*/ 1907939 h 2705100"/>
                      <a:gd name="connsiteX521" fmla="*/ 2209695 w 7191375"/>
                      <a:gd name="connsiteY521" fmla="*/ 1910796 h 2705100"/>
                      <a:gd name="connsiteX522" fmla="*/ 2222077 w 7191375"/>
                      <a:gd name="connsiteY522" fmla="*/ 1946991 h 2705100"/>
                      <a:gd name="connsiteX523" fmla="*/ 2303039 w 7191375"/>
                      <a:gd name="connsiteY523" fmla="*/ 2050814 h 2705100"/>
                      <a:gd name="connsiteX524" fmla="*/ 2348760 w 7191375"/>
                      <a:gd name="connsiteY524" fmla="*/ 2136539 h 2705100"/>
                      <a:gd name="connsiteX525" fmla="*/ 2374477 w 7191375"/>
                      <a:gd name="connsiteY525" fmla="*/ 2106059 h 2705100"/>
                      <a:gd name="connsiteX526" fmla="*/ 2408766 w 7191375"/>
                      <a:gd name="connsiteY526" fmla="*/ 2132729 h 2705100"/>
                      <a:gd name="connsiteX527" fmla="*/ 2451629 w 7191375"/>
                      <a:gd name="connsiteY527" fmla="*/ 2140349 h 2705100"/>
                      <a:gd name="connsiteX528" fmla="*/ 2495445 w 7191375"/>
                      <a:gd name="connsiteY528" fmla="*/ 2127014 h 2705100"/>
                      <a:gd name="connsiteX529" fmla="*/ 2524020 w 7191375"/>
                      <a:gd name="connsiteY529" fmla="*/ 2152731 h 2705100"/>
                      <a:gd name="connsiteX530" fmla="*/ 2551641 w 7191375"/>
                      <a:gd name="connsiteY530" fmla="*/ 2177496 h 2705100"/>
                      <a:gd name="connsiteX531" fmla="*/ 2561166 w 7191375"/>
                      <a:gd name="connsiteY531" fmla="*/ 2195594 h 2705100"/>
                      <a:gd name="connsiteX532" fmla="*/ 2583074 w 7191375"/>
                      <a:gd name="connsiteY532" fmla="*/ 2215596 h 2705100"/>
                      <a:gd name="connsiteX533" fmla="*/ 2618316 w 7191375"/>
                      <a:gd name="connsiteY533" fmla="*/ 2208929 h 2705100"/>
                      <a:gd name="connsiteX534" fmla="*/ 2633557 w 7191375"/>
                      <a:gd name="connsiteY534" fmla="*/ 2210834 h 2705100"/>
                      <a:gd name="connsiteX535" fmla="*/ 2654512 w 7191375"/>
                      <a:gd name="connsiteY535" fmla="*/ 2236551 h 2705100"/>
                      <a:gd name="connsiteX536" fmla="*/ 2679277 w 7191375"/>
                      <a:gd name="connsiteY536" fmla="*/ 2236551 h 2705100"/>
                      <a:gd name="connsiteX537" fmla="*/ 2709757 w 7191375"/>
                      <a:gd name="connsiteY537" fmla="*/ 2224169 h 2705100"/>
                      <a:gd name="connsiteX538" fmla="*/ 2750714 w 7191375"/>
                      <a:gd name="connsiteY538" fmla="*/ 2204166 h 2705100"/>
                      <a:gd name="connsiteX539" fmla="*/ 2785004 w 7191375"/>
                      <a:gd name="connsiteY539" fmla="*/ 2183211 h 2705100"/>
                      <a:gd name="connsiteX540" fmla="*/ 2813579 w 7191375"/>
                      <a:gd name="connsiteY540" fmla="*/ 2162256 h 2705100"/>
                      <a:gd name="connsiteX541" fmla="*/ 2844060 w 7191375"/>
                      <a:gd name="connsiteY541" fmla="*/ 2147969 h 2705100"/>
                      <a:gd name="connsiteX542" fmla="*/ 2875491 w 7191375"/>
                      <a:gd name="connsiteY542" fmla="*/ 2142254 h 2705100"/>
                      <a:gd name="connsiteX543" fmla="*/ 2936452 w 7191375"/>
                      <a:gd name="connsiteY543" fmla="*/ 2153684 h 2705100"/>
                      <a:gd name="connsiteX544" fmla="*/ 2950739 w 7191375"/>
                      <a:gd name="connsiteY544" fmla="*/ 2180354 h 2705100"/>
                      <a:gd name="connsiteX545" fmla="*/ 2986935 w 7191375"/>
                      <a:gd name="connsiteY545" fmla="*/ 2195594 h 2705100"/>
                      <a:gd name="connsiteX546" fmla="*/ 3022177 w 7191375"/>
                      <a:gd name="connsiteY546" fmla="*/ 2192736 h 2705100"/>
                      <a:gd name="connsiteX547" fmla="*/ 3053610 w 7191375"/>
                      <a:gd name="connsiteY547" fmla="*/ 2202261 h 2705100"/>
                      <a:gd name="connsiteX548" fmla="*/ 3089804 w 7191375"/>
                      <a:gd name="connsiteY548" fmla="*/ 2182259 h 2705100"/>
                      <a:gd name="connsiteX549" fmla="*/ 3090757 w 7191375"/>
                      <a:gd name="connsiteY549" fmla="*/ 2153684 h 2705100"/>
                      <a:gd name="connsiteX550" fmla="*/ 3075516 w 7191375"/>
                      <a:gd name="connsiteY550" fmla="*/ 2114631 h 2705100"/>
                      <a:gd name="connsiteX551" fmla="*/ 3093614 w 7191375"/>
                      <a:gd name="connsiteY551" fmla="*/ 2090819 h 2705100"/>
                      <a:gd name="connsiteX552" fmla="*/ 3117427 w 7191375"/>
                      <a:gd name="connsiteY552" fmla="*/ 2073674 h 2705100"/>
                      <a:gd name="connsiteX553" fmla="*/ 3132666 w 7191375"/>
                      <a:gd name="connsiteY553" fmla="*/ 2058434 h 2705100"/>
                      <a:gd name="connsiteX554" fmla="*/ 3165052 w 7191375"/>
                      <a:gd name="connsiteY554" fmla="*/ 2072721 h 2705100"/>
                      <a:gd name="connsiteX555" fmla="*/ 3192674 w 7191375"/>
                      <a:gd name="connsiteY555" fmla="*/ 2079389 h 2705100"/>
                      <a:gd name="connsiteX556" fmla="*/ 3225060 w 7191375"/>
                      <a:gd name="connsiteY556" fmla="*/ 2093676 h 2705100"/>
                      <a:gd name="connsiteX557" fmla="*/ 3267922 w 7191375"/>
                      <a:gd name="connsiteY557" fmla="*/ 2107964 h 2705100"/>
                      <a:gd name="connsiteX558" fmla="*/ 3272685 w 7191375"/>
                      <a:gd name="connsiteY558" fmla="*/ 2148921 h 2705100"/>
                      <a:gd name="connsiteX559" fmla="*/ 3300307 w 7191375"/>
                      <a:gd name="connsiteY559" fmla="*/ 2171781 h 2705100"/>
                      <a:gd name="connsiteX560" fmla="*/ 3339360 w 7191375"/>
                      <a:gd name="connsiteY560" fmla="*/ 2184164 h 2705100"/>
                      <a:gd name="connsiteX561" fmla="*/ 3370791 w 7191375"/>
                      <a:gd name="connsiteY561" fmla="*/ 2167019 h 2705100"/>
                      <a:gd name="connsiteX562" fmla="*/ 3411749 w 7191375"/>
                      <a:gd name="connsiteY562" fmla="*/ 2161304 h 2705100"/>
                      <a:gd name="connsiteX563" fmla="*/ 3452707 w 7191375"/>
                      <a:gd name="connsiteY563" fmla="*/ 2170829 h 2705100"/>
                      <a:gd name="connsiteX564" fmla="*/ 3486997 w 7191375"/>
                      <a:gd name="connsiteY564" fmla="*/ 2180354 h 2705100"/>
                      <a:gd name="connsiteX565" fmla="*/ 3523191 w 7191375"/>
                      <a:gd name="connsiteY565" fmla="*/ 2198451 h 2705100"/>
                      <a:gd name="connsiteX566" fmla="*/ 3547004 w 7191375"/>
                      <a:gd name="connsiteY566" fmla="*/ 2225121 h 2705100"/>
                      <a:gd name="connsiteX567" fmla="*/ 3603202 w 7191375"/>
                      <a:gd name="connsiteY567" fmla="*/ 2236551 h 2705100"/>
                      <a:gd name="connsiteX568" fmla="*/ 3662257 w 7191375"/>
                      <a:gd name="connsiteY568" fmla="*/ 2236551 h 2705100"/>
                      <a:gd name="connsiteX569" fmla="*/ 3719407 w 7191375"/>
                      <a:gd name="connsiteY569" fmla="*/ 2221311 h 2705100"/>
                      <a:gd name="connsiteX570" fmla="*/ 3754649 w 7191375"/>
                      <a:gd name="connsiteY570" fmla="*/ 2207024 h 2705100"/>
                      <a:gd name="connsiteX571" fmla="*/ 3789891 w 7191375"/>
                      <a:gd name="connsiteY571" fmla="*/ 2181306 h 2705100"/>
                      <a:gd name="connsiteX572" fmla="*/ 3845137 w 7191375"/>
                      <a:gd name="connsiteY572" fmla="*/ 2184164 h 2705100"/>
                      <a:gd name="connsiteX573" fmla="*/ 3883237 w 7191375"/>
                      <a:gd name="connsiteY573" fmla="*/ 2192736 h 2705100"/>
                      <a:gd name="connsiteX574" fmla="*/ 3925147 w 7191375"/>
                      <a:gd name="connsiteY574" fmla="*/ 2204166 h 2705100"/>
                      <a:gd name="connsiteX575" fmla="*/ 3968010 w 7191375"/>
                      <a:gd name="connsiteY575" fmla="*/ 2216549 h 2705100"/>
                      <a:gd name="connsiteX576" fmla="*/ 4009920 w 7191375"/>
                      <a:gd name="connsiteY576" fmla="*/ 2192736 h 2705100"/>
                      <a:gd name="connsiteX577" fmla="*/ 4029922 w 7191375"/>
                      <a:gd name="connsiteY577" fmla="*/ 2171781 h 2705100"/>
                      <a:gd name="connsiteX578" fmla="*/ 4050877 w 7191375"/>
                      <a:gd name="connsiteY578" fmla="*/ 2122251 h 2705100"/>
                      <a:gd name="connsiteX579" fmla="*/ 4078499 w 7191375"/>
                      <a:gd name="connsiteY579" fmla="*/ 2077484 h 2705100"/>
                      <a:gd name="connsiteX580" fmla="*/ 4098502 w 7191375"/>
                      <a:gd name="connsiteY580" fmla="*/ 2053671 h 2705100"/>
                      <a:gd name="connsiteX581" fmla="*/ 4085166 w 7191375"/>
                      <a:gd name="connsiteY581" fmla="*/ 2019381 h 2705100"/>
                      <a:gd name="connsiteX582" fmla="*/ 4081357 w 7191375"/>
                      <a:gd name="connsiteY582" fmla="*/ 1993664 h 2705100"/>
                      <a:gd name="connsiteX583" fmla="*/ 4137554 w 7191375"/>
                      <a:gd name="connsiteY583" fmla="*/ 1973661 h 2705100"/>
                      <a:gd name="connsiteX584" fmla="*/ 4203277 w 7191375"/>
                      <a:gd name="connsiteY584" fmla="*/ 1967946 h 2705100"/>
                      <a:gd name="connsiteX585" fmla="*/ 4252807 w 7191375"/>
                      <a:gd name="connsiteY585" fmla="*/ 1976519 h 2705100"/>
                      <a:gd name="connsiteX586" fmla="*/ 4306147 w 7191375"/>
                      <a:gd name="connsiteY586" fmla="*/ 1993664 h 2705100"/>
                      <a:gd name="connsiteX587" fmla="*/ 4334722 w 7191375"/>
                      <a:gd name="connsiteY587" fmla="*/ 2028906 h 2705100"/>
                      <a:gd name="connsiteX588" fmla="*/ 4355677 w 7191375"/>
                      <a:gd name="connsiteY588" fmla="*/ 2072721 h 2705100"/>
                      <a:gd name="connsiteX589" fmla="*/ 4381395 w 7191375"/>
                      <a:gd name="connsiteY589" fmla="*/ 2128919 h 2705100"/>
                      <a:gd name="connsiteX590" fmla="*/ 4403302 w 7191375"/>
                      <a:gd name="connsiteY590" fmla="*/ 2187021 h 2705100"/>
                      <a:gd name="connsiteX591" fmla="*/ 4420447 w 7191375"/>
                      <a:gd name="connsiteY591" fmla="*/ 2213691 h 2705100"/>
                      <a:gd name="connsiteX592" fmla="*/ 4463310 w 7191375"/>
                      <a:gd name="connsiteY592" fmla="*/ 2230836 h 2705100"/>
                      <a:gd name="connsiteX593" fmla="*/ 4508077 w 7191375"/>
                      <a:gd name="connsiteY593" fmla="*/ 2251791 h 2705100"/>
                      <a:gd name="connsiteX594" fmla="*/ 4539510 w 7191375"/>
                      <a:gd name="connsiteY594" fmla="*/ 2274651 h 2705100"/>
                      <a:gd name="connsiteX595" fmla="*/ 4549035 w 7191375"/>
                      <a:gd name="connsiteY595" fmla="*/ 2315609 h 2705100"/>
                      <a:gd name="connsiteX596" fmla="*/ 4591897 w 7191375"/>
                      <a:gd name="connsiteY596" fmla="*/ 2333706 h 2705100"/>
                      <a:gd name="connsiteX597" fmla="*/ 4630949 w 7191375"/>
                      <a:gd name="connsiteY597" fmla="*/ 2324181 h 2705100"/>
                      <a:gd name="connsiteX598" fmla="*/ 4673812 w 7191375"/>
                      <a:gd name="connsiteY598" fmla="*/ 2307036 h 2705100"/>
                      <a:gd name="connsiteX599" fmla="*/ 4709054 w 7191375"/>
                      <a:gd name="connsiteY599" fmla="*/ 2316561 h 2705100"/>
                      <a:gd name="connsiteX600" fmla="*/ 4710007 w 7191375"/>
                      <a:gd name="connsiteY600" fmla="*/ 2355614 h 2705100"/>
                      <a:gd name="connsiteX601" fmla="*/ 4686195 w 7191375"/>
                      <a:gd name="connsiteY601" fmla="*/ 2416574 h 2705100"/>
                      <a:gd name="connsiteX602" fmla="*/ 4660477 w 7191375"/>
                      <a:gd name="connsiteY602" fmla="*/ 2452769 h 2705100"/>
                      <a:gd name="connsiteX603" fmla="*/ 4639522 w 7191375"/>
                      <a:gd name="connsiteY603" fmla="*/ 2484201 h 2705100"/>
                      <a:gd name="connsiteX604" fmla="*/ 4600470 w 7191375"/>
                      <a:gd name="connsiteY604" fmla="*/ 2484201 h 2705100"/>
                      <a:gd name="connsiteX605" fmla="*/ 4564274 w 7191375"/>
                      <a:gd name="connsiteY605" fmla="*/ 2502299 h 2705100"/>
                      <a:gd name="connsiteX606" fmla="*/ 4557607 w 7191375"/>
                      <a:gd name="connsiteY606" fmla="*/ 2536589 h 2705100"/>
                      <a:gd name="connsiteX607" fmla="*/ 4560464 w 7191375"/>
                      <a:gd name="connsiteY607" fmla="*/ 2575641 h 2705100"/>
                      <a:gd name="connsiteX608" fmla="*/ 4563322 w 7191375"/>
                      <a:gd name="connsiteY608" fmla="*/ 2621361 h 2705100"/>
                      <a:gd name="connsiteX609" fmla="*/ 4600470 w 7191375"/>
                      <a:gd name="connsiteY609" fmla="*/ 2599454 h 2705100"/>
                      <a:gd name="connsiteX610" fmla="*/ 4651904 w 7191375"/>
                      <a:gd name="connsiteY610" fmla="*/ 2630886 h 2705100"/>
                      <a:gd name="connsiteX611" fmla="*/ 4753822 w 7191375"/>
                      <a:gd name="connsiteY611" fmla="*/ 2561354 h 2705100"/>
                      <a:gd name="connsiteX612" fmla="*/ 4825260 w 7191375"/>
                      <a:gd name="connsiteY612" fmla="*/ 2475629 h 2705100"/>
                      <a:gd name="connsiteX613" fmla="*/ 4890029 w 7191375"/>
                      <a:gd name="connsiteY613" fmla="*/ 2382284 h 2705100"/>
                      <a:gd name="connsiteX614" fmla="*/ 4936702 w 7191375"/>
                      <a:gd name="connsiteY614" fmla="*/ 2314656 h 2705100"/>
                      <a:gd name="connsiteX615" fmla="*/ 4964324 w 7191375"/>
                      <a:gd name="connsiteY615" fmla="*/ 2266079 h 2705100"/>
                      <a:gd name="connsiteX616" fmla="*/ 4983374 w 7191375"/>
                      <a:gd name="connsiteY616" fmla="*/ 2140349 h 2705100"/>
                      <a:gd name="connsiteX617" fmla="*/ 4991947 w 7191375"/>
                      <a:gd name="connsiteY617" fmla="*/ 2110821 h 2705100"/>
                      <a:gd name="connsiteX618" fmla="*/ 5008139 w 7191375"/>
                      <a:gd name="connsiteY618" fmla="*/ 2076531 h 2705100"/>
                      <a:gd name="connsiteX619" fmla="*/ 5015760 w 7191375"/>
                      <a:gd name="connsiteY619" fmla="*/ 2045099 h 2705100"/>
                      <a:gd name="connsiteX620" fmla="*/ 5012902 w 7191375"/>
                      <a:gd name="connsiteY620" fmla="*/ 2008904 h 2705100"/>
                      <a:gd name="connsiteX621" fmla="*/ 5017664 w 7191375"/>
                      <a:gd name="connsiteY621" fmla="*/ 1994616 h 2705100"/>
                      <a:gd name="connsiteX622" fmla="*/ 5001472 w 7191375"/>
                      <a:gd name="connsiteY622" fmla="*/ 1971756 h 2705100"/>
                      <a:gd name="connsiteX623" fmla="*/ 4974802 w 7191375"/>
                      <a:gd name="connsiteY623" fmla="*/ 1947944 h 2705100"/>
                      <a:gd name="connsiteX624" fmla="*/ 4940512 w 7191375"/>
                      <a:gd name="connsiteY624" fmla="*/ 1919369 h 2705100"/>
                      <a:gd name="connsiteX625" fmla="*/ 4923366 w 7191375"/>
                      <a:gd name="connsiteY625" fmla="*/ 1918416 h 2705100"/>
                      <a:gd name="connsiteX626" fmla="*/ 4903364 w 7191375"/>
                      <a:gd name="connsiteY626" fmla="*/ 1927941 h 2705100"/>
                      <a:gd name="connsiteX627" fmla="*/ 4893839 w 7191375"/>
                      <a:gd name="connsiteY627" fmla="*/ 1937466 h 2705100"/>
                      <a:gd name="connsiteX628" fmla="*/ 4874789 w 7191375"/>
                      <a:gd name="connsiteY628" fmla="*/ 1955564 h 2705100"/>
                      <a:gd name="connsiteX629" fmla="*/ 4850024 w 7191375"/>
                      <a:gd name="connsiteY629" fmla="*/ 1957469 h 2705100"/>
                      <a:gd name="connsiteX630" fmla="*/ 4848120 w 7191375"/>
                      <a:gd name="connsiteY630" fmla="*/ 1928894 h 2705100"/>
                      <a:gd name="connsiteX631" fmla="*/ 4851929 w 7191375"/>
                      <a:gd name="connsiteY631" fmla="*/ 1916511 h 2705100"/>
                      <a:gd name="connsiteX632" fmla="*/ 4843357 w 7191375"/>
                      <a:gd name="connsiteY632" fmla="*/ 1912701 h 2705100"/>
                      <a:gd name="connsiteX633" fmla="*/ 4819545 w 7191375"/>
                      <a:gd name="connsiteY633" fmla="*/ 1944134 h 2705100"/>
                      <a:gd name="connsiteX634" fmla="*/ 4813829 w 7191375"/>
                      <a:gd name="connsiteY634" fmla="*/ 1895556 h 2705100"/>
                      <a:gd name="connsiteX635" fmla="*/ 4813829 w 7191375"/>
                      <a:gd name="connsiteY635" fmla="*/ 1894604 h 2705100"/>
                      <a:gd name="connsiteX636" fmla="*/ 4810020 w 7191375"/>
                      <a:gd name="connsiteY636" fmla="*/ 1891746 h 2705100"/>
                      <a:gd name="connsiteX637" fmla="*/ 4763347 w 7191375"/>
                      <a:gd name="connsiteY637" fmla="*/ 1894604 h 2705100"/>
                      <a:gd name="connsiteX638" fmla="*/ 4765252 w 7191375"/>
                      <a:gd name="connsiteY638" fmla="*/ 1859361 h 2705100"/>
                      <a:gd name="connsiteX639" fmla="*/ 4785254 w 7191375"/>
                      <a:gd name="connsiteY639" fmla="*/ 1840311 h 2705100"/>
                      <a:gd name="connsiteX640" fmla="*/ 4831927 w 7191375"/>
                      <a:gd name="connsiteY640" fmla="*/ 1799354 h 2705100"/>
                      <a:gd name="connsiteX641" fmla="*/ 4843357 w 7191375"/>
                      <a:gd name="connsiteY641" fmla="*/ 1797449 h 2705100"/>
                      <a:gd name="connsiteX642" fmla="*/ 4850024 w 7191375"/>
                      <a:gd name="connsiteY642" fmla="*/ 1749824 h 2705100"/>
                      <a:gd name="connsiteX643" fmla="*/ 4927177 w 7191375"/>
                      <a:gd name="connsiteY643" fmla="*/ 1673624 h 2705100"/>
                      <a:gd name="connsiteX644" fmla="*/ 5009091 w 7191375"/>
                      <a:gd name="connsiteY644" fmla="*/ 1591709 h 2705100"/>
                      <a:gd name="connsiteX645" fmla="*/ 5137679 w 7191375"/>
                      <a:gd name="connsiteY645" fmla="*/ 1561229 h 2705100"/>
                      <a:gd name="connsiteX646" fmla="*/ 5139585 w 7191375"/>
                      <a:gd name="connsiteY646" fmla="*/ 1561229 h 2705100"/>
                      <a:gd name="connsiteX647" fmla="*/ 5215785 w 7191375"/>
                      <a:gd name="connsiteY647" fmla="*/ 1576469 h 2705100"/>
                      <a:gd name="connsiteX648" fmla="*/ 5216737 w 7191375"/>
                      <a:gd name="connsiteY648" fmla="*/ 1577421 h 2705100"/>
                      <a:gd name="connsiteX649" fmla="*/ 5266266 w 7191375"/>
                      <a:gd name="connsiteY649" fmla="*/ 1564086 h 2705100"/>
                      <a:gd name="connsiteX650" fmla="*/ 5340562 w 7191375"/>
                      <a:gd name="connsiteY650" fmla="*/ 1572659 h 2705100"/>
                      <a:gd name="connsiteX651" fmla="*/ 5359612 w 7191375"/>
                      <a:gd name="connsiteY651" fmla="*/ 1557419 h 2705100"/>
                      <a:gd name="connsiteX652" fmla="*/ 5421524 w 7191375"/>
                      <a:gd name="connsiteY652" fmla="*/ 1549799 h 2705100"/>
                      <a:gd name="connsiteX653" fmla="*/ 5454862 w 7191375"/>
                      <a:gd name="connsiteY653" fmla="*/ 1556466 h 2705100"/>
                      <a:gd name="connsiteX654" fmla="*/ 5485341 w 7191375"/>
                      <a:gd name="connsiteY654" fmla="*/ 1573611 h 2705100"/>
                      <a:gd name="connsiteX655" fmla="*/ 5477722 w 7191375"/>
                      <a:gd name="connsiteY655" fmla="*/ 1588851 h 2705100"/>
                      <a:gd name="connsiteX656" fmla="*/ 5463435 w 7191375"/>
                      <a:gd name="connsiteY656" fmla="*/ 1605044 h 2705100"/>
                      <a:gd name="connsiteX657" fmla="*/ 5508202 w 7191375"/>
                      <a:gd name="connsiteY657" fmla="*/ 1598376 h 2705100"/>
                      <a:gd name="connsiteX658" fmla="*/ 5512964 w 7191375"/>
                      <a:gd name="connsiteY658" fmla="*/ 1599329 h 2705100"/>
                      <a:gd name="connsiteX659" fmla="*/ 5560589 w 7191375"/>
                      <a:gd name="connsiteY659" fmla="*/ 1586946 h 2705100"/>
                      <a:gd name="connsiteX660" fmla="*/ 5585354 w 7191375"/>
                      <a:gd name="connsiteY660" fmla="*/ 1588851 h 2705100"/>
                      <a:gd name="connsiteX661" fmla="*/ 5631074 w 7191375"/>
                      <a:gd name="connsiteY661" fmla="*/ 1576469 h 2705100"/>
                      <a:gd name="connsiteX662" fmla="*/ 5612977 w 7191375"/>
                      <a:gd name="connsiteY662" fmla="*/ 1561229 h 2705100"/>
                      <a:gd name="connsiteX663" fmla="*/ 5610120 w 7191375"/>
                      <a:gd name="connsiteY663" fmla="*/ 1521224 h 2705100"/>
                      <a:gd name="connsiteX664" fmla="*/ 5674889 w 7191375"/>
                      <a:gd name="connsiteY664" fmla="*/ 1459311 h 2705100"/>
                      <a:gd name="connsiteX665" fmla="*/ 5707274 w 7191375"/>
                      <a:gd name="connsiteY665" fmla="*/ 1438356 h 2705100"/>
                      <a:gd name="connsiteX666" fmla="*/ 5731087 w 7191375"/>
                      <a:gd name="connsiteY666" fmla="*/ 1394541 h 2705100"/>
                      <a:gd name="connsiteX667" fmla="*/ 5803477 w 7191375"/>
                      <a:gd name="connsiteY667" fmla="*/ 1387874 h 2705100"/>
                      <a:gd name="connsiteX668" fmla="*/ 5833004 w 7191375"/>
                      <a:gd name="connsiteY668" fmla="*/ 1401209 h 2705100"/>
                      <a:gd name="connsiteX669" fmla="*/ 5865389 w 7191375"/>
                      <a:gd name="connsiteY669" fmla="*/ 1387874 h 2705100"/>
                      <a:gd name="connsiteX670" fmla="*/ 5843482 w 7191375"/>
                      <a:gd name="connsiteY670" fmla="*/ 1432641 h 2705100"/>
                      <a:gd name="connsiteX671" fmla="*/ 5868247 w 7191375"/>
                      <a:gd name="connsiteY671" fmla="*/ 1450739 h 2705100"/>
                      <a:gd name="connsiteX672" fmla="*/ 5856816 w 7191375"/>
                      <a:gd name="connsiteY672" fmla="*/ 1470741 h 2705100"/>
                      <a:gd name="connsiteX673" fmla="*/ 5910157 w 7191375"/>
                      <a:gd name="connsiteY673" fmla="*/ 1445024 h 2705100"/>
                      <a:gd name="connsiteX674" fmla="*/ 5983499 w 7191375"/>
                      <a:gd name="connsiteY674" fmla="*/ 1407876 h 2705100"/>
                      <a:gd name="connsiteX675" fmla="*/ 5993024 w 7191375"/>
                      <a:gd name="connsiteY675" fmla="*/ 1361204 h 2705100"/>
                      <a:gd name="connsiteX676" fmla="*/ 6069224 w 7191375"/>
                      <a:gd name="connsiteY676" fmla="*/ 1332629 h 2705100"/>
                      <a:gd name="connsiteX677" fmla="*/ 6068272 w 7191375"/>
                      <a:gd name="connsiteY677" fmla="*/ 1344059 h 2705100"/>
                      <a:gd name="connsiteX678" fmla="*/ 6034935 w 7191375"/>
                      <a:gd name="connsiteY678" fmla="*/ 1380254 h 2705100"/>
                      <a:gd name="connsiteX679" fmla="*/ 6027314 w 7191375"/>
                      <a:gd name="connsiteY679" fmla="*/ 1421211 h 2705100"/>
                      <a:gd name="connsiteX680" fmla="*/ 6013979 w 7191375"/>
                      <a:gd name="connsiteY680" fmla="*/ 1442166 h 2705100"/>
                      <a:gd name="connsiteX681" fmla="*/ 6000645 w 7191375"/>
                      <a:gd name="connsiteY681" fmla="*/ 1464074 h 2705100"/>
                      <a:gd name="connsiteX682" fmla="*/ 5942541 w 7191375"/>
                      <a:gd name="connsiteY682" fmla="*/ 1491696 h 2705100"/>
                      <a:gd name="connsiteX683" fmla="*/ 5906347 w 7191375"/>
                      <a:gd name="connsiteY683" fmla="*/ 1534559 h 2705100"/>
                      <a:gd name="connsiteX684" fmla="*/ 5824432 w 7191375"/>
                      <a:gd name="connsiteY684" fmla="*/ 1615521 h 2705100"/>
                      <a:gd name="connsiteX685" fmla="*/ 5752041 w 7191375"/>
                      <a:gd name="connsiteY685" fmla="*/ 1668861 h 2705100"/>
                      <a:gd name="connsiteX686" fmla="*/ 5711085 w 7191375"/>
                      <a:gd name="connsiteY686" fmla="*/ 1678386 h 2705100"/>
                      <a:gd name="connsiteX687" fmla="*/ 5695845 w 7191375"/>
                      <a:gd name="connsiteY687" fmla="*/ 1736489 h 2705100"/>
                      <a:gd name="connsiteX688" fmla="*/ 5691082 w 7191375"/>
                      <a:gd name="connsiteY688" fmla="*/ 1743156 h 2705100"/>
                      <a:gd name="connsiteX689" fmla="*/ 5692035 w 7191375"/>
                      <a:gd name="connsiteY689" fmla="*/ 1754586 h 2705100"/>
                      <a:gd name="connsiteX690" fmla="*/ 5719657 w 7191375"/>
                      <a:gd name="connsiteY690" fmla="*/ 1807926 h 2705100"/>
                      <a:gd name="connsiteX691" fmla="*/ 5686320 w 7191375"/>
                      <a:gd name="connsiteY691" fmla="*/ 2051766 h 2705100"/>
                      <a:gd name="connsiteX692" fmla="*/ 5686320 w 7191375"/>
                      <a:gd name="connsiteY692" fmla="*/ 2052719 h 2705100"/>
                      <a:gd name="connsiteX693" fmla="*/ 5692987 w 7191375"/>
                      <a:gd name="connsiteY693" fmla="*/ 2104154 h 2705100"/>
                      <a:gd name="connsiteX694" fmla="*/ 5704416 w 7191375"/>
                      <a:gd name="connsiteY694" fmla="*/ 2138444 h 2705100"/>
                      <a:gd name="connsiteX695" fmla="*/ 5751089 w 7191375"/>
                      <a:gd name="connsiteY695" fmla="*/ 2095581 h 2705100"/>
                      <a:gd name="connsiteX696" fmla="*/ 5772997 w 7191375"/>
                      <a:gd name="connsiteY696" fmla="*/ 2067959 h 2705100"/>
                      <a:gd name="connsiteX697" fmla="*/ 5782522 w 7191375"/>
                      <a:gd name="connsiteY697" fmla="*/ 2019381 h 2705100"/>
                      <a:gd name="connsiteX698" fmla="*/ 5813002 w 7191375"/>
                      <a:gd name="connsiteY698" fmla="*/ 1997474 h 2705100"/>
                      <a:gd name="connsiteX699" fmla="*/ 5833004 w 7191375"/>
                      <a:gd name="connsiteY699" fmla="*/ 1991759 h 2705100"/>
                      <a:gd name="connsiteX700" fmla="*/ 5849197 w 7191375"/>
                      <a:gd name="connsiteY700" fmla="*/ 1977471 h 2705100"/>
                      <a:gd name="connsiteX701" fmla="*/ 5841577 w 7191375"/>
                      <a:gd name="connsiteY701" fmla="*/ 1949849 h 2705100"/>
                      <a:gd name="connsiteX702" fmla="*/ 5842529 w 7191375"/>
                      <a:gd name="connsiteY702" fmla="*/ 1942229 h 2705100"/>
                      <a:gd name="connsiteX703" fmla="*/ 5847291 w 7191375"/>
                      <a:gd name="connsiteY703" fmla="*/ 1882221 h 2705100"/>
                      <a:gd name="connsiteX704" fmla="*/ 5920635 w 7191375"/>
                      <a:gd name="connsiteY704" fmla="*/ 1836501 h 2705100"/>
                      <a:gd name="connsiteX705" fmla="*/ 5947304 w 7191375"/>
                      <a:gd name="connsiteY705" fmla="*/ 1802211 h 2705100"/>
                      <a:gd name="connsiteX706" fmla="*/ 5960639 w 7191375"/>
                      <a:gd name="connsiteY706" fmla="*/ 1790781 h 2705100"/>
                      <a:gd name="connsiteX707" fmla="*/ 5994929 w 7191375"/>
                      <a:gd name="connsiteY707" fmla="*/ 1788876 h 2705100"/>
                      <a:gd name="connsiteX708" fmla="*/ 5973974 w 7191375"/>
                      <a:gd name="connsiteY708" fmla="*/ 1757444 h 2705100"/>
                      <a:gd name="connsiteX709" fmla="*/ 5983499 w 7191375"/>
                      <a:gd name="connsiteY709" fmla="*/ 1704104 h 2705100"/>
                      <a:gd name="connsiteX710" fmla="*/ 5982547 w 7191375"/>
                      <a:gd name="connsiteY710" fmla="*/ 1678386 h 2705100"/>
                      <a:gd name="connsiteX711" fmla="*/ 5953972 w 7191375"/>
                      <a:gd name="connsiteY711" fmla="*/ 1680291 h 2705100"/>
                      <a:gd name="connsiteX712" fmla="*/ 5949210 w 7191375"/>
                      <a:gd name="connsiteY712" fmla="*/ 1630761 h 2705100"/>
                      <a:gd name="connsiteX713" fmla="*/ 5986357 w 7191375"/>
                      <a:gd name="connsiteY713" fmla="*/ 1588851 h 2705100"/>
                      <a:gd name="connsiteX714" fmla="*/ 6019695 w 7191375"/>
                      <a:gd name="connsiteY714" fmla="*/ 1528844 h 2705100"/>
                      <a:gd name="connsiteX715" fmla="*/ 6057795 w 7191375"/>
                      <a:gd name="connsiteY715" fmla="*/ 1526939 h 2705100"/>
                      <a:gd name="connsiteX716" fmla="*/ 6074939 w 7191375"/>
                      <a:gd name="connsiteY716" fmla="*/ 1535511 h 2705100"/>
                      <a:gd name="connsiteX717" fmla="*/ 6119707 w 7191375"/>
                      <a:gd name="connsiteY717" fmla="*/ 1489791 h 2705100"/>
                      <a:gd name="connsiteX718" fmla="*/ 6128279 w 7191375"/>
                      <a:gd name="connsiteY718" fmla="*/ 1508841 h 2705100"/>
                      <a:gd name="connsiteX719" fmla="*/ 6157807 w 7191375"/>
                      <a:gd name="connsiteY719" fmla="*/ 1516461 h 2705100"/>
                      <a:gd name="connsiteX720" fmla="*/ 6170189 w 7191375"/>
                      <a:gd name="connsiteY720" fmla="*/ 1506936 h 2705100"/>
                      <a:gd name="connsiteX721" fmla="*/ 6280679 w 7191375"/>
                      <a:gd name="connsiteY721" fmla="*/ 1497411 h 2705100"/>
                      <a:gd name="connsiteX722" fmla="*/ 6294966 w 7191375"/>
                      <a:gd name="connsiteY722" fmla="*/ 1510746 h 2705100"/>
                      <a:gd name="connsiteX723" fmla="*/ 6365452 w 7191375"/>
                      <a:gd name="connsiteY723" fmla="*/ 1462169 h 2705100"/>
                      <a:gd name="connsiteX724" fmla="*/ 6522614 w 7191375"/>
                      <a:gd name="connsiteY724" fmla="*/ 1386921 h 2705100"/>
                      <a:gd name="connsiteX725" fmla="*/ 6614054 w 7191375"/>
                      <a:gd name="connsiteY725" fmla="*/ 1338344 h 2705100"/>
                      <a:gd name="connsiteX726" fmla="*/ 6632152 w 7191375"/>
                      <a:gd name="connsiteY726" fmla="*/ 1334534 h 2705100"/>
                      <a:gd name="connsiteX727" fmla="*/ 6671204 w 7191375"/>
                      <a:gd name="connsiteY727" fmla="*/ 1345011 h 2705100"/>
                      <a:gd name="connsiteX728" fmla="*/ 6719782 w 7191375"/>
                      <a:gd name="connsiteY728" fmla="*/ 1341201 h 2705100"/>
                      <a:gd name="connsiteX729" fmla="*/ 6726449 w 7191375"/>
                      <a:gd name="connsiteY729" fmla="*/ 1322151 h 2705100"/>
                      <a:gd name="connsiteX730" fmla="*/ 6705495 w 7191375"/>
                      <a:gd name="connsiteY730" fmla="*/ 1317389 h 2705100"/>
                      <a:gd name="connsiteX731" fmla="*/ 6672157 w 7191375"/>
                      <a:gd name="connsiteY731" fmla="*/ 1285004 h 2705100"/>
                      <a:gd name="connsiteX732" fmla="*/ 6626437 w 7191375"/>
                      <a:gd name="connsiteY732" fmla="*/ 1230711 h 2705100"/>
                      <a:gd name="connsiteX733" fmla="*/ 6633104 w 7191375"/>
                      <a:gd name="connsiteY733" fmla="*/ 1175466 h 2705100"/>
                      <a:gd name="connsiteX734" fmla="*/ 6623579 w 7191375"/>
                      <a:gd name="connsiteY734" fmla="*/ 1177371 h 2705100"/>
                      <a:gd name="connsiteX735" fmla="*/ 6586432 w 7191375"/>
                      <a:gd name="connsiteY735" fmla="*/ 1168799 h 2705100"/>
                      <a:gd name="connsiteX736" fmla="*/ 6630247 w 7191375"/>
                      <a:gd name="connsiteY736" fmla="*/ 1155464 h 2705100"/>
                      <a:gd name="connsiteX737" fmla="*/ 6644535 w 7191375"/>
                      <a:gd name="connsiteY737" fmla="*/ 1166894 h 2705100"/>
                      <a:gd name="connsiteX738" fmla="*/ 6667395 w 7191375"/>
                      <a:gd name="connsiteY738" fmla="*/ 1162131 h 2705100"/>
                      <a:gd name="connsiteX739" fmla="*/ 6695970 w 7191375"/>
                      <a:gd name="connsiteY739" fmla="*/ 1140224 h 2705100"/>
                      <a:gd name="connsiteX740" fmla="*/ 6765502 w 7191375"/>
                      <a:gd name="connsiteY740" fmla="*/ 1132604 h 2705100"/>
                      <a:gd name="connsiteX741" fmla="*/ 6775027 w 7191375"/>
                      <a:gd name="connsiteY741" fmla="*/ 1118316 h 2705100"/>
                      <a:gd name="connsiteX742" fmla="*/ 6767407 w 7191375"/>
                      <a:gd name="connsiteY742" fmla="*/ 1089741 h 2705100"/>
                      <a:gd name="connsiteX743" fmla="*/ 6770264 w 7191375"/>
                      <a:gd name="connsiteY743" fmla="*/ 1066881 h 2705100"/>
                      <a:gd name="connsiteX744" fmla="*/ 6786457 w 7191375"/>
                      <a:gd name="connsiteY744" fmla="*/ 1051641 h 2705100"/>
                      <a:gd name="connsiteX745" fmla="*/ 6810270 w 7191375"/>
                      <a:gd name="connsiteY745" fmla="*/ 1050689 h 2705100"/>
                      <a:gd name="connsiteX746" fmla="*/ 6804554 w 7191375"/>
                      <a:gd name="connsiteY746" fmla="*/ 1076406 h 2705100"/>
                      <a:gd name="connsiteX747" fmla="*/ 6819795 w 7191375"/>
                      <a:gd name="connsiteY747" fmla="*/ 1108791 h 2705100"/>
                      <a:gd name="connsiteX748" fmla="*/ 6865514 w 7191375"/>
                      <a:gd name="connsiteY748" fmla="*/ 1109744 h 2705100"/>
                      <a:gd name="connsiteX749" fmla="*/ 6935047 w 7191375"/>
                      <a:gd name="connsiteY749" fmla="*/ 1134509 h 2705100"/>
                      <a:gd name="connsiteX750" fmla="*/ 6946477 w 7191375"/>
                      <a:gd name="connsiteY750" fmla="*/ 1159274 h 2705100"/>
                      <a:gd name="connsiteX751" fmla="*/ 6996007 w 7191375"/>
                      <a:gd name="connsiteY751" fmla="*/ 1170704 h 2705100"/>
                      <a:gd name="connsiteX752" fmla="*/ 7030297 w 7191375"/>
                      <a:gd name="connsiteY752" fmla="*/ 1205946 h 2705100"/>
                      <a:gd name="connsiteX753" fmla="*/ 7033154 w 7191375"/>
                      <a:gd name="connsiteY753" fmla="*/ 1204994 h 2705100"/>
                      <a:gd name="connsiteX754" fmla="*/ 7059824 w 7191375"/>
                      <a:gd name="connsiteY754" fmla="*/ 1207851 h 2705100"/>
                      <a:gd name="connsiteX755" fmla="*/ 7083637 w 7191375"/>
                      <a:gd name="connsiteY755" fmla="*/ 1202136 h 2705100"/>
                      <a:gd name="connsiteX756" fmla="*/ 7063635 w 7191375"/>
                      <a:gd name="connsiteY756" fmla="*/ 1176419 h 2705100"/>
                      <a:gd name="connsiteX757" fmla="*/ 7085541 w 7191375"/>
                      <a:gd name="connsiteY757" fmla="*/ 1182134 h 2705100"/>
                      <a:gd name="connsiteX758" fmla="*/ 7090304 w 7191375"/>
                      <a:gd name="connsiteY758" fmla="*/ 1159274 h 2705100"/>
                      <a:gd name="connsiteX759" fmla="*/ 7083637 w 7191375"/>
                      <a:gd name="connsiteY759" fmla="*/ 1111649 h 2705100"/>
                      <a:gd name="connsiteX760" fmla="*/ 7096972 w 7191375"/>
                      <a:gd name="connsiteY760" fmla="*/ 1105934 h 2705100"/>
                      <a:gd name="connsiteX761" fmla="*/ 7146502 w 7191375"/>
                      <a:gd name="connsiteY761" fmla="*/ 1117364 h 2705100"/>
                      <a:gd name="connsiteX762" fmla="*/ 7136024 w 7191375"/>
                      <a:gd name="connsiteY762" fmla="*/ 1104029 h 2705100"/>
                      <a:gd name="connsiteX763" fmla="*/ 7145549 w 7191375"/>
                      <a:gd name="connsiteY763" fmla="*/ 1100219 h 2705100"/>
                      <a:gd name="connsiteX764" fmla="*/ 7169362 w 7191375"/>
                      <a:gd name="connsiteY764" fmla="*/ 1103076 h 2705100"/>
                      <a:gd name="connsiteX765" fmla="*/ 7192222 w 7191375"/>
                      <a:gd name="connsiteY765" fmla="*/ 1077359 h 2705100"/>
                      <a:gd name="connsiteX766" fmla="*/ 7195079 w 7191375"/>
                      <a:gd name="connsiteY766" fmla="*/ 1077359 h 2705100"/>
                      <a:gd name="connsiteX767" fmla="*/ 6997912 w 7191375"/>
                      <a:gd name="connsiteY767" fmla="*/ 973536 h 2705100"/>
                      <a:gd name="connsiteX768" fmla="*/ 3551766 w 7191375"/>
                      <a:gd name="connsiteY768" fmla="*/ 1980329 h 2705100"/>
                      <a:gd name="connsiteX769" fmla="*/ 3440324 w 7191375"/>
                      <a:gd name="connsiteY769" fmla="*/ 2054624 h 2705100"/>
                      <a:gd name="connsiteX770" fmla="*/ 3342216 w 7191375"/>
                      <a:gd name="connsiteY770" fmla="*/ 2086056 h 2705100"/>
                      <a:gd name="connsiteX771" fmla="*/ 3426989 w 7191375"/>
                      <a:gd name="connsiteY771" fmla="*/ 2028906 h 2705100"/>
                      <a:gd name="connsiteX772" fmla="*/ 3545099 w 7191375"/>
                      <a:gd name="connsiteY772" fmla="*/ 1907939 h 2705100"/>
                      <a:gd name="connsiteX773" fmla="*/ 3602249 w 7191375"/>
                      <a:gd name="connsiteY773" fmla="*/ 1810784 h 2705100"/>
                      <a:gd name="connsiteX774" fmla="*/ 3551766 w 7191375"/>
                      <a:gd name="connsiteY774" fmla="*/ 1980329 h 270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Lst>
                    <a:rect l="l" t="t" r="r" b="b"/>
                    <a:pathLst>
                      <a:path w="7191375" h="2705100">
                        <a:moveTo>
                          <a:pt x="6997912" y="973536"/>
                        </a:moveTo>
                        <a:cubicBezTo>
                          <a:pt x="6995054" y="974489"/>
                          <a:pt x="6993149" y="976394"/>
                          <a:pt x="6992197" y="978299"/>
                        </a:cubicBezTo>
                        <a:cubicBezTo>
                          <a:pt x="6991245" y="987824"/>
                          <a:pt x="7004579" y="988776"/>
                          <a:pt x="7012199" y="1000206"/>
                        </a:cubicBezTo>
                        <a:cubicBezTo>
                          <a:pt x="7019820" y="1011636"/>
                          <a:pt x="7001722" y="1017351"/>
                          <a:pt x="7005532" y="1030686"/>
                        </a:cubicBezTo>
                        <a:cubicBezTo>
                          <a:pt x="7009341" y="1043069"/>
                          <a:pt x="6985529" y="1024019"/>
                          <a:pt x="6977910" y="1017351"/>
                        </a:cubicBezTo>
                        <a:cubicBezTo>
                          <a:pt x="6969337" y="1010684"/>
                          <a:pt x="6973147" y="983061"/>
                          <a:pt x="6976004" y="968774"/>
                        </a:cubicBezTo>
                        <a:cubicBezTo>
                          <a:pt x="6976004" y="967821"/>
                          <a:pt x="6976004" y="966869"/>
                          <a:pt x="6976004" y="965916"/>
                        </a:cubicBezTo>
                        <a:cubicBezTo>
                          <a:pt x="6960764" y="959249"/>
                          <a:pt x="6950287" y="944961"/>
                          <a:pt x="6946477" y="929721"/>
                        </a:cubicBezTo>
                        <a:cubicBezTo>
                          <a:pt x="6946477" y="929721"/>
                          <a:pt x="6945524" y="928769"/>
                          <a:pt x="6944572" y="928769"/>
                        </a:cubicBezTo>
                        <a:cubicBezTo>
                          <a:pt x="6930285" y="926864"/>
                          <a:pt x="6915997" y="925911"/>
                          <a:pt x="6904566" y="924006"/>
                        </a:cubicBezTo>
                        <a:cubicBezTo>
                          <a:pt x="6871229" y="920196"/>
                          <a:pt x="6835035" y="919244"/>
                          <a:pt x="6802649" y="909719"/>
                        </a:cubicBezTo>
                        <a:cubicBezTo>
                          <a:pt x="6767407" y="899241"/>
                          <a:pt x="6762645" y="862094"/>
                          <a:pt x="6776932" y="839234"/>
                        </a:cubicBezTo>
                        <a:cubicBezTo>
                          <a:pt x="6762645" y="834471"/>
                          <a:pt x="6746452" y="829709"/>
                          <a:pt x="6737879" y="820184"/>
                        </a:cubicBezTo>
                        <a:cubicBezTo>
                          <a:pt x="6720735" y="801134"/>
                          <a:pt x="6646439" y="766844"/>
                          <a:pt x="6614054" y="764939"/>
                        </a:cubicBezTo>
                        <a:cubicBezTo>
                          <a:pt x="6589289" y="763034"/>
                          <a:pt x="6588337" y="751604"/>
                          <a:pt x="6580716" y="747794"/>
                        </a:cubicBezTo>
                        <a:cubicBezTo>
                          <a:pt x="6575954" y="749699"/>
                          <a:pt x="6571191" y="751604"/>
                          <a:pt x="6565477" y="752556"/>
                        </a:cubicBezTo>
                        <a:cubicBezTo>
                          <a:pt x="6502612" y="763034"/>
                          <a:pt x="6438795" y="771606"/>
                          <a:pt x="6378787" y="747794"/>
                        </a:cubicBezTo>
                        <a:cubicBezTo>
                          <a:pt x="6365452" y="743031"/>
                          <a:pt x="6354022" y="733506"/>
                          <a:pt x="6348307" y="723029"/>
                        </a:cubicBezTo>
                        <a:cubicBezTo>
                          <a:pt x="6337829" y="721124"/>
                          <a:pt x="6330210" y="721124"/>
                          <a:pt x="6327352" y="723981"/>
                        </a:cubicBezTo>
                        <a:cubicBezTo>
                          <a:pt x="6317827" y="735411"/>
                          <a:pt x="6322589" y="751604"/>
                          <a:pt x="6313064" y="754461"/>
                        </a:cubicBezTo>
                        <a:cubicBezTo>
                          <a:pt x="6303539" y="757319"/>
                          <a:pt x="6313064" y="771606"/>
                          <a:pt x="6334972" y="792561"/>
                        </a:cubicBezTo>
                        <a:cubicBezTo>
                          <a:pt x="6356879" y="813516"/>
                          <a:pt x="6343545" y="829709"/>
                          <a:pt x="6323541" y="839234"/>
                        </a:cubicBezTo>
                        <a:cubicBezTo>
                          <a:pt x="6303539" y="848759"/>
                          <a:pt x="6272107" y="830661"/>
                          <a:pt x="6262582" y="814469"/>
                        </a:cubicBezTo>
                        <a:cubicBezTo>
                          <a:pt x="6253057" y="798276"/>
                          <a:pt x="6227339" y="804944"/>
                          <a:pt x="6219720" y="784941"/>
                        </a:cubicBezTo>
                        <a:cubicBezTo>
                          <a:pt x="6172095" y="807801"/>
                          <a:pt x="6114945" y="803991"/>
                          <a:pt x="6065414" y="786846"/>
                        </a:cubicBezTo>
                        <a:cubicBezTo>
                          <a:pt x="6043507" y="779226"/>
                          <a:pt x="6017789" y="771606"/>
                          <a:pt x="5993024" y="761129"/>
                        </a:cubicBezTo>
                        <a:cubicBezTo>
                          <a:pt x="5960639" y="763034"/>
                          <a:pt x="5927302" y="767796"/>
                          <a:pt x="5921587" y="771606"/>
                        </a:cubicBezTo>
                        <a:cubicBezTo>
                          <a:pt x="5910157" y="780179"/>
                          <a:pt x="5918729" y="813516"/>
                          <a:pt x="5912062" y="816374"/>
                        </a:cubicBezTo>
                        <a:cubicBezTo>
                          <a:pt x="5906347" y="819231"/>
                          <a:pt x="5900632" y="778274"/>
                          <a:pt x="5900632" y="770654"/>
                        </a:cubicBezTo>
                        <a:cubicBezTo>
                          <a:pt x="5900632" y="763034"/>
                          <a:pt x="5887297" y="757319"/>
                          <a:pt x="5866341" y="757319"/>
                        </a:cubicBezTo>
                        <a:cubicBezTo>
                          <a:pt x="5846339" y="757319"/>
                          <a:pt x="5833957" y="756366"/>
                          <a:pt x="5842529" y="747794"/>
                        </a:cubicBezTo>
                        <a:cubicBezTo>
                          <a:pt x="5851102" y="738269"/>
                          <a:pt x="5834910" y="729696"/>
                          <a:pt x="5850149" y="717314"/>
                        </a:cubicBezTo>
                        <a:cubicBezTo>
                          <a:pt x="5853960" y="714456"/>
                          <a:pt x="5853960" y="709694"/>
                          <a:pt x="5852054" y="703979"/>
                        </a:cubicBezTo>
                        <a:cubicBezTo>
                          <a:pt x="5821574" y="688739"/>
                          <a:pt x="5793952" y="681119"/>
                          <a:pt x="5758710" y="677309"/>
                        </a:cubicBezTo>
                        <a:cubicBezTo>
                          <a:pt x="5705370" y="670641"/>
                          <a:pt x="5652982" y="663021"/>
                          <a:pt x="5600595" y="652544"/>
                        </a:cubicBezTo>
                        <a:cubicBezTo>
                          <a:pt x="5572972" y="657306"/>
                          <a:pt x="5530110" y="655401"/>
                          <a:pt x="5508202" y="656354"/>
                        </a:cubicBezTo>
                        <a:cubicBezTo>
                          <a:pt x="5483437" y="657306"/>
                          <a:pt x="5503439" y="645876"/>
                          <a:pt x="5496772" y="633494"/>
                        </a:cubicBezTo>
                        <a:cubicBezTo>
                          <a:pt x="5494866" y="630636"/>
                          <a:pt x="5491057" y="627779"/>
                          <a:pt x="5487247" y="624921"/>
                        </a:cubicBezTo>
                        <a:cubicBezTo>
                          <a:pt x="5480579" y="623016"/>
                          <a:pt x="5472960" y="621111"/>
                          <a:pt x="5466291" y="618254"/>
                        </a:cubicBezTo>
                        <a:cubicBezTo>
                          <a:pt x="5461529" y="617301"/>
                          <a:pt x="5457720" y="615396"/>
                          <a:pt x="5454862" y="612539"/>
                        </a:cubicBezTo>
                        <a:cubicBezTo>
                          <a:pt x="5449147" y="611586"/>
                          <a:pt x="5444385" y="612539"/>
                          <a:pt x="5442479" y="615396"/>
                        </a:cubicBezTo>
                        <a:cubicBezTo>
                          <a:pt x="5436764" y="625874"/>
                          <a:pt x="5425335" y="615396"/>
                          <a:pt x="5425335" y="607776"/>
                        </a:cubicBezTo>
                        <a:cubicBezTo>
                          <a:pt x="5425335" y="600156"/>
                          <a:pt x="5385329" y="584916"/>
                          <a:pt x="5370089" y="587774"/>
                        </a:cubicBezTo>
                        <a:cubicBezTo>
                          <a:pt x="5354849" y="591584"/>
                          <a:pt x="5347229" y="572534"/>
                          <a:pt x="5365327" y="572534"/>
                        </a:cubicBezTo>
                        <a:cubicBezTo>
                          <a:pt x="5383424" y="572534"/>
                          <a:pt x="5414857" y="576344"/>
                          <a:pt x="5401522" y="554436"/>
                        </a:cubicBezTo>
                        <a:cubicBezTo>
                          <a:pt x="5390091" y="555389"/>
                          <a:pt x="5378662" y="554436"/>
                          <a:pt x="5366279" y="552531"/>
                        </a:cubicBezTo>
                        <a:cubicBezTo>
                          <a:pt x="5354849" y="557294"/>
                          <a:pt x="5338657" y="564914"/>
                          <a:pt x="5332941" y="566819"/>
                        </a:cubicBezTo>
                        <a:cubicBezTo>
                          <a:pt x="5299604" y="578249"/>
                          <a:pt x="5277697" y="554436"/>
                          <a:pt x="5274839" y="527766"/>
                        </a:cubicBezTo>
                        <a:cubicBezTo>
                          <a:pt x="5266266" y="527766"/>
                          <a:pt x="5260552" y="527766"/>
                          <a:pt x="5258647" y="528719"/>
                        </a:cubicBezTo>
                        <a:cubicBezTo>
                          <a:pt x="5247216" y="532529"/>
                          <a:pt x="5257695" y="548721"/>
                          <a:pt x="5232929" y="575391"/>
                        </a:cubicBezTo>
                        <a:cubicBezTo>
                          <a:pt x="5207212" y="601109"/>
                          <a:pt x="5182447" y="583964"/>
                          <a:pt x="5186257" y="571581"/>
                        </a:cubicBezTo>
                        <a:cubicBezTo>
                          <a:pt x="5189114" y="559199"/>
                          <a:pt x="5220547" y="561104"/>
                          <a:pt x="5220547" y="548721"/>
                        </a:cubicBezTo>
                        <a:cubicBezTo>
                          <a:pt x="5220547" y="536339"/>
                          <a:pt x="5177685" y="543006"/>
                          <a:pt x="5171016" y="532529"/>
                        </a:cubicBezTo>
                        <a:cubicBezTo>
                          <a:pt x="5169112" y="529671"/>
                          <a:pt x="5169112" y="525861"/>
                          <a:pt x="5171016" y="523956"/>
                        </a:cubicBezTo>
                        <a:cubicBezTo>
                          <a:pt x="5149110" y="525861"/>
                          <a:pt x="5132916" y="510621"/>
                          <a:pt x="5128154" y="491571"/>
                        </a:cubicBezTo>
                        <a:cubicBezTo>
                          <a:pt x="5108152" y="488714"/>
                          <a:pt x="5089102" y="486809"/>
                          <a:pt x="5075766" y="487761"/>
                        </a:cubicBezTo>
                        <a:cubicBezTo>
                          <a:pt x="5042429" y="491571"/>
                          <a:pt x="5027189" y="474426"/>
                          <a:pt x="5009091" y="472521"/>
                        </a:cubicBezTo>
                        <a:cubicBezTo>
                          <a:pt x="4990995" y="471569"/>
                          <a:pt x="4990995" y="482999"/>
                          <a:pt x="4999566" y="494429"/>
                        </a:cubicBezTo>
                        <a:cubicBezTo>
                          <a:pt x="5008139" y="505859"/>
                          <a:pt x="4981470" y="512526"/>
                          <a:pt x="4960514" y="509669"/>
                        </a:cubicBezTo>
                        <a:cubicBezTo>
                          <a:pt x="4955752" y="508716"/>
                          <a:pt x="4950989" y="508716"/>
                          <a:pt x="4945274" y="509669"/>
                        </a:cubicBezTo>
                        <a:cubicBezTo>
                          <a:pt x="4946227" y="513479"/>
                          <a:pt x="4946227" y="516336"/>
                          <a:pt x="4947179" y="520146"/>
                        </a:cubicBezTo>
                        <a:cubicBezTo>
                          <a:pt x="4949085" y="525861"/>
                          <a:pt x="4950037" y="532529"/>
                          <a:pt x="4950989" y="538244"/>
                        </a:cubicBezTo>
                        <a:cubicBezTo>
                          <a:pt x="4951941" y="538244"/>
                          <a:pt x="4953847" y="538244"/>
                          <a:pt x="4954799" y="539196"/>
                        </a:cubicBezTo>
                        <a:cubicBezTo>
                          <a:pt x="4958610" y="541101"/>
                          <a:pt x="4955752" y="543959"/>
                          <a:pt x="4951941" y="546816"/>
                        </a:cubicBezTo>
                        <a:cubicBezTo>
                          <a:pt x="4952895" y="555389"/>
                          <a:pt x="4951941" y="563009"/>
                          <a:pt x="4950989" y="570629"/>
                        </a:cubicBezTo>
                        <a:cubicBezTo>
                          <a:pt x="4957657" y="579201"/>
                          <a:pt x="4956704" y="590631"/>
                          <a:pt x="4956704" y="596346"/>
                        </a:cubicBezTo>
                        <a:cubicBezTo>
                          <a:pt x="4957657" y="603014"/>
                          <a:pt x="4941464" y="606824"/>
                          <a:pt x="4929082" y="602061"/>
                        </a:cubicBezTo>
                        <a:cubicBezTo>
                          <a:pt x="4924320" y="605871"/>
                          <a:pt x="4918604" y="608729"/>
                          <a:pt x="4910985" y="611586"/>
                        </a:cubicBezTo>
                        <a:cubicBezTo>
                          <a:pt x="4901460" y="615396"/>
                          <a:pt x="4891935" y="615396"/>
                          <a:pt x="4883362" y="615396"/>
                        </a:cubicBezTo>
                        <a:cubicBezTo>
                          <a:pt x="4882410" y="619206"/>
                          <a:pt x="4877647" y="622064"/>
                          <a:pt x="4866216" y="623016"/>
                        </a:cubicBezTo>
                        <a:cubicBezTo>
                          <a:pt x="4851929" y="624921"/>
                          <a:pt x="4847166" y="617301"/>
                          <a:pt x="4844310" y="609681"/>
                        </a:cubicBezTo>
                        <a:cubicBezTo>
                          <a:pt x="4836689" y="619206"/>
                          <a:pt x="4824307" y="624921"/>
                          <a:pt x="4808114" y="624921"/>
                        </a:cubicBezTo>
                        <a:cubicBezTo>
                          <a:pt x="4788112" y="624921"/>
                          <a:pt x="4768110" y="623016"/>
                          <a:pt x="4749060" y="620159"/>
                        </a:cubicBezTo>
                        <a:cubicBezTo>
                          <a:pt x="4730962" y="623016"/>
                          <a:pt x="4712864" y="623016"/>
                          <a:pt x="4691910" y="616349"/>
                        </a:cubicBezTo>
                        <a:cubicBezTo>
                          <a:pt x="4686195" y="614444"/>
                          <a:pt x="4680479" y="612539"/>
                          <a:pt x="4675716" y="609681"/>
                        </a:cubicBezTo>
                        <a:cubicBezTo>
                          <a:pt x="4670954" y="608729"/>
                          <a:pt x="4666191" y="607776"/>
                          <a:pt x="4661429" y="607776"/>
                        </a:cubicBezTo>
                        <a:cubicBezTo>
                          <a:pt x="4644285" y="604919"/>
                          <a:pt x="4627139" y="603966"/>
                          <a:pt x="4609995" y="603014"/>
                        </a:cubicBezTo>
                        <a:cubicBezTo>
                          <a:pt x="4606185" y="614444"/>
                          <a:pt x="4603327" y="624921"/>
                          <a:pt x="4596660" y="626826"/>
                        </a:cubicBezTo>
                        <a:cubicBezTo>
                          <a:pt x="4585229" y="628731"/>
                          <a:pt x="4580466" y="656354"/>
                          <a:pt x="4569037" y="663974"/>
                        </a:cubicBezTo>
                        <a:cubicBezTo>
                          <a:pt x="4557607" y="670641"/>
                          <a:pt x="4556654" y="653496"/>
                          <a:pt x="4541414" y="654449"/>
                        </a:cubicBezTo>
                        <a:cubicBezTo>
                          <a:pt x="4526174" y="655401"/>
                          <a:pt x="4477597" y="604919"/>
                          <a:pt x="4475691" y="590631"/>
                        </a:cubicBezTo>
                        <a:cubicBezTo>
                          <a:pt x="4472835" y="575391"/>
                          <a:pt x="4443307" y="547769"/>
                          <a:pt x="4435687" y="542054"/>
                        </a:cubicBezTo>
                        <a:cubicBezTo>
                          <a:pt x="4428066" y="536339"/>
                          <a:pt x="4443307" y="533481"/>
                          <a:pt x="4453785" y="543006"/>
                        </a:cubicBezTo>
                        <a:cubicBezTo>
                          <a:pt x="4463310" y="552531"/>
                          <a:pt x="4475691" y="552531"/>
                          <a:pt x="4486170" y="546816"/>
                        </a:cubicBezTo>
                        <a:cubicBezTo>
                          <a:pt x="4489979" y="544911"/>
                          <a:pt x="4491885" y="540149"/>
                          <a:pt x="4491885" y="534434"/>
                        </a:cubicBezTo>
                        <a:cubicBezTo>
                          <a:pt x="4479502" y="526814"/>
                          <a:pt x="4469024" y="518241"/>
                          <a:pt x="4459499" y="506811"/>
                        </a:cubicBezTo>
                        <a:cubicBezTo>
                          <a:pt x="4449022" y="495381"/>
                          <a:pt x="4441402" y="484904"/>
                          <a:pt x="4432829" y="474426"/>
                        </a:cubicBezTo>
                        <a:cubicBezTo>
                          <a:pt x="4429020" y="469664"/>
                          <a:pt x="4425210" y="465854"/>
                          <a:pt x="4420447" y="461091"/>
                        </a:cubicBezTo>
                        <a:cubicBezTo>
                          <a:pt x="4403302" y="476331"/>
                          <a:pt x="4375679" y="482046"/>
                          <a:pt x="4353772" y="462044"/>
                        </a:cubicBezTo>
                        <a:cubicBezTo>
                          <a:pt x="4318529" y="430611"/>
                          <a:pt x="4267095" y="422991"/>
                          <a:pt x="4218516" y="417276"/>
                        </a:cubicBezTo>
                        <a:cubicBezTo>
                          <a:pt x="4218516" y="419181"/>
                          <a:pt x="4219470" y="420134"/>
                          <a:pt x="4220422" y="422039"/>
                        </a:cubicBezTo>
                        <a:cubicBezTo>
                          <a:pt x="4228041" y="440136"/>
                          <a:pt x="4221374" y="442994"/>
                          <a:pt x="4219470" y="458234"/>
                        </a:cubicBezTo>
                        <a:cubicBezTo>
                          <a:pt x="4218516" y="473474"/>
                          <a:pt x="4209945" y="466806"/>
                          <a:pt x="4193752" y="460139"/>
                        </a:cubicBezTo>
                        <a:cubicBezTo>
                          <a:pt x="4176607" y="453471"/>
                          <a:pt x="4176607" y="475379"/>
                          <a:pt x="4140412" y="465854"/>
                        </a:cubicBezTo>
                        <a:cubicBezTo>
                          <a:pt x="4137554" y="464901"/>
                          <a:pt x="4135649" y="464901"/>
                          <a:pt x="4132791" y="463949"/>
                        </a:cubicBezTo>
                        <a:cubicBezTo>
                          <a:pt x="4128029" y="465854"/>
                          <a:pt x="4123266" y="465854"/>
                          <a:pt x="4118504" y="465854"/>
                        </a:cubicBezTo>
                        <a:cubicBezTo>
                          <a:pt x="4098502" y="465854"/>
                          <a:pt x="4080404" y="461091"/>
                          <a:pt x="4062307" y="455376"/>
                        </a:cubicBezTo>
                        <a:cubicBezTo>
                          <a:pt x="4061354" y="455376"/>
                          <a:pt x="4059449" y="454424"/>
                          <a:pt x="4058497" y="453471"/>
                        </a:cubicBezTo>
                        <a:cubicBezTo>
                          <a:pt x="4046114" y="459186"/>
                          <a:pt x="4003252" y="454424"/>
                          <a:pt x="3999441" y="441089"/>
                        </a:cubicBezTo>
                        <a:cubicBezTo>
                          <a:pt x="3998489" y="438231"/>
                          <a:pt x="3998489" y="435374"/>
                          <a:pt x="3998489" y="433469"/>
                        </a:cubicBezTo>
                        <a:cubicBezTo>
                          <a:pt x="3983249" y="428706"/>
                          <a:pt x="3966104" y="427754"/>
                          <a:pt x="3950864" y="424896"/>
                        </a:cubicBezTo>
                        <a:cubicBezTo>
                          <a:pt x="3928004" y="420134"/>
                          <a:pt x="3906097" y="412514"/>
                          <a:pt x="3886095" y="399179"/>
                        </a:cubicBezTo>
                        <a:cubicBezTo>
                          <a:pt x="3885141" y="398226"/>
                          <a:pt x="3884189" y="398226"/>
                          <a:pt x="3884189" y="397274"/>
                        </a:cubicBezTo>
                        <a:cubicBezTo>
                          <a:pt x="3849899" y="401084"/>
                          <a:pt x="3793702" y="406799"/>
                          <a:pt x="3785129" y="411561"/>
                        </a:cubicBezTo>
                        <a:cubicBezTo>
                          <a:pt x="3775604" y="416324"/>
                          <a:pt x="3794654" y="435374"/>
                          <a:pt x="3779414" y="437279"/>
                        </a:cubicBezTo>
                        <a:cubicBezTo>
                          <a:pt x="3764174" y="438231"/>
                          <a:pt x="3774652" y="405846"/>
                          <a:pt x="3771795" y="390606"/>
                        </a:cubicBezTo>
                        <a:cubicBezTo>
                          <a:pt x="3768937" y="375366"/>
                          <a:pt x="3746077" y="372509"/>
                          <a:pt x="3749887" y="384891"/>
                        </a:cubicBezTo>
                        <a:cubicBezTo>
                          <a:pt x="3752745" y="397274"/>
                          <a:pt x="3713691" y="401084"/>
                          <a:pt x="3704166" y="391559"/>
                        </a:cubicBezTo>
                        <a:cubicBezTo>
                          <a:pt x="3694641" y="382034"/>
                          <a:pt x="3678449" y="370604"/>
                          <a:pt x="3652732" y="362984"/>
                        </a:cubicBezTo>
                        <a:cubicBezTo>
                          <a:pt x="3627014" y="356316"/>
                          <a:pt x="3595582" y="385844"/>
                          <a:pt x="3603202" y="394416"/>
                        </a:cubicBezTo>
                        <a:cubicBezTo>
                          <a:pt x="3610822" y="402989"/>
                          <a:pt x="3628920" y="396321"/>
                          <a:pt x="3629872" y="402036"/>
                        </a:cubicBezTo>
                        <a:cubicBezTo>
                          <a:pt x="3630824" y="413466"/>
                          <a:pt x="3575579" y="408704"/>
                          <a:pt x="3575579" y="419181"/>
                        </a:cubicBezTo>
                        <a:cubicBezTo>
                          <a:pt x="3575579" y="428706"/>
                          <a:pt x="3524145" y="442041"/>
                          <a:pt x="3507952" y="444899"/>
                        </a:cubicBezTo>
                        <a:cubicBezTo>
                          <a:pt x="3465089" y="450614"/>
                          <a:pt x="3455564" y="450614"/>
                          <a:pt x="3435562" y="468711"/>
                        </a:cubicBezTo>
                        <a:cubicBezTo>
                          <a:pt x="3415560" y="486809"/>
                          <a:pt x="3430799" y="452519"/>
                          <a:pt x="3446991" y="435374"/>
                        </a:cubicBezTo>
                        <a:cubicBezTo>
                          <a:pt x="3462232" y="418229"/>
                          <a:pt x="3479377" y="425849"/>
                          <a:pt x="3487949" y="412514"/>
                        </a:cubicBezTo>
                        <a:cubicBezTo>
                          <a:pt x="3497474" y="399179"/>
                          <a:pt x="3511762" y="400131"/>
                          <a:pt x="3536527" y="396321"/>
                        </a:cubicBezTo>
                        <a:cubicBezTo>
                          <a:pt x="3561291" y="392511"/>
                          <a:pt x="3560339" y="376319"/>
                          <a:pt x="3571770" y="370604"/>
                        </a:cubicBezTo>
                        <a:cubicBezTo>
                          <a:pt x="3583199" y="364889"/>
                          <a:pt x="3611774" y="352506"/>
                          <a:pt x="3617489" y="340124"/>
                        </a:cubicBezTo>
                        <a:cubicBezTo>
                          <a:pt x="3622252" y="327741"/>
                          <a:pt x="3681307" y="305834"/>
                          <a:pt x="3693689" y="306786"/>
                        </a:cubicBezTo>
                        <a:cubicBezTo>
                          <a:pt x="3705120" y="307739"/>
                          <a:pt x="3707977" y="281069"/>
                          <a:pt x="3714645" y="281069"/>
                        </a:cubicBezTo>
                        <a:cubicBezTo>
                          <a:pt x="3721312" y="281069"/>
                          <a:pt x="3755602" y="264876"/>
                          <a:pt x="3767985" y="258209"/>
                        </a:cubicBezTo>
                        <a:cubicBezTo>
                          <a:pt x="3781320" y="251541"/>
                          <a:pt x="3787987" y="238206"/>
                          <a:pt x="3787987" y="229634"/>
                        </a:cubicBezTo>
                        <a:cubicBezTo>
                          <a:pt x="3788939" y="220109"/>
                          <a:pt x="3769889" y="222014"/>
                          <a:pt x="3767985" y="213441"/>
                        </a:cubicBezTo>
                        <a:cubicBezTo>
                          <a:pt x="3766079" y="204869"/>
                          <a:pt x="3776557" y="210584"/>
                          <a:pt x="3789891" y="204869"/>
                        </a:cubicBezTo>
                        <a:cubicBezTo>
                          <a:pt x="3803227" y="199154"/>
                          <a:pt x="3789891" y="179151"/>
                          <a:pt x="3778462" y="182961"/>
                        </a:cubicBezTo>
                        <a:cubicBezTo>
                          <a:pt x="3772747" y="184866"/>
                          <a:pt x="3774652" y="182009"/>
                          <a:pt x="3776557" y="177246"/>
                        </a:cubicBezTo>
                        <a:cubicBezTo>
                          <a:pt x="3764174" y="173436"/>
                          <a:pt x="3751791" y="168674"/>
                          <a:pt x="3741314" y="162006"/>
                        </a:cubicBezTo>
                        <a:cubicBezTo>
                          <a:pt x="3728932" y="154386"/>
                          <a:pt x="3721312" y="142956"/>
                          <a:pt x="3718454" y="129621"/>
                        </a:cubicBezTo>
                        <a:cubicBezTo>
                          <a:pt x="3677497" y="123906"/>
                          <a:pt x="3638445" y="115334"/>
                          <a:pt x="3598439" y="105809"/>
                        </a:cubicBezTo>
                        <a:cubicBezTo>
                          <a:pt x="3593677" y="104856"/>
                          <a:pt x="3589866" y="102951"/>
                          <a:pt x="3586057" y="101046"/>
                        </a:cubicBezTo>
                        <a:cubicBezTo>
                          <a:pt x="3573674" y="101046"/>
                          <a:pt x="3559387" y="100094"/>
                          <a:pt x="3552720" y="98189"/>
                        </a:cubicBezTo>
                        <a:cubicBezTo>
                          <a:pt x="3541289" y="94379"/>
                          <a:pt x="3525097" y="102951"/>
                          <a:pt x="3524145" y="116286"/>
                        </a:cubicBezTo>
                        <a:cubicBezTo>
                          <a:pt x="3523191" y="128669"/>
                          <a:pt x="3477472" y="123906"/>
                          <a:pt x="3468899" y="122001"/>
                        </a:cubicBezTo>
                        <a:cubicBezTo>
                          <a:pt x="3460327" y="120096"/>
                          <a:pt x="3501285" y="83901"/>
                          <a:pt x="3501285" y="77234"/>
                        </a:cubicBezTo>
                        <a:cubicBezTo>
                          <a:pt x="3501285" y="70566"/>
                          <a:pt x="3432704" y="78186"/>
                          <a:pt x="3428895" y="71519"/>
                        </a:cubicBezTo>
                        <a:cubicBezTo>
                          <a:pt x="3425085" y="64851"/>
                          <a:pt x="3391747" y="61994"/>
                          <a:pt x="3376507" y="62946"/>
                        </a:cubicBezTo>
                        <a:cubicBezTo>
                          <a:pt x="3361266" y="63899"/>
                          <a:pt x="3375554" y="59136"/>
                          <a:pt x="3389841" y="57231"/>
                        </a:cubicBezTo>
                        <a:cubicBezTo>
                          <a:pt x="3403177" y="56279"/>
                          <a:pt x="3415560" y="42944"/>
                          <a:pt x="3430799" y="40086"/>
                        </a:cubicBezTo>
                        <a:cubicBezTo>
                          <a:pt x="3446039" y="37229"/>
                          <a:pt x="3442229" y="31514"/>
                          <a:pt x="3435562" y="21989"/>
                        </a:cubicBezTo>
                        <a:cubicBezTo>
                          <a:pt x="3428895" y="12464"/>
                          <a:pt x="3413654" y="17226"/>
                          <a:pt x="3398414" y="12464"/>
                        </a:cubicBezTo>
                        <a:cubicBezTo>
                          <a:pt x="3383174" y="7701"/>
                          <a:pt x="3365077" y="81"/>
                          <a:pt x="3351741" y="81"/>
                        </a:cubicBezTo>
                        <a:cubicBezTo>
                          <a:pt x="3338407" y="-871"/>
                          <a:pt x="3324120" y="6749"/>
                          <a:pt x="3293639" y="13416"/>
                        </a:cubicBezTo>
                        <a:cubicBezTo>
                          <a:pt x="3263160" y="20084"/>
                          <a:pt x="3260302" y="44849"/>
                          <a:pt x="3245062" y="52469"/>
                        </a:cubicBezTo>
                        <a:cubicBezTo>
                          <a:pt x="3241252" y="54374"/>
                          <a:pt x="3236489" y="58184"/>
                          <a:pt x="3231727" y="61994"/>
                        </a:cubicBezTo>
                        <a:cubicBezTo>
                          <a:pt x="3237441" y="78186"/>
                          <a:pt x="3234585" y="97236"/>
                          <a:pt x="3223154" y="110571"/>
                        </a:cubicBezTo>
                        <a:cubicBezTo>
                          <a:pt x="3223154" y="111524"/>
                          <a:pt x="3223154" y="113429"/>
                          <a:pt x="3223154" y="114381"/>
                        </a:cubicBezTo>
                        <a:cubicBezTo>
                          <a:pt x="3225060" y="122954"/>
                          <a:pt x="3215535" y="124859"/>
                          <a:pt x="3202199" y="123906"/>
                        </a:cubicBezTo>
                        <a:cubicBezTo>
                          <a:pt x="3197437" y="124859"/>
                          <a:pt x="3192674" y="125811"/>
                          <a:pt x="3186960" y="125811"/>
                        </a:cubicBezTo>
                        <a:cubicBezTo>
                          <a:pt x="3179339" y="125811"/>
                          <a:pt x="3172672" y="124859"/>
                          <a:pt x="3166957" y="122001"/>
                        </a:cubicBezTo>
                        <a:cubicBezTo>
                          <a:pt x="3148860" y="122954"/>
                          <a:pt x="3129810" y="125811"/>
                          <a:pt x="3130762" y="133431"/>
                        </a:cubicBezTo>
                        <a:cubicBezTo>
                          <a:pt x="3131714" y="145814"/>
                          <a:pt x="3161241" y="150576"/>
                          <a:pt x="3159337" y="157244"/>
                        </a:cubicBezTo>
                        <a:cubicBezTo>
                          <a:pt x="3157432" y="163911"/>
                          <a:pt x="3136477" y="156291"/>
                          <a:pt x="3125999" y="150576"/>
                        </a:cubicBezTo>
                        <a:cubicBezTo>
                          <a:pt x="3115522" y="143909"/>
                          <a:pt x="3091710" y="147719"/>
                          <a:pt x="3087899" y="160101"/>
                        </a:cubicBezTo>
                        <a:cubicBezTo>
                          <a:pt x="3083137" y="172484"/>
                          <a:pt x="3065039" y="169626"/>
                          <a:pt x="3059324" y="166769"/>
                        </a:cubicBezTo>
                        <a:cubicBezTo>
                          <a:pt x="3054562" y="164864"/>
                          <a:pt x="3045037" y="169626"/>
                          <a:pt x="3036464" y="169626"/>
                        </a:cubicBezTo>
                        <a:cubicBezTo>
                          <a:pt x="3028845" y="175341"/>
                          <a:pt x="3019320" y="177246"/>
                          <a:pt x="3008841" y="178199"/>
                        </a:cubicBezTo>
                        <a:cubicBezTo>
                          <a:pt x="2999316" y="178199"/>
                          <a:pt x="2990745" y="175341"/>
                          <a:pt x="2983124" y="170579"/>
                        </a:cubicBezTo>
                        <a:cubicBezTo>
                          <a:pt x="2973599" y="181056"/>
                          <a:pt x="2960264" y="187724"/>
                          <a:pt x="2945977" y="187724"/>
                        </a:cubicBezTo>
                        <a:lnTo>
                          <a:pt x="2925974" y="187724"/>
                        </a:lnTo>
                        <a:cubicBezTo>
                          <a:pt x="2925974" y="187724"/>
                          <a:pt x="2926927" y="188676"/>
                          <a:pt x="2926927" y="188676"/>
                        </a:cubicBezTo>
                        <a:cubicBezTo>
                          <a:pt x="2927879" y="193439"/>
                          <a:pt x="2855489" y="192486"/>
                          <a:pt x="2853585" y="201059"/>
                        </a:cubicBezTo>
                        <a:cubicBezTo>
                          <a:pt x="2852632" y="204869"/>
                          <a:pt x="2846916" y="206774"/>
                          <a:pt x="2837391" y="207726"/>
                        </a:cubicBezTo>
                        <a:cubicBezTo>
                          <a:pt x="2787862" y="256304"/>
                          <a:pt x="2713566" y="262971"/>
                          <a:pt x="2645939" y="283926"/>
                        </a:cubicBezTo>
                        <a:cubicBezTo>
                          <a:pt x="2645939" y="283926"/>
                          <a:pt x="2645939" y="283926"/>
                          <a:pt x="2644987" y="283926"/>
                        </a:cubicBezTo>
                        <a:cubicBezTo>
                          <a:pt x="2653560" y="284879"/>
                          <a:pt x="2657370" y="294404"/>
                          <a:pt x="2652607" y="301071"/>
                        </a:cubicBezTo>
                        <a:cubicBezTo>
                          <a:pt x="2646891" y="308691"/>
                          <a:pt x="2621174" y="291546"/>
                          <a:pt x="2614507" y="299166"/>
                        </a:cubicBezTo>
                        <a:cubicBezTo>
                          <a:pt x="2607839" y="305834"/>
                          <a:pt x="2626889" y="315359"/>
                          <a:pt x="2638320" y="314406"/>
                        </a:cubicBezTo>
                        <a:cubicBezTo>
                          <a:pt x="2649749" y="313454"/>
                          <a:pt x="2656416" y="321074"/>
                          <a:pt x="2658322" y="330599"/>
                        </a:cubicBezTo>
                        <a:cubicBezTo>
                          <a:pt x="2659274" y="340124"/>
                          <a:pt x="2630699" y="324884"/>
                          <a:pt x="2624985" y="332504"/>
                        </a:cubicBezTo>
                        <a:cubicBezTo>
                          <a:pt x="2619270" y="340124"/>
                          <a:pt x="2629747" y="343934"/>
                          <a:pt x="2642129" y="344886"/>
                        </a:cubicBezTo>
                        <a:cubicBezTo>
                          <a:pt x="2654512" y="345839"/>
                          <a:pt x="2644987" y="351554"/>
                          <a:pt x="2656416" y="362031"/>
                        </a:cubicBezTo>
                        <a:cubicBezTo>
                          <a:pt x="2657370" y="362984"/>
                          <a:pt x="2658322" y="363936"/>
                          <a:pt x="2658322" y="363936"/>
                        </a:cubicBezTo>
                        <a:cubicBezTo>
                          <a:pt x="2664989" y="372509"/>
                          <a:pt x="2652607" y="375366"/>
                          <a:pt x="2653560" y="383939"/>
                        </a:cubicBezTo>
                        <a:cubicBezTo>
                          <a:pt x="2654512" y="393464"/>
                          <a:pt x="2641177" y="396321"/>
                          <a:pt x="2641177" y="387749"/>
                        </a:cubicBezTo>
                        <a:cubicBezTo>
                          <a:pt x="2641177" y="379176"/>
                          <a:pt x="2606887" y="376319"/>
                          <a:pt x="2599266" y="385844"/>
                        </a:cubicBezTo>
                        <a:cubicBezTo>
                          <a:pt x="2591647" y="395369"/>
                          <a:pt x="2586885" y="402036"/>
                          <a:pt x="2578312" y="393464"/>
                        </a:cubicBezTo>
                        <a:cubicBezTo>
                          <a:pt x="2577360" y="392511"/>
                          <a:pt x="2576407" y="392511"/>
                          <a:pt x="2575454" y="391559"/>
                        </a:cubicBezTo>
                        <a:cubicBezTo>
                          <a:pt x="2569739" y="394416"/>
                          <a:pt x="2563072" y="395369"/>
                          <a:pt x="2555452" y="396321"/>
                        </a:cubicBezTo>
                        <a:cubicBezTo>
                          <a:pt x="2518304" y="397274"/>
                          <a:pt x="2484014" y="417276"/>
                          <a:pt x="2447820" y="422039"/>
                        </a:cubicBezTo>
                        <a:cubicBezTo>
                          <a:pt x="2428770" y="424896"/>
                          <a:pt x="2409720" y="420134"/>
                          <a:pt x="2398289" y="407751"/>
                        </a:cubicBezTo>
                        <a:cubicBezTo>
                          <a:pt x="2382097" y="414419"/>
                          <a:pt x="2368762" y="439184"/>
                          <a:pt x="2383049" y="454424"/>
                        </a:cubicBezTo>
                        <a:cubicBezTo>
                          <a:pt x="2398289" y="470616"/>
                          <a:pt x="2384002" y="477284"/>
                          <a:pt x="2384002" y="488714"/>
                        </a:cubicBezTo>
                        <a:cubicBezTo>
                          <a:pt x="2384002" y="500144"/>
                          <a:pt x="2423054" y="521099"/>
                          <a:pt x="2444010" y="523004"/>
                        </a:cubicBezTo>
                        <a:cubicBezTo>
                          <a:pt x="2464964" y="524909"/>
                          <a:pt x="2482110" y="552531"/>
                          <a:pt x="2469727" y="569676"/>
                        </a:cubicBezTo>
                        <a:cubicBezTo>
                          <a:pt x="2457345" y="586821"/>
                          <a:pt x="2419245" y="564914"/>
                          <a:pt x="2394479" y="543959"/>
                        </a:cubicBezTo>
                        <a:cubicBezTo>
                          <a:pt x="2369714" y="523004"/>
                          <a:pt x="2312564" y="514431"/>
                          <a:pt x="2293514" y="515384"/>
                        </a:cubicBezTo>
                        <a:cubicBezTo>
                          <a:pt x="2274464" y="516336"/>
                          <a:pt x="2285895" y="497286"/>
                          <a:pt x="2261129" y="497286"/>
                        </a:cubicBezTo>
                        <a:cubicBezTo>
                          <a:pt x="2237316" y="498239"/>
                          <a:pt x="2216362" y="521099"/>
                          <a:pt x="2232554" y="521099"/>
                        </a:cubicBezTo>
                        <a:cubicBezTo>
                          <a:pt x="2248747" y="521099"/>
                          <a:pt x="2259224" y="520146"/>
                          <a:pt x="2250652" y="527766"/>
                        </a:cubicBezTo>
                        <a:cubicBezTo>
                          <a:pt x="2242079" y="536339"/>
                          <a:pt x="2255414" y="534434"/>
                          <a:pt x="2274464" y="543006"/>
                        </a:cubicBezTo>
                        <a:cubicBezTo>
                          <a:pt x="2294466" y="552531"/>
                          <a:pt x="2258272" y="564914"/>
                          <a:pt x="2238270" y="549674"/>
                        </a:cubicBezTo>
                        <a:cubicBezTo>
                          <a:pt x="2218266" y="534434"/>
                          <a:pt x="2196360" y="548721"/>
                          <a:pt x="2190645" y="560151"/>
                        </a:cubicBezTo>
                        <a:cubicBezTo>
                          <a:pt x="2184929" y="571581"/>
                          <a:pt x="2214457" y="603966"/>
                          <a:pt x="2249699" y="609681"/>
                        </a:cubicBezTo>
                        <a:cubicBezTo>
                          <a:pt x="2284941" y="615396"/>
                          <a:pt x="2273512" y="627779"/>
                          <a:pt x="2289704" y="633494"/>
                        </a:cubicBezTo>
                        <a:cubicBezTo>
                          <a:pt x="2305897" y="640161"/>
                          <a:pt x="2294466" y="646829"/>
                          <a:pt x="2283037" y="647781"/>
                        </a:cubicBezTo>
                        <a:cubicBezTo>
                          <a:pt x="2271607" y="648734"/>
                          <a:pt x="2249699" y="629684"/>
                          <a:pt x="2231602" y="619206"/>
                        </a:cubicBezTo>
                        <a:cubicBezTo>
                          <a:pt x="2213504" y="609681"/>
                          <a:pt x="2165879" y="623016"/>
                          <a:pt x="2156354" y="612539"/>
                        </a:cubicBezTo>
                        <a:cubicBezTo>
                          <a:pt x="2146829" y="601109"/>
                          <a:pt x="2163022" y="589679"/>
                          <a:pt x="2153497" y="581106"/>
                        </a:cubicBezTo>
                        <a:cubicBezTo>
                          <a:pt x="2143972" y="572534"/>
                          <a:pt x="2152545" y="553484"/>
                          <a:pt x="2163974" y="533481"/>
                        </a:cubicBezTo>
                        <a:cubicBezTo>
                          <a:pt x="2175404" y="513479"/>
                          <a:pt x="2162070" y="480141"/>
                          <a:pt x="2144924" y="474426"/>
                        </a:cubicBezTo>
                        <a:cubicBezTo>
                          <a:pt x="2127779" y="468711"/>
                          <a:pt x="2129685" y="487761"/>
                          <a:pt x="2133495" y="493476"/>
                        </a:cubicBezTo>
                        <a:cubicBezTo>
                          <a:pt x="2137304" y="499191"/>
                          <a:pt x="2135399" y="525861"/>
                          <a:pt x="2122064" y="543959"/>
                        </a:cubicBezTo>
                        <a:cubicBezTo>
                          <a:pt x="2108729" y="562056"/>
                          <a:pt x="2068724" y="562056"/>
                          <a:pt x="2068724" y="573486"/>
                        </a:cubicBezTo>
                        <a:cubicBezTo>
                          <a:pt x="2068724" y="585869"/>
                          <a:pt x="2042054" y="594441"/>
                          <a:pt x="2050627" y="603014"/>
                        </a:cubicBezTo>
                        <a:cubicBezTo>
                          <a:pt x="2060152" y="611586"/>
                          <a:pt x="2095395" y="655401"/>
                          <a:pt x="2101110" y="668736"/>
                        </a:cubicBezTo>
                        <a:cubicBezTo>
                          <a:pt x="2106824" y="682071"/>
                          <a:pt x="2068724" y="723981"/>
                          <a:pt x="2075391" y="748746"/>
                        </a:cubicBezTo>
                        <a:cubicBezTo>
                          <a:pt x="2081107" y="773511"/>
                          <a:pt x="2070629" y="784941"/>
                          <a:pt x="2077297" y="796371"/>
                        </a:cubicBezTo>
                        <a:cubicBezTo>
                          <a:pt x="2084916" y="808754"/>
                          <a:pt x="2101110" y="797324"/>
                          <a:pt x="2111587" y="803039"/>
                        </a:cubicBezTo>
                        <a:cubicBezTo>
                          <a:pt x="2122064" y="807801"/>
                          <a:pt x="2139210" y="796371"/>
                          <a:pt x="2163022" y="790656"/>
                        </a:cubicBezTo>
                        <a:cubicBezTo>
                          <a:pt x="2186835" y="785894"/>
                          <a:pt x="2231602" y="813516"/>
                          <a:pt x="2247795" y="822089"/>
                        </a:cubicBezTo>
                        <a:cubicBezTo>
                          <a:pt x="2263987" y="830661"/>
                          <a:pt x="2255414" y="844949"/>
                          <a:pt x="2263987" y="858284"/>
                        </a:cubicBezTo>
                        <a:cubicBezTo>
                          <a:pt x="2272560" y="872571"/>
                          <a:pt x="2243985" y="872571"/>
                          <a:pt x="2243985" y="893526"/>
                        </a:cubicBezTo>
                        <a:cubicBezTo>
                          <a:pt x="2243032" y="914481"/>
                          <a:pt x="2292562" y="924006"/>
                          <a:pt x="2295420" y="929721"/>
                        </a:cubicBezTo>
                        <a:cubicBezTo>
                          <a:pt x="2297324" y="936389"/>
                          <a:pt x="2260177" y="930674"/>
                          <a:pt x="2245889" y="925911"/>
                        </a:cubicBezTo>
                        <a:cubicBezTo>
                          <a:pt x="2231602" y="920196"/>
                          <a:pt x="2230649" y="900194"/>
                          <a:pt x="2225887" y="895431"/>
                        </a:cubicBezTo>
                        <a:cubicBezTo>
                          <a:pt x="2221124" y="891621"/>
                          <a:pt x="2235412" y="874476"/>
                          <a:pt x="2237316" y="861141"/>
                        </a:cubicBezTo>
                        <a:cubicBezTo>
                          <a:pt x="2238270" y="847806"/>
                          <a:pt x="2221124" y="840186"/>
                          <a:pt x="2215410" y="830661"/>
                        </a:cubicBezTo>
                        <a:cubicBezTo>
                          <a:pt x="2209695" y="821136"/>
                          <a:pt x="2199216" y="807801"/>
                          <a:pt x="2186835" y="810659"/>
                        </a:cubicBezTo>
                        <a:cubicBezTo>
                          <a:pt x="2175404" y="813516"/>
                          <a:pt x="2131589" y="817326"/>
                          <a:pt x="2119207" y="830661"/>
                        </a:cubicBezTo>
                        <a:cubicBezTo>
                          <a:pt x="2105872" y="843044"/>
                          <a:pt x="2121112" y="879239"/>
                          <a:pt x="2128732" y="897336"/>
                        </a:cubicBezTo>
                        <a:cubicBezTo>
                          <a:pt x="2136352" y="915434"/>
                          <a:pt x="2090632" y="939246"/>
                          <a:pt x="2092537" y="953534"/>
                        </a:cubicBezTo>
                        <a:cubicBezTo>
                          <a:pt x="2093489" y="967821"/>
                          <a:pt x="2079202" y="973536"/>
                          <a:pt x="2059199" y="984966"/>
                        </a:cubicBezTo>
                        <a:cubicBezTo>
                          <a:pt x="2039197" y="996396"/>
                          <a:pt x="2018241" y="1004969"/>
                          <a:pt x="2018241" y="1023066"/>
                        </a:cubicBezTo>
                        <a:cubicBezTo>
                          <a:pt x="2019195" y="1041164"/>
                          <a:pt x="1992524" y="1031639"/>
                          <a:pt x="1978237" y="1023066"/>
                        </a:cubicBezTo>
                        <a:cubicBezTo>
                          <a:pt x="1964902" y="1014494"/>
                          <a:pt x="1946804" y="1027829"/>
                          <a:pt x="1926802" y="1026876"/>
                        </a:cubicBezTo>
                        <a:cubicBezTo>
                          <a:pt x="1906799" y="1025924"/>
                          <a:pt x="1906799" y="1008779"/>
                          <a:pt x="1891559" y="1014494"/>
                        </a:cubicBezTo>
                        <a:cubicBezTo>
                          <a:pt x="1876320" y="1021161"/>
                          <a:pt x="1865841" y="1006874"/>
                          <a:pt x="1869652" y="994491"/>
                        </a:cubicBezTo>
                        <a:cubicBezTo>
                          <a:pt x="1874414" y="982109"/>
                          <a:pt x="1891559" y="991634"/>
                          <a:pt x="1893464" y="1001159"/>
                        </a:cubicBezTo>
                        <a:cubicBezTo>
                          <a:pt x="1894416" y="1010684"/>
                          <a:pt x="1905847" y="1005921"/>
                          <a:pt x="1919182" y="998301"/>
                        </a:cubicBezTo>
                        <a:cubicBezTo>
                          <a:pt x="1932516" y="990681"/>
                          <a:pt x="1925849" y="1007826"/>
                          <a:pt x="1944899" y="1009731"/>
                        </a:cubicBezTo>
                        <a:cubicBezTo>
                          <a:pt x="1963949" y="1011636"/>
                          <a:pt x="1953472" y="999254"/>
                          <a:pt x="1967759" y="1000206"/>
                        </a:cubicBezTo>
                        <a:cubicBezTo>
                          <a:pt x="1982047" y="1002111"/>
                          <a:pt x="1982999" y="996396"/>
                          <a:pt x="1978237" y="988776"/>
                        </a:cubicBezTo>
                        <a:cubicBezTo>
                          <a:pt x="1973474" y="981156"/>
                          <a:pt x="1988714" y="975441"/>
                          <a:pt x="1998239" y="971631"/>
                        </a:cubicBezTo>
                        <a:cubicBezTo>
                          <a:pt x="2008716" y="966869"/>
                          <a:pt x="2003002" y="951629"/>
                          <a:pt x="2011574" y="945914"/>
                        </a:cubicBezTo>
                        <a:cubicBezTo>
                          <a:pt x="2020147" y="941151"/>
                          <a:pt x="2014432" y="930674"/>
                          <a:pt x="2023004" y="930674"/>
                        </a:cubicBezTo>
                        <a:cubicBezTo>
                          <a:pt x="2032529" y="929721"/>
                          <a:pt x="2036339" y="915434"/>
                          <a:pt x="2044912" y="915434"/>
                        </a:cubicBezTo>
                        <a:cubicBezTo>
                          <a:pt x="2053484" y="915434"/>
                          <a:pt x="2058247" y="900194"/>
                          <a:pt x="2052532" y="892574"/>
                        </a:cubicBezTo>
                        <a:cubicBezTo>
                          <a:pt x="2047770" y="884954"/>
                          <a:pt x="2055389" y="863999"/>
                          <a:pt x="2063962" y="861141"/>
                        </a:cubicBezTo>
                        <a:cubicBezTo>
                          <a:pt x="2072534" y="858284"/>
                          <a:pt x="2073487" y="849711"/>
                          <a:pt x="2064914" y="843044"/>
                        </a:cubicBezTo>
                        <a:cubicBezTo>
                          <a:pt x="2057295" y="836376"/>
                          <a:pt x="2028720" y="815421"/>
                          <a:pt x="2030624" y="802086"/>
                        </a:cubicBezTo>
                        <a:cubicBezTo>
                          <a:pt x="2032529" y="788751"/>
                          <a:pt x="2024909" y="763986"/>
                          <a:pt x="2029672" y="753509"/>
                        </a:cubicBezTo>
                        <a:cubicBezTo>
                          <a:pt x="2033482" y="743031"/>
                          <a:pt x="2030624" y="721124"/>
                          <a:pt x="2028720" y="708741"/>
                        </a:cubicBezTo>
                        <a:cubicBezTo>
                          <a:pt x="2027766" y="696359"/>
                          <a:pt x="2036339" y="682071"/>
                          <a:pt x="2040149" y="658259"/>
                        </a:cubicBezTo>
                        <a:cubicBezTo>
                          <a:pt x="2043959" y="635399"/>
                          <a:pt x="2017289" y="610634"/>
                          <a:pt x="2003954" y="603966"/>
                        </a:cubicBezTo>
                        <a:cubicBezTo>
                          <a:pt x="1990620" y="597299"/>
                          <a:pt x="1999191" y="584916"/>
                          <a:pt x="2018241" y="567771"/>
                        </a:cubicBezTo>
                        <a:cubicBezTo>
                          <a:pt x="2037291" y="550626"/>
                          <a:pt x="2038245" y="498239"/>
                          <a:pt x="2037291" y="486809"/>
                        </a:cubicBezTo>
                        <a:cubicBezTo>
                          <a:pt x="2036339" y="475379"/>
                          <a:pt x="1997287" y="465854"/>
                          <a:pt x="1982047" y="466806"/>
                        </a:cubicBezTo>
                        <a:cubicBezTo>
                          <a:pt x="1973474" y="467759"/>
                          <a:pt x="1949662" y="466806"/>
                          <a:pt x="1929659" y="465854"/>
                        </a:cubicBezTo>
                        <a:cubicBezTo>
                          <a:pt x="1926802" y="466806"/>
                          <a:pt x="1924897" y="466806"/>
                          <a:pt x="1922039" y="466806"/>
                        </a:cubicBezTo>
                        <a:cubicBezTo>
                          <a:pt x="1924897" y="476331"/>
                          <a:pt x="1922991" y="487761"/>
                          <a:pt x="1917277" y="499191"/>
                        </a:cubicBezTo>
                        <a:cubicBezTo>
                          <a:pt x="1891559" y="544911"/>
                          <a:pt x="1879177" y="596346"/>
                          <a:pt x="1821074" y="613491"/>
                        </a:cubicBezTo>
                        <a:cubicBezTo>
                          <a:pt x="1819170" y="614444"/>
                          <a:pt x="1817264" y="614444"/>
                          <a:pt x="1816312" y="614444"/>
                        </a:cubicBezTo>
                        <a:cubicBezTo>
                          <a:pt x="1807739" y="627779"/>
                          <a:pt x="1800120" y="640161"/>
                          <a:pt x="1791547" y="653496"/>
                        </a:cubicBezTo>
                        <a:cubicBezTo>
                          <a:pt x="1791547" y="653496"/>
                          <a:pt x="1792499" y="653496"/>
                          <a:pt x="1792499" y="653496"/>
                        </a:cubicBezTo>
                        <a:cubicBezTo>
                          <a:pt x="1800120" y="657306"/>
                          <a:pt x="1791547" y="687786"/>
                          <a:pt x="1787737" y="691596"/>
                        </a:cubicBezTo>
                        <a:cubicBezTo>
                          <a:pt x="1782974" y="695406"/>
                          <a:pt x="1796309" y="706836"/>
                          <a:pt x="1784879" y="714456"/>
                        </a:cubicBezTo>
                        <a:cubicBezTo>
                          <a:pt x="1773449" y="722076"/>
                          <a:pt x="1762972" y="738269"/>
                          <a:pt x="1769639" y="746841"/>
                        </a:cubicBezTo>
                        <a:cubicBezTo>
                          <a:pt x="1776307" y="755414"/>
                          <a:pt x="1807739" y="759224"/>
                          <a:pt x="1822027" y="767796"/>
                        </a:cubicBezTo>
                        <a:cubicBezTo>
                          <a:pt x="1835362" y="776369"/>
                          <a:pt x="1830599" y="791609"/>
                          <a:pt x="1841077" y="806849"/>
                        </a:cubicBezTo>
                        <a:cubicBezTo>
                          <a:pt x="1851554" y="822089"/>
                          <a:pt x="1862984" y="812564"/>
                          <a:pt x="1867747" y="822089"/>
                        </a:cubicBezTo>
                        <a:cubicBezTo>
                          <a:pt x="1873462" y="831614"/>
                          <a:pt x="1848697" y="867809"/>
                          <a:pt x="1840124" y="869714"/>
                        </a:cubicBezTo>
                        <a:cubicBezTo>
                          <a:pt x="1831552" y="871619"/>
                          <a:pt x="1797262" y="832566"/>
                          <a:pt x="1786784" y="823994"/>
                        </a:cubicBezTo>
                        <a:cubicBezTo>
                          <a:pt x="1776307" y="815421"/>
                          <a:pt x="1735349" y="802086"/>
                          <a:pt x="1715347" y="790656"/>
                        </a:cubicBezTo>
                        <a:cubicBezTo>
                          <a:pt x="1695345" y="779226"/>
                          <a:pt x="1679152" y="780179"/>
                          <a:pt x="1657245" y="764939"/>
                        </a:cubicBezTo>
                        <a:cubicBezTo>
                          <a:pt x="1649624" y="766844"/>
                          <a:pt x="1641052" y="767796"/>
                          <a:pt x="1632479" y="768749"/>
                        </a:cubicBezTo>
                        <a:cubicBezTo>
                          <a:pt x="1608666" y="770654"/>
                          <a:pt x="1585807" y="765891"/>
                          <a:pt x="1563899" y="756366"/>
                        </a:cubicBezTo>
                        <a:cubicBezTo>
                          <a:pt x="1555327" y="752556"/>
                          <a:pt x="1545802" y="744936"/>
                          <a:pt x="1536277" y="738269"/>
                        </a:cubicBezTo>
                        <a:cubicBezTo>
                          <a:pt x="1516274" y="735411"/>
                          <a:pt x="1502939" y="731601"/>
                          <a:pt x="1493414" y="732554"/>
                        </a:cubicBezTo>
                        <a:cubicBezTo>
                          <a:pt x="1480079" y="734459"/>
                          <a:pt x="1484841" y="717314"/>
                          <a:pt x="1461029" y="706836"/>
                        </a:cubicBezTo>
                        <a:cubicBezTo>
                          <a:pt x="1437216" y="695406"/>
                          <a:pt x="1421024" y="680166"/>
                          <a:pt x="1407689" y="687786"/>
                        </a:cubicBezTo>
                        <a:cubicBezTo>
                          <a:pt x="1394354" y="695406"/>
                          <a:pt x="1399116" y="723981"/>
                          <a:pt x="1420072" y="726839"/>
                        </a:cubicBezTo>
                        <a:cubicBezTo>
                          <a:pt x="1441027" y="730649"/>
                          <a:pt x="1430549" y="742079"/>
                          <a:pt x="1452457" y="741126"/>
                        </a:cubicBezTo>
                        <a:cubicBezTo>
                          <a:pt x="1474364" y="740174"/>
                          <a:pt x="1481032" y="747794"/>
                          <a:pt x="1481032" y="763034"/>
                        </a:cubicBezTo>
                        <a:cubicBezTo>
                          <a:pt x="1480079" y="778274"/>
                          <a:pt x="1491509" y="792561"/>
                          <a:pt x="1501034" y="802086"/>
                        </a:cubicBezTo>
                        <a:cubicBezTo>
                          <a:pt x="1510559" y="811611"/>
                          <a:pt x="1504845" y="827804"/>
                          <a:pt x="1487699" y="827804"/>
                        </a:cubicBezTo>
                        <a:cubicBezTo>
                          <a:pt x="1469602" y="827804"/>
                          <a:pt x="1449599" y="830661"/>
                          <a:pt x="1457220" y="843996"/>
                        </a:cubicBezTo>
                        <a:cubicBezTo>
                          <a:pt x="1464839" y="857331"/>
                          <a:pt x="1452457" y="861141"/>
                          <a:pt x="1434359" y="853521"/>
                        </a:cubicBezTo>
                        <a:cubicBezTo>
                          <a:pt x="1416262" y="846854"/>
                          <a:pt x="1426739" y="833519"/>
                          <a:pt x="1434359" y="824946"/>
                        </a:cubicBezTo>
                        <a:cubicBezTo>
                          <a:pt x="1441979" y="817326"/>
                          <a:pt x="1419120" y="807801"/>
                          <a:pt x="1407689" y="803039"/>
                        </a:cubicBezTo>
                        <a:cubicBezTo>
                          <a:pt x="1396259" y="799229"/>
                          <a:pt x="1352445" y="834471"/>
                          <a:pt x="1340062" y="839234"/>
                        </a:cubicBezTo>
                        <a:cubicBezTo>
                          <a:pt x="1327679" y="844949"/>
                          <a:pt x="1297199" y="830661"/>
                          <a:pt x="1265766" y="839234"/>
                        </a:cubicBezTo>
                        <a:cubicBezTo>
                          <a:pt x="1234334" y="847806"/>
                          <a:pt x="1236239" y="874476"/>
                          <a:pt x="1224809" y="871619"/>
                        </a:cubicBezTo>
                        <a:cubicBezTo>
                          <a:pt x="1213379" y="868761"/>
                          <a:pt x="1178137" y="875429"/>
                          <a:pt x="1165754" y="866856"/>
                        </a:cubicBezTo>
                        <a:cubicBezTo>
                          <a:pt x="1152420" y="858284"/>
                          <a:pt x="1162897" y="853521"/>
                          <a:pt x="1177184" y="854474"/>
                        </a:cubicBezTo>
                        <a:cubicBezTo>
                          <a:pt x="1190520" y="855426"/>
                          <a:pt x="1195282" y="850664"/>
                          <a:pt x="1187662" y="840186"/>
                        </a:cubicBezTo>
                        <a:cubicBezTo>
                          <a:pt x="1180041" y="830661"/>
                          <a:pt x="1198139" y="814469"/>
                          <a:pt x="1197187" y="807801"/>
                        </a:cubicBezTo>
                        <a:cubicBezTo>
                          <a:pt x="1196234" y="801134"/>
                          <a:pt x="1145752" y="819231"/>
                          <a:pt x="1137179" y="826851"/>
                        </a:cubicBezTo>
                        <a:cubicBezTo>
                          <a:pt x="1128607" y="834471"/>
                          <a:pt x="1138132" y="848759"/>
                          <a:pt x="1128607" y="853521"/>
                        </a:cubicBezTo>
                        <a:cubicBezTo>
                          <a:pt x="1119082" y="858284"/>
                          <a:pt x="1119082" y="844949"/>
                          <a:pt x="1108604" y="841139"/>
                        </a:cubicBezTo>
                        <a:cubicBezTo>
                          <a:pt x="1098127" y="837329"/>
                          <a:pt x="1021926" y="856379"/>
                          <a:pt x="1007639" y="873524"/>
                        </a:cubicBezTo>
                        <a:cubicBezTo>
                          <a:pt x="993351" y="891621"/>
                          <a:pt x="964776" y="891621"/>
                          <a:pt x="964776" y="902099"/>
                        </a:cubicBezTo>
                        <a:cubicBezTo>
                          <a:pt x="964776" y="911624"/>
                          <a:pt x="930487" y="911624"/>
                          <a:pt x="916199" y="918291"/>
                        </a:cubicBezTo>
                        <a:cubicBezTo>
                          <a:pt x="902864" y="924959"/>
                          <a:pt x="911437" y="954486"/>
                          <a:pt x="906674" y="968774"/>
                        </a:cubicBezTo>
                        <a:cubicBezTo>
                          <a:pt x="901912" y="983061"/>
                          <a:pt x="847619" y="978299"/>
                          <a:pt x="831426" y="979251"/>
                        </a:cubicBezTo>
                        <a:cubicBezTo>
                          <a:pt x="815234" y="980204"/>
                          <a:pt x="809519" y="944961"/>
                          <a:pt x="796184" y="943056"/>
                        </a:cubicBezTo>
                        <a:cubicBezTo>
                          <a:pt x="782849" y="941151"/>
                          <a:pt x="790469" y="921149"/>
                          <a:pt x="795232" y="912576"/>
                        </a:cubicBezTo>
                        <a:cubicBezTo>
                          <a:pt x="799042" y="904004"/>
                          <a:pt x="809519" y="910671"/>
                          <a:pt x="825712" y="900194"/>
                        </a:cubicBezTo>
                        <a:cubicBezTo>
                          <a:pt x="841904" y="888764"/>
                          <a:pt x="858097" y="905909"/>
                          <a:pt x="864764" y="898289"/>
                        </a:cubicBezTo>
                        <a:cubicBezTo>
                          <a:pt x="871432" y="890669"/>
                          <a:pt x="839999" y="869714"/>
                          <a:pt x="838094" y="852569"/>
                        </a:cubicBezTo>
                        <a:cubicBezTo>
                          <a:pt x="836189" y="835424"/>
                          <a:pt x="801899" y="829709"/>
                          <a:pt x="781897" y="835424"/>
                        </a:cubicBezTo>
                        <a:cubicBezTo>
                          <a:pt x="773324" y="838281"/>
                          <a:pt x="763799" y="838281"/>
                          <a:pt x="755226" y="837329"/>
                        </a:cubicBezTo>
                        <a:cubicBezTo>
                          <a:pt x="753322" y="843996"/>
                          <a:pt x="750464" y="850664"/>
                          <a:pt x="746654" y="856379"/>
                        </a:cubicBezTo>
                        <a:cubicBezTo>
                          <a:pt x="750464" y="863999"/>
                          <a:pt x="745701" y="873524"/>
                          <a:pt x="748559" y="881144"/>
                        </a:cubicBezTo>
                        <a:cubicBezTo>
                          <a:pt x="751417" y="891621"/>
                          <a:pt x="743797" y="915434"/>
                          <a:pt x="731414" y="934484"/>
                        </a:cubicBezTo>
                        <a:cubicBezTo>
                          <a:pt x="719984" y="952581"/>
                          <a:pt x="728557" y="952581"/>
                          <a:pt x="745701" y="951629"/>
                        </a:cubicBezTo>
                        <a:cubicBezTo>
                          <a:pt x="763799" y="950676"/>
                          <a:pt x="761894" y="975441"/>
                          <a:pt x="761894" y="993539"/>
                        </a:cubicBezTo>
                        <a:cubicBezTo>
                          <a:pt x="761894" y="1011636"/>
                          <a:pt x="748559" y="1016399"/>
                          <a:pt x="748559" y="1030686"/>
                        </a:cubicBezTo>
                        <a:cubicBezTo>
                          <a:pt x="748559" y="1044021"/>
                          <a:pt x="734272" y="1024019"/>
                          <a:pt x="729509" y="1029734"/>
                        </a:cubicBezTo>
                        <a:cubicBezTo>
                          <a:pt x="724747" y="1035449"/>
                          <a:pt x="719032" y="1026876"/>
                          <a:pt x="716174" y="1015446"/>
                        </a:cubicBezTo>
                        <a:cubicBezTo>
                          <a:pt x="713317" y="1004016"/>
                          <a:pt x="686647" y="1010684"/>
                          <a:pt x="671407" y="1005921"/>
                        </a:cubicBezTo>
                        <a:cubicBezTo>
                          <a:pt x="656167" y="1002111"/>
                          <a:pt x="650451" y="1008779"/>
                          <a:pt x="643784" y="1021161"/>
                        </a:cubicBezTo>
                        <a:cubicBezTo>
                          <a:pt x="636164" y="1033544"/>
                          <a:pt x="615209" y="1038306"/>
                          <a:pt x="604732" y="1039259"/>
                        </a:cubicBezTo>
                        <a:cubicBezTo>
                          <a:pt x="592349" y="1041164"/>
                          <a:pt x="574251" y="1064024"/>
                          <a:pt x="561869" y="1072596"/>
                        </a:cubicBezTo>
                        <a:cubicBezTo>
                          <a:pt x="550439" y="1081169"/>
                          <a:pt x="548534" y="1097361"/>
                          <a:pt x="564726" y="1114506"/>
                        </a:cubicBezTo>
                        <a:cubicBezTo>
                          <a:pt x="580919" y="1131651"/>
                          <a:pt x="584729" y="1143081"/>
                          <a:pt x="582824" y="1151654"/>
                        </a:cubicBezTo>
                        <a:cubicBezTo>
                          <a:pt x="581872" y="1161179"/>
                          <a:pt x="537104" y="1158321"/>
                          <a:pt x="529484" y="1147844"/>
                        </a:cubicBezTo>
                        <a:cubicBezTo>
                          <a:pt x="521864" y="1138319"/>
                          <a:pt x="493289" y="1134509"/>
                          <a:pt x="483764" y="1136414"/>
                        </a:cubicBezTo>
                        <a:cubicBezTo>
                          <a:pt x="474239" y="1138319"/>
                          <a:pt x="447569" y="1104981"/>
                          <a:pt x="433282" y="1104029"/>
                        </a:cubicBezTo>
                        <a:cubicBezTo>
                          <a:pt x="419947" y="1103076"/>
                          <a:pt x="411374" y="1121174"/>
                          <a:pt x="406612" y="1130699"/>
                        </a:cubicBezTo>
                        <a:cubicBezTo>
                          <a:pt x="401849" y="1140224"/>
                          <a:pt x="413279" y="1143081"/>
                          <a:pt x="419947" y="1158321"/>
                        </a:cubicBezTo>
                        <a:cubicBezTo>
                          <a:pt x="426614" y="1173561"/>
                          <a:pt x="450426" y="1174514"/>
                          <a:pt x="462809" y="1174514"/>
                        </a:cubicBezTo>
                        <a:cubicBezTo>
                          <a:pt x="475192" y="1174514"/>
                          <a:pt x="470429" y="1194516"/>
                          <a:pt x="466619" y="1203089"/>
                        </a:cubicBezTo>
                        <a:cubicBezTo>
                          <a:pt x="462809" y="1211661"/>
                          <a:pt x="439949" y="1218329"/>
                          <a:pt x="433282" y="1208804"/>
                        </a:cubicBezTo>
                        <a:cubicBezTo>
                          <a:pt x="426614" y="1199279"/>
                          <a:pt x="398992" y="1208804"/>
                          <a:pt x="398992" y="1197374"/>
                        </a:cubicBezTo>
                        <a:cubicBezTo>
                          <a:pt x="398039" y="1185944"/>
                          <a:pt x="378989" y="1168799"/>
                          <a:pt x="358034" y="1172609"/>
                        </a:cubicBezTo>
                        <a:cubicBezTo>
                          <a:pt x="338032" y="1176419"/>
                          <a:pt x="334222" y="1162131"/>
                          <a:pt x="335174" y="1144986"/>
                        </a:cubicBezTo>
                        <a:cubicBezTo>
                          <a:pt x="336126" y="1127841"/>
                          <a:pt x="323744" y="1118316"/>
                          <a:pt x="324697" y="1110696"/>
                        </a:cubicBezTo>
                        <a:cubicBezTo>
                          <a:pt x="325649" y="1103076"/>
                          <a:pt x="315172" y="1087836"/>
                          <a:pt x="325649" y="1079264"/>
                        </a:cubicBezTo>
                        <a:cubicBezTo>
                          <a:pt x="336126" y="1071644"/>
                          <a:pt x="328507" y="1059261"/>
                          <a:pt x="328507" y="1048784"/>
                        </a:cubicBezTo>
                        <a:cubicBezTo>
                          <a:pt x="329459" y="1038306"/>
                          <a:pt x="310409" y="1022114"/>
                          <a:pt x="294217" y="1022114"/>
                        </a:cubicBezTo>
                        <a:cubicBezTo>
                          <a:pt x="278024" y="1022114"/>
                          <a:pt x="280882" y="1004016"/>
                          <a:pt x="267547" y="1001159"/>
                        </a:cubicBezTo>
                        <a:cubicBezTo>
                          <a:pt x="254212" y="997349"/>
                          <a:pt x="226589" y="972584"/>
                          <a:pt x="224684" y="962106"/>
                        </a:cubicBezTo>
                        <a:cubicBezTo>
                          <a:pt x="222779" y="951629"/>
                          <a:pt x="201824" y="949724"/>
                          <a:pt x="209444" y="946866"/>
                        </a:cubicBezTo>
                        <a:cubicBezTo>
                          <a:pt x="217064" y="943056"/>
                          <a:pt x="233257" y="947819"/>
                          <a:pt x="244687" y="961154"/>
                        </a:cubicBezTo>
                        <a:cubicBezTo>
                          <a:pt x="256117" y="973536"/>
                          <a:pt x="275167" y="984966"/>
                          <a:pt x="305647" y="989729"/>
                        </a:cubicBezTo>
                        <a:cubicBezTo>
                          <a:pt x="336126" y="993539"/>
                          <a:pt x="348509" y="1009731"/>
                          <a:pt x="382799" y="1015446"/>
                        </a:cubicBezTo>
                        <a:cubicBezTo>
                          <a:pt x="417089" y="1022114"/>
                          <a:pt x="437092" y="1025924"/>
                          <a:pt x="485669" y="1033544"/>
                        </a:cubicBezTo>
                        <a:cubicBezTo>
                          <a:pt x="534247" y="1041164"/>
                          <a:pt x="599969" y="987824"/>
                          <a:pt x="613304" y="972584"/>
                        </a:cubicBezTo>
                        <a:cubicBezTo>
                          <a:pt x="624734" y="960201"/>
                          <a:pt x="614257" y="936389"/>
                          <a:pt x="610447" y="922101"/>
                        </a:cubicBezTo>
                        <a:cubicBezTo>
                          <a:pt x="589492" y="920196"/>
                          <a:pt x="571394" y="906861"/>
                          <a:pt x="555201" y="889716"/>
                        </a:cubicBezTo>
                        <a:cubicBezTo>
                          <a:pt x="554249" y="887811"/>
                          <a:pt x="552344" y="886859"/>
                          <a:pt x="551392" y="885906"/>
                        </a:cubicBezTo>
                        <a:cubicBezTo>
                          <a:pt x="548534" y="885906"/>
                          <a:pt x="544724" y="884954"/>
                          <a:pt x="542819" y="884954"/>
                        </a:cubicBezTo>
                        <a:cubicBezTo>
                          <a:pt x="520912" y="884001"/>
                          <a:pt x="500909" y="875429"/>
                          <a:pt x="487574" y="859236"/>
                        </a:cubicBezTo>
                        <a:cubicBezTo>
                          <a:pt x="481859" y="851616"/>
                          <a:pt x="477097" y="843044"/>
                          <a:pt x="475192" y="834471"/>
                        </a:cubicBezTo>
                        <a:cubicBezTo>
                          <a:pt x="467572" y="829709"/>
                          <a:pt x="458999" y="823041"/>
                          <a:pt x="448522" y="815421"/>
                        </a:cubicBezTo>
                        <a:cubicBezTo>
                          <a:pt x="439949" y="814469"/>
                          <a:pt x="431376" y="810659"/>
                          <a:pt x="422804" y="803991"/>
                        </a:cubicBezTo>
                        <a:cubicBezTo>
                          <a:pt x="431376" y="810659"/>
                          <a:pt x="402801" y="804944"/>
                          <a:pt x="398039" y="803991"/>
                        </a:cubicBezTo>
                        <a:cubicBezTo>
                          <a:pt x="387562" y="802086"/>
                          <a:pt x="378037" y="798276"/>
                          <a:pt x="368512" y="793514"/>
                        </a:cubicBezTo>
                        <a:cubicBezTo>
                          <a:pt x="355176" y="787799"/>
                          <a:pt x="341842" y="781131"/>
                          <a:pt x="329459" y="774464"/>
                        </a:cubicBezTo>
                        <a:cubicBezTo>
                          <a:pt x="327554" y="774464"/>
                          <a:pt x="325649" y="773511"/>
                          <a:pt x="323744" y="771606"/>
                        </a:cubicBezTo>
                        <a:cubicBezTo>
                          <a:pt x="320887" y="769701"/>
                          <a:pt x="318029" y="768749"/>
                          <a:pt x="315172" y="766844"/>
                        </a:cubicBezTo>
                        <a:cubicBezTo>
                          <a:pt x="310409" y="764939"/>
                          <a:pt x="306599" y="762081"/>
                          <a:pt x="302789" y="760176"/>
                        </a:cubicBezTo>
                        <a:cubicBezTo>
                          <a:pt x="298026" y="761129"/>
                          <a:pt x="293264" y="763034"/>
                          <a:pt x="289454" y="766844"/>
                        </a:cubicBezTo>
                        <a:cubicBezTo>
                          <a:pt x="278976" y="775416"/>
                          <a:pt x="268499" y="759224"/>
                          <a:pt x="248497" y="763986"/>
                        </a:cubicBezTo>
                        <a:cubicBezTo>
                          <a:pt x="228494" y="768749"/>
                          <a:pt x="218017" y="754461"/>
                          <a:pt x="223732" y="748746"/>
                        </a:cubicBezTo>
                        <a:cubicBezTo>
                          <a:pt x="228494" y="742079"/>
                          <a:pt x="258022" y="747794"/>
                          <a:pt x="256117" y="737316"/>
                        </a:cubicBezTo>
                        <a:cubicBezTo>
                          <a:pt x="255164" y="726839"/>
                          <a:pt x="244687" y="737316"/>
                          <a:pt x="226589" y="724934"/>
                        </a:cubicBezTo>
                        <a:cubicBezTo>
                          <a:pt x="208492" y="712551"/>
                          <a:pt x="198967" y="721124"/>
                          <a:pt x="195157" y="731601"/>
                        </a:cubicBezTo>
                        <a:cubicBezTo>
                          <a:pt x="191347" y="742079"/>
                          <a:pt x="177059" y="739221"/>
                          <a:pt x="168487" y="730649"/>
                        </a:cubicBezTo>
                        <a:cubicBezTo>
                          <a:pt x="167534" y="729696"/>
                          <a:pt x="166582" y="728744"/>
                          <a:pt x="165629" y="728744"/>
                        </a:cubicBezTo>
                        <a:cubicBezTo>
                          <a:pt x="162772" y="746841"/>
                          <a:pt x="153247" y="747794"/>
                          <a:pt x="142769" y="745889"/>
                        </a:cubicBezTo>
                        <a:cubicBezTo>
                          <a:pt x="131339" y="743031"/>
                          <a:pt x="118957" y="763986"/>
                          <a:pt x="106574" y="763986"/>
                        </a:cubicBezTo>
                        <a:cubicBezTo>
                          <a:pt x="93239" y="763986"/>
                          <a:pt x="78951" y="779226"/>
                          <a:pt x="76094" y="792561"/>
                        </a:cubicBezTo>
                        <a:cubicBezTo>
                          <a:pt x="73237" y="804944"/>
                          <a:pt x="58949" y="798276"/>
                          <a:pt x="58949" y="806849"/>
                        </a:cubicBezTo>
                        <a:cubicBezTo>
                          <a:pt x="58949" y="815421"/>
                          <a:pt x="58949" y="823994"/>
                          <a:pt x="52282" y="832566"/>
                        </a:cubicBezTo>
                        <a:cubicBezTo>
                          <a:pt x="45614" y="841139"/>
                          <a:pt x="52282" y="844949"/>
                          <a:pt x="58949" y="859236"/>
                        </a:cubicBezTo>
                        <a:cubicBezTo>
                          <a:pt x="65617" y="873524"/>
                          <a:pt x="79904" y="871619"/>
                          <a:pt x="86572" y="876381"/>
                        </a:cubicBezTo>
                        <a:cubicBezTo>
                          <a:pt x="93239" y="880191"/>
                          <a:pt x="118004" y="903051"/>
                          <a:pt x="118004" y="911624"/>
                        </a:cubicBezTo>
                        <a:cubicBezTo>
                          <a:pt x="118004" y="920196"/>
                          <a:pt x="98001" y="941151"/>
                          <a:pt x="90382" y="946866"/>
                        </a:cubicBezTo>
                        <a:cubicBezTo>
                          <a:pt x="82762" y="952581"/>
                          <a:pt x="72284" y="966869"/>
                          <a:pt x="77047" y="975441"/>
                        </a:cubicBezTo>
                        <a:cubicBezTo>
                          <a:pt x="82762" y="984014"/>
                          <a:pt x="104669" y="1019256"/>
                          <a:pt x="118957" y="1047831"/>
                        </a:cubicBezTo>
                        <a:cubicBezTo>
                          <a:pt x="133244" y="1076406"/>
                          <a:pt x="114194" y="1063071"/>
                          <a:pt x="104669" y="1076406"/>
                        </a:cubicBezTo>
                        <a:cubicBezTo>
                          <a:pt x="95144" y="1088789"/>
                          <a:pt x="108479" y="1104981"/>
                          <a:pt x="111337" y="1113554"/>
                        </a:cubicBezTo>
                        <a:cubicBezTo>
                          <a:pt x="114194" y="1122126"/>
                          <a:pt x="99907" y="1120221"/>
                          <a:pt x="100859" y="1127841"/>
                        </a:cubicBezTo>
                        <a:cubicBezTo>
                          <a:pt x="101812" y="1134509"/>
                          <a:pt x="121814" y="1137366"/>
                          <a:pt x="122767" y="1143081"/>
                        </a:cubicBezTo>
                        <a:cubicBezTo>
                          <a:pt x="123719" y="1148796"/>
                          <a:pt x="109432" y="1155464"/>
                          <a:pt x="116099" y="1166894"/>
                        </a:cubicBezTo>
                        <a:cubicBezTo>
                          <a:pt x="122767" y="1178324"/>
                          <a:pt x="138007" y="1178324"/>
                          <a:pt x="139912" y="1192611"/>
                        </a:cubicBezTo>
                        <a:cubicBezTo>
                          <a:pt x="140864" y="1206899"/>
                          <a:pt x="111337" y="1207851"/>
                          <a:pt x="112289" y="1219281"/>
                        </a:cubicBezTo>
                        <a:cubicBezTo>
                          <a:pt x="113242" y="1230711"/>
                          <a:pt x="151342" y="1244999"/>
                          <a:pt x="168487" y="1265954"/>
                        </a:cubicBezTo>
                        <a:cubicBezTo>
                          <a:pt x="185632" y="1286909"/>
                          <a:pt x="183726" y="1292624"/>
                          <a:pt x="179917" y="1304054"/>
                        </a:cubicBezTo>
                        <a:cubicBezTo>
                          <a:pt x="172297" y="1326914"/>
                          <a:pt x="124672" y="1345964"/>
                          <a:pt x="114194" y="1371681"/>
                        </a:cubicBezTo>
                        <a:cubicBezTo>
                          <a:pt x="103717" y="1397399"/>
                          <a:pt x="64664" y="1410734"/>
                          <a:pt x="46567" y="1430736"/>
                        </a:cubicBezTo>
                        <a:cubicBezTo>
                          <a:pt x="38947" y="1438356"/>
                          <a:pt x="31326" y="1449786"/>
                          <a:pt x="25612" y="1459311"/>
                        </a:cubicBezTo>
                        <a:cubicBezTo>
                          <a:pt x="33232" y="1457406"/>
                          <a:pt x="39899" y="1454549"/>
                          <a:pt x="43709" y="1452644"/>
                        </a:cubicBezTo>
                        <a:cubicBezTo>
                          <a:pt x="54187" y="1446929"/>
                          <a:pt x="61807" y="1474551"/>
                          <a:pt x="72284" y="1484076"/>
                        </a:cubicBezTo>
                        <a:cubicBezTo>
                          <a:pt x="82762" y="1493601"/>
                          <a:pt x="103717" y="1485029"/>
                          <a:pt x="110384" y="1493601"/>
                        </a:cubicBezTo>
                        <a:cubicBezTo>
                          <a:pt x="118004" y="1502174"/>
                          <a:pt x="104669" y="1503126"/>
                          <a:pt x="89429" y="1500269"/>
                        </a:cubicBezTo>
                        <a:cubicBezTo>
                          <a:pt x="74189" y="1497411"/>
                          <a:pt x="70379" y="1506936"/>
                          <a:pt x="46567" y="1515509"/>
                        </a:cubicBezTo>
                        <a:cubicBezTo>
                          <a:pt x="29422" y="1522176"/>
                          <a:pt x="30374" y="1528844"/>
                          <a:pt x="24659" y="1533606"/>
                        </a:cubicBezTo>
                        <a:cubicBezTo>
                          <a:pt x="35137" y="1549799"/>
                          <a:pt x="20849" y="1552656"/>
                          <a:pt x="16087" y="1565039"/>
                        </a:cubicBezTo>
                        <a:cubicBezTo>
                          <a:pt x="10372" y="1578374"/>
                          <a:pt x="2751" y="1581231"/>
                          <a:pt x="1799" y="1589804"/>
                        </a:cubicBezTo>
                        <a:cubicBezTo>
                          <a:pt x="847" y="1598376"/>
                          <a:pt x="3704" y="1605044"/>
                          <a:pt x="4657" y="1617426"/>
                        </a:cubicBezTo>
                        <a:cubicBezTo>
                          <a:pt x="5609" y="1629809"/>
                          <a:pt x="7514" y="1632666"/>
                          <a:pt x="14182" y="1643144"/>
                        </a:cubicBezTo>
                        <a:cubicBezTo>
                          <a:pt x="20849" y="1653621"/>
                          <a:pt x="8467" y="1653621"/>
                          <a:pt x="2751" y="1659336"/>
                        </a:cubicBezTo>
                        <a:cubicBezTo>
                          <a:pt x="-2963" y="1665051"/>
                          <a:pt x="847" y="1676481"/>
                          <a:pt x="8467" y="1685054"/>
                        </a:cubicBezTo>
                        <a:cubicBezTo>
                          <a:pt x="16087" y="1693626"/>
                          <a:pt x="16087" y="1704104"/>
                          <a:pt x="13229" y="1711724"/>
                        </a:cubicBezTo>
                        <a:cubicBezTo>
                          <a:pt x="10372" y="1719344"/>
                          <a:pt x="19897" y="1731726"/>
                          <a:pt x="26564" y="1739346"/>
                        </a:cubicBezTo>
                        <a:cubicBezTo>
                          <a:pt x="33232" y="1746966"/>
                          <a:pt x="32279" y="1766969"/>
                          <a:pt x="37994" y="1771731"/>
                        </a:cubicBezTo>
                        <a:cubicBezTo>
                          <a:pt x="43709" y="1777446"/>
                          <a:pt x="50376" y="1782209"/>
                          <a:pt x="61807" y="1779351"/>
                        </a:cubicBezTo>
                        <a:cubicBezTo>
                          <a:pt x="72284" y="1776494"/>
                          <a:pt x="79904" y="1781256"/>
                          <a:pt x="84667" y="1790781"/>
                        </a:cubicBezTo>
                        <a:cubicBezTo>
                          <a:pt x="89429" y="1800306"/>
                          <a:pt x="97049" y="1796496"/>
                          <a:pt x="108479" y="1790781"/>
                        </a:cubicBezTo>
                        <a:cubicBezTo>
                          <a:pt x="118957" y="1785066"/>
                          <a:pt x="143722" y="1800306"/>
                          <a:pt x="149437" y="1803164"/>
                        </a:cubicBezTo>
                        <a:cubicBezTo>
                          <a:pt x="155151" y="1806021"/>
                          <a:pt x="152294" y="1824119"/>
                          <a:pt x="153247" y="1835549"/>
                        </a:cubicBezTo>
                        <a:cubicBezTo>
                          <a:pt x="154199" y="1846979"/>
                          <a:pt x="147532" y="1862219"/>
                          <a:pt x="158009" y="1869839"/>
                        </a:cubicBezTo>
                        <a:cubicBezTo>
                          <a:pt x="168487" y="1877459"/>
                          <a:pt x="165629" y="1894604"/>
                          <a:pt x="178964" y="1899366"/>
                        </a:cubicBezTo>
                        <a:cubicBezTo>
                          <a:pt x="191347" y="1905081"/>
                          <a:pt x="197062" y="1924131"/>
                          <a:pt x="204682" y="1926036"/>
                        </a:cubicBezTo>
                        <a:cubicBezTo>
                          <a:pt x="212301" y="1927941"/>
                          <a:pt x="227542" y="1941276"/>
                          <a:pt x="229447" y="1950801"/>
                        </a:cubicBezTo>
                        <a:cubicBezTo>
                          <a:pt x="231351" y="1960326"/>
                          <a:pt x="216112" y="1968899"/>
                          <a:pt x="206587" y="1972709"/>
                        </a:cubicBezTo>
                        <a:cubicBezTo>
                          <a:pt x="198014" y="1976519"/>
                          <a:pt x="180869" y="1960326"/>
                          <a:pt x="175154" y="1966994"/>
                        </a:cubicBezTo>
                        <a:cubicBezTo>
                          <a:pt x="169439" y="1974614"/>
                          <a:pt x="177059" y="1987949"/>
                          <a:pt x="181822" y="2011761"/>
                        </a:cubicBezTo>
                        <a:cubicBezTo>
                          <a:pt x="186584" y="2034621"/>
                          <a:pt x="190394" y="2037479"/>
                          <a:pt x="200872" y="2037479"/>
                        </a:cubicBezTo>
                        <a:cubicBezTo>
                          <a:pt x="210397" y="2037479"/>
                          <a:pt x="214207" y="2029859"/>
                          <a:pt x="221826" y="2026049"/>
                        </a:cubicBezTo>
                        <a:cubicBezTo>
                          <a:pt x="228494" y="2022239"/>
                          <a:pt x="244687" y="2027954"/>
                          <a:pt x="251354" y="2025096"/>
                        </a:cubicBezTo>
                        <a:cubicBezTo>
                          <a:pt x="258022" y="2022239"/>
                          <a:pt x="282787" y="2021286"/>
                          <a:pt x="287549" y="2028906"/>
                        </a:cubicBezTo>
                        <a:cubicBezTo>
                          <a:pt x="292312" y="2037479"/>
                          <a:pt x="297074" y="2057481"/>
                          <a:pt x="293264" y="2065101"/>
                        </a:cubicBezTo>
                        <a:cubicBezTo>
                          <a:pt x="289454" y="2072721"/>
                          <a:pt x="298026" y="2081294"/>
                          <a:pt x="302789" y="2091771"/>
                        </a:cubicBezTo>
                        <a:cubicBezTo>
                          <a:pt x="307551" y="2102249"/>
                          <a:pt x="328507" y="2097486"/>
                          <a:pt x="335174" y="2100344"/>
                        </a:cubicBezTo>
                        <a:cubicBezTo>
                          <a:pt x="341842" y="2103201"/>
                          <a:pt x="358034" y="2127014"/>
                          <a:pt x="355176" y="2137491"/>
                        </a:cubicBezTo>
                        <a:cubicBezTo>
                          <a:pt x="352319" y="2147969"/>
                          <a:pt x="364701" y="2149874"/>
                          <a:pt x="372322" y="2147016"/>
                        </a:cubicBezTo>
                        <a:cubicBezTo>
                          <a:pt x="378989" y="2144159"/>
                          <a:pt x="385657" y="2152731"/>
                          <a:pt x="394229" y="2157494"/>
                        </a:cubicBezTo>
                        <a:cubicBezTo>
                          <a:pt x="401849" y="2163209"/>
                          <a:pt x="408517" y="2160351"/>
                          <a:pt x="417089" y="2155589"/>
                        </a:cubicBezTo>
                        <a:cubicBezTo>
                          <a:pt x="424709" y="2149874"/>
                          <a:pt x="438044" y="2146064"/>
                          <a:pt x="441854" y="2153684"/>
                        </a:cubicBezTo>
                        <a:cubicBezTo>
                          <a:pt x="445664" y="2161304"/>
                          <a:pt x="461857" y="2174639"/>
                          <a:pt x="461857" y="2179401"/>
                        </a:cubicBezTo>
                        <a:cubicBezTo>
                          <a:pt x="461857" y="2183211"/>
                          <a:pt x="486622" y="2179401"/>
                          <a:pt x="498051" y="2186069"/>
                        </a:cubicBezTo>
                        <a:cubicBezTo>
                          <a:pt x="509482" y="2192736"/>
                          <a:pt x="522817" y="2188926"/>
                          <a:pt x="535199" y="2196546"/>
                        </a:cubicBezTo>
                        <a:cubicBezTo>
                          <a:pt x="547582" y="2204166"/>
                          <a:pt x="559964" y="2205119"/>
                          <a:pt x="560917" y="2213691"/>
                        </a:cubicBezTo>
                        <a:cubicBezTo>
                          <a:pt x="561869" y="2222264"/>
                          <a:pt x="548534" y="2229884"/>
                          <a:pt x="548534" y="2233694"/>
                        </a:cubicBezTo>
                        <a:cubicBezTo>
                          <a:pt x="548534" y="2237504"/>
                          <a:pt x="559012" y="2241314"/>
                          <a:pt x="559012" y="2247029"/>
                        </a:cubicBezTo>
                        <a:cubicBezTo>
                          <a:pt x="559012" y="2253696"/>
                          <a:pt x="545676" y="2253696"/>
                          <a:pt x="543772" y="2258459"/>
                        </a:cubicBezTo>
                        <a:cubicBezTo>
                          <a:pt x="541867" y="2264174"/>
                          <a:pt x="551392" y="2270841"/>
                          <a:pt x="553297" y="2276556"/>
                        </a:cubicBezTo>
                        <a:cubicBezTo>
                          <a:pt x="555201" y="2282271"/>
                          <a:pt x="545676" y="2299416"/>
                          <a:pt x="545676" y="2305131"/>
                        </a:cubicBezTo>
                        <a:cubicBezTo>
                          <a:pt x="545676" y="2310846"/>
                          <a:pt x="516149" y="2304179"/>
                          <a:pt x="509482" y="2304179"/>
                        </a:cubicBezTo>
                        <a:cubicBezTo>
                          <a:pt x="502814" y="2304179"/>
                          <a:pt x="481859" y="2328944"/>
                          <a:pt x="475192" y="2329896"/>
                        </a:cubicBezTo>
                        <a:cubicBezTo>
                          <a:pt x="469476" y="2330849"/>
                          <a:pt x="472334" y="2342279"/>
                          <a:pt x="474239" y="2352756"/>
                        </a:cubicBezTo>
                        <a:cubicBezTo>
                          <a:pt x="495194" y="2347994"/>
                          <a:pt x="517101" y="2347041"/>
                          <a:pt x="519007" y="2351804"/>
                        </a:cubicBezTo>
                        <a:cubicBezTo>
                          <a:pt x="522817" y="2360376"/>
                          <a:pt x="473287" y="2383236"/>
                          <a:pt x="463762" y="2386094"/>
                        </a:cubicBezTo>
                        <a:cubicBezTo>
                          <a:pt x="454237" y="2389904"/>
                          <a:pt x="481859" y="2404191"/>
                          <a:pt x="480907" y="2412764"/>
                        </a:cubicBezTo>
                        <a:cubicBezTo>
                          <a:pt x="479954" y="2421336"/>
                          <a:pt x="452332" y="2423241"/>
                          <a:pt x="455189" y="2440386"/>
                        </a:cubicBezTo>
                        <a:cubicBezTo>
                          <a:pt x="458047" y="2457531"/>
                          <a:pt x="445664" y="2461341"/>
                          <a:pt x="431376" y="2461341"/>
                        </a:cubicBezTo>
                        <a:cubicBezTo>
                          <a:pt x="416137" y="2461341"/>
                          <a:pt x="412326" y="2470866"/>
                          <a:pt x="419947" y="2472771"/>
                        </a:cubicBezTo>
                        <a:cubicBezTo>
                          <a:pt x="427567" y="2474676"/>
                          <a:pt x="426614" y="2495631"/>
                          <a:pt x="454237" y="2503251"/>
                        </a:cubicBezTo>
                        <a:cubicBezTo>
                          <a:pt x="481859" y="2510871"/>
                          <a:pt x="512339" y="2539446"/>
                          <a:pt x="536151" y="2567069"/>
                        </a:cubicBezTo>
                        <a:cubicBezTo>
                          <a:pt x="539962" y="2570879"/>
                          <a:pt x="543772" y="2573736"/>
                          <a:pt x="547582" y="2576594"/>
                        </a:cubicBezTo>
                        <a:cubicBezTo>
                          <a:pt x="554249" y="2571831"/>
                          <a:pt x="560917" y="2568974"/>
                          <a:pt x="563774" y="2568021"/>
                        </a:cubicBezTo>
                        <a:cubicBezTo>
                          <a:pt x="577109" y="2566116"/>
                          <a:pt x="602826" y="2574689"/>
                          <a:pt x="617114" y="2585166"/>
                        </a:cubicBezTo>
                        <a:cubicBezTo>
                          <a:pt x="630449" y="2595644"/>
                          <a:pt x="679979" y="2583261"/>
                          <a:pt x="685694" y="2591834"/>
                        </a:cubicBezTo>
                        <a:cubicBezTo>
                          <a:pt x="691409" y="2600406"/>
                          <a:pt x="703792" y="2610884"/>
                          <a:pt x="713317" y="2610884"/>
                        </a:cubicBezTo>
                        <a:cubicBezTo>
                          <a:pt x="722842" y="2610884"/>
                          <a:pt x="733319" y="2631839"/>
                          <a:pt x="740939" y="2626124"/>
                        </a:cubicBezTo>
                        <a:cubicBezTo>
                          <a:pt x="748559" y="2619456"/>
                          <a:pt x="778087" y="2619456"/>
                          <a:pt x="785707" y="2619456"/>
                        </a:cubicBezTo>
                        <a:cubicBezTo>
                          <a:pt x="793326" y="2619456"/>
                          <a:pt x="793326" y="2626124"/>
                          <a:pt x="800947" y="2626124"/>
                        </a:cubicBezTo>
                        <a:cubicBezTo>
                          <a:pt x="808567" y="2626124"/>
                          <a:pt x="808567" y="2657556"/>
                          <a:pt x="814282" y="2655651"/>
                        </a:cubicBezTo>
                        <a:cubicBezTo>
                          <a:pt x="819997" y="2653746"/>
                          <a:pt x="841904" y="2674701"/>
                          <a:pt x="855239" y="2676606"/>
                        </a:cubicBezTo>
                        <a:cubicBezTo>
                          <a:pt x="868574" y="2678511"/>
                          <a:pt x="882862" y="2704229"/>
                          <a:pt x="888576" y="2702324"/>
                        </a:cubicBezTo>
                        <a:cubicBezTo>
                          <a:pt x="894292" y="2700419"/>
                          <a:pt x="903817" y="2712801"/>
                          <a:pt x="908579" y="2702324"/>
                        </a:cubicBezTo>
                        <a:cubicBezTo>
                          <a:pt x="912389" y="2691846"/>
                          <a:pt x="931439" y="2697561"/>
                          <a:pt x="937154" y="2679464"/>
                        </a:cubicBezTo>
                        <a:cubicBezTo>
                          <a:pt x="912389" y="2647079"/>
                          <a:pt x="885719" y="2609931"/>
                          <a:pt x="886672" y="2596596"/>
                        </a:cubicBezTo>
                        <a:cubicBezTo>
                          <a:pt x="887624" y="2572784"/>
                          <a:pt x="897149" y="2557544"/>
                          <a:pt x="869526" y="2531826"/>
                        </a:cubicBezTo>
                        <a:cubicBezTo>
                          <a:pt x="841904" y="2506109"/>
                          <a:pt x="872384" y="2489916"/>
                          <a:pt x="891434" y="2462294"/>
                        </a:cubicBezTo>
                        <a:cubicBezTo>
                          <a:pt x="908579" y="2438481"/>
                          <a:pt x="946679" y="2428004"/>
                          <a:pt x="969539" y="2410859"/>
                        </a:cubicBezTo>
                        <a:cubicBezTo>
                          <a:pt x="964776" y="2407049"/>
                          <a:pt x="960014" y="2404191"/>
                          <a:pt x="955251" y="2401334"/>
                        </a:cubicBezTo>
                        <a:cubicBezTo>
                          <a:pt x="937154" y="2392761"/>
                          <a:pt x="931439" y="2384189"/>
                          <a:pt x="945726" y="2380379"/>
                        </a:cubicBezTo>
                        <a:cubicBezTo>
                          <a:pt x="959062" y="2376569"/>
                          <a:pt x="953347" y="2367996"/>
                          <a:pt x="940012" y="2350851"/>
                        </a:cubicBezTo>
                        <a:cubicBezTo>
                          <a:pt x="926676" y="2333706"/>
                          <a:pt x="920009" y="2316561"/>
                          <a:pt x="912389" y="2316561"/>
                        </a:cubicBezTo>
                        <a:cubicBezTo>
                          <a:pt x="904769" y="2316561"/>
                          <a:pt x="892387" y="2314656"/>
                          <a:pt x="880957" y="2318466"/>
                        </a:cubicBezTo>
                        <a:cubicBezTo>
                          <a:pt x="869526" y="2322276"/>
                          <a:pt x="871432" y="2307989"/>
                          <a:pt x="873337" y="2292749"/>
                        </a:cubicBezTo>
                        <a:cubicBezTo>
                          <a:pt x="875242" y="2277509"/>
                          <a:pt x="851429" y="2280366"/>
                          <a:pt x="847619" y="2273699"/>
                        </a:cubicBezTo>
                        <a:cubicBezTo>
                          <a:pt x="843809" y="2267031"/>
                          <a:pt x="853334" y="2246076"/>
                          <a:pt x="857144" y="2244171"/>
                        </a:cubicBezTo>
                        <a:cubicBezTo>
                          <a:pt x="860954" y="2242266"/>
                          <a:pt x="872384" y="2235599"/>
                          <a:pt x="872384" y="2228931"/>
                        </a:cubicBezTo>
                        <a:cubicBezTo>
                          <a:pt x="872384" y="2222264"/>
                          <a:pt x="850476" y="2220359"/>
                          <a:pt x="859049" y="2206071"/>
                        </a:cubicBezTo>
                        <a:cubicBezTo>
                          <a:pt x="866669" y="2190831"/>
                          <a:pt x="882862" y="2190831"/>
                          <a:pt x="882862" y="2176544"/>
                        </a:cubicBezTo>
                        <a:cubicBezTo>
                          <a:pt x="882862" y="2161304"/>
                          <a:pt x="894292" y="2148921"/>
                          <a:pt x="908579" y="2159399"/>
                        </a:cubicBezTo>
                        <a:cubicBezTo>
                          <a:pt x="921914" y="2169876"/>
                          <a:pt x="928582" y="2197499"/>
                          <a:pt x="943822" y="2190831"/>
                        </a:cubicBezTo>
                        <a:cubicBezTo>
                          <a:pt x="959062" y="2184164"/>
                          <a:pt x="949537" y="2169876"/>
                          <a:pt x="947632" y="2161304"/>
                        </a:cubicBezTo>
                        <a:cubicBezTo>
                          <a:pt x="945726" y="2152731"/>
                          <a:pt x="941917" y="2140349"/>
                          <a:pt x="959062" y="2135586"/>
                        </a:cubicBezTo>
                        <a:cubicBezTo>
                          <a:pt x="977159" y="2131776"/>
                          <a:pt x="968587" y="2112726"/>
                          <a:pt x="982874" y="2112726"/>
                        </a:cubicBezTo>
                        <a:cubicBezTo>
                          <a:pt x="996209" y="2112726"/>
                          <a:pt x="1021926" y="2093676"/>
                          <a:pt x="1029547" y="2089866"/>
                        </a:cubicBezTo>
                        <a:cubicBezTo>
                          <a:pt x="1037167" y="2086056"/>
                          <a:pt x="1055264" y="2074626"/>
                          <a:pt x="1062884" y="2079389"/>
                        </a:cubicBezTo>
                        <a:cubicBezTo>
                          <a:pt x="1070504" y="2083199"/>
                          <a:pt x="1080982" y="2094629"/>
                          <a:pt x="1086697" y="2079389"/>
                        </a:cubicBezTo>
                        <a:cubicBezTo>
                          <a:pt x="1092412" y="2064149"/>
                          <a:pt x="1116224" y="2070816"/>
                          <a:pt x="1118129" y="2079389"/>
                        </a:cubicBezTo>
                        <a:cubicBezTo>
                          <a:pt x="1120034" y="2087961"/>
                          <a:pt x="1157182" y="2087961"/>
                          <a:pt x="1169564" y="2096534"/>
                        </a:cubicBezTo>
                        <a:cubicBezTo>
                          <a:pt x="1180995" y="2105106"/>
                          <a:pt x="1206712" y="2122251"/>
                          <a:pt x="1206712" y="2130824"/>
                        </a:cubicBezTo>
                        <a:cubicBezTo>
                          <a:pt x="1206712" y="2139396"/>
                          <a:pt x="1218141" y="2151779"/>
                          <a:pt x="1218141" y="2137491"/>
                        </a:cubicBezTo>
                        <a:cubicBezTo>
                          <a:pt x="1218141" y="2122251"/>
                          <a:pt x="1227666" y="2127014"/>
                          <a:pt x="1243859" y="2137491"/>
                        </a:cubicBezTo>
                        <a:cubicBezTo>
                          <a:pt x="1259099" y="2147969"/>
                          <a:pt x="1281007" y="2144159"/>
                          <a:pt x="1284816" y="2133681"/>
                        </a:cubicBezTo>
                        <a:cubicBezTo>
                          <a:pt x="1288627" y="2123204"/>
                          <a:pt x="1318154" y="2110821"/>
                          <a:pt x="1327679" y="2118441"/>
                        </a:cubicBezTo>
                        <a:cubicBezTo>
                          <a:pt x="1337204" y="2127014"/>
                          <a:pt x="1341014" y="2133681"/>
                          <a:pt x="1353397" y="2120346"/>
                        </a:cubicBezTo>
                        <a:cubicBezTo>
                          <a:pt x="1364827" y="2107964"/>
                          <a:pt x="1392449" y="2109869"/>
                          <a:pt x="1396259" y="2122251"/>
                        </a:cubicBezTo>
                        <a:cubicBezTo>
                          <a:pt x="1400070" y="2134634"/>
                          <a:pt x="1414357" y="2137491"/>
                          <a:pt x="1425787" y="2137491"/>
                        </a:cubicBezTo>
                        <a:cubicBezTo>
                          <a:pt x="1437216" y="2137491"/>
                          <a:pt x="1439122" y="2156541"/>
                          <a:pt x="1447695" y="2152731"/>
                        </a:cubicBezTo>
                        <a:cubicBezTo>
                          <a:pt x="1455314" y="2148921"/>
                          <a:pt x="1453409" y="2127014"/>
                          <a:pt x="1462934" y="2129871"/>
                        </a:cubicBezTo>
                        <a:cubicBezTo>
                          <a:pt x="1472459" y="2131776"/>
                          <a:pt x="1481032" y="2145111"/>
                          <a:pt x="1496272" y="2145111"/>
                        </a:cubicBezTo>
                        <a:cubicBezTo>
                          <a:pt x="1511512" y="2145111"/>
                          <a:pt x="1523895" y="2141301"/>
                          <a:pt x="1523895" y="2127966"/>
                        </a:cubicBezTo>
                        <a:cubicBezTo>
                          <a:pt x="1523895" y="2115584"/>
                          <a:pt x="1521989" y="2093676"/>
                          <a:pt x="1512464" y="2093676"/>
                        </a:cubicBezTo>
                        <a:cubicBezTo>
                          <a:pt x="1502939" y="2093676"/>
                          <a:pt x="1492462" y="2083199"/>
                          <a:pt x="1481032" y="2083199"/>
                        </a:cubicBezTo>
                        <a:cubicBezTo>
                          <a:pt x="1469602" y="2083199"/>
                          <a:pt x="1457220" y="2062244"/>
                          <a:pt x="1469602" y="2057481"/>
                        </a:cubicBezTo>
                        <a:cubicBezTo>
                          <a:pt x="1481032" y="2053671"/>
                          <a:pt x="1501034" y="2042241"/>
                          <a:pt x="1497224" y="2031764"/>
                        </a:cubicBezTo>
                        <a:cubicBezTo>
                          <a:pt x="1493414" y="2021286"/>
                          <a:pt x="1489604" y="2000331"/>
                          <a:pt x="1504845" y="1997474"/>
                        </a:cubicBezTo>
                        <a:cubicBezTo>
                          <a:pt x="1520084" y="1995569"/>
                          <a:pt x="1553422" y="1995569"/>
                          <a:pt x="1551516" y="1988901"/>
                        </a:cubicBezTo>
                        <a:cubicBezTo>
                          <a:pt x="1549612" y="1982234"/>
                          <a:pt x="1518179" y="1978424"/>
                          <a:pt x="1512464" y="1967946"/>
                        </a:cubicBezTo>
                        <a:cubicBezTo>
                          <a:pt x="1506749" y="1957469"/>
                          <a:pt x="1504845" y="1931751"/>
                          <a:pt x="1510559" y="1927941"/>
                        </a:cubicBezTo>
                        <a:cubicBezTo>
                          <a:pt x="1516274" y="1924131"/>
                          <a:pt x="1536277" y="1929846"/>
                          <a:pt x="1547707" y="1926036"/>
                        </a:cubicBezTo>
                        <a:cubicBezTo>
                          <a:pt x="1559137" y="1922226"/>
                          <a:pt x="1584854" y="1932704"/>
                          <a:pt x="1601047" y="1919369"/>
                        </a:cubicBezTo>
                        <a:cubicBezTo>
                          <a:pt x="1616287" y="1906986"/>
                          <a:pt x="1649624" y="1904129"/>
                          <a:pt x="1667722" y="1904129"/>
                        </a:cubicBezTo>
                        <a:cubicBezTo>
                          <a:pt x="1684866" y="1904129"/>
                          <a:pt x="1699154" y="1891746"/>
                          <a:pt x="1712489" y="1888889"/>
                        </a:cubicBezTo>
                        <a:cubicBezTo>
                          <a:pt x="1725824" y="1886984"/>
                          <a:pt x="1765829" y="1880316"/>
                          <a:pt x="1775354" y="1876506"/>
                        </a:cubicBezTo>
                        <a:cubicBezTo>
                          <a:pt x="1784879" y="1872696"/>
                          <a:pt x="1838220" y="1864124"/>
                          <a:pt x="1840124" y="1853646"/>
                        </a:cubicBezTo>
                        <a:cubicBezTo>
                          <a:pt x="1842029" y="1843169"/>
                          <a:pt x="1883939" y="1834596"/>
                          <a:pt x="1895370" y="1840311"/>
                        </a:cubicBezTo>
                        <a:cubicBezTo>
                          <a:pt x="1905847" y="1846026"/>
                          <a:pt x="1920134" y="1849836"/>
                          <a:pt x="1929659" y="1846026"/>
                        </a:cubicBezTo>
                        <a:cubicBezTo>
                          <a:pt x="1939184" y="1842216"/>
                          <a:pt x="1960139" y="1853646"/>
                          <a:pt x="1958234" y="1865076"/>
                        </a:cubicBezTo>
                        <a:cubicBezTo>
                          <a:pt x="1956329" y="1876506"/>
                          <a:pt x="1966807" y="1889841"/>
                          <a:pt x="1965854" y="1899366"/>
                        </a:cubicBezTo>
                        <a:cubicBezTo>
                          <a:pt x="1964902" y="1908891"/>
                          <a:pt x="1955377" y="1911749"/>
                          <a:pt x="1961091" y="1919369"/>
                        </a:cubicBezTo>
                        <a:cubicBezTo>
                          <a:pt x="1966807" y="1926989"/>
                          <a:pt x="1993477" y="1921274"/>
                          <a:pt x="2001097" y="1911749"/>
                        </a:cubicBezTo>
                        <a:cubicBezTo>
                          <a:pt x="2008716" y="1902224"/>
                          <a:pt x="2017289" y="1915559"/>
                          <a:pt x="2017289" y="1923179"/>
                        </a:cubicBezTo>
                        <a:cubicBezTo>
                          <a:pt x="2017289" y="1930799"/>
                          <a:pt x="2029672" y="1935561"/>
                          <a:pt x="2029672" y="1926036"/>
                        </a:cubicBezTo>
                        <a:cubicBezTo>
                          <a:pt x="2029672" y="1916511"/>
                          <a:pt x="2044912" y="1923179"/>
                          <a:pt x="2050627" y="1928894"/>
                        </a:cubicBezTo>
                        <a:cubicBezTo>
                          <a:pt x="2055389" y="1935561"/>
                          <a:pt x="2074439" y="1921274"/>
                          <a:pt x="2074439" y="1931751"/>
                        </a:cubicBezTo>
                        <a:cubicBezTo>
                          <a:pt x="2074439" y="1942229"/>
                          <a:pt x="2046816" y="1950801"/>
                          <a:pt x="2059199" y="1962231"/>
                        </a:cubicBezTo>
                        <a:cubicBezTo>
                          <a:pt x="2070629" y="1973661"/>
                          <a:pt x="2078249" y="1948896"/>
                          <a:pt x="2092537" y="1953659"/>
                        </a:cubicBezTo>
                        <a:cubicBezTo>
                          <a:pt x="2106824" y="1959374"/>
                          <a:pt x="2126827" y="1935561"/>
                          <a:pt x="2140162" y="1932704"/>
                        </a:cubicBezTo>
                        <a:cubicBezTo>
                          <a:pt x="2153497" y="1929846"/>
                          <a:pt x="2168737" y="1915559"/>
                          <a:pt x="2180166" y="1907939"/>
                        </a:cubicBezTo>
                        <a:cubicBezTo>
                          <a:pt x="2191597" y="1900319"/>
                          <a:pt x="2217314" y="1902224"/>
                          <a:pt x="2209695" y="1910796"/>
                        </a:cubicBezTo>
                        <a:cubicBezTo>
                          <a:pt x="2202074" y="1919369"/>
                          <a:pt x="2193502" y="1935561"/>
                          <a:pt x="2222077" y="1946991"/>
                        </a:cubicBezTo>
                        <a:cubicBezTo>
                          <a:pt x="2251604" y="1958421"/>
                          <a:pt x="2284941" y="2020334"/>
                          <a:pt x="2303039" y="2050814"/>
                        </a:cubicBezTo>
                        <a:cubicBezTo>
                          <a:pt x="2322089" y="2081294"/>
                          <a:pt x="2339235" y="2136539"/>
                          <a:pt x="2348760" y="2136539"/>
                        </a:cubicBezTo>
                        <a:cubicBezTo>
                          <a:pt x="2358285" y="2136539"/>
                          <a:pt x="2361141" y="2108916"/>
                          <a:pt x="2374477" y="2106059"/>
                        </a:cubicBezTo>
                        <a:cubicBezTo>
                          <a:pt x="2386860" y="2103201"/>
                          <a:pt x="2395432" y="2128919"/>
                          <a:pt x="2408766" y="2132729"/>
                        </a:cubicBezTo>
                        <a:cubicBezTo>
                          <a:pt x="2422102" y="2135586"/>
                          <a:pt x="2441152" y="2144159"/>
                          <a:pt x="2451629" y="2140349"/>
                        </a:cubicBezTo>
                        <a:cubicBezTo>
                          <a:pt x="2462107" y="2136539"/>
                          <a:pt x="2486872" y="2121299"/>
                          <a:pt x="2495445" y="2127014"/>
                        </a:cubicBezTo>
                        <a:cubicBezTo>
                          <a:pt x="2504016" y="2132729"/>
                          <a:pt x="2516399" y="2132729"/>
                          <a:pt x="2524020" y="2152731"/>
                        </a:cubicBezTo>
                        <a:cubicBezTo>
                          <a:pt x="2531639" y="2172734"/>
                          <a:pt x="2544022" y="2177496"/>
                          <a:pt x="2551641" y="2177496"/>
                        </a:cubicBezTo>
                        <a:cubicBezTo>
                          <a:pt x="2559262" y="2177496"/>
                          <a:pt x="2561166" y="2187021"/>
                          <a:pt x="2561166" y="2195594"/>
                        </a:cubicBezTo>
                        <a:cubicBezTo>
                          <a:pt x="2561166" y="2204166"/>
                          <a:pt x="2575454" y="2215596"/>
                          <a:pt x="2583074" y="2215596"/>
                        </a:cubicBezTo>
                        <a:cubicBezTo>
                          <a:pt x="2590695" y="2215596"/>
                          <a:pt x="2611649" y="2212739"/>
                          <a:pt x="2618316" y="2208929"/>
                        </a:cubicBezTo>
                        <a:cubicBezTo>
                          <a:pt x="2624985" y="2205119"/>
                          <a:pt x="2632604" y="2200356"/>
                          <a:pt x="2633557" y="2210834"/>
                        </a:cubicBezTo>
                        <a:cubicBezTo>
                          <a:pt x="2634510" y="2220359"/>
                          <a:pt x="2646891" y="2236551"/>
                          <a:pt x="2654512" y="2236551"/>
                        </a:cubicBezTo>
                        <a:cubicBezTo>
                          <a:pt x="2662132" y="2236551"/>
                          <a:pt x="2678324" y="2243219"/>
                          <a:pt x="2679277" y="2236551"/>
                        </a:cubicBezTo>
                        <a:cubicBezTo>
                          <a:pt x="2680229" y="2229884"/>
                          <a:pt x="2701185" y="2225121"/>
                          <a:pt x="2709757" y="2224169"/>
                        </a:cubicBezTo>
                        <a:cubicBezTo>
                          <a:pt x="2717377" y="2223216"/>
                          <a:pt x="2744999" y="2217501"/>
                          <a:pt x="2750714" y="2204166"/>
                        </a:cubicBezTo>
                        <a:cubicBezTo>
                          <a:pt x="2755477" y="2191784"/>
                          <a:pt x="2778337" y="2191784"/>
                          <a:pt x="2785004" y="2183211"/>
                        </a:cubicBezTo>
                        <a:cubicBezTo>
                          <a:pt x="2791672" y="2174639"/>
                          <a:pt x="2809770" y="2170829"/>
                          <a:pt x="2813579" y="2162256"/>
                        </a:cubicBezTo>
                        <a:cubicBezTo>
                          <a:pt x="2817389" y="2153684"/>
                          <a:pt x="2841202" y="2155589"/>
                          <a:pt x="2844060" y="2147969"/>
                        </a:cubicBezTo>
                        <a:cubicBezTo>
                          <a:pt x="2846916" y="2141301"/>
                          <a:pt x="2865966" y="2139396"/>
                          <a:pt x="2875491" y="2142254"/>
                        </a:cubicBezTo>
                        <a:cubicBezTo>
                          <a:pt x="2885016" y="2145111"/>
                          <a:pt x="2930737" y="2154636"/>
                          <a:pt x="2936452" y="2153684"/>
                        </a:cubicBezTo>
                        <a:cubicBezTo>
                          <a:pt x="2943120" y="2152731"/>
                          <a:pt x="2944072" y="2179401"/>
                          <a:pt x="2950739" y="2180354"/>
                        </a:cubicBezTo>
                        <a:cubicBezTo>
                          <a:pt x="2957407" y="2182259"/>
                          <a:pt x="2981220" y="2201309"/>
                          <a:pt x="2986935" y="2195594"/>
                        </a:cubicBezTo>
                        <a:cubicBezTo>
                          <a:pt x="2993602" y="2189879"/>
                          <a:pt x="3008841" y="2184164"/>
                          <a:pt x="3022177" y="2192736"/>
                        </a:cubicBezTo>
                        <a:cubicBezTo>
                          <a:pt x="3035512" y="2201309"/>
                          <a:pt x="3047895" y="2212739"/>
                          <a:pt x="3053610" y="2202261"/>
                        </a:cubicBezTo>
                        <a:cubicBezTo>
                          <a:pt x="3058372" y="2192736"/>
                          <a:pt x="3085995" y="2187974"/>
                          <a:pt x="3089804" y="2182259"/>
                        </a:cubicBezTo>
                        <a:cubicBezTo>
                          <a:pt x="3093614" y="2176544"/>
                          <a:pt x="3097424" y="2159399"/>
                          <a:pt x="3090757" y="2153684"/>
                        </a:cubicBezTo>
                        <a:cubicBezTo>
                          <a:pt x="3084089" y="2147969"/>
                          <a:pt x="3077422" y="2125109"/>
                          <a:pt x="3075516" y="2114631"/>
                        </a:cubicBezTo>
                        <a:cubicBezTo>
                          <a:pt x="3072660" y="2103201"/>
                          <a:pt x="3090757" y="2100344"/>
                          <a:pt x="3093614" y="2090819"/>
                        </a:cubicBezTo>
                        <a:cubicBezTo>
                          <a:pt x="3096472" y="2081294"/>
                          <a:pt x="3111712" y="2079389"/>
                          <a:pt x="3117427" y="2073674"/>
                        </a:cubicBezTo>
                        <a:cubicBezTo>
                          <a:pt x="3122189" y="2067959"/>
                          <a:pt x="3124095" y="2055576"/>
                          <a:pt x="3132666" y="2058434"/>
                        </a:cubicBezTo>
                        <a:cubicBezTo>
                          <a:pt x="3142191" y="2061291"/>
                          <a:pt x="3161241" y="2067959"/>
                          <a:pt x="3165052" y="2072721"/>
                        </a:cubicBezTo>
                        <a:cubicBezTo>
                          <a:pt x="3168862" y="2076531"/>
                          <a:pt x="3183149" y="2079389"/>
                          <a:pt x="3192674" y="2079389"/>
                        </a:cubicBezTo>
                        <a:cubicBezTo>
                          <a:pt x="3202199" y="2079389"/>
                          <a:pt x="3216487" y="2087961"/>
                          <a:pt x="3225060" y="2093676"/>
                        </a:cubicBezTo>
                        <a:cubicBezTo>
                          <a:pt x="3234585" y="2099391"/>
                          <a:pt x="3263160" y="2099391"/>
                          <a:pt x="3267922" y="2107964"/>
                        </a:cubicBezTo>
                        <a:cubicBezTo>
                          <a:pt x="3272685" y="2116536"/>
                          <a:pt x="3266970" y="2140349"/>
                          <a:pt x="3272685" y="2148921"/>
                        </a:cubicBezTo>
                        <a:cubicBezTo>
                          <a:pt x="3279352" y="2157494"/>
                          <a:pt x="3294591" y="2175591"/>
                          <a:pt x="3300307" y="2171781"/>
                        </a:cubicBezTo>
                        <a:cubicBezTo>
                          <a:pt x="3305070" y="2167971"/>
                          <a:pt x="3330787" y="2186069"/>
                          <a:pt x="3339360" y="2184164"/>
                        </a:cubicBezTo>
                        <a:cubicBezTo>
                          <a:pt x="3348885" y="2183211"/>
                          <a:pt x="3363172" y="2167019"/>
                          <a:pt x="3370791" y="2167019"/>
                        </a:cubicBezTo>
                        <a:cubicBezTo>
                          <a:pt x="3378412" y="2167019"/>
                          <a:pt x="3403177" y="2160351"/>
                          <a:pt x="3411749" y="2161304"/>
                        </a:cubicBezTo>
                        <a:cubicBezTo>
                          <a:pt x="3419370" y="2162256"/>
                          <a:pt x="3447945" y="2173686"/>
                          <a:pt x="3452707" y="2170829"/>
                        </a:cubicBezTo>
                        <a:cubicBezTo>
                          <a:pt x="3456516" y="2167971"/>
                          <a:pt x="3483187" y="2171781"/>
                          <a:pt x="3486997" y="2180354"/>
                        </a:cubicBezTo>
                        <a:cubicBezTo>
                          <a:pt x="3490807" y="2188926"/>
                          <a:pt x="3523191" y="2188926"/>
                          <a:pt x="3523191" y="2198451"/>
                        </a:cubicBezTo>
                        <a:cubicBezTo>
                          <a:pt x="3523191" y="2207976"/>
                          <a:pt x="3541289" y="2213691"/>
                          <a:pt x="3547004" y="2225121"/>
                        </a:cubicBezTo>
                        <a:cubicBezTo>
                          <a:pt x="3551766" y="2236551"/>
                          <a:pt x="3595582" y="2228931"/>
                          <a:pt x="3603202" y="2236551"/>
                        </a:cubicBezTo>
                        <a:cubicBezTo>
                          <a:pt x="3610822" y="2243219"/>
                          <a:pt x="3660352" y="2242266"/>
                          <a:pt x="3662257" y="2236551"/>
                        </a:cubicBezTo>
                        <a:cubicBezTo>
                          <a:pt x="3663210" y="2230836"/>
                          <a:pt x="3710835" y="2227979"/>
                          <a:pt x="3719407" y="2221311"/>
                        </a:cubicBezTo>
                        <a:cubicBezTo>
                          <a:pt x="3728932" y="2214644"/>
                          <a:pt x="3753697" y="2217501"/>
                          <a:pt x="3754649" y="2207024"/>
                        </a:cubicBezTo>
                        <a:cubicBezTo>
                          <a:pt x="3755602" y="2197499"/>
                          <a:pt x="3779414" y="2189879"/>
                          <a:pt x="3789891" y="2181306"/>
                        </a:cubicBezTo>
                        <a:cubicBezTo>
                          <a:pt x="3800370" y="2172734"/>
                          <a:pt x="3842279" y="2174639"/>
                          <a:pt x="3845137" y="2184164"/>
                        </a:cubicBezTo>
                        <a:cubicBezTo>
                          <a:pt x="3847995" y="2193689"/>
                          <a:pt x="3872760" y="2196546"/>
                          <a:pt x="3883237" y="2192736"/>
                        </a:cubicBezTo>
                        <a:cubicBezTo>
                          <a:pt x="3893714" y="2188926"/>
                          <a:pt x="3921337" y="2194641"/>
                          <a:pt x="3925147" y="2204166"/>
                        </a:cubicBezTo>
                        <a:cubicBezTo>
                          <a:pt x="3928957" y="2213691"/>
                          <a:pt x="3960389" y="2219406"/>
                          <a:pt x="3968010" y="2216549"/>
                        </a:cubicBezTo>
                        <a:cubicBezTo>
                          <a:pt x="3975629" y="2213691"/>
                          <a:pt x="4000395" y="2193689"/>
                          <a:pt x="4009920" y="2192736"/>
                        </a:cubicBezTo>
                        <a:cubicBezTo>
                          <a:pt x="4019445" y="2190831"/>
                          <a:pt x="4031827" y="2181306"/>
                          <a:pt x="4029922" y="2171781"/>
                        </a:cubicBezTo>
                        <a:cubicBezTo>
                          <a:pt x="4027064" y="2162256"/>
                          <a:pt x="4048020" y="2133681"/>
                          <a:pt x="4050877" y="2122251"/>
                        </a:cubicBezTo>
                        <a:cubicBezTo>
                          <a:pt x="4053735" y="2110821"/>
                          <a:pt x="4071832" y="2080341"/>
                          <a:pt x="4078499" y="2077484"/>
                        </a:cubicBezTo>
                        <a:cubicBezTo>
                          <a:pt x="4085166" y="2074626"/>
                          <a:pt x="4099454" y="2062244"/>
                          <a:pt x="4098502" y="2053671"/>
                        </a:cubicBezTo>
                        <a:cubicBezTo>
                          <a:pt x="4097549" y="2045099"/>
                          <a:pt x="4092787" y="2019381"/>
                          <a:pt x="4085166" y="2019381"/>
                        </a:cubicBezTo>
                        <a:cubicBezTo>
                          <a:pt x="4077547" y="2019381"/>
                          <a:pt x="4063260" y="2021286"/>
                          <a:pt x="4081357" y="1993664"/>
                        </a:cubicBezTo>
                        <a:cubicBezTo>
                          <a:pt x="4099454" y="1966994"/>
                          <a:pt x="4132791" y="1973661"/>
                          <a:pt x="4137554" y="1973661"/>
                        </a:cubicBezTo>
                        <a:cubicBezTo>
                          <a:pt x="4142316" y="1973661"/>
                          <a:pt x="4184227" y="1962231"/>
                          <a:pt x="4203277" y="1967946"/>
                        </a:cubicBezTo>
                        <a:cubicBezTo>
                          <a:pt x="4221374" y="1973661"/>
                          <a:pt x="4233757" y="1965089"/>
                          <a:pt x="4252807" y="1976519"/>
                        </a:cubicBezTo>
                        <a:cubicBezTo>
                          <a:pt x="4272810" y="1987949"/>
                          <a:pt x="4299479" y="1983186"/>
                          <a:pt x="4306147" y="1993664"/>
                        </a:cubicBezTo>
                        <a:cubicBezTo>
                          <a:pt x="4312814" y="2003189"/>
                          <a:pt x="4338532" y="2011761"/>
                          <a:pt x="4334722" y="2028906"/>
                        </a:cubicBezTo>
                        <a:cubicBezTo>
                          <a:pt x="4330912" y="2046051"/>
                          <a:pt x="4349010" y="2035574"/>
                          <a:pt x="4355677" y="2072721"/>
                        </a:cubicBezTo>
                        <a:cubicBezTo>
                          <a:pt x="4362345" y="2109869"/>
                          <a:pt x="4377585" y="2111774"/>
                          <a:pt x="4381395" y="2128919"/>
                        </a:cubicBezTo>
                        <a:cubicBezTo>
                          <a:pt x="4385204" y="2146064"/>
                          <a:pt x="4406160" y="2176544"/>
                          <a:pt x="4403302" y="2187021"/>
                        </a:cubicBezTo>
                        <a:cubicBezTo>
                          <a:pt x="4400445" y="2196546"/>
                          <a:pt x="4397587" y="2212739"/>
                          <a:pt x="4420447" y="2213691"/>
                        </a:cubicBezTo>
                        <a:cubicBezTo>
                          <a:pt x="4442354" y="2215596"/>
                          <a:pt x="4458547" y="2233694"/>
                          <a:pt x="4463310" y="2230836"/>
                        </a:cubicBezTo>
                        <a:cubicBezTo>
                          <a:pt x="4468072" y="2227979"/>
                          <a:pt x="4494741" y="2237504"/>
                          <a:pt x="4508077" y="2251791"/>
                        </a:cubicBezTo>
                        <a:cubicBezTo>
                          <a:pt x="4521412" y="2266079"/>
                          <a:pt x="4540462" y="2258459"/>
                          <a:pt x="4539510" y="2274651"/>
                        </a:cubicBezTo>
                        <a:cubicBezTo>
                          <a:pt x="4538557" y="2289891"/>
                          <a:pt x="4549987" y="2303226"/>
                          <a:pt x="4549035" y="2315609"/>
                        </a:cubicBezTo>
                        <a:cubicBezTo>
                          <a:pt x="4548082" y="2327991"/>
                          <a:pt x="4573799" y="2336564"/>
                          <a:pt x="4591897" y="2333706"/>
                        </a:cubicBezTo>
                        <a:cubicBezTo>
                          <a:pt x="4609995" y="2330849"/>
                          <a:pt x="4623329" y="2340374"/>
                          <a:pt x="4630949" y="2324181"/>
                        </a:cubicBezTo>
                        <a:cubicBezTo>
                          <a:pt x="4638570" y="2307036"/>
                          <a:pt x="4665239" y="2314656"/>
                          <a:pt x="4673812" y="2307036"/>
                        </a:cubicBezTo>
                        <a:cubicBezTo>
                          <a:pt x="4683337" y="2300369"/>
                          <a:pt x="4710007" y="2291796"/>
                          <a:pt x="4709054" y="2316561"/>
                        </a:cubicBezTo>
                        <a:cubicBezTo>
                          <a:pt x="4708102" y="2342279"/>
                          <a:pt x="4723341" y="2347994"/>
                          <a:pt x="4710007" y="2355614"/>
                        </a:cubicBezTo>
                        <a:cubicBezTo>
                          <a:pt x="4696672" y="2364186"/>
                          <a:pt x="4690004" y="2400381"/>
                          <a:pt x="4686195" y="2416574"/>
                        </a:cubicBezTo>
                        <a:cubicBezTo>
                          <a:pt x="4682385" y="2431814"/>
                          <a:pt x="4662382" y="2436576"/>
                          <a:pt x="4660477" y="2452769"/>
                        </a:cubicBezTo>
                        <a:cubicBezTo>
                          <a:pt x="4657620" y="2469914"/>
                          <a:pt x="4639522" y="2470866"/>
                          <a:pt x="4639522" y="2484201"/>
                        </a:cubicBezTo>
                        <a:cubicBezTo>
                          <a:pt x="4639522" y="2496584"/>
                          <a:pt x="4613804" y="2493726"/>
                          <a:pt x="4600470" y="2484201"/>
                        </a:cubicBezTo>
                        <a:cubicBezTo>
                          <a:pt x="4587135" y="2474676"/>
                          <a:pt x="4574752" y="2502299"/>
                          <a:pt x="4564274" y="2502299"/>
                        </a:cubicBezTo>
                        <a:cubicBezTo>
                          <a:pt x="4553797" y="2502299"/>
                          <a:pt x="4554749" y="2526111"/>
                          <a:pt x="4557607" y="2536589"/>
                        </a:cubicBezTo>
                        <a:cubicBezTo>
                          <a:pt x="4560464" y="2546114"/>
                          <a:pt x="4553797" y="2559449"/>
                          <a:pt x="4560464" y="2575641"/>
                        </a:cubicBezTo>
                        <a:cubicBezTo>
                          <a:pt x="4564274" y="2585166"/>
                          <a:pt x="4561416" y="2602311"/>
                          <a:pt x="4563322" y="2621361"/>
                        </a:cubicBezTo>
                        <a:cubicBezTo>
                          <a:pt x="4579514" y="2608979"/>
                          <a:pt x="4593802" y="2599454"/>
                          <a:pt x="4600470" y="2599454"/>
                        </a:cubicBezTo>
                        <a:cubicBezTo>
                          <a:pt x="4616662" y="2599454"/>
                          <a:pt x="4632854" y="2629934"/>
                          <a:pt x="4651904" y="2630886"/>
                        </a:cubicBezTo>
                        <a:cubicBezTo>
                          <a:pt x="4670002" y="2631839"/>
                          <a:pt x="4752870" y="2571831"/>
                          <a:pt x="4753822" y="2561354"/>
                        </a:cubicBezTo>
                        <a:cubicBezTo>
                          <a:pt x="4754774" y="2551829"/>
                          <a:pt x="4802399" y="2501346"/>
                          <a:pt x="4825260" y="2475629"/>
                        </a:cubicBezTo>
                        <a:cubicBezTo>
                          <a:pt x="4848120" y="2449911"/>
                          <a:pt x="4878599" y="2411811"/>
                          <a:pt x="4890029" y="2382284"/>
                        </a:cubicBezTo>
                        <a:cubicBezTo>
                          <a:pt x="4897649" y="2364186"/>
                          <a:pt x="4929082" y="2328944"/>
                          <a:pt x="4936702" y="2314656"/>
                        </a:cubicBezTo>
                        <a:cubicBezTo>
                          <a:pt x="4944322" y="2300369"/>
                          <a:pt x="4950037" y="2299416"/>
                          <a:pt x="4964324" y="2266079"/>
                        </a:cubicBezTo>
                        <a:cubicBezTo>
                          <a:pt x="4978612" y="2232741"/>
                          <a:pt x="4978612" y="2146064"/>
                          <a:pt x="4983374" y="2140349"/>
                        </a:cubicBezTo>
                        <a:cubicBezTo>
                          <a:pt x="4988137" y="2134634"/>
                          <a:pt x="4985279" y="2120346"/>
                          <a:pt x="4991947" y="2110821"/>
                        </a:cubicBezTo>
                        <a:cubicBezTo>
                          <a:pt x="4998614" y="2101296"/>
                          <a:pt x="4994804" y="2088914"/>
                          <a:pt x="5008139" y="2076531"/>
                        </a:cubicBezTo>
                        <a:cubicBezTo>
                          <a:pt x="5021474" y="2064149"/>
                          <a:pt x="5018616" y="2053671"/>
                          <a:pt x="5015760" y="2045099"/>
                        </a:cubicBezTo>
                        <a:cubicBezTo>
                          <a:pt x="5012902" y="2035574"/>
                          <a:pt x="5016712" y="2015571"/>
                          <a:pt x="5012902" y="2008904"/>
                        </a:cubicBezTo>
                        <a:cubicBezTo>
                          <a:pt x="5010045" y="2002236"/>
                          <a:pt x="5010045" y="1999379"/>
                          <a:pt x="5017664" y="1994616"/>
                        </a:cubicBezTo>
                        <a:cubicBezTo>
                          <a:pt x="5025285" y="1989854"/>
                          <a:pt x="5012902" y="1976519"/>
                          <a:pt x="5001472" y="1971756"/>
                        </a:cubicBezTo>
                        <a:cubicBezTo>
                          <a:pt x="4990041" y="1966041"/>
                          <a:pt x="4975754" y="1961279"/>
                          <a:pt x="4974802" y="1947944"/>
                        </a:cubicBezTo>
                        <a:cubicBezTo>
                          <a:pt x="4973849" y="1934609"/>
                          <a:pt x="4954799" y="1918416"/>
                          <a:pt x="4940512" y="1919369"/>
                        </a:cubicBezTo>
                        <a:cubicBezTo>
                          <a:pt x="4935749" y="1920321"/>
                          <a:pt x="4929082" y="1919369"/>
                          <a:pt x="4923366" y="1918416"/>
                        </a:cubicBezTo>
                        <a:cubicBezTo>
                          <a:pt x="4917652" y="1923179"/>
                          <a:pt x="4910985" y="1926989"/>
                          <a:pt x="4903364" y="1927941"/>
                        </a:cubicBezTo>
                        <a:cubicBezTo>
                          <a:pt x="4903364" y="1934609"/>
                          <a:pt x="4899554" y="1938419"/>
                          <a:pt x="4893839" y="1937466"/>
                        </a:cubicBezTo>
                        <a:cubicBezTo>
                          <a:pt x="4886220" y="1935561"/>
                          <a:pt x="4883362" y="1941276"/>
                          <a:pt x="4874789" y="1955564"/>
                        </a:cubicBezTo>
                        <a:cubicBezTo>
                          <a:pt x="4866216" y="1969851"/>
                          <a:pt x="4836689" y="1970804"/>
                          <a:pt x="4850024" y="1957469"/>
                        </a:cubicBezTo>
                        <a:cubicBezTo>
                          <a:pt x="4863360" y="1944134"/>
                          <a:pt x="4845262" y="1943181"/>
                          <a:pt x="4848120" y="1928894"/>
                        </a:cubicBezTo>
                        <a:cubicBezTo>
                          <a:pt x="4849072" y="1924131"/>
                          <a:pt x="4850977" y="1920321"/>
                          <a:pt x="4851929" y="1916511"/>
                        </a:cubicBezTo>
                        <a:cubicBezTo>
                          <a:pt x="4849072" y="1915559"/>
                          <a:pt x="4846214" y="1913654"/>
                          <a:pt x="4843357" y="1912701"/>
                        </a:cubicBezTo>
                        <a:cubicBezTo>
                          <a:pt x="4831927" y="1923179"/>
                          <a:pt x="4830974" y="1941276"/>
                          <a:pt x="4819545" y="1944134"/>
                        </a:cubicBezTo>
                        <a:cubicBezTo>
                          <a:pt x="4807162" y="1946991"/>
                          <a:pt x="4810972" y="1906034"/>
                          <a:pt x="4813829" y="1895556"/>
                        </a:cubicBezTo>
                        <a:cubicBezTo>
                          <a:pt x="4813829" y="1895556"/>
                          <a:pt x="4813829" y="1894604"/>
                          <a:pt x="4813829" y="1894604"/>
                        </a:cubicBezTo>
                        <a:cubicBezTo>
                          <a:pt x="4812877" y="1893651"/>
                          <a:pt x="4810972" y="1892699"/>
                          <a:pt x="4810020" y="1891746"/>
                        </a:cubicBezTo>
                        <a:cubicBezTo>
                          <a:pt x="4802399" y="1890794"/>
                          <a:pt x="4783349" y="1896509"/>
                          <a:pt x="4763347" y="1894604"/>
                        </a:cubicBezTo>
                        <a:cubicBezTo>
                          <a:pt x="4735724" y="1892699"/>
                          <a:pt x="4743345" y="1871744"/>
                          <a:pt x="4765252" y="1859361"/>
                        </a:cubicBezTo>
                        <a:cubicBezTo>
                          <a:pt x="4777635" y="1852694"/>
                          <a:pt x="4781445" y="1846026"/>
                          <a:pt x="4785254" y="1840311"/>
                        </a:cubicBezTo>
                        <a:cubicBezTo>
                          <a:pt x="4787160" y="1819356"/>
                          <a:pt x="4804304" y="1801259"/>
                          <a:pt x="4831927" y="1799354"/>
                        </a:cubicBezTo>
                        <a:cubicBezTo>
                          <a:pt x="4832879" y="1799354"/>
                          <a:pt x="4837641" y="1798401"/>
                          <a:pt x="4843357" y="1797449"/>
                        </a:cubicBezTo>
                        <a:cubicBezTo>
                          <a:pt x="4838595" y="1781256"/>
                          <a:pt x="4842404" y="1764111"/>
                          <a:pt x="4850024" y="1749824"/>
                        </a:cubicBezTo>
                        <a:cubicBezTo>
                          <a:pt x="4866216" y="1721249"/>
                          <a:pt x="4900507" y="1693626"/>
                          <a:pt x="4927177" y="1673624"/>
                        </a:cubicBezTo>
                        <a:cubicBezTo>
                          <a:pt x="4959562" y="1649811"/>
                          <a:pt x="4978612" y="1616474"/>
                          <a:pt x="5009091" y="1591709"/>
                        </a:cubicBezTo>
                        <a:cubicBezTo>
                          <a:pt x="5045287" y="1562181"/>
                          <a:pt x="5091960" y="1553609"/>
                          <a:pt x="5137679" y="1561229"/>
                        </a:cubicBezTo>
                        <a:cubicBezTo>
                          <a:pt x="5138632" y="1561229"/>
                          <a:pt x="5138632" y="1561229"/>
                          <a:pt x="5139585" y="1561229"/>
                        </a:cubicBezTo>
                        <a:cubicBezTo>
                          <a:pt x="5171016" y="1560276"/>
                          <a:pt x="5207212" y="1567896"/>
                          <a:pt x="5215785" y="1576469"/>
                        </a:cubicBezTo>
                        <a:cubicBezTo>
                          <a:pt x="5215785" y="1576469"/>
                          <a:pt x="5216737" y="1576469"/>
                          <a:pt x="5216737" y="1577421"/>
                        </a:cubicBezTo>
                        <a:cubicBezTo>
                          <a:pt x="5233882" y="1575516"/>
                          <a:pt x="5249122" y="1566944"/>
                          <a:pt x="5266266" y="1564086"/>
                        </a:cubicBezTo>
                        <a:cubicBezTo>
                          <a:pt x="5291985" y="1558371"/>
                          <a:pt x="5318654" y="1561229"/>
                          <a:pt x="5340562" y="1572659"/>
                        </a:cubicBezTo>
                        <a:cubicBezTo>
                          <a:pt x="5348182" y="1572659"/>
                          <a:pt x="5353897" y="1568849"/>
                          <a:pt x="5359612" y="1557419"/>
                        </a:cubicBezTo>
                        <a:cubicBezTo>
                          <a:pt x="5369137" y="1538369"/>
                          <a:pt x="5411999" y="1542179"/>
                          <a:pt x="5421524" y="1549799"/>
                        </a:cubicBezTo>
                        <a:cubicBezTo>
                          <a:pt x="5431049" y="1557419"/>
                          <a:pt x="5439622" y="1567896"/>
                          <a:pt x="5454862" y="1556466"/>
                        </a:cubicBezTo>
                        <a:cubicBezTo>
                          <a:pt x="5470102" y="1545036"/>
                          <a:pt x="5470102" y="1571706"/>
                          <a:pt x="5485341" y="1573611"/>
                        </a:cubicBezTo>
                        <a:cubicBezTo>
                          <a:pt x="5500582" y="1575516"/>
                          <a:pt x="5491057" y="1589804"/>
                          <a:pt x="5477722" y="1588851"/>
                        </a:cubicBezTo>
                        <a:cubicBezTo>
                          <a:pt x="5464387" y="1586946"/>
                          <a:pt x="5448195" y="1595519"/>
                          <a:pt x="5463435" y="1605044"/>
                        </a:cubicBezTo>
                        <a:cubicBezTo>
                          <a:pt x="5478674" y="1614569"/>
                          <a:pt x="5495820" y="1596471"/>
                          <a:pt x="5508202" y="1598376"/>
                        </a:cubicBezTo>
                        <a:cubicBezTo>
                          <a:pt x="5510107" y="1598376"/>
                          <a:pt x="5511060" y="1598376"/>
                          <a:pt x="5512964" y="1599329"/>
                        </a:cubicBezTo>
                        <a:cubicBezTo>
                          <a:pt x="5525347" y="1583136"/>
                          <a:pt x="5544397" y="1581231"/>
                          <a:pt x="5560589" y="1586946"/>
                        </a:cubicBezTo>
                        <a:cubicBezTo>
                          <a:pt x="5572020" y="1584089"/>
                          <a:pt x="5576782" y="1597424"/>
                          <a:pt x="5585354" y="1588851"/>
                        </a:cubicBezTo>
                        <a:cubicBezTo>
                          <a:pt x="5595832" y="1579326"/>
                          <a:pt x="5619645" y="1576469"/>
                          <a:pt x="5631074" y="1576469"/>
                        </a:cubicBezTo>
                        <a:cubicBezTo>
                          <a:pt x="5642504" y="1577421"/>
                          <a:pt x="5632979" y="1561229"/>
                          <a:pt x="5612977" y="1561229"/>
                        </a:cubicBezTo>
                        <a:cubicBezTo>
                          <a:pt x="5592974" y="1561229"/>
                          <a:pt x="5593927" y="1549799"/>
                          <a:pt x="5610120" y="1521224"/>
                        </a:cubicBezTo>
                        <a:cubicBezTo>
                          <a:pt x="5625360" y="1492649"/>
                          <a:pt x="5655839" y="1476456"/>
                          <a:pt x="5674889" y="1459311"/>
                        </a:cubicBezTo>
                        <a:cubicBezTo>
                          <a:pt x="5693939" y="1442166"/>
                          <a:pt x="5707274" y="1449786"/>
                          <a:pt x="5707274" y="1438356"/>
                        </a:cubicBezTo>
                        <a:cubicBezTo>
                          <a:pt x="5707274" y="1426926"/>
                          <a:pt x="5716799" y="1395494"/>
                          <a:pt x="5731087" y="1394541"/>
                        </a:cubicBezTo>
                        <a:cubicBezTo>
                          <a:pt x="5745374" y="1393589"/>
                          <a:pt x="5781570" y="1401209"/>
                          <a:pt x="5803477" y="1387874"/>
                        </a:cubicBezTo>
                        <a:cubicBezTo>
                          <a:pt x="5825385" y="1374539"/>
                          <a:pt x="5823479" y="1397399"/>
                          <a:pt x="5833004" y="1401209"/>
                        </a:cubicBezTo>
                        <a:cubicBezTo>
                          <a:pt x="5842529" y="1405019"/>
                          <a:pt x="5854912" y="1381206"/>
                          <a:pt x="5865389" y="1387874"/>
                        </a:cubicBezTo>
                        <a:cubicBezTo>
                          <a:pt x="5875866" y="1394541"/>
                          <a:pt x="5850149" y="1411686"/>
                          <a:pt x="5843482" y="1432641"/>
                        </a:cubicBezTo>
                        <a:cubicBezTo>
                          <a:pt x="5837766" y="1452644"/>
                          <a:pt x="5856816" y="1445024"/>
                          <a:pt x="5868247" y="1450739"/>
                        </a:cubicBezTo>
                        <a:cubicBezTo>
                          <a:pt x="5879677" y="1456454"/>
                          <a:pt x="5853960" y="1465026"/>
                          <a:pt x="5856816" y="1470741"/>
                        </a:cubicBezTo>
                        <a:cubicBezTo>
                          <a:pt x="5859674" y="1476456"/>
                          <a:pt x="5881582" y="1476456"/>
                          <a:pt x="5910157" y="1445024"/>
                        </a:cubicBezTo>
                        <a:cubicBezTo>
                          <a:pt x="5938732" y="1413591"/>
                          <a:pt x="5965402" y="1405971"/>
                          <a:pt x="5983499" y="1407876"/>
                        </a:cubicBezTo>
                        <a:cubicBezTo>
                          <a:pt x="6001597" y="1409781"/>
                          <a:pt x="5991120" y="1389779"/>
                          <a:pt x="5993024" y="1361204"/>
                        </a:cubicBezTo>
                        <a:cubicBezTo>
                          <a:pt x="5993977" y="1332629"/>
                          <a:pt x="6050174" y="1324056"/>
                          <a:pt x="6069224" y="1332629"/>
                        </a:cubicBezTo>
                        <a:cubicBezTo>
                          <a:pt x="6087322" y="1341201"/>
                          <a:pt x="6086370" y="1348821"/>
                          <a:pt x="6068272" y="1344059"/>
                        </a:cubicBezTo>
                        <a:cubicBezTo>
                          <a:pt x="6050174" y="1339296"/>
                          <a:pt x="6033982" y="1356441"/>
                          <a:pt x="6034935" y="1380254"/>
                        </a:cubicBezTo>
                        <a:cubicBezTo>
                          <a:pt x="6035887" y="1404066"/>
                          <a:pt x="6019695" y="1411686"/>
                          <a:pt x="6027314" y="1421211"/>
                        </a:cubicBezTo>
                        <a:cubicBezTo>
                          <a:pt x="6035887" y="1430736"/>
                          <a:pt x="6014932" y="1432641"/>
                          <a:pt x="6013979" y="1442166"/>
                        </a:cubicBezTo>
                        <a:cubicBezTo>
                          <a:pt x="6013027" y="1451691"/>
                          <a:pt x="6013979" y="1459311"/>
                          <a:pt x="6000645" y="1464074"/>
                        </a:cubicBezTo>
                        <a:cubicBezTo>
                          <a:pt x="5987310" y="1467884"/>
                          <a:pt x="5943495" y="1473599"/>
                          <a:pt x="5942541" y="1491696"/>
                        </a:cubicBezTo>
                        <a:cubicBezTo>
                          <a:pt x="5941589" y="1509794"/>
                          <a:pt x="5917777" y="1511699"/>
                          <a:pt x="5906347" y="1534559"/>
                        </a:cubicBezTo>
                        <a:cubicBezTo>
                          <a:pt x="5894916" y="1557419"/>
                          <a:pt x="5853007" y="1570754"/>
                          <a:pt x="5824432" y="1615521"/>
                        </a:cubicBezTo>
                        <a:cubicBezTo>
                          <a:pt x="5796810" y="1660289"/>
                          <a:pt x="5752041" y="1660289"/>
                          <a:pt x="5752041" y="1668861"/>
                        </a:cubicBezTo>
                        <a:cubicBezTo>
                          <a:pt x="5752041" y="1677434"/>
                          <a:pt x="5721562" y="1676481"/>
                          <a:pt x="5711085" y="1678386"/>
                        </a:cubicBezTo>
                        <a:cubicBezTo>
                          <a:pt x="5700607" y="1679339"/>
                          <a:pt x="5720610" y="1706961"/>
                          <a:pt x="5695845" y="1736489"/>
                        </a:cubicBezTo>
                        <a:cubicBezTo>
                          <a:pt x="5693939" y="1738394"/>
                          <a:pt x="5692987" y="1740299"/>
                          <a:pt x="5691082" y="1743156"/>
                        </a:cubicBezTo>
                        <a:cubicBezTo>
                          <a:pt x="5692035" y="1746966"/>
                          <a:pt x="5692035" y="1749824"/>
                          <a:pt x="5692035" y="1754586"/>
                        </a:cubicBezTo>
                        <a:cubicBezTo>
                          <a:pt x="5712037" y="1763159"/>
                          <a:pt x="5726324" y="1782209"/>
                          <a:pt x="5719657" y="1807926"/>
                        </a:cubicBezTo>
                        <a:cubicBezTo>
                          <a:pt x="5698702" y="1887936"/>
                          <a:pt x="5689177" y="1969851"/>
                          <a:pt x="5686320" y="2051766"/>
                        </a:cubicBezTo>
                        <a:cubicBezTo>
                          <a:pt x="5686320" y="2051766"/>
                          <a:pt x="5686320" y="2052719"/>
                          <a:pt x="5686320" y="2052719"/>
                        </a:cubicBezTo>
                        <a:cubicBezTo>
                          <a:pt x="5688224" y="2073674"/>
                          <a:pt x="5687272" y="2097486"/>
                          <a:pt x="5692987" y="2104154"/>
                        </a:cubicBezTo>
                        <a:cubicBezTo>
                          <a:pt x="5702512" y="2114631"/>
                          <a:pt x="5698702" y="2132729"/>
                          <a:pt x="5704416" y="2138444"/>
                        </a:cubicBezTo>
                        <a:cubicBezTo>
                          <a:pt x="5710132" y="2145111"/>
                          <a:pt x="5734897" y="2109869"/>
                          <a:pt x="5751089" y="2095581"/>
                        </a:cubicBezTo>
                        <a:cubicBezTo>
                          <a:pt x="5767282" y="2080341"/>
                          <a:pt x="5762520" y="2075579"/>
                          <a:pt x="5772997" y="2067959"/>
                        </a:cubicBezTo>
                        <a:cubicBezTo>
                          <a:pt x="5784427" y="2060339"/>
                          <a:pt x="5779664" y="2027954"/>
                          <a:pt x="5782522" y="2019381"/>
                        </a:cubicBezTo>
                        <a:cubicBezTo>
                          <a:pt x="5785379" y="2010809"/>
                          <a:pt x="5806335" y="2006999"/>
                          <a:pt x="5813002" y="1997474"/>
                        </a:cubicBezTo>
                        <a:cubicBezTo>
                          <a:pt x="5816812" y="1991759"/>
                          <a:pt x="5825385" y="1991759"/>
                          <a:pt x="5833004" y="1991759"/>
                        </a:cubicBezTo>
                        <a:cubicBezTo>
                          <a:pt x="5839672" y="1986996"/>
                          <a:pt x="5844435" y="1982234"/>
                          <a:pt x="5849197" y="1977471"/>
                        </a:cubicBezTo>
                        <a:cubicBezTo>
                          <a:pt x="5848245" y="1968899"/>
                          <a:pt x="5843482" y="1957469"/>
                          <a:pt x="5841577" y="1949849"/>
                        </a:cubicBezTo>
                        <a:cubicBezTo>
                          <a:pt x="5840624" y="1946991"/>
                          <a:pt x="5841577" y="1945086"/>
                          <a:pt x="5842529" y="1942229"/>
                        </a:cubicBezTo>
                        <a:cubicBezTo>
                          <a:pt x="5830147" y="1924131"/>
                          <a:pt x="5829195" y="1898414"/>
                          <a:pt x="5847291" y="1882221"/>
                        </a:cubicBezTo>
                        <a:cubicBezTo>
                          <a:pt x="5868247" y="1863171"/>
                          <a:pt x="5893012" y="1846979"/>
                          <a:pt x="5920635" y="1836501"/>
                        </a:cubicBezTo>
                        <a:cubicBezTo>
                          <a:pt x="5923491" y="1819356"/>
                          <a:pt x="5933970" y="1807926"/>
                          <a:pt x="5947304" y="1802211"/>
                        </a:cubicBezTo>
                        <a:cubicBezTo>
                          <a:pt x="5952066" y="1796496"/>
                          <a:pt x="5956829" y="1791734"/>
                          <a:pt x="5960639" y="1790781"/>
                        </a:cubicBezTo>
                        <a:cubicBezTo>
                          <a:pt x="5973974" y="1786971"/>
                          <a:pt x="5981595" y="1801259"/>
                          <a:pt x="5994929" y="1788876"/>
                        </a:cubicBezTo>
                        <a:cubicBezTo>
                          <a:pt x="6008264" y="1776494"/>
                          <a:pt x="5983499" y="1755539"/>
                          <a:pt x="5973974" y="1757444"/>
                        </a:cubicBezTo>
                        <a:cubicBezTo>
                          <a:pt x="5964449" y="1758396"/>
                          <a:pt x="5961591" y="1721249"/>
                          <a:pt x="5983499" y="1704104"/>
                        </a:cubicBezTo>
                        <a:cubicBezTo>
                          <a:pt x="6005407" y="1686006"/>
                          <a:pt x="5996835" y="1683149"/>
                          <a:pt x="5982547" y="1678386"/>
                        </a:cubicBezTo>
                        <a:cubicBezTo>
                          <a:pt x="5968260" y="1674576"/>
                          <a:pt x="5965402" y="1679339"/>
                          <a:pt x="5953972" y="1680291"/>
                        </a:cubicBezTo>
                        <a:cubicBezTo>
                          <a:pt x="5942541" y="1681244"/>
                          <a:pt x="5932064" y="1655526"/>
                          <a:pt x="5949210" y="1630761"/>
                        </a:cubicBezTo>
                        <a:cubicBezTo>
                          <a:pt x="5966354" y="1605996"/>
                          <a:pt x="5982547" y="1608854"/>
                          <a:pt x="5986357" y="1588851"/>
                        </a:cubicBezTo>
                        <a:cubicBezTo>
                          <a:pt x="5990166" y="1568849"/>
                          <a:pt x="6013979" y="1539321"/>
                          <a:pt x="6019695" y="1528844"/>
                        </a:cubicBezTo>
                        <a:cubicBezTo>
                          <a:pt x="6025410" y="1518366"/>
                          <a:pt x="6049222" y="1528844"/>
                          <a:pt x="6057795" y="1526939"/>
                        </a:cubicBezTo>
                        <a:cubicBezTo>
                          <a:pt x="6067320" y="1525034"/>
                          <a:pt x="6063510" y="1545989"/>
                          <a:pt x="6074939" y="1535511"/>
                        </a:cubicBezTo>
                        <a:cubicBezTo>
                          <a:pt x="6086370" y="1525034"/>
                          <a:pt x="6104466" y="1489791"/>
                          <a:pt x="6119707" y="1489791"/>
                        </a:cubicBezTo>
                        <a:cubicBezTo>
                          <a:pt x="6128279" y="1489791"/>
                          <a:pt x="6129232" y="1498364"/>
                          <a:pt x="6128279" y="1508841"/>
                        </a:cubicBezTo>
                        <a:cubicBezTo>
                          <a:pt x="6138757" y="1508841"/>
                          <a:pt x="6149235" y="1510746"/>
                          <a:pt x="6157807" y="1516461"/>
                        </a:cubicBezTo>
                        <a:cubicBezTo>
                          <a:pt x="6161616" y="1513604"/>
                          <a:pt x="6165427" y="1509794"/>
                          <a:pt x="6170189" y="1506936"/>
                        </a:cubicBezTo>
                        <a:cubicBezTo>
                          <a:pt x="6198764" y="1485981"/>
                          <a:pt x="6261629" y="1487886"/>
                          <a:pt x="6280679" y="1497411"/>
                        </a:cubicBezTo>
                        <a:cubicBezTo>
                          <a:pt x="6287347" y="1501221"/>
                          <a:pt x="6292110" y="1505984"/>
                          <a:pt x="6294966" y="1510746"/>
                        </a:cubicBezTo>
                        <a:cubicBezTo>
                          <a:pt x="6319732" y="1498364"/>
                          <a:pt x="6342591" y="1478361"/>
                          <a:pt x="6365452" y="1462169"/>
                        </a:cubicBezTo>
                        <a:cubicBezTo>
                          <a:pt x="6413077" y="1427879"/>
                          <a:pt x="6464512" y="1397399"/>
                          <a:pt x="6522614" y="1386921"/>
                        </a:cubicBezTo>
                        <a:cubicBezTo>
                          <a:pt x="6563572" y="1376444"/>
                          <a:pt x="6616912" y="1347869"/>
                          <a:pt x="6614054" y="1338344"/>
                        </a:cubicBezTo>
                        <a:cubicBezTo>
                          <a:pt x="6611197" y="1328819"/>
                          <a:pt x="6629295" y="1325009"/>
                          <a:pt x="6632152" y="1334534"/>
                        </a:cubicBezTo>
                        <a:cubicBezTo>
                          <a:pt x="6634057" y="1344059"/>
                          <a:pt x="6650249" y="1340249"/>
                          <a:pt x="6671204" y="1345011"/>
                        </a:cubicBezTo>
                        <a:cubicBezTo>
                          <a:pt x="6693112" y="1349774"/>
                          <a:pt x="6702637" y="1359299"/>
                          <a:pt x="6719782" y="1341201"/>
                        </a:cubicBezTo>
                        <a:cubicBezTo>
                          <a:pt x="6727402" y="1333581"/>
                          <a:pt x="6727402" y="1327866"/>
                          <a:pt x="6726449" y="1322151"/>
                        </a:cubicBezTo>
                        <a:cubicBezTo>
                          <a:pt x="6719782" y="1320246"/>
                          <a:pt x="6713114" y="1319294"/>
                          <a:pt x="6705495" y="1317389"/>
                        </a:cubicBezTo>
                        <a:cubicBezTo>
                          <a:pt x="6685491" y="1314531"/>
                          <a:pt x="6675014" y="1301196"/>
                          <a:pt x="6672157" y="1285004"/>
                        </a:cubicBezTo>
                        <a:cubicBezTo>
                          <a:pt x="6653107" y="1269764"/>
                          <a:pt x="6636914" y="1251666"/>
                          <a:pt x="6626437" y="1230711"/>
                        </a:cubicBezTo>
                        <a:cubicBezTo>
                          <a:pt x="6616912" y="1212614"/>
                          <a:pt x="6620722" y="1189754"/>
                          <a:pt x="6633104" y="1175466"/>
                        </a:cubicBezTo>
                        <a:cubicBezTo>
                          <a:pt x="6631199" y="1173561"/>
                          <a:pt x="6628341" y="1174514"/>
                          <a:pt x="6623579" y="1177371"/>
                        </a:cubicBezTo>
                        <a:cubicBezTo>
                          <a:pt x="6611197" y="1185944"/>
                          <a:pt x="6590241" y="1181181"/>
                          <a:pt x="6586432" y="1168799"/>
                        </a:cubicBezTo>
                        <a:cubicBezTo>
                          <a:pt x="6582622" y="1156416"/>
                          <a:pt x="6610245" y="1146891"/>
                          <a:pt x="6630247" y="1155464"/>
                        </a:cubicBezTo>
                        <a:cubicBezTo>
                          <a:pt x="6638820" y="1159274"/>
                          <a:pt x="6642629" y="1163084"/>
                          <a:pt x="6644535" y="1166894"/>
                        </a:cubicBezTo>
                        <a:cubicBezTo>
                          <a:pt x="6651202" y="1163084"/>
                          <a:pt x="6658822" y="1161179"/>
                          <a:pt x="6667395" y="1162131"/>
                        </a:cubicBezTo>
                        <a:cubicBezTo>
                          <a:pt x="6673110" y="1151654"/>
                          <a:pt x="6683587" y="1143081"/>
                          <a:pt x="6695970" y="1140224"/>
                        </a:cubicBezTo>
                        <a:cubicBezTo>
                          <a:pt x="6719782" y="1135461"/>
                          <a:pt x="6742641" y="1133556"/>
                          <a:pt x="6765502" y="1132604"/>
                        </a:cubicBezTo>
                        <a:cubicBezTo>
                          <a:pt x="6766454" y="1126889"/>
                          <a:pt x="6766454" y="1123079"/>
                          <a:pt x="6775027" y="1118316"/>
                        </a:cubicBezTo>
                        <a:cubicBezTo>
                          <a:pt x="6788362" y="1111649"/>
                          <a:pt x="6777885" y="1096409"/>
                          <a:pt x="6767407" y="1089741"/>
                        </a:cubicBezTo>
                        <a:cubicBezTo>
                          <a:pt x="6755977" y="1083074"/>
                          <a:pt x="6758835" y="1066881"/>
                          <a:pt x="6770264" y="1066881"/>
                        </a:cubicBezTo>
                        <a:cubicBezTo>
                          <a:pt x="6781695" y="1066881"/>
                          <a:pt x="6778837" y="1051641"/>
                          <a:pt x="6786457" y="1051641"/>
                        </a:cubicBezTo>
                        <a:cubicBezTo>
                          <a:pt x="6794077" y="1050689"/>
                          <a:pt x="6795982" y="1058309"/>
                          <a:pt x="6810270" y="1050689"/>
                        </a:cubicBezTo>
                        <a:cubicBezTo>
                          <a:pt x="6824557" y="1043069"/>
                          <a:pt x="6811222" y="1063071"/>
                          <a:pt x="6804554" y="1076406"/>
                        </a:cubicBezTo>
                        <a:cubicBezTo>
                          <a:pt x="6797887" y="1089741"/>
                          <a:pt x="6817889" y="1101171"/>
                          <a:pt x="6819795" y="1108791"/>
                        </a:cubicBezTo>
                        <a:cubicBezTo>
                          <a:pt x="6821699" y="1116411"/>
                          <a:pt x="6850274" y="1119269"/>
                          <a:pt x="6865514" y="1109744"/>
                        </a:cubicBezTo>
                        <a:cubicBezTo>
                          <a:pt x="6880754" y="1100219"/>
                          <a:pt x="6931237" y="1121174"/>
                          <a:pt x="6935047" y="1134509"/>
                        </a:cubicBezTo>
                        <a:cubicBezTo>
                          <a:pt x="6936952" y="1142129"/>
                          <a:pt x="6939810" y="1150701"/>
                          <a:pt x="6946477" y="1159274"/>
                        </a:cubicBezTo>
                        <a:cubicBezTo>
                          <a:pt x="6962670" y="1163084"/>
                          <a:pt x="6979814" y="1166894"/>
                          <a:pt x="6996007" y="1170704"/>
                        </a:cubicBezTo>
                        <a:cubicBezTo>
                          <a:pt x="7016962" y="1175466"/>
                          <a:pt x="7027439" y="1190706"/>
                          <a:pt x="7030297" y="1205946"/>
                        </a:cubicBezTo>
                        <a:cubicBezTo>
                          <a:pt x="7031249" y="1205946"/>
                          <a:pt x="7032202" y="1205946"/>
                          <a:pt x="7033154" y="1204994"/>
                        </a:cubicBezTo>
                        <a:cubicBezTo>
                          <a:pt x="7044585" y="1202136"/>
                          <a:pt x="7051252" y="1216424"/>
                          <a:pt x="7059824" y="1207851"/>
                        </a:cubicBezTo>
                        <a:cubicBezTo>
                          <a:pt x="7068397" y="1199279"/>
                          <a:pt x="7073160" y="1212614"/>
                          <a:pt x="7083637" y="1202136"/>
                        </a:cubicBezTo>
                        <a:cubicBezTo>
                          <a:pt x="7095066" y="1191659"/>
                          <a:pt x="7059824" y="1184039"/>
                          <a:pt x="7063635" y="1176419"/>
                        </a:cubicBezTo>
                        <a:cubicBezTo>
                          <a:pt x="7068397" y="1167846"/>
                          <a:pt x="7075064" y="1183086"/>
                          <a:pt x="7085541" y="1182134"/>
                        </a:cubicBezTo>
                        <a:cubicBezTo>
                          <a:pt x="7095066" y="1181181"/>
                          <a:pt x="7082685" y="1161179"/>
                          <a:pt x="7090304" y="1159274"/>
                        </a:cubicBezTo>
                        <a:cubicBezTo>
                          <a:pt x="7097924" y="1157369"/>
                          <a:pt x="7091257" y="1114506"/>
                          <a:pt x="7083637" y="1111649"/>
                        </a:cubicBezTo>
                        <a:cubicBezTo>
                          <a:pt x="7076016" y="1108791"/>
                          <a:pt x="7082685" y="1093551"/>
                          <a:pt x="7096972" y="1105934"/>
                        </a:cubicBezTo>
                        <a:cubicBezTo>
                          <a:pt x="7112212" y="1118316"/>
                          <a:pt x="7135072" y="1117364"/>
                          <a:pt x="7146502" y="1117364"/>
                        </a:cubicBezTo>
                        <a:cubicBezTo>
                          <a:pt x="7157932" y="1117364"/>
                          <a:pt x="7147454" y="1105934"/>
                          <a:pt x="7136024" y="1104029"/>
                        </a:cubicBezTo>
                        <a:cubicBezTo>
                          <a:pt x="7124595" y="1102124"/>
                          <a:pt x="7137929" y="1091646"/>
                          <a:pt x="7145549" y="1100219"/>
                        </a:cubicBezTo>
                        <a:cubicBezTo>
                          <a:pt x="7153170" y="1107839"/>
                          <a:pt x="7168410" y="1111649"/>
                          <a:pt x="7169362" y="1103076"/>
                        </a:cubicBezTo>
                        <a:cubicBezTo>
                          <a:pt x="7170314" y="1094504"/>
                          <a:pt x="7178887" y="1076406"/>
                          <a:pt x="7192222" y="1077359"/>
                        </a:cubicBezTo>
                        <a:cubicBezTo>
                          <a:pt x="7193174" y="1077359"/>
                          <a:pt x="7194127" y="1077359"/>
                          <a:pt x="7195079" y="1077359"/>
                        </a:cubicBezTo>
                        <a:cubicBezTo>
                          <a:pt x="7136024" y="1024019"/>
                          <a:pt x="7066491" y="999254"/>
                          <a:pt x="6997912" y="973536"/>
                        </a:cubicBezTo>
                        <a:close/>
                        <a:moveTo>
                          <a:pt x="3551766" y="1980329"/>
                        </a:moveTo>
                        <a:cubicBezTo>
                          <a:pt x="3514620" y="2016524"/>
                          <a:pt x="3440324" y="2025096"/>
                          <a:pt x="3440324" y="2054624"/>
                        </a:cubicBezTo>
                        <a:cubicBezTo>
                          <a:pt x="3440324" y="2084151"/>
                          <a:pt x="3349837" y="2099391"/>
                          <a:pt x="3342216" y="2086056"/>
                        </a:cubicBezTo>
                        <a:cubicBezTo>
                          <a:pt x="3335549" y="2074626"/>
                          <a:pt x="3408891" y="2070816"/>
                          <a:pt x="3426989" y="2028906"/>
                        </a:cubicBezTo>
                        <a:cubicBezTo>
                          <a:pt x="3445087" y="1986996"/>
                          <a:pt x="3511762" y="1965089"/>
                          <a:pt x="3545099" y="1907939"/>
                        </a:cubicBezTo>
                        <a:cubicBezTo>
                          <a:pt x="3568912" y="1867934"/>
                          <a:pt x="3587962" y="1806021"/>
                          <a:pt x="3602249" y="1810784"/>
                        </a:cubicBezTo>
                        <a:cubicBezTo>
                          <a:pt x="3614632" y="1815546"/>
                          <a:pt x="3589866" y="1945086"/>
                          <a:pt x="3551766" y="1980329"/>
                        </a:cubicBezTo>
                        <a:close/>
                      </a:path>
                    </a:pathLst>
                  </a:custGeom>
                  <a:grpFill/>
                  <a:ln w="7144" cap="flat">
                    <a:solidFill>
                      <a:srgbClr val="FFFFFF"/>
                    </a:solidFill>
                    <a:prstDash val="solid"/>
                    <a:miter/>
                  </a:ln>
                </p:spPr>
                <p:txBody>
                  <a:bodyPr rtlCol="0" anchor="ctr"/>
                  <a:lstStyle/>
                  <a:p>
                    <a:endParaRPr lang="en-ID"/>
                  </a:p>
                </p:txBody>
              </p:sp>
              <p:sp>
                <p:nvSpPr>
                  <p:cNvPr id="878" name="Freeform: Shape 532">
                    <a:extLst>
                      <a:ext uri="{FF2B5EF4-FFF2-40B4-BE49-F238E27FC236}">
                        <a16:creationId xmlns:a16="http://schemas.microsoft.com/office/drawing/2014/main" id="{964611C9-E65A-41A4-11D2-691A2ECA9D55}"/>
                      </a:ext>
                    </a:extLst>
                  </p:cNvPr>
                  <p:cNvSpPr/>
                  <p:nvPr/>
                </p:nvSpPr>
                <p:spPr>
                  <a:xfrm>
                    <a:off x="22595617" y="4467451"/>
                    <a:ext cx="28575" cy="28575"/>
                  </a:xfrm>
                  <a:custGeom>
                    <a:avLst/>
                    <a:gdLst>
                      <a:gd name="connsiteX0" fmla="*/ 0 w 28575"/>
                      <a:gd name="connsiteY0" fmla="*/ 28575 h 28575"/>
                      <a:gd name="connsiteX1" fmla="*/ 31433 w 28575"/>
                      <a:gd name="connsiteY1" fmla="*/ 14288 h 28575"/>
                      <a:gd name="connsiteX2" fmla="*/ 20956 w 28575"/>
                      <a:gd name="connsiteY2" fmla="*/ 0 h 28575"/>
                      <a:gd name="connsiteX3" fmla="*/ 0 w 28575"/>
                      <a:gd name="connsiteY3" fmla="*/ 28575 h 28575"/>
                    </a:gdLst>
                    <a:ahLst/>
                    <a:cxnLst>
                      <a:cxn ang="0">
                        <a:pos x="connsiteX0" y="connsiteY0"/>
                      </a:cxn>
                      <a:cxn ang="0">
                        <a:pos x="connsiteX1" y="connsiteY1"/>
                      </a:cxn>
                      <a:cxn ang="0">
                        <a:pos x="connsiteX2" y="connsiteY2"/>
                      </a:cxn>
                      <a:cxn ang="0">
                        <a:pos x="connsiteX3" y="connsiteY3"/>
                      </a:cxn>
                    </a:cxnLst>
                    <a:rect l="l" t="t" r="r" b="b"/>
                    <a:pathLst>
                      <a:path w="28575" h="28575">
                        <a:moveTo>
                          <a:pt x="0" y="28575"/>
                        </a:moveTo>
                        <a:cubicBezTo>
                          <a:pt x="13335" y="39053"/>
                          <a:pt x="29528" y="29528"/>
                          <a:pt x="31433" y="14288"/>
                        </a:cubicBezTo>
                        <a:cubicBezTo>
                          <a:pt x="32385" y="8573"/>
                          <a:pt x="27623" y="3810"/>
                          <a:pt x="20956" y="0"/>
                        </a:cubicBezTo>
                        <a:cubicBezTo>
                          <a:pt x="17145" y="10478"/>
                          <a:pt x="10478" y="20955"/>
                          <a:pt x="0" y="28575"/>
                        </a:cubicBezTo>
                        <a:close/>
                      </a:path>
                    </a:pathLst>
                  </a:custGeom>
                  <a:grpFill/>
                  <a:ln w="7144" cap="flat">
                    <a:solidFill>
                      <a:srgbClr val="FFFFFF"/>
                    </a:solidFill>
                    <a:prstDash val="solid"/>
                    <a:miter/>
                  </a:ln>
                </p:spPr>
                <p:txBody>
                  <a:bodyPr rtlCol="0" anchor="ctr"/>
                  <a:lstStyle/>
                  <a:p>
                    <a:endParaRPr lang="en-ID"/>
                  </a:p>
                </p:txBody>
              </p:sp>
              <p:sp>
                <p:nvSpPr>
                  <p:cNvPr id="879" name="Freeform: Shape 533">
                    <a:extLst>
                      <a:ext uri="{FF2B5EF4-FFF2-40B4-BE49-F238E27FC236}">
                        <a16:creationId xmlns:a16="http://schemas.microsoft.com/office/drawing/2014/main" id="{44B52670-98D1-B57D-6823-ECAC1B28199D}"/>
                      </a:ext>
                    </a:extLst>
                  </p:cNvPr>
                  <p:cNvSpPr/>
                  <p:nvPr/>
                </p:nvSpPr>
                <p:spPr>
                  <a:xfrm>
                    <a:off x="17242560" y="3384459"/>
                    <a:ext cx="180975" cy="76200"/>
                  </a:xfrm>
                  <a:custGeom>
                    <a:avLst/>
                    <a:gdLst>
                      <a:gd name="connsiteX0" fmla="*/ 178124 w 180975"/>
                      <a:gd name="connsiteY0" fmla="*/ 0 h 76200"/>
                      <a:gd name="connsiteX1" fmla="*/ 170504 w 180975"/>
                      <a:gd name="connsiteY1" fmla="*/ 952 h 76200"/>
                      <a:gd name="connsiteX2" fmla="*/ 100019 w 180975"/>
                      <a:gd name="connsiteY2" fmla="*/ 12382 h 76200"/>
                      <a:gd name="connsiteX3" fmla="*/ 102877 w 180975"/>
                      <a:gd name="connsiteY3" fmla="*/ 15240 h 76200"/>
                      <a:gd name="connsiteX4" fmla="*/ 42869 w 180975"/>
                      <a:gd name="connsiteY4" fmla="*/ 39052 h 76200"/>
                      <a:gd name="connsiteX5" fmla="*/ 959 w 180975"/>
                      <a:gd name="connsiteY5" fmla="*/ 64770 h 76200"/>
                      <a:gd name="connsiteX6" fmla="*/ 74302 w 180975"/>
                      <a:gd name="connsiteY6" fmla="*/ 68580 h 76200"/>
                      <a:gd name="connsiteX7" fmla="*/ 109544 w 180975"/>
                      <a:gd name="connsiteY7" fmla="*/ 54293 h 76200"/>
                      <a:gd name="connsiteX8" fmla="*/ 161932 w 180975"/>
                      <a:gd name="connsiteY8" fmla="*/ 24765 h 76200"/>
                      <a:gd name="connsiteX9" fmla="*/ 178124 w 180975"/>
                      <a:gd name="connsiteY9"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975" h="76200">
                        <a:moveTo>
                          <a:pt x="178124" y="0"/>
                        </a:moveTo>
                        <a:cubicBezTo>
                          <a:pt x="175266" y="0"/>
                          <a:pt x="172409" y="952"/>
                          <a:pt x="170504" y="952"/>
                        </a:cubicBezTo>
                        <a:cubicBezTo>
                          <a:pt x="146691" y="3810"/>
                          <a:pt x="123832" y="8572"/>
                          <a:pt x="100019" y="12382"/>
                        </a:cubicBezTo>
                        <a:cubicBezTo>
                          <a:pt x="100971" y="13335"/>
                          <a:pt x="101924" y="14288"/>
                          <a:pt x="102877" y="15240"/>
                        </a:cubicBezTo>
                        <a:cubicBezTo>
                          <a:pt x="120974" y="29527"/>
                          <a:pt x="51441" y="24765"/>
                          <a:pt x="42869" y="39052"/>
                        </a:cubicBezTo>
                        <a:cubicBezTo>
                          <a:pt x="33344" y="53340"/>
                          <a:pt x="-6661" y="47625"/>
                          <a:pt x="959" y="64770"/>
                        </a:cubicBezTo>
                        <a:cubicBezTo>
                          <a:pt x="8579" y="81915"/>
                          <a:pt x="74302" y="82868"/>
                          <a:pt x="74302" y="68580"/>
                        </a:cubicBezTo>
                        <a:cubicBezTo>
                          <a:pt x="74302" y="54293"/>
                          <a:pt x="108591" y="67627"/>
                          <a:pt x="109544" y="54293"/>
                        </a:cubicBezTo>
                        <a:cubicBezTo>
                          <a:pt x="110496" y="41910"/>
                          <a:pt x="124784" y="27622"/>
                          <a:pt x="161932" y="24765"/>
                        </a:cubicBezTo>
                        <a:cubicBezTo>
                          <a:pt x="191459" y="22860"/>
                          <a:pt x="196222" y="13335"/>
                          <a:pt x="178124" y="0"/>
                        </a:cubicBezTo>
                        <a:close/>
                      </a:path>
                    </a:pathLst>
                  </a:custGeom>
                  <a:grpFill/>
                  <a:ln w="7144" cap="flat">
                    <a:solidFill>
                      <a:srgbClr val="FFFFFF"/>
                    </a:solidFill>
                    <a:prstDash val="solid"/>
                    <a:miter/>
                  </a:ln>
                </p:spPr>
                <p:txBody>
                  <a:bodyPr rtlCol="0" anchor="ctr"/>
                  <a:lstStyle/>
                  <a:p>
                    <a:endParaRPr lang="en-ID"/>
                  </a:p>
                </p:txBody>
              </p:sp>
              <p:sp>
                <p:nvSpPr>
                  <p:cNvPr id="880" name="Freeform: Shape 534">
                    <a:extLst>
                      <a:ext uri="{FF2B5EF4-FFF2-40B4-BE49-F238E27FC236}">
                        <a16:creationId xmlns:a16="http://schemas.microsoft.com/office/drawing/2014/main" id="{4D389E34-D15A-2E17-7771-3EEEDF39B09D}"/>
                      </a:ext>
                    </a:extLst>
                  </p:cNvPr>
                  <p:cNvSpPr/>
                  <p:nvPr/>
                </p:nvSpPr>
                <p:spPr>
                  <a:xfrm>
                    <a:off x="17634045" y="3324451"/>
                    <a:ext cx="133350" cy="19050"/>
                  </a:xfrm>
                  <a:custGeom>
                    <a:avLst/>
                    <a:gdLst>
                      <a:gd name="connsiteX0" fmla="*/ 121919 w 133350"/>
                      <a:gd name="connsiteY0" fmla="*/ 3810 h 19050"/>
                      <a:gd name="connsiteX1" fmla="*/ 60007 w 133350"/>
                      <a:gd name="connsiteY1" fmla="*/ 953 h 19050"/>
                      <a:gd name="connsiteX2" fmla="*/ 15240 w 133350"/>
                      <a:gd name="connsiteY2" fmla="*/ 8572 h 19050"/>
                      <a:gd name="connsiteX3" fmla="*/ 1905 w 133350"/>
                      <a:gd name="connsiteY3" fmla="*/ 11430 h 19050"/>
                      <a:gd name="connsiteX4" fmla="*/ 0 w 133350"/>
                      <a:gd name="connsiteY4" fmla="*/ 12383 h 19050"/>
                      <a:gd name="connsiteX5" fmla="*/ 56197 w 133350"/>
                      <a:gd name="connsiteY5" fmla="*/ 27622 h 19050"/>
                      <a:gd name="connsiteX6" fmla="*/ 99059 w 133350"/>
                      <a:gd name="connsiteY6" fmla="*/ 9525 h 19050"/>
                      <a:gd name="connsiteX7" fmla="*/ 135255 w 133350"/>
                      <a:gd name="connsiteY7" fmla="*/ 7620 h 19050"/>
                      <a:gd name="connsiteX8" fmla="*/ 121919 w 133350"/>
                      <a:gd name="connsiteY8" fmla="*/ 381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9050">
                        <a:moveTo>
                          <a:pt x="121919" y="3810"/>
                        </a:moveTo>
                        <a:cubicBezTo>
                          <a:pt x="100965" y="0"/>
                          <a:pt x="80009" y="-953"/>
                          <a:pt x="60007" y="953"/>
                        </a:cubicBezTo>
                        <a:cubicBezTo>
                          <a:pt x="60007" y="6668"/>
                          <a:pt x="33338" y="7620"/>
                          <a:pt x="15240" y="8572"/>
                        </a:cubicBezTo>
                        <a:cubicBezTo>
                          <a:pt x="10477" y="9525"/>
                          <a:pt x="6667" y="10478"/>
                          <a:pt x="1905" y="11430"/>
                        </a:cubicBezTo>
                        <a:cubicBezTo>
                          <a:pt x="952" y="11430"/>
                          <a:pt x="952" y="11430"/>
                          <a:pt x="0" y="12383"/>
                        </a:cubicBezTo>
                        <a:cubicBezTo>
                          <a:pt x="4763" y="20003"/>
                          <a:pt x="26669" y="27622"/>
                          <a:pt x="56197" y="27622"/>
                        </a:cubicBezTo>
                        <a:cubicBezTo>
                          <a:pt x="87630" y="27622"/>
                          <a:pt x="78105" y="6668"/>
                          <a:pt x="99059" y="9525"/>
                        </a:cubicBezTo>
                        <a:cubicBezTo>
                          <a:pt x="112394" y="11430"/>
                          <a:pt x="128588" y="11430"/>
                          <a:pt x="135255" y="7620"/>
                        </a:cubicBezTo>
                        <a:cubicBezTo>
                          <a:pt x="132397" y="5715"/>
                          <a:pt x="127634" y="4763"/>
                          <a:pt x="121919" y="3810"/>
                        </a:cubicBezTo>
                        <a:close/>
                      </a:path>
                    </a:pathLst>
                  </a:custGeom>
                  <a:grpFill/>
                  <a:ln w="7144" cap="flat">
                    <a:solidFill>
                      <a:srgbClr val="FFFFFF"/>
                    </a:solidFill>
                    <a:prstDash val="solid"/>
                    <a:miter/>
                  </a:ln>
                </p:spPr>
                <p:txBody>
                  <a:bodyPr rtlCol="0" anchor="ctr"/>
                  <a:lstStyle/>
                  <a:p>
                    <a:endParaRPr lang="en-ID"/>
                  </a:p>
                </p:txBody>
              </p:sp>
              <p:sp>
                <p:nvSpPr>
                  <p:cNvPr id="881" name="Freeform: Shape 535">
                    <a:extLst>
                      <a:ext uri="{FF2B5EF4-FFF2-40B4-BE49-F238E27FC236}">
                        <a16:creationId xmlns:a16="http://schemas.microsoft.com/office/drawing/2014/main" id="{AF12CE4F-C0E1-ADEC-7D15-AE5181A989E9}"/>
                      </a:ext>
                    </a:extLst>
                  </p:cNvPr>
                  <p:cNvSpPr/>
                  <p:nvPr/>
                </p:nvSpPr>
                <p:spPr>
                  <a:xfrm>
                    <a:off x="17634098" y="3422805"/>
                    <a:ext cx="142875" cy="47625"/>
                  </a:xfrm>
                  <a:custGeom>
                    <a:avLst/>
                    <a:gdLst>
                      <a:gd name="connsiteX0" fmla="*/ 63764 w 142875"/>
                      <a:gd name="connsiteY0" fmla="*/ 5469 h 47625"/>
                      <a:gd name="connsiteX1" fmla="*/ 31378 w 142875"/>
                      <a:gd name="connsiteY1" fmla="*/ 17851 h 47625"/>
                      <a:gd name="connsiteX2" fmla="*/ 5661 w 142875"/>
                      <a:gd name="connsiteY2" fmla="*/ 46426 h 47625"/>
                      <a:gd name="connsiteX3" fmla="*/ 102816 w 142875"/>
                      <a:gd name="connsiteY3" fmla="*/ 37854 h 47625"/>
                      <a:gd name="connsiteX4" fmla="*/ 149489 w 142875"/>
                      <a:gd name="connsiteY4" fmla="*/ 17851 h 47625"/>
                      <a:gd name="connsiteX5" fmla="*/ 63764 w 142875"/>
                      <a:gd name="connsiteY5" fmla="*/ 5469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47625">
                        <a:moveTo>
                          <a:pt x="63764" y="5469"/>
                        </a:moveTo>
                        <a:cubicBezTo>
                          <a:pt x="67574" y="16899"/>
                          <a:pt x="57097" y="17851"/>
                          <a:pt x="31378" y="17851"/>
                        </a:cubicBezTo>
                        <a:cubicBezTo>
                          <a:pt x="5661" y="17851"/>
                          <a:pt x="-8626" y="34044"/>
                          <a:pt x="5661" y="46426"/>
                        </a:cubicBezTo>
                        <a:cubicBezTo>
                          <a:pt x="20901" y="60714"/>
                          <a:pt x="90434" y="54999"/>
                          <a:pt x="102816" y="37854"/>
                        </a:cubicBezTo>
                        <a:cubicBezTo>
                          <a:pt x="114247" y="20709"/>
                          <a:pt x="144726" y="34996"/>
                          <a:pt x="149489" y="17851"/>
                        </a:cubicBezTo>
                        <a:cubicBezTo>
                          <a:pt x="154251" y="1659"/>
                          <a:pt x="59953" y="-5961"/>
                          <a:pt x="63764" y="5469"/>
                        </a:cubicBezTo>
                        <a:close/>
                      </a:path>
                    </a:pathLst>
                  </a:custGeom>
                  <a:grpFill/>
                  <a:ln w="7144" cap="flat">
                    <a:solidFill>
                      <a:srgbClr val="FFFFFF"/>
                    </a:solidFill>
                    <a:prstDash val="solid"/>
                    <a:miter/>
                  </a:ln>
                </p:spPr>
                <p:txBody>
                  <a:bodyPr rtlCol="0" anchor="ctr"/>
                  <a:lstStyle/>
                  <a:p>
                    <a:endParaRPr lang="en-ID"/>
                  </a:p>
                </p:txBody>
              </p:sp>
              <p:sp>
                <p:nvSpPr>
                  <p:cNvPr id="882" name="Freeform: Shape 536">
                    <a:extLst>
                      <a:ext uri="{FF2B5EF4-FFF2-40B4-BE49-F238E27FC236}">
                        <a16:creationId xmlns:a16="http://schemas.microsoft.com/office/drawing/2014/main" id="{D07B8B01-6A57-EDA1-4C09-50CC86C47D0C}"/>
                      </a:ext>
                    </a:extLst>
                  </p:cNvPr>
                  <p:cNvSpPr/>
                  <p:nvPr/>
                </p:nvSpPr>
                <p:spPr>
                  <a:xfrm>
                    <a:off x="17557507" y="3347398"/>
                    <a:ext cx="152400" cy="57150"/>
                  </a:xfrm>
                  <a:custGeom>
                    <a:avLst/>
                    <a:gdLst>
                      <a:gd name="connsiteX0" fmla="*/ 155595 w 152400"/>
                      <a:gd name="connsiteY0" fmla="*/ 31345 h 57150"/>
                      <a:gd name="connsiteX1" fmla="*/ 79395 w 152400"/>
                      <a:gd name="connsiteY1" fmla="*/ 10390 h 57150"/>
                      <a:gd name="connsiteX2" fmla="*/ 47963 w 152400"/>
                      <a:gd name="connsiteY2" fmla="*/ 17058 h 57150"/>
                      <a:gd name="connsiteX3" fmla="*/ 1290 w 152400"/>
                      <a:gd name="connsiteY3" fmla="*/ 46585 h 57150"/>
                      <a:gd name="connsiteX4" fmla="*/ 155595 w 152400"/>
                      <a:gd name="connsiteY4" fmla="*/ 3134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57150">
                        <a:moveTo>
                          <a:pt x="155595" y="31345"/>
                        </a:moveTo>
                        <a:cubicBezTo>
                          <a:pt x="159405" y="1818"/>
                          <a:pt x="113684" y="25630"/>
                          <a:pt x="79395" y="10390"/>
                        </a:cubicBezTo>
                        <a:cubicBezTo>
                          <a:pt x="45105" y="-4850"/>
                          <a:pt x="25102" y="-3897"/>
                          <a:pt x="47963" y="17058"/>
                        </a:cubicBezTo>
                        <a:cubicBezTo>
                          <a:pt x="58440" y="26583"/>
                          <a:pt x="-10141" y="34203"/>
                          <a:pt x="1290" y="46585"/>
                        </a:cubicBezTo>
                        <a:cubicBezTo>
                          <a:pt x="26055" y="74208"/>
                          <a:pt x="151784" y="60873"/>
                          <a:pt x="155595" y="31345"/>
                        </a:cubicBezTo>
                        <a:close/>
                      </a:path>
                    </a:pathLst>
                  </a:custGeom>
                  <a:grpFill/>
                  <a:ln w="7144" cap="flat">
                    <a:solidFill>
                      <a:srgbClr val="FFFFFF"/>
                    </a:solidFill>
                    <a:prstDash val="solid"/>
                    <a:miter/>
                  </a:ln>
                </p:spPr>
                <p:txBody>
                  <a:bodyPr rtlCol="0" anchor="ctr"/>
                  <a:lstStyle/>
                  <a:p>
                    <a:endParaRPr lang="en-ID"/>
                  </a:p>
                </p:txBody>
              </p:sp>
              <p:sp>
                <p:nvSpPr>
                  <p:cNvPr id="883" name="Freeform: Shape 537">
                    <a:extLst>
                      <a:ext uri="{FF2B5EF4-FFF2-40B4-BE49-F238E27FC236}">
                        <a16:creationId xmlns:a16="http://schemas.microsoft.com/office/drawing/2014/main" id="{9F246544-8781-E34B-CA63-32A2CB5014F4}"/>
                      </a:ext>
                    </a:extLst>
                  </p:cNvPr>
                  <p:cNvSpPr/>
                  <p:nvPr/>
                </p:nvSpPr>
                <p:spPr>
                  <a:xfrm>
                    <a:off x="17430210" y="3803067"/>
                    <a:ext cx="781050" cy="590550"/>
                  </a:xfrm>
                  <a:custGeom>
                    <a:avLst/>
                    <a:gdLst>
                      <a:gd name="connsiteX0" fmla="*/ 776288 w 781050"/>
                      <a:gd name="connsiteY0" fmla="*/ 9064 h 590550"/>
                      <a:gd name="connsiteX1" fmla="*/ 640080 w 781050"/>
                      <a:gd name="connsiteY1" fmla="*/ 37639 h 590550"/>
                      <a:gd name="connsiteX2" fmla="*/ 568642 w 781050"/>
                      <a:gd name="connsiteY2" fmla="*/ 55736 h 590550"/>
                      <a:gd name="connsiteX3" fmla="*/ 502919 w 781050"/>
                      <a:gd name="connsiteY3" fmla="*/ 70976 h 590550"/>
                      <a:gd name="connsiteX4" fmla="*/ 475298 w 781050"/>
                      <a:gd name="connsiteY4" fmla="*/ 73834 h 590550"/>
                      <a:gd name="connsiteX5" fmla="*/ 468630 w 781050"/>
                      <a:gd name="connsiteY5" fmla="*/ 72881 h 590550"/>
                      <a:gd name="connsiteX6" fmla="*/ 434340 w 781050"/>
                      <a:gd name="connsiteY6" fmla="*/ 77644 h 590550"/>
                      <a:gd name="connsiteX7" fmla="*/ 399098 w 781050"/>
                      <a:gd name="connsiteY7" fmla="*/ 90979 h 590550"/>
                      <a:gd name="connsiteX8" fmla="*/ 397192 w 781050"/>
                      <a:gd name="connsiteY8" fmla="*/ 90979 h 590550"/>
                      <a:gd name="connsiteX9" fmla="*/ 369569 w 781050"/>
                      <a:gd name="connsiteY9" fmla="*/ 98599 h 590550"/>
                      <a:gd name="connsiteX10" fmla="*/ 360044 w 781050"/>
                      <a:gd name="connsiteY10" fmla="*/ 99551 h 590550"/>
                      <a:gd name="connsiteX11" fmla="*/ 280988 w 781050"/>
                      <a:gd name="connsiteY11" fmla="*/ 157654 h 590550"/>
                      <a:gd name="connsiteX12" fmla="*/ 232410 w 781050"/>
                      <a:gd name="connsiteY12" fmla="*/ 166226 h 590550"/>
                      <a:gd name="connsiteX13" fmla="*/ 213360 w 781050"/>
                      <a:gd name="connsiteY13" fmla="*/ 184324 h 590550"/>
                      <a:gd name="connsiteX14" fmla="*/ 220027 w 781050"/>
                      <a:gd name="connsiteY14" fmla="*/ 194801 h 590550"/>
                      <a:gd name="connsiteX15" fmla="*/ 195263 w 781050"/>
                      <a:gd name="connsiteY15" fmla="*/ 226234 h 590550"/>
                      <a:gd name="connsiteX16" fmla="*/ 181927 w 781050"/>
                      <a:gd name="connsiteY16" fmla="*/ 257666 h 590550"/>
                      <a:gd name="connsiteX17" fmla="*/ 145732 w 781050"/>
                      <a:gd name="connsiteY17" fmla="*/ 278621 h 590550"/>
                      <a:gd name="connsiteX18" fmla="*/ 140017 w 781050"/>
                      <a:gd name="connsiteY18" fmla="*/ 295766 h 590550"/>
                      <a:gd name="connsiteX19" fmla="*/ 129540 w 781050"/>
                      <a:gd name="connsiteY19" fmla="*/ 311006 h 590550"/>
                      <a:gd name="connsiteX20" fmla="*/ 138113 w 781050"/>
                      <a:gd name="connsiteY20" fmla="*/ 313864 h 590550"/>
                      <a:gd name="connsiteX21" fmla="*/ 126682 w 781050"/>
                      <a:gd name="connsiteY21" fmla="*/ 340534 h 590550"/>
                      <a:gd name="connsiteX22" fmla="*/ 87630 w 781050"/>
                      <a:gd name="connsiteY22" fmla="*/ 361489 h 590550"/>
                      <a:gd name="connsiteX23" fmla="*/ 56198 w 781050"/>
                      <a:gd name="connsiteY23" fmla="*/ 385301 h 590550"/>
                      <a:gd name="connsiteX24" fmla="*/ 49530 w 781050"/>
                      <a:gd name="connsiteY24" fmla="*/ 386254 h 590550"/>
                      <a:gd name="connsiteX25" fmla="*/ 49530 w 781050"/>
                      <a:gd name="connsiteY25" fmla="*/ 391016 h 590550"/>
                      <a:gd name="connsiteX26" fmla="*/ 71438 w 781050"/>
                      <a:gd name="connsiteY26" fmla="*/ 417686 h 590550"/>
                      <a:gd name="connsiteX27" fmla="*/ 45719 w 781050"/>
                      <a:gd name="connsiteY27" fmla="*/ 446261 h 590550"/>
                      <a:gd name="connsiteX28" fmla="*/ 16192 w 781050"/>
                      <a:gd name="connsiteY28" fmla="*/ 459596 h 590550"/>
                      <a:gd name="connsiteX29" fmla="*/ 10477 w 781050"/>
                      <a:gd name="connsiteY29" fmla="*/ 483409 h 590550"/>
                      <a:gd name="connsiteX30" fmla="*/ 0 w 781050"/>
                      <a:gd name="connsiteY30" fmla="*/ 501506 h 590550"/>
                      <a:gd name="connsiteX31" fmla="*/ 35242 w 781050"/>
                      <a:gd name="connsiteY31" fmla="*/ 505316 h 590550"/>
                      <a:gd name="connsiteX32" fmla="*/ 42863 w 781050"/>
                      <a:gd name="connsiteY32" fmla="*/ 540559 h 590550"/>
                      <a:gd name="connsiteX33" fmla="*/ 60007 w 781050"/>
                      <a:gd name="connsiteY33" fmla="*/ 525319 h 590550"/>
                      <a:gd name="connsiteX34" fmla="*/ 95250 w 781050"/>
                      <a:gd name="connsiteY34" fmla="*/ 551989 h 590550"/>
                      <a:gd name="connsiteX35" fmla="*/ 151448 w 781050"/>
                      <a:gd name="connsiteY35" fmla="*/ 586279 h 590550"/>
                      <a:gd name="connsiteX36" fmla="*/ 266700 w 781050"/>
                      <a:gd name="connsiteY36" fmla="*/ 586279 h 590550"/>
                      <a:gd name="connsiteX37" fmla="*/ 206692 w 781050"/>
                      <a:gd name="connsiteY37" fmla="*/ 528176 h 590550"/>
                      <a:gd name="connsiteX38" fmla="*/ 191452 w 781050"/>
                      <a:gd name="connsiteY38" fmla="*/ 425306 h 590550"/>
                      <a:gd name="connsiteX39" fmla="*/ 226694 w 781050"/>
                      <a:gd name="connsiteY39" fmla="*/ 370061 h 590550"/>
                      <a:gd name="connsiteX40" fmla="*/ 247650 w 781050"/>
                      <a:gd name="connsiteY40" fmla="*/ 338629 h 590550"/>
                      <a:gd name="connsiteX41" fmla="*/ 248602 w 781050"/>
                      <a:gd name="connsiteY41" fmla="*/ 276716 h 590550"/>
                      <a:gd name="connsiteX42" fmla="*/ 316230 w 781050"/>
                      <a:gd name="connsiteY42" fmla="*/ 241474 h 590550"/>
                      <a:gd name="connsiteX43" fmla="*/ 316230 w 781050"/>
                      <a:gd name="connsiteY43" fmla="*/ 241474 h 590550"/>
                      <a:gd name="connsiteX44" fmla="*/ 344805 w 781050"/>
                      <a:gd name="connsiteY44" fmla="*/ 233854 h 590550"/>
                      <a:gd name="connsiteX45" fmla="*/ 349567 w 781050"/>
                      <a:gd name="connsiteY45" fmla="*/ 231949 h 590550"/>
                      <a:gd name="connsiteX46" fmla="*/ 358140 w 781050"/>
                      <a:gd name="connsiteY46" fmla="*/ 225281 h 590550"/>
                      <a:gd name="connsiteX47" fmla="*/ 371475 w 781050"/>
                      <a:gd name="connsiteY47" fmla="*/ 216709 h 590550"/>
                      <a:gd name="connsiteX48" fmla="*/ 406717 w 781050"/>
                      <a:gd name="connsiteY48" fmla="*/ 207184 h 590550"/>
                      <a:gd name="connsiteX49" fmla="*/ 417194 w 781050"/>
                      <a:gd name="connsiteY49" fmla="*/ 195754 h 590550"/>
                      <a:gd name="connsiteX50" fmla="*/ 662940 w 781050"/>
                      <a:gd name="connsiteY50" fmla="*/ 95741 h 590550"/>
                      <a:gd name="connsiteX51" fmla="*/ 776288 w 781050"/>
                      <a:gd name="connsiteY51" fmla="*/ 9064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1050" h="590550">
                        <a:moveTo>
                          <a:pt x="776288" y="9064"/>
                        </a:moveTo>
                        <a:cubicBezTo>
                          <a:pt x="745807" y="-16654"/>
                          <a:pt x="661035" y="18589"/>
                          <a:pt x="640080" y="37639"/>
                        </a:cubicBezTo>
                        <a:cubicBezTo>
                          <a:pt x="619125" y="55736"/>
                          <a:pt x="589598" y="43354"/>
                          <a:pt x="568642" y="55736"/>
                        </a:cubicBezTo>
                        <a:cubicBezTo>
                          <a:pt x="553402" y="65261"/>
                          <a:pt x="525780" y="73834"/>
                          <a:pt x="502919" y="70976"/>
                        </a:cubicBezTo>
                        <a:cubicBezTo>
                          <a:pt x="495300" y="73834"/>
                          <a:pt x="485775" y="74786"/>
                          <a:pt x="475298" y="73834"/>
                        </a:cubicBezTo>
                        <a:cubicBezTo>
                          <a:pt x="473392" y="73834"/>
                          <a:pt x="470535" y="72881"/>
                          <a:pt x="468630" y="72881"/>
                        </a:cubicBezTo>
                        <a:cubicBezTo>
                          <a:pt x="457200" y="71929"/>
                          <a:pt x="445769" y="74786"/>
                          <a:pt x="434340" y="77644"/>
                        </a:cubicBezTo>
                        <a:cubicBezTo>
                          <a:pt x="426719" y="86216"/>
                          <a:pt x="415290" y="91931"/>
                          <a:pt x="399098" y="90979"/>
                        </a:cubicBezTo>
                        <a:cubicBezTo>
                          <a:pt x="398144" y="90979"/>
                          <a:pt x="398144" y="90979"/>
                          <a:pt x="397192" y="90979"/>
                        </a:cubicBezTo>
                        <a:cubicBezTo>
                          <a:pt x="387667" y="93836"/>
                          <a:pt x="379094" y="96694"/>
                          <a:pt x="369569" y="98599"/>
                        </a:cubicBezTo>
                        <a:cubicBezTo>
                          <a:pt x="366713" y="99551"/>
                          <a:pt x="363855" y="99551"/>
                          <a:pt x="360044" y="99551"/>
                        </a:cubicBezTo>
                        <a:cubicBezTo>
                          <a:pt x="332423" y="115744"/>
                          <a:pt x="307657" y="137651"/>
                          <a:pt x="280988" y="157654"/>
                        </a:cubicBezTo>
                        <a:cubicBezTo>
                          <a:pt x="265748" y="169084"/>
                          <a:pt x="247650" y="170989"/>
                          <a:pt x="232410" y="166226"/>
                        </a:cubicBezTo>
                        <a:cubicBezTo>
                          <a:pt x="225742" y="171941"/>
                          <a:pt x="220027" y="177656"/>
                          <a:pt x="213360" y="184324"/>
                        </a:cubicBezTo>
                        <a:cubicBezTo>
                          <a:pt x="214313" y="188134"/>
                          <a:pt x="217169" y="190991"/>
                          <a:pt x="220027" y="194801"/>
                        </a:cubicBezTo>
                        <a:cubicBezTo>
                          <a:pt x="238125" y="212899"/>
                          <a:pt x="185738" y="214804"/>
                          <a:pt x="195263" y="226234"/>
                        </a:cubicBezTo>
                        <a:cubicBezTo>
                          <a:pt x="204788" y="237664"/>
                          <a:pt x="175260" y="244331"/>
                          <a:pt x="181927" y="257666"/>
                        </a:cubicBezTo>
                        <a:cubicBezTo>
                          <a:pt x="188594" y="270049"/>
                          <a:pt x="164782" y="274811"/>
                          <a:pt x="145732" y="278621"/>
                        </a:cubicBezTo>
                        <a:cubicBezTo>
                          <a:pt x="144780" y="284336"/>
                          <a:pt x="142875" y="290051"/>
                          <a:pt x="140017" y="295766"/>
                        </a:cubicBezTo>
                        <a:cubicBezTo>
                          <a:pt x="137160" y="301481"/>
                          <a:pt x="133350" y="306244"/>
                          <a:pt x="129540" y="311006"/>
                        </a:cubicBezTo>
                        <a:cubicBezTo>
                          <a:pt x="131444" y="311959"/>
                          <a:pt x="134302" y="312911"/>
                          <a:pt x="138113" y="313864"/>
                        </a:cubicBezTo>
                        <a:cubicBezTo>
                          <a:pt x="162877" y="314816"/>
                          <a:pt x="123825" y="319579"/>
                          <a:pt x="126682" y="340534"/>
                        </a:cubicBezTo>
                        <a:cubicBezTo>
                          <a:pt x="129540" y="361489"/>
                          <a:pt x="85725" y="347201"/>
                          <a:pt x="87630" y="361489"/>
                        </a:cubicBezTo>
                        <a:cubicBezTo>
                          <a:pt x="88582" y="375776"/>
                          <a:pt x="80963" y="385301"/>
                          <a:pt x="56198" y="385301"/>
                        </a:cubicBezTo>
                        <a:cubicBezTo>
                          <a:pt x="53340" y="385301"/>
                          <a:pt x="50482" y="385301"/>
                          <a:pt x="49530" y="386254"/>
                        </a:cubicBezTo>
                        <a:cubicBezTo>
                          <a:pt x="49530" y="388159"/>
                          <a:pt x="49530" y="390064"/>
                          <a:pt x="49530" y="391016"/>
                        </a:cubicBezTo>
                        <a:cubicBezTo>
                          <a:pt x="54292" y="397684"/>
                          <a:pt x="69532" y="408161"/>
                          <a:pt x="71438" y="417686"/>
                        </a:cubicBezTo>
                        <a:cubicBezTo>
                          <a:pt x="74294" y="432926"/>
                          <a:pt x="46673" y="421496"/>
                          <a:pt x="45719" y="446261"/>
                        </a:cubicBezTo>
                        <a:cubicBezTo>
                          <a:pt x="44767" y="459596"/>
                          <a:pt x="30480" y="457691"/>
                          <a:pt x="16192" y="459596"/>
                        </a:cubicBezTo>
                        <a:cubicBezTo>
                          <a:pt x="14288" y="467216"/>
                          <a:pt x="12382" y="474836"/>
                          <a:pt x="10477" y="483409"/>
                        </a:cubicBezTo>
                        <a:cubicBezTo>
                          <a:pt x="8573" y="491029"/>
                          <a:pt x="4763" y="496744"/>
                          <a:pt x="0" y="501506"/>
                        </a:cubicBezTo>
                        <a:cubicBezTo>
                          <a:pt x="9525" y="505316"/>
                          <a:pt x="23813" y="505316"/>
                          <a:pt x="35242" y="505316"/>
                        </a:cubicBezTo>
                        <a:cubicBezTo>
                          <a:pt x="56198" y="506269"/>
                          <a:pt x="27623" y="528176"/>
                          <a:pt x="42863" y="540559"/>
                        </a:cubicBezTo>
                        <a:cubicBezTo>
                          <a:pt x="58102" y="552941"/>
                          <a:pt x="70485" y="549131"/>
                          <a:pt x="60007" y="525319"/>
                        </a:cubicBezTo>
                        <a:cubicBezTo>
                          <a:pt x="49530" y="501506"/>
                          <a:pt x="115252" y="533891"/>
                          <a:pt x="95250" y="551989"/>
                        </a:cubicBezTo>
                        <a:cubicBezTo>
                          <a:pt x="75248" y="570086"/>
                          <a:pt x="126682" y="584374"/>
                          <a:pt x="151448" y="586279"/>
                        </a:cubicBezTo>
                        <a:cubicBezTo>
                          <a:pt x="176213" y="587231"/>
                          <a:pt x="264794" y="608186"/>
                          <a:pt x="266700" y="586279"/>
                        </a:cubicBezTo>
                        <a:cubicBezTo>
                          <a:pt x="267652" y="571991"/>
                          <a:pt x="234315" y="559609"/>
                          <a:pt x="206692" y="528176"/>
                        </a:cubicBezTo>
                        <a:cubicBezTo>
                          <a:pt x="179069" y="496744"/>
                          <a:pt x="160019" y="446261"/>
                          <a:pt x="191452" y="425306"/>
                        </a:cubicBezTo>
                        <a:cubicBezTo>
                          <a:pt x="222885" y="404351"/>
                          <a:pt x="195263" y="393874"/>
                          <a:pt x="226694" y="370061"/>
                        </a:cubicBezTo>
                        <a:cubicBezTo>
                          <a:pt x="241935" y="358631"/>
                          <a:pt x="244792" y="348154"/>
                          <a:pt x="247650" y="338629"/>
                        </a:cubicBezTo>
                        <a:cubicBezTo>
                          <a:pt x="231457" y="322436"/>
                          <a:pt x="226694" y="296719"/>
                          <a:pt x="248602" y="276716"/>
                        </a:cubicBezTo>
                        <a:cubicBezTo>
                          <a:pt x="268605" y="259571"/>
                          <a:pt x="290513" y="249094"/>
                          <a:pt x="316230" y="241474"/>
                        </a:cubicBezTo>
                        <a:cubicBezTo>
                          <a:pt x="316230" y="241474"/>
                          <a:pt x="316230" y="241474"/>
                          <a:pt x="316230" y="241474"/>
                        </a:cubicBezTo>
                        <a:cubicBezTo>
                          <a:pt x="313373" y="232901"/>
                          <a:pt x="330517" y="237664"/>
                          <a:pt x="344805" y="233854"/>
                        </a:cubicBezTo>
                        <a:cubicBezTo>
                          <a:pt x="346710" y="232901"/>
                          <a:pt x="347663" y="232901"/>
                          <a:pt x="349567" y="231949"/>
                        </a:cubicBezTo>
                        <a:cubicBezTo>
                          <a:pt x="352425" y="230044"/>
                          <a:pt x="356235" y="228139"/>
                          <a:pt x="358140" y="225281"/>
                        </a:cubicBezTo>
                        <a:cubicBezTo>
                          <a:pt x="361950" y="221471"/>
                          <a:pt x="365760" y="218614"/>
                          <a:pt x="371475" y="216709"/>
                        </a:cubicBezTo>
                        <a:cubicBezTo>
                          <a:pt x="382905" y="208136"/>
                          <a:pt x="395288" y="205279"/>
                          <a:pt x="406717" y="207184"/>
                        </a:cubicBezTo>
                        <a:cubicBezTo>
                          <a:pt x="411480" y="204326"/>
                          <a:pt x="415290" y="201469"/>
                          <a:pt x="417194" y="195754"/>
                        </a:cubicBezTo>
                        <a:cubicBezTo>
                          <a:pt x="427673" y="171941"/>
                          <a:pt x="578167" y="116696"/>
                          <a:pt x="662940" y="95741"/>
                        </a:cubicBezTo>
                        <a:cubicBezTo>
                          <a:pt x="746760" y="72881"/>
                          <a:pt x="805815" y="34781"/>
                          <a:pt x="776288" y="9064"/>
                        </a:cubicBezTo>
                        <a:close/>
                      </a:path>
                    </a:pathLst>
                  </a:custGeom>
                  <a:grpFill/>
                  <a:ln w="7144" cap="flat">
                    <a:solidFill>
                      <a:srgbClr val="FFFFFF"/>
                    </a:solidFill>
                    <a:prstDash val="solid"/>
                    <a:miter/>
                  </a:ln>
                </p:spPr>
                <p:txBody>
                  <a:bodyPr rtlCol="0" anchor="ctr"/>
                  <a:lstStyle/>
                  <a:p>
                    <a:endParaRPr lang="en-ID"/>
                  </a:p>
                </p:txBody>
              </p:sp>
            </p:grpSp>
            <p:grpSp>
              <p:nvGrpSpPr>
                <p:cNvPr id="833" name="Graphic 286">
                  <a:extLst>
                    <a:ext uri="{FF2B5EF4-FFF2-40B4-BE49-F238E27FC236}">
                      <a16:creationId xmlns:a16="http://schemas.microsoft.com/office/drawing/2014/main" id="{67CD9813-DC78-25A8-97F1-D7FA810502C9}"/>
                    </a:ext>
                  </a:extLst>
                </p:cNvPr>
                <p:cNvGrpSpPr/>
                <p:nvPr/>
              </p:nvGrpSpPr>
              <p:grpSpPr>
                <a:xfrm>
                  <a:off x="16010032" y="3324451"/>
                  <a:ext cx="7534275" cy="3105150"/>
                  <a:chOff x="16010032" y="3324451"/>
                  <a:chExt cx="7534275" cy="3105150"/>
                </a:xfrm>
                <a:grpFill/>
              </p:grpSpPr>
              <p:sp>
                <p:nvSpPr>
                  <p:cNvPr id="834" name="Freeform: Shape 488">
                    <a:extLst>
                      <a:ext uri="{FF2B5EF4-FFF2-40B4-BE49-F238E27FC236}">
                        <a16:creationId xmlns:a16="http://schemas.microsoft.com/office/drawing/2014/main" id="{8BD21846-09AB-A05B-39DD-C2CB2A311C08}"/>
                      </a:ext>
                    </a:extLst>
                  </p:cNvPr>
                  <p:cNvSpPr/>
                  <p:nvPr/>
                </p:nvSpPr>
                <p:spPr>
                  <a:xfrm>
                    <a:off x="19185437" y="3378743"/>
                    <a:ext cx="228600" cy="142875"/>
                  </a:xfrm>
                  <a:custGeom>
                    <a:avLst/>
                    <a:gdLst>
                      <a:gd name="connsiteX0" fmla="*/ 227877 w 228600"/>
                      <a:gd name="connsiteY0" fmla="*/ 55245 h 142875"/>
                      <a:gd name="connsiteX1" fmla="*/ 192635 w 228600"/>
                      <a:gd name="connsiteY1" fmla="*/ 70485 h 142875"/>
                      <a:gd name="connsiteX2" fmla="*/ 144058 w 228600"/>
                      <a:gd name="connsiteY2" fmla="*/ 23813 h 142875"/>
                      <a:gd name="connsiteX3" fmla="*/ 144058 w 228600"/>
                      <a:gd name="connsiteY3" fmla="*/ 9525 h 142875"/>
                      <a:gd name="connsiteX4" fmla="*/ 140248 w 228600"/>
                      <a:gd name="connsiteY4" fmla="*/ 5715 h 142875"/>
                      <a:gd name="connsiteX5" fmla="*/ 107862 w 228600"/>
                      <a:gd name="connsiteY5" fmla="*/ 8573 h 142875"/>
                      <a:gd name="connsiteX6" fmla="*/ 65952 w 228600"/>
                      <a:gd name="connsiteY6" fmla="*/ 0 h 142875"/>
                      <a:gd name="connsiteX7" fmla="*/ 66905 w 228600"/>
                      <a:gd name="connsiteY7" fmla="*/ 15240 h 142875"/>
                      <a:gd name="connsiteX8" fmla="*/ 46902 w 228600"/>
                      <a:gd name="connsiteY8" fmla="*/ 47625 h 142875"/>
                      <a:gd name="connsiteX9" fmla="*/ 47855 w 228600"/>
                      <a:gd name="connsiteY9" fmla="*/ 80010 h 142875"/>
                      <a:gd name="connsiteX10" fmla="*/ 37377 w 228600"/>
                      <a:gd name="connsiteY10" fmla="*/ 98108 h 142875"/>
                      <a:gd name="connsiteX11" fmla="*/ 5945 w 228600"/>
                      <a:gd name="connsiteY11" fmla="*/ 115253 h 142875"/>
                      <a:gd name="connsiteX12" fmla="*/ 44998 w 228600"/>
                      <a:gd name="connsiteY12" fmla="*/ 143828 h 142875"/>
                      <a:gd name="connsiteX13" fmla="*/ 47855 w 228600"/>
                      <a:gd name="connsiteY13" fmla="*/ 144780 h 142875"/>
                      <a:gd name="connsiteX14" fmla="*/ 81192 w 228600"/>
                      <a:gd name="connsiteY14" fmla="*/ 132398 h 142875"/>
                      <a:gd name="connsiteX15" fmla="*/ 87860 w 228600"/>
                      <a:gd name="connsiteY15" fmla="*/ 132398 h 142875"/>
                      <a:gd name="connsiteX16" fmla="*/ 98337 w 228600"/>
                      <a:gd name="connsiteY16" fmla="*/ 110490 h 142875"/>
                      <a:gd name="connsiteX17" fmla="*/ 220258 w 228600"/>
                      <a:gd name="connsiteY17" fmla="*/ 71438 h 142875"/>
                      <a:gd name="connsiteX18" fmla="*/ 227877 w 228600"/>
                      <a:gd name="connsiteY18" fmla="*/ 5524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8600" h="142875">
                        <a:moveTo>
                          <a:pt x="227877" y="55245"/>
                        </a:moveTo>
                        <a:cubicBezTo>
                          <a:pt x="219305" y="63818"/>
                          <a:pt x="206923" y="69533"/>
                          <a:pt x="192635" y="70485"/>
                        </a:cubicBezTo>
                        <a:cubicBezTo>
                          <a:pt x="166917" y="71438"/>
                          <a:pt x="144058" y="48578"/>
                          <a:pt x="144058" y="23813"/>
                        </a:cubicBezTo>
                        <a:lnTo>
                          <a:pt x="144058" y="9525"/>
                        </a:lnTo>
                        <a:cubicBezTo>
                          <a:pt x="142152" y="8573"/>
                          <a:pt x="141200" y="7620"/>
                          <a:pt x="140248" y="5715"/>
                        </a:cubicBezTo>
                        <a:cubicBezTo>
                          <a:pt x="129770" y="10478"/>
                          <a:pt x="118340" y="11430"/>
                          <a:pt x="107862" y="8573"/>
                        </a:cubicBezTo>
                        <a:cubicBezTo>
                          <a:pt x="94527" y="4763"/>
                          <a:pt x="80240" y="3810"/>
                          <a:pt x="65952" y="0"/>
                        </a:cubicBezTo>
                        <a:cubicBezTo>
                          <a:pt x="59285" y="4763"/>
                          <a:pt x="58333" y="10478"/>
                          <a:pt x="66905" y="15240"/>
                        </a:cubicBezTo>
                        <a:cubicBezTo>
                          <a:pt x="85002" y="24765"/>
                          <a:pt x="66905" y="49530"/>
                          <a:pt x="46902" y="47625"/>
                        </a:cubicBezTo>
                        <a:cubicBezTo>
                          <a:pt x="26900" y="45720"/>
                          <a:pt x="23090" y="68580"/>
                          <a:pt x="47855" y="80010"/>
                        </a:cubicBezTo>
                        <a:cubicBezTo>
                          <a:pt x="72620" y="91440"/>
                          <a:pt x="63095" y="98108"/>
                          <a:pt x="37377" y="98108"/>
                        </a:cubicBezTo>
                        <a:cubicBezTo>
                          <a:pt x="11660" y="98108"/>
                          <a:pt x="-11200" y="107633"/>
                          <a:pt x="5945" y="115253"/>
                        </a:cubicBezTo>
                        <a:cubicBezTo>
                          <a:pt x="19280" y="120968"/>
                          <a:pt x="17375" y="136208"/>
                          <a:pt x="44998" y="143828"/>
                        </a:cubicBezTo>
                        <a:cubicBezTo>
                          <a:pt x="45950" y="143828"/>
                          <a:pt x="46902" y="143828"/>
                          <a:pt x="47855" y="144780"/>
                        </a:cubicBezTo>
                        <a:cubicBezTo>
                          <a:pt x="56427" y="136208"/>
                          <a:pt x="68810" y="132398"/>
                          <a:pt x="81192" y="132398"/>
                        </a:cubicBezTo>
                        <a:cubicBezTo>
                          <a:pt x="83098" y="132398"/>
                          <a:pt x="85955" y="132398"/>
                          <a:pt x="87860" y="132398"/>
                        </a:cubicBezTo>
                        <a:cubicBezTo>
                          <a:pt x="94527" y="125730"/>
                          <a:pt x="99290" y="117158"/>
                          <a:pt x="98337" y="110490"/>
                        </a:cubicBezTo>
                        <a:cubicBezTo>
                          <a:pt x="95480" y="93345"/>
                          <a:pt x="193588" y="78105"/>
                          <a:pt x="220258" y="71438"/>
                        </a:cubicBezTo>
                        <a:cubicBezTo>
                          <a:pt x="229783" y="66675"/>
                          <a:pt x="230735" y="60960"/>
                          <a:pt x="227877" y="55245"/>
                        </a:cubicBezTo>
                        <a:close/>
                      </a:path>
                    </a:pathLst>
                  </a:custGeom>
                  <a:grpFill/>
                  <a:ln w="7144" cap="flat">
                    <a:solidFill>
                      <a:srgbClr val="FFFFFF"/>
                    </a:solidFill>
                    <a:prstDash val="solid"/>
                    <a:miter/>
                  </a:ln>
                </p:spPr>
                <p:txBody>
                  <a:bodyPr rtlCol="0" anchor="ctr"/>
                  <a:lstStyle/>
                  <a:p>
                    <a:endParaRPr lang="en-ID"/>
                  </a:p>
                </p:txBody>
              </p:sp>
              <p:sp>
                <p:nvSpPr>
                  <p:cNvPr id="835" name="Freeform: Shape 489">
                    <a:extLst>
                      <a:ext uri="{FF2B5EF4-FFF2-40B4-BE49-F238E27FC236}">
                        <a16:creationId xmlns:a16="http://schemas.microsoft.com/office/drawing/2014/main" id="{5A87B887-FBA6-8CE6-E08D-D1AE662B8672}"/>
                      </a:ext>
                    </a:extLst>
                  </p:cNvPr>
                  <p:cNvSpPr/>
                  <p:nvPr/>
                </p:nvSpPr>
                <p:spPr>
                  <a:xfrm>
                    <a:off x="19503255" y="3565434"/>
                    <a:ext cx="266700" cy="133350"/>
                  </a:xfrm>
                  <a:custGeom>
                    <a:avLst/>
                    <a:gdLst>
                      <a:gd name="connsiteX0" fmla="*/ 256770 w 266700"/>
                      <a:gd name="connsiteY0" fmla="*/ 43815 h 133350"/>
                      <a:gd name="connsiteX1" fmla="*/ 229147 w 266700"/>
                      <a:gd name="connsiteY1" fmla="*/ 43815 h 133350"/>
                      <a:gd name="connsiteX2" fmla="*/ 164378 w 266700"/>
                      <a:gd name="connsiteY2" fmla="*/ 22860 h 133350"/>
                      <a:gd name="connsiteX3" fmla="*/ 151042 w 266700"/>
                      <a:gd name="connsiteY3" fmla="*/ 36195 h 133350"/>
                      <a:gd name="connsiteX4" fmla="*/ 151042 w 266700"/>
                      <a:gd name="connsiteY4" fmla="*/ 17145 h 133350"/>
                      <a:gd name="connsiteX5" fmla="*/ 135803 w 266700"/>
                      <a:gd name="connsiteY5" fmla="*/ 10477 h 133350"/>
                      <a:gd name="connsiteX6" fmla="*/ 97703 w 266700"/>
                      <a:gd name="connsiteY6" fmla="*/ 6668 h 133350"/>
                      <a:gd name="connsiteX7" fmla="*/ 83415 w 266700"/>
                      <a:gd name="connsiteY7" fmla="*/ 0 h 133350"/>
                      <a:gd name="connsiteX8" fmla="*/ 68174 w 266700"/>
                      <a:gd name="connsiteY8" fmla="*/ 36195 h 133350"/>
                      <a:gd name="connsiteX9" fmla="*/ 35790 w 266700"/>
                      <a:gd name="connsiteY9" fmla="*/ 62865 h 133350"/>
                      <a:gd name="connsiteX10" fmla="*/ 4357 w 266700"/>
                      <a:gd name="connsiteY10" fmla="*/ 130493 h 133350"/>
                      <a:gd name="connsiteX11" fmla="*/ 120562 w 266700"/>
                      <a:gd name="connsiteY11" fmla="*/ 118110 h 133350"/>
                      <a:gd name="connsiteX12" fmla="*/ 273915 w 266700"/>
                      <a:gd name="connsiteY12" fmla="*/ 62865 h 133350"/>
                      <a:gd name="connsiteX13" fmla="*/ 256770 w 266700"/>
                      <a:gd name="connsiteY13" fmla="*/ 43815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6700" h="133350">
                        <a:moveTo>
                          <a:pt x="256770" y="43815"/>
                        </a:moveTo>
                        <a:cubicBezTo>
                          <a:pt x="248197" y="46672"/>
                          <a:pt x="238672" y="47625"/>
                          <a:pt x="229147" y="43815"/>
                        </a:cubicBezTo>
                        <a:cubicBezTo>
                          <a:pt x="208192" y="36195"/>
                          <a:pt x="186284" y="30480"/>
                          <a:pt x="164378" y="22860"/>
                        </a:cubicBezTo>
                        <a:cubicBezTo>
                          <a:pt x="158662" y="26670"/>
                          <a:pt x="153899" y="31432"/>
                          <a:pt x="151042" y="36195"/>
                        </a:cubicBezTo>
                        <a:cubicBezTo>
                          <a:pt x="142470" y="51435"/>
                          <a:pt x="132945" y="40005"/>
                          <a:pt x="151042" y="17145"/>
                        </a:cubicBezTo>
                        <a:cubicBezTo>
                          <a:pt x="145328" y="15240"/>
                          <a:pt x="140565" y="12382"/>
                          <a:pt x="135803" y="10477"/>
                        </a:cubicBezTo>
                        <a:cubicBezTo>
                          <a:pt x="123420" y="13335"/>
                          <a:pt x="109132" y="12382"/>
                          <a:pt x="97703" y="6668"/>
                        </a:cubicBezTo>
                        <a:cubicBezTo>
                          <a:pt x="92940" y="4763"/>
                          <a:pt x="88178" y="1905"/>
                          <a:pt x="83415" y="0"/>
                        </a:cubicBezTo>
                        <a:cubicBezTo>
                          <a:pt x="82462" y="14288"/>
                          <a:pt x="66270" y="21907"/>
                          <a:pt x="68174" y="36195"/>
                        </a:cubicBezTo>
                        <a:cubicBezTo>
                          <a:pt x="69128" y="51435"/>
                          <a:pt x="36742" y="27622"/>
                          <a:pt x="35790" y="62865"/>
                        </a:cubicBezTo>
                        <a:cubicBezTo>
                          <a:pt x="34837" y="98107"/>
                          <a:pt x="-14693" y="119062"/>
                          <a:pt x="4357" y="130493"/>
                        </a:cubicBezTo>
                        <a:cubicBezTo>
                          <a:pt x="22455" y="141922"/>
                          <a:pt x="81509" y="116205"/>
                          <a:pt x="120562" y="118110"/>
                        </a:cubicBezTo>
                        <a:cubicBezTo>
                          <a:pt x="159615" y="119062"/>
                          <a:pt x="269153" y="85725"/>
                          <a:pt x="273915" y="62865"/>
                        </a:cubicBezTo>
                        <a:cubicBezTo>
                          <a:pt x="273915" y="53340"/>
                          <a:pt x="267247" y="48577"/>
                          <a:pt x="256770" y="43815"/>
                        </a:cubicBezTo>
                        <a:close/>
                      </a:path>
                    </a:pathLst>
                  </a:custGeom>
                  <a:grpFill/>
                  <a:ln w="7144" cap="flat">
                    <a:solidFill>
                      <a:srgbClr val="FFFFFF"/>
                    </a:solidFill>
                    <a:prstDash val="solid"/>
                    <a:miter/>
                  </a:ln>
                </p:spPr>
                <p:txBody>
                  <a:bodyPr rtlCol="0" anchor="ctr"/>
                  <a:lstStyle/>
                  <a:p>
                    <a:endParaRPr lang="en-ID"/>
                  </a:p>
                </p:txBody>
              </p:sp>
              <p:sp>
                <p:nvSpPr>
                  <p:cNvPr id="836" name="Freeform: Shape 490">
                    <a:extLst>
                      <a:ext uri="{FF2B5EF4-FFF2-40B4-BE49-F238E27FC236}">
                        <a16:creationId xmlns:a16="http://schemas.microsoft.com/office/drawing/2014/main" id="{0E578ABD-BEEE-9308-7EC1-36D7CE62FD09}"/>
                      </a:ext>
                    </a:extLst>
                  </p:cNvPr>
                  <p:cNvSpPr/>
                  <p:nvPr/>
                </p:nvSpPr>
                <p:spPr>
                  <a:xfrm>
                    <a:off x="19291395" y="3464794"/>
                    <a:ext cx="228600" cy="142875"/>
                  </a:xfrm>
                  <a:custGeom>
                    <a:avLst/>
                    <a:gdLst>
                      <a:gd name="connsiteX0" fmla="*/ 233363 w 228600"/>
                      <a:gd name="connsiteY0" fmla="*/ 56824 h 142875"/>
                      <a:gd name="connsiteX1" fmla="*/ 227647 w 228600"/>
                      <a:gd name="connsiteY1" fmla="*/ 30154 h 142875"/>
                      <a:gd name="connsiteX2" fmla="*/ 168592 w 228600"/>
                      <a:gd name="connsiteY2" fmla="*/ 25392 h 142875"/>
                      <a:gd name="connsiteX3" fmla="*/ 136207 w 228600"/>
                      <a:gd name="connsiteY3" fmla="*/ 4437 h 142875"/>
                      <a:gd name="connsiteX4" fmla="*/ 13334 w 228600"/>
                      <a:gd name="connsiteY4" fmla="*/ 33012 h 142875"/>
                      <a:gd name="connsiteX5" fmla="*/ 0 w 228600"/>
                      <a:gd name="connsiteY5" fmla="*/ 50157 h 142875"/>
                      <a:gd name="connsiteX6" fmla="*/ 10477 w 228600"/>
                      <a:gd name="connsiteY6" fmla="*/ 57777 h 142875"/>
                      <a:gd name="connsiteX7" fmla="*/ 24765 w 228600"/>
                      <a:gd name="connsiteY7" fmla="*/ 86352 h 142875"/>
                      <a:gd name="connsiteX8" fmla="*/ 27622 w 228600"/>
                      <a:gd name="connsiteY8" fmla="*/ 87304 h 142875"/>
                      <a:gd name="connsiteX9" fmla="*/ 60007 w 228600"/>
                      <a:gd name="connsiteY9" fmla="*/ 116832 h 142875"/>
                      <a:gd name="connsiteX10" fmla="*/ 101917 w 228600"/>
                      <a:gd name="connsiteY10" fmla="*/ 124452 h 142875"/>
                      <a:gd name="connsiteX11" fmla="*/ 125730 w 228600"/>
                      <a:gd name="connsiteY11" fmla="*/ 122547 h 142875"/>
                      <a:gd name="connsiteX12" fmla="*/ 165734 w 228600"/>
                      <a:gd name="connsiteY12" fmla="*/ 142549 h 142875"/>
                      <a:gd name="connsiteX13" fmla="*/ 183832 w 228600"/>
                      <a:gd name="connsiteY13" fmla="*/ 144454 h 142875"/>
                      <a:gd name="connsiteX14" fmla="*/ 214313 w 228600"/>
                      <a:gd name="connsiteY14" fmla="*/ 109212 h 142875"/>
                      <a:gd name="connsiteX15" fmla="*/ 233363 w 228600"/>
                      <a:gd name="connsiteY15" fmla="*/ 56824 h 142875"/>
                      <a:gd name="connsiteX16" fmla="*/ 233363 w 228600"/>
                      <a:gd name="connsiteY16" fmla="*/ 5682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8600" h="142875">
                        <a:moveTo>
                          <a:pt x="233363" y="56824"/>
                        </a:moveTo>
                        <a:cubicBezTo>
                          <a:pt x="228600" y="48252"/>
                          <a:pt x="226694" y="39679"/>
                          <a:pt x="227647" y="30154"/>
                        </a:cubicBezTo>
                        <a:cubicBezTo>
                          <a:pt x="208597" y="13962"/>
                          <a:pt x="168592" y="8247"/>
                          <a:pt x="168592" y="25392"/>
                        </a:cubicBezTo>
                        <a:cubicBezTo>
                          <a:pt x="168592" y="51109"/>
                          <a:pt x="143827" y="19677"/>
                          <a:pt x="136207" y="4437"/>
                        </a:cubicBezTo>
                        <a:cubicBezTo>
                          <a:pt x="128588" y="-10803"/>
                          <a:pt x="13334" y="16819"/>
                          <a:pt x="13334" y="33012"/>
                        </a:cubicBezTo>
                        <a:cubicBezTo>
                          <a:pt x="13334" y="38727"/>
                          <a:pt x="7619" y="44442"/>
                          <a:pt x="0" y="50157"/>
                        </a:cubicBezTo>
                        <a:cubicBezTo>
                          <a:pt x="3809" y="52062"/>
                          <a:pt x="7619" y="54919"/>
                          <a:pt x="10477" y="57777"/>
                        </a:cubicBezTo>
                        <a:cubicBezTo>
                          <a:pt x="17144" y="64444"/>
                          <a:pt x="23813" y="75874"/>
                          <a:pt x="24765" y="86352"/>
                        </a:cubicBezTo>
                        <a:cubicBezTo>
                          <a:pt x="25717" y="86352"/>
                          <a:pt x="26669" y="87304"/>
                          <a:pt x="27622" y="87304"/>
                        </a:cubicBezTo>
                        <a:cubicBezTo>
                          <a:pt x="41909" y="92067"/>
                          <a:pt x="55244" y="102544"/>
                          <a:pt x="60007" y="116832"/>
                        </a:cubicBezTo>
                        <a:cubicBezTo>
                          <a:pt x="69532" y="114927"/>
                          <a:pt x="84772" y="118737"/>
                          <a:pt x="101917" y="124452"/>
                        </a:cubicBezTo>
                        <a:cubicBezTo>
                          <a:pt x="109538" y="123499"/>
                          <a:pt x="118109" y="122547"/>
                          <a:pt x="125730" y="122547"/>
                        </a:cubicBezTo>
                        <a:cubicBezTo>
                          <a:pt x="144780" y="122547"/>
                          <a:pt x="158115" y="131119"/>
                          <a:pt x="165734" y="142549"/>
                        </a:cubicBezTo>
                        <a:cubicBezTo>
                          <a:pt x="172402" y="143502"/>
                          <a:pt x="178117" y="144454"/>
                          <a:pt x="183832" y="144454"/>
                        </a:cubicBezTo>
                        <a:cubicBezTo>
                          <a:pt x="221932" y="144454"/>
                          <a:pt x="225742" y="110164"/>
                          <a:pt x="214313" y="109212"/>
                        </a:cubicBezTo>
                        <a:cubicBezTo>
                          <a:pt x="201930" y="109212"/>
                          <a:pt x="212407" y="89209"/>
                          <a:pt x="233363" y="56824"/>
                        </a:cubicBezTo>
                        <a:cubicBezTo>
                          <a:pt x="233363" y="56824"/>
                          <a:pt x="233363" y="56824"/>
                          <a:pt x="233363" y="56824"/>
                        </a:cubicBezTo>
                        <a:close/>
                      </a:path>
                    </a:pathLst>
                  </a:custGeom>
                  <a:grpFill/>
                  <a:ln w="7144" cap="flat">
                    <a:solidFill>
                      <a:srgbClr val="FFFFFF"/>
                    </a:solidFill>
                    <a:prstDash val="solid"/>
                    <a:miter/>
                  </a:ln>
                </p:spPr>
                <p:txBody>
                  <a:bodyPr rtlCol="0" anchor="ctr"/>
                  <a:lstStyle/>
                  <a:p>
                    <a:endParaRPr lang="en-ID"/>
                  </a:p>
                </p:txBody>
              </p:sp>
              <p:sp>
                <p:nvSpPr>
                  <p:cNvPr id="837" name="Freeform: Shape 491">
                    <a:extLst>
                      <a:ext uri="{FF2B5EF4-FFF2-40B4-BE49-F238E27FC236}">
                        <a16:creationId xmlns:a16="http://schemas.microsoft.com/office/drawing/2014/main" id="{4AAA9E9F-76E0-EEDA-F483-ECEADF5B822A}"/>
                      </a:ext>
                    </a:extLst>
                  </p:cNvPr>
                  <p:cNvSpPr/>
                  <p:nvPr/>
                </p:nvSpPr>
                <p:spPr>
                  <a:xfrm>
                    <a:off x="19138039" y="3345718"/>
                    <a:ext cx="57150" cy="19050"/>
                  </a:xfrm>
                  <a:custGeom>
                    <a:avLst/>
                    <a:gdLst>
                      <a:gd name="connsiteX0" fmla="*/ 62869 w 57150"/>
                      <a:gd name="connsiteY0" fmla="*/ 12070 h 19050"/>
                      <a:gd name="connsiteX1" fmla="*/ 3813 w 57150"/>
                      <a:gd name="connsiteY1" fmla="*/ 20643 h 19050"/>
                      <a:gd name="connsiteX2" fmla="*/ 62869 w 57150"/>
                      <a:gd name="connsiteY2" fmla="*/ 12070 h 19050"/>
                    </a:gdLst>
                    <a:ahLst/>
                    <a:cxnLst>
                      <a:cxn ang="0">
                        <a:pos x="connsiteX0" y="connsiteY0"/>
                      </a:cxn>
                      <a:cxn ang="0">
                        <a:pos x="connsiteX1" y="connsiteY1"/>
                      </a:cxn>
                      <a:cxn ang="0">
                        <a:pos x="connsiteX2" y="connsiteY2"/>
                      </a:cxn>
                    </a:cxnLst>
                    <a:rect l="l" t="t" r="r" b="b"/>
                    <a:pathLst>
                      <a:path w="57150" h="19050">
                        <a:moveTo>
                          <a:pt x="62869" y="12070"/>
                        </a:moveTo>
                        <a:cubicBezTo>
                          <a:pt x="68584" y="-8885"/>
                          <a:pt x="-19047" y="-312"/>
                          <a:pt x="3813" y="20643"/>
                        </a:cubicBezTo>
                        <a:cubicBezTo>
                          <a:pt x="11434" y="27310"/>
                          <a:pt x="57153" y="33025"/>
                          <a:pt x="62869" y="12070"/>
                        </a:cubicBezTo>
                        <a:close/>
                      </a:path>
                    </a:pathLst>
                  </a:custGeom>
                  <a:grpFill/>
                  <a:ln w="7144" cap="flat">
                    <a:solidFill>
                      <a:srgbClr val="FFFFFF"/>
                    </a:solidFill>
                    <a:prstDash val="solid"/>
                    <a:miter/>
                  </a:ln>
                </p:spPr>
                <p:txBody>
                  <a:bodyPr rtlCol="0" anchor="ctr"/>
                  <a:lstStyle/>
                  <a:p>
                    <a:endParaRPr lang="en-ID"/>
                  </a:p>
                </p:txBody>
              </p:sp>
              <p:sp>
                <p:nvSpPr>
                  <p:cNvPr id="838" name="Freeform: Shape 492">
                    <a:extLst>
                      <a:ext uri="{FF2B5EF4-FFF2-40B4-BE49-F238E27FC236}">
                        <a16:creationId xmlns:a16="http://schemas.microsoft.com/office/drawing/2014/main" id="{0D44A349-6B46-99EF-2F94-684C89B62731}"/>
                      </a:ext>
                    </a:extLst>
                  </p:cNvPr>
                  <p:cNvSpPr/>
                  <p:nvPr/>
                </p:nvSpPr>
                <p:spPr>
                  <a:xfrm>
                    <a:off x="18647013" y="4176055"/>
                    <a:ext cx="28575" cy="28575"/>
                  </a:xfrm>
                  <a:custGeom>
                    <a:avLst/>
                    <a:gdLst>
                      <a:gd name="connsiteX0" fmla="*/ 3349 w 28575"/>
                      <a:gd name="connsiteY0" fmla="*/ 23743 h 28575"/>
                      <a:gd name="connsiteX1" fmla="*/ 37639 w 28575"/>
                      <a:gd name="connsiteY1" fmla="*/ 8503 h 28575"/>
                      <a:gd name="connsiteX2" fmla="*/ 3349 w 28575"/>
                      <a:gd name="connsiteY2" fmla="*/ 23743 h 28575"/>
                    </a:gdLst>
                    <a:ahLst/>
                    <a:cxnLst>
                      <a:cxn ang="0">
                        <a:pos x="connsiteX0" y="connsiteY0"/>
                      </a:cxn>
                      <a:cxn ang="0">
                        <a:pos x="connsiteX1" y="connsiteY1"/>
                      </a:cxn>
                      <a:cxn ang="0">
                        <a:pos x="connsiteX2" y="connsiteY2"/>
                      </a:cxn>
                    </a:cxnLst>
                    <a:rect l="l" t="t" r="r" b="b"/>
                    <a:pathLst>
                      <a:path w="28575" h="28575">
                        <a:moveTo>
                          <a:pt x="3349" y="23743"/>
                        </a:moveTo>
                        <a:cubicBezTo>
                          <a:pt x="24304" y="35173"/>
                          <a:pt x="39545" y="30411"/>
                          <a:pt x="37639" y="8503"/>
                        </a:cubicBezTo>
                        <a:cubicBezTo>
                          <a:pt x="34782" y="-14357"/>
                          <a:pt x="-12843" y="15171"/>
                          <a:pt x="3349" y="23743"/>
                        </a:cubicBezTo>
                        <a:close/>
                      </a:path>
                    </a:pathLst>
                  </a:custGeom>
                  <a:grpFill/>
                  <a:ln w="7144" cap="flat">
                    <a:solidFill>
                      <a:srgbClr val="FFFFFF"/>
                    </a:solidFill>
                    <a:prstDash val="solid"/>
                    <a:miter/>
                  </a:ln>
                </p:spPr>
                <p:txBody>
                  <a:bodyPr rtlCol="0" anchor="ctr"/>
                  <a:lstStyle/>
                  <a:p>
                    <a:endParaRPr lang="en-ID"/>
                  </a:p>
                </p:txBody>
              </p:sp>
              <p:sp>
                <p:nvSpPr>
                  <p:cNvPr id="839" name="Freeform: Shape 493">
                    <a:extLst>
                      <a:ext uri="{FF2B5EF4-FFF2-40B4-BE49-F238E27FC236}">
                        <a16:creationId xmlns:a16="http://schemas.microsoft.com/office/drawing/2014/main" id="{097B1452-BBD7-7025-D533-E93BBCF024F1}"/>
                      </a:ext>
                    </a:extLst>
                  </p:cNvPr>
                  <p:cNvSpPr/>
                  <p:nvPr/>
                </p:nvSpPr>
                <p:spPr>
                  <a:xfrm>
                    <a:off x="21312114" y="4066578"/>
                    <a:ext cx="47625" cy="28575"/>
                  </a:xfrm>
                  <a:custGeom>
                    <a:avLst/>
                    <a:gdLst>
                      <a:gd name="connsiteX0" fmla="*/ 49063 w 47625"/>
                      <a:gd name="connsiteY0" fmla="*/ 7490 h 28575"/>
                      <a:gd name="connsiteX1" fmla="*/ 7153 w 47625"/>
                      <a:gd name="connsiteY1" fmla="*/ 25588 h 28575"/>
                      <a:gd name="connsiteX2" fmla="*/ 49063 w 47625"/>
                      <a:gd name="connsiteY2" fmla="*/ 7490 h 28575"/>
                    </a:gdLst>
                    <a:ahLst/>
                    <a:cxnLst>
                      <a:cxn ang="0">
                        <a:pos x="connsiteX0" y="connsiteY0"/>
                      </a:cxn>
                      <a:cxn ang="0">
                        <a:pos x="connsiteX1" y="connsiteY1"/>
                      </a:cxn>
                      <a:cxn ang="0">
                        <a:pos x="connsiteX2" y="connsiteY2"/>
                      </a:cxn>
                    </a:cxnLst>
                    <a:rect l="l" t="t" r="r" b="b"/>
                    <a:pathLst>
                      <a:path w="47625" h="28575">
                        <a:moveTo>
                          <a:pt x="49063" y="7490"/>
                        </a:moveTo>
                        <a:cubicBezTo>
                          <a:pt x="49063" y="-13465"/>
                          <a:pt x="-22375" y="15110"/>
                          <a:pt x="7153" y="25588"/>
                        </a:cubicBezTo>
                        <a:cubicBezTo>
                          <a:pt x="23346" y="32255"/>
                          <a:pt x="49063" y="29398"/>
                          <a:pt x="49063" y="7490"/>
                        </a:cubicBezTo>
                        <a:close/>
                      </a:path>
                    </a:pathLst>
                  </a:custGeom>
                  <a:grpFill/>
                  <a:ln w="7144" cap="flat">
                    <a:solidFill>
                      <a:srgbClr val="FFFFFF"/>
                    </a:solidFill>
                    <a:prstDash val="solid"/>
                    <a:miter/>
                  </a:ln>
                </p:spPr>
                <p:txBody>
                  <a:bodyPr rtlCol="0" anchor="ctr"/>
                  <a:lstStyle/>
                  <a:p>
                    <a:endParaRPr lang="en-ID"/>
                  </a:p>
                </p:txBody>
              </p:sp>
              <p:sp>
                <p:nvSpPr>
                  <p:cNvPr id="840" name="Freeform: Shape 494">
                    <a:extLst>
                      <a:ext uri="{FF2B5EF4-FFF2-40B4-BE49-F238E27FC236}">
                        <a16:creationId xmlns:a16="http://schemas.microsoft.com/office/drawing/2014/main" id="{0F9671E0-EFF8-FBE4-3E58-FCF98BA948CD}"/>
                      </a:ext>
                    </a:extLst>
                  </p:cNvPr>
                  <p:cNvSpPr/>
                  <p:nvPr/>
                </p:nvSpPr>
                <p:spPr>
                  <a:xfrm>
                    <a:off x="21585058" y="3948486"/>
                    <a:ext cx="209550" cy="66675"/>
                  </a:xfrm>
                  <a:custGeom>
                    <a:avLst/>
                    <a:gdLst>
                      <a:gd name="connsiteX0" fmla="*/ 72346 w 209550"/>
                      <a:gd name="connsiteY0" fmla="*/ 51288 h 66675"/>
                      <a:gd name="connsiteX1" fmla="*/ 169502 w 209550"/>
                      <a:gd name="connsiteY1" fmla="*/ 75100 h 66675"/>
                      <a:gd name="connsiteX2" fmla="*/ 217127 w 209550"/>
                      <a:gd name="connsiteY2" fmla="*/ 54145 h 66675"/>
                      <a:gd name="connsiteX3" fmla="*/ 145689 w 209550"/>
                      <a:gd name="connsiteY3" fmla="*/ 30333 h 66675"/>
                      <a:gd name="connsiteX4" fmla="*/ 94254 w 209550"/>
                      <a:gd name="connsiteY4" fmla="*/ 18903 h 66675"/>
                      <a:gd name="connsiteX5" fmla="*/ 34246 w 209550"/>
                      <a:gd name="connsiteY5" fmla="*/ 4615 h 66675"/>
                      <a:gd name="connsiteX6" fmla="*/ 3766 w 209550"/>
                      <a:gd name="connsiteY6" fmla="*/ 37000 h 66675"/>
                      <a:gd name="connsiteX7" fmla="*/ 39962 w 209550"/>
                      <a:gd name="connsiteY7" fmla="*/ 52240 h 66675"/>
                      <a:gd name="connsiteX8" fmla="*/ 72346 w 209550"/>
                      <a:gd name="connsiteY8" fmla="*/ 51288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550" h="66675">
                        <a:moveTo>
                          <a:pt x="72346" y="51288"/>
                        </a:moveTo>
                        <a:cubicBezTo>
                          <a:pt x="104731" y="60813"/>
                          <a:pt x="136164" y="70338"/>
                          <a:pt x="169502" y="75100"/>
                        </a:cubicBezTo>
                        <a:cubicBezTo>
                          <a:pt x="198077" y="71290"/>
                          <a:pt x="216174" y="62718"/>
                          <a:pt x="217127" y="54145"/>
                        </a:cubicBezTo>
                        <a:cubicBezTo>
                          <a:pt x="218079" y="39858"/>
                          <a:pt x="161881" y="18903"/>
                          <a:pt x="145689" y="30333"/>
                        </a:cubicBezTo>
                        <a:cubicBezTo>
                          <a:pt x="128544" y="41763"/>
                          <a:pt x="115208" y="12235"/>
                          <a:pt x="94254" y="18903"/>
                        </a:cubicBezTo>
                        <a:cubicBezTo>
                          <a:pt x="73299" y="25570"/>
                          <a:pt x="44724" y="24618"/>
                          <a:pt x="34246" y="4615"/>
                        </a:cubicBezTo>
                        <a:cubicBezTo>
                          <a:pt x="23769" y="-15387"/>
                          <a:pt x="-11473" y="36048"/>
                          <a:pt x="3766" y="37000"/>
                        </a:cubicBezTo>
                        <a:cubicBezTo>
                          <a:pt x="17102" y="37953"/>
                          <a:pt x="27579" y="44620"/>
                          <a:pt x="39962" y="52240"/>
                        </a:cubicBezTo>
                        <a:cubicBezTo>
                          <a:pt x="48533" y="48430"/>
                          <a:pt x="59964" y="47478"/>
                          <a:pt x="72346" y="51288"/>
                        </a:cubicBezTo>
                        <a:close/>
                      </a:path>
                    </a:pathLst>
                  </a:custGeom>
                  <a:grpFill/>
                  <a:ln w="7144" cap="flat">
                    <a:solidFill>
                      <a:srgbClr val="FFFFFF"/>
                    </a:solidFill>
                    <a:prstDash val="solid"/>
                    <a:miter/>
                  </a:ln>
                </p:spPr>
                <p:txBody>
                  <a:bodyPr rtlCol="0" anchor="ctr"/>
                  <a:lstStyle/>
                  <a:p>
                    <a:endParaRPr lang="en-ID"/>
                  </a:p>
                </p:txBody>
              </p:sp>
              <p:sp>
                <p:nvSpPr>
                  <p:cNvPr id="841" name="Freeform: Shape 495">
                    <a:extLst>
                      <a:ext uri="{FF2B5EF4-FFF2-40B4-BE49-F238E27FC236}">
                        <a16:creationId xmlns:a16="http://schemas.microsoft.com/office/drawing/2014/main" id="{54BF038C-6011-EED6-9FBE-0110BBB1A7AD}"/>
                      </a:ext>
                    </a:extLst>
                  </p:cNvPr>
                  <p:cNvSpPr/>
                  <p:nvPr/>
                </p:nvSpPr>
                <p:spPr>
                  <a:xfrm>
                    <a:off x="23040313" y="4325439"/>
                    <a:ext cx="171450" cy="57150"/>
                  </a:xfrm>
                  <a:custGeom>
                    <a:avLst/>
                    <a:gdLst>
                      <a:gd name="connsiteX0" fmla="*/ 70607 w 171450"/>
                      <a:gd name="connsiteY0" fmla="*/ 42952 h 57150"/>
                      <a:gd name="connsiteX1" fmla="*/ 170619 w 171450"/>
                      <a:gd name="connsiteY1" fmla="*/ 37237 h 57150"/>
                      <a:gd name="connsiteX2" fmla="*/ 113469 w 171450"/>
                      <a:gd name="connsiteY2" fmla="*/ 1042 h 57150"/>
                      <a:gd name="connsiteX3" fmla="*/ 5836 w 171450"/>
                      <a:gd name="connsiteY3" fmla="*/ 54382 h 57150"/>
                      <a:gd name="connsiteX4" fmla="*/ 51557 w 171450"/>
                      <a:gd name="connsiteY4" fmla="*/ 48667 h 57150"/>
                      <a:gd name="connsiteX5" fmla="*/ 70607 w 171450"/>
                      <a:gd name="connsiteY5" fmla="*/ 42952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450" h="57150">
                        <a:moveTo>
                          <a:pt x="70607" y="42952"/>
                        </a:moveTo>
                        <a:cubicBezTo>
                          <a:pt x="104896" y="37237"/>
                          <a:pt x="137282" y="36285"/>
                          <a:pt x="170619" y="37237"/>
                        </a:cubicBezTo>
                        <a:cubicBezTo>
                          <a:pt x="176334" y="27712"/>
                          <a:pt x="161094" y="7710"/>
                          <a:pt x="113469" y="1042"/>
                        </a:cubicBezTo>
                        <a:cubicBezTo>
                          <a:pt x="54413" y="-7530"/>
                          <a:pt x="-21787" y="39142"/>
                          <a:pt x="5836" y="54382"/>
                        </a:cubicBezTo>
                        <a:cubicBezTo>
                          <a:pt x="24886" y="64860"/>
                          <a:pt x="38221" y="51525"/>
                          <a:pt x="51557" y="48667"/>
                        </a:cubicBezTo>
                        <a:cubicBezTo>
                          <a:pt x="58224" y="46762"/>
                          <a:pt x="63938" y="43905"/>
                          <a:pt x="70607" y="42952"/>
                        </a:cubicBezTo>
                        <a:close/>
                      </a:path>
                    </a:pathLst>
                  </a:custGeom>
                  <a:grpFill/>
                  <a:ln w="7144" cap="flat">
                    <a:solidFill>
                      <a:srgbClr val="FFFFFF"/>
                    </a:solidFill>
                    <a:prstDash val="solid"/>
                    <a:miter/>
                  </a:ln>
                </p:spPr>
                <p:txBody>
                  <a:bodyPr rtlCol="0" anchor="ctr"/>
                  <a:lstStyle/>
                  <a:p>
                    <a:endParaRPr lang="en-ID"/>
                  </a:p>
                </p:txBody>
              </p:sp>
              <p:sp>
                <p:nvSpPr>
                  <p:cNvPr id="842" name="Freeform: Shape 496">
                    <a:extLst>
                      <a:ext uri="{FF2B5EF4-FFF2-40B4-BE49-F238E27FC236}">
                        <a16:creationId xmlns:a16="http://schemas.microsoft.com/office/drawing/2014/main" id="{61EA5BAA-EDB2-92A9-DBE6-5097BAEC8A69}"/>
                      </a:ext>
                    </a:extLst>
                  </p:cNvPr>
                  <p:cNvSpPr/>
                  <p:nvPr/>
                </p:nvSpPr>
                <p:spPr>
                  <a:xfrm>
                    <a:off x="17941210" y="3368266"/>
                    <a:ext cx="95250" cy="28575"/>
                  </a:xfrm>
                  <a:custGeom>
                    <a:avLst/>
                    <a:gdLst>
                      <a:gd name="connsiteX0" fmla="*/ 59547 w 95250"/>
                      <a:gd name="connsiteY0" fmla="*/ 0 h 28575"/>
                      <a:gd name="connsiteX1" fmla="*/ 53831 w 95250"/>
                      <a:gd name="connsiteY1" fmla="*/ 952 h 28575"/>
                      <a:gd name="connsiteX2" fmla="*/ 1444 w 95250"/>
                      <a:gd name="connsiteY2" fmla="*/ 21907 h 28575"/>
                      <a:gd name="connsiteX3" fmla="*/ 74787 w 95250"/>
                      <a:gd name="connsiteY3" fmla="*/ 25718 h 28575"/>
                      <a:gd name="connsiteX4" fmla="*/ 99552 w 95250"/>
                      <a:gd name="connsiteY4" fmla="*/ 19050 h 28575"/>
                      <a:gd name="connsiteX5" fmla="*/ 59547 w 95250"/>
                      <a:gd name="connsiteY5" fmla="*/ 0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 h="28575">
                        <a:moveTo>
                          <a:pt x="59547" y="0"/>
                        </a:moveTo>
                        <a:cubicBezTo>
                          <a:pt x="57642" y="952"/>
                          <a:pt x="55737" y="952"/>
                          <a:pt x="53831" y="952"/>
                        </a:cubicBezTo>
                        <a:cubicBezTo>
                          <a:pt x="40497" y="0"/>
                          <a:pt x="-9033" y="9525"/>
                          <a:pt x="1444" y="21907"/>
                        </a:cubicBezTo>
                        <a:cubicBezTo>
                          <a:pt x="12875" y="36195"/>
                          <a:pt x="50022" y="28575"/>
                          <a:pt x="74787" y="25718"/>
                        </a:cubicBezTo>
                        <a:cubicBezTo>
                          <a:pt x="85264" y="24765"/>
                          <a:pt x="93837" y="21907"/>
                          <a:pt x="99552" y="19050"/>
                        </a:cubicBezTo>
                        <a:cubicBezTo>
                          <a:pt x="86217" y="13335"/>
                          <a:pt x="72881" y="6668"/>
                          <a:pt x="59547" y="0"/>
                        </a:cubicBezTo>
                        <a:close/>
                      </a:path>
                    </a:pathLst>
                  </a:custGeom>
                  <a:grpFill/>
                  <a:ln w="7144" cap="flat">
                    <a:solidFill>
                      <a:srgbClr val="FFFFFF"/>
                    </a:solidFill>
                    <a:prstDash val="solid"/>
                    <a:miter/>
                  </a:ln>
                </p:spPr>
                <p:txBody>
                  <a:bodyPr rtlCol="0" anchor="ctr"/>
                  <a:lstStyle/>
                  <a:p>
                    <a:endParaRPr lang="en-ID"/>
                  </a:p>
                </p:txBody>
              </p:sp>
              <p:sp>
                <p:nvSpPr>
                  <p:cNvPr id="843" name="Freeform: Shape 497">
                    <a:extLst>
                      <a:ext uri="{FF2B5EF4-FFF2-40B4-BE49-F238E27FC236}">
                        <a16:creationId xmlns:a16="http://schemas.microsoft.com/office/drawing/2014/main" id="{1F702DA6-5E39-470A-01B9-2A3A122F3408}"/>
                      </a:ext>
                    </a:extLst>
                  </p:cNvPr>
                  <p:cNvSpPr/>
                  <p:nvPr/>
                </p:nvSpPr>
                <p:spPr>
                  <a:xfrm>
                    <a:off x="21220601" y="3901162"/>
                    <a:ext cx="314325" cy="114300"/>
                  </a:xfrm>
                  <a:custGeom>
                    <a:avLst/>
                    <a:gdLst>
                      <a:gd name="connsiteX0" fmla="*/ 289166 w 314325"/>
                      <a:gd name="connsiteY0" fmla="*/ 20506 h 114300"/>
                      <a:gd name="connsiteX1" fmla="*/ 234874 w 314325"/>
                      <a:gd name="connsiteY1" fmla="*/ 8124 h 114300"/>
                      <a:gd name="connsiteX2" fmla="*/ 196774 w 314325"/>
                      <a:gd name="connsiteY2" fmla="*/ 25269 h 114300"/>
                      <a:gd name="connsiteX3" fmla="*/ 132003 w 314325"/>
                      <a:gd name="connsiteY3" fmla="*/ 14791 h 114300"/>
                      <a:gd name="connsiteX4" fmla="*/ 132003 w 314325"/>
                      <a:gd name="connsiteY4" fmla="*/ 17649 h 114300"/>
                      <a:gd name="connsiteX5" fmla="*/ 92951 w 314325"/>
                      <a:gd name="connsiteY5" fmla="*/ 6219 h 114300"/>
                      <a:gd name="connsiteX6" fmla="*/ 60566 w 314325"/>
                      <a:gd name="connsiteY6" fmla="*/ 504 h 114300"/>
                      <a:gd name="connsiteX7" fmla="*/ 11989 w 314325"/>
                      <a:gd name="connsiteY7" fmla="*/ 97659 h 114300"/>
                      <a:gd name="connsiteX8" fmla="*/ 25324 w 314325"/>
                      <a:gd name="connsiteY8" fmla="*/ 119566 h 114300"/>
                      <a:gd name="connsiteX9" fmla="*/ 72949 w 314325"/>
                      <a:gd name="connsiteY9" fmla="*/ 105279 h 114300"/>
                      <a:gd name="connsiteX10" fmla="*/ 114859 w 314325"/>
                      <a:gd name="connsiteY10" fmla="*/ 113851 h 114300"/>
                      <a:gd name="connsiteX11" fmla="*/ 192964 w 314325"/>
                      <a:gd name="connsiteY11" fmla="*/ 105279 h 114300"/>
                      <a:gd name="connsiteX12" fmla="*/ 189153 w 314325"/>
                      <a:gd name="connsiteY12" fmla="*/ 50034 h 114300"/>
                      <a:gd name="connsiteX13" fmla="*/ 212966 w 314325"/>
                      <a:gd name="connsiteY13" fmla="*/ 58606 h 114300"/>
                      <a:gd name="connsiteX14" fmla="*/ 270116 w 314325"/>
                      <a:gd name="connsiteY14" fmla="*/ 102421 h 114300"/>
                      <a:gd name="connsiteX15" fmla="*/ 301549 w 314325"/>
                      <a:gd name="connsiteY15" fmla="*/ 61464 h 114300"/>
                      <a:gd name="connsiteX16" fmla="*/ 289166 w 314325"/>
                      <a:gd name="connsiteY16" fmla="*/ 20506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4325" h="114300">
                        <a:moveTo>
                          <a:pt x="289166" y="20506"/>
                        </a:moveTo>
                        <a:cubicBezTo>
                          <a:pt x="272974" y="10029"/>
                          <a:pt x="252971" y="8124"/>
                          <a:pt x="234874" y="8124"/>
                        </a:cubicBezTo>
                        <a:cubicBezTo>
                          <a:pt x="227253" y="18601"/>
                          <a:pt x="214871" y="26221"/>
                          <a:pt x="196774" y="25269"/>
                        </a:cubicBezTo>
                        <a:cubicBezTo>
                          <a:pt x="173914" y="24316"/>
                          <a:pt x="152959" y="20506"/>
                          <a:pt x="132003" y="14791"/>
                        </a:cubicBezTo>
                        <a:cubicBezTo>
                          <a:pt x="132003" y="15744"/>
                          <a:pt x="132003" y="16696"/>
                          <a:pt x="132003" y="17649"/>
                        </a:cubicBezTo>
                        <a:cubicBezTo>
                          <a:pt x="131051" y="34794"/>
                          <a:pt x="113907" y="22411"/>
                          <a:pt x="92951" y="6219"/>
                        </a:cubicBezTo>
                        <a:cubicBezTo>
                          <a:pt x="82474" y="4314"/>
                          <a:pt x="71044" y="2409"/>
                          <a:pt x="60566" y="504"/>
                        </a:cubicBezTo>
                        <a:cubicBezTo>
                          <a:pt x="-393" y="-6164"/>
                          <a:pt x="-12776" y="54796"/>
                          <a:pt x="11989" y="97659"/>
                        </a:cubicBezTo>
                        <a:cubicBezTo>
                          <a:pt x="16751" y="105279"/>
                          <a:pt x="20561" y="111946"/>
                          <a:pt x="25324" y="119566"/>
                        </a:cubicBezTo>
                        <a:cubicBezTo>
                          <a:pt x="41516" y="117661"/>
                          <a:pt x="62471" y="109089"/>
                          <a:pt x="72949" y="105279"/>
                        </a:cubicBezTo>
                        <a:cubicBezTo>
                          <a:pt x="88189" y="99564"/>
                          <a:pt x="90094" y="130996"/>
                          <a:pt x="114859" y="113851"/>
                        </a:cubicBezTo>
                        <a:cubicBezTo>
                          <a:pt x="139624" y="96706"/>
                          <a:pt x="164389" y="105279"/>
                          <a:pt x="192964" y="105279"/>
                        </a:cubicBezTo>
                        <a:cubicBezTo>
                          <a:pt x="221539" y="105279"/>
                          <a:pt x="188201" y="67179"/>
                          <a:pt x="189153" y="50034"/>
                        </a:cubicBezTo>
                        <a:cubicBezTo>
                          <a:pt x="190107" y="32889"/>
                          <a:pt x="223444" y="44319"/>
                          <a:pt x="212966" y="58606"/>
                        </a:cubicBezTo>
                        <a:cubicBezTo>
                          <a:pt x="202489" y="72894"/>
                          <a:pt x="228207" y="105279"/>
                          <a:pt x="270116" y="102421"/>
                        </a:cubicBezTo>
                        <a:cubicBezTo>
                          <a:pt x="312026" y="99564"/>
                          <a:pt x="280594" y="70989"/>
                          <a:pt x="301549" y="61464"/>
                        </a:cubicBezTo>
                        <a:cubicBezTo>
                          <a:pt x="322503" y="51939"/>
                          <a:pt x="319646" y="40509"/>
                          <a:pt x="289166" y="20506"/>
                        </a:cubicBezTo>
                        <a:close/>
                      </a:path>
                    </a:pathLst>
                  </a:custGeom>
                  <a:grpFill/>
                  <a:ln w="7144" cap="flat">
                    <a:solidFill>
                      <a:srgbClr val="FFFFFF"/>
                    </a:solidFill>
                    <a:prstDash val="solid"/>
                    <a:miter/>
                  </a:ln>
                </p:spPr>
                <p:txBody>
                  <a:bodyPr rtlCol="0" anchor="ctr"/>
                  <a:lstStyle/>
                  <a:p>
                    <a:endParaRPr lang="en-ID"/>
                  </a:p>
                </p:txBody>
              </p:sp>
              <p:sp>
                <p:nvSpPr>
                  <p:cNvPr id="844" name="Freeform: Shape 498">
                    <a:extLst>
                      <a:ext uri="{FF2B5EF4-FFF2-40B4-BE49-F238E27FC236}">
                        <a16:creationId xmlns:a16="http://schemas.microsoft.com/office/drawing/2014/main" id="{5AEE3D07-6107-6A09-12BC-C74D84CC62EF}"/>
                      </a:ext>
                    </a:extLst>
                  </p:cNvPr>
                  <p:cNvSpPr/>
                  <p:nvPr/>
                </p:nvSpPr>
                <p:spPr>
                  <a:xfrm>
                    <a:off x="21335047" y="4107525"/>
                    <a:ext cx="133350" cy="57150"/>
                  </a:xfrm>
                  <a:custGeom>
                    <a:avLst/>
                    <a:gdLst>
                      <a:gd name="connsiteX0" fmla="*/ 130905 w 133350"/>
                      <a:gd name="connsiteY0" fmla="*/ 59889 h 57150"/>
                      <a:gd name="connsiteX1" fmla="*/ 73755 w 133350"/>
                      <a:gd name="connsiteY1" fmla="*/ 834 h 57150"/>
                      <a:gd name="connsiteX2" fmla="*/ 413 w 133350"/>
                      <a:gd name="connsiteY2" fmla="*/ 37981 h 57150"/>
                      <a:gd name="connsiteX3" fmla="*/ 130905 w 133350"/>
                      <a:gd name="connsiteY3" fmla="*/ 59889 h 57150"/>
                    </a:gdLst>
                    <a:ahLst/>
                    <a:cxnLst>
                      <a:cxn ang="0">
                        <a:pos x="connsiteX0" y="connsiteY0"/>
                      </a:cxn>
                      <a:cxn ang="0">
                        <a:pos x="connsiteX1" y="connsiteY1"/>
                      </a:cxn>
                      <a:cxn ang="0">
                        <a:pos x="connsiteX2" y="connsiteY2"/>
                      </a:cxn>
                      <a:cxn ang="0">
                        <a:pos x="connsiteX3" y="connsiteY3"/>
                      </a:cxn>
                    </a:cxnLst>
                    <a:rect l="l" t="t" r="r" b="b"/>
                    <a:pathLst>
                      <a:path w="133350" h="57150">
                        <a:moveTo>
                          <a:pt x="130905" y="59889"/>
                        </a:moveTo>
                        <a:cubicBezTo>
                          <a:pt x="154718" y="54174"/>
                          <a:pt x="113761" y="7501"/>
                          <a:pt x="73755" y="834"/>
                        </a:cubicBezTo>
                        <a:cubicBezTo>
                          <a:pt x="32798" y="-5834"/>
                          <a:pt x="-4349" y="29409"/>
                          <a:pt x="413" y="37981"/>
                        </a:cubicBezTo>
                        <a:cubicBezTo>
                          <a:pt x="11843" y="56079"/>
                          <a:pt x="107093" y="65604"/>
                          <a:pt x="130905" y="59889"/>
                        </a:cubicBezTo>
                        <a:close/>
                      </a:path>
                    </a:pathLst>
                  </a:custGeom>
                  <a:grpFill/>
                  <a:ln w="7144" cap="flat">
                    <a:solidFill>
                      <a:srgbClr val="FFFFFF"/>
                    </a:solidFill>
                    <a:prstDash val="solid"/>
                    <a:miter/>
                  </a:ln>
                </p:spPr>
                <p:txBody>
                  <a:bodyPr rtlCol="0" anchor="ctr"/>
                  <a:lstStyle/>
                  <a:p>
                    <a:endParaRPr lang="en-ID"/>
                  </a:p>
                </p:txBody>
              </p:sp>
              <p:sp>
                <p:nvSpPr>
                  <p:cNvPr id="845" name="Freeform: Shape 499">
                    <a:extLst>
                      <a:ext uri="{FF2B5EF4-FFF2-40B4-BE49-F238E27FC236}">
                        <a16:creationId xmlns:a16="http://schemas.microsoft.com/office/drawing/2014/main" id="{7715AEEB-5B84-B0E6-0EF7-B43754CE2B75}"/>
                      </a:ext>
                    </a:extLst>
                  </p:cNvPr>
                  <p:cNvSpPr/>
                  <p:nvPr/>
                </p:nvSpPr>
                <p:spPr>
                  <a:xfrm>
                    <a:off x="17792946" y="3365358"/>
                    <a:ext cx="123825" cy="57150"/>
                  </a:xfrm>
                  <a:custGeom>
                    <a:avLst/>
                    <a:gdLst>
                      <a:gd name="connsiteX0" fmla="*/ 128754 w 123825"/>
                      <a:gd name="connsiteY0" fmla="*/ 36246 h 57150"/>
                      <a:gd name="connsiteX1" fmla="*/ 108751 w 123825"/>
                      <a:gd name="connsiteY1" fmla="*/ 10528 h 57150"/>
                      <a:gd name="connsiteX2" fmla="*/ 37314 w 123825"/>
                      <a:gd name="connsiteY2" fmla="*/ 9576 h 57150"/>
                      <a:gd name="connsiteX3" fmla="*/ 3024 w 123825"/>
                      <a:gd name="connsiteY3" fmla="*/ 53391 h 57150"/>
                      <a:gd name="connsiteX4" fmla="*/ 128754 w 123825"/>
                      <a:gd name="connsiteY4" fmla="*/ 36246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57150">
                        <a:moveTo>
                          <a:pt x="128754" y="36246"/>
                        </a:moveTo>
                        <a:cubicBezTo>
                          <a:pt x="138279" y="23863"/>
                          <a:pt x="111608" y="23863"/>
                          <a:pt x="108751" y="10528"/>
                        </a:cubicBezTo>
                        <a:cubicBezTo>
                          <a:pt x="105894" y="-1854"/>
                          <a:pt x="32551" y="-4712"/>
                          <a:pt x="37314" y="9576"/>
                        </a:cubicBezTo>
                        <a:cubicBezTo>
                          <a:pt x="41124" y="23863"/>
                          <a:pt x="-13169" y="39103"/>
                          <a:pt x="3024" y="53391"/>
                        </a:cubicBezTo>
                        <a:cubicBezTo>
                          <a:pt x="34456" y="80061"/>
                          <a:pt x="119229" y="48628"/>
                          <a:pt x="128754" y="36246"/>
                        </a:cubicBezTo>
                        <a:close/>
                      </a:path>
                    </a:pathLst>
                  </a:custGeom>
                  <a:grpFill/>
                  <a:ln w="7144" cap="flat">
                    <a:solidFill>
                      <a:srgbClr val="FFFFFF"/>
                    </a:solidFill>
                    <a:prstDash val="solid"/>
                    <a:miter/>
                  </a:ln>
                </p:spPr>
                <p:txBody>
                  <a:bodyPr rtlCol="0" anchor="ctr"/>
                  <a:lstStyle/>
                  <a:p>
                    <a:endParaRPr lang="en-ID"/>
                  </a:p>
                </p:txBody>
              </p:sp>
              <p:sp>
                <p:nvSpPr>
                  <p:cNvPr id="846" name="Freeform: Shape 500">
                    <a:extLst>
                      <a:ext uri="{FF2B5EF4-FFF2-40B4-BE49-F238E27FC236}">
                        <a16:creationId xmlns:a16="http://schemas.microsoft.com/office/drawing/2014/main" id="{DAC07AF3-50C3-8E4F-9B63-FD9B198E16C0}"/>
                      </a:ext>
                    </a:extLst>
                  </p:cNvPr>
                  <p:cNvSpPr/>
                  <p:nvPr/>
                </p:nvSpPr>
                <p:spPr>
                  <a:xfrm>
                    <a:off x="17279643" y="4489122"/>
                    <a:ext cx="95250" cy="57150"/>
                  </a:xfrm>
                  <a:custGeom>
                    <a:avLst/>
                    <a:gdLst>
                      <a:gd name="connsiteX0" fmla="*/ 8644 w 95250"/>
                      <a:gd name="connsiteY0" fmla="*/ 50719 h 57150"/>
                      <a:gd name="connsiteX1" fmla="*/ 90559 w 95250"/>
                      <a:gd name="connsiteY1" fmla="*/ 32621 h 57150"/>
                      <a:gd name="connsiteX2" fmla="*/ 51506 w 95250"/>
                      <a:gd name="connsiteY2" fmla="*/ 1189 h 57150"/>
                      <a:gd name="connsiteX3" fmla="*/ 8644 w 95250"/>
                      <a:gd name="connsiteY3" fmla="*/ 50719 h 57150"/>
                    </a:gdLst>
                    <a:ahLst/>
                    <a:cxnLst>
                      <a:cxn ang="0">
                        <a:pos x="connsiteX0" y="connsiteY0"/>
                      </a:cxn>
                      <a:cxn ang="0">
                        <a:pos x="connsiteX1" y="connsiteY1"/>
                      </a:cxn>
                      <a:cxn ang="0">
                        <a:pos x="connsiteX2" y="connsiteY2"/>
                      </a:cxn>
                      <a:cxn ang="0">
                        <a:pos x="connsiteX3" y="connsiteY3"/>
                      </a:cxn>
                    </a:cxnLst>
                    <a:rect l="l" t="t" r="r" b="b"/>
                    <a:pathLst>
                      <a:path w="95250" h="57150">
                        <a:moveTo>
                          <a:pt x="8644" y="50719"/>
                        </a:moveTo>
                        <a:cubicBezTo>
                          <a:pt x="43887" y="85961"/>
                          <a:pt x="74367" y="35479"/>
                          <a:pt x="90559" y="32621"/>
                        </a:cubicBezTo>
                        <a:cubicBezTo>
                          <a:pt x="107704" y="29764"/>
                          <a:pt x="80081" y="9761"/>
                          <a:pt x="51506" y="1189"/>
                        </a:cubicBezTo>
                        <a:cubicBezTo>
                          <a:pt x="22931" y="-6431"/>
                          <a:pt x="-18026" y="24049"/>
                          <a:pt x="8644" y="50719"/>
                        </a:cubicBezTo>
                        <a:close/>
                      </a:path>
                    </a:pathLst>
                  </a:custGeom>
                  <a:grpFill/>
                  <a:ln w="7144" cap="flat">
                    <a:solidFill>
                      <a:srgbClr val="FFFFFF"/>
                    </a:solidFill>
                    <a:prstDash val="solid"/>
                    <a:miter/>
                  </a:ln>
                </p:spPr>
                <p:txBody>
                  <a:bodyPr rtlCol="0" anchor="ctr"/>
                  <a:lstStyle/>
                  <a:p>
                    <a:endParaRPr lang="en-ID"/>
                  </a:p>
                </p:txBody>
              </p:sp>
              <p:sp>
                <p:nvSpPr>
                  <p:cNvPr id="847" name="Freeform: Shape 501">
                    <a:extLst>
                      <a:ext uri="{FF2B5EF4-FFF2-40B4-BE49-F238E27FC236}">
                        <a16:creationId xmlns:a16="http://schemas.microsoft.com/office/drawing/2014/main" id="{4983F203-00A5-3F46-DC34-55144DBD1F73}"/>
                      </a:ext>
                    </a:extLst>
                  </p:cNvPr>
                  <p:cNvSpPr/>
                  <p:nvPr/>
                </p:nvSpPr>
                <p:spPr>
                  <a:xfrm>
                    <a:off x="16010032" y="5553169"/>
                    <a:ext cx="133350" cy="57150"/>
                  </a:xfrm>
                  <a:custGeom>
                    <a:avLst/>
                    <a:gdLst>
                      <a:gd name="connsiteX0" fmla="*/ 115253 w 133350"/>
                      <a:gd name="connsiteY0" fmla="*/ 14420 h 57150"/>
                      <a:gd name="connsiteX1" fmla="*/ 88582 w 133350"/>
                      <a:gd name="connsiteY1" fmla="*/ 3942 h 57150"/>
                      <a:gd name="connsiteX2" fmla="*/ 61913 w 133350"/>
                      <a:gd name="connsiteY2" fmla="*/ 1085 h 57150"/>
                      <a:gd name="connsiteX3" fmla="*/ 68580 w 133350"/>
                      <a:gd name="connsiteY3" fmla="*/ 8705 h 57150"/>
                      <a:gd name="connsiteX4" fmla="*/ 54293 w 133350"/>
                      <a:gd name="connsiteY4" fmla="*/ 34422 h 57150"/>
                      <a:gd name="connsiteX5" fmla="*/ 33338 w 133350"/>
                      <a:gd name="connsiteY5" fmla="*/ 34422 h 57150"/>
                      <a:gd name="connsiteX6" fmla="*/ 2857 w 133350"/>
                      <a:gd name="connsiteY6" fmla="*/ 36327 h 57150"/>
                      <a:gd name="connsiteX7" fmla="*/ 0 w 133350"/>
                      <a:gd name="connsiteY7" fmla="*/ 47757 h 57150"/>
                      <a:gd name="connsiteX8" fmla="*/ 21907 w 133350"/>
                      <a:gd name="connsiteY8" fmla="*/ 56330 h 57150"/>
                      <a:gd name="connsiteX9" fmla="*/ 137160 w 133350"/>
                      <a:gd name="connsiteY9" fmla="*/ 61092 h 57150"/>
                      <a:gd name="connsiteX10" fmla="*/ 139065 w 133350"/>
                      <a:gd name="connsiteY10" fmla="*/ 29660 h 57150"/>
                      <a:gd name="connsiteX11" fmla="*/ 115253 w 133350"/>
                      <a:gd name="connsiteY11" fmla="*/ 1442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350" h="57150">
                        <a:moveTo>
                          <a:pt x="115253" y="14420"/>
                        </a:moveTo>
                        <a:cubicBezTo>
                          <a:pt x="109538" y="17277"/>
                          <a:pt x="93345" y="11562"/>
                          <a:pt x="88582" y="3942"/>
                        </a:cubicBezTo>
                        <a:cubicBezTo>
                          <a:pt x="84773" y="-1773"/>
                          <a:pt x="72390" y="132"/>
                          <a:pt x="61913" y="1085"/>
                        </a:cubicBezTo>
                        <a:cubicBezTo>
                          <a:pt x="64770" y="2990"/>
                          <a:pt x="66675" y="4895"/>
                          <a:pt x="68580" y="8705"/>
                        </a:cubicBezTo>
                        <a:cubicBezTo>
                          <a:pt x="74295" y="20135"/>
                          <a:pt x="44768" y="21087"/>
                          <a:pt x="54293" y="34422"/>
                        </a:cubicBezTo>
                        <a:cubicBezTo>
                          <a:pt x="63818" y="47757"/>
                          <a:pt x="33338" y="48710"/>
                          <a:pt x="33338" y="34422"/>
                        </a:cubicBezTo>
                        <a:cubicBezTo>
                          <a:pt x="33338" y="20135"/>
                          <a:pt x="1905" y="27755"/>
                          <a:pt x="2857" y="36327"/>
                        </a:cubicBezTo>
                        <a:cubicBezTo>
                          <a:pt x="3810" y="39185"/>
                          <a:pt x="2857" y="43947"/>
                          <a:pt x="0" y="47757"/>
                        </a:cubicBezTo>
                        <a:cubicBezTo>
                          <a:pt x="8573" y="50615"/>
                          <a:pt x="18098" y="54425"/>
                          <a:pt x="21907" y="56330"/>
                        </a:cubicBezTo>
                        <a:cubicBezTo>
                          <a:pt x="27623" y="59187"/>
                          <a:pt x="105728" y="67760"/>
                          <a:pt x="137160" y="61092"/>
                        </a:cubicBezTo>
                        <a:cubicBezTo>
                          <a:pt x="135255" y="55377"/>
                          <a:pt x="139065" y="36327"/>
                          <a:pt x="139065" y="29660"/>
                        </a:cubicBezTo>
                        <a:cubicBezTo>
                          <a:pt x="140018" y="22040"/>
                          <a:pt x="120968" y="11562"/>
                          <a:pt x="115253" y="14420"/>
                        </a:cubicBezTo>
                        <a:close/>
                      </a:path>
                    </a:pathLst>
                  </a:custGeom>
                  <a:grpFill/>
                  <a:ln w="7144" cap="flat">
                    <a:solidFill>
                      <a:srgbClr val="FFFFFF"/>
                    </a:solidFill>
                    <a:prstDash val="solid"/>
                    <a:miter/>
                  </a:ln>
                </p:spPr>
                <p:txBody>
                  <a:bodyPr rtlCol="0" anchor="ctr"/>
                  <a:lstStyle/>
                  <a:p>
                    <a:endParaRPr lang="en-ID"/>
                  </a:p>
                </p:txBody>
              </p:sp>
              <p:sp>
                <p:nvSpPr>
                  <p:cNvPr id="848" name="Freeform: Shape 502">
                    <a:extLst>
                      <a:ext uri="{FF2B5EF4-FFF2-40B4-BE49-F238E27FC236}">
                        <a16:creationId xmlns:a16="http://schemas.microsoft.com/office/drawing/2014/main" id="{F715B74B-54A3-E7A1-8708-4A49CBB0D0EA}"/>
                      </a:ext>
                    </a:extLst>
                  </p:cNvPr>
                  <p:cNvSpPr/>
                  <p:nvPr/>
                </p:nvSpPr>
                <p:spPr>
                  <a:xfrm>
                    <a:off x="17242560" y="3384459"/>
                    <a:ext cx="180975" cy="76200"/>
                  </a:xfrm>
                  <a:custGeom>
                    <a:avLst/>
                    <a:gdLst>
                      <a:gd name="connsiteX0" fmla="*/ 178124 w 180975"/>
                      <a:gd name="connsiteY0" fmla="*/ 0 h 76200"/>
                      <a:gd name="connsiteX1" fmla="*/ 170504 w 180975"/>
                      <a:gd name="connsiteY1" fmla="*/ 952 h 76200"/>
                      <a:gd name="connsiteX2" fmla="*/ 100019 w 180975"/>
                      <a:gd name="connsiteY2" fmla="*/ 12382 h 76200"/>
                      <a:gd name="connsiteX3" fmla="*/ 102877 w 180975"/>
                      <a:gd name="connsiteY3" fmla="*/ 15240 h 76200"/>
                      <a:gd name="connsiteX4" fmla="*/ 42869 w 180975"/>
                      <a:gd name="connsiteY4" fmla="*/ 39052 h 76200"/>
                      <a:gd name="connsiteX5" fmla="*/ 959 w 180975"/>
                      <a:gd name="connsiteY5" fmla="*/ 64770 h 76200"/>
                      <a:gd name="connsiteX6" fmla="*/ 74302 w 180975"/>
                      <a:gd name="connsiteY6" fmla="*/ 68580 h 76200"/>
                      <a:gd name="connsiteX7" fmla="*/ 109544 w 180975"/>
                      <a:gd name="connsiteY7" fmla="*/ 54293 h 76200"/>
                      <a:gd name="connsiteX8" fmla="*/ 161932 w 180975"/>
                      <a:gd name="connsiteY8" fmla="*/ 24765 h 76200"/>
                      <a:gd name="connsiteX9" fmla="*/ 178124 w 180975"/>
                      <a:gd name="connsiteY9"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975" h="76200">
                        <a:moveTo>
                          <a:pt x="178124" y="0"/>
                        </a:moveTo>
                        <a:cubicBezTo>
                          <a:pt x="175266" y="0"/>
                          <a:pt x="172409" y="952"/>
                          <a:pt x="170504" y="952"/>
                        </a:cubicBezTo>
                        <a:cubicBezTo>
                          <a:pt x="146691" y="3810"/>
                          <a:pt x="123832" y="8572"/>
                          <a:pt x="100019" y="12382"/>
                        </a:cubicBezTo>
                        <a:cubicBezTo>
                          <a:pt x="100971" y="13335"/>
                          <a:pt x="101924" y="14288"/>
                          <a:pt x="102877" y="15240"/>
                        </a:cubicBezTo>
                        <a:cubicBezTo>
                          <a:pt x="120974" y="29527"/>
                          <a:pt x="51441" y="24765"/>
                          <a:pt x="42869" y="39052"/>
                        </a:cubicBezTo>
                        <a:cubicBezTo>
                          <a:pt x="33344" y="53340"/>
                          <a:pt x="-6661" y="47625"/>
                          <a:pt x="959" y="64770"/>
                        </a:cubicBezTo>
                        <a:cubicBezTo>
                          <a:pt x="8579" y="81915"/>
                          <a:pt x="74302" y="82868"/>
                          <a:pt x="74302" y="68580"/>
                        </a:cubicBezTo>
                        <a:cubicBezTo>
                          <a:pt x="74302" y="54293"/>
                          <a:pt x="108591" y="67627"/>
                          <a:pt x="109544" y="54293"/>
                        </a:cubicBezTo>
                        <a:cubicBezTo>
                          <a:pt x="110496" y="41910"/>
                          <a:pt x="124784" y="27622"/>
                          <a:pt x="161932" y="24765"/>
                        </a:cubicBezTo>
                        <a:cubicBezTo>
                          <a:pt x="191459" y="22860"/>
                          <a:pt x="196222" y="13335"/>
                          <a:pt x="178124" y="0"/>
                        </a:cubicBezTo>
                        <a:close/>
                      </a:path>
                    </a:pathLst>
                  </a:custGeom>
                  <a:grpFill/>
                  <a:ln w="7144" cap="flat">
                    <a:solidFill>
                      <a:srgbClr val="FFFFFF"/>
                    </a:solidFill>
                    <a:prstDash val="solid"/>
                    <a:miter/>
                  </a:ln>
                </p:spPr>
                <p:txBody>
                  <a:bodyPr rtlCol="0" anchor="ctr"/>
                  <a:lstStyle/>
                  <a:p>
                    <a:endParaRPr lang="en-ID"/>
                  </a:p>
                </p:txBody>
              </p:sp>
              <p:sp>
                <p:nvSpPr>
                  <p:cNvPr id="849" name="Freeform: Shape 503">
                    <a:extLst>
                      <a:ext uri="{FF2B5EF4-FFF2-40B4-BE49-F238E27FC236}">
                        <a16:creationId xmlns:a16="http://schemas.microsoft.com/office/drawing/2014/main" id="{5389F684-6454-F32F-4DBF-A19DA8C47D46}"/>
                      </a:ext>
                    </a:extLst>
                  </p:cNvPr>
                  <p:cNvSpPr/>
                  <p:nvPr/>
                </p:nvSpPr>
                <p:spPr>
                  <a:xfrm>
                    <a:off x="16353038" y="3725372"/>
                    <a:ext cx="7191375" cy="2705100"/>
                  </a:xfrm>
                  <a:custGeom>
                    <a:avLst/>
                    <a:gdLst>
                      <a:gd name="connsiteX0" fmla="*/ 6997912 w 7191375"/>
                      <a:gd name="connsiteY0" fmla="*/ 973536 h 2705100"/>
                      <a:gd name="connsiteX1" fmla="*/ 6992197 w 7191375"/>
                      <a:gd name="connsiteY1" fmla="*/ 978299 h 2705100"/>
                      <a:gd name="connsiteX2" fmla="*/ 7012199 w 7191375"/>
                      <a:gd name="connsiteY2" fmla="*/ 1000206 h 2705100"/>
                      <a:gd name="connsiteX3" fmla="*/ 7005532 w 7191375"/>
                      <a:gd name="connsiteY3" fmla="*/ 1030686 h 2705100"/>
                      <a:gd name="connsiteX4" fmla="*/ 6977910 w 7191375"/>
                      <a:gd name="connsiteY4" fmla="*/ 1017351 h 2705100"/>
                      <a:gd name="connsiteX5" fmla="*/ 6976004 w 7191375"/>
                      <a:gd name="connsiteY5" fmla="*/ 968774 h 2705100"/>
                      <a:gd name="connsiteX6" fmla="*/ 6976004 w 7191375"/>
                      <a:gd name="connsiteY6" fmla="*/ 965916 h 2705100"/>
                      <a:gd name="connsiteX7" fmla="*/ 6946477 w 7191375"/>
                      <a:gd name="connsiteY7" fmla="*/ 929721 h 2705100"/>
                      <a:gd name="connsiteX8" fmla="*/ 6944572 w 7191375"/>
                      <a:gd name="connsiteY8" fmla="*/ 928769 h 2705100"/>
                      <a:gd name="connsiteX9" fmla="*/ 6904566 w 7191375"/>
                      <a:gd name="connsiteY9" fmla="*/ 924006 h 2705100"/>
                      <a:gd name="connsiteX10" fmla="*/ 6802649 w 7191375"/>
                      <a:gd name="connsiteY10" fmla="*/ 909719 h 2705100"/>
                      <a:gd name="connsiteX11" fmla="*/ 6776932 w 7191375"/>
                      <a:gd name="connsiteY11" fmla="*/ 839234 h 2705100"/>
                      <a:gd name="connsiteX12" fmla="*/ 6737879 w 7191375"/>
                      <a:gd name="connsiteY12" fmla="*/ 820184 h 2705100"/>
                      <a:gd name="connsiteX13" fmla="*/ 6614054 w 7191375"/>
                      <a:gd name="connsiteY13" fmla="*/ 764939 h 2705100"/>
                      <a:gd name="connsiteX14" fmla="*/ 6580716 w 7191375"/>
                      <a:gd name="connsiteY14" fmla="*/ 747794 h 2705100"/>
                      <a:gd name="connsiteX15" fmla="*/ 6565477 w 7191375"/>
                      <a:gd name="connsiteY15" fmla="*/ 752556 h 2705100"/>
                      <a:gd name="connsiteX16" fmla="*/ 6378787 w 7191375"/>
                      <a:gd name="connsiteY16" fmla="*/ 747794 h 2705100"/>
                      <a:gd name="connsiteX17" fmla="*/ 6348307 w 7191375"/>
                      <a:gd name="connsiteY17" fmla="*/ 723029 h 2705100"/>
                      <a:gd name="connsiteX18" fmla="*/ 6327352 w 7191375"/>
                      <a:gd name="connsiteY18" fmla="*/ 723981 h 2705100"/>
                      <a:gd name="connsiteX19" fmla="*/ 6313064 w 7191375"/>
                      <a:gd name="connsiteY19" fmla="*/ 754461 h 2705100"/>
                      <a:gd name="connsiteX20" fmla="*/ 6334972 w 7191375"/>
                      <a:gd name="connsiteY20" fmla="*/ 792561 h 2705100"/>
                      <a:gd name="connsiteX21" fmla="*/ 6323541 w 7191375"/>
                      <a:gd name="connsiteY21" fmla="*/ 839234 h 2705100"/>
                      <a:gd name="connsiteX22" fmla="*/ 6262582 w 7191375"/>
                      <a:gd name="connsiteY22" fmla="*/ 814469 h 2705100"/>
                      <a:gd name="connsiteX23" fmla="*/ 6219720 w 7191375"/>
                      <a:gd name="connsiteY23" fmla="*/ 784941 h 2705100"/>
                      <a:gd name="connsiteX24" fmla="*/ 6065414 w 7191375"/>
                      <a:gd name="connsiteY24" fmla="*/ 786846 h 2705100"/>
                      <a:gd name="connsiteX25" fmla="*/ 5993024 w 7191375"/>
                      <a:gd name="connsiteY25" fmla="*/ 761129 h 2705100"/>
                      <a:gd name="connsiteX26" fmla="*/ 5921587 w 7191375"/>
                      <a:gd name="connsiteY26" fmla="*/ 771606 h 2705100"/>
                      <a:gd name="connsiteX27" fmla="*/ 5912062 w 7191375"/>
                      <a:gd name="connsiteY27" fmla="*/ 816374 h 2705100"/>
                      <a:gd name="connsiteX28" fmla="*/ 5900632 w 7191375"/>
                      <a:gd name="connsiteY28" fmla="*/ 770654 h 2705100"/>
                      <a:gd name="connsiteX29" fmla="*/ 5866341 w 7191375"/>
                      <a:gd name="connsiteY29" fmla="*/ 757319 h 2705100"/>
                      <a:gd name="connsiteX30" fmla="*/ 5842529 w 7191375"/>
                      <a:gd name="connsiteY30" fmla="*/ 747794 h 2705100"/>
                      <a:gd name="connsiteX31" fmla="*/ 5850149 w 7191375"/>
                      <a:gd name="connsiteY31" fmla="*/ 717314 h 2705100"/>
                      <a:gd name="connsiteX32" fmla="*/ 5852054 w 7191375"/>
                      <a:gd name="connsiteY32" fmla="*/ 703979 h 2705100"/>
                      <a:gd name="connsiteX33" fmla="*/ 5758710 w 7191375"/>
                      <a:gd name="connsiteY33" fmla="*/ 677309 h 2705100"/>
                      <a:gd name="connsiteX34" fmla="*/ 5600595 w 7191375"/>
                      <a:gd name="connsiteY34" fmla="*/ 652544 h 2705100"/>
                      <a:gd name="connsiteX35" fmla="*/ 5508202 w 7191375"/>
                      <a:gd name="connsiteY35" fmla="*/ 656354 h 2705100"/>
                      <a:gd name="connsiteX36" fmla="*/ 5496772 w 7191375"/>
                      <a:gd name="connsiteY36" fmla="*/ 633494 h 2705100"/>
                      <a:gd name="connsiteX37" fmla="*/ 5487247 w 7191375"/>
                      <a:gd name="connsiteY37" fmla="*/ 624921 h 2705100"/>
                      <a:gd name="connsiteX38" fmla="*/ 5466291 w 7191375"/>
                      <a:gd name="connsiteY38" fmla="*/ 618254 h 2705100"/>
                      <a:gd name="connsiteX39" fmla="*/ 5454862 w 7191375"/>
                      <a:gd name="connsiteY39" fmla="*/ 612539 h 2705100"/>
                      <a:gd name="connsiteX40" fmla="*/ 5442479 w 7191375"/>
                      <a:gd name="connsiteY40" fmla="*/ 615396 h 2705100"/>
                      <a:gd name="connsiteX41" fmla="*/ 5425335 w 7191375"/>
                      <a:gd name="connsiteY41" fmla="*/ 607776 h 2705100"/>
                      <a:gd name="connsiteX42" fmla="*/ 5370089 w 7191375"/>
                      <a:gd name="connsiteY42" fmla="*/ 587774 h 2705100"/>
                      <a:gd name="connsiteX43" fmla="*/ 5365327 w 7191375"/>
                      <a:gd name="connsiteY43" fmla="*/ 572534 h 2705100"/>
                      <a:gd name="connsiteX44" fmla="*/ 5401522 w 7191375"/>
                      <a:gd name="connsiteY44" fmla="*/ 554436 h 2705100"/>
                      <a:gd name="connsiteX45" fmla="*/ 5366279 w 7191375"/>
                      <a:gd name="connsiteY45" fmla="*/ 552531 h 2705100"/>
                      <a:gd name="connsiteX46" fmla="*/ 5332941 w 7191375"/>
                      <a:gd name="connsiteY46" fmla="*/ 566819 h 2705100"/>
                      <a:gd name="connsiteX47" fmla="*/ 5274839 w 7191375"/>
                      <a:gd name="connsiteY47" fmla="*/ 527766 h 2705100"/>
                      <a:gd name="connsiteX48" fmla="*/ 5258647 w 7191375"/>
                      <a:gd name="connsiteY48" fmla="*/ 528719 h 2705100"/>
                      <a:gd name="connsiteX49" fmla="*/ 5232929 w 7191375"/>
                      <a:gd name="connsiteY49" fmla="*/ 575391 h 2705100"/>
                      <a:gd name="connsiteX50" fmla="*/ 5186257 w 7191375"/>
                      <a:gd name="connsiteY50" fmla="*/ 571581 h 2705100"/>
                      <a:gd name="connsiteX51" fmla="*/ 5220547 w 7191375"/>
                      <a:gd name="connsiteY51" fmla="*/ 548721 h 2705100"/>
                      <a:gd name="connsiteX52" fmla="*/ 5171016 w 7191375"/>
                      <a:gd name="connsiteY52" fmla="*/ 532529 h 2705100"/>
                      <a:gd name="connsiteX53" fmla="*/ 5171016 w 7191375"/>
                      <a:gd name="connsiteY53" fmla="*/ 523956 h 2705100"/>
                      <a:gd name="connsiteX54" fmla="*/ 5128154 w 7191375"/>
                      <a:gd name="connsiteY54" fmla="*/ 491571 h 2705100"/>
                      <a:gd name="connsiteX55" fmla="*/ 5075766 w 7191375"/>
                      <a:gd name="connsiteY55" fmla="*/ 487761 h 2705100"/>
                      <a:gd name="connsiteX56" fmla="*/ 5009091 w 7191375"/>
                      <a:gd name="connsiteY56" fmla="*/ 472521 h 2705100"/>
                      <a:gd name="connsiteX57" fmla="*/ 4999566 w 7191375"/>
                      <a:gd name="connsiteY57" fmla="*/ 494429 h 2705100"/>
                      <a:gd name="connsiteX58" fmla="*/ 4960514 w 7191375"/>
                      <a:gd name="connsiteY58" fmla="*/ 509669 h 2705100"/>
                      <a:gd name="connsiteX59" fmla="*/ 4945274 w 7191375"/>
                      <a:gd name="connsiteY59" fmla="*/ 509669 h 2705100"/>
                      <a:gd name="connsiteX60" fmla="*/ 4947179 w 7191375"/>
                      <a:gd name="connsiteY60" fmla="*/ 520146 h 2705100"/>
                      <a:gd name="connsiteX61" fmla="*/ 4950989 w 7191375"/>
                      <a:gd name="connsiteY61" fmla="*/ 538244 h 2705100"/>
                      <a:gd name="connsiteX62" fmla="*/ 4954799 w 7191375"/>
                      <a:gd name="connsiteY62" fmla="*/ 539196 h 2705100"/>
                      <a:gd name="connsiteX63" fmla="*/ 4951941 w 7191375"/>
                      <a:gd name="connsiteY63" fmla="*/ 546816 h 2705100"/>
                      <a:gd name="connsiteX64" fmla="*/ 4950989 w 7191375"/>
                      <a:gd name="connsiteY64" fmla="*/ 570629 h 2705100"/>
                      <a:gd name="connsiteX65" fmla="*/ 4956704 w 7191375"/>
                      <a:gd name="connsiteY65" fmla="*/ 596346 h 2705100"/>
                      <a:gd name="connsiteX66" fmla="*/ 4929082 w 7191375"/>
                      <a:gd name="connsiteY66" fmla="*/ 602061 h 2705100"/>
                      <a:gd name="connsiteX67" fmla="*/ 4910985 w 7191375"/>
                      <a:gd name="connsiteY67" fmla="*/ 611586 h 2705100"/>
                      <a:gd name="connsiteX68" fmla="*/ 4883362 w 7191375"/>
                      <a:gd name="connsiteY68" fmla="*/ 615396 h 2705100"/>
                      <a:gd name="connsiteX69" fmla="*/ 4866216 w 7191375"/>
                      <a:gd name="connsiteY69" fmla="*/ 623016 h 2705100"/>
                      <a:gd name="connsiteX70" fmla="*/ 4844310 w 7191375"/>
                      <a:gd name="connsiteY70" fmla="*/ 609681 h 2705100"/>
                      <a:gd name="connsiteX71" fmla="*/ 4808114 w 7191375"/>
                      <a:gd name="connsiteY71" fmla="*/ 624921 h 2705100"/>
                      <a:gd name="connsiteX72" fmla="*/ 4749060 w 7191375"/>
                      <a:gd name="connsiteY72" fmla="*/ 620159 h 2705100"/>
                      <a:gd name="connsiteX73" fmla="*/ 4691910 w 7191375"/>
                      <a:gd name="connsiteY73" fmla="*/ 616349 h 2705100"/>
                      <a:gd name="connsiteX74" fmla="*/ 4675716 w 7191375"/>
                      <a:gd name="connsiteY74" fmla="*/ 609681 h 2705100"/>
                      <a:gd name="connsiteX75" fmla="*/ 4661429 w 7191375"/>
                      <a:gd name="connsiteY75" fmla="*/ 607776 h 2705100"/>
                      <a:gd name="connsiteX76" fmla="*/ 4609995 w 7191375"/>
                      <a:gd name="connsiteY76" fmla="*/ 603014 h 2705100"/>
                      <a:gd name="connsiteX77" fmla="*/ 4596660 w 7191375"/>
                      <a:gd name="connsiteY77" fmla="*/ 626826 h 2705100"/>
                      <a:gd name="connsiteX78" fmla="*/ 4569037 w 7191375"/>
                      <a:gd name="connsiteY78" fmla="*/ 663974 h 2705100"/>
                      <a:gd name="connsiteX79" fmla="*/ 4541414 w 7191375"/>
                      <a:gd name="connsiteY79" fmla="*/ 654449 h 2705100"/>
                      <a:gd name="connsiteX80" fmla="*/ 4475691 w 7191375"/>
                      <a:gd name="connsiteY80" fmla="*/ 590631 h 2705100"/>
                      <a:gd name="connsiteX81" fmla="*/ 4435687 w 7191375"/>
                      <a:gd name="connsiteY81" fmla="*/ 542054 h 2705100"/>
                      <a:gd name="connsiteX82" fmla="*/ 4453785 w 7191375"/>
                      <a:gd name="connsiteY82" fmla="*/ 543006 h 2705100"/>
                      <a:gd name="connsiteX83" fmla="*/ 4486170 w 7191375"/>
                      <a:gd name="connsiteY83" fmla="*/ 546816 h 2705100"/>
                      <a:gd name="connsiteX84" fmla="*/ 4491885 w 7191375"/>
                      <a:gd name="connsiteY84" fmla="*/ 534434 h 2705100"/>
                      <a:gd name="connsiteX85" fmla="*/ 4459499 w 7191375"/>
                      <a:gd name="connsiteY85" fmla="*/ 506811 h 2705100"/>
                      <a:gd name="connsiteX86" fmla="*/ 4432829 w 7191375"/>
                      <a:gd name="connsiteY86" fmla="*/ 474426 h 2705100"/>
                      <a:gd name="connsiteX87" fmla="*/ 4420447 w 7191375"/>
                      <a:gd name="connsiteY87" fmla="*/ 461091 h 2705100"/>
                      <a:gd name="connsiteX88" fmla="*/ 4353772 w 7191375"/>
                      <a:gd name="connsiteY88" fmla="*/ 462044 h 2705100"/>
                      <a:gd name="connsiteX89" fmla="*/ 4218516 w 7191375"/>
                      <a:gd name="connsiteY89" fmla="*/ 417276 h 2705100"/>
                      <a:gd name="connsiteX90" fmla="*/ 4220422 w 7191375"/>
                      <a:gd name="connsiteY90" fmla="*/ 422039 h 2705100"/>
                      <a:gd name="connsiteX91" fmla="*/ 4219470 w 7191375"/>
                      <a:gd name="connsiteY91" fmla="*/ 458234 h 2705100"/>
                      <a:gd name="connsiteX92" fmla="*/ 4193752 w 7191375"/>
                      <a:gd name="connsiteY92" fmla="*/ 460139 h 2705100"/>
                      <a:gd name="connsiteX93" fmla="*/ 4140412 w 7191375"/>
                      <a:gd name="connsiteY93" fmla="*/ 465854 h 2705100"/>
                      <a:gd name="connsiteX94" fmla="*/ 4132791 w 7191375"/>
                      <a:gd name="connsiteY94" fmla="*/ 463949 h 2705100"/>
                      <a:gd name="connsiteX95" fmla="*/ 4118504 w 7191375"/>
                      <a:gd name="connsiteY95" fmla="*/ 465854 h 2705100"/>
                      <a:gd name="connsiteX96" fmla="*/ 4062307 w 7191375"/>
                      <a:gd name="connsiteY96" fmla="*/ 455376 h 2705100"/>
                      <a:gd name="connsiteX97" fmla="*/ 4058497 w 7191375"/>
                      <a:gd name="connsiteY97" fmla="*/ 453471 h 2705100"/>
                      <a:gd name="connsiteX98" fmla="*/ 3999441 w 7191375"/>
                      <a:gd name="connsiteY98" fmla="*/ 441089 h 2705100"/>
                      <a:gd name="connsiteX99" fmla="*/ 3998489 w 7191375"/>
                      <a:gd name="connsiteY99" fmla="*/ 433469 h 2705100"/>
                      <a:gd name="connsiteX100" fmla="*/ 3950864 w 7191375"/>
                      <a:gd name="connsiteY100" fmla="*/ 424896 h 2705100"/>
                      <a:gd name="connsiteX101" fmla="*/ 3886095 w 7191375"/>
                      <a:gd name="connsiteY101" fmla="*/ 399179 h 2705100"/>
                      <a:gd name="connsiteX102" fmla="*/ 3884189 w 7191375"/>
                      <a:gd name="connsiteY102" fmla="*/ 397274 h 2705100"/>
                      <a:gd name="connsiteX103" fmla="*/ 3785129 w 7191375"/>
                      <a:gd name="connsiteY103" fmla="*/ 411561 h 2705100"/>
                      <a:gd name="connsiteX104" fmla="*/ 3779414 w 7191375"/>
                      <a:gd name="connsiteY104" fmla="*/ 437279 h 2705100"/>
                      <a:gd name="connsiteX105" fmla="*/ 3771795 w 7191375"/>
                      <a:gd name="connsiteY105" fmla="*/ 390606 h 2705100"/>
                      <a:gd name="connsiteX106" fmla="*/ 3749887 w 7191375"/>
                      <a:gd name="connsiteY106" fmla="*/ 384891 h 2705100"/>
                      <a:gd name="connsiteX107" fmla="*/ 3704166 w 7191375"/>
                      <a:gd name="connsiteY107" fmla="*/ 391559 h 2705100"/>
                      <a:gd name="connsiteX108" fmla="*/ 3652732 w 7191375"/>
                      <a:gd name="connsiteY108" fmla="*/ 362984 h 2705100"/>
                      <a:gd name="connsiteX109" fmla="*/ 3603202 w 7191375"/>
                      <a:gd name="connsiteY109" fmla="*/ 394416 h 2705100"/>
                      <a:gd name="connsiteX110" fmla="*/ 3629872 w 7191375"/>
                      <a:gd name="connsiteY110" fmla="*/ 402036 h 2705100"/>
                      <a:gd name="connsiteX111" fmla="*/ 3575579 w 7191375"/>
                      <a:gd name="connsiteY111" fmla="*/ 419181 h 2705100"/>
                      <a:gd name="connsiteX112" fmla="*/ 3507952 w 7191375"/>
                      <a:gd name="connsiteY112" fmla="*/ 444899 h 2705100"/>
                      <a:gd name="connsiteX113" fmla="*/ 3435562 w 7191375"/>
                      <a:gd name="connsiteY113" fmla="*/ 468711 h 2705100"/>
                      <a:gd name="connsiteX114" fmla="*/ 3446991 w 7191375"/>
                      <a:gd name="connsiteY114" fmla="*/ 435374 h 2705100"/>
                      <a:gd name="connsiteX115" fmla="*/ 3487949 w 7191375"/>
                      <a:gd name="connsiteY115" fmla="*/ 412514 h 2705100"/>
                      <a:gd name="connsiteX116" fmla="*/ 3536527 w 7191375"/>
                      <a:gd name="connsiteY116" fmla="*/ 396321 h 2705100"/>
                      <a:gd name="connsiteX117" fmla="*/ 3571770 w 7191375"/>
                      <a:gd name="connsiteY117" fmla="*/ 370604 h 2705100"/>
                      <a:gd name="connsiteX118" fmla="*/ 3617489 w 7191375"/>
                      <a:gd name="connsiteY118" fmla="*/ 340124 h 2705100"/>
                      <a:gd name="connsiteX119" fmla="*/ 3693689 w 7191375"/>
                      <a:gd name="connsiteY119" fmla="*/ 306786 h 2705100"/>
                      <a:gd name="connsiteX120" fmla="*/ 3714645 w 7191375"/>
                      <a:gd name="connsiteY120" fmla="*/ 281069 h 2705100"/>
                      <a:gd name="connsiteX121" fmla="*/ 3767985 w 7191375"/>
                      <a:gd name="connsiteY121" fmla="*/ 258209 h 2705100"/>
                      <a:gd name="connsiteX122" fmla="*/ 3787987 w 7191375"/>
                      <a:gd name="connsiteY122" fmla="*/ 229634 h 2705100"/>
                      <a:gd name="connsiteX123" fmla="*/ 3767985 w 7191375"/>
                      <a:gd name="connsiteY123" fmla="*/ 213441 h 2705100"/>
                      <a:gd name="connsiteX124" fmla="*/ 3789891 w 7191375"/>
                      <a:gd name="connsiteY124" fmla="*/ 204869 h 2705100"/>
                      <a:gd name="connsiteX125" fmla="*/ 3778462 w 7191375"/>
                      <a:gd name="connsiteY125" fmla="*/ 182961 h 2705100"/>
                      <a:gd name="connsiteX126" fmla="*/ 3776557 w 7191375"/>
                      <a:gd name="connsiteY126" fmla="*/ 177246 h 2705100"/>
                      <a:gd name="connsiteX127" fmla="*/ 3741314 w 7191375"/>
                      <a:gd name="connsiteY127" fmla="*/ 162006 h 2705100"/>
                      <a:gd name="connsiteX128" fmla="*/ 3718454 w 7191375"/>
                      <a:gd name="connsiteY128" fmla="*/ 129621 h 2705100"/>
                      <a:gd name="connsiteX129" fmla="*/ 3598439 w 7191375"/>
                      <a:gd name="connsiteY129" fmla="*/ 105809 h 2705100"/>
                      <a:gd name="connsiteX130" fmla="*/ 3586057 w 7191375"/>
                      <a:gd name="connsiteY130" fmla="*/ 101046 h 2705100"/>
                      <a:gd name="connsiteX131" fmla="*/ 3552720 w 7191375"/>
                      <a:gd name="connsiteY131" fmla="*/ 98189 h 2705100"/>
                      <a:gd name="connsiteX132" fmla="*/ 3524145 w 7191375"/>
                      <a:gd name="connsiteY132" fmla="*/ 116286 h 2705100"/>
                      <a:gd name="connsiteX133" fmla="*/ 3468899 w 7191375"/>
                      <a:gd name="connsiteY133" fmla="*/ 122001 h 2705100"/>
                      <a:gd name="connsiteX134" fmla="*/ 3501285 w 7191375"/>
                      <a:gd name="connsiteY134" fmla="*/ 77234 h 2705100"/>
                      <a:gd name="connsiteX135" fmla="*/ 3428895 w 7191375"/>
                      <a:gd name="connsiteY135" fmla="*/ 71519 h 2705100"/>
                      <a:gd name="connsiteX136" fmla="*/ 3376507 w 7191375"/>
                      <a:gd name="connsiteY136" fmla="*/ 62946 h 2705100"/>
                      <a:gd name="connsiteX137" fmla="*/ 3389841 w 7191375"/>
                      <a:gd name="connsiteY137" fmla="*/ 57231 h 2705100"/>
                      <a:gd name="connsiteX138" fmla="*/ 3430799 w 7191375"/>
                      <a:gd name="connsiteY138" fmla="*/ 40086 h 2705100"/>
                      <a:gd name="connsiteX139" fmla="*/ 3435562 w 7191375"/>
                      <a:gd name="connsiteY139" fmla="*/ 21989 h 2705100"/>
                      <a:gd name="connsiteX140" fmla="*/ 3398414 w 7191375"/>
                      <a:gd name="connsiteY140" fmla="*/ 12464 h 2705100"/>
                      <a:gd name="connsiteX141" fmla="*/ 3351741 w 7191375"/>
                      <a:gd name="connsiteY141" fmla="*/ 81 h 2705100"/>
                      <a:gd name="connsiteX142" fmla="*/ 3293639 w 7191375"/>
                      <a:gd name="connsiteY142" fmla="*/ 13416 h 2705100"/>
                      <a:gd name="connsiteX143" fmla="*/ 3245062 w 7191375"/>
                      <a:gd name="connsiteY143" fmla="*/ 52469 h 2705100"/>
                      <a:gd name="connsiteX144" fmla="*/ 3231727 w 7191375"/>
                      <a:gd name="connsiteY144" fmla="*/ 61994 h 2705100"/>
                      <a:gd name="connsiteX145" fmla="*/ 3223154 w 7191375"/>
                      <a:gd name="connsiteY145" fmla="*/ 110571 h 2705100"/>
                      <a:gd name="connsiteX146" fmla="*/ 3223154 w 7191375"/>
                      <a:gd name="connsiteY146" fmla="*/ 114381 h 2705100"/>
                      <a:gd name="connsiteX147" fmla="*/ 3202199 w 7191375"/>
                      <a:gd name="connsiteY147" fmla="*/ 123906 h 2705100"/>
                      <a:gd name="connsiteX148" fmla="*/ 3186960 w 7191375"/>
                      <a:gd name="connsiteY148" fmla="*/ 125811 h 2705100"/>
                      <a:gd name="connsiteX149" fmla="*/ 3166957 w 7191375"/>
                      <a:gd name="connsiteY149" fmla="*/ 122001 h 2705100"/>
                      <a:gd name="connsiteX150" fmla="*/ 3130762 w 7191375"/>
                      <a:gd name="connsiteY150" fmla="*/ 133431 h 2705100"/>
                      <a:gd name="connsiteX151" fmla="*/ 3159337 w 7191375"/>
                      <a:gd name="connsiteY151" fmla="*/ 157244 h 2705100"/>
                      <a:gd name="connsiteX152" fmla="*/ 3125999 w 7191375"/>
                      <a:gd name="connsiteY152" fmla="*/ 150576 h 2705100"/>
                      <a:gd name="connsiteX153" fmla="*/ 3087899 w 7191375"/>
                      <a:gd name="connsiteY153" fmla="*/ 160101 h 2705100"/>
                      <a:gd name="connsiteX154" fmla="*/ 3059324 w 7191375"/>
                      <a:gd name="connsiteY154" fmla="*/ 166769 h 2705100"/>
                      <a:gd name="connsiteX155" fmla="*/ 3036464 w 7191375"/>
                      <a:gd name="connsiteY155" fmla="*/ 169626 h 2705100"/>
                      <a:gd name="connsiteX156" fmla="*/ 3008841 w 7191375"/>
                      <a:gd name="connsiteY156" fmla="*/ 178199 h 2705100"/>
                      <a:gd name="connsiteX157" fmla="*/ 2983124 w 7191375"/>
                      <a:gd name="connsiteY157" fmla="*/ 170579 h 2705100"/>
                      <a:gd name="connsiteX158" fmla="*/ 2945977 w 7191375"/>
                      <a:gd name="connsiteY158" fmla="*/ 187724 h 2705100"/>
                      <a:gd name="connsiteX159" fmla="*/ 2925974 w 7191375"/>
                      <a:gd name="connsiteY159" fmla="*/ 187724 h 2705100"/>
                      <a:gd name="connsiteX160" fmla="*/ 2926927 w 7191375"/>
                      <a:gd name="connsiteY160" fmla="*/ 188676 h 2705100"/>
                      <a:gd name="connsiteX161" fmla="*/ 2853585 w 7191375"/>
                      <a:gd name="connsiteY161" fmla="*/ 201059 h 2705100"/>
                      <a:gd name="connsiteX162" fmla="*/ 2837391 w 7191375"/>
                      <a:gd name="connsiteY162" fmla="*/ 207726 h 2705100"/>
                      <a:gd name="connsiteX163" fmla="*/ 2645939 w 7191375"/>
                      <a:gd name="connsiteY163" fmla="*/ 283926 h 2705100"/>
                      <a:gd name="connsiteX164" fmla="*/ 2644987 w 7191375"/>
                      <a:gd name="connsiteY164" fmla="*/ 283926 h 2705100"/>
                      <a:gd name="connsiteX165" fmla="*/ 2652607 w 7191375"/>
                      <a:gd name="connsiteY165" fmla="*/ 301071 h 2705100"/>
                      <a:gd name="connsiteX166" fmla="*/ 2614507 w 7191375"/>
                      <a:gd name="connsiteY166" fmla="*/ 299166 h 2705100"/>
                      <a:gd name="connsiteX167" fmla="*/ 2638320 w 7191375"/>
                      <a:gd name="connsiteY167" fmla="*/ 314406 h 2705100"/>
                      <a:gd name="connsiteX168" fmla="*/ 2658322 w 7191375"/>
                      <a:gd name="connsiteY168" fmla="*/ 330599 h 2705100"/>
                      <a:gd name="connsiteX169" fmla="*/ 2624985 w 7191375"/>
                      <a:gd name="connsiteY169" fmla="*/ 332504 h 2705100"/>
                      <a:gd name="connsiteX170" fmla="*/ 2642129 w 7191375"/>
                      <a:gd name="connsiteY170" fmla="*/ 344886 h 2705100"/>
                      <a:gd name="connsiteX171" fmla="*/ 2656416 w 7191375"/>
                      <a:gd name="connsiteY171" fmla="*/ 362031 h 2705100"/>
                      <a:gd name="connsiteX172" fmla="*/ 2658322 w 7191375"/>
                      <a:gd name="connsiteY172" fmla="*/ 363936 h 2705100"/>
                      <a:gd name="connsiteX173" fmla="*/ 2653560 w 7191375"/>
                      <a:gd name="connsiteY173" fmla="*/ 383939 h 2705100"/>
                      <a:gd name="connsiteX174" fmla="*/ 2641177 w 7191375"/>
                      <a:gd name="connsiteY174" fmla="*/ 387749 h 2705100"/>
                      <a:gd name="connsiteX175" fmla="*/ 2599266 w 7191375"/>
                      <a:gd name="connsiteY175" fmla="*/ 385844 h 2705100"/>
                      <a:gd name="connsiteX176" fmla="*/ 2578312 w 7191375"/>
                      <a:gd name="connsiteY176" fmla="*/ 393464 h 2705100"/>
                      <a:gd name="connsiteX177" fmla="*/ 2575454 w 7191375"/>
                      <a:gd name="connsiteY177" fmla="*/ 391559 h 2705100"/>
                      <a:gd name="connsiteX178" fmla="*/ 2555452 w 7191375"/>
                      <a:gd name="connsiteY178" fmla="*/ 396321 h 2705100"/>
                      <a:gd name="connsiteX179" fmla="*/ 2447820 w 7191375"/>
                      <a:gd name="connsiteY179" fmla="*/ 422039 h 2705100"/>
                      <a:gd name="connsiteX180" fmla="*/ 2398289 w 7191375"/>
                      <a:gd name="connsiteY180" fmla="*/ 407751 h 2705100"/>
                      <a:gd name="connsiteX181" fmla="*/ 2383049 w 7191375"/>
                      <a:gd name="connsiteY181" fmla="*/ 454424 h 2705100"/>
                      <a:gd name="connsiteX182" fmla="*/ 2384002 w 7191375"/>
                      <a:gd name="connsiteY182" fmla="*/ 488714 h 2705100"/>
                      <a:gd name="connsiteX183" fmla="*/ 2444010 w 7191375"/>
                      <a:gd name="connsiteY183" fmla="*/ 523004 h 2705100"/>
                      <a:gd name="connsiteX184" fmla="*/ 2469727 w 7191375"/>
                      <a:gd name="connsiteY184" fmla="*/ 569676 h 2705100"/>
                      <a:gd name="connsiteX185" fmla="*/ 2394479 w 7191375"/>
                      <a:gd name="connsiteY185" fmla="*/ 543959 h 2705100"/>
                      <a:gd name="connsiteX186" fmla="*/ 2293514 w 7191375"/>
                      <a:gd name="connsiteY186" fmla="*/ 515384 h 2705100"/>
                      <a:gd name="connsiteX187" fmla="*/ 2261129 w 7191375"/>
                      <a:gd name="connsiteY187" fmla="*/ 497286 h 2705100"/>
                      <a:gd name="connsiteX188" fmla="*/ 2232554 w 7191375"/>
                      <a:gd name="connsiteY188" fmla="*/ 521099 h 2705100"/>
                      <a:gd name="connsiteX189" fmla="*/ 2250652 w 7191375"/>
                      <a:gd name="connsiteY189" fmla="*/ 527766 h 2705100"/>
                      <a:gd name="connsiteX190" fmla="*/ 2274464 w 7191375"/>
                      <a:gd name="connsiteY190" fmla="*/ 543006 h 2705100"/>
                      <a:gd name="connsiteX191" fmla="*/ 2238270 w 7191375"/>
                      <a:gd name="connsiteY191" fmla="*/ 549674 h 2705100"/>
                      <a:gd name="connsiteX192" fmla="*/ 2190645 w 7191375"/>
                      <a:gd name="connsiteY192" fmla="*/ 560151 h 2705100"/>
                      <a:gd name="connsiteX193" fmla="*/ 2249699 w 7191375"/>
                      <a:gd name="connsiteY193" fmla="*/ 609681 h 2705100"/>
                      <a:gd name="connsiteX194" fmla="*/ 2289704 w 7191375"/>
                      <a:gd name="connsiteY194" fmla="*/ 633494 h 2705100"/>
                      <a:gd name="connsiteX195" fmla="*/ 2283037 w 7191375"/>
                      <a:gd name="connsiteY195" fmla="*/ 647781 h 2705100"/>
                      <a:gd name="connsiteX196" fmla="*/ 2231602 w 7191375"/>
                      <a:gd name="connsiteY196" fmla="*/ 619206 h 2705100"/>
                      <a:gd name="connsiteX197" fmla="*/ 2156354 w 7191375"/>
                      <a:gd name="connsiteY197" fmla="*/ 612539 h 2705100"/>
                      <a:gd name="connsiteX198" fmla="*/ 2153497 w 7191375"/>
                      <a:gd name="connsiteY198" fmla="*/ 581106 h 2705100"/>
                      <a:gd name="connsiteX199" fmla="*/ 2163974 w 7191375"/>
                      <a:gd name="connsiteY199" fmla="*/ 533481 h 2705100"/>
                      <a:gd name="connsiteX200" fmla="*/ 2144924 w 7191375"/>
                      <a:gd name="connsiteY200" fmla="*/ 474426 h 2705100"/>
                      <a:gd name="connsiteX201" fmla="*/ 2133495 w 7191375"/>
                      <a:gd name="connsiteY201" fmla="*/ 493476 h 2705100"/>
                      <a:gd name="connsiteX202" fmla="*/ 2122064 w 7191375"/>
                      <a:gd name="connsiteY202" fmla="*/ 543959 h 2705100"/>
                      <a:gd name="connsiteX203" fmla="*/ 2068724 w 7191375"/>
                      <a:gd name="connsiteY203" fmla="*/ 573486 h 2705100"/>
                      <a:gd name="connsiteX204" fmla="*/ 2050627 w 7191375"/>
                      <a:gd name="connsiteY204" fmla="*/ 603014 h 2705100"/>
                      <a:gd name="connsiteX205" fmla="*/ 2101110 w 7191375"/>
                      <a:gd name="connsiteY205" fmla="*/ 668736 h 2705100"/>
                      <a:gd name="connsiteX206" fmla="*/ 2075391 w 7191375"/>
                      <a:gd name="connsiteY206" fmla="*/ 748746 h 2705100"/>
                      <a:gd name="connsiteX207" fmla="*/ 2077297 w 7191375"/>
                      <a:gd name="connsiteY207" fmla="*/ 796371 h 2705100"/>
                      <a:gd name="connsiteX208" fmla="*/ 2111587 w 7191375"/>
                      <a:gd name="connsiteY208" fmla="*/ 803039 h 2705100"/>
                      <a:gd name="connsiteX209" fmla="*/ 2163022 w 7191375"/>
                      <a:gd name="connsiteY209" fmla="*/ 790656 h 2705100"/>
                      <a:gd name="connsiteX210" fmla="*/ 2247795 w 7191375"/>
                      <a:gd name="connsiteY210" fmla="*/ 822089 h 2705100"/>
                      <a:gd name="connsiteX211" fmla="*/ 2263987 w 7191375"/>
                      <a:gd name="connsiteY211" fmla="*/ 858284 h 2705100"/>
                      <a:gd name="connsiteX212" fmla="*/ 2243985 w 7191375"/>
                      <a:gd name="connsiteY212" fmla="*/ 893526 h 2705100"/>
                      <a:gd name="connsiteX213" fmla="*/ 2295420 w 7191375"/>
                      <a:gd name="connsiteY213" fmla="*/ 929721 h 2705100"/>
                      <a:gd name="connsiteX214" fmla="*/ 2245889 w 7191375"/>
                      <a:gd name="connsiteY214" fmla="*/ 925911 h 2705100"/>
                      <a:gd name="connsiteX215" fmla="*/ 2225887 w 7191375"/>
                      <a:gd name="connsiteY215" fmla="*/ 895431 h 2705100"/>
                      <a:gd name="connsiteX216" fmla="*/ 2237316 w 7191375"/>
                      <a:gd name="connsiteY216" fmla="*/ 861141 h 2705100"/>
                      <a:gd name="connsiteX217" fmla="*/ 2215410 w 7191375"/>
                      <a:gd name="connsiteY217" fmla="*/ 830661 h 2705100"/>
                      <a:gd name="connsiteX218" fmla="*/ 2186835 w 7191375"/>
                      <a:gd name="connsiteY218" fmla="*/ 810659 h 2705100"/>
                      <a:gd name="connsiteX219" fmla="*/ 2119207 w 7191375"/>
                      <a:gd name="connsiteY219" fmla="*/ 830661 h 2705100"/>
                      <a:gd name="connsiteX220" fmla="*/ 2128732 w 7191375"/>
                      <a:gd name="connsiteY220" fmla="*/ 897336 h 2705100"/>
                      <a:gd name="connsiteX221" fmla="*/ 2092537 w 7191375"/>
                      <a:gd name="connsiteY221" fmla="*/ 953534 h 2705100"/>
                      <a:gd name="connsiteX222" fmla="*/ 2059199 w 7191375"/>
                      <a:gd name="connsiteY222" fmla="*/ 984966 h 2705100"/>
                      <a:gd name="connsiteX223" fmla="*/ 2018241 w 7191375"/>
                      <a:gd name="connsiteY223" fmla="*/ 1023066 h 2705100"/>
                      <a:gd name="connsiteX224" fmla="*/ 1978237 w 7191375"/>
                      <a:gd name="connsiteY224" fmla="*/ 1023066 h 2705100"/>
                      <a:gd name="connsiteX225" fmla="*/ 1926802 w 7191375"/>
                      <a:gd name="connsiteY225" fmla="*/ 1026876 h 2705100"/>
                      <a:gd name="connsiteX226" fmla="*/ 1891559 w 7191375"/>
                      <a:gd name="connsiteY226" fmla="*/ 1014494 h 2705100"/>
                      <a:gd name="connsiteX227" fmla="*/ 1869652 w 7191375"/>
                      <a:gd name="connsiteY227" fmla="*/ 994491 h 2705100"/>
                      <a:gd name="connsiteX228" fmla="*/ 1893464 w 7191375"/>
                      <a:gd name="connsiteY228" fmla="*/ 1001159 h 2705100"/>
                      <a:gd name="connsiteX229" fmla="*/ 1919182 w 7191375"/>
                      <a:gd name="connsiteY229" fmla="*/ 998301 h 2705100"/>
                      <a:gd name="connsiteX230" fmla="*/ 1944899 w 7191375"/>
                      <a:gd name="connsiteY230" fmla="*/ 1009731 h 2705100"/>
                      <a:gd name="connsiteX231" fmla="*/ 1967759 w 7191375"/>
                      <a:gd name="connsiteY231" fmla="*/ 1000206 h 2705100"/>
                      <a:gd name="connsiteX232" fmla="*/ 1978237 w 7191375"/>
                      <a:gd name="connsiteY232" fmla="*/ 988776 h 2705100"/>
                      <a:gd name="connsiteX233" fmla="*/ 1998239 w 7191375"/>
                      <a:gd name="connsiteY233" fmla="*/ 971631 h 2705100"/>
                      <a:gd name="connsiteX234" fmla="*/ 2011574 w 7191375"/>
                      <a:gd name="connsiteY234" fmla="*/ 945914 h 2705100"/>
                      <a:gd name="connsiteX235" fmla="*/ 2023004 w 7191375"/>
                      <a:gd name="connsiteY235" fmla="*/ 930674 h 2705100"/>
                      <a:gd name="connsiteX236" fmla="*/ 2044912 w 7191375"/>
                      <a:gd name="connsiteY236" fmla="*/ 915434 h 2705100"/>
                      <a:gd name="connsiteX237" fmla="*/ 2052532 w 7191375"/>
                      <a:gd name="connsiteY237" fmla="*/ 892574 h 2705100"/>
                      <a:gd name="connsiteX238" fmla="*/ 2063962 w 7191375"/>
                      <a:gd name="connsiteY238" fmla="*/ 861141 h 2705100"/>
                      <a:gd name="connsiteX239" fmla="*/ 2064914 w 7191375"/>
                      <a:gd name="connsiteY239" fmla="*/ 843044 h 2705100"/>
                      <a:gd name="connsiteX240" fmla="*/ 2030624 w 7191375"/>
                      <a:gd name="connsiteY240" fmla="*/ 802086 h 2705100"/>
                      <a:gd name="connsiteX241" fmla="*/ 2029672 w 7191375"/>
                      <a:gd name="connsiteY241" fmla="*/ 753509 h 2705100"/>
                      <a:gd name="connsiteX242" fmla="*/ 2028720 w 7191375"/>
                      <a:gd name="connsiteY242" fmla="*/ 708741 h 2705100"/>
                      <a:gd name="connsiteX243" fmla="*/ 2040149 w 7191375"/>
                      <a:gd name="connsiteY243" fmla="*/ 658259 h 2705100"/>
                      <a:gd name="connsiteX244" fmla="*/ 2003954 w 7191375"/>
                      <a:gd name="connsiteY244" fmla="*/ 603966 h 2705100"/>
                      <a:gd name="connsiteX245" fmla="*/ 2018241 w 7191375"/>
                      <a:gd name="connsiteY245" fmla="*/ 567771 h 2705100"/>
                      <a:gd name="connsiteX246" fmla="*/ 2037291 w 7191375"/>
                      <a:gd name="connsiteY246" fmla="*/ 486809 h 2705100"/>
                      <a:gd name="connsiteX247" fmla="*/ 1982047 w 7191375"/>
                      <a:gd name="connsiteY247" fmla="*/ 466806 h 2705100"/>
                      <a:gd name="connsiteX248" fmla="*/ 1929659 w 7191375"/>
                      <a:gd name="connsiteY248" fmla="*/ 465854 h 2705100"/>
                      <a:gd name="connsiteX249" fmla="*/ 1922039 w 7191375"/>
                      <a:gd name="connsiteY249" fmla="*/ 466806 h 2705100"/>
                      <a:gd name="connsiteX250" fmla="*/ 1917277 w 7191375"/>
                      <a:gd name="connsiteY250" fmla="*/ 499191 h 2705100"/>
                      <a:gd name="connsiteX251" fmla="*/ 1821074 w 7191375"/>
                      <a:gd name="connsiteY251" fmla="*/ 613491 h 2705100"/>
                      <a:gd name="connsiteX252" fmla="*/ 1816312 w 7191375"/>
                      <a:gd name="connsiteY252" fmla="*/ 614444 h 2705100"/>
                      <a:gd name="connsiteX253" fmla="*/ 1791547 w 7191375"/>
                      <a:gd name="connsiteY253" fmla="*/ 653496 h 2705100"/>
                      <a:gd name="connsiteX254" fmla="*/ 1792499 w 7191375"/>
                      <a:gd name="connsiteY254" fmla="*/ 653496 h 2705100"/>
                      <a:gd name="connsiteX255" fmla="*/ 1787737 w 7191375"/>
                      <a:gd name="connsiteY255" fmla="*/ 691596 h 2705100"/>
                      <a:gd name="connsiteX256" fmla="*/ 1784879 w 7191375"/>
                      <a:gd name="connsiteY256" fmla="*/ 714456 h 2705100"/>
                      <a:gd name="connsiteX257" fmla="*/ 1769639 w 7191375"/>
                      <a:gd name="connsiteY257" fmla="*/ 746841 h 2705100"/>
                      <a:gd name="connsiteX258" fmla="*/ 1822027 w 7191375"/>
                      <a:gd name="connsiteY258" fmla="*/ 767796 h 2705100"/>
                      <a:gd name="connsiteX259" fmla="*/ 1841077 w 7191375"/>
                      <a:gd name="connsiteY259" fmla="*/ 806849 h 2705100"/>
                      <a:gd name="connsiteX260" fmla="*/ 1867747 w 7191375"/>
                      <a:gd name="connsiteY260" fmla="*/ 822089 h 2705100"/>
                      <a:gd name="connsiteX261" fmla="*/ 1840124 w 7191375"/>
                      <a:gd name="connsiteY261" fmla="*/ 869714 h 2705100"/>
                      <a:gd name="connsiteX262" fmla="*/ 1786784 w 7191375"/>
                      <a:gd name="connsiteY262" fmla="*/ 823994 h 2705100"/>
                      <a:gd name="connsiteX263" fmla="*/ 1715347 w 7191375"/>
                      <a:gd name="connsiteY263" fmla="*/ 790656 h 2705100"/>
                      <a:gd name="connsiteX264" fmla="*/ 1657245 w 7191375"/>
                      <a:gd name="connsiteY264" fmla="*/ 764939 h 2705100"/>
                      <a:gd name="connsiteX265" fmla="*/ 1632479 w 7191375"/>
                      <a:gd name="connsiteY265" fmla="*/ 768749 h 2705100"/>
                      <a:gd name="connsiteX266" fmla="*/ 1563899 w 7191375"/>
                      <a:gd name="connsiteY266" fmla="*/ 756366 h 2705100"/>
                      <a:gd name="connsiteX267" fmla="*/ 1536277 w 7191375"/>
                      <a:gd name="connsiteY267" fmla="*/ 738269 h 2705100"/>
                      <a:gd name="connsiteX268" fmla="*/ 1493414 w 7191375"/>
                      <a:gd name="connsiteY268" fmla="*/ 732554 h 2705100"/>
                      <a:gd name="connsiteX269" fmla="*/ 1461029 w 7191375"/>
                      <a:gd name="connsiteY269" fmla="*/ 706836 h 2705100"/>
                      <a:gd name="connsiteX270" fmla="*/ 1407689 w 7191375"/>
                      <a:gd name="connsiteY270" fmla="*/ 687786 h 2705100"/>
                      <a:gd name="connsiteX271" fmla="*/ 1420072 w 7191375"/>
                      <a:gd name="connsiteY271" fmla="*/ 726839 h 2705100"/>
                      <a:gd name="connsiteX272" fmla="*/ 1452457 w 7191375"/>
                      <a:gd name="connsiteY272" fmla="*/ 741126 h 2705100"/>
                      <a:gd name="connsiteX273" fmla="*/ 1481032 w 7191375"/>
                      <a:gd name="connsiteY273" fmla="*/ 763034 h 2705100"/>
                      <a:gd name="connsiteX274" fmla="*/ 1501034 w 7191375"/>
                      <a:gd name="connsiteY274" fmla="*/ 802086 h 2705100"/>
                      <a:gd name="connsiteX275" fmla="*/ 1487699 w 7191375"/>
                      <a:gd name="connsiteY275" fmla="*/ 827804 h 2705100"/>
                      <a:gd name="connsiteX276" fmla="*/ 1457220 w 7191375"/>
                      <a:gd name="connsiteY276" fmla="*/ 843996 h 2705100"/>
                      <a:gd name="connsiteX277" fmla="*/ 1434359 w 7191375"/>
                      <a:gd name="connsiteY277" fmla="*/ 853521 h 2705100"/>
                      <a:gd name="connsiteX278" fmla="*/ 1434359 w 7191375"/>
                      <a:gd name="connsiteY278" fmla="*/ 824946 h 2705100"/>
                      <a:gd name="connsiteX279" fmla="*/ 1407689 w 7191375"/>
                      <a:gd name="connsiteY279" fmla="*/ 803039 h 2705100"/>
                      <a:gd name="connsiteX280" fmla="*/ 1340062 w 7191375"/>
                      <a:gd name="connsiteY280" fmla="*/ 839234 h 2705100"/>
                      <a:gd name="connsiteX281" fmla="*/ 1265766 w 7191375"/>
                      <a:gd name="connsiteY281" fmla="*/ 839234 h 2705100"/>
                      <a:gd name="connsiteX282" fmla="*/ 1224809 w 7191375"/>
                      <a:gd name="connsiteY282" fmla="*/ 871619 h 2705100"/>
                      <a:gd name="connsiteX283" fmla="*/ 1165754 w 7191375"/>
                      <a:gd name="connsiteY283" fmla="*/ 866856 h 2705100"/>
                      <a:gd name="connsiteX284" fmla="*/ 1177184 w 7191375"/>
                      <a:gd name="connsiteY284" fmla="*/ 854474 h 2705100"/>
                      <a:gd name="connsiteX285" fmla="*/ 1187662 w 7191375"/>
                      <a:gd name="connsiteY285" fmla="*/ 840186 h 2705100"/>
                      <a:gd name="connsiteX286" fmla="*/ 1197187 w 7191375"/>
                      <a:gd name="connsiteY286" fmla="*/ 807801 h 2705100"/>
                      <a:gd name="connsiteX287" fmla="*/ 1137179 w 7191375"/>
                      <a:gd name="connsiteY287" fmla="*/ 826851 h 2705100"/>
                      <a:gd name="connsiteX288" fmla="*/ 1128607 w 7191375"/>
                      <a:gd name="connsiteY288" fmla="*/ 853521 h 2705100"/>
                      <a:gd name="connsiteX289" fmla="*/ 1108604 w 7191375"/>
                      <a:gd name="connsiteY289" fmla="*/ 841139 h 2705100"/>
                      <a:gd name="connsiteX290" fmla="*/ 1007639 w 7191375"/>
                      <a:gd name="connsiteY290" fmla="*/ 873524 h 2705100"/>
                      <a:gd name="connsiteX291" fmla="*/ 964776 w 7191375"/>
                      <a:gd name="connsiteY291" fmla="*/ 902099 h 2705100"/>
                      <a:gd name="connsiteX292" fmla="*/ 916199 w 7191375"/>
                      <a:gd name="connsiteY292" fmla="*/ 918291 h 2705100"/>
                      <a:gd name="connsiteX293" fmla="*/ 906674 w 7191375"/>
                      <a:gd name="connsiteY293" fmla="*/ 968774 h 2705100"/>
                      <a:gd name="connsiteX294" fmla="*/ 831426 w 7191375"/>
                      <a:gd name="connsiteY294" fmla="*/ 979251 h 2705100"/>
                      <a:gd name="connsiteX295" fmla="*/ 796184 w 7191375"/>
                      <a:gd name="connsiteY295" fmla="*/ 943056 h 2705100"/>
                      <a:gd name="connsiteX296" fmla="*/ 795232 w 7191375"/>
                      <a:gd name="connsiteY296" fmla="*/ 912576 h 2705100"/>
                      <a:gd name="connsiteX297" fmla="*/ 825712 w 7191375"/>
                      <a:gd name="connsiteY297" fmla="*/ 900194 h 2705100"/>
                      <a:gd name="connsiteX298" fmla="*/ 864764 w 7191375"/>
                      <a:gd name="connsiteY298" fmla="*/ 898289 h 2705100"/>
                      <a:gd name="connsiteX299" fmla="*/ 838094 w 7191375"/>
                      <a:gd name="connsiteY299" fmla="*/ 852569 h 2705100"/>
                      <a:gd name="connsiteX300" fmla="*/ 781897 w 7191375"/>
                      <a:gd name="connsiteY300" fmla="*/ 835424 h 2705100"/>
                      <a:gd name="connsiteX301" fmla="*/ 755226 w 7191375"/>
                      <a:gd name="connsiteY301" fmla="*/ 837329 h 2705100"/>
                      <a:gd name="connsiteX302" fmla="*/ 746654 w 7191375"/>
                      <a:gd name="connsiteY302" fmla="*/ 856379 h 2705100"/>
                      <a:gd name="connsiteX303" fmla="*/ 748559 w 7191375"/>
                      <a:gd name="connsiteY303" fmla="*/ 881144 h 2705100"/>
                      <a:gd name="connsiteX304" fmla="*/ 731414 w 7191375"/>
                      <a:gd name="connsiteY304" fmla="*/ 934484 h 2705100"/>
                      <a:gd name="connsiteX305" fmla="*/ 745701 w 7191375"/>
                      <a:gd name="connsiteY305" fmla="*/ 951629 h 2705100"/>
                      <a:gd name="connsiteX306" fmla="*/ 761894 w 7191375"/>
                      <a:gd name="connsiteY306" fmla="*/ 993539 h 2705100"/>
                      <a:gd name="connsiteX307" fmla="*/ 748559 w 7191375"/>
                      <a:gd name="connsiteY307" fmla="*/ 1030686 h 2705100"/>
                      <a:gd name="connsiteX308" fmla="*/ 729509 w 7191375"/>
                      <a:gd name="connsiteY308" fmla="*/ 1029734 h 2705100"/>
                      <a:gd name="connsiteX309" fmla="*/ 716174 w 7191375"/>
                      <a:gd name="connsiteY309" fmla="*/ 1015446 h 2705100"/>
                      <a:gd name="connsiteX310" fmla="*/ 671407 w 7191375"/>
                      <a:gd name="connsiteY310" fmla="*/ 1005921 h 2705100"/>
                      <a:gd name="connsiteX311" fmla="*/ 643784 w 7191375"/>
                      <a:gd name="connsiteY311" fmla="*/ 1021161 h 2705100"/>
                      <a:gd name="connsiteX312" fmla="*/ 604732 w 7191375"/>
                      <a:gd name="connsiteY312" fmla="*/ 1039259 h 2705100"/>
                      <a:gd name="connsiteX313" fmla="*/ 561869 w 7191375"/>
                      <a:gd name="connsiteY313" fmla="*/ 1072596 h 2705100"/>
                      <a:gd name="connsiteX314" fmla="*/ 564726 w 7191375"/>
                      <a:gd name="connsiteY314" fmla="*/ 1114506 h 2705100"/>
                      <a:gd name="connsiteX315" fmla="*/ 582824 w 7191375"/>
                      <a:gd name="connsiteY315" fmla="*/ 1151654 h 2705100"/>
                      <a:gd name="connsiteX316" fmla="*/ 529484 w 7191375"/>
                      <a:gd name="connsiteY316" fmla="*/ 1147844 h 2705100"/>
                      <a:gd name="connsiteX317" fmla="*/ 483764 w 7191375"/>
                      <a:gd name="connsiteY317" fmla="*/ 1136414 h 2705100"/>
                      <a:gd name="connsiteX318" fmla="*/ 433282 w 7191375"/>
                      <a:gd name="connsiteY318" fmla="*/ 1104029 h 2705100"/>
                      <a:gd name="connsiteX319" fmla="*/ 406612 w 7191375"/>
                      <a:gd name="connsiteY319" fmla="*/ 1130699 h 2705100"/>
                      <a:gd name="connsiteX320" fmla="*/ 419947 w 7191375"/>
                      <a:gd name="connsiteY320" fmla="*/ 1158321 h 2705100"/>
                      <a:gd name="connsiteX321" fmla="*/ 462809 w 7191375"/>
                      <a:gd name="connsiteY321" fmla="*/ 1174514 h 2705100"/>
                      <a:gd name="connsiteX322" fmla="*/ 466619 w 7191375"/>
                      <a:gd name="connsiteY322" fmla="*/ 1203089 h 2705100"/>
                      <a:gd name="connsiteX323" fmla="*/ 433282 w 7191375"/>
                      <a:gd name="connsiteY323" fmla="*/ 1208804 h 2705100"/>
                      <a:gd name="connsiteX324" fmla="*/ 398992 w 7191375"/>
                      <a:gd name="connsiteY324" fmla="*/ 1197374 h 2705100"/>
                      <a:gd name="connsiteX325" fmla="*/ 358034 w 7191375"/>
                      <a:gd name="connsiteY325" fmla="*/ 1172609 h 2705100"/>
                      <a:gd name="connsiteX326" fmla="*/ 335174 w 7191375"/>
                      <a:gd name="connsiteY326" fmla="*/ 1144986 h 2705100"/>
                      <a:gd name="connsiteX327" fmla="*/ 324697 w 7191375"/>
                      <a:gd name="connsiteY327" fmla="*/ 1110696 h 2705100"/>
                      <a:gd name="connsiteX328" fmla="*/ 325649 w 7191375"/>
                      <a:gd name="connsiteY328" fmla="*/ 1079264 h 2705100"/>
                      <a:gd name="connsiteX329" fmla="*/ 328507 w 7191375"/>
                      <a:gd name="connsiteY329" fmla="*/ 1048784 h 2705100"/>
                      <a:gd name="connsiteX330" fmla="*/ 294217 w 7191375"/>
                      <a:gd name="connsiteY330" fmla="*/ 1022114 h 2705100"/>
                      <a:gd name="connsiteX331" fmla="*/ 267547 w 7191375"/>
                      <a:gd name="connsiteY331" fmla="*/ 1001159 h 2705100"/>
                      <a:gd name="connsiteX332" fmla="*/ 224684 w 7191375"/>
                      <a:gd name="connsiteY332" fmla="*/ 962106 h 2705100"/>
                      <a:gd name="connsiteX333" fmla="*/ 209444 w 7191375"/>
                      <a:gd name="connsiteY333" fmla="*/ 946866 h 2705100"/>
                      <a:gd name="connsiteX334" fmla="*/ 244687 w 7191375"/>
                      <a:gd name="connsiteY334" fmla="*/ 961154 h 2705100"/>
                      <a:gd name="connsiteX335" fmla="*/ 305647 w 7191375"/>
                      <a:gd name="connsiteY335" fmla="*/ 989729 h 2705100"/>
                      <a:gd name="connsiteX336" fmla="*/ 382799 w 7191375"/>
                      <a:gd name="connsiteY336" fmla="*/ 1015446 h 2705100"/>
                      <a:gd name="connsiteX337" fmla="*/ 485669 w 7191375"/>
                      <a:gd name="connsiteY337" fmla="*/ 1033544 h 2705100"/>
                      <a:gd name="connsiteX338" fmla="*/ 613304 w 7191375"/>
                      <a:gd name="connsiteY338" fmla="*/ 972584 h 2705100"/>
                      <a:gd name="connsiteX339" fmla="*/ 610447 w 7191375"/>
                      <a:gd name="connsiteY339" fmla="*/ 922101 h 2705100"/>
                      <a:gd name="connsiteX340" fmla="*/ 555201 w 7191375"/>
                      <a:gd name="connsiteY340" fmla="*/ 889716 h 2705100"/>
                      <a:gd name="connsiteX341" fmla="*/ 551392 w 7191375"/>
                      <a:gd name="connsiteY341" fmla="*/ 885906 h 2705100"/>
                      <a:gd name="connsiteX342" fmla="*/ 542819 w 7191375"/>
                      <a:gd name="connsiteY342" fmla="*/ 884954 h 2705100"/>
                      <a:gd name="connsiteX343" fmla="*/ 487574 w 7191375"/>
                      <a:gd name="connsiteY343" fmla="*/ 859236 h 2705100"/>
                      <a:gd name="connsiteX344" fmla="*/ 475192 w 7191375"/>
                      <a:gd name="connsiteY344" fmla="*/ 834471 h 2705100"/>
                      <a:gd name="connsiteX345" fmla="*/ 448522 w 7191375"/>
                      <a:gd name="connsiteY345" fmla="*/ 815421 h 2705100"/>
                      <a:gd name="connsiteX346" fmla="*/ 422804 w 7191375"/>
                      <a:gd name="connsiteY346" fmla="*/ 803991 h 2705100"/>
                      <a:gd name="connsiteX347" fmla="*/ 398039 w 7191375"/>
                      <a:gd name="connsiteY347" fmla="*/ 803991 h 2705100"/>
                      <a:gd name="connsiteX348" fmla="*/ 368512 w 7191375"/>
                      <a:gd name="connsiteY348" fmla="*/ 793514 h 2705100"/>
                      <a:gd name="connsiteX349" fmla="*/ 329459 w 7191375"/>
                      <a:gd name="connsiteY349" fmla="*/ 774464 h 2705100"/>
                      <a:gd name="connsiteX350" fmla="*/ 323744 w 7191375"/>
                      <a:gd name="connsiteY350" fmla="*/ 771606 h 2705100"/>
                      <a:gd name="connsiteX351" fmla="*/ 315172 w 7191375"/>
                      <a:gd name="connsiteY351" fmla="*/ 766844 h 2705100"/>
                      <a:gd name="connsiteX352" fmla="*/ 302789 w 7191375"/>
                      <a:gd name="connsiteY352" fmla="*/ 760176 h 2705100"/>
                      <a:gd name="connsiteX353" fmla="*/ 289454 w 7191375"/>
                      <a:gd name="connsiteY353" fmla="*/ 766844 h 2705100"/>
                      <a:gd name="connsiteX354" fmla="*/ 248497 w 7191375"/>
                      <a:gd name="connsiteY354" fmla="*/ 763986 h 2705100"/>
                      <a:gd name="connsiteX355" fmla="*/ 223732 w 7191375"/>
                      <a:gd name="connsiteY355" fmla="*/ 748746 h 2705100"/>
                      <a:gd name="connsiteX356" fmla="*/ 256117 w 7191375"/>
                      <a:gd name="connsiteY356" fmla="*/ 737316 h 2705100"/>
                      <a:gd name="connsiteX357" fmla="*/ 226589 w 7191375"/>
                      <a:gd name="connsiteY357" fmla="*/ 724934 h 2705100"/>
                      <a:gd name="connsiteX358" fmla="*/ 195157 w 7191375"/>
                      <a:gd name="connsiteY358" fmla="*/ 731601 h 2705100"/>
                      <a:gd name="connsiteX359" fmla="*/ 168487 w 7191375"/>
                      <a:gd name="connsiteY359" fmla="*/ 730649 h 2705100"/>
                      <a:gd name="connsiteX360" fmla="*/ 165629 w 7191375"/>
                      <a:gd name="connsiteY360" fmla="*/ 728744 h 2705100"/>
                      <a:gd name="connsiteX361" fmla="*/ 142769 w 7191375"/>
                      <a:gd name="connsiteY361" fmla="*/ 745889 h 2705100"/>
                      <a:gd name="connsiteX362" fmla="*/ 106574 w 7191375"/>
                      <a:gd name="connsiteY362" fmla="*/ 763986 h 2705100"/>
                      <a:gd name="connsiteX363" fmla="*/ 76094 w 7191375"/>
                      <a:gd name="connsiteY363" fmla="*/ 792561 h 2705100"/>
                      <a:gd name="connsiteX364" fmla="*/ 58949 w 7191375"/>
                      <a:gd name="connsiteY364" fmla="*/ 806849 h 2705100"/>
                      <a:gd name="connsiteX365" fmla="*/ 52282 w 7191375"/>
                      <a:gd name="connsiteY365" fmla="*/ 832566 h 2705100"/>
                      <a:gd name="connsiteX366" fmla="*/ 58949 w 7191375"/>
                      <a:gd name="connsiteY366" fmla="*/ 859236 h 2705100"/>
                      <a:gd name="connsiteX367" fmla="*/ 86572 w 7191375"/>
                      <a:gd name="connsiteY367" fmla="*/ 876381 h 2705100"/>
                      <a:gd name="connsiteX368" fmla="*/ 118004 w 7191375"/>
                      <a:gd name="connsiteY368" fmla="*/ 911624 h 2705100"/>
                      <a:gd name="connsiteX369" fmla="*/ 90382 w 7191375"/>
                      <a:gd name="connsiteY369" fmla="*/ 946866 h 2705100"/>
                      <a:gd name="connsiteX370" fmla="*/ 77047 w 7191375"/>
                      <a:gd name="connsiteY370" fmla="*/ 975441 h 2705100"/>
                      <a:gd name="connsiteX371" fmla="*/ 118957 w 7191375"/>
                      <a:gd name="connsiteY371" fmla="*/ 1047831 h 2705100"/>
                      <a:gd name="connsiteX372" fmla="*/ 104669 w 7191375"/>
                      <a:gd name="connsiteY372" fmla="*/ 1076406 h 2705100"/>
                      <a:gd name="connsiteX373" fmla="*/ 111337 w 7191375"/>
                      <a:gd name="connsiteY373" fmla="*/ 1113554 h 2705100"/>
                      <a:gd name="connsiteX374" fmla="*/ 100859 w 7191375"/>
                      <a:gd name="connsiteY374" fmla="*/ 1127841 h 2705100"/>
                      <a:gd name="connsiteX375" fmla="*/ 122767 w 7191375"/>
                      <a:gd name="connsiteY375" fmla="*/ 1143081 h 2705100"/>
                      <a:gd name="connsiteX376" fmla="*/ 116099 w 7191375"/>
                      <a:gd name="connsiteY376" fmla="*/ 1166894 h 2705100"/>
                      <a:gd name="connsiteX377" fmla="*/ 139912 w 7191375"/>
                      <a:gd name="connsiteY377" fmla="*/ 1192611 h 2705100"/>
                      <a:gd name="connsiteX378" fmla="*/ 112289 w 7191375"/>
                      <a:gd name="connsiteY378" fmla="*/ 1219281 h 2705100"/>
                      <a:gd name="connsiteX379" fmla="*/ 168487 w 7191375"/>
                      <a:gd name="connsiteY379" fmla="*/ 1265954 h 2705100"/>
                      <a:gd name="connsiteX380" fmla="*/ 179917 w 7191375"/>
                      <a:gd name="connsiteY380" fmla="*/ 1304054 h 2705100"/>
                      <a:gd name="connsiteX381" fmla="*/ 114194 w 7191375"/>
                      <a:gd name="connsiteY381" fmla="*/ 1371681 h 2705100"/>
                      <a:gd name="connsiteX382" fmla="*/ 46567 w 7191375"/>
                      <a:gd name="connsiteY382" fmla="*/ 1430736 h 2705100"/>
                      <a:gd name="connsiteX383" fmla="*/ 25612 w 7191375"/>
                      <a:gd name="connsiteY383" fmla="*/ 1459311 h 2705100"/>
                      <a:gd name="connsiteX384" fmla="*/ 43709 w 7191375"/>
                      <a:gd name="connsiteY384" fmla="*/ 1452644 h 2705100"/>
                      <a:gd name="connsiteX385" fmla="*/ 72284 w 7191375"/>
                      <a:gd name="connsiteY385" fmla="*/ 1484076 h 2705100"/>
                      <a:gd name="connsiteX386" fmla="*/ 110384 w 7191375"/>
                      <a:gd name="connsiteY386" fmla="*/ 1493601 h 2705100"/>
                      <a:gd name="connsiteX387" fmla="*/ 89429 w 7191375"/>
                      <a:gd name="connsiteY387" fmla="*/ 1500269 h 2705100"/>
                      <a:gd name="connsiteX388" fmla="*/ 46567 w 7191375"/>
                      <a:gd name="connsiteY388" fmla="*/ 1515509 h 2705100"/>
                      <a:gd name="connsiteX389" fmla="*/ 24659 w 7191375"/>
                      <a:gd name="connsiteY389" fmla="*/ 1533606 h 2705100"/>
                      <a:gd name="connsiteX390" fmla="*/ 16087 w 7191375"/>
                      <a:gd name="connsiteY390" fmla="*/ 1565039 h 2705100"/>
                      <a:gd name="connsiteX391" fmla="*/ 1799 w 7191375"/>
                      <a:gd name="connsiteY391" fmla="*/ 1589804 h 2705100"/>
                      <a:gd name="connsiteX392" fmla="*/ 4657 w 7191375"/>
                      <a:gd name="connsiteY392" fmla="*/ 1617426 h 2705100"/>
                      <a:gd name="connsiteX393" fmla="*/ 14182 w 7191375"/>
                      <a:gd name="connsiteY393" fmla="*/ 1643144 h 2705100"/>
                      <a:gd name="connsiteX394" fmla="*/ 2751 w 7191375"/>
                      <a:gd name="connsiteY394" fmla="*/ 1659336 h 2705100"/>
                      <a:gd name="connsiteX395" fmla="*/ 8467 w 7191375"/>
                      <a:gd name="connsiteY395" fmla="*/ 1685054 h 2705100"/>
                      <a:gd name="connsiteX396" fmla="*/ 13229 w 7191375"/>
                      <a:gd name="connsiteY396" fmla="*/ 1711724 h 2705100"/>
                      <a:gd name="connsiteX397" fmla="*/ 26564 w 7191375"/>
                      <a:gd name="connsiteY397" fmla="*/ 1739346 h 2705100"/>
                      <a:gd name="connsiteX398" fmla="*/ 37994 w 7191375"/>
                      <a:gd name="connsiteY398" fmla="*/ 1771731 h 2705100"/>
                      <a:gd name="connsiteX399" fmla="*/ 61807 w 7191375"/>
                      <a:gd name="connsiteY399" fmla="*/ 1779351 h 2705100"/>
                      <a:gd name="connsiteX400" fmla="*/ 84667 w 7191375"/>
                      <a:gd name="connsiteY400" fmla="*/ 1790781 h 2705100"/>
                      <a:gd name="connsiteX401" fmla="*/ 108479 w 7191375"/>
                      <a:gd name="connsiteY401" fmla="*/ 1790781 h 2705100"/>
                      <a:gd name="connsiteX402" fmla="*/ 149437 w 7191375"/>
                      <a:gd name="connsiteY402" fmla="*/ 1803164 h 2705100"/>
                      <a:gd name="connsiteX403" fmla="*/ 153247 w 7191375"/>
                      <a:gd name="connsiteY403" fmla="*/ 1835549 h 2705100"/>
                      <a:gd name="connsiteX404" fmla="*/ 158009 w 7191375"/>
                      <a:gd name="connsiteY404" fmla="*/ 1869839 h 2705100"/>
                      <a:gd name="connsiteX405" fmla="*/ 178964 w 7191375"/>
                      <a:gd name="connsiteY405" fmla="*/ 1899366 h 2705100"/>
                      <a:gd name="connsiteX406" fmla="*/ 204682 w 7191375"/>
                      <a:gd name="connsiteY406" fmla="*/ 1926036 h 2705100"/>
                      <a:gd name="connsiteX407" fmla="*/ 229447 w 7191375"/>
                      <a:gd name="connsiteY407" fmla="*/ 1950801 h 2705100"/>
                      <a:gd name="connsiteX408" fmla="*/ 206587 w 7191375"/>
                      <a:gd name="connsiteY408" fmla="*/ 1972709 h 2705100"/>
                      <a:gd name="connsiteX409" fmla="*/ 175154 w 7191375"/>
                      <a:gd name="connsiteY409" fmla="*/ 1966994 h 2705100"/>
                      <a:gd name="connsiteX410" fmla="*/ 181822 w 7191375"/>
                      <a:gd name="connsiteY410" fmla="*/ 2011761 h 2705100"/>
                      <a:gd name="connsiteX411" fmla="*/ 200872 w 7191375"/>
                      <a:gd name="connsiteY411" fmla="*/ 2037479 h 2705100"/>
                      <a:gd name="connsiteX412" fmla="*/ 221826 w 7191375"/>
                      <a:gd name="connsiteY412" fmla="*/ 2026049 h 2705100"/>
                      <a:gd name="connsiteX413" fmla="*/ 251354 w 7191375"/>
                      <a:gd name="connsiteY413" fmla="*/ 2025096 h 2705100"/>
                      <a:gd name="connsiteX414" fmla="*/ 287549 w 7191375"/>
                      <a:gd name="connsiteY414" fmla="*/ 2028906 h 2705100"/>
                      <a:gd name="connsiteX415" fmla="*/ 293264 w 7191375"/>
                      <a:gd name="connsiteY415" fmla="*/ 2065101 h 2705100"/>
                      <a:gd name="connsiteX416" fmla="*/ 302789 w 7191375"/>
                      <a:gd name="connsiteY416" fmla="*/ 2091771 h 2705100"/>
                      <a:gd name="connsiteX417" fmla="*/ 335174 w 7191375"/>
                      <a:gd name="connsiteY417" fmla="*/ 2100344 h 2705100"/>
                      <a:gd name="connsiteX418" fmla="*/ 355176 w 7191375"/>
                      <a:gd name="connsiteY418" fmla="*/ 2137491 h 2705100"/>
                      <a:gd name="connsiteX419" fmla="*/ 372322 w 7191375"/>
                      <a:gd name="connsiteY419" fmla="*/ 2147016 h 2705100"/>
                      <a:gd name="connsiteX420" fmla="*/ 394229 w 7191375"/>
                      <a:gd name="connsiteY420" fmla="*/ 2157494 h 2705100"/>
                      <a:gd name="connsiteX421" fmla="*/ 417089 w 7191375"/>
                      <a:gd name="connsiteY421" fmla="*/ 2155589 h 2705100"/>
                      <a:gd name="connsiteX422" fmla="*/ 441854 w 7191375"/>
                      <a:gd name="connsiteY422" fmla="*/ 2153684 h 2705100"/>
                      <a:gd name="connsiteX423" fmla="*/ 461857 w 7191375"/>
                      <a:gd name="connsiteY423" fmla="*/ 2179401 h 2705100"/>
                      <a:gd name="connsiteX424" fmla="*/ 498051 w 7191375"/>
                      <a:gd name="connsiteY424" fmla="*/ 2186069 h 2705100"/>
                      <a:gd name="connsiteX425" fmla="*/ 535199 w 7191375"/>
                      <a:gd name="connsiteY425" fmla="*/ 2196546 h 2705100"/>
                      <a:gd name="connsiteX426" fmla="*/ 560917 w 7191375"/>
                      <a:gd name="connsiteY426" fmla="*/ 2213691 h 2705100"/>
                      <a:gd name="connsiteX427" fmla="*/ 548534 w 7191375"/>
                      <a:gd name="connsiteY427" fmla="*/ 2233694 h 2705100"/>
                      <a:gd name="connsiteX428" fmla="*/ 559012 w 7191375"/>
                      <a:gd name="connsiteY428" fmla="*/ 2247029 h 2705100"/>
                      <a:gd name="connsiteX429" fmla="*/ 543772 w 7191375"/>
                      <a:gd name="connsiteY429" fmla="*/ 2258459 h 2705100"/>
                      <a:gd name="connsiteX430" fmla="*/ 553297 w 7191375"/>
                      <a:gd name="connsiteY430" fmla="*/ 2276556 h 2705100"/>
                      <a:gd name="connsiteX431" fmla="*/ 545676 w 7191375"/>
                      <a:gd name="connsiteY431" fmla="*/ 2305131 h 2705100"/>
                      <a:gd name="connsiteX432" fmla="*/ 509482 w 7191375"/>
                      <a:gd name="connsiteY432" fmla="*/ 2304179 h 2705100"/>
                      <a:gd name="connsiteX433" fmla="*/ 475192 w 7191375"/>
                      <a:gd name="connsiteY433" fmla="*/ 2329896 h 2705100"/>
                      <a:gd name="connsiteX434" fmla="*/ 474239 w 7191375"/>
                      <a:gd name="connsiteY434" fmla="*/ 2352756 h 2705100"/>
                      <a:gd name="connsiteX435" fmla="*/ 519007 w 7191375"/>
                      <a:gd name="connsiteY435" fmla="*/ 2351804 h 2705100"/>
                      <a:gd name="connsiteX436" fmla="*/ 463762 w 7191375"/>
                      <a:gd name="connsiteY436" fmla="*/ 2386094 h 2705100"/>
                      <a:gd name="connsiteX437" fmla="*/ 480907 w 7191375"/>
                      <a:gd name="connsiteY437" fmla="*/ 2412764 h 2705100"/>
                      <a:gd name="connsiteX438" fmla="*/ 455189 w 7191375"/>
                      <a:gd name="connsiteY438" fmla="*/ 2440386 h 2705100"/>
                      <a:gd name="connsiteX439" fmla="*/ 431376 w 7191375"/>
                      <a:gd name="connsiteY439" fmla="*/ 2461341 h 2705100"/>
                      <a:gd name="connsiteX440" fmla="*/ 419947 w 7191375"/>
                      <a:gd name="connsiteY440" fmla="*/ 2472771 h 2705100"/>
                      <a:gd name="connsiteX441" fmla="*/ 454237 w 7191375"/>
                      <a:gd name="connsiteY441" fmla="*/ 2503251 h 2705100"/>
                      <a:gd name="connsiteX442" fmla="*/ 536151 w 7191375"/>
                      <a:gd name="connsiteY442" fmla="*/ 2567069 h 2705100"/>
                      <a:gd name="connsiteX443" fmla="*/ 547582 w 7191375"/>
                      <a:gd name="connsiteY443" fmla="*/ 2576594 h 2705100"/>
                      <a:gd name="connsiteX444" fmla="*/ 563774 w 7191375"/>
                      <a:gd name="connsiteY444" fmla="*/ 2568021 h 2705100"/>
                      <a:gd name="connsiteX445" fmla="*/ 617114 w 7191375"/>
                      <a:gd name="connsiteY445" fmla="*/ 2585166 h 2705100"/>
                      <a:gd name="connsiteX446" fmla="*/ 685694 w 7191375"/>
                      <a:gd name="connsiteY446" fmla="*/ 2591834 h 2705100"/>
                      <a:gd name="connsiteX447" fmla="*/ 713317 w 7191375"/>
                      <a:gd name="connsiteY447" fmla="*/ 2610884 h 2705100"/>
                      <a:gd name="connsiteX448" fmla="*/ 740939 w 7191375"/>
                      <a:gd name="connsiteY448" fmla="*/ 2626124 h 2705100"/>
                      <a:gd name="connsiteX449" fmla="*/ 785707 w 7191375"/>
                      <a:gd name="connsiteY449" fmla="*/ 2619456 h 2705100"/>
                      <a:gd name="connsiteX450" fmla="*/ 800947 w 7191375"/>
                      <a:gd name="connsiteY450" fmla="*/ 2626124 h 2705100"/>
                      <a:gd name="connsiteX451" fmla="*/ 814282 w 7191375"/>
                      <a:gd name="connsiteY451" fmla="*/ 2655651 h 2705100"/>
                      <a:gd name="connsiteX452" fmla="*/ 855239 w 7191375"/>
                      <a:gd name="connsiteY452" fmla="*/ 2676606 h 2705100"/>
                      <a:gd name="connsiteX453" fmla="*/ 888576 w 7191375"/>
                      <a:gd name="connsiteY453" fmla="*/ 2702324 h 2705100"/>
                      <a:gd name="connsiteX454" fmla="*/ 908579 w 7191375"/>
                      <a:gd name="connsiteY454" fmla="*/ 2702324 h 2705100"/>
                      <a:gd name="connsiteX455" fmla="*/ 937154 w 7191375"/>
                      <a:gd name="connsiteY455" fmla="*/ 2679464 h 2705100"/>
                      <a:gd name="connsiteX456" fmla="*/ 886672 w 7191375"/>
                      <a:gd name="connsiteY456" fmla="*/ 2596596 h 2705100"/>
                      <a:gd name="connsiteX457" fmla="*/ 869526 w 7191375"/>
                      <a:gd name="connsiteY457" fmla="*/ 2531826 h 2705100"/>
                      <a:gd name="connsiteX458" fmla="*/ 891434 w 7191375"/>
                      <a:gd name="connsiteY458" fmla="*/ 2462294 h 2705100"/>
                      <a:gd name="connsiteX459" fmla="*/ 969539 w 7191375"/>
                      <a:gd name="connsiteY459" fmla="*/ 2410859 h 2705100"/>
                      <a:gd name="connsiteX460" fmla="*/ 955251 w 7191375"/>
                      <a:gd name="connsiteY460" fmla="*/ 2401334 h 2705100"/>
                      <a:gd name="connsiteX461" fmla="*/ 945726 w 7191375"/>
                      <a:gd name="connsiteY461" fmla="*/ 2380379 h 2705100"/>
                      <a:gd name="connsiteX462" fmla="*/ 940012 w 7191375"/>
                      <a:gd name="connsiteY462" fmla="*/ 2350851 h 2705100"/>
                      <a:gd name="connsiteX463" fmla="*/ 912389 w 7191375"/>
                      <a:gd name="connsiteY463" fmla="*/ 2316561 h 2705100"/>
                      <a:gd name="connsiteX464" fmla="*/ 880957 w 7191375"/>
                      <a:gd name="connsiteY464" fmla="*/ 2318466 h 2705100"/>
                      <a:gd name="connsiteX465" fmla="*/ 873337 w 7191375"/>
                      <a:gd name="connsiteY465" fmla="*/ 2292749 h 2705100"/>
                      <a:gd name="connsiteX466" fmla="*/ 847619 w 7191375"/>
                      <a:gd name="connsiteY466" fmla="*/ 2273699 h 2705100"/>
                      <a:gd name="connsiteX467" fmla="*/ 857144 w 7191375"/>
                      <a:gd name="connsiteY467" fmla="*/ 2244171 h 2705100"/>
                      <a:gd name="connsiteX468" fmla="*/ 872384 w 7191375"/>
                      <a:gd name="connsiteY468" fmla="*/ 2228931 h 2705100"/>
                      <a:gd name="connsiteX469" fmla="*/ 859049 w 7191375"/>
                      <a:gd name="connsiteY469" fmla="*/ 2206071 h 2705100"/>
                      <a:gd name="connsiteX470" fmla="*/ 882862 w 7191375"/>
                      <a:gd name="connsiteY470" fmla="*/ 2176544 h 2705100"/>
                      <a:gd name="connsiteX471" fmla="*/ 908579 w 7191375"/>
                      <a:gd name="connsiteY471" fmla="*/ 2159399 h 2705100"/>
                      <a:gd name="connsiteX472" fmla="*/ 943822 w 7191375"/>
                      <a:gd name="connsiteY472" fmla="*/ 2190831 h 2705100"/>
                      <a:gd name="connsiteX473" fmla="*/ 947632 w 7191375"/>
                      <a:gd name="connsiteY473" fmla="*/ 2161304 h 2705100"/>
                      <a:gd name="connsiteX474" fmla="*/ 959062 w 7191375"/>
                      <a:gd name="connsiteY474" fmla="*/ 2135586 h 2705100"/>
                      <a:gd name="connsiteX475" fmla="*/ 982874 w 7191375"/>
                      <a:gd name="connsiteY475" fmla="*/ 2112726 h 2705100"/>
                      <a:gd name="connsiteX476" fmla="*/ 1029547 w 7191375"/>
                      <a:gd name="connsiteY476" fmla="*/ 2089866 h 2705100"/>
                      <a:gd name="connsiteX477" fmla="*/ 1062884 w 7191375"/>
                      <a:gd name="connsiteY477" fmla="*/ 2079389 h 2705100"/>
                      <a:gd name="connsiteX478" fmla="*/ 1086697 w 7191375"/>
                      <a:gd name="connsiteY478" fmla="*/ 2079389 h 2705100"/>
                      <a:gd name="connsiteX479" fmla="*/ 1118129 w 7191375"/>
                      <a:gd name="connsiteY479" fmla="*/ 2079389 h 2705100"/>
                      <a:gd name="connsiteX480" fmla="*/ 1169564 w 7191375"/>
                      <a:gd name="connsiteY480" fmla="*/ 2096534 h 2705100"/>
                      <a:gd name="connsiteX481" fmla="*/ 1206712 w 7191375"/>
                      <a:gd name="connsiteY481" fmla="*/ 2130824 h 2705100"/>
                      <a:gd name="connsiteX482" fmla="*/ 1218141 w 7191375"/>
                      <a:gd name="connsiteY482" fmla="*/ 2137491 h 2705100"/>
                      <a:gd name="connsiteX483" fmla="*/ 1243859 w 7191375"/>
                      <a:gd name="connsiteY483" fmla="*/ 2137491 h 2705100"/>
                      <a:gd name="connsiteX484" fmla="*/ 1284816 w 7191375"/>
                      <a:gd name="connsiteY484" fmla="*/ 2133681 h 2705100"/>
                      <a:gd name="connsiteX485" fmla="*/ 1327679 w 7191375"/>
                      <a:gd name="connsiteY485" fmla="*/ 2118441 h 2705100"/>
                      <a:gd name="connsiteX486" fmla="*/ 1353397 w 7191375"/>
                      <a:gd name="connsiteY486" fmla="*/ 2120346 h 2705100"/>
                      <a:gd name="connsiteX487" fmla="*/ 1396259 w 7191375"/>
                      <a:gd name="connsiteY487" fmla="*/ 2122251 h 2705100"/>
                      <a:gd name="connsiteX488" fmla="*/ 1425787 w 7191375"/>
                      <a:gd name="connsiteY488" fmla="*/ 2137491 h 2705100"/>
                      <a:gd name="connsiteX489" fmla="*/ 1447695 w 7191375"/>
                      <a:gd name="connsiteY489" fmla="*/ 2152731 h 2705100"/>
                      <a:gd name="connsiteX490" fmla="*/ 1462934 w 7191375"/>
                      <a:gd name="connsiteY490" fmla="*/ 2129871 h 2705100"/>
                      <a:gd name="connsiteX491" fmla="*/ 1496272 w 7191375"/>
                      <a:gd name="connsiteY491" fmla="*/ 2145111 h 2705100"/>
                      <a:gd name="connsiteX492" fmla="*/ 1523895 w 7191375"/>
                      <a:gd name="connsiteY492" fmla="*/ 2127966 h 2705100"/>
                      <a:gd name="connsiteX493" fmla="*/ 1512464 w 7191375"/>
                      <a:gd name="connsiteY493" fmla="*/ 2093676 h 2705100"/>
                      <a:gd name="connsiteX494" fmla="*/ 1481032 w 7191375"/>
                      <a:gd name="connsiteY494" fmla="*/ 2083199 h 2705100"/>
                      <a:gd name="connsiteX495" fmla="*/ 1469602 w 7191375"/>
                      <a:gd name="connsiteY495" fmla="*/ 2057481 h 2705100"/>
                      <a:gd name="connsiteX496" fmla="*/ 1497224 w 7191375"/>
                      <a:gd name="connsiteY496" fmla="*/ 2031764 h 2705100"/>
                      <a:gd name="connsiteX497" fmla="*/ 1504845 w 7191375"/>
                      <a:gd name="connsiteY497" fmla="*/ 1997474 h 2705100"/>
                      <a:gd name="connsiteX498" fmla="*/ 1551516 w 7191375"/>
                      <a:gd name="connsiteY498" fmla="*/ 1988901 h 2705100"/>
                      <a:gd name="connsiteX499" fmla="*/ 1512464 w 7191375"/>
                      <a:gd name="connsiteY499" fmla="*/ 1967946 h 2705100"/>
                      <a:gd name="connsiteX500" fmla="*/ 1510559 w 7191375"/>
                      <a:gd name="connsiteY500" fmla="*/ 1927941 h 2705100"/>
                      <a:gd name="connsiteX501" fmla="*/ 1547707 w 7191375"/>
                      <a:gd name="connsiteY501" fmla="*/ 1926036 h 2705100"/>
                      <a:gd name="connsiteX502" fmla="*/ 1601047 w 7191375"/>
                      <a:gd name="connsiteY502" fmla="*/ 1919369 h 2705100"/>
                      <a:gd name="connsiteX503" fmla="*/ 1667722 w 7191375"/>
                      <a:gd name="connsiteY503" fmla="*/ 1904129 h 2705100"/>
                      <a:gd name="connsiteX504" fmla="*/ 1712489 w 7191375"/>
                      <a:gd name="connsiteY504" fmla="*/ 1888889 h 2705100"/>
                      <a:gd name="connsiteX505" fmla="*/ 1775354 w 7191375"/>
                      <a:gd name="connsiteY505" fmla="*/ 1876506 h 2705100"/>
                      <a:gd name="connsiteX506" fmla="*/ 1840124 w 7191375"/>
                      <a:gd name="connsiteY506" fmla="*/ 1853646 h 2705100"/>
                      <a:gd name="connsiteX507" fmla="*/ 1895370 w 7191375"/>
                      <a:gd name="connsiteY507" fmla="*/ 1840311 h 2705100"/>
                      <a:gd name="connsiteX508" fmla="*/ 1929659 w 7191375"/>
                      <a:gd name="connsiteY508" fmla="*/ 1846026 h 2705100"/>
                      <a:gd name="connsiteX509" fmla="*/ 1958234 w 7191375"/>
                      <a:gd name="connsiteY509" fmla="*/ 1865076 h 2705100"/>
                      <a:gd name="connsiteX510" fmla="*/ 1965854 w 7191375"/>
                      <a:gd name="connsiteY510" fmla="*/ 1899366 h 2705100"/>
                      <a:gd name="connsiteX511" fmla="*/ 1961091 w 7191375"/>
                      <a:gd name="connsiteY511" fmla="*/ 1919369 h 2705100"/>
                      <a:gd name="connsiteX512" fmla="*/ 2001097 w 7191375"/>
                      <a:gd name="connsiteY512" fmla="*/ 1911749 h 2705100"/>
                      <a:gd name="connsiteX513" fmla="*/ 2017289 w 7191375"/>
                      <a:gd name="connsiteY513" fmla="*/ 1923179 h 2705100"/>
                      <a:gd name="connsiteX514" fmla="*/ 2029672 w 7191375"/>
                      <a:gd name="connsiteY514" fmla="*/ 1926036 h 2705100"/>
                      <a:gd name="connsiteX515" fmla="*/ 2050627 w 7191375"/>
                      <a:gd name="connsiteY515" fmla="*/ 1928894 h 2705100"/>
                      <a:gd name="connsiteX516" fmla="*/ 2074439 w 7191375"/>
                      <a:gd name="connsiteY516" fmla="*/ 1931751 h 2705100"/>
                      <a:gd name="connsiteX517" fmla="*/ 2059199 w 7191375"/>
                      <a:gd name="connsiteY517" fmla="*/ 1962231 h 2705100"/>
                      <a:gd name="connsiteX518" fmla="*/ 2092537 w 7191375"/>
                      <a:gd name="connsiteY518" fmla="*/ 1953659 h 2705100"/>
                      <a:gd name="connsiteX519" fmla="*/ 2140162 w 7191375"/>
                      <a:gd name="connsiteY519" fmla="*/ 1932704 h 2705100"/>
                      <a:gd name="connsiteX520" fmla="*/ 2180166 w 7191375"/>
                      <a:gd name="connsiteY520" fmla="*/ 1907939 h 2705100"/>
                      <a:gd name="connsiteX521" fmla="*/ 2209695 w 7191375"/>
                      <a:gd name="connsiteY521" fmla="*/ 1910796 h 2705100"/>
                      <a:gd name="connsiteX522" fmla="*/ 2222077 w 7191375"/>
                      <a:gd name="connsiteY522" fmla="*/ 1946991 h 2705100"/>
                      <a:gd name="connsiteX523" fmla="*/ 2303039 w 7191375"/>
                      <a:gd name="connsiteY523" fmla="*/ 2050814 h 2705100"/>
                      <a:gd name="connsiteX524" fmla="*/ 2348760 w 7191375"/>
                      <a:gd name="connsiteY524" fmla="*/ 2136539 h 2705100"/>
                      <a:gd name="connsiteX525" fmla="*/ 2374477 w 7191375"/>
                      <a:gd name="connsiteY525" fmla="*/ 2106059 h 2705100"/>
                      <a:gd name="connsiteX526" fmla="*/ 2408766 w 7191375"/>
                      <a:gd name="connsiteY526" fmla="*/ 2132729 h 2705100"/>
                      <a:gd name="connsiteX527" fmla="*/ 2451629 w 7191375"/>
                      <a:gd name="connsiteY527" fmla="*/ 2140349 h 2705100"/>
                      <a:gd name="connsiteX528" fmla="*/ 2495445 w 7191375"/>
                      <a:gd name="connsiteY528" fmla="*/ 2127014 h 2705100"/>
                      <a:gd name="connsiteX529" fmla="*/ 2524020 w 7191375"/>
                      <a:gd name="connsiteY529" fmla="*/ 2152731 h 2705100"/>
                      <a:gd name="connsiteX530" fmla="*/ 2551641 w 7191375"/>
                      <a:gd name="connsiteY530" fmla="*/ 2177496 h 2705100"/>
                      <a:gd name="connsiteX531" fmla="*/ 2561166 w 7191375"/>
                      <a:gd name="connsiteY531" fmla="*/ 2195594 h 2705100"/>
                      <a:gd name="connsiteX532" fmla="*/ 2583074 w 7191375"/>
                      <a:gd name="connsiteY532" fmla="*/ 2215596 h 2705100"/>
                      <a:gd name="connsiteX533" fmla="*/ 2618316 w 7191375"/>
                      <a:gd name="connsiteY533" fmla="*/ 2208929 h 2705100"/>
                      <a:gd name="connsiteX534" fmla="*/ 2633557 w 7191375"/>
                      <a:gd name="connsiteY534" fmla="*/ 2210834 h 2705100"/>
                      <a:gd name="connsiteX535" fmla="*/ 2654512 w 7191375"/>
                      <a:gd name="connsiteY535" fmla="*/ 2236551 h 2705100"/>
                      <a:gd name="connsiteX536" fmla="*/ 2679277 w 7191375"/>
                      <a:gd name="connsiteY536" fmla="*/ 2236551 h 2705100"/>
                      <a:gd name="connsiteX537" fmla="*/ 2709757 w 7191375"/>
                      <a:gd name="connsiteY537" fmla="*/ 2224169 h 2705100"/>
                      <a:gd name="connsiteX538" fmla="*/ 2750714 w 7191375"/>
                      <a:gd name="connsiteY538" fmla="*/ 2204166 h 2705100"/>
                      <a:gd name="connsiteX539" fmla="*/ 2785004 w 7191375"/>
                      <a:gd name="connsiteY539" fmla="*/ 2183211 h 2705100"/>
                      <a:gd name="connsiteX540" fmla="*/ 2813579 w 7191375"/>
                      <a:gd name="connsiteY540" fmla="*/ 2162256 h 2705100"/>
                      <a:gd name="connsiteX541" fmla="*/ 2844060 w 7191375"/>
                      <a:gd name="connsiteY541" fmla="*/ 2147969 h 2705100"/>
                      <a:gd name="connsiteX542" fmla="*/ 2875491 w 7191375"/>
                      <a:gd name="connsiteY542" fmla="*/ 2142254 h 2705100"/>
                      <a:gd name="connsiteX543" fmla="*/ 2936452 w 7191375"/>
                      <a:gd name="connsiteY543" fmla="*/ 2153684 h 2705100"/>
                      <a:gd name="connsiteX544" fmla="*/ 2950739 w 7191375"/>
                      <a:gd name="connsiteY544" fmla="*/ 2180354 h 2705100"/>
                      <a:gd name="connsiteX545" fmla="*/ 2986935 w 7191375"/>
                      <a:gd name="connsiteY545" fmla="*/ 2195594 h 2705100"/>
                      <a:gd name="connsiteX546" fmla="*/ 3022177 w 7191375"/>
                      <a:gd name="connsiteY546" fmla="*/ 2192736 h 2705100"/>
                      <a:gd name="connsiteX547" fmla="*/ 3053610 w 7191375"/>
                      <a:gd name="connsiteY547" fmla="*/ 2202261 h 2705100"/>
                      <a:gd name="connsiteX548" fmla="*/ 3089804 w 7191375"/>
                      <a:gd name="connsiteY548" fmla="*/ 2182259 h 2705100"/>
                      <a:gd name="connsiteX549" fmla="*/ 3090757 w 7191375"/>
                      <a:gd name="connsiteY549" fmla="*/ 2153684 h 2705100"/>
                      <a:gd name="connsiteX550" fmla="*/ 3075516 w 7191375"/>
                      <a:gd name="connsiteY550" fmla="*/ 2114631 h 2705100"/>
                      <a:gd name="connsiteX551" fmla="*/ 3093614 w 7191375"/>
                      <a:gd name="connsiteY551" fmla="*/ 2090819 h 2705100"/>
                      <a:gd name="connsiteX552" fmla="*/ 3117427 w 7191375"/>
                      <a:gd name="connsiteY552" fmla="*/ 2073674 h 2705100"/>
                      <a:gd name="connsiteX553" fmla="*/ 3132666 w 7191375"/>
                      <a:gd name="connsiteY553" fmla="*/ 2058434 h 2705100"/>
                      <a:gd name="connsiteX554" fmla="*/ 3165052 w 7191375"/>
                      <a:gd name="connsiteY554" fmla="*/ 2072721 h 2705100"/>
                      <a:gd name="connsiteX555" fmla="*/ 3192674 w 7191375"/>
                      <a:gd name="connsiteY555" fmla="*/ 2079389 h 2705100"/>
                      <a:gd name="connsiteX556" fmla="*/ 3225060 w 7191375"/>
                      <a:gd name="connsiteY556" fmla="*/ 2093676 h 2705100"/>
                      <a:gd name="connsiteX557" fmla="*/ 3267922 w 7191375"/>
                      <a:gd name="connsiteY557" fmla="*/ 2107964 h 2705100"/>
                      <a:gd name="connsiteX558" fmla="*/ 3272685 w 7191375"/>
                      <a:gd name="connsiteY558" fmla="*/ 2148921 h 2705100"/>
                      <a:gd name="connsiteX559" fmla="*/ 3300307 w 7191375"/>
                      <a:gd name="connsiteY559" fmla="*/ 2171781 h 2705100"/>
                      <a:gd name="connsiteX560" fmla="*/ 3339360 w 7191375"/>
                      <a:gd name="connsiteY560" fmla="*/ 2184164 h 2705100"/>
                      <a:gd name="connsiteX561" fmla="*/ 3370791 w 7191375"/>
                      <a:gd name="connsiteY561" fmla="*/ 2167019 h 2705100"/>
                      <a:gd name="connsiteX562" fmla="*/ 3411749 w 7191375"/>
                      <a:gd name="connsiteY562" fmla="*/ 2161304 h 2705100"/>
                      <a:gd name="connsiteX563" fmla="*/ 3452707 w 7191375"/>
                      <a:gd name="connsiteY563" fmla="*/ 2170829 h 2705100"/>
                      <a:gd name="connsiteX564" fmla="*/ 3486997 w 7191375"/>
                      <a:gd name="connsiteY564" fmla="*/ 2180354 h 2705100"/>
                      <a:gd name="connsiteX565" fmla="*/ 3523191 w 7191375"/>
                      <a:gd name="connsiteY565" fmla="*/ 2198451 h 2705100"/>
                      <a:gd name="connsiteX566" fmla="*/ 3547004 w 7191375"/>
                      <a:gd name="connsiteY566" fmla="*/ 2225121 h 2705100"/>
                      <a:gd name="connsiteX567" fmla="*/ 3603202 w 7191375"/>
                      <a:gd name="connsiteY567" fmla="*/ 2236551 h 2705100"/>
                      <a:gd name="connsiteX568" fmla="*/ 3662257 w 7191375"/>
                      <a:gd name="connsiteY568" fmla="*/ 2236551 h 2705100"/>
                      <a:gd name="connsiteX569" fmla="*/ 3719407 w 7191375"/>
                      <a:gd name="connsiteY569" fmla="*/ 2221311 h 2705100"/>
                      <a:gd name="connsiteX570" fmla="*/ 3754649 w 7191375"/>
                      <a:gd name="connsiteY570" fmla="*/ 2207024 h 2705100"/>
                      <a:gd name="connsiteX571" fmla="*/ 3789891 w 7191375"/>
                      <a:gd name="connsiteY571" fmla="*/ 2181306 h 2705100"/>
                      <a:gd name="connsiteX572" fmla="*/ 3845137 w 7191375"/>
                      <a:gd name="connsiteY572" fmla="*/ 2184164 h 2705100"/>
                      <a:gd name="connsiteX573" fmla="*/ 3883237 w 7191375"/>
                      <a:gd name="connsiteY573" fmla="*/ 2192736 h 2705100"/>
                      <a:gd name="connsiteX574" fmla="*/ 3925147 w 7191375"/>
                      <a:gd name="connsiteY574" fmla="*/ 2204166 h 2705100"/>
                      <a:gd name="connsiteX575" fmla="*/ 3968010 w 7191375"/>
                      <a:gd name="connsiteY575" fmla="*/ 2216549 h 2705100"/>
                      <a:gd name="connsiteX576" fmla="*/ 4009920 w 7191375"/>
                      <a:gd name="connsiteY576" fmla="*/ 2192736 h 2705100"/>
                      <a:gd name="connsiteX577" fmla="*/ 4029922 w 7191375"/>
                      <a:gd name="connsiteY577" fmla="*/ 2171781 h 2705100"/>
                      <a:gd name="connsiteX578" fmla="*/ 4050877 w 7191375"/>
                      <a:gd name="connsiteY578" fmla="*/ 2122251 h 2705100"/>
                      <a:gd name="connsiteX579" fmla="*/ 4078499 w 7191375"/>
                      <a:gd name="connsiteY579" fmla="*/ 2077484 h 2705100"/>
                      <a:gd name="connsiteX580" fmla="*/ 4098502 w 7191375"/>
                      <a:gd name="connsiteY580" fmla="*/ 2053671 h 2705100"/>
                      <a:gd name="connsiteX581" fmla="*/ 4085166 w 7191375"/>
                      <a:gd name="connsiteY581" fmla="*/ 2019381 h 2705100"/>
                      <a:gd name="connsiteX582" fmla="*/ 4081357 w 7191375"/>
                      <a:gd name="connsiteY582" fmla="*/ 1993664 h 2705100"/>
                      <a:gd name="connsiteX583" fmla="*/ 4137554 w 7191375"/>
                      <a:gd name="connsiteY583" fmla="*/ 1973661 h 2705100"/>
                      <a:gd name="connsiteX584" fmla="*/ 4203277 w 7191375"/>
                      <a:gd name="connsiteY584" fmla="*/ 1967946 h 2705100"/>
                      <a:gd name="connsiteX585" fmla="*/ 4252807 w 7191375"/>
                      <a:gd name="connsiteY585" fmla="*/ 1976519 h 2705100"/>
                      <a:gd name="connsiteX586" fmla="*/ 4306147 w 7191375"/>
                      <a:gd name="connsiteY586" fmla="*/ 1993664 h 2705100"/>
                      <a:gd name="connsiteX587" fmla="*/ 4334722 w 7191375"/>
                      <a:gd name="connsiteY587" fmla="*/ 2028906 h 2705100"/>
                      <a:gd name="connsiteX588" fmla="*/ 4355677 w 7191375"/>
                      <a:gd name="connsiteY588" fmla="*/ 2072721 h 2705100"/>
                      <a:gd name="connsiteX589" fmla="*/ 4381395 w 7191375"/>
                      <a:gd name="connsiteY589" fmla="*/ 2128919 h 2705100"/>
                      <a:gd name="connsiteX590" fmla="*/ 4403302 w 7191375"/>
                      <a:gd name="connsiteY590" fmla="*/ 2187021 h 2705100"/>
                      <a:gd name="connsiteX591" fmla="*/ 4420447 w 7191375"/>
                      <a:gd name="connsiteY591" fmla="*/ 2213691 h 2705100"/>
                      <a:gd name="connsiteX592" fmla="*/ 4463310 w 7191375"/>
                      <a:gd name="connsiteY592" fmla="*/ 2230836 h 2705100"/>
                      <a:gd name="connsiteX593" fmla="*/ 4508077 w 7191375"/>
                      <a:gd name="connsiteY593" fmla="*/ 2251791 h 2705100"/>
                      <a:gd name="connsiteX594" fmla="*/ 4539510 w 7191375"/>
                      <a:gd name="connsiteY594" fmla="*/ 2274651 h 2705100"/>
                      <a:gd name="connsiteX595" fmla="*/ 4549035 w 7191375"/>
                      <a:gd name="connsiteY595" fmla="*/ 2315609 h 2705100"/>
                      <a:gd name="connsiteX596" fmla="*/ 4591897 w 7191375"/>
                      <a:gd name="connsiteY596" fmla="*/ 2333706 h 2705100"/>
                      <a:gd name="connsiteX597" fmla="*/ 4630949 w 7191375"/>
                      <a:gd name="connsiteY597" fmla="*/ 2324181 h 2705100"/>
                      <a:gd name="connsiteX598" fmla="*/ 4673812 w 7191375"/>
                      <a:gd name="connsiteY598" fmla="*/ 2307036 h 2705100"/>
                      <a:gd name="connsiteX599" fmla="*/ 4709054 w 7191375"/>
                      <a:gd name="connsiteY599" fmla="*/ 2316561 h 2705100"/>
                      <a:gd name="connsiteX600" fmla="*/ 4710007 w 7191375"/>
                      <a:gd name="connsiteY600" fmla="*/ 2355614 h 2705100"/>
                      <a:gd name="connsiteX601" fmla="*/ 4686195 w 7191375"/>
                      <a:gd name="connsiteY601" fmla="*/ 2416574 h 2705100"/>
                      <a:gd name="connsiteX602" fmla="*/ 4660477 w 7191375"/>
                      <a:gd name="connsiteY602" fmla="*/ 2452769 h 2705100"/>
                      <a:gd name="connsiteX603" fmla="*/ 4639522 w 7191375"/>
                      <a:gd name="connsiteY603" fmla="*/ 2484201 h 2705100"/>
                      <a:gd name="connsiteX604" fmla="*/ 4600470 w 7191375"/>
                      <a:gd name="connsiteY604" fmla="*/ 2484201 h 2705100"/>
                      <a:gd name="connsiteX605" fmla="*/ 4564274 w 7191375"/>
                      <a:gd name="connsiteY605" fmla="*/ 2502299 h 2705100"/>
                      <a:gd name="connsiteX606" fmla="*/ 4557607 w 7191375"/>
                      <a:gd name="connsiteY606" fmla="*/ 2536589 h 2705100"/>
                      <a:gd name="connsiteX607" fmla="*/ 4560464 w 7191375"/>
                      <a:gd name="connsiteY607" fmla="*/ 2575641 h 2705100"/>
                      <a:gd name="connsiteX608" fmla="*/ 4563322 w 7191375"/>
                      <a:gd name="connsiteY608" fmla="*/ 2621361 h 2705100"/>
                      <a:gd name="connsiteX609" fmla="*/ 4600470 w 7191375"/>
                      <a:gd name="connsiteY609" fmla="*/ 2599454 h 2705100"/>
                      <a:gd name="connsiteX610" fmla="*/ 4651904 w 7191375"/>
                      <a:gd name="connsiteY610" fmla="*/ 2630886 h 2705100"/>
                      <a:gd name="connsiteX611" fmla="*/ 4753822 w 7191375"/>
                      <a:gd name="connsiteY611" fmla="*/ 2561354 h 2705100"/>
                      <a:gd name="connsiteX612" fmla="*/ 4825260 w 7191375"/>
                      <a:gd name="connsiteY612" fmla="*/ 2475629 h 2705100"/>
                      <a:gd name="connsiteX613" fmla="*/ 4890029 w 7191375"/>
                      <a:gd name="connsiteY613" fmla="*/ 2382284 h 2705100"/>
                      <a:gd name="connsiteX614" fmla="*/ 4936702 w 7191375"/>
                      <a:gd name="connsiteY614" fmla="*/ 2314656 h 2705100"/>
                      <a:gd name="connsiteX615" fmla="*/ 4964324 w 7191375"/>
                      <a:gd name="connsiteY615" fmla="*/ 2266079 h 2705100"/>
                      <a:gd name="connsiteX616" fmla="*/ 4983374 w 7191375"/>
                      <a:gd name="connsiteY616" fmla="*/ 2140349 h 2705100"/>
                      <a:gd name="connsiteX617" fmla="*/ 4991947 w 7191375"/>
                      <a:gd name="connsiteY617" fmla="*/ 2110821 h 2705100"/>
                      <a:gd name="connsiteX618" fmla="*/ 5008139 w 7191375"/>
                      <a:gd name="connsiteY618" fmla="*/ 2076531 h 2705100"/>
                      <a:gd name="connsiteX619" fmla="*/ 5015760 w 7191375"/>
                      <a:gd name="connsiteY619" fmla="*/ 2045099 h 2705100"/>
                      <a:gd name="connsiteX620" fmla="*/ 5012902 w 7191375"/>
                      <a:gd name="connsiteY620" fmla="*/ 2008904 h 2705100"/>
                      <a:gd name="connsiteX621" fmla="*/ 5017664 w 7191375"/>
                      <a:gd name="connsiteY621" fmla="*/ 1994616 h 2705100"/>
                      <a:gd name="connsiteX622" fmla="*/ 5001472 w 7191375"/>
                      <a:gd name="connsiteY622" fmla="*/ 1971756 h 2705100"/>
                      <a:gd name="connsiteX623" fmla="*/ 4974802 w 7191375"/>
                      <a:gd name="connsiteY623" fmla="*/ 1947944 h 2705100"/>
                      <a:gd name="connsiteX624" fmla="*/ 4940512 w 7191375"/>
                      <a:gd name="connsiteY624" fmla="*/ 1919369 h 2705100"/>
                      <a:gd name="connsiteX625" fmla="*/ 4923366 w 7191375"/>
                      <a:gd name="connsiteY625" fmla="*/ 1918416 h 2705100"/>
                      <a:gd name="connsiteX626" fmla="*/ 4903364 w 7191375"/>
                      <a:gd name="connsiteY626" fmla="*/ 1927941 h 2705100"/>
                      <a:gd name="connsiteX627" fmla="*/ 4893839 w 7191375"/>
                      <a:gd name="connsiteY627" fmla="*/ 1937466 h 2705100"/>
                      <a:gd name="connsiteX628" fmla="*/ 4874789 w 7191375"/>
                      <a:gd name="connsiteY628" fmla="*/ 1955564 h 2705100"/>
                      <a:gd name="connsiteX629" fmla="*/ 4850024 w 7191375"/>
                      <a:gd name="connsiteY629" fmla="*/ 1957469 h 2705100"/>
                      <a:gd name="connsiteX630" fmla="*/ 4848120 w 7191375"/>
                      <a:gd name="connsiteY630" fmla="*/ 1928894 h 2705100"/>
                      <a:gd name="connsiteX631" fmla="*/ 4851929 w 7191375"/>
                      <a:gd name="connsiteY631" fmla="*/ 1916511 h 2705100"/>
                      <a:gd name="connsiteX632" fmla="*/ 4843357 w 7191375"/>
                      <a:gd name="connsiteY632" fmla="*/ 1912701 h 2705100"/>
                      <a:gd name="connsiteX633" fmla="*/ 4819545 w 7191375"/>
                      <a:gd name="connsiteY633" fmla="*/ 1944134 h 2705100"/>
                      <a:gd name="connsiteX634" fmla="*/ 4813829 w 7191375"/>
                      <a:gd name="connsiteY634" fmla="*/ 1895556 h 2705100"/>
                      <a:gd name="connsiteX635" fmla="*/ 4813829 w 7191375"/>
                      <a:gd name="connsiteY635" fmla="*/ 1894604 h 2705100"/>
                      <a:gd name="connsiteX636" fmla="*/ 4810020 w 7191375"/>
                      <a:gd name="connsiteY636" fmla="*/ 1891746 h 2705100"/>
                      <a:gd name="connsiteX637" fmla="*/ 4763347 w 7191375"/>
                      <a:gd name="connsiteY637" fmla="*/ 1894604 h 2705100"/>
                      <a:gd name="connsiteX638" fmla="*/ 4765252 w 7191375"/>
                      <a:gd name="connsiteY638" fmla="*/ 1859361 h 2705100"/>
                      <a:gd name="connsiteX639" fmla="*/ 4785254 w 7191375"/>
                      <a:gd name="connsiteY639" fmla="*/ 1840311 h 2705100"/>
                      <a:gd name="connsiteX640" fmla="*/ 4831927 w 7191375"/>
                      <a:gd name="connsiteY640" fmla="*/ 1799354 h 2705100"/>
                      <a:gd name="connsiteX641" fmla="*/ 4843357 w 7191375"/>
                      <a:gd name="connsiteY641" fmla="*/ 1797449 h 2705100"/>
                      <a:gd name="connsiteX642" fmla="*/ 4850024 w 7191375"/>
                      <a:gd name="connsiteY642" fmla="*/ 1749824 h 2705100"/>
                      <a:gd name="connsiteX643" fmla="*/ 4927177 w 7191375"/>
                      <a:gd name="connsiteY643" fmla="*/ 1673624 h 2705100"/>
                      <a:gd name="connsiteX644" fmla="*/ 5009091 w 7191375"/>
                      <a:gd name="connsiteY644" fmla="*/ 1591709 h 2705100"/>
                      <a:gd name="connsiteX645" fmla="*/ 5137679 w 7191375"/>
                      <a:gd name="connsiteY645" fmla="*/ 1561229 h 2705100"/>
                      <a:gd name="connsiteX646" fmla="*/ 5139585 w 7191375"/>
                      <a:gd name="connsiteY646" fmla="*/ 1561229 h 2705100"/>
                      <a:gd name="connsiteX647" fmla="*/ 5215785 w 7191375"/>
                      <a:gd name="connsiteY647" fmla="*/ 1576469 h 2705100"/>
                      <a:gd name="connsiteX648" fmla="*/ 5216737 w 7191375"/>
                      <a:gd name="connsiteY648" fmla="*/ 1577421 h 2705100"/>
                      <a:gd name="connsiteX649" fmla="*/ 5266266 w 7191375"/>
                      <a:gd name="connsiteY649" fmla="*/ 1564086 h 2705100"/>
                      <a:gd name="connsiteX650" fmla="*/ 5340562 w 7191375"/>
                      <a:gd name="connsiteY650" fmla="*/ 1572659 h 2705100"/>
                      <a:gd name="connsiteX651" fmla="*/ 5359612 w 7191375"/>
                      <a:gd name="connsiteY651" fmla="*/ 1557419 h 2705100"/>
                      <a:gd name="connsiteX652" fmla="*/ 5421524 w 7191375"/>
                      <a:gd name="connsiteY652" fmla="*/ 1549799 h 2705100"/>
                      <a:gd name="connsiteX653" fmla="*/ 5454862 w 7191375"/>
                      <a:gd name="connsiteY653" fmla="*/ 1556466 h 2705100"/>
                      <a:gd name="connsiteX654" fmla="*/ 5485341 w 7191375"/>
                      <a:gd name="connsiteY654" fmla="*/ 1573611 h 2705100"/>
                      <a:gd name="connsiteX655" fmla="*/ 5477722 w 7191375"/>
                      <a:gd name="connsiteY655" fmla="*/ 1588851 h 2705100"/>
                      <a:gd name="connsiteX656" fmla="*/ 5463435 w 7191375"/>
                      <a:gd name="connsiteY656" fmla="*/ 1605044 h 2705100"/>
                      <a:gd name="connsiteX657" fmla="*/ 5508202 w 7191375"/>
                      <a:gd name="connsiteY657" fmla="*/ 1598376 h 2705100"/>
                      <a:gd name="connsiteX658" fmla="*/ 5512964 w 7191375"/>
                      <a:gd name="connsiteY658" fmla="*/ 1599329 h 2705100"/>
                      <a:gd name="connsiteX659" fmla="*/ 5560589 w 7191375"/>
                      <a:gd name="connsiteY659" fmla="*/ 1586946 h 2705100"/>
                      <a:gd name="connsiteX660" fmla="*/ 5585354 w 7191375"/>
                      <a:gd name="connsiteY660" fmla="*/ 1588851 h 2705100"/>
                      <a:gd name="connsiteX661" fmla="*/ 5631074 w 7191375"/>
                      <a:gd name="connsiteY661" fmla="*/ 1576469 h 2705100"/>
                      <a:gd name="connsiteX662" fmla="*/ 5612977 w 7191375"/>
                      <a:gd name="connsiteY662" fmla="*/ 1561229 h 2705100"/>
                      <a:gd name="connsiteX663" fmla="*/ 5610120 w 7191375"/>
                      <a:gd name="connsiteY663" fmla="*/ 1521224 h 2705100"/>
                      <a:gd name="connsiteX664" fmla="*/ 5674889 w 7191375"/>
                      <a:gd name="connsiteY664" fmla="*/ 1459311 h 2705100"/>
                      <a:gd name="connsiteX665" fmla="*/ 5707274 w 7191375"/>
                      <a:gd name="connsiteY665" fmla="*/ 1438356 h 2705100"/>
                      <a:gd name="connsiteX666" fmla="*/ 5731087 w 7191375"/>
                      <a:gd name="connsiteY666" fmla="*/ 1394541 h 2705100"/>
                      <a:gd name="connsiteX667" fmla="*/ 5803477 w 7191375"/>
                      <a:gd name="connsiteY667" fmla="*/ 1387874 h 2705100"/>
                      <a:gd name="connsiteX668" fmla="*/ 5833004 w 7191375"/>
                      <a:gd name="connsiteY668" fmla="*/ 1401209 h 2705100"/>
                      <a:gd name="connsiteX669" fmla="*/ 5865389 w 7191375"/>
                      <a:gd name="connsiteY669" fmla="*/ 1387874 h 2705100"/>
                      <a:gd name="connsiteX670" fmla="*/ 5843482 w 7191375"/>
                      <a:gd name="connsiteY670" fmla="*/ 1432641 h 2705100"/>
                      <a:gd name="connsiteX671" fmla="*/ 5868247 w 7191375"/>
                      <a:gd name="connsiteY671" fmla="*/ 1450739 h 2705100"/>
                      <a:gd name="connsiteX672" fmla="*/ 5856816 w 7191375"/>
                      <a:gd name="connsiteY672" fmla="*/ 1470741 h 2705100"/>
                      <a:gd name="connsiteX673" fmla="*/ 5910157 w 7191375"/>
                      <a:gd name="connsiteY673" fmla="*/ 1445024 h 2705100"/>
                      <a:gd name="connsiteX674" fmla="*/ 5983499 w 7191375"/>
                      <a:gd name="connsiteY674" fmla="*/ 1407876 h 2705100"/>
                      <a:gd name="connsiteX675" fmla="*/ 5993024 w 7191375"/>
                      <a:gd name="connsiteY675" fmla="*/ 1361204 h 2705100"/>
                      <a:gd name="connsiteX676" fmla="*/ 6069224 w 7191375"/>
                      <a:gd name="connsiteY676" fmla="*/ 1332629 h 2705100"/>
                      <a:gd name="connsiteX677" fmla="*/ 6068272 w 7191375"/>
                      <a:gd name="connsiteY677" fmla="*/ 1344059 h 2705100"/>
                      <a:gd name="connsiteX678" fmla="*/ 6034935 w 7191375"/>
                      <a:gd name="connsiteY678" fmla="*/ 1380254 h 2705100"/>
                      <a:gd name="connsiteX679" fmla="*/ 6027314 w 7191375"/>
                      <a:gd name="connsiteY679" fmla="*/ 1421211 h 2705100"/>
                      <a:gd name="connsiteX680" fmla="*/ 6013979 w 7191375"/>
                      <a:gd name="connsiteY680" fmla="*/ 1442166 h 2705100"/>
                      <a:gd name="connsiteX681" fmla="*/ 6000645 w 7191375"/>
                      <a:gd name="connsiteY681" fmla="*/ 1464074 h 2705100"/>
                      <a:gd name="connsiteX682" fmla="*/ 5942541 w 7191375"/>
                      <a:gd name="connsiteY682" fmla="*/ 1491696 h 2705100"/>
                      <a:gd name="connsiteX683" fmla="*/ 5906347 w 7191375"/>
                      <a:gd name="connsiteY683" fmla="*/ 1534559 h 2705100"/>
                      <a:gd name="connsiteX684" fmla="*/ 5824432 w 7191375"/>
                      <a:gd name="connsiteY684" fmla="*/ 1615521 h 2705100"/>
                      <a:gd name="connsiteX685" fmla="*/ 5752041 w 7191375"/>
                      <a:gd name="connsiteY685" fmla="*/ 1668861 h 2705100"/>
                      <a:gd name="connsiteX686" fmla="*/ 5711085 w 7191375"/>
                      <a:gd name="connsiteY686" fmla="*/ 1678386 h 2705100"/>
                      <a:gd name="connsiteX687" fmla="*/ 5695845 w 7191375"/>
                      <a:gd name="connsiteY687" fmla="*/ 1736489 h 2705100"/>
                      <a:gd name="connsiteX688" fmla="*/ 5691082 w 7191375"/>
                      <a:gd name="connsiteY688" fmla="*/ 1743156 h 2705100"/>
                      <a:gd name="connsiteX689" fmla="*/ 5692035 w 7191375"/>
                      <a:gd name="connsiteY689" fmla="*/ 1754586 h 2705100"/>
                      <a:gd name="connsiteX690" fmla="*/ 5719657 w 7191375"/>
                      <a:gd name="connsiteY690" fmla="*/ 1807926 h 2705100"/>
                      <a:gd name="connsiteX691" fmla="*/ 5686320 w 7191375"/>
                      <a:gd name="connsiteY691" fmla="*/ 2051766 h 2705100"/>
                      <a:gd name="connsiteX692" fmla="*/ 5686320 w 7191375"/>
                      <a:gd name="connsiteY692" fmla="*/ 2052719 h 2705100"/>
                      <a:gd name="connsiteX693" fmla="*/ 5692987 w 7191375"/>
                      <a:gd name="connsiteY693" fmla="*/ 2104154 h 2705100"/>
                      <a:gd name="connsiteX694" fmla="*/ 5704416 w 7191375"/>
                      <a:gd name="connsiteY694" fmla="*/ 2138444 h 2705100"/>
                      <a:gd name="connsiteX695" fmla="*/ 5751089 w 7191375"/>
                      <a:gd name="connsiteY695" fmla="*/ 2095581 h 2705100"/>
                      <a:gd name="connsiteX696" fmla="*/ 5772997 w 7191375"/>
                      <a:gd name="connsiteY696" fmla="*/ 2067959 h 2705100"/>
                      <a:gd name="connsiteX697" fmla="*/ 5782522 w 7191375"/>
                      <a:gd name="connsiteY697" fmla="*/ 2019381 h 2705100"/>
                      <a:gd name="connsiteX698" fmla="*/ 5813002 w 7191375"/>
                      <a:gd name="connsiteY698" fmla="*/ 1997474 h 2705100"/>
                      <a:gd name="connsiteX699" fmla="*/ 5833004 w 7191375"/>
                      <a:gd name="connsiteY699" fmla="*/ 1991759 h 2705100"/>
                      <a:gd name="connsiteX700" fmla="*/ 5849197 w 7191375"/>
                      <a:gd name="connsiteY700" fmla="*/ 1977471 h 2705100"/>
                      <a:gd name="connsiteX701" fmla="*/ 5841577 w 7191375"/>
                      <a:gd name="connsiteY701" fmla="*/ 1949849 h 2705100"/>
                      <a:gd name="connsiteX702" fmla="*/ 5842529 w 7191375"/>
                      <a:gd name="connsiteY702" fmla="*/ 1942229 h 2705100"/>
                      <a:gd name="connsiteX703" fmla="*/ 5847291 w 7191375"/>
                      <a:gd name="connsiteY703" fmla="*/ 1882221 h 2705100"/>
                      <a:gd name="connsiteX704" fmla="*/ 5920635 w 7191375"/>
                      <a:gd name="connsiteY704" fmla="*/ 1836501 h 2705100"/>
                      <a:gd name="connsiteX705" fmla="*/ 5947304 w 7191375"/>
                      <a:gd name="connsiteY705" fmla="*/ 1802211 h 2705100"/>
                      <a:gd name="connsiteX706" fmla="*/ 5960639 w 7191375"/>
                      <a:gd name="connsiteY706" fmla="*/ 1790781 h 2705100"/>
                      <a:gd name="connsiteX707" fmla="*/ 5994929 w 7191375"/>
                      <a:gd name="connsiteY707" fmla="*/ 1788876 h 2705100"/>
                      <a:gd name="connsiteX708" fmla="*/ 5973974 w 7191375"/>
                      <a:gd name="connsiteY708" fmla="*/ 1757444 h 2705100"/>
                      <a:gd name="connsiteX709" fmla="*/ 5983499 w 7191375"/>
                      <a:gd name="connsiteY709" fmla="*/ 1704104 h 2705100"/>
                      <a:gd name="connsiteX710" fmla="*/ 5982547 w 7191375"/>
                      <a:gd name="connsiteY710" fmla="*/ 1678386 h 2705100"/>
                      <a:gd name="connsiteX711" fmla="*/ 5953972 w 7191375"/>
                      <a:gd name="connsiteY711" fmla="*/ 1680291 h 2705100"/>
                      <a:gd name="connsiteX712" fmla="*/ 5949210 w 7191375"/>
                      <a:gd name="connsiteY712" fmla="*/ 1630761 h 2705100"/>
                      <a:gd name="connsiteX713" fmla="*/ 5986357 w 7191375"/>
                      <a:gd name="connsiteY713" fmla="*/ 1588851 h 2705100"/>
                      <a:gd name="connsiteX714" fmla="*/ 6019695 w 7191375"/>
                      <a:gd name="connsiteY714" fmla="*/ 1528844 h 2705100"/>
                      <a:gd name="connsiteX715" fmla="*/ 6057795 w 7191375"/>
                      <a:gd name="connsiteY715" fmla="*/ 1526939 h 2705100"/>
                      <a:gd name="connsiteX716" fmla="*/ 6074939 w 7191375"/>
                      <a:gd name="connsiteY716" fmla="*/ 1535511 h 2705100"/>
                      <a:gd name="connsiteX717" fmla="*/ 6119707 w 7191375"/>
                      <a:gd name="connsiteY717" fmla="*/ 1489791 h 2705100"/>
                      <a:gd name="connsiteX718" fmla="*/ 6128279 w 7191375"/>
                      <a:gd name="connsiteY718" fmla="*/ 1508841 h 2705100"/>
                      <a:gd name="connsiteX719" fmla="*/ 6157807 w 7191375"/>
                      <a:gd name="connsiteY719" fmla="*/ 1516461 h 2705100"/>
                      <a:gd name="connsiteX720" fmla="*/ 6170189 w 7191375"/>
                      <a:gd name="connsiteY720" fmla="*/ 1506936 h 2705100"/>
                      <a:gd name="connsiteX721" fmla="*/ 6280679 w 7191375"/>
                      <a:gd name="connsiteY721" fmla="*/ 1497411 h 2705100"/>
                      <a:gd name="connsiteX722" fmla="*/ 6294966 w 7191375"/>
                      <a:gd name="connsiteY722" fmla="*/ 1510746 h 2705100"/>
                      <a:gd name="connsiteX723" fmla="*/ 6365452 w 7191375"/>
                      <a:gd name="connsiteY723" fmla="*/ 1462169 h 2705100"/>
                      <a:gd name="connsiteX724" fmla="*/ 6522614 w 7191375"/>
                      <a:gd name="connsiteY724" fmla="*/ 1386921 h 2705100"/>
                      <a:gd name="connsiteX725" fmla="*/ 6614054 w 7191375"/>
                      <a:gd name="connsiteY725" fmla="*/ 1338344 h 2705100"/>
                      <a:gd name="connsiteX726" fmla="*/ 6632152 w 7191375"/>
                      <a:gd name="connsiteY726" fmla="*/ 1334534 h 2705100"/>
                      <a:gd name="connsiteX727" fmla="*/ 6671204 w 7191375"/>
                      <a:gd name="connsiteY727" fmla="*/ 1345011 h 2705100"/>
                      <a:gd name="connsiteX728" fmla="*/ 6719782 w 7191375"/>
                      <a:gd name="connsiteY728" fmla="*/ 1341201 h 2705100"/>
                      <a:gd name="connsiteX729" fmla="*/ 6726449 w 7191375"/>
                      <a:gd name="connsiteY729" fmla="*/ 1322151 h 2705100"/>
                      <a:gd name="connsiteX730" fmla="*/ 6705495 w 7191375"/>
                      <a:gd name="connsiteY730" fmla="*/ 1317389 h 2705100"/>
                      <a:gd name="connsiteX731" fmla="*/ 6672157 w 7191375"/>
                      <a:gd name="connsiteY731" fmla="*/ 1285004 h 2705100"/>
                      <a:gd name="connsiteX732" fmla="*/ 6626437 w 7191375"/>
                      <a:gd name="connsiteY732" fmla="*/ 1230711 h 2705100"/>
                      <a:gd name="connsiteX733" fmla="*/ 6633104 w 7191375"/>
                      <a:gd name="connsiteY733" fmla="*/ 1175466 h 2705100"/>
                      <a:gd name="connsiteX734" fmla="*/ 6623579 w 7191375"/>
                      <a:gd name="connsiteY734" fmla="*/ 1177371 h 2705100"/>
                      <a:gd name="connsiteX735" fmla="*/ 6586432 w 7191375"/>
                      <a:gd name="connsiteY735" fmla="*/ 1168799 h 2705100"/>
                      <a:gd name="connsiteX736" fmla="*/ 6630247 w 7191375"/>
                      <a:gd name="connsiteY736" fmla="*/ 1155464 h 2705100"/>
                      <a:gd name="connsiteX737" fmla="*/ 6644535 w 7191375"/>
                      <a:gd name="connsiteY737" fmla="*/ 1166894 h 2705100"/>
                      <a:gd name="connsiteX738" fmla="*/ 6667395 w 7191375"/>
                      <a:gd name="connsiteY738" fmla="*/ 1162131 h 2705100"/>
                      <a:gd name="connsiteX739" fmla="*/ 6695970 w 7191375"/>
                      <a:gd name="connsiteY739" fmla="*/ 1140224 h 2705100"/>
                      <a:gd name="connsiteX740" fmla="*/ 6765502 w 7191375"/>
                      <a:gd name="connsiteY740" fmla="*/ 1132604 h 2705100"/>
                      <a:gd name="connsiteX741" fmla="*/ 6775027 w 7191375"/>
                      <a:gd name="connsiteY741" fmla="*/ 1118316 h 2705100"/>
                      <a:gd name="connsiteX742" fmla="*/ 6767407 w 7191375"/>
                      <a:gd name="connsiteY742" fmla="*/ 1089741 h 2705100"/>
                      <a:gd name="connsiteX743" fmla="*/ 6770264 w 7191375"/>
                      <a:gd name="connsiteY743" fmla="*/ 1066881 h 2705100"/>
                      <a:gd name="connsiteX744" fmla="*/ 6786457 w 7191375"/>
                      <a:gd name="connsiteY744" fmla="*/ 1051641 h 2705100"/>
                      <a:gd name="connsiteX745" fmla="*/ 6810270 w 7191375"/>
                      <a:gd name="connsiteY745" fmla="*/ 1050689 h 2705100"/>
                      <a:gd name="connsiteX746" fmla="*/ 6804554 w 7191375"/>
                      <a:gd name="connsiteY746" fmla="*/ 1076406 h 2705100"/>
                      <a:gd name="connsiteX747" fmla="*/ 6819795 w 7191375"/>
                      <a:gd name="connsiteY747" fmla="*/ 1108791 h 2705100"/>
                      <a:gd name="connsiteX748" fmla="*/ 6865514 w 7191375"/>
                      <a:gd name="connsiteY748" fmla="*/ 1109744 h 2705100"/>
                      <a:gd name="connsiteX749" fmla="*/ 6935047 w 7191375"/>
                      <a:gd name="connsiteY749" fmla="*/ 1134509 h 2705100"/>
                      <a:gd name="connsiteX750" fmla="*/ 6946477 w 7191375"/>
                      <a:gd name="connsiteY750" fmla="*/ 1159274 h 2705100"/>
                      <a:gd name="connsiteX751" fmla="*/ 6996007 w 7191375"/>
                      <a:gd name="connsiteY751" fmla="*/ 1170704 h 2705100"/>
                      <a:gd name="connsiteX752" fmla="*/ 7030297 w 7191375"/>
                      <a:gd name="connsiteY752" fmla="*/ 1205946 h 2705100"/>
                      <a:gd name="connsiteX753" fmla="*/ 7033154 w 7191375"/>
                      <a:gd name="connsiteY753" fmla="*/ 1204994 h 2705100"/>
                      <a:gd name="connsiteX754" fmla="*/ 7059824 w 7191375"/>
                      <a:gd name="connsiteY754" fmla="*/ 1207851 h 2705100"/>
                      <a:gd name="connsiteX755" fmla="*/ 7083637 w 7191375"/>
                      <a:gd name="connsiteY755" fmla="*/ 1202136 h 2705100"/>
                      <a:gd name="connsiteX756" fmla="*/ 7063635 w 7191375"/>
                      <a:gd name="connsiteY756" fmla="*/ 1176419 h 2705100"/>
                      <a:gd name="connsiteX757" fmla="*/ 7085541 w 7191375"/>
                      <a:gd name="connsiteY757" fmla="*/ 1182134 h 2705100"/>
                      <a:gd name="connsiteX758" fmla="*/ 7090304 w 7191375"/>
                      <a:gd name="connsiteY758" fmla="*/ 1159274 h 2705100"/>
                      <a:gd name="connsiteX759" fmla="*/ 7083637 w 7191375"/>
                      <a:gd name="connsiteY759" fmla="*/ 1111649 h 2705100"/>
                      <a:gd name="connsiteX760" fmla="*/ 7096972 w 7191375"/>
                      <a:gd name="connsiteY760" fmla="*/ 1105934 h 2705100"/>
                      <a:gd name="connsiteX761" fmla="*/ 7146502 w 7191375"/>
                      <a:gd name="connsiteY761" fmla="*/ 1117364 h 2705100"/>
                      <a:gd name="connsiteX762" fmla="*/ 7136024 w 7191375"/>
                      <a:gd name="connsiteY762" fmla="*/ 1104029 h 2705100"/>
                      <a:gd name="connsiteX763" fmla="*/ 7145549 w 7191375"/>
                      <a:gd name="connsiteY763" fmla="*/ 1100219 h 2705100"/>
                      <a:gd name="connsiteX764" fmla="*/ 7169362 w 7191375"/>
                      <a:gd name="connsiteY764" fmla="*/ 1103076 h 2705100"/>
                      <a:gd name="connsiteX765" fmla="*/ 7192222 w 7191375"/>
                      <a:gd name="connsiteY765" fmla="*/ 1077359 h 2705100"/>
                      <a:gd name="connsiteX766" fmla="*/ 7195079 w 7191375"/>
                      <a:gd name="connsiteY766" fmla="*/ 1077359 h 2705100"/>
                      <a:gd name="connsiteX767" fmla="*/ 6997912 w 7191375"/>
                      <a:gd name="connsiteY767" fmla="*/ 973536 h 2705100"/>
                      <a:gd name="connsiteX768" fmla="*/ 3551766 w 7191375"/>
                      <a:gd name="connsiteY768" fmla="*/ 1980329 h 2705100"/>
                      <a:gd name="connsiteX769" fmla="*/ 3440324 w 7191375"/>
                      <a:gd name="connsiteY769" fmla="*/ 2054624 h 2705100"/>
                      <a:gd name="connsiteX770" fmla="*/ 3342216 w 7191375"/>
                      <a:gd name="connsiteY770" fmla="*/ 2086056 h 2705100"/>
                      <a:gd name="connsiteX771" fmla="*/ 3426989 w 7191375"/>
                      <a:gd name="connsiteY771" fmla="*/ 2028906 h 2705100"/>
                      <a:gd name="connsiteX772" fmla="*/ 3545099 w 7191375"/>
                      <a:gd name="connsiteY772" fmla="*/ 1907939 h 2705100"/>
                      <a:gd name="connsiteX773" fmla="*/ 3602249 w 7191375"/>
                      <a:gd name="connsiteY773" fmla="*/ 1810784 h 2705100"/>
                      <a:gd name="connsiteX774" fmla="*/ 3551766 w 7191375"/>
                      <a:gd name="connsiteY774" fmla="*/ 1980329 h 270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Lst>
                    <a:rect l="l" t="t" r="r" b="b"/>
                    <a:pathLst>
                      <a:path w="7191375" h="2705100">
                        <a:moveTo>
                          <a:pt x="6997912" y="973536"/>
                        </a:moveTo>
                        <a:cubicBezTo>
                          <a:pt x="6995054" y="974489"/>
                          <a:pt x="6993149" y="976394"/>
                          <a:pt x="6992197" y="978299"/>
                        </a:cubicBezTo>
                        <a:cubicBezTo>
                          <a:pt x="6991245" y="987824"/>
                          <a:pt x="7004579" y="988776"/>
                          <a:pt x="7012199" y="1000206"/>
                        </a:cubicBezTo>
                        <a:cubicBezTo>
                          <a:pt x="7019820" y="1011636"/>
                          <a:pt x="7001722" y="1017351"/>
                          <a:pt x="7005532" y="1030686"/>
                        </a:cubicBezTo>
                        <a:cubicBezTo>
                          <a:pt x="7009341" y="1043069"/>
                          <a:pt x="6985529" y="1024019"/>
                          <a:pt x="6977910" y="1017351"/>
                        </a:cubicBezTo>
                        <a:cubicBezTo>
                          <a:pt x="6969337" y="1010684"/>
                          <a:pt x="6973147" y="983061"/>
                          <a:pt x="6976004" y="968774"/>
                        </a:cubicBezTo>
                        <a:cubicBezTo>
                          <a:pt x="6976004" y="967821"/>
                          <a:pt x="6976004" y="966869"/>
                          <a:pt x="6976004" y="965916"/>
                        </a:cubicBezTo>
                        <a:cubicBezTo>
                          <a:pt x="6960764" y="959249"/>
                          <a:pt x="6950287" y="944961"/>
                          <a:pt x="6946477" y="929721"/>
                        </a:cubicBezTo>
                        <a:cubicBezTo>
                          <a:pt x="6946477" y="929721"/>
                          <a:pt x="6945524" y="928769"/>
                          <a:pt x="6944572" y="928769"/>
                        </a:cubicBezTo>
                        <a:cubicBezTo>
                          <a:pt x="6930285" y="926864"/>
                          <a:pt x="6915997" y="925911"/>
                          <a:pt x="6904566" y="924006"/>
                        </a:cubicBezTo>
                        <a:cubicBezTo>
                          <a:pt x="6871229" y="920196"/>
                          <a:pt x="6835035" y="919244"/>
                          <a:pt x="6802649" y="909719"/>
                        </a:cubicBezTo>
                        <a:cubicBezTo>
                          <a:pt x="6767407" y="899241"/>
                          <a:pt x="6762645" y="862094"/>
                          <a:pt x="6776932" y="839234"/>
                        </a:cubicBezTo>
                        <a:cubicBezTo>
                          <a:pt x="6762645" y="834471"/>
                          <a:pt x="6746452" y="829709"/>
                          <a:pt x="6737879" y="820184"/>
                        </a:cubicBezTo>
                        <a:cubicBezTo>
                          <a:pt x="6720735" y="801134"/>
                          <a:pt x="6646439" y="766844"/>
                          <a:pt x="6614054" y="764939"/>
                        </a:cubicBezTo>
                        <a:cubicBezTo>
                          <a:pt x="6589289" y="763034"/>
                          <a:pt x="6588337" y="751604"/>
                          <a:pt x="6580716" y="747794"/>
                        </a:cubicBezTo>
                        <a:cubicBezTo>
                          <a:pt x="6575954" y="749699"/>
                          <a:pt x="6571191" y="751604"/>
                          <a:pt x="6565477" y="752556"/>
                        </a:cubicBezTo>
                        <a:cubicBezTo>
                          <a:pt x="6502612" y="763034"/>
                          <a:pt x="6438795" y="771606"/>
                          <a:pt x="6378787" y="747794"/>
                        </a:cubicBezTo>
                        <a:cubicBezTo>
                          <a:pt x="6365452" y="743031"/>
                          <a:pt x="6354022" y="733506"/>
                          <a:pt x="6348307" y="723029"/>
                        </a:cubicBezTo>
                        <a:cubicBezTo>
                          <a:pt x="6337829" y="721124"/>
                          <a:pt x="6330210" y="721124"/>
                          <a:pt x="6327352" y="723981"/>
                        </a:cubicBezTo>
                        <a:cubicBezTo>
                          <a:pt x="6317827" y="735411"/>
                          <a:pt x="6322589" y="751604"/>
                          <a:pt x="6313064" y="754461"/>
                        </a:cubicBezTo>
                        <a:cubicBezTo>
                          <a:pt x="6303539" y="757319"/>
                          <a:pt x="6313064" y="771606"/>
                          <a:pt x="6334972" y="792561"/>
                        </a:cubicBezTo>
                        <a:cubicBezTo>
                          <a:pt x="6356879" y="813516"/>
                          <a:pt x="6343545" y="829709"/>
                          <a:pt x="6323541" y="839234"/>
                        </a:cubicBezTo>
                        <a:cubicBezTo>
                          <a:pt x="6303539" y="848759"/>
                          <a:pt x="6272107" y="830661"/>
                          <a:pt x="6262582" y="814469"/>
                        </a:cubicBezTo>
                        <a:cubicBezTo>
                          <a:pt x="6253057" y="798276"/>
                          <a:pt x="6227339" y="804944"/>
                          <a:pt x="6219720" y="784941"/>
                        </a:cubicBezTo>
                        <a:cubicBezTo>
                          <a:pt x="6172095" y="807801"/>
                          <a:pt x="6114945" y="803991"/>
                          <a:pt x="6065414" y="786846"/>
                        </a:cubicBezTo>
                        <a:cubicBezTo>
                          <a:pt x="6043507" y="779226"/>
                          <a:pt x="6017789" y="771606"/>
                          <a:pt x="5993024" y="761129"/>
                        </a:cubicBezTo>
                        <a:cubicBezTo>
                          <a:pt x="5960639" y="763034"/>
                          <a:pt x="5927302" y="767796"/>
                          <a:pt x="5921587" y="771606"/>
                        </a:cubicBezTo>
                        <a:cubicBezTo>
                          <a:pt x="5910157" y="780179"/>
                          <a:pt x="5918729" y="813516"/>
                          <a:pt x="5912062" y="816374"/>
                        </a:cubicBezTo>
                        <a:cubicBezTo>
                          <a:pt x="5906347" y="819231"/>
                          <a:pt x="5900632" y="778274"/>
                          <a:pt x="5900632" y="770654"/>
                        </a:cubicBezTo>
                        <a:cubicBezTo>
                          <a:pt x="5900632" y="763034"/>
                          <a:pt x="5887297" y="757319"/>
                          <a:pt x="5866341" y="757319"/>
                        </a:cubicBezTo>
                        <a:cubicBezTo>
                          <a:pt x="5846339" y="757319"/>
                          <a:pt x="5833957" y="756366"/>
                          <a:pt x="5842529" y="747794"/>
                        </a:cubicBezTo>
                        <a:cubicBezTo>
                          <a:pt x="5851102" y="738269"/>
                          <a:pt x="5834910" y="729696"/>
                          <a:pt x="5850149" y="717314"/>
                        </a:cubicBezTo>
                        <a:cubicBezTo>
                          <a:pt x="5853960" y="714456"/>
                          <a:pt x="5853960" y="709694"/>
                          <a:pt x="5852054" y="703979"/>
                        </a:cubicBezTo>
                        <a:cubicBezTo>
                          <a:pt x="5821574" y="688739"/>
                          <a:pt x="5793952" y="681119"/>
                          <a:pt x="5758710" y="677309"/>
                        </a:cubicBezTo>
                        <a:cubicBezTo>
                          <a:pt x="5705370" y="670641"/>
                          <a:pt x="5652982" y="663021"/>
                          <a:pt x="5600595" y="652544"/>
                        </a:cubicBezTo>
                        <a:cubicBezTo>
                          <a:pt x="5572972" y="657306"/>
                          <a:pt x="5530110" y="655401"/>
                          <a:pt x="5508202" y="656354"/>
                        </a:cubicBezTo>
                        <a:cubicBezTo>
                          <a:pt x="5483437" y="657306"/>
                          <a:pt x="5503439" y="645876"/>
                          <a:pt x="5496772" y="633494"/>
                        </a:cubicBezTo>
                        <a:cubicBezTo>
                          <a:pt x="5494866" y="630636"/>
                          <a:pt x="5491057" y="627779"/>
                          <a:pt x="5487247" y="624921"/>
                        </a:cubicBezTo>
                        <a:cubicBezTo>
                          <a:pt x="5480579" y="623016"/>
                          <a:pt x="5472960" y="621111"/>
                          <a:pt x="5466291" y="618254"/>
                        </a:cubicBezTo>
                        <a:cubicBezTo>
                          <a:pt x="5461529" y="617301"/>
                          <a:pt x="5457720" y="615396"/>
                          <a:pt x="5454862" y="612539"/>
                        </a:cubicBezTo>
                        <a:cubicBezTo>
                          <a:pt x="5449147" y="611586"/>
                          <a:pt x="5444385" y="612539"/>
                          <a:pt x="5442479" y="615396"/>
                        </a:cubicBezTo>
                        <a:cubicBezTo>
                          <a:pt x="5436764" y="625874"/>
                          <a:pt x="5425335" y="615396"/>
                          <a:pt x="5425335" y="607776"/>
                        </a:cubicBezTo>
                        <a:cubicBezTo>
                          <a:pt x="5425335" y="600156"/>
                          <a:pt x="5385329" y="584916"/>
                          <a:pt x="5370089" y="587774"/>
                        </a:cubicBezTo>
                        <a:cubicBezTo>
                          <a:pt x="5354849" y="591584"/>
                          <a:pt x="5347229" y="572534"/>
                          <a:pt x="5365327" y="572534"/>
                        </a:cubicBezTo>
                        <a:cubicBezTo>
                          <a:pt x="5383424" y="572534"/>
                          <a:pt x="5414857" y="576344"/>
                          <a:pt x="5401522" y="554436"/>
                        </a:cubicBezTo>
                        <a:cubicBezTo>
                          <a:pt x="5390091" y="555389"/>
                          <a:pt x="5378662" y="554436"/>
                          <a:pt x="5366279" y="552531"/>
                        </a:cubicBezTo>
                        <a:cubicBezTo>
                          <a:pt x="5354849" y="557294"/>
                          <a:pt x="5338657" y="564914"/>
                          <a:pt x="5332941" y="566819"/>
                        </a:cubicBezTo>
                        <a:cubicBezTo>
                          <a:pt x="5299604" y="578249"/>
                          <a:pt x="5277697" y="554436"/>
                          <a:pt x="5274839" y="527766"/>
                        </a:cubicBezTo>
                        <a:cubicBezTo>
                          <a:pt x="5266266" y="527766"/>
                          <a:pt x="5260552" y="527766"/>
                          <a:pt x="5258647" y="528719"/>
                        </a:cubicBezTo>
                        <a:cubicBezTo>
                          <a:pt x="5247216" y="532529"/>
                          <a:pt x="5257695" y="548721"/>
                          <a:pt x="5232929" y="575391"/>
                        </a:cubicBezTo>
                        <a:cubicBezTo>
                          <a:pt x="5207212" y="601109"/>
                          <a:pt x="5182447" y="583964"/>
                          <a:pt x="5186257" y="571581"/>
                        </a:cubicBezTo>
                        <a:cubicBezTo>
                          <a:pt x="5189114" y="559199"/>
                          <a:pt x="5220547" y="561104"/>
                          <a:pt x="5220547" y="548721"/>
                        </a:cubicBezTo>
                        <a:cubicBezTo>
                          <a:pt x="5220547" y="536339"/>
                          <a:pt x="5177685" y="543006"/>
                          <a:pt x="5171016" y="532529"/>
                        </a:cubicBezTo>
                        <a:cubicBezTo>
                          <a:pt x="5169112" y="529671"/>
                          <a:pt x="5169112" y="525861"/>
                          <a:pt x="5171016" y="523956"/>
                        </a:cubicBezTo>
                        <a:cubicBezTo>
                          <a:pt x="5149110" y="525861"/>
                          <a:pt x="5132916" y="510621"/>
                          <a:pt x="5128154" y="491571"/>
                        </a:cubicBezTo>
                        <a:cubicBezTo>
                          <a:pt x="5108152" y="488714"/>
                          <a:pt x="5089102" y="486809"/>
                          <a:pt x="5075766" y="487761"/>
                        </a:cubicBezTo>
                        <a:cubicBezTo>
                          <a:pt x="5042429" y="491571"/>
                          <a:pt x="5027189" y="474426"/>
                          <a:pt x="5009091" y="472521"/>
                        </a:cubicBezTo>
                        <a:cubicBezTo>
                          <a:pt x="4990995" y="471569"/>
                          <a:pt x="4990995" y="482999"/>
                          <a:pt x="4999566" y="494429"/>
                        </a:cubicBezTo>
                        <a:cubicBezTo>
                          <a:pt x="5008139" y="505859"/>
                          <a:pt x="4981470" y="512526"/>
                          <a:pt x="4960514" y="509669"/>
                        </a:cubicBezTo>
                        <a:cubicBezTo>
                          <a:pt x="4955752" y="508716"/>
                          <a:pt x="4950989" y="508716"/>
                          <a:pt x="4945274" y="509669"/>
                        </a:cubicBezTo>
                        <a:cubicBezTo>
                          <a:pt x="4946227" y="513479"/>
                          <a:pt x="4946227" y="516336"/>
                          <a:pt x="4947179" y="520146"/>
                        </a:cubicBezTo>
                        <a:cubicBezTo>
                          <a:pt x="4949085" y="525861"/>
                          <a:pt x="4950037" y="532529"/>
                          <a:pt x="4950989" y="538244"/>
                        </a:cubicBezTo>
                        <a:cubicBezTo>
                          <a:pt x="4951941" y="538244"/>
                          <a:pt x="4953847" y="538244"/>
                          <a:pt x="4954799" y="539196"/>
                        </a:cubicBezTo>
                        <a:cubicBezTo>
                          <a:pt x="4958610" y="541101"/>
                          <a:pt x="4955752" y="543959"/>
                          <a:pt x="4951941" y="546816"/>
                        </a:cubicBezTo>
                        <a:cubicBezTo>
                          <a:pt x="4952895" y="555389"/>
                          <a:pt x="4951941" y="563009"/>
                          <a:pt x="4950989" y="570629"/>
                        </a:cubicBezTo>
                        <a:cubicBezTo>
                          <a:pt x="4957657" y="579201"/>
                          <a:pt x="4956704" y="590631"/>
                          <a:pt x="4956704" y="596346"/>
                        </a:cubicBezTo>
                        <a:cubicBezTo>
                          <a:pt x="4957657" y="603014"/>
                          <a:pt x="4941464" y="606824"/>
                          <a:pt x="4929082" y="602061"/>
                        </a:cubicBezTo>
                        <a:cubicBezTo>
                          <a:pt x="4924320" y="605871"/>
                          <a:pt x="4918604" y="608729"/>
                          <a:pt x="4910985" y="611586"/>
                        </a:cubicBezTo>
                        <a:cubicBezTo>
                          <a:pt x="4901460" y="615396"/>
                          <a:pt x="4891935" y="615396"/>
                          <a:pt x="4883362" y="615396"/>
                        </a:cubicBezTo>
                        <a:cubicBezTo>
                          <a:pt x="4882410" y="619206"/>
                          <a:pt x="4877647" y="622064"/>
                          <a:pt x="4866216" y="623016"/>
                        </a:cubicBezTo>
                        <a:cubicBezTo>
                          <a:pt x="4851929" y="624921"/>
                          <a:pt x="4847166" y="617301"/>
                          <a:pt x="4844310" y="609681"/>
                        </a:cubicBezTo>
                        <a:cubicBezTo>
                          <a:pt x="4836689" y="619206"/>
                          <a:pt x="4824307" y="624921"/>
                          <a:pt x="4808114" y="624921"/>
                        </a:cubicBezTo>
                        <a:cubicBezTo>
                          <a:pt x="4788112" y="624921"/>
                          <a:pt x="4768110" y="623016"/>
                          <a:pt x="4749060" y="620159"/>
                        </a:cubicBezTo>
                        <a:cubicBezTo>
                          <a:pt x="4730962" y="623016"/>
                          <a:pt x="4712864" y="623016"/>
                          <a:pt x="4691910" y="616349"/>
                        </a:cubicBezTo>
                        <a:cubicBezTo>
                          <a:pt x="4686195" y="614444"/>
                          <a:pt x="4680479" y="612539"/>
                          <a:pt x="4675716" y="609681"/>
                        </a:cubicBezTo>
                        <a:cubicBezTo>
                          <a:pt x="4670954" y="608729"/>
                          <a:pt x="4666191" y="607776"/>
                          <a:pt x="4661429" y="607776"/>
                        </a:cubicBezTo>
                        <a:cubicBezTo>
                          <a:pt x="4644285" y="604919"/>
                          <a:pt x="4627139" y="603966"/>
                          <a:pt x="4609995" y="603014"/>
                        </a:cubicBezTo>
                        <a:cubicBezTo>
                          <a:pt x="4606185" y="614444"/>
                          <a:pt x="4603327" y="624921"/>
                          <a:pt x="4596660" y="626826"/>
                        </a:cubicBezTo>
                        <a:cubicBezTo>
                          <a:pt x="4585229" y="628731"/>
                          <a:pt x="4580466" y="656354"/>
                          <a:pt x="4569037" y="663974"/>
                        </a:cubicBezTo>
                        <a:cubicBezTo>
                          <a:pt x="4557607" y="670641"/>
                          <a:pt x="4556654" y="653496"/>
                          <a:pt x="4541414" y="654449"/>
                        </a:cubicBezTo>
                        <a:cubicBezTo>
                          <a:pt x="4526174" y="655401"/>
                          <a:pt x="4477597" y="604919"/>
                          <a:pt x="4475691" y="590631"/>
                        </a:cubicBezTo>
                        <a:cubicBezTo>
                          <a:pt x="4472835" y="575391"/>
                          <a:pt x="4443307" y="547769"/>
                          <a:pt x="4435687" y="542054"/>
                        </a:cubicBezTo>
                        <a:cubicBezTo>
                          <a:pt x="4428066" y="536339"/>
                          <a:pt x="4443307" y="533481"/>
                          <a:pt x="4453785" y="543006"/>
                        </a:cubicBezTo>
                        <a:cubicBezTo>
                          <a:pt x="4463310" y="552531"/>
                          <a:pt x="4475691" y="552531"/>
                          <a:pt x="4486170" y="546816"/>
                        </a:cubicBezTo>
                        <a:cubicBezTo>
                          <a:pt x="4489979" y="544911"/>
                          <a:pt x="4491885" y="540149"/>
                          <a:pt x="4491885" y="534434"/>
                        </a:cubicBezTo>
                        <a:cubicBezTo>
                          <a:pt x="4479502" y="526814"/>
                          <a:pt x="4469024" y="518241"/>
                          <a:pt x="4459499" y="506811"/>
                        </a:cubicBezTo>
                        <a:cubicBezTo>
                          <a:pt x="4449022" y="495381"/>
                          <a:pt x="4441402" y="484904"/>
                          <a:pt x="4432829" y="474426"/>
                        </a:cubicBezTo>
                        <a:cubicBezTo>
                          <a:pt x="4429020" y="469664"/>
                          <a:pt x="4425210" y="465854"/>
                          <a:pt x="4420447" y="461091"/>
                        </a:cubicBezTo>
                        <a:cubicBezTo>
                          <a:pt x="4403302" y="476331"/>
                          <a:pt x="4375679" y="482046"/>
                          <a:pt x="4353772" y="462044"/>
                        </a:cubicBezTo>
                        <a:cubicBezTo>
                          <a:pt x="4318529" y="430611"/>
                          <a:pt x="4267095" y="422991"/>
                          <a:pt x="4218516" y="417276"/>
                        </a:cubicBezTo>
                        <a:cubicBezTo>
                          <a:pt x="4218516" y="419181"/>
                          <a:pt x="4219470" y="420134"/>
                          <a:pt x="4220422" y="422039"/>
                        </a:cubicBezTo>
                        <a:cubicBezTo>
                          <a:pt x="4228041" y="440136"/>
                          <a:pt x="4221374" y="442994"/>
                          <a:pt x="4219470" y="458234"/>
                        </a:cubicBezTo>
                        <a:cubicBezTo>
                          <a:pt x="4218516" y="473474"/>
                          <a:pt x="4209945" y="466806"/>
                          <a:pt x="4193752" y="460139"/>
                        </a:cubicBezTo>
                        <a:cubicBezTo>
                          <a:pt x="4176607" y="453471"/>
                          <a:pt x="4176607" y="475379"/>
                          <a:pt x="4140412" y="465854"/>
                        </a:cubicBezTo>
                        <a:cubicBezTo>
                          <a:pt x="4137554" y="464901"/>
                          <a:pt x="4135649" y="464901"/>
                          <a:pt x="4132791" y="463949"/>
                        </a:cubicBezTo>
                        <a:cubicBezTo>
                          <a:pt x="4128029" y="465854"/>
                          <a:pt x="4123266" y="465854"/>
                          <a:pt x="4118504" y="465854"/>
                        </a:cubicBezTo>
                        <a:cubicBezTo>
                          <a:pt x="4098502" y="465854"/>
                          <a:pt x="4080404" y="461091"/>
                          <a:pt x="4062307" y="455376"/>
                        </a:cubicBezTo>
                        <a:cubicBezTo>
                          <a:pt x="4061354" y="455376"/>
                          <a:pt x="4059449" y="454424"/>
                          <a:pt x="4058497" y="453471"/>
                        </a:cubicBezTo>
                        <a:cubicBezTo>
                          <a:pt x="4046114" y="459186"/>
                          <a:pt x="4003252" y="454424"/>
                          <a:pt x="3999441" y="441089"/>
                        </a:cubicBezTo>
                        <a:cubicBezTo>
                          <a:pt x="3998489" y="438231"/>
                          <a:pt x="3998489" y="435374"/>
                          <a:pt x="3998489" y="433469"/>
                        </a:cubicBezTo>
                        <a:cubicBezTo>
                          <a:pt x="3983249" y="428706"/>
                          <a:pt x="3966104" y="427754"/>
                          <a:pt x="3950864" y="424896"/>
                        </a:cubicBezTo>
                        <a:cubicBezTo>
                          <a:pt x="3928004" y="420134"/>
                          <a:pt x="3906097" y="412514"/>
                          <a:pt x="3886095" y="399179"/>
                        </a:cubicBezTo>
                        <a:cubicBezTo>
                          <a:pt x="3885141" y="398226"/>
                          <a:pt x="3884189" y="398226"/>
                          <a:pt x="3884189" y="397274"/>
                        </a:cubicBezTo>
                        <a:cubicBezTo>
                          <a:pt x="3849899" y="401084"/>
                          <a:pt x="3793702" y="406799"/>
                          <a:pt x="3785129" y="411561"/>
                        </a:cubicBezTo>
                        <a:cubicBezTo>
                          <a:pt x="3775604" y="416324"/>
                          <a:pt x="3794654" y="435374"/>
                          <a:pt x="3779414" y="437279"/>
                        </a:cubicBezTo>
                        <a:cubicBezTo>
                          <a:pt x="3764174" y="438231"/>
                          <a:pt x="3774652" y="405846"/>
                          <a:pt x="3771795" y="390606"/>
                        </a:cubicBezTo>
                        <a:cubicBezTo>
                          <a:pt x="3768937" y="375366"/>
                          <a:pt x="3746077" y="372509"/>
                          <a:pt x="3749887" y="384891"/>
                        </a:cubicBezTo>
                        <a:cubicBezTo>
                          <a:pt x="3752745" y="397274"/>
                          <a:pt x="3713691" y="401084"/>
                          <a:pt x="3704166" y="391559"/>
                        </a:cubicBezTo>
                        <a:cubicBezTo>
                          <a:pt x="3694641" y="382034"/>
                          <a:pt x="3678449" y="370604"/>
                          <a:pt x="3652732" y="362984"/>
                        </a:cubicBezTo>
                        <a:cubicBezTo>
                          <a:pt x="3627014" y="356316"/>
                          <a:pt x="3595582" y="385844"/>
                          <a:pt x="3603202" y="394416"/>
                        </a:cubicBezTo>
                        <a:cubicBezTo>
                          <a:pt x="3610822" y="402989"/>
                          <a:pt x="3628920" y="396321"/>
                          <a:pt x="3629872" y="402036"/>
                        </a:cubicBezTo>
                        <a:cubicBezTo>
                          <a:pt x="3630824" y="413466"/>
                          <a:pt x="3575579" y="408704"/>
                          <a:pt x="3575579" y="419181"/>
                        </a:cubicBezTo>
                        <a:cubicBezTo>
                          <a:pt x="3575579" y="428706"/>
                          <a:pt x="3524145" y="442041"/>
                          <a:pt x="3507952" y="444899"/>
                        </a:cubicBezTo>
                        <a:cubicBezTo>
                          <a:pt x="3465089" y="450614"/>
                          <a:pt x="3455564" y="450614"/>
                          <a:pt x="3435562" y="468711"/>
                        </a:cubicBezTo>
                        <a:cubicBezTo>
                          <a:pt x="3415560" y="486809"/>
                          <a:pt x="3430799" y="452519"/>
                          <a:pt x="3446991" y="435374"/>
                        </a:cubicBezTo>
                        <a:cubicBezTo>
                          <a:pt x="3462232" y="418229"/>
                          <a:pt x="3479377" y="425849"/>
                          <a:pt x="3487949" y="412514"/>
                        </a:cubicBezTo>
                        <a:cubicBezTo>
                          <a:pt x="3497474" y="399179"/>
                          <a:pt x="3511762" y="400131"/>
                          <a:pt x="3536527" y="396321"/>
                        </a:cubicBezTo>
                        <a:cubicBezTo>
                          <a:pt x="3561291" y="392511"/>
                          <a:pt x="3560339" y="376319"/>
                          <a:pt x="3571770" y="370604"/>
                        </a:cubicBezTo>
                        <a:cubicBezTo>
                          <a:pt x="3583199" y="364889"/>
                          <a:pt x="3611774" y="352506"/>
                          <a:pt x="3617489" y="340124"/>
                        </a:cubicBezTo>
                        <a:cubicBezTo>
                          <a:pt x="3622252" y="327741"/>
                          <a:pt x="3681307" y="305834"/>
                          <a:pt x="3693689" y="306786"/>
                        </a:cubicBezTo>
                        <a:cubicBezTo>
                          <a:pt x="3705120" y="307739"/>
                          <a:pt x="3707977" y="281069"/>
                          <a:pt x="3714645" y="281069"/>
                        </a:cubicBezTo>
                        <a:cubicBezTo>
                          <a:pt x="3721312" y="281069"/>
                          <a:pt x="3755602" y="264876"/>
                          <a:pt x="3767985" y="258209"/>
                        </a:cubicBezTo>
                        <a:cubicBezTo>
                          <a:pt x="3781320" y="251541"/>
                          <a:pt x="3787987" y="238206"/>
                          <a:pt x="3787987" y="229634"/>
                        </a:cubicBezTo>
                        <a:cubicBezTo>
                          <a:pt x="3788939" y="220109"/>
                          <a:pt x="3769889" y="222014"/>
                          <a:pt x="3767985" y="213441"/>
                        </a:cubicBezTo>
                        <a:cubicBezTo>
                          <a:pt x="3766079" y="204869"/>
                          <a:pt x="3776557" y="210584"/>
                          <a:pt x="3789891" y="204869"/>
                        </a:cubicBezTo>
                        <a:cubicBezTo>
                          <a:pt x="3803227" y="199154"/>
                          <a:pt x="3789891" y="179151"/>
                          <a:pt x="3778462" y="182961"/>
                        </a:cubicBezTo>
                        <a:cubicBezTo>
                          <a:pt x="3772747" y="184866"/>
                          <a:pt x="3774652" y="182009"/>
                          <a:pt x="3776557" y="177246"/>
                        </a:cubicBezTo>
                        <a:cubicBezTo>
                          <a:pt x="3764174" y="173436"/>
                          <a:pt x="3751791" y="168674"/>
                          <a:pt x="3741314" y="162006"/>
                        </a:cubicBezTo>
                        <a:cubicBezTo>
                          <a:pt x="3728932" y="154386"/>
                          <a:pt x="3721312" y="142956"/>
                          <a:pt x="3718454" y="129621"/>
                        </a:cubicBezTo>
                        <a:cubicBezTo>
                          <a:pt x="3677497" y="123906"/>
                          <a:pt x="3638445" y="115334"/>
                          <a:pt x="3598439" y="105809"/>
                        </a:cubicBezTo>
                        <a:cubicBezTo>
                          <a:pt x="3593677" y="104856"/>
                          <a:pt x="3589866" y="102951"/>
                          <a:pt x="3586057" y="101046"/>
                        </a:cubicBezTo>
                        <a:cubicBezTo>
                          <a:pt x="3573674" y="101046"/>
                          <a:pt x="3559387" y="100094"/>
                          <a:pt x="3552720" y="98189"/>
                        </a:cubicBezTo>
                        <a:cubicBezTo>
                          <a:pt x="3541289" y="94379"/>
                          <a:pt x="3525097" y="102951"/>
                          <a:pt x="3524145" y="116286"/>
                        </a:cubicBezTo>
                        <a:cubicBezTo>
                          <a:pt x="3523191" y="128669"/>
                          <a:pt x="3477472" y="123906"/>
                          <a:pt x="3468899" y="122001"/>
                        </a:cubicBezTo>
                        <a:cubicBezTo>
                          <a:pt x="3460327" y="120096"/>
                          <a:pt x="3501285" y="83901"/>
                          <a:pt x="3501285" y="77234"/>
                        </a:cubicBezTo>
                        <a:cubicBezTo>
                          <a:pt x="3501285" y="70566"/>
                          <a:pt x="3432704" y="78186"/>
                          <a:pt x="3428895" y="71519"/>
                        </a:cubicBezTo>
                        <a:cubicBezTo>
                          <a:pt x="3425085" y="64851"/>
                          <a:pt x="3391747" y="61994"/>
                          <a:pt x="3376507" y="62946"/>
                        </a:cubicBezTo>
                        <a:cubicBezTo>
                          <a:pt x="3361266" y="63899"/>
                          <a:pt x="3375554" y="59136"/>
                          <a:pt x="3389841" y="57231"/>
                        </a:cubicBezTo>
                        <a:cubicBezTo>
                          <a:pt x="3403177" y="56279"/>
                          <a:pt x="3415560" y="42944"/>
                          <a:pt x="3430799" y="40086"/>
                        </a:cubicBezTo>
                        <a:cubicBezTo>
                          <a:pt x="3446039" y="37229"/>
                          <a:pt x="3442229" y="31514"/>
                          <a:pt x="3435562" y="21989"/>
                        </a:cubicBezTo>
                        <a:cubicBezTo>
                          <a:pt x="3428895" y="12464"/>
                          <a:pt x="3413654" y="17226"/>
                          <a:pt x="3398414" y="12464"/>
                        </a:cubicBezTo>
                        <a:cubicBezTo>
                          <a:pt x="3383174" y="7701"/>
                          <a:pt x="3365077" y="81"/>
                          <a:pt x="3351741" y="81"/>
                        </a:cubicBezTo>
                        <a:cubicBezTo>
                          <a:pt x="3338407" y="-871"/>
                          <a:pt x="3324120" y="6749"/>
                          <a:pt x="3293639" y="13416"/>
                        </a:cubicBezTo>
                        <a:cubicBezTo>
                          <a:pt x="3263160" y="20084"/>
                          <a:pt x="3260302" y="44849"/>
                          <a:pt x="3245062" y="52469"/>
                        </a:cubicBezTo>
                        <a:cubicBezTo>
                          <a:pt x="3241252" y="54374"/>
                          <a:pt x="3236489" y="58184"/>
                          <a:pt x="3231727" y="61994"/>
                        </a:cubicBezTo>
                        <a:cubicBezTo>
                          <a:pt x="3237441" y="78186"/>
                          <a:pt x="3234585" y="97236"/>
                          <a:pt x="3223154" y="110571"/>
                        </a:cubicBezTo>
                        <a:cubicBezTo>
                          <a:pt x="3223154" y="111524"/>
                          <a:pt x="3223154" y="113429"/>
                          <a:pt x="3223154" y="114381"/>
                        </a:cubicBezTo>
                        <a:cubicBezTo>
                          <a:pt x="3225060" y="122954"/>
                          <a:pt x="3215535" y="124859"/>
                          <a:pt x="3202199" y="123906"/>
                        </a:cubicBezTo>
                        <a:cubicBezTo>
                          <a:pt x="3197437" y="124859"/>
                          <a:pt x="3192674" y="125811"/>
                          <a:pt x="3186960" y="125811"/>
                        </a:cubicBezTo>
                        <a:cubicBezTo>
                          <a:pt x="3179339" y="125811"/>
                          <a:pt x="3172672" y="124859"/>
                          <a:pt x="3166957" y="122001"/>
                        </a:cubicBezTo>
                        <a:cubicBezTo>
                          <a:pt x="3148860" y="122954"/>
                          <a:pt x="3129810" y="125811"/>
                          <a:pt x="3130762" y="133431"/>
                        </a:cubicBezTo>
                        <a:cubicBezTo>
                          <a:pt x="3131714" y="145814"/>
                          <a:pt x="3161241" y="150576"/>
                          <a:pt x="3159337" y="157244"/>
                        </a:cubicBezTo>
                        <a:cubicBezTo>
                          <a:pt x="3157432" y="163911"/>
                          <a:pt x="3136477" y="156291"/>
                          <a:pt x="3125999" y="150576"/>
                        </a:cubicBezTo>
                        <a:cubicBezTo>
                          <a:pt x="3115522" y="143909"/>
                          <a:pt x="3091710" y="147719"/>
                          <a:pt x="3087899" y="160101"/>
                        </a:cubicBezTo>
                        <a:cubicBezTo>
                          <a:pt x="3083137" y="172484"/>
                          <a:pt x="3065039" y="169626"/>
                          <a:pt x="3059324" y="166769"/>
                        </a:cubicBezTo>
                        <a:cubicBezTo>
                          <a:pt x="3054562" y="164864"/>
                          <a:pt x="3045037" y="169626"/>
                          <a:pt x="3036464" y="169626"/>
                        </a:cubicBezTo>
                        <a:cubicBezTo>
                          <a:pt x="3028845" y="175341"/>
                          <a:pt x="3019320" y="177246"/>
                          <a:pt x="3008841" y="178199"/>
                        </a:cubicBezTo>
                        <a:cubicBezTo>
                          <a:pt x="2999316" y="178199"/>
                          <a:pt x="2990745" y="175341"/>
                          <a:pt x="2983124" y="170579"/>
                        </a:cubicBezTo>
                        <a:cubicBezTo>
                          <a:pt x="2973599" y="181056"/>
                          <a:pt x="2960264" y="187724"/>
                          <a:pt x="2945977" y="187724"/>
                        </a:cubicBezTo>
                        <a:lnTo>
                          <a:pt x="2925974" y="187724"/>
                        </a:lnTo>
                        <a:cubicBezTo>
                          <a:pt x="2925974" y="187724"/>
                          <a:pt x="2926927" y="188676"/>
                          <a:pt x="2926927" y="188676"/>
                        </a:cubicBezTo>
                        <a:cubicBezTo>
                          <a:pt x="2927879" y="193439"/>
                          <a:pt x="2855489" y="192486"/>
                          <a:pt x="2853585" y="201059"/>
                        </a:cubicBezTo>
                        <a:cubicBezTo>
                          <a:pt x="2852632" y="204869"/>
                          <a:pt x="2846916" y="206774"/>
                          <a:pt x="2837391" y="207726"/>
                        </a:cubicBezTo>
                        <a:cubicBezTo>
                          <a:pt x="2787862" y="256304"/>
                          <a:pt x="2713566" y="262971"/>
                          <a:pt x="2645939" y="283926"/>
                        </a:cubicBezTo>
                        <a:cubicBezTo>
                          <a:pt x="2645939" y="283926"/>
                          <a:pt x="2645939" y="283926"/>
                          <a:pt x="2644987" y="283926"/>
                        </a:cubicBezTo>
                        <a:cubicBezTo>
                          <a:pt x="2653560" y="284879"/>
                          <a:pt x="2657370" y="294404"/>
                          <a:pt x="2652607" y="301071"/>
                        </a:cubicBezTo>
                        <a:cubicBezTo>
                          <a:pt x="2646891" y="308691"/>
                          <a:pt x="2621174" y="291546"/>
                          <a:pt x="2614507" y="299166"/>
                        </a:cubicBezTo>
                        <a:cubicBezTo>
                          <a:pt x="2607839" y="305834"/>
                          <a:pt x="2626889" y="315359"/>
                          <a:pt x="2638320" y="314406"/>
                        </a:cubicBezTo>
                        <a:cubicBezTo>
                          <a:pt x="2649749" y="313454"/>
                          <a:pt x="2656416" y="321074"/>
                          <a:pt x="2658322" y="330599"/>
                        </a:cubicBezTo>
                        <a:cubicBezTo>
                          <a:pt x="2659274" y="340124"/>
                          <a:pt x="2630699" y="324884"/>
                          <a:pt x="2624985" y="332504"/>
                        </a:cubicBezTo>
                        <a:cubicBezTo>
                          <a:pt x="2619270" y="340124"/>
                          <a:pt x="2629747" y="343934"/>
                          <a:pt x="2642129" y="344886"/>
                        </a:cubicBezTo>
                        <a:cubicBezTo>
                          <a:pt x="2654512" y="345839"/>
                          <a:pt x="2644987" y="351554"/>
                          <a:pt x="2656416" y="362031"/>
                        </a:cubicBezTo>
                        <a:cubicBezTo>
                          <a:pt x="2657370" y="362984"/>
                          <a:pt x="2658322" y="363936"/>
                          <a:pt x="2658322" y="363936"/>
                        </a:cubicBezTo>
                        <a:cubicBezTo>
                          <a:pt x="2664989" y="372509"/>
                          <a:pt x="2652607" y="375366"/>
                          <a:pt x="2653560" y="383939"/>
                        </a:cubicBezTo>
                        <a:cubicBezTo>
                          <a:pt x="2654512" y="393464"/>
                          <a:pt x="2641177" y="396321"/>
                          <a:pt x="2641177" y="387749"/>
                        </a:cubicBezTo>
                        <a:cubicBezTo>
                          <a:pt x="2641177" y="379176"/>
                          <a:pt x="2606887" y="376319"/>
                          <a:pt x="2599266" y="385844"/>
                        </a:cubicBezTo>
                        <a:cubicBezTo>
                          <a:pt x="2591647" y="395369"/>
                          <a:pt x="2586885" y="402036"/>
                          <a:pt x="2578312" y="393464"/>
                        </a:cubicBezTo>
                        <a:cubicBezTo>
                          <a:pt x="2577360" y="392511"/>
                          <a:pt x="2576407" y="392511"/>
                          <a:pt x="2575454" y="391559"/>
                        </a:cubicBezTo>
                        <a:cubicBezTo>
                          <a:pt x="2569739" y="394416"/>
                          <a:pt x="2563072" y="395369"/>
                          <a:pt x="2555452" y="396321"/>
                        </a:cubicBezTo>
                        <a:cubicBezTo>
                          <a:pt x="2518304" y="397274"/>
                          <a:pt x="2484014" y="417276"/>
                          <a:pt x="2447820" y="422039"/>
                        </a:cubicBezTo>
                        <a:cubicBezTo>
                          <a:pt x="2428770" y="424896"/>
                          <a:pt x="2409720" y="420134"/>
                          <a:pt x="2398289" y="407751"/>
                        </a:cubicBezTo>
                        <a:cubicBezTo>
                          <a:pt x="2382097" y="414419"/>
                          <a:pt x="2368762" y="439184"/>
                          <a:pt x="2383049" y="454424"/>
                        </a:cubicBezTo>
                        <a:cubicBezTo>
                          <a:pt x="2398289" y="470616"/>
                          <a:pt x="2384002" y="477284"/>
                          <a:pt x="2384002" y="488714"/>
                        </a:cubicBezTo>
                        <a:cubicBezTo>
                          <a:pt x="2384002" y="500144"/>
                          <a:pt x="2423054" y="521099"/>
                          <a:pt x="2444010" y="523004"/>
                        </a:cubicBezTo>
                        <a:cubicBezTo>
                          <a:pt x="2464964" y="524909"/>
                          <a:pt x="2482110" y="552531"/>
                          <a:pt x="2469727" y="569676"/>
                        </a:cubicBezTo>
                        <a:cubicBezTo>
                          <a:pt x="2457345" y="586821"/>
                          <a:pt x="2419245" y="564914"/>
                          <a:pt x="2394479" y="543959"/>
                        </a:cubicBezTo>
                        <a:cubicBezTo>
                          <a:pt x="2369714" y="523004"/>
                          <a:pt x="2312564" y="514431"/>
                          <a:pt x="2293514" y="515384"/>
                        </a:cubicBezTo>
                        <a:cubicBezTo>
                          <a:pt x="2274464" y="516336"/>
                          <a:pt x="2285895" y="497286"/>
                          <a:pt x="2261129" y="497286"/>
                        </a:cubicBezTo>
                        <a:cubicBezTo>
                          <a:pt x="2237316" y="498239"/>
                          <a:pt x="2216362" y="521099"/>
                          <a:pt x="2232554" y="521099"/>
                        </a:cubicBezTo>
                        <a:cubicBezTo>
                          <a:pt x="2248747" y="521099"/>
                          <a:pt x="2259224" y="520146"/>
                          <a:pt x="2250652" y="527766"/>
                        </a:cubicBezTo>
                        <a:cubicBezTo>
                          <a:pt x="2242079" y="536339"/>
                          <a:pt x="2255414" y="534434"/>
                          <a:pt x="2274464" y="543006"/>
                        </a:cubicBezTo>
                        <a:cubicBezTo>
                          <a:pt x="2294466" y="552531"/>
                          <a:pt x="2258272" y="564914"/>
                          <a:pt x="2238270" y="549674"/>
                        </a:cubicBezTo>
                        <a:cubicBezTo>
                          <a:pt x="2218266" y="534434"/>
                          <a:pt x="2196360" y="548721"/>
                          <a:pt x="2190645" y="560151"/>
                        </a:cubicBezTo>
                        <a:cubicBezTo>
                          <a:pt x="2184929" y="571581"/>
                          <a:pt x="2214457" y="603966"/>
                          <a:pt x="2249699" y="609681"/>
                        </a:cubicBezTo>
                        <a:cubicBezTo>
                          <a:pt x="2284941" y="615396"/>
                          <a:pt x="2273512" y="627779"/>
                          <a:pt x="2289704" y="633494"/>
                        </a:cubicBezTo>
                        <a:cubicBezTo>
                          <a:pt x="2305897" y="640161"/>
                          <a:pt x="2294466" y="646829"/>
                          <a:pt x="2283037" y="647781"/>
                        </a:cubicBezTo>
                        <a:cubicBezTo>
                          <a:pt x="2271607" y="648734"/>
                          <a:pt x="2249699" y="629684"/>
                          <a:pt x="2231602" y="619206"/>
                        </a:cubicBezTo>
                        <a:cubicBezTo>
                          <a:pt x="2213504" y="609681"/>
                          <a:pt x="2165879" y="623016"/>
                          <a:pt x="2156354" y="612539"/>
                        </a:cubicBezTo>
                        <a:cubicBezTo>
                          <a:pt x="2146829" y="601109"/>
                          <a:pt x="2163022" y="589679"/>
                          <a:pt x="2153497" y="581106"/>
                        </a:cubicBezTo>
                        <a:cubicBezTo>
                          <a:pt x="2143972" y="572534"/>
                          <a:pt x="2152545" y="553484"/>
                          <a:pt x="2163974" y="533481"/>
                        </a:cubicBezTo>
                        <a:cubicBezTo>
                          <a:pt x="2175404" y="513479"/>
                          <a:pt x="2162070" y="480141"/>
                          <a:pt x="2144924" y="474426"/>
                        </a:cubicBezTo>
                        <a:cubicBezTo>
                          <a:pt x="2127779" y="468711"/>
                          <a:pt x="2129685" y="487761"/>
                          <a:pt x="2133495" y="493476"/>
                        </a:cubicBezTo>
                        <a:cubicBezTo>
                          <a:pt x="2137304" y="499191"/>
                          <a:pt x="2135399" y="525861"/>
                          <a:pt x="2122064" y="543959"/>
                        </a:cubicBezTo>
                        <a:cubicBezTo>
                          <a:pt x="2108729" y="562056"/>
                          <a:pt x="2068724" y="562056"/>
                          <a:pt x="2068724" y="573486"/>
                        </a:cubicBezTo>
                        <a:cubicBezTo>
                          <a:pt x="2068724" y="585869"/>
                          <a:pt x="2042054" y="594441"/>
                          <a:pt x="2050627" y="603014"/>
                        </a:cubicBezTo>
                        <a:cubicBezTo>
                          <a:pt x="2060152" y="611586"/>
                          <a:pt x="2095395" y="655401"/>
                          <a:pt x="2101110" y="668736"/>
                        </a:cubicBezTo>
                        <a:cubicBezTo>
                          <a:pt x="2106824" y="682071"/>
                          <a:pt x="2068724" y="723981"/>
                          <a:pt x="2075391" y="748746"/>
                        </a:cubicBezTo>
                        <a:cubicBezTo>
                          <a:pt x="2081107" y="773511"/>
                          <a:pt x="2070629" y="784941"/>
                          <a:pt x="2077297" y="796371"/>
                        </a:cubicBezTo>
                        <a:cubicBezTo>
                          <a:pt x="2084916" y="808754"/>
                          <a:pt x="2101110" y="797324"/>
                          <a:pt x="2111587" y="803039"/>
                        </a:cubicBezTo>
                        <a:cubicBezTo>
                          <a:pt x="2122064" y="807801"/>
                          <a:pt x="2139210" y="796371"/>
                          <a:pt x="2163022" y="790656"/>
                        </a:cubicBezTo>
                        <a:cubicBezTo>
                          <a:pt x="2186835" y="785894"/>
                          <a:pt x="2231602" y="813516"/>
                          <a:pt x="2247795" y="822089"/>
                        </a:cubicBezTo>
                        <a:cubicBezTo>
                          <a:pt x="2263987" y="830661"/>
                          <a:pt x="2255414" y="844949"/>
                          <a:pt x="2263987" y="858284"/>
                        </a:cubicBezTo>
                        <a:cubicBezTo>
                          <a:pt x="2272560" y="872571"/>
                          <a:pt x="2243985" y="872571"/>
                          <a:pt x="2243985" y="893526"/>
                        </a:cubicBezTo>
                        <a:cubicBezTo>
                          <a:pt x="2243032" y="914481"/>
                          <a:pt x="2292562" y="924006"/>
                          <a:pt x="2295420" y="929721"/>
                        </a:cubicBezTo>
                        <a:cubicBezTo>
                          <a:pt x="2297324" y="936389"/>
                          <a:pt x="2260177" y="930674"/>
                          <a:pt x="2245889" y="925911"/>
                        </a:cubicBezTo>
                        <a:cubicBezTo>
                          <a:pt x="2231602" y="920196"/>
                          <a:pt x="2230649" y="900194"/>
                          <a:pt x="2225887" y="895431"/>
                        </a:cubicBezTo>
                        <a:cubicBezTo>
                          <a:pt x="2221124" y="891621"/>
                          <a:pt x="2235412" y="874476"/>
                          <a:pt x="2237316" y="861141"/>
                        </a:cubicBezTo>
                        <a:cubicBezTo>
                          <a:pt x="2238270" y="847806"/>
                          <a:pt x="2221124" y="840186"/>
                          <a:pt x="2215410" y="830661"/>
                        </a:cubicBezTo>
                        <a:cubicBezTo>
                          <a:pt x="2209695" y="821136"/>
                          <a:pt x="2199216" y="807801"/>
                          <a:pt x="2186835" y="810659"/>
                        </a:cubicBezTo>
                        <a:cubicBezTo>
                          <a:pt x="2175404" y="813516"/>
                          <a:pt x="2131589" y="817326"/>
                          <a:pt x="2119207" y="830661"/>
                        </a:cubicBezTo>
                        <a:cubicBezTo>
                          <a:pt x="2105872" y="843044"/>
                          <a:pt x="2121112" y="879239"/>
                          <a:pt x="2128732" y="897336"/>
                        </a:cubicBezTo>
                        <a:cubicBezTo>
                          <a:pt x="2136352" y="915434"/>
                          <a:pt x="2090632" y="939246"/>
                          <a:pt x="2092537" y="953534"/>
                        </a:cubicBezTo>
                        <a:cubicBezTo>
                          <a:pt x="2093489" y="967821"/>
                          <a:pt x="2079202" y="973536"/>
                          <a:pt x="2059199" y="984966"/>
                        </a:cubicBezTo>
                        <a:cubicBezTo>
                          <a:pt x="2039197" y="996396"/>
                          <a:pt x="2018241" y="1004969"/>
                          <a:pt x="2018241" y="1023066"/>
                        </a:cubicBezTo>
                        <a:cubicBezTo>
                          <a:pt x="2019195" y="1041164"/>
                          <a:pt x="1992524" y="1031639"/>
                          <a:pt x="1978237" y="1023066"/>
                        </a:cubicBezTo>
                        <a:cubicBezTo>
                          <a:pt x="1964902" y="1014494"/>
                          <a:pt x="1946804" y="1027829"/>
                          <a:pt x="1926802" y="1026876"/>
                        </a:cubicBezTo>
                        <a:cubicBezTo>
                          <a:pt x="1906799" y="1025924"/>
                          <a:pt x="1906799" y="1008779"/>
                          <a:pt x="1891559" y="1014494"/>
                        </a:cubicBezTo>
                        <a:cubicBezTo>
                          <a:pt x="1876320" y="1021161"/>
                          <a:pt x="1865841" y="1006874"/>
                          <a:pt x="1869652" y="994491"/>
                        </a:cubicBezTo>
                        <a:cubicBezTo>
                          <a:pt x="1874414" y="982109"/>
                          <a:pt x="1891559" y="991634"/>
                          <a:pt x="1893464" y="1001159"/>
                        </a:cubicBezTo>
                        <a:cubicBezTo>
                          <a:pt x="1894416" y="1010684"/>
                          <a:pt x="1905847" y="1005921"/>
                          <a:pt x="1919182" y="998301"/>
                        </a:cubicBezTo>
                        <a:cubicBezTo>
                          <a:pt x="1932516" y="990681"/>
                          <a:pt x="1925849" y="1007826"/>
                          <a:pt x="1944899" y="1009731"/>
                        </a:cubicBezTo>
                        <a:cubicBezTo>
                          <a:pt x="1963949" y="1011636"/>
                          <a:pt x="1953472" y="999254"/>
                          <a:pt x="1967759" y="1000206"/>
                        </a:cubicBezTo>
                        <a:cubicBezTo>
                          <a:pt x="1982047" y="1002111"/>
                          <a:pt x="1982999" y="996396"/>
                          <a:pt x="1978237" y="988776"/>
                        </a:cubicBezTo>
                        <a:cubicBezTo>
                          <a:pt x="1973474" y="981156"/>
                          <a:pt x="1988714" y="975441"/>
                          <a:pt x="1998239" y="971631"/>
                        </a:cubicBezTo>
                        <a:cubicBezTo>
                          <a:pt x="2008716" y="966869"/>
                          <a:pt x="2003002" y="951629"/>
                          <a:pt x="2011574" y="945914"/>
                        </a:cubicBezTo>
                        <a:cubicBezTo>
                          <a:pt x="2020147" y="941151"/>
                          <a:pt x="2014432" y="930674"/>
                          <a:pt x="2023004" y="930674"/>
                        </a:cubicBezTo>
                        <a:cubicBezTo>
                          <a:pt x="2032529" y="929721"/>
                          <a:pt x="2036339" y="915434"/>
                          <a:pt x="2044912" y="915434"/>
                        </a:cubicBezTo>
                        <a:cubicBezTo>
                          <a:pt x="2053484" y="915434"/>
                          <a:pt x="2058247" y="900194"/>
                          <a:pt x="2052532" y="892574"/>
                        </a:cubicBezTo>
                        <a:cubicBezTo>
                          <a:pt x="2047770" y="884954"/>
                          <a:pt x="2055389" y="863999"/>
                          <a:pt x="2063962" y="861141"/>
                        </a:cubicBezTo>
                        <a:cubicBezTo>
                          <a:pt x="2072534" y="858284"/>
                          <a:pt x="2073487" y="849711"/>
                          <a:pt x="2064914" y="843044"/>
                        </a:cubicBezTo>
                        <a:cubicBezTo>
                          <a:pt x="2057295" y="836376"/>
                          <a:pt x="2028720" y="815421"/>
                          <a:pt x="2030624" y="802086"/>
                        </a:cubicBezTo>
                        <a:cubicBezTo>
                          <a:pt x="2032529" y="788751"/>
                          <a:pt x="2024909" y="763986"/>
                          <a:pt x="2029672" y="753509"/>
                        </a:cubicBezTo>
                        <a:cubicBezTo>
                          <a:pt x="2033482" y="743031"/>
                          <a:pt x="2030624" y="721124"/>
                          <a:pt x="2028720" y="708741"/>
                        </a:cubicBezTo>
                        <a:cubicBezTo>
                          <a:pt x="2027766" y="696359"/>
                          <a:pt x="2036339" y="682071"/>
                          <a:pt x="2040149" y="658259"/>
                        </a:cubicBezTo>
                        <a:cubicBezTo>
                          <a:pt x="2043959" y="635399"/>
                          <a:pt x="2017289" y="610634"/>
                          <a:pt x="2003954" y="603966"/>
                        </a:cubicBezTo>
                        <a:cubicBezTo>
                          <a:pt x="1990620" y="597299"/>
                          <a:pt x="1999191" y="584916"/>
                          <a:pt x="2018241" y="567771"/>
                        </a:cubicBezTo>
                        <a:cubicBezTo>
                          <a:pt x="2037291" y="550626"/>
                          <a:pt x="2038245" y="498239"/>
                          <a:pt x="2037291" y="486809"/>
                        </a:cubicBezTo>
                        <a:cubicBezTo>
                          <a:pt x="2036339" y="475379"/>
                          <a:pt x="1997287" y="465854"/>
                          <a:pt x="1982047" y="466806"/>
                        </a:cubicBezTo>
                        <a:cubicBezTo>
                          <a:pt x="1973474" y="467759"/>
                          <a:pt x="1949662" y="466806"/>
                          <a:pt x="1929659" y="465854"/>
                        </a:cubicBezTo>
                        <a:cubicBezTo>
                          <a:pt x="1926802" y="466806"/>
                          <a:pt x="1924897" y="466806"/>
                          <a:pt x="1922039" y="466806"/>
                        </a:cubicBezTo>
                        <a:cubicBezTo>
                          <a:pt x="1924897" y="476331"/>
                          <a:pt x="1922991" y="487761"/>
                          <a:pt x="1917277" y="499191"/>
                        </a:cubicBezTo>
                        <a:cubicBezTo>
                          <a:pt x="1891559" y="544911"/>
                          <a:pt x="1879177" y="596346"/>
                          <a:pt x="1821074" y="613491"/>
                        </a:cubicBezTo>
                        <a:cubicBezTo>
                          <a:pt x="1819170" y="614444"/>
                          <a:pt x="1817264" y="614444"/>
                          <a:pt x="1816312" y="614444"/>
                        </a:cubicBezTo>
                        <a:cubicBezTo>
                          <a:pt x="1807739" y="627779"/>
                          <a:pt x="1800120" y="640161"/>
                          <a:pt x="1791547" y="653496"/>
                        </a:cubicBezTo>
                        <a:cubicBezTo>
                          <a:pt x="1791547" y="653496"/>
                          <a:pt x="1792499" y="653496"/>
                          <a:pt x="1792499" y="653496"/>
                        </a:cubicBezTo>
                        <a:cubicBezTo>
                          <a:pt x="1800120" y="657306"/>
                          <a:pt x="1791547" y="687786"/>
                          <a:pt x="1787737" y="691596"/>
                        </a:cubicBezTo>
                        <a:cubicBezTo>
                          <a:pt x="1782974" y="695406"/>
                          <a:pt x="1796309" y="706836"/>
                          <a:pt x="1784879" y="714456"/>
                        </a:cubicBezTo>
                        <a:cubicBezTo>
                          <a:pt x="1773449" y="722076"/>
                          <a:pt x="1762972" y="738269"/>
                          <a:pt x="1769639" y="746841"/>
                        </a:cubicBezTo>
                        <a:cubicBezTo>
                          <a:pt x="1776307" y="755414"/>
                          <a:pt x="1807739" y="759224"/>
                          <a:pt x="1822027" y="767796"/>
                        </a:cubicBezTo>
                        <a:cubicBezTo>
                          <a:pt x="1835362" y="776369"/>
                          <a:pt x="1830599" y="791609"/>
                          <a:pt x="1841077" y="806849"/>
                        </a:cubicBezTo>
                        <a:cubicBezTo>
                          <a:pt x="1851554" y="822089"/>
                          <a:pt x="1862984" y="812564"/>
                          <a:pt x="1867747" y="822089"/>
                        </a:cubicBezTo>
                        <a:cubicBezTo>
                          <a:pt x="1873462" y="831614"/>
                          <a:pt x="1848697" y="867809"/>
                          <a:pt x="1840124" y="869714"/>
                        </a:cubicBezTo>
                        <a:cubicBezTo>
                          <a:pt x="1831552" y="871619"/>
                          <a:pt x="1797262" y="832566"/>
                          <a:pt x="1786784" y="823994"/>
                        </a:cubicBezTo>
                        <a:cubicBezTo>
                          <a:pt x="1776307" y="815421"/>
                          <a:pt x="1735349" y="802086"/>
                          <a:pt x="1715347" y="790656"/>
                        </a:cubicBezTo>
                        <a:cubicBezTo>
                          <a:pt x="1695345" y="779226"/>
                          <a:pt x="1679152" y="780179"/>
                          <a:pt x="1657245" y="764939"/>
                        </a:cubicBezTo>
                        <a:cubicBezTo>
                          <a:pt x="1649624" y="766844"/>
                          <a:pt x="1641052" y="767796"/>
                          <a:pt x="1632479" y="768749"/>
                        </a:cubicBezTo>
                        <a:cubicBezTo>
                          <a:pt x="1608666" y="770654"/>
                          <a:pt x="1585807" y="765891"/>
                          <a:pt x="1563899" y="756366"/>
                        </a:cubicBezTo>
                        <a:cubicBezTo>
                          <a:pt x="1555327" y="752556"/>
                          <a:pt x="1545802" y="744936"/>
                          <a:pt x="1536277" y="738269"/>
                        </a:cubicBezTo>
                        <a:cubicBezTo>
                          <a:pt x="1516274" y="735411"/>
                          <a:pt x="1502939" y="731601"/>
                          <a:pt x="1493414" y="732554"/>
                        </a:cubicBezTo>
                        <a:cubicBezTo>
                          <a:pt x="1480079" y="734459"/>
                          <a:pt x="1484841" y="717314"/>
                          <a:pt x="1461029" y="706836"/>
                        </a:cubicBezTo>
                        <a:cubicBezTo>
                          <a:pt x="1437216" y="695406"/>
                          <a:pt x="1421024" y="680166"/>
                          <a:pt x="1407689" y="687786"/>
                        </a:cubicBezTo>
                        <a:cubicBezTo>
                          <a:pt x="1394354" y="695406"/>
                          <a:pt x="1399116" y="723981"/>
                          <a:pt x="1420072" y="726839"/>
                        </a:cubicBezTo>
                        <a:cubicBezTo>
                          <a:pt x="1441027" y="730649"/>
                          <a:pt x="1430549" y="742079"/>
                          <a:pt x="1452457" y="741126"/>
                        </a:cubicBezTo>
                        <a:cubicBezTo>
                          <a:pt x="1474364" y="740174"/>
                          <a:pt x="1481032" y="747794"/>
                          <a:pt x="1481032" y="763034"/>
                        </a:cubicBezTo>
                        <a:cubicBezTo>
                          <a:pt x="1480079" y="778274"/>
                          <a:pt x="1491509" y="792561"/>
                          <a:pt x="1501034" y="802086"/>
                        </a:cubicBezTo>
                        <a:cubicBezTo>
                          <a:pt x="1510559" y="811611"/>
                          <a:pt x="1504845" y="827804"/>
                          <a:pt x="1487699" y="827804"/>
                        </a:cubicBezTo>
                        <a:cubicBezTo>
                          <a:pt x="1469602" y="827804"/>
                          <a:pt x="1449599" y="830661"/>
                          <a:pt x="1457220" y="843996"/>
                        </a:cubicBezTo>
                        <a:cubicBezTo>
                          <a:pt x="1464839" y="857331"/>
                          <a:pt x="1452457" y="861141"/>
                          <a:pt x="1434359" y="853521"/>
                        </a:cubicBezTo>
                        <a:cubicBezTo>
                          <a:pt x="1416262" y="846854"/>
                          <a:pt x="1426739" y="833519"/>
                          <a:pt x="1434359" y="824946"/>
                        </a:cubicBezTo>
                        <a:cubicBezTo>
                          <a:pt x="1441979" y="817326"/>
                          <a:pt x="1419120" y="807801"/>
                          <a:pt x="1407689" y="803039"/>
                        </a:cubicBezTo>
                        <a:cubicBezTo>
                          <a:pt x="1396259" y="799229"/>
                          <a:pt x="1352445" y="834471"/>
                          <a:pt x="1340062" y="839234"/>
                        </a:cubicBezTo>
                        <a:cubicBezTo>
                          <a:pt x="1327679" y="844949"/>
                          <a:pt x="1297199" y="830661"/>
                          <a:pt x="1265766" y="839234"/>
                        </a:cubicBezTo>
                        <a:cubicBezTo>
                          <a:pt x="1234334" y="847806"/>
                          <a:pt x="1236239" y="874476"/>
                          <a:pt x="1224809" y="871619"/>
                        </a:cubicBezTo>
                        <a:cubicBezTo>
                          <a:pt x="1213379" y="868761"/>
                          <a:pt x="1178137" y="875429"/>
                          <a:pt x="1165754" y="866856"/>
                        </a:cubicBezTo>
                        <a:cubicBezTo>
                          <a:pt x="1152420" y="858284"/>
                          <a:pt x="1162897" y="853521"/>
                          <a:pt x="1177184" y="854474"/>
                        </a:cubicBezTo>
                        <a:cubicBezTo>
                          <a:pt x="1190520" y="855426"/>
                          <a:pt x="1195282" y="850664"/>
                          <a:pt x="1187662" y="840186"/>
                        </a:cubicBezTo>
                        <a:cubicBezTo>
                          <a:pt x="1180041" y="830661"/>
                          <a:pt x="1198139" y="814469"/>
                          <a:pt x="1197187" y="807801"/>
                        </a:cubicBezTo>
                        <a:cubicBezTo>
                          <a:pt x="1196234" y="801134"/>
                          <a:pt x="1145752" y="819231"/>
                          <a:pt x="1137179" y="826851"/>
                        </a:cubicBezTo>
                        <a:cubicBezTo>
                          <a:pt x="1128607" y="834471"/>
                          <a:pt x="1138132" y="848759"/>
                          <a:pt x="1128607" y="853521"/>
                        </a:cubicBezTo>
                        <a:cubicBezTo>
                          <a:pt x="1119082" y="858284"/>
                          <a:pt x="1119082" y="844949"/>
                          <a:pt x="1108604" y="841139"/>
                        </a:cubicBezTo>
                        <a:cubicBezTo>
                          <a:pt x="1098127" y="837329"/>
                          <a:pt x="1021926" y="856379"/>
                          <a:pt x="1007639" y="873524"/>
                        </a:cubicBezTo>
                        <a:cubicBezTo>
                          <a:pt x="993351" y="891621"/>
                          <a:pt x="964776" y="891621"/>
                          <a:pt x="964776" y="902099"/>
                        </a:cubicBezTo>
                        <a:cubicBezTo>
                          <a:pt x="964776" y="911624"/>
                          <a:pt x="930487" y="911624"/>
                          <a:pt x="916199" y="918291"/>
                        </a:cubicBezTo>
                        <a:cubicBezTo>
                          <a:pt x="902864" y="924959"/>
                          <a:pt x="911437" y="954486"/>
                          <a:pt x="906674" y="968774"/>
                        </a:cubicBezTo>
                        <a:cubicBezTo>
                          <a:pt x="901912" y="983061"/>
                          <a:pt x="847619" y="978299"/>
                          <a:pt x="831426" y="979251"/>
                        </a:cubicBezTo>
                        <a:cubicBezTo>
                          <a:pt x="815234" y="980204"/>
                          <a:pt x="809519" y="944961"/>
                          <a:pt x="796184" y="943056"/>
                        </a:cubicBezTo>
                        <a:cubicBezTo>
                          <a:pt x="782849" y="941151"/>
                          <a:pt x="790469" y="921149"/>
                          <a:pt x="795232" y="912576"/>
                        </a:cubicBezTo>
                        <a:cubicBezTo>
                          <a:pt x="799042" y="904004"/>
                          <a:pt x="809519" y="910671"/>
                          <a:pt x="825712" y="900194"/>
                        </a:cubicBezTo>
                        <a:cubicBezTo>
                          <a:pt x="841904" y="888764"/>
                          <a:pt x="858097" y="905909"/>
                          <a:pt x="864764" y="898289"/>
                        </a:cubicBezTo>
                        <a:cubicBezTo>
                          <a:pt x="871432" y="890669"/>
                          <a:pt x="839999" y="869714"/>
                          <a:pt x="838094" y="852569"/>
                        </a:cubicBezTo>
                        <a:cubicBezTo>
                          <a:pt x="836189" y="835424"/>
                          <a:pt x="801899" y="829709"/>
                          <a:pt x="781897" y="835424"/>
                        </a:cubicBezTo>
                        <a:cubicBezTo>
                          <a:pt x="773324" y="838281"/>
                          <a:pt x="763799" y="838281"/>
                          <a:pt x="755226" y="837329"/>
                        </a:cubicBezTo>
                        <a:cubicBezTo>
                          <a:pt x="753322" y="843996"/>
                          <a:pt x="750464" y="850664"/>
                          <a:pt x="746654" y="856379"/>
                        </a:cubicBezTo>
                        <a:cubicBezTo>
                          <a:pt x="750464" y="863999"/>
                          <a:pt x="745701" y="873524"/>
                          <a:pt x="748559" y="881144"/>
                        </a:cubicBezTo>
                        <a:cubicBezTo>
                          <a:pt x="751417" y="891621"/>
                          <a:pt x="743797" y="915434"/>
                          <a:pt x="731414" y="934484"/>
                        </a:cubicBezTo>
                        <a:cubicBezTo>
                          <a:pt x="719984" y="952581"/>
                          <a:pt x="728557" y="952581"/>
                          <a:pt x="745701" y="951629"/>
                        </a:cubicBezTo>
                        <a:cubicBezTo>
                          <a:pt x="763799" y="950676"/>
                          <a:pt x="761894" y="975441"/>
                          <a:pt x="761894" y="993539"/>
                        </a:cubicBezTo>
                        <a:cubicBezTo>
                          <a:pt x="761894" y="1011636"/>
                          <a:pt x="748559" y="1016399"/>
                          <a:pt x="748559" y="1030686"/>
                        </a:cubicBezTo>
                        <a:cubicBezTo>
                          <a:pt x="748559" y="1044021"/>
                          <a:pt x="734272" y="1024019"/>
                          <a:pt x="729509" y="1029734"/>
                        </a:cubicBezTo>
                        <a:cubicBezTo>
                          <a:pt x="724747" y="1035449"/>
                          <a:pt x="719032" y="1026876"/>
                          <a:pt x="716174" y="1015446"/>
                        </a:cubicBezTo>
                        <a:cubicBezTo>
                          <a:pt x="713317" y="1004016"/>
                          <a:pt x="686647" y="1010684"/>
                          <a:pt x="671407" y="1005921"/>
                        </a:cubicBezTo>
                        <a:cubicBezTo>
                          <a:pt x="656167" y="1002111"/>
                          <a:pt x="650451" y="1008779"/>
                          <a:pt x="643784" y="1021161"/>
                        </a:cubicBezTo>
                        <a:cubicBezTo>
                          <a:pt x="636164" y="1033544"/>
                          <a:pt x="615209" y="1038306"/>
                          <a:pt x="604732" y="1039259"/>
                        </a:cubicBezTo>
                        <a:cubicBezTo>
                          <a:pt x="592349" y="1041164"/>
                          <a:pt x="574251" y="1064024"/>
                          <a:pt x="561869" y="1072596"/>
                        </a:cubicBezTo>
                        <a:cubicBezTo>
                          <a:pt x="550439" y="1081169"/>
                          <a:pt x="548534" y="1097361"/>
                          <a:pt x="564726" y="1114506"/>
                        </a:cubicBezTo>
                        <a:cubicBezTo>
                          <a:pt x="580919" y="1131651"/>
                          <a:pt x="584729" y="1143081"/>
                          <a:pt x="582824" y="1151654"/>
                        </a:cubicBezTo>
                        <a:cubicBezTo>
                          <a:pt x="581872" y="1161179"/>
                          <a:pt x="537104" y="1158321"/>
                          <a:pt x="529484" y="1147844"/>
                        </a:cubicBezTo>
                        <a:cubicBezTo>
                          <a:pt x="521864" y="1138319"/>
                          <a:pt x="493289" y="1134509"/>
                          <a:pt x="483764" y="1136414"/>
                        </a:cubicBezTo>
                        <a:cubicBezTo>
                          <a:pt x="474239" y="1138319"/>
                          <a:pt x="447569" y="1104981"/>
                          <a:pt x="433282" y="1104029"/>
                        </a:cubicBezTo>
                        <a:cubicBezTo>
                          <a:pt x="419947" y="1103076"/>
                          <a:pt x="411374" y="1121174"/>
                          <a:pt x="406612" y="1130699"/>
                        </a:cubicBezTo>
                        <a:cubicBezTo>
                          <a:pt x="401849" y="1140224"/>
                          <a:pt x="413279" y="1143081"/>
                          <a:pt x="419947" y="1158321"/>
                        </a:cubicBezTo>
                        <a:cubicBezTo>
                          <a:pt x="426614" y="1173561"/>
                          <a:pt x="450426" y="1174514"/>
                          <a:pt x="462809" y="1174514"/>
                        </a:cubicBezTo>
                        <a:cubicBezTo>
                          <a:pt x="475192" y="1174514"/>
                          <a:pt x="470429" y="1194516"/>
                          <a:pt x="466619" y="1203089"/>
                        </a:cubicBezTo>
                        <a:cubicBezTo>
                          <a:pt x="462809" y="1211661"/>
                          <a:pt x="439949" y="1218329"/>
                          <a:pt x="433282" y="1208804"/>
                        </a:cubicBezTo>
                        <a:cubicBezTo>
                          <a:pt x="426614" y="1199279"/>
                          <a:pt x="398992" y="1208804"/>
                          <a:pt x="398992" y="1197374"/>
                        </a:cubicBezTo>
                        <a:cubicBezTo>
                          <a:pt x="398039" y="1185944"/>
                          <a:pt x="378989" y="1168799"/>
                          <a:pt x="358034" y="1172609"/>
                        </a:cubicBezTo>
                        <a:cubicBezTo>
                          <a:pt x="338032" y="1176419"/>
                          <a:pt x="334222" y="1162131"/>
                          <a:pt x="335174" y="1144986"/>
                        </a:cubicBezTo>
                        <a:cubicBezTo>
                          <a:pt x="336126" y="1127841"/>
                          <a:pt x="323744" y="1118316"/>
                          <a:pt x="324697" y="1110696"/>
                        </a:cubicBezTo>
                        <a:cubicBezTo>
                          <a:pt x="325649" y="1103076"/>
                          <a:pt x="315172" y="1087836"/>
                          <a:pt x="325649" y="1079264"/>
                        </a:cubicBezTo>
                        <a:cubicBezTo>
                          <a:pt x="336126" y="1071644"/>
                          <a:pt x="328507" y="1059261"/>
                          <a:pt x="328507" y="1048784"/>
                        </a:cubicBezTo>
                        <a:cubicBezTo>
                          <a:pt x="329459" y="1038306"/>
                          <a:pt x="310409" y="1022114"/>
                          <a:pt x="294217" y="1022114"/>
                        </a:cubicBezTo>
                        <a:cubicBezTo>
                          <a:pt x="278024" y="1022114"/>
                          <a:pt x="280882" y="1004016"/>
                          <a:pt x="267547" y="1001159"/>
                        </a:cubicBezTo>
                        <a:cubicBezTo>
                          <a:pt x="254212" y="997349"/>
                          <a:pt x="226589" y="972584"/>
                          <a:pt x="224684" y="962106"/>
                        </a:cubicBezTo>
                        <a:cubicBezTo>
                          <a:pt x="222779" y="951629"/>
                          <a:pt x="201824" y="949724"/>
                          <a:pt x="209444" y="946866"/>
                        </a:cubicBezTo>
                        <a:cubicBezTo>
                          <a:pt x="217064" y="943056"/>
                          <a:pt x="233257" y="947819"/>
                          <a:pt x="244687" y="961154"/>
                        </a:cubicBezTo>
                        <a:cubicBezTo>
                          <a:pt x="256117" y="973536"/>
                          <a:pt x="275167" y="984966"/>
                          <a:pt x="305647" y="989729"/>
                        </a:cubicBezTo>
                        <a:cubicBezTo>
                          <a:pt x="336126" y="993539"/>
                          <a:pt x="348509" y="1009731"/>
                          <a:pt x="382799" y="1015446"/>
                        </a:cubicBezTo>
                        <a:cubicBezTo>
                          <a:pt x="417089" y="1022114"/>
                          <a:pt x="437092" y="1025924"/>
                          <a:pt x="485669" y="1033544"/>
                        </a:cubicBezTo>
                        <a:cubicBezTo>
                          <a:pt x="534247" y="1041164"/>
                          <a:pt x="599969" y="987824"/>
                          <a:pt x="613304" y="972584"/>
                        </a:cubicBezTo>
                        <a:cubicBezTo>
                          <a:pt x="624734" y="960201"/>
                          <a:pt x="614257" y="936389"/>
                          <a:pt x="610447" y="922101"/>
                        </a:cubicBezTo>
                        <a:cubicBezTo>
                          <a:pt x="589492" y="920196"/>
                          <a:pt x="571394" y="906861"/>
                          <a:pt x="555201" y="889716"/>
                        </a:cubicBezTo>
                        <a:cubicBezTo>
                          <a:pt x="554249" y="887811"/>
                          <a:pt x="552344" y="886859"/>
                          <a:pt x="551392" y="885906"/>
                        </a:cubicBezTo>
                        <a:cubicBezTo>
                          <a:pt x="548534" y="885906"/>
                          <a:pt x="544724" y="884954"/>
                          <a:pt x="542819" y="884954"/>
                        </a:cubicBezTo>
                        <a:cubicBezTo>
                          <a:pt x="520912" y="884001"/>
                          <a:pt x="500909" y="875429"/>
                          <a:pt x="487574" y="859236"/>
                        </a:cubicBezTo>
                        <a:cubicBezTo>
                          <a:pt x="481859" y="851616"/>
                          <a:pt x="477097" y="843044"/>
                          <a:pt x="475192" y="834471"/>
                        </a:cubicBezTo>
                        <a:cubicBezTo>
                          <a:pt x="467572" y="829709"/>
                          <a:pt x="458999" y="823041"/>
                          <a:pt x="448522" y="815421"/>
                        </a:cubicBezTo>
                        <a:cubicBezTo>
                          <a:pt x="439949" y="814469"/>
                          <a:pt x="431376" y="810659"/>
                          <a:pt x="422804" y="803991"/>
                        </a:cubicBezTo>
                        <a:cubicBezTo>
                          <a:pt x="431376" y="810659"/>
                          <a:pt x="402801" y="804944"/>
                          <a:pt x="398039" y="803991"/>
                        </a:cubicBezTo>
                        <a:cubicBezTo>
                          <a:pt x="387562" y="802086"/>
                          <a:pt x="378037" y="798276"/>
                          <a:pt x="368512" y="793514"/>
                        </a:cubicBezTo>
                        <a:cubicBezTo>
                          <a:pt x="355176" y="787799"/>
                          <a:pt x="341842" y="781131"/>
                          <a:pt x="329459" y="774464"/>
                        </a:cubicBezTo>
                        <a:cubicBezTo>
                          <a:pt x="327554" y="774464"/>
                          <a:pt x="325649" y="773511"/>
                          <a:pt x="323744" y="771606"/>
                        </a:cubicBezTo>
                        <a:cubicBezTo>
                          <a:pt x="320887" y="769701"/>
                          <a:pt x="318029" y="768749"/>
                          <a:pt x="315172" y="766844"/>
                        </a:cubicBezTo>
                        <a:cubicBezTo>
                          <a:pt x="310409" y="764939"/>
                          <a:pt x="306599" y="762081"/>
                          <a:pt x="302789" y="760176"/>
                        </a:cubicBezTo>
                        <a:cubicBezTo>
                          <a:pt x="298026" y="761129"/>
                          <a:pt x="293264" y="763034"/>
                          <a:pt x="289454" y="766844"/>
                        </a:cubicBezTo>
                        <a:cubicBezTo>
                          <a:pt x="278976" y="775416"/>
                          <a:pt x="268499" y="759224"/>
                          <a:pt x="248497" y="763986"/>
                        </a:cubicBezTo>
                        <a:cubicBezTo>
                          <a:pt x="228494" y="768749"/>
                          <a:pt x="218017" y="754461"/>
                          <a:pt x="223732" y="748746"/>
                        </a:cubicBezTo>
                        <a:cubicBezTo>
                          <a:pt x="228494" y="742079"/>
                          <a:pt x="258022" y="747794"/>
                          <a:pt x="256117" y="737316"/>
                        </a:cubicBezTo>
                        <a:cubicBezTo>
                          <a:pt x="255164" y="726839"/>
                          <a:pt x="244687" y="737316"/>
                          <a:pt x="226589" y="724934"/>
                        </a:cubicBezTo>
                        <a:cubicBezTo>
                          <a:pt x="208492" y="712551"/>
                          <a:pt x="198967" y="721124"/>
                          <a:pt x="195157" y="731601"/>
                        </a:cubicBezTo>
                        <a:cubicBezTo>
                          <a:pt x="191347" y="742079"/>
                          <a:pt x="177059" y="739221"/>
                          <a:pt x="168487" y="730649"/>
                        </a:cubicBezTo>
                        <a:cubicBezTo>
                          <a:pt x="167534" y="729696"/>
                          <a:pt x="166582" y="728744"/>
                          <a:pt x="165629" y="728744"/>
                        </a:cubicBezTo>
                        <a:cubicBezTo>
                          <a:pt x="162772" y="746841"/>
                          <a:pt x="153247" y="747794"/>
                          <a:pt x="142769" y="745889"/>
                        </a:cubicBezTo>
                        <a:cubicBezTo>
                          <a:pt x="131339" y="743031"/>
                          <a:pt x="118957" y="763986"/>
                          <a:pt x="106574" y="763986"/>
                        </a:cubicBezTo>
                        <a:cubicBezTo>
                          <a:pt x="93239" y="763986"/>
                          <a:pt x="78951" y="779226"/>
                          <a:pt x="76094" y="792561"/>
                        </a:cubicBezTo>
                        <a:cubicBezTo>
                          <a:pt x="73237" y="804944"/>
                          <a:pt x="58949" y="798276"/>
                          <a:pt x="58949" y="806849"/>
                        </a:cubicBezTo>
                        <a:cubicBezTo>
                          <a:pt x="58949" y="815421"/>
                          <a:pt x="58949" y="823994"/>
                          <a:pt x="52282" y="832566"/>
                        </a:cubicBezTo>
                        <a:cubicBezTo>
                          <a:pt x="45614" y="841139"/>
                          <a:pt x="52282" y="844949"/>
                          <a:pt x="58949" y="859236"/>
                        </a:cubicBezTo>
                        <a:cubicBezTo>
                          <a:pt x="65617" y="873524"/>
                          <a:pt x="79904" y="871619"/>
                          <a:pt x="86572" y="876381"/>
                        </a:cubicBezTo>
                        <a:cubicBezTo>
                          <a:pt x="93239" y="880191"/>
                          <a:pt x="118004" y="903051"/>
                          <a:pt x="118004" y="911624"/>
                        </a:cubicBezTo>
                        <a:cubicBezTo>
                          <a:pt x="118004" y="920196"/>
                          <a:pt x="98001" y="941151"/>
                          <a:pt x="90382" y="946866"/>
                        </a:cubicBezTo>
                        <a:cubicBezTo>
                          <a:pt x="82762" y="952581"/>
                          <a:pt x="72284" y="966869"/>
                          <a:pt x="77047" y="975441"/>
                        </a:cubicBezTo>
                        <a:cubicBezTo>
                          <a:pt x="82762" y="984014"/>
                          <a:pt x="104669" y="1019256"/>
                          <a:pt x="118957" y="1047831"/>
                        </a:cubicBezTo>
                        <a:cubicBezTo>
                          <a:pt x="133244" y="1076406"/>
                          <a:pt x="114194" y="1063071"/>
                          <a:pt x="104669" y="1076406"/>
                        </a:cubicBezTo>
                        <a:cubicBezTo>
                          <a:pt x="95144" y="1088789"/>
                          <a:pt x="108479" y="1104981"/>
                          <a:pt x="111337" y="1113554"/>
                        </a:cubicBezTo>
                        <a:cubicBezTo>
                          <a:pt x="114194" y="1122126"/>
                          <a:pt x="99907" y="1120221"/>
                          <a:pt x="100859" y="1127841"/>
                        </a:cubicBezTo>
                        <a:cubicBezTo>
                          <a:pt x="101812" y="1134509"/>
                          <a:pt x="121814" y="1137366"/>
                          <a:pt x="122767" y="1143081"/>
                        </a:cubicBezTo>
                        <a:cubicBezTo>
                          <a:pt x="123719" y="1148796"/>
                          <a:pt x="109432" y="1155464"/>
                          <a:pt x="116099" y="1166894"/>
                        </a:cubicBezTo>
                        <a:cubicBezTo>
                          <a:pt x="122767" y="1178324"/>
                          <a:pt x="138007" y="1178324"/>
                          <a:pt x="139912" y="1192611"/>
                        </a:cubicBezTo>
                        <a:cubicBezTo>
                          <a:pt x="140864" y="1206899"/>
                          <a:pt x="111337" y="1207851"/>
                          <a:pt x="112289" y="1219281"/>
                        </a:cubicBezTo>
                        <a:cubicBezTo>
                          <a:pt x="113242" y="1230711"/>
                          <a:pt x="151342" y="1244999"/>
                          <a:pt x="168487" y="1265954"/>
                        </a:cubicBezTo>
                        <a:cubicBezTo>
                          <a:pt x="185632" y="1286909"/>
                          <a:pt x="183726" y="1292624"/>
                          <a:pt x="179917" y="1304054"/>
                        </a:cubicBezTo>
                        <a:cubicBezTo>
                          <a:pt x="172297" y="1326914"/>
                          <a:pt x="124672" y="1345964"/>
                          <a:pt x="114194" y="1371681"/>
                        </a:cubicBezTo>
                        <a:cubicBezTo>
                          <a:pt x="103717" y="1397399"/>
                          <a:pt x="64664" y="1410734"/>
                          <a:pt x="46567" y="1430736"/>
                        </a:cubicBezTo>
                        <a:cubicBezTo>
                          <a:pt x="38947" y="1438356"/>
                          <a:pt x="31326" y="1449786"/>
                          <a:pt x="25612" y="1459311"/>
                        </a:cubicBezTo>
                        <a:cubicBezTo>
                          <a:pt x="33232" y="1457406"/>
                          <a:pt x="39899" y="1454549"/>
                          <a:pt x="43709" y="1452644"/>
                        </a:cubicBezTo>
                        <a:cubicBezTo>
                          <a:pt x="54187" y="1446929"/>
                          <a:pt x="61807" y="1474551"/>
                          <a:pt x="72284" y="1484076"/>
                        </a:cubicBezTo>
                        <a:cubicBezTo>
                          <a:pt x="82762" y="1493601"/>
                          <a:pt x="103717" y="1485029"/>
                          <a:pt x="110384" y="1493601"/>
                        </a:cubicBezTo>
                        <a:cubicBezTo>
                          <a:pt x="118004" y="1502174"/>
                          <a:pt x="104669" y="1503126"/>
                          <a:pt x="89429" y="1500269"/>
                        </a:cubicBezTo>
                        <a:cubicBezTo>
                          <a:pt x="74189" y="1497411"/>
                          <a:pt x="70379" y="1506936"/>
                          <a:pt x="46567" y="1515509"/>
                        </a:cubicBezTo>
                        <a:cubicBezTo>
                          <a:pt x="29422" y="1522176"/>
                          <a:pt x="30374" y="1528844"/>
                          <a:pt x="24659" y="1533606"/>
                        </a:cubicBezTo>
                        <a:cubicBezTo>
                          <a:pt x="35137" y="1549799"/>
                          <a:pt x="20849" y="1552656"/>
                          <a:pt x="16087" y="1565039"/>
                        </a:cubicBezTo>
                        <a:cubicBezTo>
                          <a:pt x="10372" y="1578374"/>
                          <a:pt x="2751" y="1581231"/>
                          <a:pt x="1799" y="1589804"/>
                        </a:cubicBezTo>
                        <a:cubicBezTo>
                          <a:pt x="847" y="1598376"/>
                          <a:pt x="3704" y="1605044"/>
                          <a:pt x="4657" y="1617426"/>
                        </a:cubicBezTo>
                        <a:cubicBezTo>
                          <a:pt x="5609" y="1629809"/>
                          <a:pt x="7514" y="1632666"/>
                          <a:pt x="14182" y="1643144"/>
                        </a:cubicBezTo>
                        <a:cubicBezTo>
                          <a:pt x="20849" y="1653621"/>
                          <a:pt x="8467" y="1653621"/>
                          <a:pt x="2751" y="1659336"/>
                        </a:cubicBezTo>
                        <a:cubicBezTo>
                          <a:pt x="-2963" y="1665051"/>
                          <a:pt x="847" y="1676481"/>
                          <a:pt x="8467" y="1685054"/>
                        </a:cubicBezTo>
                        <a:cubicBezTo>
                          <a:pt x="16087" y="1693626"/>
                          <a:pt x="16087" y="1704104"/>
                          <a:pt x="13229" y="1711724"/>
                        </a:cubicBezTo>
                        <a:cubicBezTo>
                          <a:pt x="10372" y="1719344"/>
                          <a:pt x="19897" y="1731726"/>
                          <a:pt x="26564" y="1739346"/>
                        </a:cubicBezTo>
                        <a:cubicBezTo>
                          <a:pt x="33232" y="1746966"/>
                          <a:pt x="32279" y="1766969"/>
                          <a:pt x="37994" y="1771731"/>
                        </a:cubicBezTo>
                        <a:cubicBezTo>
                          <a:pt x="43709" y="1777446"/>
                          <a:pt x="50376" y="1782209"/>
                          <a:pt x="61807" y="1779351"/>
                        </a:cubicBezTo>
                        <a:cubicBezTo>
                          <a:pt x="72284" y="1776494"/>
                          <a:pt x="79904" y="1781256"/>
                          <a:pt x="84667" y="1790781"/>
                        </a:cubicBezTo>
                        <a:cubicBezTo>
                          <a:pt x="89429" y="1800306"/>
                          <a:pt x="97049" y="1796496"/>
                          <a:pt x="108479" y="1790781"/>
                        </a:cubicBezTo>
                        <a:cubicBezTo>
                          <a:pt x="118957" y="1785066"/>
                          <a:pt x="143722" y="1800306"/>
                          <a:pt x="149437" y="1803164"/>
                        </a:cubicBezTo>
                        <a:cubicBezTo>
                          <a:pt x="155151" y="1806021"/>
                          <a:pt x="152294" y="1824119"/>
                          <a:pt x="153247" y="1835549"/>
                        </a:cubicBezTo>
                        <a:cubicBezTo>
                          <a:pt x="154199" y="1846979"/>
                          <a:pt x="147532" y="1862219"/>
                          <a:pt x="158009" y="1869839"/>
                        </a:cubicBezTo>
                        <a:cubicBezTo>
                          <a:pt x="168487" y="1877459"/>
                          <a:pt x="165629" y="1894604"/>
                          <a:pt x="178964" y="1899366"/>
                        </a:cubicBezTo>
                        <a:cubicBezTo>
                          <a:pt x="191347" y="1905081"/>
                          <a:pt x="197062" y="1924131"/>
                          <a:pt x="204682" y="1926036"/>
                        </a:cubicBezTo>
                        <a:cubicBezTo>
                          <a:pt x="212301" y="1927941"/>
                          <a:pt x="227542" y="1941276"/>
                          <a:pt x="229447" y="1950801"/>
                        </a:cubicBezTo>
                        <a:cubicBezTo>
                          <a:pt x="231351" y="1960326"/>
                          <a:pt x="216112" y="1968899"/>
                          <a:pt x="206587" y="1972709"/>
                        </a:cubicBezTo>
                        <a:cubicBezTo>
                          <a:pt x="198014" y="1976519"/>
                          <a:pt x="180869" y="1960326"/>
                          <a:pt x="175154" y="1966994"/>
                        </a:cubicBezTo>
                        <a:cubicBezTo>
                          <a:pt x="169439" y="1974614"/>
                          <a:pt x="177059" y="1987949"/>
                          <a:pt x="181822" y="2011761"/>
                        </a:cubicBezTo>
                        <a:cubicBezTo>
                          <a:pt x="186584" y="2034621"/>
                          <a:pt x="190394" y="2037479"/>
                          <a:pt x="200872" y="2037479"/>
                        </a:cubicBezTo>
                        <a:cubicBezTo>
                          <a:pt x="210397" y="2037479"/>
                          <a:pt x="214207" y="2029859"/>
                          <a:pt x="221826" y="2026049"/>
                        </a:cubicBezTo>
                        <a:cubicBezTo>
                          <a:pt x="228494" y="2022239"/>
                          <a:pt x="244687" y="2027954"/>
                          <a:pt x="251354" y="2025096"/>
                        </a:cubicBezTo>
                        <a:cubicBezTo>
                          <a:pt x="258022" y="2022239"/>
                          <a:pt x="282787" y="2021286"/>
                          <a:pt x="287549" y="2028906"/>
                        </a:cubicBezTo>
                        <a:cubicBezTo>
                          <a:pt x="292312" y="2037479"/>
                          <a:pt x="297074" y="2057481"/>
                          <a:pt x="293264" y="2065101"/>
                        </a:cubicBezTo>
                        <a:cubicBezTo>
                          <a:pt x="289454" y="2072721"/>
                          <a:pt x="298026" y="2081294"/>
                          <a:pt x="302789" y="2091771"/>
                        </a:cubicBezTo>
                        <a:cubicBezTo>
                          <a:pt x="307551" y="2102249"/>
                          <a:pt x="328507" y="2097486"/>
                          <a:pt x="335174" y="2100344"/>
                        </a:cubicBezTo>
                        <a:cubicBezTo>
                          <a:pt x="341842" y="2103201"/>
                          <a:pt x="358034" y="2127014"/>
                          <a:pt x="355176" y="2137491"/>
                        </a:cubicBezTo>
                        <a:cubicBezTo>
                          <a:pt x="352319" y="2147969"/>
                          <a:pt x="364701" y="2149874"/>
                          <a:pt x="372322" y="2147016"/>
                        </a:cubicBezTo>
                        <a:cubicBezTo>
                          <a:pt x="378989" y="2144159"/>
                          <a:pt x="385657" y="2152731"/>
                          <a:pt x="394229" y="2157494"/>
                        </a:cubicBezTo>
                        <a:cubicBezTo>
                          <a:pt x="401849" y="2163209"/>
                          <a:pt x="408517" y="2160351"/>
                          <a:pt x="417089" y="2155589"/>
                        </a:cubicBezTo>
                        <a:cubicBezTo>
                          <a:pt x="424709" y="2149874"/>
                          <a:pt x="438044" y="2146064"/>
                          <a:pt x="441854" y="2153684"/>
                        </a:cubicBezTo>
                        <a:cubicBezTo>
                          <a:pt x="445664" y="2161304"/>
                          <a:pt x="461857" y="2174639"/>
                          <a:pt x="461857" y="2179401"/>
                        </a:cubicBezTo>
                        <a:cubicBezTo>
                          <a:pt x="461857" y="2183211"/>
                          <a:pt x="486622" y="2179401"/>
                          <a:pt x="498051" y="2186069"/>
                        </a:cubicBezTo>
                        <a:cubicBezTo>
                          <a:pt x="509482" y="2192736"/>
                          <a:pt x="522817" y="2188926"/>
                          <a:pt x="535199" y="2196546"/>
                        </a:cubicBezTo>
                        <a:cubicBezTo>
                          <a:pt x="547582" y="2204166"/>
                          <a:pt x="559964" y="2205119"/>
                          <a:pt x="560917" y="2213691"/>
                        </a:cubicBezTo>
                        <a:cubicBezTo>
                          <a:pt x="561869" y="2222264"/>
                          <a:pt x="548534" y="2229884"/>
                          <a:pt x="548534" y="2233694"/>
                        </a:cubicBezTo>
                        <a:cubicBezTo>
                          <a:pt x="548534" y="2237504"/>
                          <a:pt x="559012" y="2241314"/>
                          <a:pt x="559012" y="2247029"/>
                        </a:cubicBezTo>
                        <a:cubicBezTo>
                          <a:pt x="559012" y="2253696"/>
                          <a:pt x="545676" y="2253696"/>
                          <a:pt x="543772" y="2258459"/>
                        </a:cubicBezTo>
                        <a:cubicBezTo>
                          <a:pt x="541867" y="2264174"/>
                          <a:pt x="551392" y="2270841"/>
                          <a:pt x="553297" y="2276556"/>
                        </a:cubicBezTo>
                        <a:cubicBezTo>
                          <a:pt x="555201" y="2282271"/>
                          <a:pt x="545676" y="2299416"/>
                          <a:pt x="545676" y="2305131"/>
                        </a:cubicBezTo>
                        <a:cubicBezTo>
                          <a:pt x="545676" y="2310846"/>
                          <a:pt x="516149" y="2304179"/>
                          <a:pt x="509482" y="2304179"/>
                        </a:cubicBezTo>
                        <a:cubicBezTo>
                          <a:pt x="502814" y="2304179"/>
                          <a:pt x="481859" y="2328944"/>
                          <a:pt x="475192" y="2329896"/>
                        </a:cubicBezTo>
                        <a:cubicBezTo>
                          <a:pt x="469476" y="2330849"/>
                          <a:pt x="472334" y="2342279"/>
                          <a:pt x="474239" y="2352756"/>
                        </a:cubicBezTo>
                        <a:cubicBezTo>
                          <a:pt x="495194" y="2347994"/>
                          <a:pt x="517101" y="2347041"/>
                          <a:pt x="519007" y="2351804"/>
                        </a:cubicBezTo>
                        <a:cubicBezTo>
                          <a:pt x="522817" y="2360376"/>
                          <a:pt x="473287" y="2383236"/>
                          <a:pt x="463762" y="2386094"/>
                        </a:cubicBezTo>
                        <a:cubicBezTo>
                          <a:pt x="454237" y="2389904"/>
                          <a:pt x="481859" y="2404191"/>
                          <a:pt x="480907" y="2412764"/>
                        </a:cubicBezTo>
                        <a:cubicBezTo>
                          <a:pt x="479954" y="2421336"/>
                          <a:pt x="452332" y="2423241"/>
                          <a:pt x="455189" y="2440386"/>
                        </a:cubicBezTo>
                        <a:cubicBezTo>
                          <a:pt x="458047" y="2457531"/>
                          <a:pt x="445664" y="2461341"/>
                          <a:pt x="431376" y="2461341"/>
                        </a:cubicBezTo>
                        <a:cubicBezTo>
                          <a:pt x="416137" y="2461341"/>
                          <a:pt x="412326" y="2470866"/>
                          <a:pt x="419947" y="2472771"/>
                        </a:cubicBezTo>
                        <a:cubicBezTo>
                          <a:pt x="427567" y="2474676"/>
                          <a:pt x="426614" y="2495631"/>
                          <a:pt x="454237" y="2503251"/>
                        </a:cubicBezTo>
                        <a:cubicBezTo>
                          <a:pt x="481859" y="2510871"/>
                          <a:pt x="512339" y="2539446"/>
                          <a:pt x="536151" y="2567069"/>
                        </a:cubicBezTo>
                        <a:cubicBezTo>
                          <a:pt x="539962" y="2570879"/>
                          <a:pt x="543772" y="2573736"/>
                          <a:pt x="547582" y="2576594"/>
                        </a:cubicBezTo>
                        <a:cubicBezTo>
                          <a:pt x="554249" y="2571831"/>
                          <a:pt x="560917" y="2568974"/>
                          <a:pt x="563774" y="2568021"/>
                        </a:cubicBezTo>
                        <a:cubicBezTo>
                          <a:pt x="577109" y="2566116"/>
                          <a:pt x="602826" y="2574689"/>
                          <a:pt x="617114" y="2585166"/>
                        </a:cubicBezTo>
                        <a:cubicBezTo>
                          <a:pt x="630449" y="2595644"/>
                          <a:pt x="679979" y="2583261"/>
                          <a:pt x="685694" y="2591834"/>
                        </a:cubicBezTo>
                        <a:cubicBezTo>
                          <a:pt x="691409" y="2600406"/>
                          <a:pt x="703792" y="2610884"/>
                          <a:pt x="713317" y="2610884"/>
                        </a:cubicBezTo>
                        <a:cubicBezTo>
                          <a:pt x="722842" y="2610884"/>
                          <a:pt x="733319" y="2631839"/>
                          <a:pt x="740939" y="2626124"/>
                        </a:cubicBezTo>
                        <a:cubicBezTo>
                          <a:pt x="748559" y="2619456"/>
                          <a:pt x="778087" y="2619456"/>
                          <a:pt x="785707" y="2619456"/>
                        </a:cubicBezTo>
                        <a:cubicBezTo>
                          <a:pt x="793326" y="2619456"/>
                          <a:pt x="793326" y="2626124"/>
                          <a:pt x="800947" y="2626124"/>
                        </a:cubicBezTo>
                        <a:cubicBezTo>
                          <a:pt x="808567" y="2626124"/>
                          <a:pt x="808567" y="2657556"/>
                          <a:pt x="814282" y="2655651"/>
                        </a:cubicBezTo>
                        <a:cubicBezTo>
                          <a:pt x="819997" y="2653746"/>
                          <a:pt x="841904" y="2674701"/>
                          <a:pt x="855239" y="2676606"/>
                        </a:cubicBezTo>
                        <a:cubicBezTo>
                          <a:pt x="868574" y="2678511"/>
                          <a:pt x="882862" y="2704229"/>
                          <a:pt x="888576" y="2702324"/>
                        </a:cubicBezTo>
                        <a:cubicBezTo>
                          <a:pt x="894292" y="2700419"/>
                          <a:pt x="903817" y="2712801"/>
                          <a:pt x="908579" y="2702324"/>
                        </a:cubicBezTo>
                        <a:cubicBezTo>
                          <a:pt x="912389" y="2691846"/>
                          <a:pt x="931439" y="2697561"/>
                          <a:pt x="937154" y="2679464"/>
                        </a:cubicBezTo>
                        <a:cubicBezTo>
                          <a:pt x="912389" y="2647079"/>
                          <a:pt x="885719" y="2609931"/>
                          <a:pt x="886672" y="2596596"/>
                        </a:cubicBezTo>
                        <a:cubicBezTo>
                          <a:pt x="887624" y="2572784"/>
                          <a:pt x="897149" y="2557544"/>
                          <a:pt x="869526" y="2531826"/>
                        </a:cubicBezTo>
                        <a:cubicBezTo>
                          <a:pt x="841904" y="2506109"/>
                          <a:pt x="872384" y="2489916"/>
                          <a:pt x="891434" y="2462294"/>
                        </a:cubicBezTo>
                        <a:cubicBezTo>
                          <a:pt x="908579" y="2438481"/>
                          <a:pt x="946679" y="2428004"/>
                          <a:pt x="969539" y="2410859"/>
                        </a:cubicBezTo>
                        <a:cubicBezTo>
                          <a:pt x="964776" y="2407049"/>
                          <a:pt x="960014" y="2404191"/>
                          <a:pt x="955251" y="2401334"/>
                        </a:cubicBezTo>
                        <a:cubicBezTo>
                          <a:pt x="937154" y="2392761"/>
                          <a:pt x="931439" y="2384189"/>
                          <a:pt x="945726" y="2380379"/>
                        </a:cubicBezTo>
                        <a:cubicBezTo>
                          <a:pt x="959062" y="2376569"/>
                          <a:pt x="953347" y="2367996"/>
                          <a:pt x="940012" y="2350851"/>
                        </a:cubicBezTo>
                        <a:cubicBezTo>
                          <a:pt x="926676" y="2333706"/>
                          <a:pt x="920009" y="2316561"/>
                          <a:pt x="912389" y="2316561"/>
                        </a:cubicBezTo>
                        <a:cubicBezTo>
                          <a:pt x="904769" y="2316561"/>
                          <a:pt x="892387" y="2314656"/>
                          <a:pt x="880957" y="2318466"/>
                        </a:cubicBezTo>
                        <a:cubicBezTo>
                          <a:pt x="869526" y="2322276"/>
                          <a:pt x="871432" y="2307989"/>
                          <a:pt x="873337" y="2292749"/>
                        </a:cubicBezTo>
                        <a:cubicBezTo>
                          <a:pt x="875242" y="2277509"/>
                          <a:pt x="851429" y="2280366"/>
                          <a:pt x="847619" y="2273699"/>
                        </a:cubicBezTo>
                        <a:cubicBezTo>
                          <a:pt x="843809" y="2267031"/>
                          <a:pt x="853334" y="2246076"/>
                          <a:pt x="857144" y="2244171"/>
                        </a:cubicBezTo>
                        <a:cubicBezTo>
                          <a:pt x="860954" y="2242266"/>
                          <a:pt x="872384" y="2235599"/>
                          <a:pt x="872384" y="2228931"/>
                        </a:cubicBezTo>
                        <a:cubicBezTo>
                          <a:pt x="872384" y="2222264"/>
                          <a:pt x="850476" y="2220359"/>
                          <a:pt x="859049" y="2206071"/>
                        </a:cubicBezTo>
                        <a:cubicBezTo>
                          <a:pt x="866669" y="2190831"/>
                          <a:pt x="882862" y="2190831"/>
                          <a:pt x="882862" y="2176544"/>
                        </a:cubicBezTo>
                        <a:cubicBezTo>
                          <a:pt x="882862" y="2161304"/>
                          <a:pt x="894292" y="2148921"/>
                          <a:pt x="908579" y="2159399"/>
                        </a:cubicBezTo>
                        <a:cubicBezTo>
                          <a:pt x="921914" y="2169876"/>
                          <a:pt x="928582" y="2197499"/>
                          <a:pt x="943822" y="2190831"/>
                        </a:cubicBezTo>
                        <a:cubicBezTo>
                          <a:pt x="959062" y="2184164"/>
                          <a:pt x="949537" y="2169876"/>
                          <a:pt x="947632" y="2161304"/>
                        </a:cubicBezTo>
                        <a:cubicBezTo>
                          <a:pt x="945726" y="2152731"/>
                          <a:pt x="941917" y="2140349"/>
                          <a:pt x="959062" y="2135586"/>
                        </a:cubicBezTo>
                        <a:cubicBezTo>
                          <a:pt x="977159" y="2131776"/>
                          <a:pt x="968587" y="2112726"/>
                          <a:pt x="982874" y="2112726"/>
                        </a:cubicBezTo>
                        <a:cubicBezTo>
                          <a:pt x="996209" y="2112726"/>
                          <a:pt x="1021926" y="2093676"/>
                          <a:pt x="1029547" y="2089866"/>
                        </a:cubicBezTo>
                        <a:cubicBezTo>
                          <a:pt x="1037167" y="2086056"/>
                          <a:pt x="1055264" y="2074626"/>
                          <a:pt x="1062884" y="2079389"/>
                        </a:cubicBezTo>
                        <a:cubicBezTo>
                          <a:pt x="1070504" y="2083199"/>
                          <a:pt x="1080982" y="2094629"/>
                          <a:pt x="1086697" y="2079389"/>
                        </a:cubicBezTo>
                        <a:cubicBezTo>
                          <a:pt x="1092412" y="2064149"/>
                          <a:pt x="1116224" y="2070816"/>
                          <a:pt x="1118129" y="2079389"/>
                        </a:cubicBezTo>
                        <a:cubicBezTo>
                          <a:pt x="1120034" y="2087961"/>
                          <a:pt x="1157182" y="2087961"/>
                          <a:pt x="1169564" y="2096534"/>
                        </a:cubicBezTo>
                        <a:cubicBezTo>
                          <a:pt x="1180995" y="2105106"/>
                          <a:pt x="1206712" y="2122251"/>
                          <a:pt x="1206712" y="2130824"/>
                        </a:cubicBezTo>
                        <a:cubicBezTo>
                          <a:pt x="1206712" y="2139396"/>
                          <a:pt x="1218141" y="2151779"/>
                          <a:pt x="1218141" y="2137491"/>
                        </a:cubicBezTo>
                        <a:cubicBezTo>
                          <a:pt x="1218141" y="2122251"/>
                          <a:pt x="1227666" y="2127014"/>
                          <a:pt x="1243859" y="2137491"/>
                        </a:cubicBezTo>
                        <a:cubicBezTo>
                          <a:pt x="1259099" y="2147969"/>
                          <a:pt x="1281007" y="2144159"/>
                          <a:pt x="1284816" y="2133681"/>
                        </a:cubicBezTo>
                        <a:cubicBezTo>
                          <a:pt x="1288627" y="2123204"/>
                          <a:pt x="1318154" y="2110821"/>
                          <a:pt x="1327679" y="2118441"/>
                        </a:cubicBezTo>
                        <a:cubicBezTo>
                          <a:pt x="1337204" y="2127014"/>
                          <a:pt x="1341014" y="2133681"/>
                          <a:pt x="1353397" y="2120346"/>
                        </a:cubicBezTo>
                        <a:cubicBezTo>
                          <a:pt x="1364827" y="2107964"/>
                          <a:pt x="1392449" y="2109869"/>
                          <a:pt x="1396259" y="2122251"/>
                        </a:cubicBezTo>
                        <a:cubicBezTo>
                          <a:pt x="1400070" y="2134634"/>
                          <a:pt x="1414357" y="2137491"/>
                          <a:pt x="1425787" y="2137491"/>
                        </a:cubicBezTo>
                        <a:cubicBezTo>
                          <a:pt x="1437216" y="2137491"/>
                          <a:pt x="1439122" y="2156541"/>
                          <a:pt x="1447695" y="2152731"/>
                        </a:cubicBezTo>
                        <a:cubicBezTo>
                          <a:pt x="1455314" y="2148921"/>
                          <a:pt x="1453409" y="2127014"/>
                          <a:pt x="1462934" y="2129871"/>
                        </a:cubicBezTo>
                        <a:cubicBezTo>
                          <a:pt x="1472459" y="2131776"/>
                          <a:pt x="1481032" y="2145111"/>
                          <a:pt x="1496272" y="2145111"/>
                        </a:cubicBezTo>
                        <a:cubicBezTo>
                          <a:pt x="1511512" y="2145111"/>
                          <a:pt x="1523895" y="2141301"/>
                          <a:pt x="1523895" y="2127966"/>
                        </a:cubicBezTo>
                        <a:cubicBezTo>
                          <a:pt x="1523895" y="2115584"/>
                          <a:pt x="1521989" y="2093676"/>
                          <a:pt x="1512464" y="2093676"/>
                        </a:cubicBezTo>
                        <a:cubicBezTo>
                          <a:pt x="1502939" y="2093676"/>
                          <a:pt x="1492462" y="2083199"/>
                          <a:pt x="1481032" y="2083199"/>
                        </a:cubicBezTo>
                        <a:cubicBezTo>
                          <a:pt x="1469602" y="2083199"/>
                          <a:pt x="1457220" y="2062244"/>
                          <a:pt x="1469602" y="2057481"/>
                        </a:cubicBezTo>
                        <a:cubicBezTo>
                          <a:pt x="1481032" y="2053671"/>
                          <a:pt x="1501034" y="2042241"/>
                          <a:pt x="1497224" y="2031764"/>
                        </a:cubicBezTo>
                        <a:cubicBezTo>
                          <a:pt x="1493414" y="2021286"/>
                          <a:pt x="1489604" y="2000331"/>
                          <a:pt x="1504845" y="1997474"/>
                        </a:cubicBezTo>
                        <a:cubicBezTo>
                          <a:pt x="1520084" y="1995569"/>
                          <a:pt x="1553422" y="1995569"/>
                          <a:pt x="1551516" y="1988901"/>
                        </a:cubicBezTo>
                        <a:cubicBezTo>
                          <a:pt x="1549612" y="1982234"/>
                          <a:pt x="1518179" y="1978424"/>
                          <a:pt x="1512464" y="1967946"/>
                        </a:cubicBezTo>
                        <a:cubicBezTo>
                          <a:pt x="1506749" y="1957469"/>
                          <a:pt x="1504845" y="1931751"/>
                          <a:pt x="1510559" y="1927941"/>
                        </a:cubicBezTo>
                        <a:cubicBezTo>
                          <a:pt x="1516274" y="1924131"/>
                          <a:pt x="1536277" y="1929846"/>
                          <a:pt x="1547707" y="1926036"/>
                        </a:cubicBezTo>
                        <a:cubicBezTo>
                          <a:pt x="1559137" y="1922226"/>
                          <a:pt x="1584854" y="1932704"/>
                          <a:pt x="1601047" y="1919369"/>
                        </a:cubicBezTo>
                        <a:cubicBezTo>
                          <a:pt x="1616287" y="1906986"/>
                          <a:pt x="1649624" y="1904129"/>
                          <a:pt x="1667722" y="1904129"/>
                        </a:cubicBezTo>
                        <a:cubicBezTo>
                          <a:pt x="1684866" y="1904129"/>
                          <a:pt x="1699154" y="1891746"/>
                          <a:pt x="1712489" y="1888889"/>
                        </a:cubicBezTo>
                        <a:cubicBezTo>
                          <a:pt x="1725824" y="1886984"/>
                          <a:pt x="1765829" y="1880316"/>
                          <a:pt x="1775354" y="1876506"/>
                        </a:cubicBezTo>
                        <a:cubicBezTo>
                          <a:pt x="1784879" y="1872696"/>
                          <a:pt x="1838220" y="1864124"/>
                          <a:pt x="1840124" y="1853646"/>
                        </a:cubicBezTo>
                        <a:cubicBezTo>
                          <a:pt x="1842029" y="1843169"/>
                          <a:pt x="1883939" y="1834596"/>
                          <a:pt x="1895370" y="1840311"/>
                        </a:cubicBezTo>
                        <a:cubicBezTo>
                          <a:pt x="1905847" y="1846026"/>
                          <a:pt x="1920134" y="1849836"/>
                          <a:pt x="1929659" y="1846026"/>
                        </a:cubicBezTo>
                        <a:cubicBezTo>
                          <a:pt x="1939184" y="1842216"/>
                          <a:pt x="1960139" y="1853646"/>
                          <a:pt x="1958234" y="1865076"/>
                        </a:cubicBezTo>
                        <a:cubicBezTo>
                          <a:pt x="1956329" y="1876506"/>
                          <a:pt x="1966807" y="1889841"/>
                          <a:pt x="1965854" y="1899366"/>
                        </a:cubicBezTo>
                        <a:cubicBezTo>
                          <a:pt x="1964902" y="1908891"/>
                          <a:pt x="1955377" y="1911749"/>
                          <a:pt x="1961091" y="1919369"/>
                        </a:cubicBezTo>
                        <a:cubicBezTo>
                          <a:pt x="1966807" y="1926989"/>
                          <a:pt x="1993477" y="1921274"/>
                          <a:pt x="2001097" y="1911749"/>
                        </a:cubicBezTo>
                        <a:cubicBezTo>
                          <a:pt x="2008716" y="1902224"/>
                          <a:pt x="2017289" y="1915559"/>
                          <a:pt x="2017289" y="1923179"/>
                        </a:cubicBezTo>
                        <a:cubicBezTo>
                          <a:pt x="2017289" y="1930799"/>
                          <a:pt x="2029672" y="1935561"/>
                          <a:pt x="2029672" y="1926036"/>
                        </a:cubicBezTo>
                        <a:cubicBezTo>
                          <a:pt x="2029672" y="1916511"/>
                          <a:pt x="2044912" y="1923179"/>
                          <a:pt x="2050627" y="1928894"/>
                        </a:cubicBezTo>
                        <a:cubicBezTo>
                          <a:pt x="2055389" y="1935561"/>
                          <a:pt x="2074439" y="1921274"/>
                          <a:pt x="2074439" y="1931751"/>
                        </a:cubicBezTo>
                        <a:cubicBezTo>
                          <a:pt x="2074439" y="1942229"/>
                          <a:pt x="2046816" y="1950801"/>
                          <a:pt x="2059199" y="1962231"/>
                        </a:cubicBezTo>
                        <a:cubicBezTo>
                          <a:pt x="2070629" y="1973661"/>
                          <a:pt x="2078249" y="1948896"/>
                          <a:pt x="2092537" y="1953659"/>
                        </a:cubicBezTo>
                        <a:cubicBezTo>
                          <a:pt x="2106824" y="1959374"/>
                          <a:pt x="2126827" y="1935561"/>
                          <a:pt x="2140162" y="1932704"/>
                        </a:cubicBezTo>
                        <a:cubicBezTo>
                          <a:pt x="2153497" y="1929846"/>
                          <a:pt x="2168737" y="1915559"/>
                          <a:pt x="2180166" y="1907939"/>
                        </a:cubicBezTo>
                        <a:cubicBezTo>
                          <a:pt x="2191597" y="1900319"/>
                          <a:pt x="2217314" y="1902224"/>
                          <a:pt x="2209695" y="1910796"/>
                        </a:cubicBezTo>
                        <a:cubicBezTo>
                          <a:pt x="2202074" y="1919369"/>
                          <a:pt x="2193502" y="1935561"/>
                          <a:pt x="2222077" y="1946991"/>
                        </a:cubicBezTo>
                        <a:cubicBezTo>
                          <a:pt x="2251604" y="1958421"/>
                          <a:pt x="2284941" y="2020334"/>
                          <a:pt x="2303039" y="2050814"/>
                        </a:cubicBezTo>
                        <a:cubicBezTo>
                          <a:pt x="2322089" y="2081294"/>
                          <a:pt x="2339235" y="2136539"/>
                          <a:pt x="2348760" y="2136539"/>
                        </a:cubicBezTo>
                        <a:cubicBezTo>
                          <a:pt x="2358285" y="2136539"/>
                          <a:pt x="2361141" y="2108916"/>
                          <a:pt x="2374477" y="2106059"/>
                        </a:cubicBezTo>
                        <a:cubicBezTo>
                          <a:pt x="2386860" y="2103201"/>
                          <a:pt x="2395432" y="2128919"/>
                          <a:pt x="2408766" y="2132729"/>
                        </a:cubicBezTo>
                        <a:cubicBezTo>
                          <a:pt x="2422102" y="2135586"/>
                          <a:pt x="2441152" y="2144159"/>
                          <a:pt x="2451629" y="2140349"/>
                        </a:cubicBezTo>
                        <a:cubicBezTo>
                          <a:pt x="2462107" y="2136539"/>
                          <a:pt x="2486872" y="2121299"/>
                          <a:pt x="2495445" y="2127014"/>
                        </a:cubicBezTo>
                        <a:cubicBezTo>
                          <a:pt x="2504016" y="2132729"/>
                          <a:pt x="2516399" y="2132729"/>
                          <a:pt x="2524020" y="2152731"/>
                        </a:cubicBezTo>
                        <a:cubicBezTo>
                          <a:pt x="2531639" y="2172734"/>
                          <a:pt x="2544022" y="2177496"/>
                          <a:pt x="2551641" y="2177496"/>
                        </a:cubicBezTo>
                        <a:cubicBezTo>
                          <a:pt x="2559262" y="2177496"/>
                          <a:pt x="2561166" y="2187021"/>
                          <a:pt x="2561166" y="2195594"/>
                        </a:cubicBezTo>
                        <a:cubicBezTo>
                          <a:pt x="2561166" y="2204166"/>
                          <a:pt x="2575454" y="2215596"/>
                          <a:pt x="2583074" y="2215596"/>
                        </a:cubicBezTo>
                        <a:cubicBezTo>
                          <a:pt x="2590695" y="2215596"/>
                          <a:pt x="2611649" y="2212739"/>
                          <a:pt x="2618316" y="2208929"/>
                        </a:cubicBezTo>
                        <a:cubicBezTo>
                          <a:pt x="2624985" y="2205119"/>
                          <a:pt x="2632604" y="2200356"/>
                          <a:pt x="2633557" y="2210834"/>
                        </a:cubicBezTo>
                        <a:cubicBezTo>
                          <a:pt x="2634510" y="2220359"/>
                          <a:pt x="2646891" y="2236551"/>
                          <a:pt x="2654512" y="2236551"/>
                        </a:cubicBezTo>
                        <a:cubicBezTo>
                          <a:pt x="2662132" y="2236551"/>
                          <a:pt x="2678324" y="2243219"/>
                          <a:pt x="2679277" y="2236551"/>
                        </a:cubicBezTo>
                        <a:cubicBezTo>
                          <a:pt x="2680229" y="2229884"/>
                          <a:pt x="2701185" y="2225121"/>
                          <a:pt x="2709757" y="2224169"/>
                        </a:cubicBezTo>
                        <a:cubicBezTo>
                          <a:pt x="2717377" y="2223216"/>
                          <a:pt x="2744999" y="2217501"/>
                          <a:pt x="2750714" y="2204166"/>
                        </a:cubicBezTo>
                        <a:cubicBezTo>
                          <a:pt x="2755477" y="2191784"/>
                          <a:pt x="2778337" y="2191784"/>
                          <a:pt x="2785004" y="2183211"/>
                        </a:cubicBezTo>
                        <a:cubicBezTo>
                          <a:pt x="2791672" y="2174639"/>
                          <a:pt x="2809770" y="2170829"/>
                          <a:pt x="2813579" y="2162256"/>
                        </a:cubicBezTo>
                        <a:cubicBezTo>
                          <a:pt x="2817389" y="2153684"/>
                          <a:pt x="2841202" y="2155589"/>
                          <a:pt x="2844060" y="2147969"/>
                        </a:cubicBezTo>
                        <a:cubicBezTo>
                          <a:pt x="2846916" y="2141301"/>
                          <a:pt x="2865966" y="2139396"/>
                          <a:pt x="2875491" y="2142254"/>
                        </a:cubicBezTo>
                        <a:cubicBezTo>
                          <a:pt x="2885016" y="2145111"/>
                          <a:pt x="2930737" y="2154636"/>
                          <a:pt x="2936452" y="2153684"/>
                        </a:cubicBezTo>
                        <a:cubicBezTo>
                          <a:pt x="2943120" y="2152731"/>
                          <a:pt x="2944072" y="2179401"/>
                          <a:pt x="2950739" y="2180354"/>
                        </a:cubicBezTo>
                        <a:cubicBezTo>
                          <a:pt x="2957407" y="2182259"/>
                          <a:pt x="2981220" y="2201309"/>
                          <a:pt x="2986935" y="2195594"/>
                        </a:cubicBezTo>
                        <a:cubicBezTo>
                          <a:pt x="2993602" y="2189879"/>
                          <a:pt x="3008841" y="2184164"/>
                          <a:pt x="3022177" y="2192736"/>
                        </a:cubicBezTo>
                        <a:cubicBezTo>
                          <a:pt x="3035512" y="2201309"/>
                          <a:pt x="3047895" y="2212739"/>
                          <a:pt x="3053610" y="2202261"/>
                        </a:cubicBezTo>
                        <a:cubicBezTo>
                          <a:pt x="3058372" y="2192736"/>
                          <a:pt x="3085995" y="2187974"/>
                          <a:pt x="3089804" y="2182259"/>
                        </a:cubicBezTo>
                        <a:cubicBezTo>
                          <a:pt x="3093614" y="2176544"/>
                          <a:pt x="3097424" y="2159399"/>
                          <a:pt x="3090757" y="2153684"/>
                        </a:cubicBezTo>
                        <a:cubicBezTo>
                          <a:pt x="3084089" y="2147969"/>
                          <a:pt x="3077422" y="2125109"/>
                          <a:pt x="3075516" y="2114631"/>
                        </a:cubicBezTo>
                        <a:cubicBezTo>
                          <a:pt x="3072660" y="2103201"/>
                          <a:pt x="3090757" y="2100344"/>
                          <a:pt x="3093614" y="2090819"/>
                        </a:cubicBezTo>
                        <a:cubicBezTo>
                          <a:pt x="3096472" y="2081294"/>
                          <a:pt x="3111712" y="2079389"/>
                          <a:pt x="3117427" y="2073674"/>
                        </a:cubicBezTo>
                        <a:cubicBezTo>
                          <a:pt x="3122189" y="2067959"/>
                          <a:pt x="3124095" y="2055576"/>
                          <a:pt x="3132666" y="2058434"/>
                        </a:cubicBezTo>
                        <a:cubicBezTo>
                          <a:pt x="3142191" y="2061291"/>
                          <a:pt x="3161241" y="2067959"/>
                          <a:pt x="3165052" y="2072721"/>
                        </a:cubicBezTo>
                        <a:cubicBezTo>
                          <a:pt x="3168862" y="2076531"/>
                          <a:pt x="3183149" y="2079389"/>
                          <a:pt x="3192674" y="2079389"/>
                        </a:cubicBezTo>
                        <a:cubicBezTo>
                          <a:pt x="3202199" y="2079389"/>
                          <a:pt x="3216487" y="2087961"/>
                          <a:pt x="3225060" y="2093676"/>
                        </a:cubicBezTo>
                        <a:cubicBezTo>
                          <a:pt x="3234585" y="2099391"/>
                          <a:pt x="3263160" y="2099391"/>
                          <a:pt x="3267922" y="2107964"/>
                        </a:cubicBezTo>
                        <a:cubicBezTo>
                          <a:pt x="3272685" y="2116536"/>
                          <a:pt x="3266970" y="2140349"/>
                          <a:pt x="3272685" y="2148921"/>
                        </a:cubicBezTo>
                        <a:cubicBezTo>
                          <a:pt x="3279352" y="2157494"/>
                          <a:pt x="3294591" y="2175591"/>
                          <a:pt x="3300307" y="2171781"/>
                        </a:cubicBezTo>
                        <a:cubicBezTo>
                          <a:pt x="3305070" y="2167971"/>
                          <a:pt x="3330787" y="2186069"/>
                          <a:pt x="3339360" y="2184164"/>
                        </a:cubicBezTo>
                        <a:cubicBezTo>
                          <a:pt x="3348885" y="2183211"/>
                          <a:pt x="3363172" y="2167019"/>
                          <a:pt x="3370791" y="2167019"/>
                        </a:cubicBezTo>
                        <a:cubicBezTo>
                          <a:pt x="3378412" y="2167019"/>
                          <a:pt x="3403177" y="2160351"/>
                          <a:pt x="3411749" y="2161304"/>
                        </a:cubicBezTo>
                        <a:cubicBezTo>
                          <a:pt x="3419370" y="2162256"/>
                          <a:pt x="3447945" y="2173686"/>
                          <a:pt x="3452707" y="2170829"/>
                        </a:cubicBezTo>
                        <a:cubicBezTo>
                          <a:pt x="3456516" y="2167971"/>
                          <a:pt x="3483187" y="2171781"/>
                          <a:pt x="3486997" y="2180354"/>
                        </a:cubicBezTo>
                        <a:cubicBezTo>
                          <a:pt x="3490807" y="2188926"/>
                          <a:pt x="3523191" y="2188926"/>
                          <a:pt x="3523191" y="2198451"/>
                        </a:cubicBezTo>
                        <a:cubicBezTo>
                          <a:pt x="3523191" y="2207976"/>
                          <a:pt x="3541289" y="2213691"/>
                          <a:pt x="3547004" y="2225121"/>
                        </a:cubicBezTo>
                        <a:cubicBezTo>
                          <a:pt x="3551766" y="2236551"/>
                          <a:pt x="3595582" y="2228931"/>
                          <a:pt x="3603202" y="2236551"/>
                        </a:cubicBezTo>
                        <a:cubicBezTo>
                          <a:pt x="3610822" y="2243219"/>
                          <a:pt x="3660352" y="2242266"/>
                          <a:pt x="3662257" y="2236551"/>
                        </a:cubicBezTo>
                        <a:cubicBezTo>
                          <a:pt x="3663210" y="2230836"/>
                          <a:pt x="3710835" y="2227979"/>
                          <a:pt x="3719407" y="2221311"/>
                        </a:cubicBezTo>
                        <a:cubicBezTo>
                          <a:pt x="3728932" y="2214644"/>
                          <a:pt x="3753697" y="2217501"/>
                          <a:pt x="3754649" y="2207024"/>
                        </a:cubicBezTo>
                        <a:cubicBezTo>
                          <a:pt x="3755602" y="2197499"/>
                          <a:pt x="3779414" y="2189879"/>
                          <a:pt x="3789891" y="2181306"/>
                        </a:cubicBezTo>
                        <a:cubicBezTo>
                          <a:pt x="3800370" y="2172734"/>
                          <a:pt x="3842279" y="2174639"/>
                          <a:pt x="3845137" y="2184164"/>
                        </a:cubicBezTo>
                        <a:cubicBezTo>
                          <a:pt x="3847995" y="2193689"/>
                          <a:pt x="3872760" y="2196546"/>
                          <a:pt x="3883237" y="2192736"/>
                        </a:cubicBezTo>
                        <a:cubicBezTo>
                          <a:pt x="3893714" y="2188926"/>
                          <a:pt x="3921337" y="2194641"/>
                          <a:pt x="3925147" y="2204166"/>
                        </a:cubicBezTo>
                        <a:cubicBezTo>
                          <a:pt x="3928957" y="2213691"/>
                          <a:pt x="3960389" y="2219406"/>
                          <a:pt x="3968010" y="2216549"/>
                        </a:cubicBezTo>
                        <a:cubicBezTo>
                          <a:pt x="3975629" y="2213691"/>
                          <a:pt x="4000395" y="2193689"/>
                          <a:pt x="4009920" y="2192736"/>
                        </a:cubicBezTo>
                        <a:cubicBezTo>
                          <a:pt x="4019445" y="2190831"/>
                          <a:pt x="4031827" y="2181306"/>
                          <a:pt x="4029922" y="2171781"/>
                        </a:cubicBezTo>
                        <a:cubicBezTo>
                          <a:pt x="4027064" y="2162256"/>
                          <a:pt x="4048020" y="2133681"/>
                          <a:pt x="4050877" y="2122251"/>
                        </a:cubicBezTo>
                        <a:cubicBezTo>
                          <a:pt x="4053735" y="2110821"/>
                          <a:pt x="4071832" y="2080341"/>
                          <a:pt x="4078499" y="2077484"/>
                        </a:cubicBezTo>
                        <a:cubicBezTo>
                          <a:pt x="4085166" y="2074626"/>
                          <a:pt x="4099454" y="2062244"/>
                          <a:pt x="4098502" y="2053671"/>
                        </a:cubicBezTo>
                        <a:cubicBezTo>
                          <a:pt x="4097549" y="2045099"/>
                          <a:pt x="4092787" y="2019381"/>
                          <a:pt x="4085166" y="2019381"/>
                        </a:cubicBezTo>
                        <a:cubicBezTo>
                          <a:pt x="4077547" y="2019381"/>
                          <a:pt x="4063260" y="2021286"/>
                          <a:pt x="4081357" y="1993664"/>
                        </a:cubicBezTo>
                        <a:cubicBezTo>
                          <a:pt x="4099454" y="1966994"/>
                          <a:pt x="4132791" y="1973661"/>
                          <a:pt x="4137554" y="1973661"/>
                        </a:cubicBezTo>
                        <a:cubicBezTo>
                          <a:pt x="4142316" y="1973661"/>
                          <a:pt x="4184227" y="1962231"/>
                          <a:pt x="4203277" y="1967946"/>
                        </a:cubicBezTo>
                        <a:cubicBezTo>
                          <a:pt x="4221374" y="1973661"/>
                          <a:pt x="4233757" y="1965089"/>
                          <a:pt x="4252807" y="1976519"/>
                        </a:cubicBezTo>
                        <a:cubicBezTo>
                          <a:pt x="4272810" y="1987949"/>
                          <a:pt x="4299479" y="1983186"/>
                          <a:pt x="4306147" y="1993664"/>
                        </a:cubicBezTo>
                        <a:cubicBezTo>
                          <a:pt x="4312814" y="2003189"/>
                          <a:pt x="4338532" y="2011761"/>
                          <a:pt x="4334722" y="2028906"/>
                        </a:cubicBezTo>
                        <a:cubicBezTo>
                          <a:pt x="4330912" y="2046051"/>
                          <a:pt x="4349010" y="2035574"/>
                          <a:pt x="4355677" y="2072721"/>
                        </a:cubicBezTo>
                        <a:cubicBezTo>
                          <a:pt x="4362345" y="2109869"/>
                          <a:pt x="4377585" y="2111774"/>
                          <a:pt x="4381395" y="2128919"/>
                        </a:cubicBezTo>
                        <a:cubicBezTo>
                          <a:pt x="4385204" y="2146064"/>
                          <a:pt x="4406160" y="2176544"/>
                          <a:pt x="4403302" y="2187021"/>
                        </a:cubicBezTo>
                        <a:cubicBezTo>
                          <a:pt x="4400445" y="2196546"/>
                          <a:pt x="4397587" y="2212739"/>
                          <a:pt x="4420447" y="2213691"/>
                        </a:cubicBezTo>
                        <a:cubicBezTo>
                          <a:pt x="4442354" y="2215596"/>
                          <a:pt x="4458547" y="2233694"/>
                          <a:pt x="4463310" y="2230836"/>
                        </a:cubicBezTo>
                        <a:cubicBezTo>
                          <a:pt x="4468072" y="2227979"/>
                          <a:pt x="4494741" y="2237504"/>
                          <a:pt x="4508077" y="2251791"/>
                        </a:cubicBezTo>
                        <a:cubicBezTo>
                          <a:pt x="4521412" y="2266079"/>
                          <a:pt x="4540462" y="2258459"/>
                          <a:pt x="4539510" y="2274651"/>
                        </a:cubicBezTo>
                        <a:cubicBezTo>
                          <a:pt x="4538557" y="2289891"/>
                          <a:pt x="4549987" y="2303226"/>
                          <a:pt x="4549035" y="2315609"/>
                        </a:cubicBezTo>
                        <a:cubicBezTo>
                          <a:pt x="4548082" y="2327991"/>
                          <a:pt x="4573799" y="2336564"/>
                          <a:pt x="4591897" y="2333706"/>
                        </a:cubicBezTo>
                        <a:cubicBezTo>
                          <a:pt x="4609995" y="2330849"/>
                          <a:pt x="4623329" y="2340374"/>
                          <a:pt x="4630949" y="2324181"/>
                        </a:cubicBezTo>
                        <a:cubicBezTo>
                          <a:pt x="4638570" y="2307036"/>
                          <a:pt x="4665239" y="2314656"/>
                          <a:pt x="4673812" y="2307036"/>
                        </a:cubicBezTo>
                        <a:cubicBezTo>
                          <a:pt x="4683337" y="2300369"/>
                          <a:pt x="4710007" y="2291796"/>
                          <a:pt x="4709054" y="2316561"/>
                        </a:cubicBezTo>
                        <a:cubicBezTo>
                          <a:pt x="4708102" y="2342279"/>
                          <a:pt x="4723341" y="2347994"/>
                          <a:pt x="4710007" y="2355614"/>
                        </a:cubicBezTo>
                        <a:cubicBezTo>
                          <a:pt x="4696672" y="2364186"/>
                          <a:pt x="4690004" y="2400381"/>
                          <a:pt x="4686195" y="2416574"/>
                        </a:cubicBezTo>
                        <a:cubicBezTo>
                          <a:pt x="4682385" y="2431814"/>
                          <a:pt x="4662382" y="2436576"/>
                          <a:pt x="4660477" y="2452769"/>
                        </a:cubicBezTo>
                        <a:cubicBezTo>
                          <a:pt x="4657620" y="2469914"/>
                          <a:pt x="4639522" y="2470866"/>
                          <a:pt x="4639522" y="2484201"/>
                        </a:cubicBezTo>
                        <a:cubicBezTo>
                          <a:pt x="4639522" y="2496584"/>
                          <a:pt x="4613804" y="2493726"/>
                          <a:pt x="4600470" y="2484201"/>
                        </a:cubicBezTo>
                        <a:cubicBezTo>
                          <a:pt x="4587135" y="2474676"/>
                          <a:pt x="4574752" y="2502299"/>
                          <a:pt x="4564274" y="2502299"/>
                        </a:cubicBezTo>
                        <a:cubicBezTo>
                          <a:pt x="4553797" y="2502299"/>
                          <a:pt x="4554749" y="2526111"/>
                          <a:pt x="4557607" y="2536589"/>
                        </a:cubicBezTo>
                        <a:cubicBezTo>
                          <a:pt x="4560464" y="2546114"/>
                          <a:pt x="4553797" y="2559449"/>
                          <a:pt x="4560464" y="2575641"/>
                        </a:cubicBezTo>
                        <a:cubicBezTo>
                          <a:pt x="4564274" y="2585166"/>
                          <a:pt x="4561416" y="2602311"/>
                          <a:pt x="4563322" y="2621361"/>
                        </a:cubicBezTo>
                        <a:cubicBezTo>
                          <a:pt x="4579514" y="2608979"/>
                          <a:pt x="4593802" y="2599454"/>
                          <a:pt x="4600470" y="2599454"/>
                        </a:cubicBezTo>
                        <a:cubicBezTo>
                          <a:pt x="4616662" y="2599454"/>
                          <a:pt x="4632854" y="2629934"/>
                          <a:pt x="4651904" y="2630886"/>
                        </a:cubicBezTo>
                        <a:cubicBezTo>
                          <a:pt x="4670002" y="2631839"/>
                          <a:pt x="4752870" y="2571831"/>
                          <a:pt x="4753822" y="2561354"/>
                        </a:cubicBezTo>
                        <a:cubicBezTo>
                          <a:pt x="4754774" y="2551829"/>
                          <a:pt x="4802399" y="2501346"/>
                          <a:pt x="4825260" y="2475629"/>
                        </a:cubicBezTo>
                        <a:cubicBezTo>
                          <a:pt x="4848120" y="2449911"/>
                          <a:pt x="4878599" y="2411811"/>
                          <a:pt x="4890029" y="2382284"/>
                        </a:cubicBezTo>
                        <a:cubicBezTo>
                          <a:pt x="4897649" y="2364186"/>
                          <a:pt x="4929082" y="2328944"/>
                          <a:pt x="4936702" y="2314656"/>
                        </a:cubicBezTo>
                        <a:cubicBezTo>
                          <a:pt x="4944322" y="2300369"/>
                          <a:pt x="4950037" y="2299416"/>
                          <a:pt x="4964324" y="2266079"/>
                        </a:cubicBezTo>
                        <a:cubicBezTo>
                          <a:pt x="4978612" y="2232741"/>
                          <a:pt x="4978612" y="2146064"/>
                          <a:pt x="4983374" y="2140349"/>
                        </a:cubicBezTo>
                        <a:cubicBezTo>
                          <a:pt x="4988137" y="2134634"/>
                          <a:pt x="4985279" y="2120346"/>
                          <a:pt x="4991947" y="2110821"/>
                        </a:cubicBezTo>
                        <a:cubicBezTo>
                          <a:pt x="4998614" y="2101296"/>
                          <a:pt x="4994804" y="2088914"/>
                          <a:pt x="5008139" y="2076531"/>
                        </a:cubicBezTo>
                        <a:cubicBezTo>
                          <a:pt x="5021474" y="2064149"/>
                          <a:pt x="5018616" y="2053671"/>
                          <a:pt x="5015760" y="2045099"/>
                        </a:cubicBezTo>
                        <a:cubicBezTo>
                          <a:pt x="5012902" y="2035574"/>
                          <a:pt x="5016712" y="2015571"/>
                          <a:pt x="5012902" y="2008904"/>
                        </a:cubicBezTo>
                        <a:cubicBezTo>
                          <a:pt x="5010045" y="2002236"/>
                          <a:pt x="5010045" y="1999379"/>
                          <a:pt x="5017664" y="1994616"/>
                        </a:cubicBezTo>
                        <a:cubicBezTo>
                          <a:pt x="5025285" y="1989854"/>
                          <a:pt x="5012902" y="1976519"/>
                          <a:pt x="5001472" y="1971756"/>
                        </a:cubicBezTo>
                        <a:cubicBezTo>
                          <a:pt x="4990041" y="1966041"/>
                          <a:pt x="4975754" y="1961279"/>
                          <a:pt x="4974802" y="1947944"/>
                        </a:cubicBezTo>
                        <a:cubicBezTo>
                          <a:pt x="4973849" y="1934609"/>
                          <a:pt x="4954799" y="1918416"/>
                          <a:pt x="4940512" y="1919369"/>
                        </a:cubicBezTo>
                        <a:cubicBezTo>
                          <a:pt x="4935749" y="1920321"/>
                          <a:pt x="4929082" y="1919369"/>
                          <a:pt x="4923366" y="1918416"/>
                        </a:cubicBezTo>
                        <a:cubicBezTo>
                          <a:pt x="4917652" y="1923179"/>
                          <a:pt x="4910985" y="1926989"/>
                          <a:pt x="4903364" y="1927941"/>
                        </a:cubicBezTo>
                        <a:cubicBezTo>
                          <a:pt x="4903364" y="1934609"/>
                          <a:pt x="4899554" y="1938419"/>
                          <a:pt x="4893839" y="1937466"/>
                        </a:cubicBezTo>
                        <a:cubicBezTo>
                          <a:pt x="4886220" y="1935561"/>
                          <a:pt x="4883362" y="1941276"/>
                          <a:pt x="4874789" y="1955564"/>
                        </a:cubicBezTo>
                        <a:cubicBezTo>
                          <a:pt x="4866216" y="1969851"/>
                          <a:pt x="4836689" y="1970804"/>
                          <a:pt x="4850024" y="1957469"/>
                        </a:cubicBezTo>
                        <a:cubicBezTo>
                          <a:pt x="4863360" y="1944134"/>
                          <a:pt x="4845262" y="1943181"/>
                          <a:pt x="4848120" y="1928894"/>
                        </a:cubicBezTo>
                        <a:cubicBezTo>
                          <a:pt x="4849072" y="1924131"/>
                          <a:pt x="4850977" y="1920321"/>
                          <a:pt x="4851929" y="1916511"/>
                        </a:cubicBezTo>
                        <a:cubicBezTo>
                          <a:pt x="4849072" y="1915559"/>
                          <a:pt x="4846214" y="1913654"/>
                          <a:pt x="4843357" y="1912701"/>
                        </a:cubicBezTo>
                        <a:cubicBezTo>
                          <a:pt x="4831927" y="1923179"/>
                          <a:pt x="4830974" y="1941276"/>
                          <a:pt x="4819545" y="1944134"/>
                        </a:cubicBezTo>
                        <a:cubicBezTo>
                          <a:pt x="4807162" y="1946991"/>
                          <a:pt x="4810972" y="1906034"/>
                          <a:pt x="4813829" y="1895556"/>
                        </a:cubicBezTo>
                        <a:cubicBezTo>
                          <a:pt x="4813829" y="1895556"/>
                          <a:pt x="4813829" y="1894604"/>
                          <a:pt x="4813829" y="1894604"/>
                        </a:cubicBezTo>
                        <a:cubicBezTo>
                          <a:pt x="4812877" y="1893651"/>
                          <a:pt x="4810972" y="1892699"/>
                          <a:pt x="4810020" y="1891746"/>
                        </a:cubicBezTo>
                        <a:cubicBezTo>
                          <a:pt x="4802399" y="1890794"/>
                          <a:pt x="4783349" y="1896509"/>
                          <a:pt x="4763347" y="1894604"/>
                        </a:cubicBezTo>
                        <a:cubicBezTo>
                          <a:pt x="4735724" y="1892699"/>
                          <a:pt x="4743345" y="1871744"/>
                          <a:pt x="4765252" y="1859361"/>
                        </a:cubicBezTo>
                        <a:cubicBezTo>
                          <a:pt x="4777635" y="1852694"/>
                          <a:pt x="4781445" y="1846026"/>
                          <a:pt x="4785254" y="1840311"/>
                        </a:cubicBezTo>
                        <a:cubicBezTo>
                          <a:pt x="4787160" y="1819356"/>
                          <a:pt x="4804304" y="1801259"/>
                          <a:pt x="4831927" y="1799354"/>
                        </a:cubicBezTo>
                        <a:cubicBezTo>
                          <a:pt x="4832879" y="1799354"/>
                          <a:pt x="4837641" y="1798401"/>
                          <a:pt x="4843357" y="1797449"/>
                        </a:cubicBezTo>
                        <a:cubicBezTo>
                          <a:pt x="4838595" y="1781256"/>
                          <a:pt x="4842404" y="1764111"/>
                          <a:pt x="4850024" y="1749824"/>
                        </a:cubicBezTo>
                        <a:cubicBezTo>
                          <a:pt x="4866216" y="1721249"/>
                          <a:pt x="4900507" y="1693626"/>
                          <a:pt x="4927177" y="1673624"/>
                        </a:cubicBezTo>
                        <a:cubicBezTo>
                          <a:pt x="4959562" y="1649811"/>
                          <a:pt x="4978612" y="1616474"/>
                          <a:pt x="5009091" y="1591709"/>
                        </a:cubicBezTo>
                        <a:cubicBezTo>
                          <a:pt x="5045287" y="1562181"/>
                          <a:pt x="5091960" y="1553609"/>
                          <a:pt x="5137679" y="1561229"/>
                        </a:cubicBezTo>
                        <a:cubicBezTo>
                          <a:pt x="5138632" y="1561229"/>
                          <a:pt x="5138632" y="1561229"/>
                          <a:pt x="5139585" y="1561229"/>
                        </a:cubicBezTo>
                        <a:cubicBezTo>
                          <a:pt x="5171016" y="1560276"/>
                          <a:pt x="5207212" y="1567896"/>
                          <a:pt x="5215785" y="1576469"/>
                        </a:cubicBezTo>
                        <a:cubicBezTo>
                          <a:pt x="5215785" y="1576469"/>
                          <a:pt x="5216737" y="1576469"/>
                          <a:pt x="5216737" y="1577421"/>
                        </a:cubicBezTo>
                        <a:cubicBezTo>
                          <a:pt x="5233882" y="1575516"/>
                          <a:pt x="5249122" y="1566944"/>
                          <a:pt x="5266266" y="1564086"/>
                        </a:cubicBezTo>
                        <a:cubicBezTo>
                          <a:pt x="5291985" y="1558371"/>
                          <a:pt x="5318654" y="1561229"/>
                          <a:pt x="5340562" y="1572659"/>
                        </a:cubicBezTo>
                        <a:cubicBezTo>
                          <a:pt x="5348182" y="1572659"/>
                          <a:pt x="5353897" y="1568849"/>
                          <a:pt x="5359612" y="1557419"/>
                        </a:cubicBezTo>
                        <a:cubicBezTo>
                          <a:pt x="5369137" y="1538369"/>
                          <a:pt x="5411999" y="1542179"/>
                          <a:pt x="5421524" y="1549799"/>
                        </a:cubicBezTo>
                        <a:cubicBezTo>
                          <a:pt x="5431049" y="1557419"/>
                          <a:pt x="5439622" y="1567896"/>
                          <a:pt x="5454862" y="1556466"/>
                        </a:cubicBezTo>
                        <a:cubicBezTo>
                          <a:pt x="5470102" y="1545036"/>
                          <a:pt x="5470102" y="1571706"/>
                          <a:pt x="5485341" y="1573611"/>
                        </a:cubicBezTo>
                        <a:cubicBezTo>
                          <a:pt x="5500582" y="1575516"/>
                          <a:pt x="5491057" y="1589804"/>
                          <a:pt x="5477722" y="1588851"/>
                        </a:cubicBezTo>
                        <a:cubicBezTo>
                          <a:pt x="5464387" y="1586946"/>
                          <a:pt x="5448195" y="1595519"/>
                          <a:pt x="5463435" y="1605044"/>
                        </a:cubicBezTo>
                        <a:cubicBezTo>
                          <a:pt x="5478674" y="1614569"/>
                          <a:pt x="5495820" y="1596471"/>
                          <a:pt x="5508202" y="1598376"/>
                        </a:cubicBezTo>
                        <a:cubicBezTo>
                          <a:pt x="5510107" y="1598376"/>
                          <a:pt x="5511060" y="1598376"/>
                          <a:pt x="5512964" y="1599329"/>
                        </a:cubicBezTo>
                        <a:cubicBezTo>
                          <a:pt x="5525347" y="1583136"/>
                          <a:pt x="5544397" y="1581231"/>
                          <a:pt x="5560589" y="1586946"/>
                        </a:cubicBezTo>
                        <a:cubicBezTo>
                          <a:pt x="5572020" y="1584089"/>
                          <a:pt x="5576782" y="1597424"/>
                          <a:pt x="5585354" y="1588851"/>
                        </a:cubicBezTo>
                        <a:cubicBezTo>
                          <a:pt x="5595832" y="1579326"/>
                          <a:pt x="5619645" y="1576469"/>
                          <a:pt x="5631074" y="1576469"/>
                        </a:cubicBezTo>
                        <a:cubicBezTo>
                          <a:pt x="5642504" y="1577421"/>
                          <a:pt x="5632979" y="1561229"/>
                          <a:pt x="5612977" y="1561229"/>
                        </a:cubicBezTo>
                        <a:cubicBezTo>
                          <a:pt x="5592974" y="1561229"/>
                          <a:pt x="5593927" y="1549799"/>
                          <a:pt x="5610120" y="1521224"/>
                        </a:cubicBezTo>
                        <a:cubicBezTo>
                          <a:pt x="5625360" y="1492649"/>
                          <a:pt x="5655839" y="1476456"/>
                          <a:pt x="5674889" y="1459311"/>
                        </a:cubicBezTo>
                        <a:cubicBezTo>
                          <a:pt x="5693939" y="1442166"/>
                          <a:pt x="5707274" y="1449786"/>
                          <a:pt x="5707274" y="1438356"/>
                        </a:cubicBezTo>
                        <a:cubicBezTo>
                          <a:pt x="5707274" y="1426926"/>
                          <a:pt x="5716799" y="1395494"/>
                          <a:pt x="5731087" y="1394541"/>
                        </a:cubicBezTo>
                        <a:cubicBezTo>
                          <a:pt x="5745374" y="1393589"/>
                          <a:pt x="5781570" y="1401209"/>
                          <a:pt x="5803477" y="1387874"/>
                        </a:cubicBezTo>
                        <a:cubicBezTo>
                          <a:pt x="5825385" y="1374539"/>
                          <a:pt x="5823479" y="1397399"/>
                          <a:pt x="5833004" y="1401209"/>
                        </a:cubicBezTo>
                        <a:cubicBezTo>
                          <a:pt x="5842529" y="1405019"/>
                          <a:pt x="5854912" y="1381206"/>
                          <a:pt x="5865389" y="1387874"/>
                        </a:cubicBezTo>
                        <a:cubicBezTo>
                          <a:pt x="5875866" y="1394541"/>
                          <a:pt x="5850149" y="1411686"/>
                          <a:pt x="5843482" y="1432641"/>
                        </a:cubicBezTo>
                        <a:cubicBezTo>
                          <a:pt x="5837766" y="1452644"/>
                          <a:pt x="5856816" y="1445024"/>
                          <a:pt x="5868247" y="1450739"/>
                        </a:cubicBezTo>
                        <a:cubicBezTo>
                          <a:pt x="5879677" y="1456454"/>
                          <a:pt x="5853960" y="1465026"/>
                          <a:pt x="5856816" y="1470741"/>
                        </a:cubicBezTo>
                        <a:cubicBezTo>
                          <a:pt x="5859674" y="1476456"/>
                          <a:pt x="5881582" y="1476456"/>
                          <a:pt x="5910157" y="1445024"/>
                        </a:cubicBezTo>
                        <a:cubicBezTo>
                          <a:pt x="5938732" y="1413591"/>
                          <a:pt x="5965402" y="1405971"/>
                          <a:pt x="5983499" y="1407876"/>
                        </a:cubicBezTo>
                        <a:cubicBezTo>
                          <a:pt x="6001597" y="1409781"/>
                          <a:pt x="5991120" y="1389779"/>
                          <a:pt x="5993024" y="1361204"/>
                        </a:cubicBezTo>
                        <a:cubicBezTo>
                          <a:pt x="5993977" y="1332629"/>
                          <a:pt x="6050174" y="1324056"/>
                          <a:pt x="6069224" y="1332629"/>
                        </a:cubicBezTo>
                        <a:cubicBezTo>
                          <a:pt x="6087322" y="1341201"/>
                          <a:pt x="6086370" y="1348821"/>
                          <a:pt x="6068272" y="1344059"/>
                        </a:cubicBezTo>
                        <a:cubicBezTo>
                          <a:pt x="6050174" y="1339296"/>
                          <a:pt x="6033982" y="1356441"/>
                          <a:pt x="6034935" y="1380254"/>
                        </a:cubicBezTo>
                        <a:cubicBezTo>
                          <a:pt x="6035887" y="1404066"/>
                          <a:pt x="6019695" y="1411686"/>
                          <a:pt x="6027314" y="1421211"/>
                        </a:cubicBezTo>
                        <a:cubicBezTo>
                          <a:pt x="6035887" y="1430736"/>
                          <a:pt x="6014932" y="1432641"/>
                          <a:pt x="6013979" y="1442166"/>
                        </a:cubicBezTo>
                        <a:cubicBezTo>
                          <a:pt x="6013027" y="1451691"/>
                          <a:pt x="6013979" y="1459311"/>
                          <a:pt x="6000645" y="1464074"/>
                        </a:cubicBezTo>
                        <a:cubicBezTo>
                          <a:pt x="5987310" y="1467884"/>
                          <a:pt x="5943495" y="1473599"/>
                          <a:pt x="5942541" y="1491696"/>
                        </a:cubicBezTo>
                        <a:cubicBezTo>
                          <a:pt x="5941589" y="1509794"/>
                          <a:pt x="5917777" y="1511699"/>
                          <a:pt x="5906347" y="1534559"/>
                        </a:cubicBezTo>
                        <a:cubicBezTo>
                          <a:pt x="5894916" y="1557419"/>
                          <a:pt x="5853007" y="1570754"/>
                          <a:pt x="5824432" y="1615521"/>
                        </a:cubicBezTo>
                        <a:cubicBezTo>
                          <a:pt x="5796810" y="1660289"/>
                          <a:pt x="5752041" y="1660289"/>
                          <a:pt x="5752041" y="1668861"/>
                        </a:cubicBezTo>
                        <a:cubicBezTo>
                          <a:pt x="5752041" y="1677434"/>
                          <a:pt x="5721562" y="1676481"/>
                          <a:pt x="5711085" y="1678386"/>
                        </a:cubicBezTo>
                        <a:cubicBezTo>
                          <a:pt x="5700607" y="1679339"/>
                          <a:pt x="5720610" y="1706961"/>
                          <a:pt x="5695845" y="1736489"/>
                        </a:cubicBezTo>
                        <a:cubicBezTo>
                          <a:pt x="5693939" y="1738394"/>
                          <a:pt x="5692987" y="1740299"/>
                          <a:pt x="5691082" y="1743156"/>
                        </a:cubicBezTo>
                        <a:cubicBezTo>
                          <a:pt x="5692035" y="1746966"/>
                          <a:pt x="5692035" y="1749824"/>
                          <a:pt x="5692035" y="1754586"/>
                        </a:cubicBezTo>
                        <a:cubicBezTo>
                          <a:pt x="5712037" y="1763159"/>
                          <a:pt x="5726324" y="1782209"/>
                          <a:pt x="5719657" y="1807926"/>
                        </a:cubicBezTo>
                        <a:cubicBezTo>
                          <a:pt x="5698702" y="1887936"/>
                          <a:pt x="5689177" y="1969851"/>
                          <a:pt x="5686320" y="2051766"/>
                        </a:cubicBezTo>
                        <a:cubicBezTo>
                          <a:pt x="5686320" y="2051766"/>
                          <a:pt x="5686320" y="2052719"/>
                          <a:pt x="5686320" y="2052719"/>
                        </a:cubicBezTo>
                        <a:cubicBezTo>
                          <a:pt x="5688224" y="2073674"/>
                          <a:pt x="5687272" y="2097486"/>
                          <a:pt x="5692987" y="2104154"/>
                        </a:cubicBezTo>
                        <a:cubicBezTo>
                          <a:pt x="5702512" y="2114631"/>
                          <a:pt x="5698702" y="2132729"/>
                          <a:pt x="5704416" y="2138444"/>
                        </a:cubicBezTo>
                        <a:cubicBezTo>
                          <a:pt x="5710132" y="2145111"/>
                          <a:pt x="5734897" y="2109869"/>
                          <a:pt x="5751089" y="2095581"/>
                        </a:cubicBezTo>
                        <a:cubicBezTo>
                          <a:pt x="5767282" y="2080341"/>
                          <a:pt x="5762520" y="2075579"/>
                          <a:pt x="5772997" y="2067959"/>
                        </a:cubicBezTo>
                        <a:cubicBezTo>
                          <a:pt x="5784427" y="2060339"/>
                          <a:pt x="5779664" y="2027954"/>
                          <a:pt x="5782522" y="2019381"/>
                        </a:cubicBezTo>
                        <a:cubicBezTo>
                          <a:pt x="5785379" y="2010809"/>
                          <a:pt x="5806335" y="2006999"/>
                          <a:pt x="5813002" y="1997474"/>
                        </a:cubicBezTo>
                        <a:cubicBezTo>
                          <a:pt x="5816812" y="1991759"/>
                          <a:pt x="5825385" y="1991759"/>
                          <a:pt x="5833004" y="1991759"/>
                        </a:cubicBezTo>
                        <a:cubicBezTo>
                          <a:pt x="5839672" y="1986996"/>
                          <a:pt x="5844435" y="1982234"/>
                          <a:pt x="5849197" y="1977471"/>
                        </a:cubicBezTo>
                        <a:cubicBezTo>
                          <a:pt x="5848245" y="1968899"/>
                          <a:pt x="5843482" y="1957469"/>
                          <a:pt x="5841577" y="1949849"/>
                        </a:cubicBezTo>
                        <a:cubicBezTo>
                          <a:pt x="5840624" y="1946991"/>
                          <a:pt x="5841577" y="1945086"/>
                          <a:pt x="5842529" y="1942229"/>
                        </a:cubicBezTo>
                        <a:cubicBezTo>
                          <a:pt x="5830147" y="1924131"/>
                          <a:pt x="5829195" y="1898414"/>
                          <a:pt x="5847291" y="1882221"/>
                        </a:cubicBezTo>
                        <a:cubicBezTo>
                          <a:pt x="5868247" y="1863171"/>
                          <a:pt x="5893012" y="1846979"/>
                          <a:pt x="5920635" y="1836501"/>
                        </a:cubicBezTo>
                        <a:cubicBezTo>
                          <a:pt x="5923491" y="1819356"/>
                          <a:pt x="5933970" y="1807926"/>
                          <a:pt x="5947304" y="1802211"/>
                        </a:cubicBezTo>
                        <a:cubicBezTo>
                          <a:pt x="5952066" y="1796496"/>
                          <a:pt x="5956829" y="1791734"/>
                          <a:pt x="5960639" y="1790781"/>
                        </a:cubicBezTo>
                        <a:cubicBezTo>
                          <a:pt x="5973974" y="1786971"/>
                          <a:pt x="5981595" y="1801259"/>
                          <a:pt x="5994929" y="1788876"/>
                        </a:cubicBezTo>
                        <a:cubicBezTo>
                          <a:pt x="6008264" y="1776494"/>
                          <a:pt x="5983499" y="1755539"/>
                          <a:pt x="5973974" y="1757444"/>
                        </a:cubicBezTo>
                        <a:cubicBezTo>
                          <a:pt x="5964449" y="1758396"/>
                          <a:pt x="5961591" y="1721249"/>
                          <a:pt x="5983499" y="1704104"/>
                        </a:cubicBezTo>
                        <a:cubicBezTo>
                          <a:pt x="6005407" y="1686006"/>
                          <a:pt x="5996835" y="1683149"/>
                          <a:pt x="5982547" y="1678386"/>
                        </a:cubicBezTo>
                        <a:cubicBezTo>
                          <a:pt x="5968260" y="1674576"/>
                          <a:pt x="5965402" y="1679339"/>
                          <a:pt x="5953972" y="1680291"/>
                        </a:cubicBezTo>
                        <a:cubicBezTo>
                          <a:pt x="5942541" y="1681244"/>
                          <a:pt x="5932064" y="1655526"/>
                          <a:pt x="5949210" y="1630761"/>
                        </a:cubicBezTo>
                        <a:cubicBezTo>
                          <a:pt x="5966354" y="1605996"/>
                          <a:pt x="5982547" y="1608854"/>
                          <a:pt x="5986357" y="1588851"/>
                        </a:cubicBezTo>
                        <a:cubicBezTo>
                          <a:pt x="5990166" y="1568849"/>
                          <a:pt x="6013979" y="1539321"/>
                          <a:pt x="6019695" y="1528844"/>
                        </a:cubicBezTo>
                        <a:cubicBezTo>
                          <a:pt x="6025410" y="1518366"/>
                          <a:pt x="6049222" y="1528844"/>
                          <a:pt x="6057795" y="1526939"/>
                        </a:cubicBezTo>
                        <a:cubicBezTo>
                          <a:pt x="6067320" y="1525034"/>
                          <a:pt x="6063510" y="1545989"/>
                          <a:pt x="6074939" y="1535511"/>
                        </a:cubicBezTo>
                        <a:cubicBezTo>
                          <a:pt x="6086370" y="1525034"/>
                          <a:pt x="6104466" y="1489791"/>
                          <a:pt x="6119707" y="1489791"/>
                        </a:cubicBezTo>
                        <a:cubicBezTo>
                          <a:pt x="6128279" y="1489791"/>
                          <a:pt x="6129232" y="1498364"/>
                          <a:pt x="6128279" y="1508841"/>
                        </a:cubicBezTo>
                        <a:cubicBezTo>
                          <a:pt x="6138757" y="1508841"/>
                          <a:pt x="6149235" y="1510746"/>
                          <a:pt x="6157807" y="1516461"/>
                        </a:cubicBezTo>
                        <a:cubicBezTo>
                          <a:pt x="6161616" y="1513604"/>
                          <a:pt x="6165427" y="1509794"/>
                          <a:pt x="6170189" y="1506936"/>
                        </a:cubicBezTo>
                        <a:cubicBezTo>
                          <a:pt x="6198764" y="1485981"/>
                          <a:pt x="6261629" y="1487886"/>
                          <a:pt x="6280679" y="1497411"/>
                        </a:cubicBezTo>
                        <a:cubicBezTo>
                          <a:pt x="6287347" y="1501221"/>
                          <a:pt x="6292110" y="1505984"/>
                          <a:pt x="6294966" y="1510746"/>
                        </a:cubicBezTo>
                        <a:cubicBezTo>
                          <a:pt x="6319732" y="1498364"/>
                          <a:pt x="6342591" y="1478361"/>
                          <a:pt x="6365452" y="1462169"/>
                        </a:cubicBezTo>
                        <a:cubicBezTo>
                          <a:pt x="6413077" y="1427879"/>
                          <a:pt x="6464512" y="1397399"/>
                          <a:pt x="6522614" y="1386921"/>
                        </a:cubicBezTo>
                        <a:cubicBezTo>
                          <a:pt x="6563572" y="1376444"/>
                          <a:pt x="6616912" y="1347869"/>
                          <a:pt x="6614054" y="1338344"/>
                        </a:cubicBezTo>
                        <a:cubicBezTo>
                          <a:pt x="6611197" y="1328819"/>
                          <a:pt x="6629295" y="1325009"/>
                          <a:pt x="6632152" y="1334534"/>
                        </a:cubicBezTo>
                        <a:cubicBezTo>
                          <a:pt x="6634057" y="1344059"/>
                          <a:pt x="6650249" y="1340249"/>
                          <a:pt x="6671204" y="1345011"/>
                        </a:cubicBezTo>
                        <a:cubicBezTo>
                          <a:pt x="6693112" y="1349774"/>
                          <a:pt x="6702637" y="1359299"/>
                          <a:pt x="6719782" y="1341201"/>
                        </a:cubicBezTo>
                        <a:cubicBezTo>
                          <a:pt x="6727402" y="1333581"/>
                          <a:pt x="6727402" y="1327866"/>
                          <a:pt x="6726449" y="1322151"/>
                        </a:cubicBezTo>
                        <a:cubicBezTo>
                          <a:pt x="6719782" y="1320246"/>
                          <a:pt x="6713114" y="1319294"/>
                          <a:pt x="6705495" y="1317389"/>
                        </a:cubicBezTo>
                        <a:cubicBezTo>
                          <a:pt x="6685491" y="1314531"/>
                          <a:pt x="6675014" y="1301196"/>
                          <a:pt x="6672157" y="1285004"/>
                        </a:cubicBezTo>
                        <a:cubicBezTo>
                          <a:pt x="6653107" y="1269764"/>
                          <a:pt x="6636914" y="1251666"/>
                          <a:pt x="6626437" y="1230711"/>
                        </a:cubicBezTo>
                        <a:cubicBezTo>
                          <a:pt x="6616912" y="1212614"/>
                          <a:pt x="6620722" y="1189754"/>
                          <a:pt x="6633104" y="1175466"/>
                        </a:cubicBezTo>
                        <a:cubicBezTo>
                          <a:pt x="6631199" y="1173561"/>
                          <a:pt x="6628341" y="1174514"/>
                          <a:pt x="6623579" y="1177371"/>
                        </a:cubicBezTo>
                        <a:cubicBezTo>
                          <a:pt x="6611197" y="1185944"/>
                          <a:pt x="6590241" y="1181181"/>
                          <a:pt x="6586432" y="1168799"/>
                        </a:cubicBezTo>
                        <a:cubicBezTo>
                          <a:pt x="6582622" y="1156416"/>
                          <a:pt x="6610245" y="1146891"/>
                          <a:pt x="6630247" y="1155464"/>
                        </a:cubicBezTo>
                        <a:cubicBezTo>
                          <a:pt x="6638820" y="1159274"/>
                          <a:pt x="6642629" y="1163084"/>
                          <a:pt x="6644535" y="1166894"/>
                        </a:cubicBezTo>
                        <a:cubicBezTo>
                          <a:pt x="6651202" y="1163084"/>
                          <a:pt x="6658822" y="1161179"/>
                          <a:pt x="6667395" y="1162131"/>
                        </a:cubicBezTo>
                        <a:cubicBezTo>
                          <a:pt x="6673110" y="1151654"/>
                          <a:pt x="6683587" y="1143081"/>
                          <a:pt x="6695970" y="1140224"/>
                        </a:cubicBezTo>
                        <a:cubicBezTo>
                          <a:pt x="6719782" y="1135461"/>
                          <a:pt x="6742641" y="1133556"/>
                          <a:pt x="6765502" y="1132604"/>
                        </a:cubicBezTo>
                        <a:cubicBezTo>
                          <a:pt x="6766454" y="1126889"/>
                          <a:pt x="6766454" y="1123079"/>
                          <a:pt x="6775027" y="1118316"/>
                        </a:cubicBezTo>
                        <a:cubicBezTo>
                          <a:pt x="6788362" y="1111649"/>
                          <a:pt x="6777885" y="1096409"/>
                          <a:pt x="6767407" y="1089741"/>
                        </a:cubicBezTo>
                        <a:cubicBezTo>
                          <a:pt x="6755977" y="1083074"/>
                          <a:pt x="6758835" y="1066881"/>
                          <a:pt x="6770264" y="1066881"/>
                        </a:cubicBezTo>
                        <a:cubicBezTo>
                          <a:pt x="6781695" y="1066881"/>
                          <a:pt x="6778837" y="1051641"/>
                          <a:pt x="6786457" y="1051641"/>
                        </a:cubicBezTo>
                        <a:cubicBezTo>
                          <a:pt x="6794077" y="1050689"/>
                          <a:pt x="6795982" y="1058309"/>
                          <a:pt x="6810270" y="1050689"/>
                        </a:cubicBezTo>
                        <a:cubicBezTo>
                          <a:pt x="6824557" y="1043069"/>
                          <a:pt x="6811222" y="1063071"/>
                          <a:pt x="6804554" y="1076406"/>
                        </a:cubicBezTo>
                        <a:cubicBezTo>
                          <a:pt x="6797887" y="1089741"/>
                          <a:pt x="6817889" y="1101171"/>
                          <a:pt x="6819795" y="1108791"/>
                        </a:cubicBezTo>
                        <a:cubicBezTo>
                          <a:pt x="6821699" y="1116411"/>
                          <a:pt x="6850274" y="1119269"/>
                          <a:pt x="6865514" y="1109744"/>
                        </a:cubicBezTo>
                        <a:cubicBezTo>
                          <a:pt x="6880754" y="1100219"/>
                          <a:pt x="6931237" y="1121174"/>
                          <a:pt x="6935047" y="1134509"/>
                        </a:cubicBezTo>
                        <a:cubicBezTo>
                          <a:pt x="6936952" y="1142129"/>
                          <a:pt x="6939810" y="1150701"/>
                          <a:pt x="6946477" y="1159274"/>
                        </a:cubicBezTo>
                        <a:cubicBezTo>
                          <a:pt x="6962670" y="1163084"/>
                          <a:pt x="6979814" y="1166894"/>
                          <a:pt x="6996007" y="1170704"/>
                        </a:cubicBezTo>
                        <a:cubicBezTo>
                          <a:pt x="7016962" y="1175466"/>
                          <a:pt x="7027439" y="1190706"/>
                          <a:pt x="7030297" y="1205946"/>
                        </a:cubicBezTo>
                        <a:cubicBezTo>
                          <a:pt x="7031249" y="1205946"/>
                          <a:pt x="7032202" y="1205946"/>
                          <a:pt x="7033154" y="1204994"/>
                        </a:cubicBezTo>
                        <a:cubicBezTo>
                          <a:pt x="7044585" y="1202136"/>
                          <a:pt x="7051252" y="1216424"/>
                          <a:pt x="7059824" y="1207851"/>
                        </a:cubicBezTo>
                        <a:cubicBezTo>
                          <a:pt x="7068397" y="1199279"/>
                          <a:pt x="7073160" y="1212614"/>
                          <a:pt x="7083637" y="1202136"/>
                        </a:cubicBezTo>
                        <a:cubicBezTo>
                          <a:pt x="7095066" y="1191659"/>
                          <a:pt x="7059824" y="1184039"/>
                          <a:pt x="7063635" y="1176419"/>
                        </a:cubicBezTo>
                        <a:cubicBezTo>
                          <a:pt x="7068397" y="1167846"/>
                          <a:pt x="7075064" y="1183086"/>
                          <a:pt x="7085541" y="1182134"/>
                        </a:cubicBezTo>
                        <a:cubicBezTo>
                          <a:pt x="7095066" y="1181181"/>
                          <a:pt x="7082685" y="1161179"/>
                          <a:pt x="7090304" y="1159274"/>
                        </a:cubicBezTo>
                        <a:cubicBezTo>
                          <a:pt x="7097924" y="1157369"/>
                          <a:pt x="7091257" y="1114506"/>
                          <a:pt x="7083637" y="1111649"/>
                        </a:cubicBezTo>
                        <a:cubicBezTo>
                          <a:pt x="7076016" y="1108791"/>
                          <a:pt x="7082685" y="1093551"/>
                          <a:pt x="7096972" y="1105934"/>
                        </a:cubicBezTo>
                        <a:cubicBezTo>
                          <a:pt x="7112212" y="1118316"/>
                          <a:pt x="7135072" y="1117364"/>
                          <a:pt x="7146502" y="1117364"/>
                        </a:cubicBezTo>
                        <a:cubicBezTo>
                          <a:pt x="7157932" y="1117364"/>
                          <a:pt x="7147454" y="1105934"/>
                          <a:pt x="7136024" y="1104029"/>
                        </a:cubicBezTo>
                        <a:cubicBezTo>
                          <a:pt x="7124595" y="1102124"/>
                          <a:pt x="7137929" y="1091646"/>
                          <a:pt x="7145549" y="1100219"/>
                        </a:cubicBezTo>
                        <a:cubicBezTo>
                          <a:pt x="7153170" y="1107839"/>
                          <a:pt x="7168410" y="1111649"/>
                          <a:pt x="7169362" y="1103076"/>
                        </a:cubicBezTo>
                        <a:cubicBezTo>
                          <a:pt x="7170314" y="1094504"/>
                          <a:pt x="7178887" y="1076406"/>
                          <a:pt x="7192222" y="1077359"/>
                        </a:cubicBezTo>
                        <a:cubicBezTo>
                          <a:pt x="7193174" y="1077359"/>
                          <a:pt x="7194127" y="1077359"/>
                          <a:pt x="7195079" y="1077359"/>
                        </a:cubicBezTo>
                        <a:cubicBezTo>
                          <a:pt x="7136024" y="1024019"/>
                          <a:pt x="7066491" y="999254"/>
                          <a:pt x="6997912" y="973536"/>
                        </a:cubicBezTo>
                        <a:close/>
                        <a:moveTo>
                          <a:pt x="3551766" y="1980329"/>
                        </a:moveTo>
                        <a:cubicBezTo>
                          <a:pt x="3514620" y="2016524"/>
                          <a:pt x="3440324" y="2025096"/>
                          <a:pt x="3440324" y="2054624"/>
                        </a:cubicBezTo>
                        <a:cubicBezTo>
                          <a:pt x="3440324" y="2084151"/>
                          <a:pt x="3349837" y="2099391"/>
                          <a:pt x="3342216" y="2086056"/>
                        </a:cubicBezTo>
                        <a:cubicBezTo>
                          <a:pt x="3335549" y="2074626"/>
                          <a:pt x="3408891" y="2070816"/>
                          <a:pt x="3426989" y="2028906"/>
                        </a:cubicBezTo>
                        <a:cubicBezTo>
                          <a:pt x="3445087" y="1986996"/>
                          <a:pt x="3511762" y="1965089"/>
                          <a:pt x="3545099" y="1907939"/>
                        </a:cubicBezTo>
                        <a:cubicBezTo>
                          <a:pt x="3568912" y="1867934"/>
                          <a:pt x="3587962" y="1806021"/>
                          <a:pt x="3602249" y="1810784"/>
                        </a:cubicBezTo>
                        <a:cubicBezTo>
                          <a:pt x="3614632" y="1815546"/>
                          <a:pt x="3589866" y="1945086"/>
                          <a:pt x="3551766" y="1980329"/>
                        </a:cubicBezTo>
                        <a:close/>
                      </a:path>
                    </a:pathLst>
                  </a:custGeom>
                  <a:grpFill/>
                  <a:ln w="7144" cap="flat">
                    <a:solidFill>
                      <a:srgbClr val="FFFFFF"/>
                    </a:solidFill>
                    <a:prstDash val="solid"/>
                    <a:miter/>
                  </a:ln>
                </p:spPr>
                <p:txBody>
                  <a:bodyPr rtlCol="0" anchor="ctr"/>
                  <a:lstStyle/>
                  <a:p>
                    <a:endParaRPr lang="en-ID"/>
                  </a:p>
                </p:txBody>
              </p:sp>
              <p:sp>
                <p:nvSpPr>
                  <p:cNvPr id="850" name="Freeform: Shape 504">
                    <a:extLst>
                      <a:ext uri="{FF2B5EF4-FFF2-40B4-BE49-F238E27FC236}">
                        <a16:creationId xmlns:a16="http://schemas.microsoft.com/office/drawing/2014/main" id="{7CBF7B09-77A1-4CFB-12E1-4CC2B77894E3}"/>
                      </a:ext>
                    </a:extLst>
                  </p:cNvPr>
                  <p:cNvSpPr/>
                  <p:nvPr/>
                </p:nvSpPr>
                <p:spPr>
                  <a:xfrm>
                    <a:off x="22595617" y="4467451"/>
                    <a:ext cx="28575" cy="28575"/>
                  </a:xfrm>
                  <a:custGeom>
                    <a:avLst/>
                    <a:gdLst>
                      <a:gd name="connsiteX0" fmla="*/ 0 w 28575"/>
                      <a:gd name="connsiteY0" fmla="*/ 28575 h 28575"/>
                      <a:gd name="connsiteX1" fmla="*/ 31433 w 28575"/>
                      <a:gd name="connsiteY1" fmla="*/ 14288 h 28575"/>
                      <a:gd name="connsiteX2" fmla="*/ 20956 w 28575"/>
                      <a:gd name="connsiteY2" fmla="*/ 0 h 28575"/>
                      <a:gd name="connsiteX3" fmla="*/ 0 w 28575"/>
                      <a:gd name="connsiteY3" fmla="*/ 28575 h 28575"/>
                    </a:gdLst>
                    <a:ahLst/>
                    <a:cxnLst>
                      <a:cxn ang="0">
                        <a:pos x="connsiteX0" y="connsiteY0"/>
                      </a:cxn>
                      <a:cxn ang="0">
                        <a:pos x="connsiteX1" y="connsiteY1"/>
                      </a:cxn>
                      <a:cxn ang="0">
                        <a:pos x="connsiteX2" y="connsiteY2"/>
                      </a:cxn>
                      <a:cxn ang="0">
                        <a:pos x="connsiteX3" y="connsiteY3"/>
                      </a:cxn>
                    </a:cxnLst>
                    <a:rect l="l" t="t" r="r" b="b"/>
                    <a:pathLst>
                      <a:path w="28575" h="28575">
                        <a:moveTo>
                          <a:pt x="0" y="28575"/>
                        </a:moveTo>
                        <a:cubicBezTo>
                          <a:pt x="13335" y="39053"/>
                          <a:pt x="29528" y="29528"/>
                          <a:pt x="31433" y="14288"/>
                        </a:cubicBezTo>
                        <a:cubicBezTo>
                          <a:pt x="32385" y="8573"/>
                          <a:pt x="27623" y="3810"/>
                          <a:pt x="20956" y="0"/>
                        </a:cubicBezTo>
                        <a:cubicBezTo>
                          <a:pt x="17145" y="10478"/>
                          <a:pt x="10478" y="20955"/>
                          <a:pt x="0" y="28575"/>
                        </a:cubicBezTo>
                        <a:close/>
                      </a:path>
                    </a:pathLst>
                  </a:custGeom>
                  <a:grpFill/>
                  <a:ln w="7144" cap="flat">
                    <a:solidFill>
                      <a:srgbClr val="FFFFFF"/>
                    </a:solidFill>
                    <a:prstDash val="solid"/>
                    <a:miter/>
                  </a:ln>
                </p:spPr>
                <p:txBody>
                  <a:bodyPr rtlCol="0" anchor="ctr"/>
                  <a:lstStyle/>
                  <a:p>
                    <a:endParaRPr lang="en-ID"/>
                  </a:p>
                </p:txBody>
              </p:sp>
              <p:sp>
                <p:nvSpPr>
                  <p:cNvPr id="851" name="Freeform: Shape 505">
                    <a:extLst>
                      <a:ext uri="{FF2B5EF4-FFF2-40B4-BE49-F238E27FC236}">
                        <a16:creationId xmlns:a16="http://schemas.microsoft.com/office/drawing/2014/main" id="{681773D1-DCB4-9B0C-9308-5D11630A540B}"/>
                      </a:ext>
                    </a:extLst>
                  </p:cNvPr>
                  <p:cNvSpPr/>
                  <p:nvPr/>
                </p:nvSpPr>
                <p:spPr>
                  <a:xfrm>
                    <a:off x="21545010" y="4239672"/>
                    <a:ext cx="47625" cy="9525"/>
                  </a:xfrm>
                  <a:custGeom>
                    <a:avLst/>
                    <a:gdLst>
                      <a:gd name="connsiteX0" fmla="*/ 0 w 47625"/>
                      <a:gd name="connsiteY0" fmla="*/ 2989 h 0"/>
                      <a:gd name="connsiteX1" fmla="*/ 3810 w 47625"/>
                      <a:gd name="connsiteY1" fmla="*/ 3942 h 0"/>
                      <a:gd name="connsiteX2" fmla="*/ 48577 w 47625"/>
                      <a:gd name="connsiteY2" fmla="*/ 3942 h 0"/>
                      <a:gd name="connsiteX3" fmla="*/ 48577 w 47625"/>
                      <a:gd name="connsiteY3" fmla="*/ 2037 h 0"/>
                      <a:gd name="connsiteX4" fmla="*/ 0 w 47625"/>
                      <a:gd name="connsiteY4" fmla="*/ 2989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a:moveTo>
                          <a:pt x="0" y="2989"/>
                        </a:moveTo>
                        <a:cubicBezTo>
                          <a:pt x="952" y="2989"/>
                          <a:pt x="1905" y="2989"/>
                          <a:pt x="3810" y="3942"/>
                        </a:cubicBezTo>
                        <a:cubicBezTo>
                          <a:pt x="19050" y="8704"/>
                          <a:pt x="46673" y="11562"/>
                          <a:pt x="48577" y="3942"/>
                        </a:cubicBezTo>
                        <a:cubicBezTo>
                          <a:pt x="48577" y="2989"/>
                          <a:pt x="48577" y="2989"/>
                          <a:pt x="48577" y="2037"/>
                        </a:cubicBezTo>
                        <a:cubicBezTo>
                          <a:pt x="31432" y="-821"/>
                          <a:pt x="15240" y="-821"/>
                          <a:pt x="0" y="2989"/>
                        </a:cubicBezTo>
                        <a:close/>
                      </a:path>
                    </a:pathLst>
                  </a:custGeom>
                  <a:grpFill/>
                  <a:ln w="7144" cap="flat">
                    <a:solidFill>
                      <a:srgbClr val="FFFFFF"/>
                    </a:solidFill>
                    <a:prstDash val="solid"/>
                    <a:miter/>
                  </a:ln>
                </p:spPr>
                <p:txBody>
                  <a:bodyPr rtlCol="0" anchor="ctr"/>
                  <a:lstStyle/>
                  <a:p>
                    <a:endParaRPr lang="en-ID"/>
                  </a:p>
                </p:txBody>
              </p:sp>
              <p:sp>
                <p:nvSpPr>
                  <p:cNvPr id="852" name="Freeform: Shape 506">
                    <a:extLst>
                      <a:ext uri="{FF2B5EF4-FFF2-40B4-BE49-F238E27FC236}">
                        <a16:creationId xmlns:a16="http://schemas.microsoft.com/office/drawing/2014/main" id="{E7F29347-41E8-C914-2E51-B12C4D1FFD4C}"/>
                      </a:ext>
                    </a:extLst>
                  </p:cNvPr>
                  <p:cNvSpPr/>
                  <p:nvPr/>
                </p:nvSpPr>
                <p:spPr>
                  <a:xfrm>
                    <a:off x="21387274" y="5692366"/>
                    <a:ext cx="76200" cy="457200"/>
                  </a:xfrm>
                  <a:custGeom>
                    <a:avLst/>
                    <a:gdLst>
                      <a:gd name="connsiteX0" fmla="*/ 65343 w 76200"/>
                      <a:gd name="connsiteY0" fmla="*/ 421957 h 457200"/>
                      <a:gd name="connsiteX1" fmla="*/ 34863 w 76200"/>
                      <a:gd name="connsiteY1" fmla="*/ 365760 h 457200"/>
                      <a:gd name="connsiteX2" fmla="*/ 48198 w 76200"/>
                      <a:gd name="connsiteY2" fmla="*/ 288607 h 457200"/>
                      <a:gd name="connsiteX3" fmla="*/ 77726 w 76200"/>
                      <a:gd name="connsiteY3" fmla="*/ 268605 h 457200"/>
                      <a:gd name="connsiteX4" fmla="*/ 68201 w 76200"/>
                      <a:gd name="connsiteY4" fmla="*/ 211455 h 457200"/>
                      <a:gd name="connsiteX5" fmla="*/ 41530 w 76200"/>
                      <a:gd name="connsiteY5" fmla="*/ 91440 h 457200"/>
                      <a:gd name="connsiteX6" fmla="*/ 3430 w 76200"/>
                      <a:gd name="connsiteY6" fmla="*/ 0 h 457200"/>
                      <a:gd name="connsiteX7" fmla="*/ 2478 w 76200"/>
                      <a:gd name="connsiteY7" fmla="*/ 47625 h 457200"/>
                      <a:gd name="connsiteX8" fmla="*/ 16765 w 76200"/>
                      <a:gd name="connsiteY8" fmla="*/ 141922 h 457200"/>
                      <a:gd name="connsiteX9" fmla="*/ 12955 w 76200"/>
                      <a:gd name="connsiteY9" fmla="*/ 325755 h 457200"/>
                      <a:gd name="connsiteX10" fmla="*/ 5336 w 76200"/>
                      <a:gd name="connsiteY10" fmla="*/ 460057 h 457200"/>
                      <a:gd name="connsiteX11" fmla="*/ 33911 w 76200"/>
                      <a:gd name="connsiteY11" fmla="*/ 428625 h 457200"/>
                      <a:gd name="connsiteX12" fmla="*/ 72011 w 76200"/>
                      <a:gd name="connsiteY12" fmla="*/ 463868 h 457200"/>
                      <a:gd name="connsiteX13" fmla="*/ 65343 w 76200"/>
                      <a:gd name="connsiteY13" fmla="*/ 42195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457200">
                        <a:moveTo>
                          <a:pt x="65343" y="421957"/>
                        </a:moveTo>
                        <a:cubicBezTo>
                          <a:pt x="52009" y="424815"/>
                          <a:pt x="41530" y="387668"/>
                          <a:pt x="34863" y="365760"/>
                        </a:cubicBezTo>
                        <a:cubicBezTo>
                          <a:pt x="28196" y="342900"/>
                          <a:pt x="48198" y="316230"/>
                          <a:pt x="48198" y="288607"/>
                        </a:cubicBezTo>
                        <a:cubicBezTo>
                          <a:pt x="48198" y="269557"/>
                          <a:pt x="62486" y="263843"/>
                          <a:pt x="77726" y="268605"/>
                        </a:cubicBezTo>
                        <a:cubicBezTo>
                          <a:pt x="73916" y="248603"/>
                          <a:pt x="71059" y="228600"/>
                          <a:pt x="68201" y="211455"/>
                        </a:cubicBezTo>
                        <a:cubicBezTo>
                          <a:pt x="61534" y="171450"/>
                          <a:pt x="52961" y="130493"/>
                          <a:pt x="41530" y="91440"/>
                        </a:cubicBezTo>
                        <a:cubicBezTo>
                          <a:pt x="32005" y="58103"/>
                          <a:pt x="12003" y="32385"/>
                          <a:pt x="3430" y="0"/>
                        </a:cubicBezTo>
                        <a:cubicBezTo>
                          <a:pt x="-1332" y="7620"/>
                          <a:pt x="9146" y="25718"/>
                          <a:pt x="2478" y="47625"/>
                        </a:cubicBezTo>
                        <a:cubicBezTo>
                          <a:pt x="-5141" y="76200"/>
                          <a:pt x="6288" y="117157"/>
                          <a:pt x="16765" y="141922"/>
                        </a:cubicBezTo>
                        <a:cubicBezTo>
                          <a:pt x="27243" y="167640"/>
                          <a:pt x="2478" y="302895"/>
                          <a:pt x="12955" y="325755"/>
                        </a:cubicBezTo>
                        <a:cubicBezTo>
                          <a:pt x="23434" y="348615"/>
                          <a:pt x="-4189" y="448628"/>
                          <a:pt x="5336" y="460057"/>
                        </a:cubicBezTo>
                        <a:cubicBezTo>
                          <a:pt x="20576" y="480060"/>
                          <a:pt x="10098" y="433388"/>
                          <a:pt x="33911" y="428625"/>
                        </a:cubicBezTo>
                        <a:cubicBezTo>
                          <a:pt x="57723" y="424815"/>
                          <a:pt x="57723" y="457200"/>
                          <a:pt x="72011" y="463868"/>
                        </a:cubicBezTo>
                        <a:cubicBezTo>
                          <a:pt x="87251" y="471488"/>
                          <a:pt x="78678" y="419100"/>
                          <a:pt x="65343" y="421957"/>
                        </a:cubicBezTo>
                        <a:close/>
                      </a:path>
                    </a:pathLst>
                  </a:custGeom>
                  <a:grpFill/>
                  <a:ln w="7144" cap="flat">
                    <a:solidFill>
                      <a:srgbClr val="FFFFFF"/>
                    </a:solidFill>
                    <a:prstDash val="solid"/>
                    <a:miter/>
                  </a:ln>
                </p:spPr>
                <p:txBody>
                  <a:bodyPr rtlCol="0" anchor="ctr"/>
                  <a:lstStyle/>
                  <a:p>
                    <a:endParaRPr lang="en-ID"/>
                  </a:p>
                </p:txBody>
              </p:sp>
              <p:sp>
                <p:nvSpPr>
                  <p:cNvPr id="853" name="Freeform: Shape 507">
                    <a:extLst>
                      <a:ext uri="{FF2B5EF4-FFF2-40B4-BE49-F238E27FC236}">
                        <a16:creationId xmlns:a16="http://schemas.microsoft.com/office/drawing/2014/main" id="{AE592299-A767-6381-4A62-002E7079D4E5}"/>
                      </a:ext>
                    </a:extLst>
                  </p:cNvPr>
                  <p:cNvSpPr/>
                  <p:nvPr/>
                </p:nvSpPr>
                <p:spPr>
                  <a:xfrm>
                    <a:off x="17634098" y="3422805"/>
                    <a:ext cx="142875" cy="47625"/>
                  </a:xfrm>
                  <a:custGeom>
                    <a:avLst/>
                    <a:gdLst>
                      <a:gd name="connsiteX0" fmla="*/ 63764 w 142875"/>
                      <a:gd name="connsiteY0" fmla="*/ 5469 h 47625"/>
                      <a:gd name="connsiteX1" fmla="*/ 31378 w 142875"/>
                      <a:gd name="connsiteY1" fmla="*/ 17851 h 47625"/>
                      <a:gd name="connsiteX2" fmla="*/ 5661 w 142875"/>
                      <a:gd name="connsiteY2" fmla="*/ 46426 h 47625"/>
                      <a:gd name="connsiteX3" fmla="*/ 102816 w 142875"/>
                      <a:gd name="connsiteY3" fmla="*/ 37854 h 47625"/>
                      <a:gd name="connsiteX4" fmla="*/ 149489 w 142875"/>
                      <a:gd name="connsiteY4" fmla="*/ 17851 h 47625"/>
                      <a:gd name="connsiteX5" fmla="*/ 63764 w 142875"/>
                      <a:gd name="connsiteY5" fmla="*/ 5469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47625">
                        <a:moveTo>
                          <a:pt x="63764" y="5469"/>
                        </a:moveTo>
                        <a:cubicBezTo>
                          <a:pt x="67574" y="16899"/>
                          <a:pt x="57097" y="17851"/>
                          <a:pt x="31378" y="17851"/>
                        </a:cubicBezTo>
                        <a:cubicBezTo>
                          <a:pt x="5661" y="17851"/>
                          <a:pt x="-8626" y="34044"/>
                          <a:pt x="5661" y="46426"/>
                        </a:cubicBezTo>
                        <a:cubicBezTo>
                          <a:pt x="20901" y="60714"/>
                          <a:pt x="90434" y="54999"/>
                          <a:pt x="102816" y="37854"/>
                        </a:cubicBezTo>
                        <a:cubicBezTo>
                          <a:pt x="114247" y="20709"/>
                          <a:pt x="144726" y="34996"/>
                          <a:pt x="149489" y="17851"/>
                        </a:cubicBezTo>
                        <a:cubicBezTo>
                          <a:pt x="154251" y="1659"/>
                          <a:pt x="59953" y="-5961"/>
                          <a:pt x="63764" y="5469"/>
                        </a:cubicBezTo>
                        <a:close/>
                      </a:path>
                    </a:pathLst>
                  </a:custGeom>
                  <a:grpFill/>
                  <a:ln w="7144" cap="flat">
                    <a:solidFill>
                      <a:srgbClr val="FFFFFF"/>
                    </a:solidFill>
                    <a:prstDash val="solid"/>
                    <a:miter/>
                  </a:ln>
                </p:spPr>
                <p:txBody>
                  <a:bodyPr rtlCol="0" anchor="ctr"/>
                  <a:lstStyle/>
                  <a:p>
                    <a:endParaRPr lang="en-ID"/>
                  </a:p>
                </p:txBody>
              </p:sp>
              <p:sp>
                <p:nvSpPr>
                  <p:cNvPr id="854" name="Freeform: Shape 508">
                    <a:extLst>
                      <a:ext uri="{FF2B5EF4-FFF2-40B4-BE49-F238E27FC236}">
                        <a16:creationId xmlns:a16="http://schemas.microsoft.com/office/drawing/2014/main" id="{35C9482B-28F1-D3F2-F3CF-BCD6A9AC353C}"/>
                      </a:ext>
                    </a:extLst>
                  </p:cNvPr>
                  <p:cNvSpPr/>
                  <p:nvPr/>
                </p:nvSpPr>
                <p:spPr>
                  <a:xfrm>
                    <a:off x="17634045" y="3324451"/>
                    <a:ext cx="133350" cy="19050"/>
                  </a:xfrm>
                  <a:custGeom>
                    <a:avLst/>
                    <a:gdLst>
                      <a:gd name="connsiteX0" fmla="*/ 121919 w 133350"/>
                      <a:gd name="connsiteY0" fmla="*/ 3810 h 19050"/>
                      <a:gd name="connsiteX1" fmla="*/ 60007 w 133350"/>
                      <a:gd name="connsiteY1" fmla="*/ 953 h 19050"/>
                      <a:gd name="connsiteX2" fmla="*/ 15240 w 133350"/>
                      <a:gd name="connsiteY2" fmla="*/ 8572 h 19050"/>
                      <a:gd name="connsiteX3" fmla="*/ 1905 w 133350"/>
                      <a:gd name="connsiteY3" fmla="*/ 11430 h 19050"/>
                      <a:gd name="connsiteX4" fmla="*/ 0 w 133350"/>
                      <a:gd name="connsiteY4" fmla="*/ 12383 h 19050"/>
                      <a:gd name="connsiteX5" fmla="*/ 56197 w 133350"/>
                      <a:gd name="connsiteY5" fmla="*/ 27622 h 19050"/>
                      <a:gd name="connsiteX6" fmla="*/ 99059 w 133350"/>
                      <a:gd name="connsiteY6" fmla="*/ 9525 h 19050"/>
                      <a:gd name="connsiteX7" fmla="*/ 135255 w 133350"/>
                      <a:gd name="connsiteY7" fmla="*/ 7620 h 19050"/>
                      <a:gd name="connsiteX8" fmla="*/ 121919 w 133350"/>
                      <a:gd name="connsiteY8" fmla="*/ 381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9050">
                        <a:moveTo>
                          <a:pt x="121919" y="3810"/>
                        </a:moveTo>
                        <a:cubicBezTo>
                          <a:pt x="100965" y="0"/>
                          <a:pt x="80009" y="-953"/>
                          <a:pt x="60007" y="953"/>
                        </a:cubicBezTo>
                        <a:cubicBezTo>
                          <a:pt x="60007" y="6668"/>
                          <a:pt x="33338" y="7620"/>
                          <a:pt x="15240" y="8572"/>
                        </a:cubicBezTo>
                        <a:cubicBezTo>
                          <a:pt x="10477" y="9525"/>
                          <a:pt x="6667" y="10478"/>
                          <a:pt x="1905" y="11430"/>
                        </a:cubicBezTo>
                        <a:cubicBezTo>
                          <a:pt x="952" y="11430"/>
                          <a:pt x="952" y="11430"/>
                          <a:pt x="0" y="12383"/>
                        </a:cubicBezTo>
                        <a:cubicBezTo>
                          <a:pt x="4763" y="20003"/>
                          <a:pt x="26669" y="27622"/>
                          <a:pt x="56197" y="27622"/>
                        </a:cubicBezTo>
                        <a:cubicBezTo>
                          <a:pt x="87630" y="27622"/>
                          <a:pt x="78105" y="6668"/>
                          <a:pt x="99059" y="9525"/>
                        </a:cubicBezTo>
                        <a:cubicBezTo>
                          <a:pt x="112394" y="11430"/>
                          <a:pt x="128588" y="11430"/>
                          <a:pt x="135255" y="7620"/>
                        </a:cubicBezTo>
                        <a:cubicBezTo>
                          <a:pt x="132397" y="5715"/>
                          <a:pt x="127634" y="4763"/>
                          <a:pt x="121919" y="3810"/>
                        </a:cubicBezTo>
                        <a:close/>
                      </a:path>
                    </a:pathLst>
                  </a:custGeom>
                  <a:grpFill/>
                  <a:ln w="7144" cap="flat">
                    <a:solidFill>
                      <a:srgbClr val="FFFFFF"/>
                    </a:solidFill>
                    <a:prstDash val="solid"/>
                    <a:miter/>
                  </a:ln>
                </p:spPr>
                <p:txBody>
                  <a:bodyPr rtlCol="0" anchor="ctr"/>
                  <a:lstStyle/>
                  <a:p>
                    <a:endParaRPr lang="en-ID"/>
                  </a:p>
                </p:txBody>
              </p:sp>
              <p:sp>
                <p:nvSpPr>
                  <p:cNvPr id="855" name="Freeform: Shape 509">
                    <a:extLst>
                      <a:ext uri="{FF2B5EF4-FFF2-40B4-BE49-F238E27FC236}">
                        <a16:creationId xmlns:a16="http://schemas.microsoft.com/office/drawing/2014/main" id="{B54CA754-8657-2964-6ED6-92F51706946A}"/>
                      </a:ext>
                    </a:extLst>
                  </p:cNvPr>
                  <p:cNvSpPr/>
                  <p:nvPr/>
                </p:nvSpPr>
                <p:spPr>
                  <a:xfrm>
                    <a:off x="20044455" y="4040640"/>
                    <a:ext cx="76200" cy="38100"/>
                  </a:xfrm>
                  <a:custGeom>
                    <a:avLst/>
                    <a:gdLst>
                      <a:gd name="connsiteX0" fmla="*/ 27037 w 76200"/>
                      <a:gd name="connsiteY0" fmla="*/ 8663 h 38100"/>
                      <a:gd name="connsiteX1" fmla="*/ 1320 w 76200"/>
                      <a:gd name="connsiteY1" fmla="*/ 31523 h 38100"/>
                      <a:gd name="connsiteX2" fmla="*/ 81330 w 76200"/>
                      <a:gd name="connsiteY2" fmla="*/ 17236 h 38100"/>
                      <a:gd name="connsiteX3" fmla="*/ 27037 w 76200"/>
                      <a:gd name="connsiteY3" fmla="*/ 8663 h 38100"/>
                    </a:gdLst>
                    <a:ahLst/>
                    <a:cxnLst>
                      <a:cxn ang="0">
                        <a:pos x="connsiteX0" y="connsiteY0"/>
                      </a:cxn>
                      <a:cxn ang="0">
                        <a:pos x="connsiteX1" y="connsiteY1"/>
                      </a:cxn>
                      <a:cxn ang="0">
                        <a:pos x="connsiteX2" y="connsiteY2"/>
                      </a:cxn>
                      <a:cxn ang="0">
                        <a:pos x="connsiteX3" y="connsiteY3"/>
                      </a:cxn>
                    </a:cxnLst>
                    <a:rect l="l" t="t" r="r" b="b"/>
                    <a:pathLst>
                      <a:path w="76200" h="38100">
                        <a:moveTo>
                          <a:pt x="27037" y="8663"/>
                        </a:moveTo>
                        <a:cubicBezTo>
                          <a:pt x="21322" y="20093"/>
                          <a:pt x="-6301" y="21046"/>
                          <a:pt x="1320" y="31523"/>
                        </a:cubicBezTo>
                        <a:cubicBezTo>
                          <a:pt x="14655" y="49621"/>
                          <a:pt x="79424" y="40096"/>
                          <a:pt x="81330" y="17236"/>
                        </a:cubicBezTo>
                        <a:cubicBezTo>
                          <a:pt x="81330" y="-5624"/>
                          <a:pt x="31799" y="-2767"/>
                          <a:pt x="27037" y="8663"/>
                        </a:cubicBezTo>
                        <a:close/>
                      </a:path>
                    </a:pathLst>
                  </a:custGeom>
                  <a:grpFill/>
                  <a:ln w="7144" cap="flat">
                    <a:solidFill>
                      <a:srgbClr val="FFFFFF"/>
                    </a:solidFill>
                    <a:prstDash val="solid"/>
                    <a:miter/>
                  </a:ln>
                </p:spPr>
                <p:txBody>
                  <a:bodyPr rtlCol="0" anchor="ctr"/>
                  <a:lstStyle/>
                  <a:p>
                    <a:endParaRPr lang="en-ID"/>
                  </a:p>
                </p:txBody>
              </p:sp>
              <p:sp>
                <p:nvSpPr>
                  <p:cNvPr id="856" name="Freeform: Shape 510">
                    <a:extLst>
                      <a:ext uri="{FF2B5EF4-FFF2-40B4-BE49-F238E27FC236}">
                        <a16:creationId xmlns:a16="http://schemas.microsoft.com/office/drawing/2014/main" id="{2EC30404-7462-FC1E-B5D8-DCA699BEA6B0}"/>
                      </a:ext>
                    </a:extLst>
                  </p:cNvPr>
                  <p:cNvSpPr/>
                  <p:nvPr/>
                </p:nvSpPr>
                <p:spPr>
                  <a:xfrm>
                    <a:off x="17557507" y="3347398"/>
                    <a:ext cx="152400" cy="57150"/>
                  </a:xfrm>
                  <a:custGeom>
                    <a:avLst/>
                    <a:gdLst>
                      <a:gd name="connsiteX0" fmla="*/ 155595 w 152400"/>
                      <a:gd name="connsiteY0" fmla="*/ 31345 h 57150"/>
                      <a:gd name="connsiteX1" fmla="*/ 79395 w 152400"/>
                      <a:gd name="connsiteY1" fmla="*/ 10390 h 57150"/>
                      <a:gd name="connsiteX2" fmla="*/ 47963 w 152400"/>
                      <a:gd name="connsiteY2" fmla="*/ 17058 h 57150"/>
                      <a:gd name="connsiteX3" fmla="*/ 1290 w 152400"/>
                      <a:gd name="connsiteY3" fmla="*/ 46585 h 57150"/>
                      <a:gd name="connsiteX4" fmla="*/ 155595 w 152400"/>
                      <a:gd name="connsiteY4" fmla="*/ 3134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57150">
                        <a:moveTo>
                          <a:pt x="155595" y="31345"/>
                        </a:moveTo>
                        <a:cubicBezTo>
                          <a:pt x="159405" y="1818"/>
                          <a:pt x="113684" y="25630"/>
                          <a:pt x="79395" y="10390"/>
                        </a:cubicBezTo>
                        <a:cubicBezTo>
                          <a:pt x="45105" y="-4850"/>
                          <a:pt x="25102" y="-3897"/>
                          <a:pt x="47963" y="17058"/>
                        </a:cubicBezTo>
                        <a:cubicBezTo>
                          <a:pt x="58440" y="26583"/>
                          <a:pt x="-10141" y="34203"/>
                          <a:pt x="1290" y="46585"/>
                        </a:cubicBezTo>
                        <a:cubicBezTo>
                          <a:pt x="26055" y="74208"/>
                          <a:pt x="151784" y="60873"/>
                          <a:pt x="155595" y="31345"/>
                        </a:cubicBezTo>
                        <a:close/>
                      </a:path>
                    </a:pathLst>
                  </a:custGeom>
                  <a:grpFill/>
                  <a:ln w="7144" cap="flat">
                    <a:solidFill>
                      <a:srgbClr val="FFFFFF"/>
                    </a:solidFill>
                    <a:prstDash val="solid"/>
                    <a:miter/>
                  </a:ln>
                </p:spPr>
                <p:txBody>
                  <a:bodyPr rtlCol="0" anchor="ctr"/>
                  <a:lstStyle/>
                  <a:p>
                    <a:endParaRPr lang="en-ID"/>
                  </a:p>
                </p:txBody>
              </p:sp>
              <p:sp>
                <p:nvSpPr>
                  <p:cNvPr id="857" name="Freeform: Shape 511">
                    <a:extLst>
                      <a:ext uri="{FF2B5EF4-FFF2-40B4-BE49-F238E27FC236}">
                        <a16:creationId xmlns:a16="http://schemas.microsoft.com/office/drawing/2014/main" id="{5DCF721C-2B13-26E2-0518-808E3FEBFE0C}"/>
                      </a:ext>
                    </a:extLst>
                  </p:cNvPr>
                  <p:cNvSpPr/>
                  <p:nvPr/>
                </p:nvSpPr>
                <p:spPr>
                  <a:xfrm>
                    <a:off x="17430210" y="3803067"/>
                    <a:ext cx="781050" cy="590550"/>
                  </a:xfrm>
                  <a:custGeom>
                    <a:avLst/>
                    <a:gdLst>
                      <a:gd name="connsiteX0" fmla="*/ 776288 w 781050"/>
                      <a:gd name="connsiteY0" fmla="*/ 9064 h 590550"/>
                      <a:gd name="connsiteX1" fmla="*/ 640080 w 781050"/>
                      <a:gd name="connsiteY1" fmla="*/ 37639 h 590550"/>
                      <a:gd name="connsiteX2" fmla="*/ 568642 w 781050"/>
                      <a:gd name="connsiteY2" fmla="*/ 55736 h 590550"/>
                      <a:gd name="connsiteX3" fmla="*/ 502919 w 781050"/>
                      <a:gd name="connsiteY3" fmla="*/ 70976 h 590550"/>
                      <a:gd name="connsiteX4" fmla="*/ 475298 w 781050"/>
                      <a:gd name="connsiteY4" fmla="*/ 73834 h 590550"/>
                      <a:gd name="connsiteX5" fmla="*/ 468630 w 781050"/>
                      <a:gd name="connsiteY5" fmla="*/ 72881 h 590550"/>
                      <a:gd name="connsiteX6" fmla="*/ 434340 w 781050"/>
                      <a:gd name="connsiteY6" fmla="*/ 77644 h 590550"/>
                      <a:gd name="connsiteX7" fmla="*/ 399098 w 781050"/>
                      <a:gd name="connsiteY7" fmla="*/ 90979 h 590550"/>
                      <a:gd name="connsiteX8" fmla="*/ 397192 w 781050"/>
                      <a:gd name="connsiteY8" fmla="*/ 90979 h 590550"/>
                      <a:gd name="connsiteX9" fmla="*/ 369569 w 781050"/>
                      <a:gd name="connsiteY9" fmla="*/ 98599 h 590550"/>
                      <a:gd name="connsiteX10" fmla="*/ 360044 w 781050"/>
                      <a:gd name="connsiteY10" fmla="*/ 99551 h 590550"/>
                      <a:gd name="connsiteX11" fmla="*/ 280988 w 781050"/>
                      <a:gd name="connsiteY11" fmla="*/ 157654 h 590550"/>
                      <a:gd name="connsiteX12" fmla="*/ 232410 w 781050"/>
                      <a:gd name="connsiteY12" fmla="*/ 166226 h 590550"/>
                      <a:gd name="connsiteX13" fmla="*/ 213360 w 781050"/>
                      <a:gd name="connsiteY13" fmla="*/ 184324 h 590550"/>
                      <a:gd name="connsiteX14" fmla="*/ 220027 w 781050"/>
                      <a:gd name="connsiteY14" fmla="*/ 194801 h 590550"/>
                      <a:gd name="connsiteX15" fmla="*/ 195263 w 781050"/>
                      <a:gd name="connsiteY15" fmla="*/ 226234 h 590550"/>
                      <a:gd name="connsiteX16" fmla="*/ 181927 w 781050"/>
                      <a:gd name="connsiteY16" fmla="*/ 257666 h 590550"/>
                      <a:gd name="connsiteX17" fmla="*/ 145732 w 781050"/>
                      <a:gd name="connsiteY17" fmla="*/ 278621 h 590550"/>
                      <a:gd name="connsiteX18" fmla="*/ 140017 w 781050"/>
                      <a:gd name="connsiteY18" fmla="*/ 295766 h 590550"/>
                      <a:gd name="connsiteX19" fmla="*/ 129540 w 781050"/>
                      <a:gd name="connsiteY19" fmla="*/ 311006 h 590550"/>
                      <a:gd name="connsiteX20" fmla="*/ 138113 w 781050"/>
                      <a:gd name="connsiteY20" fmla="*/ 313864 h 590550"/>
                      <a:gd name="connsiteX21" fmla="*/ 126682 w 781050"/>
                      <a:gd name="connsiteY21" fmla="*/ 340534 h 590550"/>
                      <a:gd name="connsiteX22" fmla="*/ 87630 w 781050"/>
                      <a:gd name="connsiteY22" fmla="*/ 361489 h 590550"/>
                      <a:gd name="connsiteX23" fmla="*/ 56198 w 781050"/>
                      <a:gd name="connsiteY23" fmla="*/ 385301 h 590550"/>
                      <a:gd name="connsiteX24" fmla="*/ 49530 w 781050"/>
                      <a:gd name="connsiteY24" fmla="*/ 386254 h 590550"/>
                      <a:gd name="connsiteX25" fmla="*/ 49530 w 781050"/>
                      <a:gd name="connsiteY25" fmla="*/ 391016 h 590550"/>
                      <a:gd name="connsiteX26" fmla="*/ 71438 w 781050"/>
                      <a:gd name="connsiteY26" fmla="*/ 417686 h 590550"/>
                      <a:gd name="connsiteX27" fmla="*/ 45719 w 781050"/>
                      <a:gd name="connsiteY27" fmla="*/ 446261 h 590550"/>
                      <a:gd name="connsiteX28" fmla="*/ 16192 w 781050"/>
                      <a:gd name="connsiteY28" fmla="*/ 459596 h 590550"/>
                      <a:gd name="connsiteX29" fmla="*/ 10477 w 781050"/>
                      <a:gd name="connsiteY29" fmla="*/ 483409 h 590550"/>
                      <a:gd name="connsiteX30" fmla="*/ 0 w 781050"/>
                      <a:gd name="connsiteY30" fmla="*/ 501506 h 590550"/>
                      <a:gd name="connsiteX31" fmla="*/ 35242 w 781050"/>
                      <a:gd name="connsiteY31" fmla="*/ 505316 h 590550"/>
                      <a:gd name="connsiteX32" fmla="*/ 42863 w 781050"/>
                      <a:gd name="connsiteY32" fmla="*/ 540559 h 590550"/>
                      <a:gd name="connsiteX33" fmla="*/ 60007 w 781050"/>
                      <a:gd name="connsiteY33" fmla="*/ 525319 h 590550"/>
                      <a:gd name="connsiteX34" fmla="*/ 95250 w 781050"/>
                      <a:gd name="connsiteY34" fmla="*/ 551989 h 590550"/>
                      <a:gd name="connsiteX35" fmla="*/ 151448 w 781050"/>
                      <a:gd name="connsiteY35" fmla="*/ 586279 h 590550"/>
                      <a:gd name="connsiteX36" fmla="*/ 266700 w 781050"/>
                      <a:gd name="connsiteY36" fmla="*/ 586279 h 590550"/>
                      <a:gd name="connsiteX37" fmla="*/ 206692 w 781050"/>
                      <a:gd name="connsiteY37" fmla="*/ 528176 h 590550"/>
                      <a:gd name="connsiteX38" fmla="*/ 191452 w 781050"/>
                      <a:gd name="connsiteY38" fmla="*/ 425306 h 590550"/>
                      <a:gd name="connsiteX39" fmla="*/ 226694 w 781050"/>
                      <a:gd name="connsiteY39" fmla="*/ 370061 h 590550"/>
                      <a:gd name="connsiteX40" fmla="*/ 247650 w 781050"/>
                      <a:gd name="connsiteY40" fmla="*/ 338629 h 590550"/>
                      <a:gd name="connsiteX41" fmla="*/ 248602 w 781050"/>
                      <a:gd name="connsiteY41" fmla="*/ 276716 h 590550"/>
                      <a:gd name="connsiteX42" fmla="*/ 316230 w 781050"/>
                      <a:gd name="connsiteY42" fmla="*/ 241474 h 590550"/>
                      <a:gd name="connsiteX43" fmla="*/ 316230 w 781050"/>
                      <a:gd name="connsiteY43" fmla="*/ 241474 h 590550"/>
                      <a:gd name="connsiteX44" fmla="*/ 344805 w 781050"/>
                      <a:gd name="connsiteY44" fmla="*/ 233854 h 590550"/>
                      <a:gd name="connsiteX45" fmla="*/ 349567 w 781050"/>
                      <a:gd name="connsiteY45" fmla="*/ 231949 h 590550"/>
                      <a:gd name="connsiteX46" fmla="*/ 358140 w 781050"/>
                      <a:gd name="connsiteY46" fmla="*/ 225281 h 590550"/>
                      <a:gd name="connsiteX47" fmla="*/ 371475 w 781050"/>
                      <a:gd name="connsiteY47" fmla="*/ 216709 h 590550"/>
                      <a:gd name="connsiteX48" fmla="*/ 406717 w 781050"/>
                      <a:gd name="connsiteY48" fmla="*/ 207184 h 590550"/>
                      <a:gd name="connsiteX49" fmla="*/ 417194 w 781050"/>
                      <a:gd name="connsiteY49" fmla="*/ 195754 h 590550"/>
                      <a:gd name="connsiteX50" fmla="*/ 662940 w 781050"/>
                      <a:gd name="connsiteY50" fmla="*/ 95741 h 590550"/>
                      <a:gd name="connsiteX51" fmla="*/ 776288 w 781050"/>
                      <a:gd name="connsiteY51" fmla="*/ 9064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1050" h="590550">
                        <a:moveTo>
                          <a:pt x="776288" y="9064"/>
                        </a:moveTo>
                        <a:cubicBezTo>
                          <a:pt x="745807" y="-16654"/>
                          <a:pt x="661035" y="18589"/>
                          <a:pt x="640080" y="37639"/>
                        </a:cubicBezTo>
                        <a:cubicBezTo>
                          <a:pt x="619125" y="55736"/>
                          <a:pt x="589598" y="43354"/>
                          <a:pt x="568642" y="55736"/>
                        </a:cubicBezTo>
                        <a:cubicBezTo>
                          <a:pt x="553402" y="65261"/>
                          <a:pt x="525780" y="73834"/>
                          <a:pt x="502919" y="70976"/>
                        </a:cubicBezTo>
                        <a:cubicBezTo>
                          <a:pt x="495300" y="73834"/>
                          <a:pt x="485775" y="74786"/>
                          <a:pt x="475298" y="73834"/>
                        </a:cubicBezTo>
                        <a:cubicBezTo>
                          <a:pt x="473392" y="73834"/>
                          <a:pt x="470535" y="72881"/>
                          <a:pt x="468630" y="72881"/>
                        </a:cubicBezTo>
                        <a:cubicBezTo>
                          <a:pt x="457200" y="71929"/>
                          <a:pt x="445769" y="74786"/>
                          <a:pt x="434340" y="77644"/>
                        </a:cubicBezTo>
                        <a:cubicBezTo>
                          <a:pt x="426719" y="86216"/>
                          <a:pt x="415290" y="91931"/>
                          <a:pt x="399098" y="90979"/>
                        </a:cubicBezTo>
                        <a:cubicBezTo>
                          <a:pt x="398144" y="90979"/>
                          <a:pt x="398144" y="90979"/>
                          <a:pt x="397192" y="90979"/>
                        </a:cubicBezTo>
                        <a:cubicBezTo>
                          <a:pt x="387667" y="93836"/>
                          <a:pt x="379094" y="96694"/>
                          <a:pt x="369569" y="98599"/>
                        </a:cubicBezTo>
                        <a:cubicBezTo>
                          <a:pt x="366713" y="99551"/>
                          <a:pt x="363855" y="99551"/>
                          <a:pt x="360044" y="99551"/>
                        </a:cubicBezTo>
                        <a:cubicBezTo>
                          <a:pt x="332423" y="115744"/>
                          <a:pt x="307657" y="137651"/>
                          <a:pt x="280988" y="157654"/>
                        </a:cubicBezTo>
                        <a:cubicBezTo>
                          <a:pt x="265748" y="169084"/>
                          <a:pt x="247650" y="170989"/>
                          <a:pt x="232410" y="166226"/>
                        </a:cubicBezTo>
                        <a:cubicBezTo>
                          <a:pt x="225742" y="171941"/>
                          <a:pt x="220027" y="177656"/>
                          <a:pt x="213360" y="184324"/>
                        </a:cubicBezTo>
                        <a:cubicBezTo>
                          <a:pt x="214313" y="188134"/>
                          <a:pt x="217169" y="190991"/>
                          <a:pt x="220027" y="194801"/>
                        </a:cubicBezTo>
                        <a:cubicBezTo>
                          <a:pt x="238125" y="212899"/>
                          <a:pt x="185738" y="214804"/>
                          <a:pt x="195263" y="226234"/>
                        </a:cubicBezTo>
                        <a:cubicBezTo>
                          <a:pt x="204788" y="237664"/>
                          <a:pt x="175260" y="244331"/>
                          <a:pt x="181927" y="257666"/>
                        </a:cubicBezTo>
                        <a:cubicBezTo>
                          <a:pt x="188594" y="270049"/>
                          <a:pt x="164782" y="274811"/>
                          <a:pt x="145732" y="278621"/>
                        </a:cubicBezTo>
                        <a:cubicBezTo>
                          <a:pt x="144780" y="284336"/>
                          <a:pt x="142875" y="290051"/>
                          <a:pt x="140017" y="295766"/>
                        </a:cubicBezTo>
                        <a:cubicBezTo>
                          <a:pt x="137160" y="301481"/>
                          <a:pt x="133350" y="306244"/>
                          <a:pt x="129540" y="311006"/>
                        </a:cubicBezTo>
                        <a:cubicBezTo>
                          <a:pt x="131444" y="311959"/>
                          <a:pt x="134302" y="312911"/>
                          <a:pt x="138113" y="313864"/>
                        </a:cubicBezTo>
                        <a:cubicBezTo>
                          <a:pt x="162877" y="314816"/>
                          <a:pt x="123825" y="319579"/>
                          <a:pt x="126682" y="340534"/>
                        </a:cubicBezTo>
                        <a:cubicBezTo>
                          <a:pt x="129540" y="361489"/>
                          <a:pt x="85725" y="347201"/>
                          <a:pt x="87630" y="361489"/>
                        </a:cubicBezTo>
                        <a:cubicBezTo>
                          <a:pt x="88582" y="375776"/>
                          <a:pt x="80963" y="385301"/>
                          <a:pt x="56198" y="385301"/>
                        </a:cubicBezTo>
                        <a:cubicBezTo>
                          <a:pt x="53340" y="385301"/>
                          <a:pt x="50482" y="385301"/>
                          <a:pt x="49530" y="386254"/>
                        </a:cubicBezTo>
                        <a:cubicBezTo>
                          <a:pt x="49530" y="388159"/>
                          <a:pt x="49530" y="390064"/>
                          <a:pt x="49530" y="391016"/>
                        </a:cubicBezTo>
                        <a:cubicBezTo>
                          <a:pt x="54292" y="397684"/>
                          <a:pt x="69532" y="408161"/>
                          <a:pt x="71438" y="417686"/>
                        </a:cubicBezTo>
                        <a:cubicBezTo>
                          <a:pt x="74294" y="432926"/>
                          <a:pt x="46673" y="421496"/>
                          <a:pt x="45719" y="446261"/>
                        </a:cubicBezTo>
                        <a:cubicBezTo>
                          <a:pt x="44767" y="459596"/>
                          <a:pt x="30480" y="457691"/>
                          <a:pt x="16192" y="459596"/>
                        </a:cubicBezTo>
                        <a:cubicBezTo>
                          <a:pt x="14288" y="467216"/>
                          <a:pt x="12382" y="474836"/>
                          <a:pt x="10477" y="483409"/>
                        </a:cubicBezTo>
                        <a:cubicBezTo>
                          <a:pt x="8573" y="491029"/>
                          <a:pt x="4763" y="496744"/>
                          <a:pt x="0" y="501506"/>
                        </a:cubicBezTo>
                        <a:cubicBezTo>
                          <a:pt x="9525" y="505316"/>
                          <a:pt x="23813" y="505316"/>
                          <a:pt x="35242" y="505316"/>
                        </a:cubicBezTo>
                        <a:cubicBezTo>
                          <a:pt x="56198" y="506269"/>
                          <a:pt x="27623" y="528176"/>
                          <a:pt x="42863" y="540559"/>
                        </a:cubicBezTo>
                        <a:cubicBezTo>
                          <a:pt x="58102" y="552941"/>
                          <a:pt x="70485" y="549131"/>
                          <a:pt x="60007" y="525319"/>
                        </a:cubicBezTo>
                        <a:cubicBezTo>
                          <a:pt x="49530" y="501506"/>
                          <a:pt x="115252" y="533891"/>
                          <a:pt x="95250" y="551989"/>
                        </a:cubicBezTo>
                        <a:cubicBezTo>
                          <a:pt x="75248" y="570086"/>
                          <a:pt x="126682" y="584374"/>
                          <a:pt x="151448" y="586279"/>
                        </a:cubicBezTo>
                        <a:cubicBezTo>
                          <a:pt x="176213" y="587231"/>
                          <a:pt x="264794" y="608186"/>
                          <a:pt x="266700" y="586279"/>
                        </a:cubicBezTo>
                        <a:cubicBezTo>
                          <a:pt x="267652" y="571991"/>
                          <a:pt x="234315" y="559609"/>
                          <a:pt x="206692" y="528176"/>
                        </a:cubicBezTo>
                        <a:cubicBezTo>
                          <a:pt x="179069" y="496744"/>
                          <a:pt x="160019" y="446261"/>
                          <a:pt x="191452" y="425306"/>
                        </a:cubicBezTo>
                        <a:cubicBezTo>
                          <a:pt x="222885" y="404351"/>
                          <a:pt x="195263" y="393874"/>
                          <a:pt x="226694" y="370061"/>
                        </a:cubicBezTo>
                        <a:cubicBezTo>
                          <a:pt x="241935" y="358631"/>
                          <a:pt x="244792" y="348154"/>
                          <a:pt x="247650" y="338629"/>
                        </a:cubicBezTo>
                        <a:cubicBezTo>
                          <a:pt x="231457" y="322436"/>
                          <a:pt x="226694" y="296719"/>
                          <a:pt x="248602" y="276716"/>
                        </a:cubicBezTo>
                        <a:cubicBezTo>
                          <a:pt x="268605" y="259571"/>
                          <a:pt x="290513" y="249094"/>
                          <a:pt x="316230" y="241474"/>
                        </a:cubicBezTo>
                        <a:cubicBezTo>
                          <a:pt x="316230" y="241474"/>
                          <a:pt x="316230" y="241474"/>
                          <a:pt x="316230" y="241474"/>
                        </a:cubicBezTo>
                        <a:cubicBezTo>
                          <a:pt x="313373" y="232901"/>
                          <a:pt x="330517" y="237664"/>
                          <a:pt x="344805" y="233854"/>
                        </a:cubicBezTo>
                        <a:cubicBezTo>
                          <a:pt x="346710" y="232901"/>
                          <a:pt x="347663" y="232901"/>
                          <a:pt x="349567" y="231949"/>
                        </a:cubicBezTo>
                        <a:cubicBezTo>
                          <a:pt x="352425" y="230044"/>
                          <a:pt x="356235" y="228139"/>
                          <a:pt x="358140" y="225281"/>
                        </a:cubicBezTo>
                        <a:cubicBezTo>
                          <a:pt x="361950" y="221471"/>
                          <a:pt x="365760" y="218614"/>
                          <a:pt x="371475" y="216709"/>
                        </a:cubicBezTo>
                        <a:cubicBezTo>
                          <a:pt x="382905" y="208136"/>
                          <a:pt x="395288" y="205279"/>
                          <a:pt x="406717" y="207184"/>
                        </a:cubicBezTo>
                        <a:cubicBezTo>
                          <a:pt x="411480" y="204326"/>
                          <a:pt x="415290" y="201469"/>
                          <a:pt x="417194" y="195754"/>
                        </a:cubicBezTo>
                        <a:cubicBezTo>
                          <a:pt x="427673" y="171941"/>
                          <a:pt x="578167" y="116696"/>
                          <a:pt x="662940" y="95741"/>
                        </a:cubicBezTo>
                        <a:cubicBezTo>
                          <a:pt x="746760" y="72881"/>
                          <a:pt x="805815" y="34781"/>
                          <a:pt x="776288" y="9064"/>
                        </a:cubicBezTo>
                        <a:close/>
                      </a:path>
                    </a:pathLst>
                  </a:custGeom>
                  <a:grpFill/>
                  <a:ln w="7144" cap="flat">
                    <a:solidFill>
                      <a:srgbClr val="FFFFFF"/>
                    </a:solidFill>
                    <a:prstDash val="solid"/>
                    <a:miter/>
                  </a:ln>
                </p:spPr>
                <p:txBody>
                  <a:bodyPr rtlCol="0" anchor="ctr"/>
                  <a:lstStyle/>
                  <a:p>
                    <a:endParaRPr lang="en-ID"/>
                  </a:p>
                </p:txBody>
              </p:sp>
              <p:sp>
                <p:nvSpPr>
                  <p:cNvPr id="858" name="Freeform: Shape 512">
                    <a:extLst>
                      <a:ext uri="{FF2B5EF4-FFF2-40B4-BE49-F238E27FC236}">
                        <a16:creationId xmlns:a16="http://schemas.microsoft.com/office/drawing/2014/main" id="{9190BD29-B293-AA50-9DDA-471DCB37DEB4}"/>
                      </a:ext>
                    </a:extLst>
                  </p:cNvPr>
                  <p:cNvSpPr/>
                  <p:nvPr/>
                </p:nvSpPr>
                <p:spPr>
                  <a:xfrm>
                    <a:off x="17472510" y="3436826"/>
                    <a:ext cx="47625" cy="19050"/>
                  </a:xfrm>
                  <a:custGeom>
                    <a:avLst/>
                    <a:gdLst>
                      <a:gd name="connsiteX0" fmla="*/ 56760 w 47625"/>
                      <a:gd name="connsiteY0" fmla="*/ 9545 h 19050"/>
                      <a:gd name="connsiteX1" fmla="*/ 1514 w 47625"/>
                      <a:gd name="connsiteY1" fmla="*/ 16213 h 19050"/>
                      <a:gd name="connsiteX2" fmla="*/ 56760 w 47625"/>
                      <a:gd name="connsiteY2" fmla="*/ 9545 h 19050"/>
                    </a:gdLst>
                    <a:ahLst/>
                    <a:cxnLst>
                      <a:cxn ang="0">
                        <a:pos x="connsiteX0" y="connsiteY0"/>
                      </a:cxn>
                      <a:cxn ang="0">
                        <a:pos x="connsiteX1" y="connsiteY1"/>
                      </a:cxn>
                      <a:cxn ang="0">
                        <a:pos x="connsiteX2" y="connsiteY2"/>
                      </a:cxn>
                    </a:cxnLst>
                    <a:rect l="l" t="t" r="r" b="b"/>
                    <a:pathLst>
                      <a:path w="47625" h="19050">
                        <a:moveTo>
                          <a:pt x="56760" y="9545"/>
                        </a:moveTo>
                        <a:cubicBezTo>
                          <a:pt x="56760" y="-13315"/>
                          <a:pt x="-10869" y="11450"/>
                          <a:pt x="1514" y="16213"/>
                        </a:cubicBezTo>
                        <a:cubicBezTo>
                          <a:pt x="13897" y="20975"/>
                          <a:pt x="56760" y="32405"/>
                          <a:pt x="56760" y="9545"/>
                        </a:cubicBezTo>
                        <a:close/>
                      </a:path>
                    </a:pathLst>
                  </a:custGeom>
                  <a:grpFill/>
                  <a:ln w="7144" cap="flat">
                    <a:solidFill>
                      <a:srgbClr val="FFFFFF"/>
                    </a:solidFill>
                    <a:prstDash val="solid"/>
                    <a:miter/>
                  </a:ln>
                </p:spPr>
                <p:txBody>
                  <a:bodyPr rtlCol="0" anchor="ctr"/>
                  <a:lstStyle/>
                  <a:p>
                    <a:endParaRPr lang="en-ID"/>
                  </a:p>
                </p:txBody>
              </p:sp>
            </p:grpSp>
          </p:grpSp>
          <p:sp>
            <p:nvSpPr>
              <p:cNvPr id="203" name="Freeform: Shape 343">
                <a:extLst>
                  <a:ext uri="{FF2B5EF4-FFF2-40B4-BE49-F238E27FC236}">
                    <a16:creationId xmlns:a16="http://schemas.microsoft.com/office/drawing/2014/main" id="{60A5E82B-6B70-CB23-031F-88E989E162D2}"/>
                  </a:ext>
                </a:extLst>
              </p:cNvPr>
              <p:cNvSpPr/>
              <p:nvPr/>
            </p:nvSpPr>
            <p:spPr>
              <a:xfrm>
                <a:off x="9544647" y="4838243"/>
                <a:ext cx="63417" cy="48782"/>
              </a:xfrm>
              <a:custGeom>
                <a:avLst/>
                <a:gdLst>
                  <a:gd name="connsiteX0" fmla="*/ 41 w 123825"/>
                  <a:gd name="connsiteY0" fmla="*/ 1938 h 95250"/>
                  <a:gd name="connsiteX1" fmla="*/ 127676 w 123825"/>
                  <a:gd name="connsiteY1" fmla="*/ 98141 h 95250"/>
                  <a:gd name="connsiteX2" fmla="*/ 41 w 123825"/>
                  <a:gd name="connsiteY2" fmla="*/ 1938 h 95250"/>
                </a:gdLst>
                <a:ahLst/>
                <a:cxnLst>
                  <a:cxn ang="0">
                    <a:pos x="connsiteX0" y="connsiteY0"/>
                  </a:cxn>
                  <a:cxn ang="0">
                    <a:pos x="connsiteX1" y="connsiteY1"/>
                  </a:cxn>
                  <a:cxn ang="0">
                    <a:pos x="connsiteX2" y="connsiteY2"/>
                  </a:cxn>
                </a:cxnLst>
                <a:rect l="l" t="t" r="r" b="b"/>
                <a:pathLst>
                  <a:path w="123825" h="95250">
                    <a:moveTo>
                      <a:pt x="41" y="1938"/>
                    </a:moveTo>
                    <a:cubicBezTo>
                      <a:pt x="-2817" y="-15206"/>
                      <a:pt x="143869" y="86711"/>
                      <a:pt x="127676" y="98141"/>
                    </a:cubicBezTo>
                    <a:cubicBezTo>
                      <a:pt x="112436" y="108619"/>
                      <a:pt x="2898" y="19083"/>
                      <a:pt x="41" y="1938"/>
                    </a:cubicBezTo>
                    <a:close/>
                  </a:path>
                </a:pathLst>
              </a:custGeom>
              <a:solidFill>
                <a:schemeClr val="tx2"/>
              </a:solidFill>
              <a:ln w="7144" cap="flat">
                <a:solidFill>
                  <a:srgbClr val="FFFFFF"/>
                </a:solidFill>
                <a:prstDash val="solid"/>
                <a:miter/>
              </a:ln>
            </p:spPr>
            <p:txBody>
              <a:bodyPr rtlCol="0" anchor="ctr"/>
              <a:lstStyle/>
              <a:p>
                <a:endParaRPr lang="en-ID"/>
              </a:p>
            </p:txBody>
          </p:sp>
          <p:sp>
            <p:nvSpPr>
              <p:cNvPr id="204" name="Freeform: Shape 344">
                <a:extLst>
                  <a:ext uri="{FF2B5EF4-FFF2-40B4-BE49-F238E27FC236}">
                    <a16:creationId xmlns:a16="http://schemas.microsoft.com/office/drawing/2014/main" id="{C30995CB-10DE-BB8C-F333-ED7203BEE0A8}"/>
                  </a:ext>
                </a:extLst>
              </p:cNvPr>
              <p:cNvSpPr/>
              <p:nvPr/>
            </p:nvSpPr>
            <p:spPr>
              <a:xfrm>
                <a:off x="7377188" y="3255723"/>
                <a:ext cx="170738" cy="121956"/>
              </a:xfrm>
              <a:custGeom>
                <a:avLst/>
                <a:gdLst>
                  <a:gd name="connsiteX0" fmla="*/ 275447 w 333375"/>
                  <a:gd name="connsiteY0" fmla="*/ 196300 h 238125"/>
                  <a:gd name="connsiteX1" fmla="*/ 292592 w 333375"/>
                  <a:gd name="connsiteY1" fmla="*/ 209636 h 238125"/>
                  <a:gd name="connsiteX2" fmla="*/ 323072 w 333375"/>
                  <a:gd name="connsiteY2" fmla="*/ 220113 h 238125"/>
                  <a:gd name="connsiteX3" fmla="*/ 337359 w 333375"/>
                  <a:gd name="connsiteY3" fmla="*/ 217256 h 238125"/>
                  <a:gd name="connsiteX4" fmla="*/ 328786 w 333375"/>
                  <a:gd name="connsiteY4" fmla="*/ 153438 h 238125"/>
                  <a:gd name="connsiteX5" fmla="*/ 284972 w 333375"/>
                  <a:gd name="connsiteY5" fmla="*/ 122958 h 238125"/>
                  <a:gd name="connsiteX6" fmla="*/ 278305 w 333375"/>
                  <a:gd name="connsiteY6" fmla="*/ 82000 h 238125"/>
                  <a:gd name="connsiteX7" fmla="*/ 221155 w 333375"/>
                  <a:gd name="connsiteY7" fmla="*/ 85811 h 238125"/>
                  <a:gd name="connsiteX8" fmla="*/ 184959 w 333375"/>
                  <a:gd name="connsiteY8" fmla="*/ 78191 h 238125"/>
                  <a:gd name="connsiteX9" fmla="*/ 144955 w 333375"/>
                  <a:gd name="connsiteY9" fmla="*/ 76286 h 238125"/>
                  <a:gd name="connsiteX10" fmla="*/ 82089 w 333375"/>
                  <a:gd name="connsiteY10" fmla="*/ 70571 h 238125"/>
                  <a:gd name="connsiteX11" fmla="*/ 113522 w 333375"/>
                  <a:gd name="connsiteY11" fmla="*/ 41996 h 238125"/>
                  <a:gd name="connsiteX12" fmla="*/ 126857 w 333375"/>
                  <a:gd name="connsiteY12" fmla="*/ 41996 h 238125"/>
                  <a:gd name="connsiteX13" fmla="*/ 142097 w 333375"/>
                  <a:gd name="connsiteY13" fmla="*/ 2943 h 238125"/>
                  <a:gd name="connsiteX14" fmla="*/ 111617 w 333375"/>
                  <a:gd name="connsiteY14" fmla="*/ 9611 h 238125"/>
                  <a:gd name="connsiteX15" fmla="*/ 77326 w 333375"/>
                  <a:gd name="connsiteY15" fmla="*/ 18183 h 238125"/>
                  <a:gd name="connsiteX16" fmla="*/ 56372 w 333375"/>
                  <a:gd name="connsiteY16" fmla="*/ 43900 h 238125"/>
                  <a:gd name="connsiteX17" fmla="*/ 42084 w 333375"/>
                  <a:gd name="connsiteY17" fmla="*/ 70571 h 238125"/>
                  <a:gd name="connsiteX18" fmla="*/ 174 w 333375"/>
                  <a:gd name="connsiteY18" fmla="*/ 87716 h 238125"/>
                  <a:gd name="connsiteX19" fmla="*/ 27797 w 333375"/>
                  <a:gd name="connsiteY19" fmla="*/ 123911 h 238125"/>
                  <a:gd name="connsiteX20" fmla="*/ 32559 w 333375"/>
                  <a:gd name="connsiteY20" fmla="*/ 165821 h 238125"/>
                  <a:gd name="connsiteX21" fmla="*/ 14461 w 333375"/>
                  <a:gd name="connsiteY21" fmla="*/ 215350 h 238125"/>
                  <a:gd name="connsiteX22" fmla="*/ 35417 w 333375"/>
                  <a:gd name="connsiteY22" fmla="*/ 217256 h 238125"/>
                  <a:gd name="connsiteX23" fmla="*/ 81136 w 333375"/>
                  <a:gd name="connsiteY23" fmla="*/ 203921 h 238125"/>
                  <a:gd name="connsiteX24" fmla="*/ 123047 w 333375"/>
                  <a:gd name="connsiteY24" fmla="*/ 181061 h 238125"/>
                  <a:gd name="connsiteX25" fmla="*/ 163051 w 333375"/>
                  <a:gd name="connsiteY25" fmla="*/ 139150 h 238125"/>
                  <a:gd name="connsiteX26" fmla="*/ 180197 w 333375"/>
                  <a:gd name="connsiteY26" fmla="*/ 179156 h 238125"/>
                  <a:gd name="connsiteX27" fmla="*/ 182101 w 333375"/>
                  <a:gd name="connsiteY27" fmla="*/ 235353 h 238125"/>
                  <a:gd name="connsiteX28" fmla="*/ 203057 w 333375"/>
                  <a:gd name="connsiteY28" fmla="*/ 236306 h 238125"/>
                  <a:gd name="connsiteX29" fmla="*/ 226869 w 333375"/>
                  <a:gd name="connsiteY29" fmla="*/ 227733 h 238125"/>
                  <a:gd name="connsiteX30" fmla="*/ 275447 w 333375"/>
                  <a:gd name="connsiteY30" fmla="*/ 19630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3375" h="238125">
                    <a:moveTo>
                      <a:pt x="275447" y="196300"/>
                    </a:moveTo>
                    <a:cubicBezTo>
                      <a:pt x="284972" y="202968"/>
                      <a:pt x="283067" y="211541"/>
                      <a:pt x="292592" y="209636"/>
                    </a:cubicBezTo>
                    <a:cubicBezTo>
                      <a:pt x="300211" y="208683"/>
                      <a:pt x="315451" y="212493"/>
                      <a:pt x="323072" y="220113"/>
                    </a:cubicBezTo>
                    <a:cubicBezTo>
                      <a:pt x="330692" y="218208"/>
                      <a:pt x="337359" y="217256"/>
                      <a:pt x="337359" y="217256"/>
                    </a:cubicBezTo>
                    <a:cubicBezTo>
                      <a:pt x="337359" y="217256"/>
                      <a:pt x="330692" y="168678"/>
                      <a:pt x="328786" y="153438"/>
                    </a:cubicBezTo>
                    <a:cubicBezTo>
                      <a:pt x="326882" y="138198"/>
                      <a:pt x="284972" y="122958"/>
                      <a:pt x="284972" y="122958"/>
                    </a:cubicBezTo>
                    <a:lnTo>
                      <a:pt x="278305" y="82000"/>
                    </a:lnTo>
                    <a:cubicBezTo>
                      <a:pt x="278305" y="82000"/>
                      <a:pt x="229726" y="89621"/>
                      <a:pt x="221155" y="85811"/>
                    </a:cubicBezTo>
                    <a:cubicBezTo>
                      <a:pt x="212582" y="82000"/>
                      <a:pt x="193532" y="91525"/>
                      <a:pt x="184959" y="78191"/>
                    </a:cubicBezTo>
                    <a:cubicBezTo>
                      <a:pt x="176386" y="64856"/>
                      <a:pt x="160194" y="87716"/>
                      <a:pt x="144955" y="76286"/>
                    </a:cubicBezTo>
                    <a:cubicBezTo>
                      <a:pt x="129714" y="64856"/>
                      <a:pt x="83994" y="80096"/>
                      <a:pt x="82089" y="70571"/>
                    </a:cubicBezTo>
                    <a:cubicBezTo>
                      <a:pt x="80184" y="61046"/>
                      <a:pt x="101139" y="40091"/>
                      <a:pt x="113522" y="41996"/>
                    </a:cubicBezTo>
                    <a:cubicBezTo>
                      <a:pt x="116380" y="41996"/>
                      <a:pt x="121142" y="42948"/>
                      <a:pt x="126857" y="41996"/>
                    </a:cubicBezTo>
                    <a:cubicBezTo>
                      <a:pt x="132572" y="32471"/>
                      <a:pt x="145907" y="8658"/>
                      <a:pt x="142097" y="2943"/>
                    </a:cubicBezTo>
                    <a:cubicBezTo>
                      <a:pt x="138286" y="-3725"/>
                      <a:pt x="122094" y="1991"/>
                      <a:pt x="111617" y="9611"/>
                    </a:cubicBezTo>
                    <a:cubicBezTo>
                      <a:pt x="101139" y="18183"/>
                      <a:pt x="81136" y="5800"/>
                      <a:pt x="77326" y="18183"/>
                    </a:cubicBezTo>
                    <a:cubicBezTo>
                      <a:pt x="73517" y="30566"/>
                      <a:pt x="67801" y="43900"/>
                      <a:pt x="56372" y="43900"/>
                    </a:cubicBezTo>
                    <a:cubicBezTo>
                      <a:pt x="44942" y="43900"/>
                      <a:pt x="53514" y="64856"/>
                      <a:pt x="42084" y="70571"/>
                    </a:cubicBezTo>
                    <a:cubicBezTo>
                      <a:pt x="30655" y="76286"/>
                      <a:pt x="3032" y="74381"/>
                      <a:pt x="174" y="87716"/>
                    </a:cubicBezTo>
                    <a:cubicBezTo>
                      <a:pt x="-2683" y="100098"/>
                      <a:pt x="30655" y="108671"/>
                      <a:pt x="27797" y="123911"/>
                    </a:cubicBezTo>
                    <a:cubicBezTo>
                      <a:pt x="24939" y="139150"/>
                      <a:pt x="44942" y="156296"/>
                      <a:pt x="32559" y="165821"/>
                    </a:cubicBezTo>
                    <a:cubicBezTo>
                      <a:pt x="22082" y="174393"/>
                      <a:pt x="13509" y="187728"/>
                      <a:pt x="14461" y="215350"/>
                    </a:cubicBezTo>
                    <a:cubicBezTo>
                      <a:pt x="23034" y="221066"/>
                      <a:pt x="30655" y="226781"/>
                      <a:pt x="35417" y="217256"/>
                    </a:cubicBezTo>
                    <a:cubicBezTo>
                      <a:pt x="42084" y="202016"/>
                      <a:pt x="81136" y="217256"/>
                      <a:pt x="81136" y="203921"/>
                    </a:cubicBezTo>
                    <a:cubicBezTo>
                      <a:pt x="81136" y="190586"/>
                      <a:pt x="123047" y="194396"/>
                      <a:pt x="123047" y="181061"/>
                    </a:cubicBezTo>
                    <a:cubicBezTo>
                      <a:pt x="123047" y="167725"/>
                      <a:pt x="147811" y="138198"/>
                      <a:pt x="163051" y="139150"/>
                    </a:cubicBezTo>
                    <a:cubicBezTo>
                      <a:pt x="178292" y="141056"/>
                      <a:pt x="161147" y="169631"/>
                      <a:pt x="180197" y="179156"/>
                    </a:cubicBezTo>
                    <a:cubicBezTo>
                      <a:pt x="199247" y="188681"/>
                      <a:pt x="171624" y="222018"/>
                      <a:pt x="182101" y="235353"/>
                    </a:cubicBezTo>
                    <a:cubicBezTo>
                      <a:pt x="185911" y="240116"/>
                      <a:pt x="193532" y="239163"/>
                      <a:pt x="203057" y="236306"/>
                    </a:cubicBezTo>
                    <a:cubicBezTo>
                      <a:pt x="209724" y="234400"/>
                      <a:pt x="218297" y="230591"/>
                      <a:pt x="226869" y="227733"/>
                    </a:cubicBezTo>
                    <a:cubicBezTo>
                      <a:pt x="244014" y="214398"/>
                      <a:pt x="266874" y="191538"/>
                      <a:pt x="275447" y="19630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205" name="Freeform: Shape 345">
                <a:extLst>
                  <a:ext uri="{FF2B5EF4-FFF2-40B4-BE49-F238E27FC236}">
                    <a16:creationId xmlns:a16="http://schemas.microsoft.com/office/drawing/2014/main" id="{F782079D-BE80-FA26-1A8A-89CD3CFABB2E}"/>
                  </a:ext>
                </a:extLst>
              </p:cNvPr>
              <p:cNvSpPr/>
              <p:nvPr/>
            </p:nvSpPr>
            <p:spPr>
              <a:xfrm>
                <a:off x="4058627" y="3688465"/>
                <a:ext cx="14634" cy="34148"/>
              </a:xfrm>
              <a:custGeom>
                <a:avLst/>
                <a:gdLst>
                  <a:gd name="connsiteX0" fmla="*/ 16193 w 28575"/>
                  <a:gd name="connsiteY0" fmla="*/ 3810 h 66675"/>
                  <a:gd name="connsiteX1" fmla="*/ 14288 w 28575"/>
                  <a:gd name="connsiteY1" fmla="*/ 0 h 66675"/>
                  <a:gd name="connsiteX2" fmla="*/ 8573 w 28575"/>
                  <a:gd name="connsiteY2" fmla="*/ 0 h 66675"/>
                  <a:gd name="connsiteX3" fmla="*/ 2858 w 28575"/>
                  <a:gd name="connsiteY3" fmla="*/ 0 h 66675"/>
                  <a:gd name="connsiteX4" fmla="*/ 0 w 28575"/>
                  <a:gd name="connsiteY4" fmla="*/ 17145 h 66675"/>
                  <a:gd name="connsiteX5" fmla="*/ 15240 w 28575"/>
                  <a:gd name="connsiteY5" fmla="*/ 49530 h 66675"/>
                  <a:gd name="connsiteX6" fmla="*/ 33338 w 28575"/>
                  <a:gd name="connsiteY6" fmla="*/ 68580 h 66675"/>
                  <a:gd name="connsiteX7" fmla="*/ 20955 w 28575"/>
                  <a:gd name="connsiteY7" fmla="*/ 39053 h 66675"/>
                  <a:gd name="connsiteX8" fmla="*/ 16193 w 28575"/>
                  <a:gd name="connsiteY8" fmla="*/ 3810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75" h="66675">
                    <a:moveTo>
                      <a:pt x="16193" y="3810"/>
                    </a:moveTo>
                    <a:cubicBezTo>
                      <a:pt x="15240" y="2858"/>
                      <a:pt x="14288" y="953"/>
                      <a:pt x="14288" y="0"/>
                    </a:cubicBezTo>
                    <a:cubicBezTo>
                      <a:pt x="12383" y="0"/>
                      <a:pt x="10478" y="0"/>
                      <a:pt x="8573" y="0"/>
                    </a:cubicBezTo>
                    <a:cubicBezTo>
                      <a:pt x="6668" y="0"/>
                      <a:pt x="4763" y="0"/>
                      <a:pt x="2858" y="0"/>
                    </a:cubicBezTo>
                    <a:cubicBezTo>
                      <a:pt x="953" y="3810"/>
                      <a:pt x="0" y="10478"/>
                      <a:pt x="0" y="17145"/>
                    </a:cubicBezTo>
                    <a:cubicBezTo>
                      <a:pt x="0" y="36195"/>
                      <a:pt x="14288" y="38100"/>
                      <a:pt x="15240" y="49530"/>
                    </a:cubicBezTo>
                    <a:cubicBezTo>
                      <a:pt x="15240" y="60960"/>
                      <a:pt x="30480" y="75247"/>
                      <a:pt x="33338" y="68580"/>
                    </a:cubicBezTo>
                    <a:cubicBezTo>
                      <a:pt x="38100" y="57150"/>
                      <a:pt x="22860" y="47625"/>
                      <a:pt x="20955" y="39053"/>
                    </a:cubicBezTo>
                    <a:cubicBezTo>
                      <a:pt x="20003" y="32385"/>
                      <a:pt x="25718" y="20955"/>
                      <a:pt x="16193" y="3810"/>
                    </a:cubicBezTo>
                    <a:close/>
                  </a:path>
                </a:pathLst>
              </a:custGeom>
              <a:solidFill>
                <a:srgbClr val="D9D9D9"/>
              </a:solidFill>
              <a:ln w="7144" cap="flat">
                <a:solidFill>
                  <a:srgbClr val="FFFFFF"/>
                </a:solidFill>
                <a:prstDash val="solid"/>
                <a:miter/>
              </a:ln>
            </p:spPr>
            <p:txBody>
              <a:bodyPr rtlCol="0" anchor="ctr"/>
              <a:lstStyle/>
              <a:p>
                <a:endParaRPr lang="en-ID"/>
              </a:p>
            </p:txBody>
          </p:sp>
          <p:sp>
            <p:nvSpPr>
              <p:cNvPr id="206" name="Freeform: Shape 346">
                <a:extLst>
                  <a:ext uri="{FF2B5EF4-FFF2-40B4-BE49-F238E27FC236}">
                    <a16:creationId xmlns:a16="http://schemas.microsoft.com/office/drawing/2014/main" id="{706D9F7F-74B5-744E-16D0-2FC1AF714CE2}"/>
                  </a:ext>
                </a:extLst>
              </p:cNvPr>
              <p:cNvSpPr/>
              <p:nvPr/>
            </p:nvSpPr>
            <p:spPr>
              <a:xfrm>
                <a:off x="6818722" y="3241524"/>
                <a:ext cx="73173" cy="68295"/>
              </a:xfrm>
              <a:custGeom>
                <a:avLst/>
                <a:gdLst>
                  <a:gd name="connsiteX0" fmla="*/ 139065 w 142875"/>
                  <a:gd name="connsiteY0" fmla="*/ 105914 h 133350"/>
                  <a:gd name="connsiteX1" fmla="*/ 111443 w 142875"/>
                  <a:gd name="connsiteY1" fmla="*/ 70672 h 133350"/>
                  <a:gd name="connsiteX2" fmla="*/ 96203 w 142875"/>
                  <a:gd name="connsiteY2" fmla="*/ 32572 h 133350"/>
                  <a:gd name="connsiteX3" fmla="*/ 83820 w 142875"/>
                  <a:gd name="connsiteY3" fmla="*/ 4949 h 133350"/>
                  <a:gd name="connsiteX4" fmla="*/ 44768 w 142875"/>
                  <a:gd name="connsiteY4" fmla="*/ 187 h 133350"/>
                  <a:gd name="connsiteX5" fmla="*/ 0 w 142875"/>
                  <a:gd name="connsiteY5" fmla="*/ 9712 h 133350"/>
                  <a:gd name="connsiteX6" fmla="*/ 9525 w 142875"/>
                  <a:gd name="connsiteY6" fmla="*/ 47812 h 133350"/>
                  <a:gd name="connsiteX7" fmla="*/ 43815 w 142875"/>
                  <a:gd name="connsiteY7" fmla="*/ 63052 h 133350"/>
                  <a:gd name="connsiteX8" fmla="*/ 52388 w 142875"/>
                  <a:gd name="connsiteY8" fmla="*/ 80197 h 133350"/>
                  <a:gd name="connsiteX9" fmla="*/ 56198 w 142875"/>
                  <a:gd name="connsiteY9" fmla="*/ 80197 h 133350"/>
                  <a:gd name="connsiteX10" fmla="*/ 67628 w 142875"/>
                  <a:gd name="connsiteY10" fmla="*/ 90674 h 133350"/>
                  <a:gd name="connsiteX11" fmla="*/ 89535 w 142875"/>
                  <a:gd name="connsiteY11" fmla="*/ 102104 h 133350"/>
                  <a:gd name="connsiteX12" fmla="*/ 110490 w 142875"/>
                  <a:gd name="connsiteY12" fmla="*/ 110677 h 133350"/>
                  <a:gd name="connsiteX13" fmla="*/ 120015 w 142875"/>
                  <a:gd name="connsiteY13" fmla="*/ 136394 h 133350"/>
                  <a:gd name="connsiteX14" fmla="*/ 148590 w 142875"/>
                  <a:gd name="connsiteY14" fmla="*/ 129727 h 133350"/>
                  <a:gd name="connsiteX15" fmla="*/ 139065 w 142875"/>
                  <a:gd name="connsiteY15" fmla="*/ 105914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875" h="133350">
                    <a:moveTo>
                      <a:pt x="139065" y="105914"/>
                    </a:moveTo>
                    <a:cubicBezTo>
                      <a:pt x="139065" y="94484"/>
                      <a:pt x="111443" y="84959"/>
                      <a:pt x="111443" y="70672"/>
                    </a:cubicBezTo>
                    <a:cubicBezTo>
                      <a:pt x="111443" y="56384"/>
                      <a:pt x="93345" y="44002"/>
                      <a:pt x="96203" y="32572"/>
                    </a:cubicBezTo>
                    <a:cubicBezTo>
                      <a:pt x="98108" y="24952"/>
                      <a:pt x="88583" y="13522"/>
                      <a:pt x="83820" y="4949"/>
                    </a:cubicBezTo>
                    <a:cubicBezTo>
                      <a:pt x="71438" y="2092"/>
                      <a:pt x="56198" y="-766"/>
                      <a:pt x="44768" y="187"/>
                    </a:cubicBezTo>
                    <a:cubicBezTo>
                      <a:pt x="28575" y="2092"/>
                      <a:pt x="16193" y="6854"/>
                      <a:pt x="0" y="9712"/>
                    </a:cubicBezTo>
                    <a:cubicBezTo>
                      <a:pt x="8573" y="23999"/>
                      <a:pt x="2858" y="27809"/>
                      <a:pt x="9525" y="47812"/>
                    </a:cubicBezTo>
                    <a:cubicBezTo>
                      <a:pt x="17145" y="68767"/>
                      <a:pt x="37148" y="57337"/>
                      <a:pt x="43815" y="63052"/>
                    </a:cubicBezTo>
                    <a:cubicBezTo>
                      <a:pt x="46673" y="64957"/>
                      <a:pt x="49530" y="72577"/>
                      <a:pt x="52388" y="80197"/>
                    </a:cubicBezTo>
                    <a:cubicBezTo>
                      <a:pt x="53340" y="80197"/>
                      <a:pt x="55245" y="80197"/>
                      <a:pt x="56198" y="80197"/>
                    </a:cubicBezTo>
                    <a:cubicBezTo>
                      <a:pt x="63818" y="81149"/>
                      <a:pt x="66675" y="85912"/>
                      <a:pt x="67628" y="90674"/>
                    </a:cubicBezTo>
                    <a:cubicBezTo>
                      <a:pt x="77153" y="92579"/>
                      <a:pt x="84773" y="99247"/>
                      <a:pt x="89535" y="102104"/>
                    </a:cubicBezTo>
                    <a:cubicBezTo>
                      <a:pt x="95250" y="104962"/>
                      <a:pt x="99060" y="96389"/>
                      <a:pt x="110490" y="110677"/>
                    </a:cubicBezTo>
                    <a:cubicBezTo>
                      <a:pt x="120015" y="122107"/>
                      <a:pt x="120968" y="125917"/>
                      <a:pt x="120015" y="136394"/>
                    </a:cubicBezTo>
                    <a:cubicBezTo>
                      <a:pt x="130493" y="136394"/>
                      <a:pt x="140018" y="133537"/>
                      <a:pt x="148590" y="129727"/>
                    </a:cubicBezTo>
                    <a:cubicBezTo>
                      <a:pt x="143828" y="121154"/>
                      <a:pt x="139065" y="110677"/>
                      <a:pt x="139065" y="105914"/>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207" name="Freeform: Shape 347">
                <a:extLst>
                  <a:ext uri="{FF2B5EF4-FFF2-40B4-BE49-F238E27FC236}">
                    <a16:creationId xmlns:a16="http://schemas.microsoft.com/office/drawing/2014/main" id="{A05A763A-D287-0031-DE82-70EBE01ACAE3}"/>
                  </a:ext>
                </a:extLst>
              </p:cNvPr>
              <p:cNvSpPr/>
              <p:nvPr/>
            </p:nvSpPr>
            <p:spPr>
              <a:xfrm>
                <a:off x="6853357" y="3225523"/>
                <a:ext cx="107321" cy="97565"/>
              </a:xfrm>
              <a:custGeom>
                <a:avLst/>
                <a:gdLst>
                  <a:gd name="connsiteX0" fmla="*/ 207645 w 209550"/>
                  <a:gd name="connsiteY0" fmla="*/ 63818 h 190500"/>
                  <a:gd name="connsiteX1" fmla="*/ 168593 w 209550"/>
                  <a:gd name="connsiteY1" fmla="*/ 8572 h 190500"/>
                  <a:gd name="connsiteX2" fmla="*/ 140018 w 209550"/>
                  <a:gd name="connsiteY2" fmla="*/ 31432 h 190500"/>
                  <a:gd name="connsiteX3" fmla="*/ 120015 w 209550"/>
                  <a:gd name="connsiteY3" fmla="*/ 31432 h 190500"/>
                  <a:gd name="connsiteX4" fmla="*/ 86677 w 209550"/>
                  <a:gd name="connsiteY4" fmla="*/ 5715 h 190500"/>
                  <a:gd name="connsiteX5" fmla="*/ 72390 w 209550"/>
                  <a:gd name="connsiteY5" fmla="*/ 0 h 190500"/>
                  <a:gd name="connsiteX6" fmla="*/ 63818 w 209550"/>
                  <a:gd name="connsiteY6" fmla="*/ 17145 h 190500"/>
                  <a:gd name="connsiteX7" fmla="*/ 78105 w 209550"/>
                  <a:gd name="connsiteY7" fmla="*/ 38100 h 190500"/>
                  <a:gd name="connsiteX8" fmla="*/ 43815 w 209550"/>
                  <a:gd name="connsiteY8" fmla="*/ 35243 h 190500"/>
                  <a:gd name="connsiteX9" fmla="*/ 13335 w 209550"/>
                  <a:gd name="connsiteY9" fmla="*/ 25718 h 190500"/>
                  <a:gd name="connsiteX10" fmla="*/ 27622 w 209550"/>
                  <a:gd name="connsiteY10" fmla="*/ 63818 h 190500"/>
                  <a:gd name="connsiteX11" fmla="*/ 42863 w 209550"/>
                  <a:gd name="connsiteY11" fmla="*/ 101918 h 190500"/>
                  <a:gd name="connsiteX12" fmla="*/ 70485 w 209550"/>
                  <a:gd name="connsiteY12" fmla="*/ 137160 h 190500"/>
                  <a:gd name="connsiteX13" fmla="*/ 79057 w 209550"/>
                  <a:gd name="connsiteY13" fmla="*/ 160972 h 190500"/>
                  <a:gd name="connsiteX14" fmla="*/ 132397 w 209550"/>
                  <a:gd name="connsiteY14" fmla="*/ 125730 h 190500"/>
                  <a:gd name="connsiteX15" fmla="*/ 140970 w 209550"/>
                  <a:gd name="connsiteY15" fmla="*/ 168593 h 190500"/>
                  <a:gd name="connsiteX16" fmla="*/ 172402 w 209550"/>
                  <a:gd name="connsiteY16" fmla="*/ 193357 h 190500"/>
                  <a:gd name="connsiteX17" fmla="*/ 180022 w 209550"/>
                  <a:gd name="connsiteY17" fmla="*/ 164782 h 190500"/>
                  <a:gd name="connsiteX18" fmla="*/ 207645 w 209550"/>
                  <a:gd name="connsiteY18" fmla="*/ 63818 h 190500"/>
                  <a:gd name="connsiteX19" fmla="*/ 21907 w 209550"/>
                  <a:gd name="connsiteY19" fmla="*/ 133350 h 190500"/>
                  <a:gd name="connsiteX20" fmla="*/ 0 w 209550"/>
                  <a:gd name="connsiteY20" fmla="*/ 121920 h 190500"/>
                  <a:gd name="connsiteX21" fmla="*/ 14288 w 209550"/>
                  <a:gd name="connsiteY21" fmla="*/ 147638 h 190500"/>
                  <a:gd name="connsiteX22" fmla="*/ 43815 w 209550"/>
                  <a:gd name="connsiteY22" fmla="*/ 166688 h 190500"/>
                  <a:gd name="connsiteX23" fmla="*/ 51435 w 209550"/>
                  <a:gd name="connsiteY23" fmla="*/ 166688 h 190500"/>
                  <a:gd name="connsiteX24" fmla="*/ 41910 w 209550"/>
                  <a:gd name="connsiteY24" fmla="*/ 140970 h 190500"/>
                  <a:gd name="connsiteX25" fmla="*/ 21907 w 209550"/>
                  <a:gd name="connsiteY25" fmla="*/ 1333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9550" h="190500">
                    <a:moveTo>
                      <a:pt x="207645" y="63818"/>
                    </a:moveTo>
                    <a:cubicBezTo>
                      <a:pt x="201930" y="53340"/>
                      <a:pt x="185738" y="31432"/>
                      <a:pt x="168593" y="8572"/>
                    </a:cubicBezTo>
                    <a:cubicBezTo>
                      <a:pt x="162877" y="25718"/>
                      <a:pt x="143827" y="20955"/>
                      <a:pt x="140018" y="31432"/>
                    </a:cubicBezTo>
                    <a:cubicBezTo>
                      <a:pt x="136207" y="41910"/>
                      <a:pt x="126682" y="29528"/>
                      <a:pt x="120015" y="31432"/>
                    </a:cubicBezTo>
                    <a:cubicBezTo>
                      <a:pt x="114300" y="33338"/>
                      <a:pt x="100013" y="8572"/>
                      <a:pt x="86677" y="5715"/>
                    </a:cubicBezTo>
                    <a:cubicBezTo>
                      <a:pt x="82868" y="4763"/>
                      <a:pt x="78105" y="2857"/>
                      <a:pt x="72390" y="0"/>
                    </a:cubicBezTo>
                    <a:cubicBezTo>
                      <a:pt x="66675" y="6668"/>
                      <a:pt x="61913" y="14288"/>
                      <a:pt x="63818" y="17145"/>
                    </a:cubicBezTo>
                    <a:cubicBezTo>
                      <a:pt x="67627" y="23813"/>
                      <a:pt x="84772" y="31432"/>
                      <a:pt x="78105" y="38100"/>
                    </a:cubicBezTo>
                    <a:cubicBezTo>
                      <a:pt x="71438" y="44768"/>
                      <a:pt x="50482" y="41910"/>
                      <a:pt x="43815" y="35243"/>
                    </a:cubicBezTo>
                    <a:cubicBezTo>
                      <a:pt x="37147" y="28575"/>
                      <a:pt x="18097" y="17145"/>
                      <a:pt x="13335" y="25718"/>
                    </a:cubicBezTo>
                    <a:cubicBezTo>
                      <a:pt x="9525" y="34290"/>
                      <a:pt x="30480" y="52388"/>
                      <a:pt x="27622" y="63818"/>
                    </a:cubicBezTo>
                    <a:cubicBezTo>
                      <a:pt x="24765" y="75247"/>
                      <a:pt x="42863" y="87630"/>
                      <a:pt x="42863" y="101918"/>
                    </a:cubicBezTo>
                    <a:cubicBezTo>
                      <a:pt x="42863" y="116205"/>
                      <a:pt x="70485" y="125730"/>
                      <a:pt x="70485" y="137160"/>
                    </a:cubicBezTo>
                    <a:cubicBezTo>
                      <a:pt x="70485" y="142875"/>
                      <a:pt x="75247" y="152400"/>
                      <a:pt x="79057" y="160972"/>
                    </a:cubicBezTo>
                    <a:cubicBezTo>
                      <a:pt x="100965" y="151447"/>
                      <a:pt x="118110" y="133350"/>
                      <a:pt x="132397" y="125730"/>
                    </a:cubicBezTo>
                    <a:cubicBezTo>
                      <a:pt x="153352" y="114300"/>
                      <a:pt x="144780" y="161925"/>
                      <a:pt x="140970" y="168593"/>
                    </a:cubicBezTo>
                    <a:cubicBezTo>
                      <a:pt x="138113" y="173355"/>
                      <a:pt x="155257" y="185738"/>
                      <a:pt x="172402" y="193357"/>
                    </a:cubicBezTo>
                    <a:cubicBezTo>
                      <a:pt x="171450" y="182880"/>
                      <a:pt x="174307" y="173355"/>
                      <a:pt x="180022" y="164782"/>
                    </a:cubicBezTo>
                    <a:cubicBezTo>
                      <a:pt x="203835" y="135255"/>
                      <a:pt x="220980" y="88582"/>
                      <a:pt x="207645" y="63818"/>
                    </a:cubicBezTo>
                    <a:close/>
                    <a:moveTo>
                      <a:pt x="21907" y="133350"/>
                    </a:moveTo>
                    <a:cubicBezTo>
                      <a:pt x="18097" y="131445"/>
                      <a:pt x="9525" y="124778"/>
                      <a:pt x="0" y="121920"/>
                    </a:cubicBezTo>
                    <a:cubicBezTo>
                      <a:pt x="2857" y="130493"/>
                      <a:pt x="2857" y="140970"/>
                      <a:pt x="14288" y="147638"/>
                    </a:cubicBezTo>
                    <a:cubicBezTo>
                      <a:pt x="33338" y="157163"/>
                      <a:pt x="5715" y="160972"/>
                      <a:pt x="43815" y="166688"/>
                    </a:cubicBezTo>
                    <a:cubicBezTo>
                      <a:pt x="46672" y="166688"/>
                      <a:pt x="48577" y="166688"/>
                      <a:pt x="51435" y="166688"/>
                    </a:cubicBezTo>
                    <a:cubicBezTo>
                      <a:pt x="52388" y="156210"/>
                      <a:pt x="51435" y="153353"/>
                      <a:pt x="41910" y="140970"/>
                    </a:cubicBezTo>
                    <a:cubicBezTo>
                      <a:pt x="31432" y="128588"/>
                      <a:pt x="27622" y="136207"/>
                      <a:pt x="21907" y="13335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208" name="Freeform: Shape 348">
                <a:extLst>
                  <a:ext uri="{FF2B5EF4-FFF2-40B4-BE49-F238E27FC236}">
                    <a16:creationId xmlns:a16="http://schemas.microsoft.com/office/drawing/2014/main" id="{C94DFBB7-0816-DBFE-10EA-15DD6EFA7960}"/>
                  </a:ext>
                </a:extLst>
              </p:cNvPr>
              <p:cNvSpPr/>
              <p:nvPr/>
            </p:nvSpPr>
            <p:spPr>
              <a:xfrm>
                <a:off x="7215893" y="3328410"/>
                <a:ext cx="321962" cy="248789"/>
              </a:xfrm>
              <a:custGeom>
                <a:avLst/>
                <a:gdLst>
                  <a:gd name="connsiteX0" fmla="*/ 606577 w 628650"/>
                  <a:gd name="connsiteY0" fmla="*/ 67713 h 485775"/>
                  <a:gd name="connsiteX1" fmla="*/ 589432 w 628650"/>
                  <a:gd name="connsiteY1" fmla="*/ 54378 h 485775"/>
                  <a:gd name="connsiteX2" fmla="*/ 540855 w 628650"/>
                  <a:gd name="connsiteY2" fmla="*/ 88668 h 485775"/>
                  <a:gd name="connsiteX3" fmla="*/ 517995 w 628650"/>
                  <a:gd name="connsiteY3" fmla="*/ 97240 h 485775"/>
                  <a:gd name="connsiteX4" fmla="*/ 496087 w 628650"/>
                  <a:gd name="connsiteY4" fmla="*/ 96288 h 485775"/>
                  <a:gd name="connsiteX5" fmla="*/ 494182 w 628650"/>
                  <a:gd name="connsiteY5" fmla="*/ 40090 h 485775"/>
                  <a:gd name="connsiteX6" fmla="*/ 477037 w 628650"/>
                  <a:gd name="connsiteY6" fmla="*/ 85 h 485775"/>
                  <a:gd name="connsiteX7" fmla="*/ 437032 w 628650"/>
                  <a:gd name="connsiteY7" fmla="*/ 41995 h 485775"/>
                  <a:gd name="connsiteX8" fmla="*/ 395122 w 628650"/>
                  <a:gd name="connsiteY8" fmla="*/ 64855 h 485775"/>
                  <a:gd name="connsiteX9" fmla="*/ 349402 w 628650"/>
                  <a:gd name="connsiteY9" fmla="*/ 78190 h 485775"/>
                  <a:gd name="connsiteX10" fmla="*/ 311302 w 628650"/>
                  <a:gd name="connsiteY10" fmla="*/ 66760 h 485775"/>
                  <a:gd name="connsiteX11" fmla="*/ 275107 w 628650"/>
                  <a:gd name="connsiteY11" fmla="*/ 53425 h 485775"/>
                  <a:gd name="connsiteX12" fmla="*/ 238912 w 628650"/>
                  <a:gd name="connsiteY12" fmla="*/ 45805 h 485775"/>
                  <a:gd name="connsiteX13" fmla="*/ 203670 w 628650"/>
                  <a:gd name="connsiteY13" fmla="*/ 68665 h 485775"/>
                  <a:gd name="connsiteX14" fmla="*/ 176999 w 628650"/>
                  <a:gd name="connsiteY14" fmla="*/ 115338 h 485775"/>
                  <a:gd name="connsiteX15" fmla="*/ 114135 w 628650"/>
                  <a:gd name="connsiteY15" fmla="*/ 155343 h 485775"/>
                  <a:gd name="connsiteX16" fmla="*/ 76035 w 628650"/>
                  <a:gd name="connsiteY16" fmla="*/ 170583 h 485775"/>
                  <a:gd name="connsiteX17" fmla="*/ 44602 w 628650"/>
                  <a:gd name="connsiteY17" fmla="*/ 161058 h 485775"/>
                  <a:gd name="connsiteX18" fmla="*/ 25552 w 628650"/>
                  <a:gd name="connsiteY18" fmla="*/ 183918 h 485775"/>
                  <a:gd name="connsiteX19" fmla="*/ 8407 w 628650"/>
                  <a:gd name="connsiteY19" fmla="*/ 222018 h 485775"/>
                  <a:gd name="connsiteX20" fmla="*/ 2692 w 628650"/>
                  <a:gd name="connsiteY20" fmla="*/ 263928 h 485775"/>
                  <a:gd name="connsiteX21" fmla="*/ 2692 w 628650"/>
                  <a:gd name="connsiteY21" fmla="*/ 314410 h 485775"/>
                  <a:gd name="connsiteX22" fmla="*/ 9360 w 628650"/>
                  <a:gd name="connsiteY22" fmla="*/ 368703 h 485775"/>
                  <a:gd name="connsiteX23" fmla="*/ 53174 w 628650"/>
                  <a:gd name="connsiteY23" fmla="*/ 393468 h 485775"/>
                  <a:gd name="connsiteX24" fmla="*/ 7455 w 628650"/>
                  <a:gd name="connsiteY24" fmla="*/ 461095 h 485775"/>
                  <a:gd name="connsiteX25" fmla="*/ 16027 w 628650"/>
                  <a:gd name="connsiteY25" fmla="*/ 477288 h 485775"/>
                  <a:gd name="connsiteX26" fmla="*/ 83655 w 628650"/>
                  <a:gd name="connsiteY26" fmla="*/ 484908 h 485775"/>
                  <a:gd name="connsiteX27" fmla="*/ 261772 w 628650"/>
                  <a:gd name="connsiteY27" fmla="*/ 461095 h 485775"/>
                  <a:gd name="connsiteX28" fmla="*/ 257962 w 628650"/>
                  <a:gd name="connsiteY28" fmla="*/ 413470 h 485775"/>
                  <a:gd name="connsiteX29" fmla="*/ 293205 w 628650"/>
                  <a:gd name="connsiteY29" fmla="*/ 390610 h 485775"/>
                  <a:gd name="connsiteX30" fmla="*/ 323685 w 628650"/>
                  <a:gd name="connsiteY30" fmla="*/ 382038 h 485775"/>
                  <a:gd name="connsiteX31" fmla="*/ 370357 w 628650"/>
                  <a:gd name="connsiteY31" fmla="*/ 364893 h 485775"/>
                  <a:gd name="connsiteX32" fmla="*/ 391312 w 628650"/>
                  <a:gd name="connsiteY32" fmla="*/ 343938 h 485775"/>
                  <a:gd name="connsiteX33" fmla="*/ 405599 w 628650"/>
                  <a:gd name="connsiteY33" fmla="*/ 293455 h 485775"/>
                  <a:gd name="connsiteX34" fmla="*/ 436080 w 628650"/>
                  <a:gd name="connsiteY34" fmla="*/ 273453 h 485775"/>
                  <a:gd name="connsiteX35" fmla="*/ 421793 w 628650"/>
                  <a:gd name="connsiteY35" fmla="*/ 242020 h 485775"/>
                  <a:gd name="connsiteX36" fmla="*/ 471322 w 628650"/>
                  <a:gd name="connsiteY36" fmla="*/ 242973 h 485775"/>
                  <a:gd name="connsiteX37" fmla="*/ 475132 w 628650"/>
                  <a:gd name="connsiteY37" fmla="*/ 204873 h 485775"/>
                  <a:gd name="connsiteX38" fmla="*/ 496087 w 628650"/>
                  <a:gd name="connsiteY38" fmla="*/ 170583 h 485775"/>
                  <a:gd name="connsiteX39" fmla="*/ 488468 w 628650"/>
                  <a:gd name="connsiteY39" fmla="*/ 142008 h 485775"/>
                  <a:gd name="connsiteX40" fmla="*/ 495135 w 628650"/>
                  <a:gd name="connsiteY40" fmla="*/ 118195 h 485775"/>
                  <a:gd name="connsiteX41" fmla="*/ 501802 w 628650"/>
                  <a:gd name="connsiteY41" fmla="*/ 115338 h 485775"/>
                  <a:gd name="connsiteX42" fmla="*/ 524662 w 628650"/>
                  <a:gd name="connsiteY42" fmla="*/ 106765 h 485775"/>
                  <a:gd name="connsiteX43" fmla="*/ 584670 w 628650"/>
                  <a:gd name="connsiteY43" fmla="*/ 87715 h 485775"/>
                  <a:gd name="connsiteX44" fmla="*/ 629437 w 628650"/>
                  <a:gd name="connsiteY44" fmla="*/ 73428 h 485775"/>
                  <a:gd name="connsiteX45" fmla="*/ 606577 w 628650"/>
                  <a:gd name="connsiteY45" fmla="*/ 6771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28650" h="485775">
                    <a:moveTo>
                      <a:pt x="606577" y="67713"/>
                    </a:moveTo>
                    <a:cubicBezTo>
                      <a:pt x="597052" y="69618"/>
                      <a:pt x="598957" y="61045"/>
                      <a:pt x="589432" y="54378"/>
                    </a:cubicBezTo>
                    <a:cubicBezTo>
                      <a:pt x="581812" y="49615"/>
                      <a:pt x="557999" y="72475"/>
                      <a:pt x="540855" y="88668"/>
                    </a:cubicBezTo>
                    <a:cubicBezTo>
                      <a:pt x="533235" y="91525"/>
                      <a:pt x="524662" y="94383"/>
                      <a:pt x="517995" y="97240"/>
                    </a:cubicBezTo>
                    <a:cubicBezTo>
                      <a:pt x="508470" y="100098"/>
                      <a:pt x="500849" y="101050"/>
                      <a:pt x="496087" y="96288"/>
                    </a:cubicBezTo>
                    <a:cubicBezTo>
                      <a:pt x="485610" y="82953"/>
                      <a:pt x="513232" y="49615"/>
                      <a:pt x="494182" y="40090"/>
                    </a:cubicBezTo>
                    <a:cubicBezTo>
                      <a:pt x="475132" y="30565"/>
                      <a:pt x="492277" y="1990"/>
                      <a:pt x="477037" y="85"/>
                    </a:cubicBezTo>
                    <a:cubicBezTo>
                      <a:pt x="461797" y="-1820"/>
                      <a:pt x="437032" y="28660"/>
                      <a:pt x="437032" y="41995"/>
                    </a:cubicBezTo>
                    <a:cubicBezTo>
                      <a:pt x="437032" y="55330"/>
                      <a:pt x="395122" y="51520"/>
                      <a:pt x="395122" y="64855"/>
                    </a:cubicBezTo>
                    <a:cubicBezTo>
                      <a:pt x="395122" y="78190"/>
                      <a:pt x="357022" y="62950"/>
                      <a:pt x="349402" y="78190"/>
                    </a:cubicBezTo>
                    <a:cubicBezTo>
                      <a:pt x="342735" y="93430"/>
                      <a:pt x="323685" y="66760"/>
                      <a:pt x="311302" y="66760"/>
                    </a:cubicBezTo>
                    <a:cubicBezTo>
                      <a:pt x="298920" y="66760"/>
                      <a:pt x="290347" y="47710"/>
                      <a:pt x="275107" y="53425"/>
                    </a:cubicBezTo>
                    <a:cubicBezTo>
                      <a:pt x="259867" y="59140"/>
                      <a:pt x="250342" y="47710"/>
                      <a:pt x="238912" y="45805"/>
                    </a:cubicBezTo>
                    <a:cubicBezTo>
                      <a:pt x="226530" y="43900"/>
                      <a:pt x="217957" y="74380"/>
                      <a:pt x="203670" y="68665"/>
                    </a:cubicBezTo>
                    <a:cubicBezTo>
                      <a:pt x="189382" y="62950"/>
                      <a:pt x="182714" y="97240"/>
                      <a:pt x="176999" y="115338"/>
                    </a:cubicBezTo>
                    <a:cubicBezTo>
                      <a:pt x="172237" y="134388"/>
                      <a:pt x="112230" y="134388"/>
                      <a:pt x="114135" y="155343"/>
                    </a:cubicBezTo>
                    <a:cubicBezTo>
                      <a:pt x="116039" y="176298"/>
                      <a:pt x="78892" y="183918"/>
                      <a:pt x="76035" y="170583"/>
                    </a:cubicBezTo>
                    <a:cubicBezTo>
                      <a:pt x="72224" y="157248"/>
                      <a:pt x="49364" y="164868"/>
                      <a:pt x="44602" y="161058"/>
                    </a:cubicBezTo>
                    <a:cubicBezTo>
                      <a:pt x="39839" y="157248"/>
                      <a:pt x="23647" y="164868"/>
                      <a:pt x="25552" y="183918"/>
                    </a:cubicBezTo>
                    <a:cubicBezTo>
                      <a:pt x="27457" y="202968"/>
                      <a:pt x="10312" y="214398"/>
                      <a:pt x="8407" y="222018"/>
                    </a:cubicBezTo>
                    <a:cubicBezTo>
                      <a:pt x="6502" y="229638"/>
                      <a:pt x="-3976" y="252498"/>
                      <a:pt x="2692" y="263928"/>
                    </a:cubicBezTo>
                    <a:cubicBezTo>
                      <a:pt x="9360" y="275358"/>
                      <a:pt x="-5880" y="294408"/>
                      <a:pt x="2692" y="314410"/>
                    </a:cubicBezTo>
                    <a:cubicBezTo>
                      <a:pt x="11264" y="335365"/>
                      <a:pt x="6502" y="361083"/>
                      <a:pt x="9360" y="368703"/>
                    </a:cubicBezTo>
                    <a:cubicBezTo>
                      <a:pt x="13170" y="376323"/>
                      <a:pt x="45555" y="372513"/>
                      <a:pt x="53174" y="393468"/>
                    </a:cubicBezTo>
                    <a:cubicBezTo>
                      <a:pt x="59842" y="414423"/>
                      <a:pt x="9360" y="449665"/>
                      <a:pt x="7455" y="461095"/>
                    </a:cubicBezTo>
                    <a:cubicBezTo>
                      <a:pt x="6502" y="465858"/>
                      <a:pt x="11264" y="471573"/>
                      <a:pt x="16027" y="477288"/>
                    </a:cubicBezTo>
                    <a:cubicBezTo>
                      <a:pt x="36030" y="478240"/>
                      <a:pt x="60795" y="481098"/>
                      <a:pt x="83655" y="484908"/>
                    </a:cubicBezTo>
                    <a:cubicBezTo>
                      <a:pt x="112230" y="490623"/>
                      <a:pt x="258914" y="466810"/>
                      <a:pt x="261772" y="461095"/>
                    </a:cubicBezTo>
                    <a:cubicBezTo>
                      <a:pt x="264630" y="455380"/>
                      <a:pt x="257010" y="420138"/>
                      <a:pt x="257962" y="413470"/>
                    </a:cubicBezTo>
                    <a:cubicBezTo>
                      <a:pt x="258914" y="406803"/>
                      <a:pt x="277964" y="389658"/>
                      <a:pt x="293205" y="390610"/>
                    </a:cubicBezTo>
                    <a:cubicBezTo>
                      <a:pt x="308445" y="392515"/>
                      <a:pt x="323685" y="394420"/>
                      <a:pt x="323685" y="382038"/>
                    </a:cubicBezTo>
                    <a:cubicBezTo>
                      <a:pt x="323685" y="369655"/>
                      <a:pt x="366547" y="353463"/>
                      <a:pt x="370357" y="364893"/>
                    </a:cubicBezTo>
                    <a:cubicBezTo>
                      <a:pt x="374168" y="376323"/>
                      <a:pt x="390360" y="371560"/>
                      <a:pt x="391312" y="343938"/>
                    </a:cubicBezTo>
                    <a:cubicBezTo>
                      <a:pt x="392264" y="315363"/>
                      <a:pt x="390360" y="294408"/>
                      <a:pt x="405599" y="293455"/>
                    </a:cubicBezTo>
                    <a:cubicBezTo>
                      <a:pt x="420839" y="292503"/>
                      <a:pt x="437032" y="282025"/>
                      <a:pt x="436080" y="273453"/>
                    </a:cubicBezTo>
                    <a:cubicBezTo>
                      <a:pt x="435127" y="264880"/>
                      <a:pt x="416077" y="247735"/>
                      <a:pt x="421793" y="242020"/>
                    </a:cubicBezTo>
                    <a:cubicBezTo>
                      <a:pt x="426555" y="236305"/>
                      <a:pt x="466560" y="256308"/>
                      <a:pt x="471322" y="242973"/>
                    </a:cubicBezTo>
                    <a:cubicBezTo>
                      <a:pt x="477037" y="230590"/>
                      <a:pt x="468464" y="216303"/>
                      <a:pt x="475132" y="204873"/>
                    </a:cubicBezTo>
                    <a:cubicBezTo>
                      <a:pt x="481799" y="193443"/>
                      <a:pt x="497039" y="182013"/>
                      <a:pt x="496087" y="170583"/>
                    </a:cubicBezTo>
                    <a:cubicBezTo>
                      <a:pt x="495135" y="159153"/>
                      <a:pt x="497039" y="152485"/>
                      <a:pt x="488468" y="142008"/>
                    </a:cubicBezTo>
                    <a:cubicBezTo>
                      <a:pt x="478943" y="132483"/>
                      <a:pt x="482752" y="119148"/>
                      <a:pt x="495135" y="118195"/>
                    </a:cubicBezTo>
                    <a:cubicBezTo>
                      <a:pt x="497039" y="118195"/>
                      <a:pt x="499897" y="117243"/>
                      <a:pt x="501802" y="115338"/>
                    </a:cubicBezTo>
                    <a:cubicBezTo>
                      <a:pt x="511327" y="113433"/>
                      <a:pt x="518947" y="111528"/>
                      <a:pt x="524662" y="106765"/>
                    </a:cubicBezTo>
                    <a:cubicBezTo>
                      <a:pt x="540855" y="93430"/>
                      <a:pt x="572287" y="82953"/>
                      <a:pt x="584670" y="87715"/>
                    </a:cubicBezTo>
                    <a:cubicBezTo>
                      <a:pt x="594195" y="91525"/>
                      <a:pt x="616102" y="88668"/>
                      <a:pt x="629437" y="73428"/>
                    </a:cubicBezTo>
                    <a:cubicBezTo>
                      <a:pt x="621818" y="68665"/>
                      <a:pt x="612293" y="66760"/>
                      <a:pt x="606577" y="6771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209" name="Freeform: Shape 349">
                <a:extLst>
                  <a:ext uri="{FF2B5EF4-FFF2-40B4-BE49-F238E27FC236}">
                    <a16:creationId xmlns:a16="http://schemas.microsoft.com/office/drawing/2014/main" id="{62E180F6-4CC0-50D9-2640-3B19E1B6FFE3}"/>
                  </a:ext>
                </a:extLst>
              </p:cNvPr>
              <p:cNvSpPr/>
              <p:nvPr/>
            </p:nvSpPr>
            <p:spPr>
              <a:xfrm>
                <a:off x="7224590" y="3365527"/>
                <a:ext cx="375623" cy="360987"/>
              </a:xfrm>
              <a:custGeom>
                <a:avLst/>
                <a:gdLst>
                  <a:gd name="connsiteX0" fmla="*/ 697230 w 733425"/>
                  <a:gd name="connsiteY0" fmla="*/ 74295 h 704850"/>
                  <a:gd name="connsiteX1" fmla="*/ 674369 w 733425"/>
                  <a:gd name="connsiteY1" fmla="*/ 38100 h 704850"/>
                  <a:gd name="connsiteX2" fmla="*/ 634365 w 733425"/>
                  <a:gd name="connsiteY2" fmla="*/ 2857 h 704850"/>
                  <a:gd name="connsiteX3" fmla="*/ 621030 w 733425"/>
                  <a:gd name="connsiteY3" fmla="*/ 5715 h 704850"/>
                  <a:gd name="connsiteX4" fmla="*/ 613409 w 733425"/>
                  <a:gd name="connsiteY4" fmla="*/ 0 h 704850"/>
                  <a:gd name="connsiteX5" fmla="*/ 568642 w 733425"/>
                  <a:gd name="connsiteY5" fmla="*/ 14288 h 704850"/>
                  <a:gd name="connsiteX6" fmla="*/ 508634 w 733425"/>
                  <a:gd name="connsiteY6" fmla="*/ 33338 h 704850"/>
                  <a:gd name="connsiteX7" fmla="*/ 485775 w 733425"/>
                  <a:gd name="connsiteY7" fmla="*/ 41910 h 704850"/>
                  <a:gd name="connsiteX8" fmla="*/ 479107 w 733425"/>
                  <a:gd name="connsiteY8" fmla="*/ 44767 h 704850"/>
                  <a:gd name="connsiteX9" fmla="*/ 472440 w 733425"/>
                  <a:gd name="connsiteY9" fmla="*/ 68580 h 704850"/>
                  <a:gd name="connsiteX10" fmla="*/ 480059 w 733425"/>
                  <a:gd name="connsiteY10" fmla="*/ 97155 h 704850"/>
                  <a:gd name="connsiteX11" fmla="*/ 459105 w 733425"/>
                  <a:gd name="connsiteY11" fmla="*/ 131445 h 704850"/>
                  <a:gd name="connsiteX12" fmla="*/ 455294 w 733425"/>
                  <a:gd name="connsiteY12" fmla="*/ 169545 h 704850"/>
                  <a:gd name="connsiteX13" fmla="*/ 405765 w 733425"/>
                  <a:gd name="connsiteY13" fmla="*/ 168592 h 704850"/>
                  <a:gd name="connsiteX14" fmla="*/ 420052 w 733425"/>
                  <a:gd name="connsiteY14" fmla="*/ 200025 h 704850"/>
                  <a:gd name="connsiteX15" fmla="*/ 389572 w 733425"/>
                  <a:gd name="connsiteY15" fmla="*/ 220027 h 704850"/>
                  <a:gd name="connsiteX16" fmla="*/ 375284 w 733425"/>
                  <a:gd name="connsiteY16" fmla="*/ 270510 h 704850"/>
                  <a:gd name="connsiteX17" fmla="*/ 354330 w 733425"/>
                  <a:gd name="connsiteY17" fmla="*/ 291465 h 704850"/>
                  <a:gd name="connsiteX18" fmla="*/ 307657 w 733425"/>
                  <a:gd name="connsiteY18" fmla="*/ 308610 h 704850"/>
                  <a:gd name="connsiteX19" fmla="*/ 277177 w 733425"/>
                  <a:gd name="connsiteY19" fmla="*/ 317182 h 704850"/>
                  <a:gd name="connsiteX20" fmla="*/ 241934 w 733425"/>
                  <a:gd name="connsiteY20" fmla="*/ 340042 h 704850"/>
                  <a:gd name="connsiteX21" fmla="*/ 245744 w 733425"/>
                  <a:gd name="connsiteY21" fmla="*/ 387667 h 704850"/>
                  <a:gd name="connsiteX22" fmla="*/ 67627 w 733425"/>
                  <a:gd name="connsiteY22" fmla="*/ 411480 h 704850"/>
                  <a:gd name="connsiteX23" fmla="*/ 0 w 733425"/>
                  <a:gd name="connsiteY23" fmla="*/ 403860 h 704850"/>
                  <a:gd name="connsiteX24" fmla="*/ 20955 w 733425"/>
                  <a:gd name="connsiteY24" fmla="*/ 429577 h 704850"/>
                  <a:gd name="connsiteX25" fmla="*/ 66675 w 733425"/>
                  <a:gd name="connsiteY25" fmla="*/ 470535 h 704850"/>
                  <a:gd name="connsiteX26" fmla="*/ 87630 w 733425"/>
                  <a:gd name="connsiteY26" fmla="*/ 522922 h 704850"/>
                  <a:gd name="connsiteX27" fmla="*/ 98107 w 733425"/>
                  <a:gd name="connsiteY27" fmla="*/ 559117 h 704850"/>
                  <a:gd name="connsiteX28" fmla="*/ 58102 w 733425"/>
                  <a:gd name="connsiteY28" fmla="*/ 572452 h 704850"/>
                  <a:gd name="connsiteX29" fmla="*/ 30480 w 733425"/>
                  <a:gd name="connsiteY29" fmla="*/ 618172 h 704850"/>
                  <a:gd name="connsiteX30" fmla="*/ 43815 w 733425"/>
                  <a:gd name="connsiteY30" fmla="*/ 619125 h 704850"/>
                  <a:gd name="connsiteX31" fmla="*/ 71438 w 733425"/>
                  <a:gd name="connsiteY31" fmla="*/ 628650 h 704850"/>
                  <a:gd name="connsiteX32" fmla="*/ 232409 w 733425"/>
                  <a:gd name="connsiteY32" fmla="*/ 609600 h 704850"/>
                  <a:gd name="connsiteX33" fmla="*/ 278130 w 733425"/>
                  <a:gd name="connsiteY33" fmla="*/ 663892 h 704850"/>
                  <a:gd name="connsiteX34" fmla="*/ 283844 w 733425"/>
                  <a:gd name="connsiteY34" fmla="*/ 690563 h 704850"/>
                  <a:gd name="connsiteX35" fmla="*/ 321944 w 733425"/>
                  <a:gd name="connsiteY35" fmla="*/ 708660 h 704850"/>
                  <a:gd name="connsiteX36" fmla="*/ 328613 w 733425"/>
                  <a:gd name="connsiteY36" fmla="*/ 713422 h 704850"/>
                  <a:gd name="connsiteX37" fmla="*/ 331469 w 733425"/>
                  <a:gd name="connsiteY37" fmla="*/ 709613 h 704850"/>
                  <a:gd name="connsiteX38" fmla="*/ 371475 w 733425"/>
                  <a:gd name="connsiteY38" fmla="*/ 679132 h 704850"/>
                  <a:gd name="connsiteX39" fmla="*/ 413384 w 733425"/>
                  <a:gd name="connsiteY39" fmla="*/ 677227 h 704850"/>
                  <a:gd name="connsiteX40" fmla="*/ 446722 w 733425"/>
                  <a:gd name="connsiteY40" fmla="*/ 667702 h 704850"/>
                  <a:gd name="connsiteX41" fmla="*/ 431482 w 733425"/>
                  <a:gd name="connsiteY41" fmla="*/ 623888 h 704850"/>
                  <a:gd name="connsiteX42" fmla="*/ 412432 w 733425"/>
                  <a:gd name="connsiteY42" fmla="*/ 575310 h 704850"/>
                  <a:gd name="connsiteX43" fmla="*/ 384809 w 733425"/>
                  <a:gd name="connsiteY43" fmla="*/ 541020 h 704850"/>
                  <a:gd name="connsiteX44" fmla="*/ 418147 w 733425"/>
                  <a:gd name="connsiteY44" fmla="*/ 496252 h 704850"/>
                  <a:gd name="connsiteX45" fmla="*/ 451484 w 733425"/>
                  <a:gd name="connsiteY45" fmla="*/ 500063 h 704850"/>
                  <a:gd name="connsiteX46" fmla="*/ 481013 w 733425"/>
                  <a:gd name="connsiteY46" fmla="*/ 498157 h 704850"/>
                  <a:gd name="connsiteX47" fmla="*/ 505777 w 733425"/>
                  <a:gd name="connsiteY47" fmla="*/ 461963 h 704850"/>
                  <a:gd name="connsiteX48" fmla="*/ 541972 w 733425"/>
                  <a:gd name="connsiteY48" fmla="*/ 437197 h 704850"/>
                  <a:gd name="connsiteX49" fmla="*/ 559117 w 733425"/>
                  <a:gd name="connsiteY49" fmla="*/ 386715 h 704850"/>
                  <a:gd name="connsiteX50" fmla="*/ 584834 w 733425"/>
                  <a:gd name="connsiteY50" fmla="*/ 363855 h 704850"/>
                  <a:gd name="connsiteX51" fmla="*/ 605790 w 733425"/>
                  <a:gd name="connsiteY51" fmla="*/ 337185 h 704850"/>
                  <a:gd name="connsiteX52" fmla="*/ 614363 w 733425"/>
                  <a:gd name="connsiteY52" fmla="*/ 300990 h 704850"/>
                  <a:gd name="connsiteX53" fmla="*/ 637222 w 733425"/>
                  <a:gd name="connsiteY53" fmla="*/ 264795 h 704850"/>
                  <a:gd name="connsiteX54" fmla="*/ 616267 w 733425"/>
                  <a:gd name="connsiteY54" fmla="*/ 243840 h 704850"/>
                  <a:gd name="connsiteX55" fmla="*/ 590550 w 733425"/>
                  <a:gd name="connsiteY55" fmla="*/ 199072 h 704850"/>
                  <a:gd name="connsiteX56" fmla="*/ 583882 w 733425"/>
                  <a:gd name="connsiteY56" fmla="*/ 154305 h 704850"/>
                  <a:gd name="connsiteX57" fmla="*/ 606742 w 733425"/>
                  <a:gd name="connsiteY57" fmla="*/ 127635 h 704850"/>
                  <a:gd name="connsiteX58" fmla="*/ 673417 w 733425"/>
                  <a:gd name="connsiteY58" fmla="*/ 140970 h 704850"/>
                  <a:gd name="connsiteX59" fmla="*/ 717232 w 733425"/>
                  <a:gd name="connsiteY59" fmla="*/ 121920 h 704850"/>
                  <a:gd name="connsiteX60" fmla="*/ 733425 w 733425"/>
                  <a:gd name="connsiteY60" fmla="*/ 92392 h 704850"/>
                  <a:gd name="connsiteX61" fmla="*/ 697230 w 733425"/>
                  <a:gd name="connsiteY61" fmla="*/ 74295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733425" h="704850">
                    <a:moveTo>
                      <a:pt x="697230" y="74295"/>
                    </a:moveTo>
                    <a:cubicBezTo>
                      <a:pt x="676275" y="63817"/>
                      <a:pt x="674369" y="44767"/>
                      <a:pt x="674369" y="38100"/>
                    </a:cubicBezTo>
                    <a:cubicBezTo>
                      <a:pt x="674369" y="32385"/>
                      <a:pt x="651509" y="17145"/>
                      <a:pt x="634365" y="2857"/>
                    </a:cubicBezTo>
                    <a:cubicBezTo>
                      <a:pt x="632459" y="2857"/>
                      <a:pt x="626744" y="3810"/>
                      <a:pt x="621030" y="5715"/>
                    </a:cubicBezTo>
                    <a:cubicBezTo>
                      <a:pt x="619125" y="3810"/>
                      <a:pt x="616267" y="1905"/>
                      <a:pt x="613409" y="0"/>
                    </a:cubicBezTo>
                    <a:cubicBezTo>
                      <a:pt x="600075" y="15240"/>
                      <a:pt x="578167" y="18097"/>
                      <a:pt x="568642" y="14288"/>
                    </a:cubicBezTo>
                    <a:cubicBezTo>
                      <a:pt x="556259" y="9525"/>
                      <a:pt x="525780" y="20002"/>
                      <a:pt x="508634" y="33338"/>
                    </a:cubicBezTo>
                    <a:cubicBezTo>
                      <a:pt x="502919" y="38100"/>
                      <a:pt x="495300" y="40005"/>
                      <a:pt x="485775" y="41910"/>
                    </a:cubicBezTo>
                    <a:cubicBezTo>
                      <a:pt x="483869" y="43815"/>
                      <a:pt x="481013" y="44767"/>
                      <a:pt x="479107" y="44767"/>
                    </a:cubicBezTo>
                    <a:cubicBezTo>
                      <a:pt x="467677" y="45720"/>
                      <a:pt x="463867" y="59055"/>
                      <a:pt x="472440" y="68580"/>
                    </a:cubicBezTo>
                    <a:cubicBezTo>
                      <a:pt x="481965" y="78105"/>
                      <a:pt x="479107" y="85725"/>
                      <a:pt x="480059" y="97155"/>
                    </a:cubicBezTo>
                    <a:cubicBezTo>
                      <a:pt x="481013" y="108585"/>
                      <a:pt x="465772" y="120015"/>
                      <a:pt x="459105" y="131445"/>
                    </a:cubicBezTo>
                    <a:cubicBezTo>
                      <a:pt x="452438" y="142875"/>
                      <a:pt x="460057" y="157163"/>
                      <a:pt x="455294" y="169545"/>
                    </a:cubicBezTo>
                    <a:cubicBezTo>
                      <a:pt x="450532" y="181927"/>
                      <a:pt x="410527" y="162877"/>
                      <a:pt x="405765" y="168592"/>
                    </a:cubicBezTo>
                    <a:cubicBezTo>
                      <a:pt x="400050" y="174307"/>
                      <a:pt x="419100" y="191452"/>
                      <a:pt x="420052" y="200025"/>
                    </a:cubicBezTo>
                    <a:cubicBezTo>
                      <a:pt x="421005" y="208597"/>
                      <a:pt x="405765" y="218122"/>
                      <a:pt x="389572" y="220027"/>
                    </a:cubicBezTo>
                    <a:cubicBezTo>
                      <a:pt x="374332" y="220980"/>
                      <a:pt x="376238" y="242888"/>
                      <a:pt x="375284" y="270510"/>
                    </a:cubicBezTo>
                    <a:cubicBezTo>
                      <a:pt x="374332" y="299085"/>
                      <a:pt x="358140" y="302895"/>
                      <a:pt x="354330" y="291465"/>
                    </a:cubicBezTo>
                    <a:cubicBezTo>
                      <a:pt x="350519" y="280035"/>
                      <a:pt x="307657" y="295275"/>
                      <a:pt x="307657" y="308610"/>
                    </a:cubicBezTo>
                    <a:cubicBezTo>
                      <a:pt x="307657" y="320992"/>
                      <a:pt x="293369" y="318135"/>
                      <a:pt x="277177" y="317182"/>
                    </a:cubicBezTo>
                    <a:cubicBezTo>
                      <a:pt x="261938" y="316230"/>
                      <a:pt x="242888" y="332422"/>
                      <a:pt x="241934" y="340042"/>
                    </a:cubicBezTo>
                    <a:cubicBezTo>
                      <a:pt x="240982" y="346710"/>
                      <a:pt x="248602" y="381952"/>
                      <a:pt x="245744" y="387667"/>
                    </a:cubicBezTo>
                    <a:cubicBezTo>
                      <a:pt x="242888" y="393382"/>
                      <a:pt x="97155" y="417195"/>
                      <a:pt x="67627" y="411480"/>
                    </a:cubicBezTo>
                    <a:cubicBezTo>
                      <a:pt x="44767" y="406717"/>
                      <a:pt x="20002" y="404813"/>
                      <a:pt x="0" y="403860"/>
                    </a:cubicBezTo>
                    <a:cubicBezTo>
                      <a:pt x="7619" y="411480"/>
                      <a:pt x="18097" y="421005"/>
                      <a:pt x="20955" y="429577"/>
                    </a:cubicBezTo>
                    <a:cubicBezTo>
                      <a:pt x="26669" y="446722"/>
                      <a:pt x="45719" y="461963"/>
                      <a:pt x="66675" y="470535"/>
                    </a:cubicBezTo>
                    <a:cubicBezTo>
                      <a:pt x="87630" y="480060"/>
                      <a:pt x="77152" y="519113"/>
                      <a:pt x="87630" y="522922"/>
                    </a:cubicBezTo>
                    <a:cubicBezTo>
                      <a:pt x="98107" y="526732"/>
                      <a:pt x="112394" y="557213"/>
                      <a:pt x="98107" y="559117"/>
                    </a:cubicBezTo>
                    <a:cubicBezTo>
                      <a:pt x="83819" y="561022"/>
                      <a:pt x="71438" y="564832"/>
                      <a:pt x="58102" y="572452"/>
                    </a:cubicBezTo>
                    <a:cubicBezTo>
                      <a:pt x="44767" y="579120"/>
                      <a:pt x="30480" y="597217"/>
                      <a:pt x="30480" y="618172"/>
                    </a:cubicBezTo>
                    <a:cubicBezTo>
                      <a:pt x="35242" y="618172"/>
                      <a:pt x="40005" y="618172"/>
                      <a:pt x="43815" y="619125"/>
                    </a:cubicBezTo>
                    <a:cubicBezTo>
                      <a:pt x="53340" y="621030"/>
                      <a:pt x="62865" y="623888"/>
                      <a:pt x="71438" y="628650"/>
                    </a:cubicBezTo>
                    <a:cubicBezTo>
                      <a:pt x="123825" y="614363"/>
                      <a:pt x="179069" y="605790"/>
                      <a:pt x="232409" y="609600"/>
                    </a:cubicBezTo>
                    <a:cubicBezTo>
                      <a:pt x="264794" y="611505"/>
                      <a:pt x="280988" y="639127"/>
                      <a:pt x="278130" y="663892"/>
                    </a:cubicBezTo>
                    <a:cubicBezTo>
                      <a:pt x="281940" y="672465"/>
                      <a:pt x="278130" y="681990"/>
                      <a:pt x="283844" y="690563"/>
                    </a:cubicBezTo>
                    <a:cubicBezTo>
                      <a:pt x="290513" y="701992"/>
                      <a:pt x="303847" y="700088"/>
                      <a:pt x="321944" y="708660"/>
                    </a:cubicBezTo>
                    <a:cubicBezTo>
                      <a:pt x="324802" y="709613"/>
                      <a:pt x="326707" y="711517"/>
                      <a:pt x="328613" y="713422"/>
                    </a:cubicBezTo>
                    <a:cubicBezTo>
                      <a:pt x="329565" y="711517"/>
                      <a:pt x="330517" y="710565"/>
                      <a:pt x="331469" y="709613"/>
                    </a:cubicBezTo>
                    <a:cubicBezTo>
                      <a:pt x="341947" y="696277"/>
                      <a:pt x="343852" y="673417"/>
                      <a:pt x="371475" y="679132"/>
                    </a:cubicBezTo>
                    <a:cubicBezTo>
                      <a:pt x="399097" y="684847"/>
                      <a:pt x="397192" y="673417"/>
                      <a:pt x="413384" y="677227"/>
                    </a:cubicBezTo>
                    <a:cubicBezTo>
                      <a:pt x="429577" y="681038"/>
                      <a:pt x="439102" y="679132"/>
                      <a:pt x="446722" y="667702"/>
                    </a:cubicBezTo>
                    <a:cubicBezTo>
                      <a:pt x="453390" y="656272"/>
                      <a:pt x="440055" y="633413"/>
                      <a:pt x="431482" y="623888"/>
                    </a:cubicBezTo>
                    <a:cubicBezTo>
                      <a:pt x="422909" y="614363"/>
                      <a:pt x="410527" y="593407"/>
                      <a:pt x="412432" y="575310"/>
                    </a:cubicBezTo>
                    <a:cubicBezTo>
                      <a:pt x="414338" y="556260"/>
                      <a:pt x="384809" y="556260"/>
                      <a:pt x="384809" y="541020"/>
                    </a:cubicBezTo>
                    <a:cubicBezTo>
                      <a:pt x="384809" y="525780"/>
                      <a:pt x="412432" y="501015"/>
                      <a:pt x="418147" y="496252"/>
                    </a:cubicBezTo>
                    <a:cubicBezTo>
                      <a:pt x="423863" y="490538"/>
                      <a:pt x="445769" y="511492"/>
                      <a:pt x="451484" y="500063"/>
                    </a:cubicBezTo>
                    <a:cubicBezTo>
                      <a:pt x="457200" y="488632"/>
                      <a:pt x="472440" y="496252"/>
                      <a:pt x="481013" y="498157"/>
                    </a:cubicBezTo>
                    <a:cubicBezTo>
                      <a:pt x="489584" y="500063"/>
                      <a:pt x="503872" y="479107"/>
                      <a:pt x="505777" y="461963"/>
                    </a:cubicBezTo>
                    <a:cubicBezTo>
                      <a:pt x="507682" y="444817"/>
                      <a:pt x="537209" y="442913"/>
                      <a:pt x="541972" y="437197"/>
                    </a:cubicBezTo>
                    <a:cubicBezTo>
                      <a:pt x="547688" y="431482"/>
                      <a:pt x="556259" y="394335"/>
                      <a:pt x="559117" y="386715"/>
                    </a:cubicBezTo>
                    <a:cubicBezTo>
                      <a:pt x="562927" y="379095"/>
                      <a:pt x="584834" y="384810"/>
                      <a:pt x="584834" y="363855"/>
                    </a:cubicBezTo>
                    <a:cubicBezTo>
                      <a:pt x="584834" y="342900"/>
                      <a:pt x="595313" y="339090"/>
                      <a:pt x="605790" y="337185"/>
                    </a:cubicBezTo>
                    <a:cubicBezTo>
                      <a:pt x="616267" y="335280"/>
                      <a:pt x="612457" y="316230"/>
                      <a:pt x="614363" y="300990"/>
                    </a:cubicBezTo>
                    <a:cubicBezTo>
                      <a:pt x="616267" y="285750"/>
                      <a:pt x="622934" y="268605"/>
                      <a:pt x="637222" y="264795"/>
                    </a:cubicBezTo>
                    <a:cubicBezTo>
                      <a:pt x="651509" y="260985"/>
                      <a:pt x="632459" y="240030"/>
                      <a:pt x="616267" y="243840"/>
                    </a:cubicBezTo>
                    <a:cubicBezTo>
                      <a:pt x="601027" y="247650"/>
                      <a:pt x="590550" y="199072"/>
                      <a:pt x="590550" y="199072"/>
                    </a:cubicBezTo>
                    <a:cubicBezTo>
                      <a:pt x="590550" y="199072"/>
                      <a:pt x="592455" y="159067"/>
                      <a:pt x="583882" y="154305"/>
                    </a:cubicBezTo>
                    <a:cubicBezTo>
                      <a:pt x="575309" y="148590"/>
                      <a:pt x="587692" y="127635"/>
                      <a:pt x="606742" y="127635"/>
                    </a:cubicBezTo>
                    <a:cubicBezTo>
                      <a:pt x="625792" y="127635"/>
                      <a:pt x="661034" y="150495"/>
                      <a:pt x="673417" y="140970"/>
                    </a:cubicBezTo>
                    <a:cubicBezTo>
                      <a:pt x="685800" y="131445"/>
                      <a:pt x="709613" y="125730"/>
                      <a:pt x="717232" y="121920"/>
                    </a:cubicBezTo>
                    <a:cubicBezTo>
                      <a:pt x="722947" y="119063"/>
                      <a:pt x="729615" y="100965"/>
                      <a:pt x="733425" y="92392"/>
                    </a:cubicBezTo>
                    <a:cubicBezTo>
                      <a:pt x="723900" y="87630"/>
                      <a:pt x="710565" y="80963"/>
                      <a:pt x="697230" y="7429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210" name="Freeform: Shape 350">
                <a:extLst>
                  <a:ext uri="{FF2B5EF4-FFF2-40B4-BE49-F238E27FC236}">
                    <a16:creationId xmlns:a16="http://schemas.microsoft.com/office/drawing/2014/main" id="{3897AB46-B595-9DEF-34E9-3107D2BD4CE2}"/>
                  </a:ext>
                </a:extLst>
              </p:cNvPr>
              <p:cNvSpPr/>
              <p:nvPr/>
            </p:nvSpPr>
            <p:spPr>
              <a:xfrm>
                <a:off x="7978135" y="4186235"/>
                <a:ext cx="253667" cy="282936"/>
              </a:xfrm>
              <a:custGeom>
                <a:avLst/>
                <a:gdLst>
                  <a:gd name="connsiteX0" fmla="*/ 62183 w 495300"/>
                  <a:gd name="connsiteY0" fmla="*/ 96781 h 552450"/>
                  <a:gd name="connsiteX1" fmla="*/ 122190 w 495300"/>
                  <a:gd name="connsiteY1" fmla="*/ 164409 h 552450"/>
                  <a:gd name="connsiteX2" fmla="*/ 170767 w 495300"/>
                  <a:gd name="connsiteY2" fmla="*/ 260612 h 552450"/>
                  <a:gd name="connsiteX3" fmla="*/ 231727 w 495300"/>
                  <a:gd name="connsiteY3" fmla="*/ 348242 h 552450"/>
                  <a:gd name="connsiteX4" fmla="*/ 279352 w 495300"/>
                  <a:gd name="connsiteY4" fmla="*/ 426347 h 552450"/>
                  <a:gd name="connsiteX5" fmla="*/ 302212 w 495300"/>
                  <a:gd name="connsiteY5" fmla="*/ 453017 h 552450"/>
                  <a:gd name="connsiteX6" fmla="*/ 382223 w 495300"/>
                  <a:gd name="connsiteY6" fmla="*/ 527312 h 552450"/>
                  <a:gd name="connsiteX7" fmla="*/ 404129 w 495300"/>
                  <a:gd name="connsiteY7" fmla="*/ 551124 h 552450"/>
                  <a:gd name="connsiteX8" fmla="*/ 450802 w 495300"/>
                  <a:gd name="connsiteY8" fmla="*/ 553029 h 552450"/>
                  <a:gd name="connsiteX9" fmla="*/ 466042 w 495300"/>
                  <a:gd name="connsiteY9" fmla="*/ 482544 h 552450"/>
                  <a:gd name="connsiteX10" fmla="*/ 472710 w 495300"/>
                  <a:gd name="connsiteY10" fmla="*/ 433014 h 552450"/>
                  <a:gd name="connsiteX11" fmla="*/ 490808 w 495300"/>
                  <a:gd name="connsiteY11" fmla="*/ 421584 h 552450"/>
                  <a:gd name="connsiteX12" fmla="*/ 491760 w 495300"/>
                  <a:gd name="connsiteY12" fmla="*/ 392056 h 552450"/>
                  <a:gd name="connsiteX13" fmla="*/ 455565 w 495300"/>
                  <a:gd name="connsiteY13" fmla="*/ 353956 h 552450"/>
                  <a:gd name="connsiteX14" fmla="*/ 450802 w 495300"/>
                  <a:gd name="connsiteY14" fmla="*/ 374912 h 552450"/>
                  <a:gd name="connsiteX15" fmla="*/ 467948 w 495300"/>
                  <a:gd name="connsiteY15" fmla="*/ 397772 h 552450"/>
                  <a:gd name="connsiteX16" fmla="*/ 440325 w 495300"/>
                  <a:gd name="connsiteY16" fmla="*/ 389199 h 552450"/>
                  <a:gd name="connsiteX17" fmla="*/ 412702 w 495300"/>
                  <a:gd name="connsiteY17" fmla="*/ 363481 h 552450"/>
                  <a:gd name="connsiteX18" fmla="*/ 373650 w 495300"/>
                  <a:gd name="connsiteY18" fmla="*/ 321572 h 552450"/>
                  <a:gd name="connsiteX19" fmla="*/ 364125 w 495300"/>
                  <a:gd name="connsiteY19" fmla="*/ 287281 h 552450"/>
                  <a:gd name="connsiteX20" fmla="*/ 342217 w 495300"/>
                  <a:gd name="connsiteY20" fmla="*/ 243467 h 552450"/>
                  <a:gd name="connsiteX21" fmla="*/ 318404 w 495300"/>
                  <a:gd name="connsiteY21" fmla="*/ 222512 h 552450"/>
                  <a:gd name="connsiteX22" fmla="*/ 296498 w 495300"/>
                  <a:gd name="connsiteY22" fmla="*/ 198699 h 552450"/>
                  <a:gd name="connsiteX23" fmla="*/ 268875 w 495300"/>
                  <a:gd name="connsiteY23" fmla="*/ 184412 h 552450"/>
                  <a:gd name="connsiteX24" fmla="*/ 234585 w 495300"/>
                  <a:gd name="connsiteY24" fmla="*/ 169172 h 552450"/>
                  <a:gd name="connsiteX25" fmla="*/ 196485 w 495300"/>
                  <a:gd name="connsiteY25" fmla="*/ 128214 h 552450"/>
                  <a:gd name="connsiteX26" fmla="*/ 122190 w 495300"/>
                  <a:gd name="connsiteY26" fmla="*/ 55824 h 552450"/>
                  <a:gd name="connsiteX27" fmla="*/ 58373 w 495300"/>
                  <a:gd name="connsiteY27" fmla="*/ 23439 h 552450"/>
                  <a:gd name="connsiteX28" fmla="*/ 1223 w 495300"/>
                  <a:gd name="connsiteY28" fmla="*/ 5342 h 552450"/>
                  <a:gd name="connsiteX29" fmla="*/ 62183 w 495300"/>
                  <a:gd name="connsiteY29" fmla="*/ 96781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95300" h="552450">
                    <a:moveTo>
                      <a:pt x="62183" y="96781"/>
                    </a:moveTo>
                    <a:cubicBezTo>
                      <a:pt x="84090" y="111069"/>
                      <a:pt x="96473" y="161552"/>
                      <a:pt x="122190" y="164409"/>
                    </a:cubicBezTo>
                    <a:cubicBezTo>
                      <a:pt x="147908" y="167267"/>
                      <a:pt x="150765" y="255849"/>
                      <a:pt x="170767" y="260612"/>
                    </a:cubicBezTo>
                    <a:cubicBezTo>
                      <a:pt x="186960" y="264422"/>
                      <a:pt x="218392" y="311094"/>
                      <a:pt x="231727" y="348242"/>
                    </a:cubicBezTo>
                    <a:cubicBezTo>
                      <a:pt x="251729" y="371102"/>
                      <a:pt x="268875" y="396819"/>
                      <a:pt x="279352" y="426347"/>
                    </a:cubicBezTo>
                    <a:cubicBezTo>
                      <a:pt x="288877" y="434919"/>
                      <a:pt x="297450" y="443492"/>
                      <a:pt x="302212" y="453017"/>
                    </a:cubicBezTo>
                    <a:cubicBezTo>
                      <a:pt x="316500" y="479687"/>
                      <a:pt x="373650" y="516834"/>
                      <a:pt x="382223" y="527312"/>
                    </a:cubicBezTo>
                    <a:cubicBezTo>
                      <a:pt x="389842" y="538742"/>
                      <a:pt x="397462" y="564459"/>
                      <a:pt x="404129" y="551124"/>
                    </a:cubicBezTo>
                    <a:cubicBezTo>
                      <a:pt x="410798" y="538742"/>
                      <a:pt x="438420" y="551124"/>
                      <a:pt x="450802" y="553029"/>
                    </a:cubicBezTo>
                    <a:cubicBezTo>
                      <a:pt x="464137" y="554934"/>
                      <a:pt x="467948" y="502547"/>
                      <a:pt x="466042" y="482544"/>
                    </a:cubicBezTo>
                    <a:cubicBezTo>
                      <a:pt x="465090" y="462542"/>
                      <a:pt x="472710" y="443492"/>
                      <a:pt x="472710" y="433014"/>
                    </a:cubicBezTo>
                    <a:cubicBezTo>
                      <a:pt x="472710" y="423489"/>
                      <a:pt x="479377" y="418727"/>
                      <a:pt x="490808" y="421584"/>
                    </a:cubicBezTo>
                    <a:cubicBezTo>
                      <a:pt x="502237" y="424442"/>
                      <a:pt x="501285" y="394914"/>
                      <a:pt x="491760" y="392056"/>
                    </a:cubicBezTo>
                    <a:cubicBezTo>
                      <a:pt x="482235" y="389199"/>
                      <a:pt x="477473" y="353956"/>
                      <a:pt x="455565" y="353956"/>
                    </a:cubicBezTo>
                    <a:cubicBezTo>
                      <a:pt x="433658" y="353956"/>
                      <a:pt x="437467" y="373959"/>
                      <a:pt x="450802" y="374912"/>
                    </a:cubicBezTo>
                    <a:cubicBezTo>
                      <a:pt x="464137" y="375864"/>
                      <a:pt x="471758" y="387294"/>
                      <a:pt x="467948" y="397772"/>
                    </a:cubicBezTo>
                    <a:cubicBezTo>
                      <a:pt x="464137" y="407297"/>
                      <a:pt x="458423" y="388247"/>
                      <a:pt x="440325" y="389199"/>
                    </a:cubicBezTo>
                    <a:cubicBezTo>
                      <a:pt x="422227" y="390152"/>
                      <a:pt x="433658" y="365387"/>
                      <a:pt x="412702" y="363481"/>
                    </a:cubicBezTo>
                    <a:cubicBezTo>
                      <a:pt x="391748" y="362529"/>
                      <a:pt x="395558" y="321572"/>
                      <a:pt x="373650" y="321572"/>
                    </a:cubicBezTo>
                    <a:cubicBezTo>
                      <a:pt x="351742" y="321572"/>
                      <a:pt x="349837" y="301569"/>
                      <a:pt x="364125" y="287281"/>
                    </a:cubicBezTo>
                    <a:cubicBezTo>
                      <a:pt x="378412" y="272994"/>
                      <a:pt x="342217" y="260612"/>
                      <a:pt x="342217" y="243467"/>
                    </a:cubicBezTo>
                    <a:cubicBezTo>
                      <a:pt x="342217" y="226322"/>
                      <a:pt x="318404" y="236799"/>
                      <a:pt x="318404" y="222512"/>
                    </a:cubicBezTo>
                    <a:cubicBezTo>
                      <a:pt x="318404" y="208224"/>
                      <a:pt x="307927" y="215844"/>
                      <a:pt x="296498" y="198699"/>
                    </a:cubicBezTo>
                    <a:cubicBezTo>
                      <a:pt x="285067" y="181554"/>
                      <a:pt x="279352" y="196794"/>
                      <a:pt x="268875" y="184412"/>
                    </a:cubicBezTo>
                    <a:cubicBezTo>
                      <a:pt x="258398" y="172029"/>
                      <a:pt x="244110" y="164409"/>
                      <a:pt x="234585" y="169172"/>
                    </a:cubicBezTo>
                    <a:cubicBezTo>
                      <a:pt x="225060" y="172981"/>
                      <a:pt x="204104" y="151074"/>
                      <a:pt x="196485" y="128214"/>
                    </a:cubicBezTo>
                    <a:cubicBezTo>
                      <a:pt x="189817" y="110117"/>
                      <a:pt x="129810" y="80589"/>
                      <a:pt x="122190" y="55824"/>
                    </a:cubicBezTo>
                    <a:cubicBezTo>
                      <a:pt x="114570" y="32012"/>
                      <a:pt x="93615" y="21534"/>
                      <a:pt x="58373" y="23439"/>
                    </a:cubicBezTo>
                    <a:cubicBezTo>
                      <a:pt x="23129" y="24392"/>
                      <a:pt x="8842" y="-13708"/>
                      <a:pt x="1223" y="5342"/>
                    </a:cubicBezTo>
                    <a:cubicBezTo>
                      <a:pt x="-8302" y="29154"/>
                      <a:pt x="40275" y="82494"/>
                      <a:pt x="62183" y="96781"/>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211" name="Freeform: Shape 351">
                <a:extLst>
                  <a:ext uri="{FF2B5EF4-FFF2-40B4-BE49-F238E27FC236}">
                    <a16:creationId xmlns:a16="http://schemas.microsoft.com/office/drawing/2014/main" id="{D5E6FE9E-E30B-983D-CE3A-7384BDE0C78A}"/>
                  </a:ext>
                </a:extLst>
              </p:cNvPr>
              <p:cNvSpPr/>
              <p:nvPr/>
            </p:nvSpPr>
            <p:spPr>
              <a:xfrm>
                <a:off x="8280648" y="4218077"/>
                <a:ext cx="229277" cy="204885"/>
              </a:xfrm>
              <a:custGeom>
                <a:avLst/>
                <a:gdLst>
                  <a:gd name="connsiteX0" fmla="*/ 355428 w 447675"/>
                  <a:gd name="connsiteY0" fmla="*/ 279399 h 400050"/>
                  <a:gd name="connsiteX1" fmla="*/ 381146 w 447675"/>
                  <a:gd name="connsiteY1" fmla="*/ 206056 h 400050"/>
                  <a:gd name="connsiteX2" fmla="*/ 447821 w 447675"/>
                  <a:gd name="connsiteY2" fmla="*/ 165099 h 400050"/>
                  <a:gd name="connsiteX3" fmla="*/ 417340 w 447675"/>
                  <a:gd name="connsiteY3" fmla="*/ 126999 h 400050"/>
                  <a:gd name="connsiteX4" fmla="*/ 403053 w 447675"/>
                  <a:gd name="connsiteY4" fmla="*/ 88899 h 400050"/>
                  <a:gd name="connsiteX5" fmla="*/ 388765 w 447675"/>
                  <a:gd name="connsiteY5" fmla="*/ 46989 h 400050"/>
                  <a:gd name="connsiteX6" fmla="*/ 391623 w 447675"/>
                  <a:gd name="connsiteY6" fmla="*/ 11746 h 400050"/>
                  <a:gd name="connsiteX7" fmla="*/ 398290 w 447675"/>
                  <a:gd name="connsiteY7" fmla="*/ 7936 h 400050"/>
                  <a:gd name="connsiteX8" fmla="*/ 377336 w 447675"/>
                  <a:gd name="connsiteY8" fmla="*/ 316 h 400050"/>
                  <a:gd name="connsiteX9" fmla="*/ 309708 w 447675"/>
                  <a:gd name="connsiteY9" fmla="*/ 31749 h 400050"/>
                  <a:gd name="connsiteX10" fmla="*/ 283990 w 447675"/>
                  <a:gd name="connsiteY10" fmla="*/ 73659 h 400050"/>
                  <a:gd name="connsiteX11" fmla="*/ 270655 w 447675"/>
                  <a:gd name="connsiteY11" fmla="*/ 118427 h 400050"/>
                  <a:gd name="connsiteX12" fmla="*/ 231603 w 447675"/>
                  <a:gd name="connsiteY12" fmla="*/ 147002 h 400050"/>
                  <a:gd name="connsiteX13" fmla="*/ 189693 w 447675"/>
                  <a:gd name="connsiteY13" fmla="*/ 138429 h 400050"/>
                  <a:gd name="connsiteX14" fmla="*/ 144926 w 447675"/>
                  <a:gd name="connsiteY14" fmla="*/ 158431 h 400050"/>
                  <a:gd name="connsiteX15" fmla="*/ 87776 w 447675"/>
                  <a:gd name="connsiteY15" fmla="*/ 164146 h 400050"/>
                  <a:gd name="connsiteX16" fmla="*/ 51580 w 447675"/>
                  <a:gd name="connsiteY16" fmla="*/ 144144 h 400050"/>
                  <a:gd name="connsiteX17" fmla="*/ 38246 w 447675"/>
                  <a:gd name="connsiteY17" fmla="*/ 113664 h 400050"/>
                  <a:gd name="connsiteX18" fmla="*/ 33483 w 447675"/>
                  <a:gd name="connsiteY18" fmla="*/ 112711 h 400050"/>
                  <a:gd name="connsiteX19" fmla="*/ 4908 w 447675"/>
                  <a:gd name="connsiteY19" fmla="*/ 179386 h 400050"/>
                  <a:gd name="connsiteX20" fmla="*/ 28721 w 447675"/>
                  <a:gd name="connsiteY20" fmla="*/ 246061 h 400050"/>
                  <a:gd name="connsiteX21" fmla="*/ 66821 w 447675"/>
                  <a:gd name="connsiteY21" fmla="*/ 293686 h 400050"/>
                  <a:gd name="connsiteX22" fmla="*/ 108730 w 447675"/>
                  <a:gd name="connsiteY22" fmla="*/ 357504 h 400050"/>
                  <a:gd name="connsiteX23" fmla="*/ 143973 w 447675"/>
                  <a:gd name="connsiteY23" fmla="*/ 375602 h 400050"/>
                  <a:gd name="connsiteX24" fmla="*/ 203028 w 447675"/>
                  <a:gd name="connsiteY24" fmla="*/ 368934 h 400050"/>
                  <a:gd name="connsiteX25" fmla="*/ 259226 w 447675"/>
                  <a:gd name="connsiteY25" fmla="*/ 397509 h 400050"/>
                  <a:gd name="connsiteX26" fmla="*/ 323043 w 447675"/>
                  <a:gd name="connsiteY26" fmla="*/ 386079 h 400050"/>
                  <a:gd name="connsiteX27" fmla="*/ 355428 w 447675"/>
                  <a:gd name="connsiteY27" fmla="*/ 279399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7675" h="400050">
                    <a:moveTo>
                      <a:pt x="355428" y="279399"/>
                    </a:moveTo>
                    <a:cubicBezTo>
                      <a:pt x="379240" y="264159"/>
                      <a:pt x="384003" y="234631"/>
                      <a:pt x="381146" y="206056"/>
                    </a:cubicBezTo>
                    <a:cubicBezTo>
                      <a:pt x="378288" y="177481"/>
                      <a:pt x="438296" y="176529"/>
                      <a:pt x="447821" y="165099"/>
                    </a:cubicBezTo>
                    <a:cubicBezTo>
                      <a:pt x="457346" y="153669"/>
                      <a:pt x="434486" y="135571"/>
                      <a:pt x="417340" y="126999"/>
                    </a:cubicBezTo>
                    <a:cubicBezTo>
                      <a:pt x="400196" y="118427"/>
                      <a:pt x="414483" y="100329"/>
                      <a:pt x="403053" y="88899"/>
                    </a:cubicBezTo>
                    <a:cubicBezTo>
                      <a:pt x="391623" y="77469"/>
                      <a:pt x="371621" y="47941"/>
                      <a:pt x="388765" y="46989"/>
                    </a:cubicBezTo>
                    <a:cubicBezTo>
                      <a:pt x="405911" y="45084"/>
                      <a:pt x="377336" y="20319"/>
                      <a:pt x="391623" y="11746"/>
                    </a:cubicBezTo>
                    <a:cubicBezTo>
                      <a:pt x="393528" y="10794"/>
                      <a:pt x="395433" y="9841"/>
                      <a:pt x="398290" y="7936"/>
                    </a:cubicBezTo>
                    <a:cubicBezTo>
                      <a:pt x="389718" y="3174"/>
                      <a:pt x="382098" y="316"/>
                      <a:pt x="377336" y="316"/>
                    </a:cubicBezTo>
                    <a:cubicBezTo>
                      <a:pt x="356380" y="316"/>
                      <a:pt x="306851" y="-5398"/>
                      <a:pt x="309708" y="31749"/>
                    </a:cubicBezTo>
                    <a:cubicBezTo>
                      <a:pt x="312565" y="68896"/>
                      <a:pt x="281133" y="54609"/>
                      <a:pt x="283990" y="73659"/>
                    </a:cubicBezTo>
                    <a:cubicBezTo>
                      <a:pt x="286848" y="93661"/>
                      <a:pt x="268751" y="93661"/>
                      <a:pt x="270655" y="118427"/>
                    </a:cubicBezTo>
                    <a:cubicBezTo>
                      <a:pt x="273513" y="144144"/>
                      <a:pt x="257321" y="132714"/>
                      <a:pt x="231603" y="147002"/>
                    </a:cubicBezTo>
                    <a:cubicBezTo>
                      <a:pt x="205886" y="161289"/>
                      <a:pt x="216363" y="138429"/>
                      <a:pt x="189693" y="138429"/>
                    </a:cubicBezTo>
                    <a:cubicBezTo>
                      <a:pt x="163976" y="138429"/>
                      <a:pt x="161118" y="152716"/>
                      <a:pt x="144926" y="158431"/>
                    </a:cubicBezTo>
                    <a:cubicBezTo>
                      <a:pt x="129686" y="164146"/>
                      <a:pt x="98253" y="155574"/>
                      <a:pt x="87776" y="164146"/>
                    </a:cubicBezTo>
                    <a:cubicBezTo>
                      <a:pt x="77298" y="172719"/>
                      <a:pt x="62058" y="144144"/>
                      <a:pt x="51580" y="144144"/>
                    </a:cubicBezTo>
                    <a:cubicBezTo>
                      <a:pt x="45865" y="144144"/>
                      <a:pt x="42055" y="128904"/>
                      <a:pt x="38246" y="113664"/>
                    </a:cubicBezTo>
                    <a:cubicBezTo>
                      <a:pt x="36340" y="113664"/>
                      <a:pt x="34436" y="112711"/>
                      <a:pt x="33483" y="112711"/>
                    </a:cubicBezTo>
                    <a:cubicBezTo>
                      <a:pt x="16338" y="114616"/>
                      <a:pt x="-11285" y="162241"/>
                      <a:pt x="4908" y="179386"/>
                    </a:cubicBezTo>
                    <a:cubicBezTo>
                      <a:pt x="24911" y="199389"/>
                      <a:pt x="19196" y="229869"/>
                      <a:pt x="28721" y="246061"/>
                    </a:cubicBezTo>
                    <a:cubicBezTo>
                      <a:pt x="38246" y="261302"/>
                      <a:pt x="66821" y="264159"/>
                      <a:pt x="66821" y="293686"/>
                    </a:cubicBezTo>
                    <a:cubicBezTo>
                      <a:pt x="66821" y="323214"/>
                      <a:pt x="91586" y="369886"/>
                      <a:pt x="108730" y="357504"/>
                    </a:cubicBezTo>
                    <a:cubicBezTo>
                      <a:pt x="125876" y="345122"/>
                      <a:pt x="139211" y="363219"/>
                      <a:pt x="143973" y="375602"/>
                    </a:cubicBezTo>
                    <a:cubicBezTo>
                      <a:pt x="149688" y="387984"/>
                      <a:pt x="189693" y="366077"/>
                      <a:pt x="203028" y="368934"/>
                    </a:cubicBezTo>
                    <a:cubicBezTo>
                      <a:pt x="216363" y="371791"/>
                      <a:pt x="256368" y="380364"/>
                      <a:pt x="259226" y="397509"/>
                    </a:cubicBezTo>
                    <a:cubicBezTo>
                      <a:pt x="262083" y="414654"/>
                      <a:pt x="298278" y="396556"/>
                      <a:pt x="323043" y="386079"/>
                    </a:cubicBezTo>
                    <a:cubicBezTo>
                      <a:pt x="345903" y="375602"/>
                      <a:pt x="331615" y="295591"/>
                      <a:pt x="355428" y="27939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212" name="Freeform: Shape 352">
                <a:extLst>
                  <a:ext uri="{FF2B5EF4-FFF2-40B4-BE49-F238E27FC236}">
                    <a16:creationId xmlns:a16="http://schemas.microsoft.com/office/drawing/2014/main" id="{3E03F3BE-9527-A5FE-E216-A2C06AE2DF23}"/>
                  </a:ext>
                </a:extLst>
              </p:cNvPr>
              <p:cNvSpPr/>
              <p:nvPr/>
            </p:nvSpPr>
            <p:spPr>
              <a:xfrm>
                <a:off x="8505134" y="4285681"/>
                <a:ext cx="146347" cy="180493"/>
              </a:xfrm>
              <a:custGeom>
                <a:avLst/>
                <a:gdLst>
                  <a:gd name="connsiteX0" fmla="*/ 36168 w 285750"/>
                  <a:gd name="connsiteY0" fmla="*/ 251220 h 352425"/>
                  <a:gd name="connsiteX1" fmla="*/ 49503 w 285750"/>
                  <a:gd name="connsiteY1" fmla="*/ 301703 h 352425"/>
                  <a:gd name="connsiteX2" fmla="*/ 55218 w 285750"/>
                  <a:gd name="connsiteY2" fmla="*/ 356948 h 352425"/>
                  <a:gd name="connsiteX3" fmla="*/ 77126 w 285750"/>
                  <a:gd name="connsiteY3" fmla="*/ 310275 h 352425"/>
                  <a:gd name="connsiteX4" fmla="*/ 71411 w 285750"/>
                  <a:gd name="connsiteY4" fmla="*/ 222645 h 352425"/>
                  <a:gd name="connsiteX5" fmla="*/ 99986 w 285750"/>
                  <a:gd name="connsiteY5" fmla="*/ 242648 h 352425"/>
                  <a:gd name="connsiteX6" fmla="*/ 121893 w 285750"/>
                  <a:gd name="connsiteY6" fmla="*/ 290273 h 352425"/>
                  <a:gd name="connsiteX7" fmla="*/ 162851 w 285750"/>
                  <a:gd name="connsiteY7" fmla="*/ 295988 h 352425"/>
                  <a:gd name="connsiteX8" fmla="*/ 165708 w 285750"/>
                  <a:gd name="connsiteY8" fmla="*/ 258840 h 352425"/>
                  <a:gd name="connsiteX9" fmla="*/ 156183 w 285750"/>
                  <a:gd name="connsiteY9" fmla="*/ 203595 h 352425"/>
                  <a:gd name="connsiteX10" fmla="*/ 141895 w 285750"/>
                  <a:gd name="connsiteY10" fmla="*/ 164542 h 352425"/>
                  <a:gd name="connsiteX11" fmla="*/ 208570 w 285750"/>
                  <a:gd name="connsiteY11" fmla="*/ 112155 h 352425"/>
                  <a:gd name="connsiteX12" fmla="*/ 118083 w 285750"/>
                  <a:gd name="connsiteY12" fmla="*/ 140730 h 352425"/>
                  <a:gd name="connsiteX13" fmla="*/ 62838 w 285750"/>
                  <a:gd name="connsiteY13" fmla="*/ 94058 h 352425"/>
                  <a:gd name="connsiteX14" fmla="*/ 209524 w 285750"/>
                  <a:gd name="connsiteY14" fmla="*/ 58815 h 352425"/>
                  <a:gd name="connsiteX15" fmla="*/ 286676 w 285750"/>
                  <a:gd name="connsiteY15" fmla="*/ 9285 h 352425"/>
                  <a:gd name="connsiteX16" fmla="*/ 240003 w 285750"/>
                  <a:gd name="connsiteY16" fmla="*/ 29288 h 352425"/>
                  <a:gd name="connsiteX17" fmla="*/ 128561 w 285750"/>
                  <a:gd name="connsiteY17" fmla="*/ 16905 h 352425"/>
                  <a:gd name="connsiteX18" fmla="*/ 75220 w 285750"/>
                  <a:gd name="connsiteY18" fmla="*/ 40717 h 352425"/>
                  <a:gd name="connsiteX19" fmla="*/ 43788 w 285750"/>
                  <a:gd name="connsiteY19" fmla="*/ 111203 h 352425"/>
                  <a:gd name="connsiteX20" fmla="*/ 8545 w 285750"/>
                  <a:gd name="connsiteY20" fmla="*/ 202642 h 352425"/>
                  <a:gd name="connsiteX21" fmla="*/ 36168 w 285750"/>
                  <a:gd name="connsiteY21" fmla="*/ 251220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50" h="352425">
                    <a:moveTo>
                      <a:pt x="36168" y="251220"/>
                    </a:moveTo>
                    <a:cubicBezTo>
                      <a:pt x="56170" y="252173"/>
                      <a:pt x="53313" y="283605"/>
                      <a:pt x="49503" y="301703"/>
                    </a:cubicBezTo>
                    <a:cubicBezTo>
                      <a:pt x="45693" y="319800"/>
                      <a:pt x="38074" y="363615"/>
                      <a:pt x="55218" y="356948"/>
                    </a:cubicBezTo>
                    <a:cubicBezTo>
                      <a:pt x="76174" y="348375"/>
                      <a:pt x="89508" y="320753"/>
                      <a:pt x="77126" y="310275"/>
                    </a:cubicBezTo>
                    <a:cubicBezTo>
                      <a:pt x="65695" y="300750"/>
                      <a:pt x="66649" y="237885"/>
                      <a:pt x="71411" y="222645"/>
                    </a:cubicBezTo>
                    <a:cubicBezTo>
                      <a:pt x="77126" y="207405"/>
                      <a:pt x="112368" y="218835"/>
                      <a:pt x="99986" y="242648"/>
                    </a:cubicBezTo>
                    <a:cubicBezTo>
                      <a:pt x="88555" y="266460"/>
                      <a:pt x="121893" y="263603"/>
                      <a:pt x="121893" y="290273"/>
                    </a:cubicBezTo>
                    <a:cubicBezTo>
                      <a:pt x="121893" y="316942"/>
                      <a:pt x="141895" y="302655"/>
                      <a:pt x="162851" y="295988"/>
                    </a:cubicBezTo>
                    <a:cubicBezTo>
                      <a:pt x="183805" y="289320"/>
                      <a:pt x="179995" y="275985"/>
                      <a:pt x="165708" y="258840"/>
                    </a:cubicBezTo>
                    <a:cubicBezTo>
                      <a:pt x="151420" y="241695"/>
                      <a:pt x="176186" y="217883"/>
                      <a:pt x="156183" y="203595"/>
                    </a:cubicBezTo>
                    <a:cubicBezTo>
                      <a:pt x="136180" y="189308"/>
                      <a:pt x="123799" y="168353"/>
                      <a:pt x="141895" y="164542"/>
                    </a:cubicBezTo>
                    <a:cubicBezTo>
                      <a:pt x="159993" y="160733"/>
                      <a:pt x="215238" y="126442"/>
                      <a:pt x="208570" y="112155"/>
                    </a:cubicBezTo>
                    <a:cubicBezTo>
                      <a:pt x="201903" y="97867"/>
                      <a:pt x="124751" y="115013"/>
                      <a:pt x="118083" y="140730"/>
                    </a:cubicBezTo>
                    <a:cubicBezTo>
                      <a:pt x="111416" y="166448"/>
                      <a:pt x="57124" y="137873"/>
                      <a:pt x="62838" y="94058"/>
                    </a:cubicBezTo>
                    <a:cubicBezTo>
                      <a:pt x="69505" y="50242"/>
                      <a:pt x="178091" y="43575"/>
                      <a:pt x="209524" y="58815"/>
                    </a:cubicBezTo>
                    <a:cubicBezTo>
                      <a:pt x="240955" y="74055"/>
                      <a:pt x="275245" y="33098"/>
                      <a:pt x="286676" y="9285"/>
                    </a:cubicBezTo>
                    <a:cubicBezTo>
                      <a:pt x="298105" y="-14527"/>
                      <a:pt x="261911" y="13095"/>
                      <a:pt x="240003" y="29288"/>
                    </a:cubicBezTo>
                    <a:cubicBezTo>
                      <a:pt x="218095" y="44528"/>
                      <a:pt x="159041" y="27383"/>
                      <a:pt x="128561" y="16905"/>
                    </a:cubicBezTo>
                    <a:cubicBezTo>
                      <a:pt x="98080" y="5475"/>
                      <a:pt x="99986" y="36908"/>
                      <a:pt x="75220" y="40717"/>
                    </a:cubicBezTo>
                    <a:cubicBezTo>
                      <a:pt x="50455" y="44528"/>
                      <a:pt x="55218" y="104535"/>
                      <a:pt x="43788" y="111203"/>
                    </a:cubicBezTo>
                    <a:cubicBezTo>
                      <a:pt x="32358" y="117870"/>
                      <a:pt x="32358" y="161685"/>
                      <a:pt x="8545" y="202642"/>
                    </a:cubicBezTo>
                    <a:cubicBezTo>
                      <a:pt x="-15267" y="243600"/>
                      <a:pt x="16166" y="249315"/>
                      <a:pt x="36168" y="25122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213" name="Freeform: Shape 353">
                <a:extLst>
                  <a:ext uri="{FF2B5EF4-FFF2-40B4-BE49-F238E27FC236}">
                    <a16:creationId xmlns:a16="http://schemas.microsoft.com/office/drawing/2014/main" id="{B7E7C73F-6665-A8C4-FCC6-5ED9A39083A6}"/>
                  </a:ext>
                </a:extLst>
              </p:cNvPr>
              <p:cNvSpPr/>
              <p:nvPr/>
            </p:nvSpPr>
            <p:spPr>
              <a:xfrm>
                <a:off x="8018274" y="4288734"/>
                <a:ext cx="14634" cy="14634"/>
              </a:xfrm>
              <a:custGeom>
                <a:avLst/>
                <a:gdLst>
                  <a:gd name="connsiteX0" fmla="*/ 18098 w 28575"/>
                  <a:gd name="connsiteY0" fmla="*/ 14755 h 28575"/>
                  <a:gd name="connsiteX1" fmla="*/ 30480 w 28575"/>
                  <a:gd name="connsiteY1" fmla="*/ 29042 h 28575"/>
                  <a:gd name="connsiteX2" fmla="*/ 0 w 28575"/>
                  <a:gd name="connsiteY2" fmla="*/ 1420 h 28575"/>
                  <a:gd name="connsiteX3" fmla="*/ 18098 w 28575"/>
                  <a:gd name="connsiteY3" fmla="*/ 14755 h 28575"/>
                </a:gdLst>
                <a:ahLst/>
                <a:cxnLst>
                  <a:cxn ang="0">
                    <a:pos x="connsiteX0" y="connsiteY0"/>
                  </a:cxn>
                  <a:cxn ang="0">
                    <a:pos x="connsiteX1" y="connsiteY1"/>
                  </a:cxn>
                  <a:cxn ang="0">
                    <a:pos x="connsiteX2" y="connsiteY2"/>
                  </a:cxn>
                  <a:cxn ang="0">
                    <a:pos x="connsiteX3" y="connsiteY3"/>
                  </a:cxn>
                </a:cxnLst>
                <a:rect l="l" t="t" r="r" b="b"/>
                <a:pathLst>
                  <a:path w="28575" h="28575">
                    <a:moveTo>
                      <a:pt x="18098" y="14755"/>
                    </a:moveTo>
                    <a:cubicBezTo>
                      <a:pt x="21908" y="19517"/>
                      <a:pt x="26670" y="24280"/>
                      <a:pt x="30480" y="29042"/>
                    </a:cubicBezTo>
                    <a:cubicBezTo>
                      <a:pt x="27623" y="12850"/>
                      <a:pt x="4763" y="-5247"/>
                      <a:pt x="0" y="1420"/>
                    </a:cubicBezTo>
                    <a:cubicBezTo>
                      <a:pt x="6667" y="4278"/>
                      <a:pt x="12383" y="9040"/>
                      <a:pt x="18098" y="1475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367" name="Freeform: Shape 354">
                <a:extLst>
                  <a:ext uri="{FF2B5EF4-FFF2-40B4-BE49-F238E27FC236}">
                    <a16:creationId xmlns:a16="http://schemas.microsoft.com/office/drawing/2014/main" id="{0BEF4701-9291-43D6-A172-2BB7B1E7D9A5}"/>
                  </a:ext>
                </a:extLst>
              </p:cNvPr>
              <p:cNvSpPr/>
              <p:nvPr/>
            </p:nvSpPr>
            <p:spPr>
              <a:xfrm>
                <a:off x="8446332" y="4526070"/>
                <a:ext cx="63417" cy="24391"/>
              </a:xfrm>
              <a:custGeom>
                <a:avLst/>
                <a:gdLst>
                  <a:gd name="connsiteX0" fmla="*/ 64307 w 123825"/>
                  <a:gd name="connsiteY0" fmla="*/ 4733 h 47625"/>
                  <a:gd name="connsiteX1" fmla="*/ 23349 w 123825"/>
                  <a:gd name="connsiteY1" fmla="*/ 10448 h 47625"/>
                  <a:gd name="connsiteX2" fmla="*/ 2395 w 123825"/>
                  <a:gd name="connsiteY2" fmla="*/ 36166 h 47625"/>
                  <a:gd name="connsiteX3" fmla="*/ 66212 w 123825"/>
                  <a:gd name="connsiteY3" fmla="*/ 47596 h 47625"/>
                  <a:gd name="connsiteX4" fmla="*/ 129078 w 123825"/>
                  <a:gd name="connsiteY4" fmla="*/ 27593 h 47625"/>
                  <a:gd name="connsiteX5" fmla="*/ 64307 w 123825"/>
                  <a:gd name="connsiteY5" fmla="*/ 4733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47625">
                    <a:moveTo>
                      <a:pt x="64307" y="4733"/>
                    </a:moveTo>
                    <a:cubicBezTo>
                      <a:pt x="59545" y="17116"/>
                      <a:pt x="36685" y="19973"/>
                      <a:pt x="23349" y="10448"/>
                    </a:cubicBezTo>
                    <a:cubicBezTo>
                      <a:pt x="10015" y="923"/>
                      <a:pt x="-6178" y="23783"/>
                      <a:pt x="2395" y="36166"/>
                    </a:cubicBezTo>
                    <a:cubicBezTo>
                      <a:pt x="6205" y="41881"/>
                      <a:pt x="33828" y="64741"/>
                      <a:pt x="66212" y="47596"/>
                    </a:cubicBezTo>
                    <a:cubicBezTo>
                      <a:pt x="98597" y="30451"/>
                      <a:pt x="121457" y="45691"/>
                      <a:pt x="129078" y="27593"/>
                    </a:cubicBezTo>
                    <a:cubicBezTo>
                      <a:pt x="137649" y="8543"/>
                      <a:pt x="69070" y="-8602"/>
                      <a:pt x="64307" y="473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368" name="Freeform: Shape 355">
                <a:extLst>
                  <a:ext uri="{FF2B5EF4-FFF2-40B4-BE49-F238E27FC236}">
                    <a16:creationId xmlns:a16="http://schemas.microsoft.com/office/drawing/2014/main" id="{50A36C57-4C87-C4D5-4F36-0F1C74038CB4}"/>
                  </a:ext>
                </a:extLst>
              </p:cNvPr>
              <p:cNvSpPr/>
              <p:nvPr/>
            </p:nvSpPr>
            <p:spPr>
              <a:xfrm>
                <a:off x="8415362" y="4525567"/>
                <a:ext cx="19513" cy="14634"/>
              </a:xfrm>
              <a:custGeom>
                <a:avLst/>
                <a:gdLst>
                  <a:gd name="connsiteX0" fmla="*/ 0 w 38100"/>
                  <a:gd name="connsiteY0" fmla="*/ 0 h 28575"/>
                  <a:gd name="connsiteX1" fmla="*/ 6667 w 38100"/>
                  <a:gd name="connsiteY1" fmla="*/ 25718 h 28575"/>
                  <a:gd name="connsiteX2" fmla="*/ 37148 w 38100"/>
                  <a:gd name="connsiteY2" fmla="*/ 22860 h 28575"/>
                  <a:gd name="connsiteX3" fmla="*/ 0 w 38100"/>
                  <a:gd name="connsiteY3" fmla="*/ 0 h 28575"/>
                </a:gdLst>
                <a:ahLst/>
                <a:cxnLst>
                  <a:cxn ang="0">
                    <a:pos x="connsiteX0" y="connsiteY0"/>
                  </a:cxn>
                  <a:cxn ang="0">
                    <a:pos x="connsiteX1" y="connsiteY1"/>
                  </a:cxn>
                  <a:cxn ang="0">
                    <a:pos x="connsiteX2" y="connsiteY2"/>
                  </a:cxn>
                  <a:cxn ang="0">
                    <a:pos x="connsiteX3" y="connsiteY3"/>
                  </a:cxn>
                </a:cxnLst>
                <a:rect l="l" t="t" r="r" b="b"/>
                <a:pathLst>
                  <a:path w="38100" h="28575">
                    <a:moveTo>
                      <a:pt x="0" y="0"/>
                    </a:moveTo>
                    <a:cubicBezTo>
                      <a:pt x="4763" y="7620"/>
                      <a:pt x="6667" y="16193"/>
                      <a:pt x="6667" y="25718"/>
                    </a:cubicBezTo>
                    <a:cubicBezTo>
                      <a:pt x="15240" y="29527"/>
                      <a:pt x="24765" y="32385"/>
                      <a:pt x="37148" y="22860"/>
                    </a:cubicBezTo>
                    <a:cubicBezTo>
                      <a:pt x="58102" y="4763"/>
                      <a:pt x="17144" y="7620"/>
                      <a:pt x="0" y="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04" name="Freeform: Shape 356">
                <a:extLst>
                  <a:ext uri="{FF2B5EF4-FFF2-40B4-BE49-F238E27FC236}">
                    <a16:creationId xmlns:a16="http://schemas.microsoft.com/office/drawing/2014/main" id="{11DFE011-3DB7-DC43-31FF-3026CFA78415}"/>
                  </a:ext>
                </a:extLst>
              </p:cNvPr>
              <p:cNvSpPr/>
              <p:nvPr/>
            </p:nvSpPr>
            <p:spPr>
              <a:xfrm>
                <a:off x="8208282" y="4470755"/>
                <a:ext cx="185372" cy="48782"/>
              </a:xfrm>
              <a:custGeom>
                <a:avLst/>
                <a:gdLst>
                  <a:gd name="connsiteX0" fmla="*/ 34763 w 361950"/>
                  <a:gd name="connsiteY0" fmla="*/ 48922 h 95250"/>
                  <a:gd name="connsiteX1" fmla="*/ 58575 w 361950"/>
                  <a:gd name="connsiteY1" fmla="*/ 75592 h 95250"/>
                  <a:gd name="connsiteX2" fmla="*/ 136681 w 361950"/>
                  <a:gd name="connsiteY2" fmla="*/ 82259 h 95250"/>
                  <a:gd name="connsiteX3" fmla="*/ 210023 w 361950"/>
                  <a:gd name="connsiteY3" fmla="*/ 97499 h 95250"/>
                  <a:gd name="connsiteX4" fmla="*/ 317656 w 361950"/>
                  <a:gd name="connsiteY4" fmla="*/ 86069 h 95250"/>
                  <a:gd name="connsiteX5" fmla="*/ 363375 w 361950"/>
                  <a:gd name="connsiteY5" fmla="*/ 54637 h 95250"/>
                  <a:gd name="connsiteX6" fmla="*/ 310988 w 361950"/>
                  <a:gd name="connsiteY6" fmla="*/ 53684 h 95250"/>
                  <a:gd name="connsiteX7" fmla="*/ 219548 w 361950"/>
                  <a:gd name="connsiteY7" fmla="*/ 42254 h 95250"/>
                  <a:gd name="connsiteX8" fmla="*/ 125250 w 361950"/>
                  <a:gd name="connsiteY8" fmla="*/ 19394 h 95250"/>
                  <a:gd name="connsiteX9" fmla="*/ 22381 w 361950"/>
                  <a:gd name="connsiteY9" fmla="*/ 13679 h 95250"/>
                  <a:gd name="connsiteX10" fmla="*/ 1425 w 361950"/>
                  <a:gd name="connsiteY10" fmla="*/ 42254 h 95250"/>
                  <a:gd name="connsiteX11" fmla="*/ 34763 w 361950"/>
                  <a:gd name="connsiteY11" fmla="*/ 48922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50" h="95250">
                    <a:moveTo>
                      <a:pt x="34763" y="48922"/>
                    </a:moveTo>
                    <a:cubicBezTo>
                      <a:pt x="46193" y="48922"/>
                      <a:pt x="41431" y="72734"/>
                      <a:pt x="58575" y="75592"/>
                    </a:cubicBezTo>
                    <a:cubicBezTo>
                      <a:pt x="75721" y="78449"/>
                      <a:pt x="131918" y="95594"/>
                      <a:pt x="136681" y="82259"/>
                    </a:cubicBezTo>
                    <a:cubicBezTo>
                      <a:pt x="141443" y="70829"/>
                      <a:pt x="182400" y="79401"/>
                      <a:pt x="210023" y="97499"/>
                    </a:cubicBezTo>
                    <a:cubicBezTo>
                      <a:pt x="246218" y="92737"/>
                      <a:pt x="281460" y="87974"/>
                      <a:pt x="317656" y="86069"/>
                    </a:cubicBezTo>
                    <a:cubicBezTo>
                      <a:pt x="297652" y="74639"/>
                      <a:pt x="347183" y="65114"/>
                      <a:pt x="363375" y="54637"/>
                    </a:cubicBezTo>
                    <a:cubicBezTo>
                      <a:pt x="380521" y="43207"/>
                      <a:pt x="352898" y="39397"/>
                      <a:pt x="310988" y="53684"/>
                    </a:cubicBezTo>
                    <a:cubicBezTo>
                      <a:pt x="269077" y="67972"/>
                      <a:pt x="220500" y="22251"/>
                      <a:pt x="219548" y="42254"/>
                    </a:cubicBezTo>
                    <a:cubicBezTo>
                      <a:pt x="218596" y="62257"/>
                      <a:pt x="143348" y="33682"/>
                      <a:pt x="125250" y="19394"/>
                    </a:cubicBezTo>
                    <a:cubicBezTo>
                      <a:pt x="107152" y="5107"/>
                      <a:pt x="36668" y="-12991"/>
                      <a:pt x="22381" y="13679"/>
                    </a:cubicBezTo>
                    <a:cubicBezTo>
                      <a:pt x="8093" y="40349"/>
                      <a:pt x="-4290" y="16537"/>
                      <a:pt x="1425" y="42254"/>
                    </a:cubicBezTo>
                    <a:cubicBezTo>
                      <a:pt x="6188" y="58447"/>
                      <a:pt x="23333" y="48922"/>
                      <a:pt x="34763" y="48922"/>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05" name="Freeform: Shape 357">
                <a:extLst>
                  <a:ext uri="{FF2B5EF4-FFF2-40B4-BE49-F238E27FC236}">
                    <a16:creationId xmlns:a16="http://schemas.microsoft.com/office/drawing/2014/main" id="{F654A655-3A5F-FF51-FF5E-1F21FC8A2779}"/>
                  </a:ext>
                </a:extLst>
              </p:cNvPr>
              <p:cNvSpPr/>
              <p:nvPr/>
            </p:nvSpPr>
            <p:spPr>
              <a:xfrm>
                <a:off x="8512566" y="4560698"/>
                <a:ext cx="39026" cy="19513"/>
              </a:xfrm>
              <a:custGeom>
                <a:avLst/>
                <a:gdLst>
                  <a:gd name="connsiteX0" fmla="*/ 702 w 76200"/>
                  <a:gd name="connsiteY0" fmla="*/ 5700 h 38100"/>
                  <a:gd name="connsiteX1" fmla="*/ 39755 w 76200"/>
                  <a:gd name="connsiteY1" fmla="*/ 26656 h 38100"/>
                  <a:gd name="connsiteX2" fmla="*/ 81665 w 76200"/>
                  <a:gd name="connsiteY2" fmla="*/ 29513 h 38100"/>
                  <a:gd name="connsiteX3" fmla="*/ 702 w 76200"/>
                  <a:gd name="connsiteY3" fmla="*/ 5700 h 38100"/>
                </a:gdLst>
                <a:ahLst/>
                <a:cxnLst>
                  <a:cxn ang="0">
                    <a:pos x="connsiteX0" y="connsiteY0"/>
                  </a:cxn>
                  <a:cxn ang="0">
                    <a:pos x="connsiteX1" y="connsiteY1"/>
                  </a:cxn>
                  <a:cxn ang="0">
                    <a:pos x="connsiteX2" y="connsiteY2"/>
                  </a:cxn>
                  <a:cxn ang="0">
                    <a:pos x="connsiteX3" y="connsiteY3"/>
                  </a:cxn>
                </a:cxnLst>
                <a:rect l="l" t="t" r="r" b="b"/>
                <a:pathLst>
                  <a:path w="76200" h="38100">
                    <a:moveTo>
                      <a:pt x="702" y="5700"/>
                    </a:moveTo>
                    <a:cubicBezTo>
                      <a:pt x="8322" y="18083"/>
                      <a:pt x="31182" y="18083"/>
                      <a:pt x="39755" y="26656"/>
                    </a:cubicBezTo>
                    <a:cubicBezTo>
                      <a:pt x="49280" y="35228"/>
                      <a:pt x="81665" y="53325"/>
                      <a:pt x="81665" y="29513"/>
                    </a:cubicBezTo>
                    <a:cubicBezTo>
                      <a:pt x="81665" y="5700"/>
                      <a:pt x="-8823" y="-8587"/>
                      <a:pt x="702" y="570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06" name="Freeform: Shape 358">
                <a:extLst>
                  <a:ext uri="{FF2B5EF4-FFF2-40B4-BE49-F238E27FC236}">
                    <a16:creationId xmlns:a16="http://schemas.microsoft.com/office/drawing/2014/main" id="{52DE815C-5543-034F-7CD0-7B8FF7148EF4}"/>
                  </a:ext>
                </a:extLst>
              </p:cNvPr>
              <p:cNvSpPr/>
              <p:nvPr/>
            </p:nvSpPr>
            <p:spPr>
              <a:xfrm>
                <a:off x="8786336" y="4335745"/>
                <a:ext cx="229277" cy="209764"/>
              </a:xfrm>
              <a:custGeom>
                <a:avLst/>
                <a:gdLst>
                  <a:gd name="connsiteX0" fmla="*/ 379598 w 447675"/>
                  <a:gd name="connsiteY0" fmla="*/ 98224 h 409575"/>
                  <a:gd name="connsiteX1" fmla="*/ 335782 w 447675"/>
                  <a:gd name="connsiteY1" fmla="*/ 67744 h 409575"/>
                  <a:gd name="connsiteX2" fmla="*/ 296730 w 447675"/>
                  <a:gd name="connsiteY2" fmla="*/ 56314 h 409575"/>
                  <a:gd name="connsiteX3" fmla="*/ 257677 w 447675"/>
                  <a:gd name="connsiteY3" fmla="*/ 94414 h 409575"/>
                  <a:gd name="connsiteX4" fmla="*/ 186240 w 447675"/>
                  <a:gd name="connsiteY4" fmla="*/ 143944 h 409575"/>
                  <a:gd name="connsiteX5" fmla="*/ 139567 w 447675"/>
                  <a:gd name="connsiteY5" fmla="*/ 25834 h 409575"/>
                  <a:gd name="connsiteX6" fmla="*/ 38602 w 447675"/>
                  <a:gd name="connsiteY6" fmla="*/ 11546 h 409575"/>
                  <a:gd name="connsiteX7" fmla="*/ 502 w 447675"/>
                  <a:gd name="connsiteY7" fmla="*/ 42979 h 409575"/>
                  <a:gd name="connsiteX8" fmla="*/ 24315 w 447675"/>
                  <a:gd name="connsiteY8" fmla="*/ 55362 h 409575"/>
                  <a:gd name="connsiteX9" fmla="*/ 49080 w 447675"/>
                  <a:gd name="connsiteY9" fmla="*/ 87746 h 409575"/>
                  <a:gd name="connsiteX10" fmla="*/ 119565 w 447675"/>
                  <a:gd name="connsiteY10" fmla="*/ 91557 h 409575"/>
                  <a:gd name="connsiteX11" fmla="*/ 115755 w 447675"/>
                  <a:gd name="connsiteY11" fmla="*/ 105844 h 409575"/>
                  <a:gd name="connsiteX12" fmla="*/ 77655 w 447675"/>
                  <a:gd name="connsiteY12" fmla="*/ 112512 h 409575"/>
                  <a:gd name="connsiteX13" fmla="*/ 51938 w 447675"/>
                  <a:gd name="connsiteY13" fmla="*/ 119179 h 409575"/>
                  <a:gd name="connsiteX14" fmla="*/ 79560 w 447675"/>
                  <a:gd name="connsiteY14" fmla="*/ 161089 h 409575"/>
                  <a:gd name="connsiteX15" fmla="*/ 110040 w 447675"/>
                  <a:gd name="connsiteY15" fmla="*/ 161089 h 409575"/>
                  <a:gd name="connsiteX16" fmla="*/ 155760 w 447675"/>
                  <a:gd name="connsiteY16" fmla="*/ 175377 h 409575"/>
                  <a:gd name="connsiteX17" fmla="*/ 194813 w 447675"/>
                  <a:gd name="connsiteY17" fmla="*/ 198237 h 409575"/>
                  <a:gd name="connsiteX18" fmla="*/ 318638 w 447675"/>
                  <a:gd name="connsiteY18" fmla="*/ 244909 h 409575"/>
                  <a:gd name="connsiteX19" fmla="*/ 343402 w 447675"/>
                  <a:gd name="connsiteY19" fmla="*/ 300154 h 409575"/>
                  <a:gd name="connsiteX20" fmla="*/ 342450 w 447675"/>
                  <a:gd name="connsiteY20" fmla="*/ 342064 h 409575"/>
                  <a:gd name="connsiteX21" fmla="*/ 300540 w 447675"/>
                  <a:gd name="connsiteY21" fmla="*/ 380164 h 409575"/>
                  <a:gd name="connsiteX22" fmla="*/ 402457 w 447675"/>
                  <a:gd name="connsiteY22" fmla="*/ 374449 h 409575"/>
                  <a:gd name="connsiteX23" fmla="*/ 449130 w 447675"/>
                  <a:gd name="connsiteY23" fmla="*/ 414454 h 409575"/>
                  <a:gd name="connsiteX24" fmla="*/ 449130 w 447675"/>
                  <a:gd name="connsiteY24" fmla="*/ 113464 h 409575"/>
                  <a:gd name="connsiteX25" fmla="*/ 418650 w 447675"/>
                  <a:gd name="connsiteY25" fmla="*/ 102034 h 409575"/>
                  <a:gd name="connsiteX26" fmla="*/ 379598 w 447675"/>
                  <a:gd name="connsiteY26" fmla="*/ 98224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7675" h="409575">
                    <a:moveTo>
                      <a:pt x="379598" y="98224"/>
                    </a:moveTo>
                    <a:cubicBezTo>
                      <a:pt x="355785" y="97271"/>
                      <a:pt x="341498" y="83937"/>
                      <a:pt x="335782" y="67744"/>
                    </a:cubicBezTo>
                    <a:cubicBezTo>
                      <a:pt x="316732" y="60124"/>
                      <a:pt x="302444" y="55362"/>
                      <a:pt x="296730" y="56314"/>
                    </a:cubicBezTo>
                    <a:cubicBezTo>
                      <a:pt x="276727" y="58219"/>
                      <a:pt x="274823" y="94414"/>
                      <a:pt x="257677" y="94414"/>
                    </a:cubicBezTo>
                    <a:cubicBezTo>
                      <a:pt x="240532" y="94414"/>
                      <a:pt x="216719" y="132514"/>
                      <a:pt x="186240" y="143944"/>
                    </a:cubicBezTo>
                    <a:cubicBezTo>
                      <a:pt x="154807" y="155374"/>
                      <a:pt x="153855" y="46789"/>
                      <a:pt x="139567" y="25834"/>
                    </a:cubicBezTo>
                    <a:cubicBezTo>
                      <a:pt x="125280" y="4879"/>
                      <a:pt x="47175" y="-12266"/>
                      <a:pt x="38602" y="11546"/>
                    </a:cubicBezTo>
                    <a:cubicBezTo>
                      <a:pt x="30982" y="35359"/>
                      <a:pt x="3360" y="22977"/>
                      <a:pt x="502" y="42979"/>
                    </a:cubicBezTo>
                    <a:cubicBezTo>
                      <a:pt x="-2356" y="61077"/>
                      <a:pt x="7169" y="55362"/>
                      <a:pt x="24315" y="55362"/>
                    </a:cubicBezTo>
                    <a:cubicBezTo>
                      <a:pt x="41460" y="55362"/>
                      <a:pt x="41460" y="69649"/>
                      <a:pt x="49080" y="87746"/>
                    </a:cubicBezTo>
                    <a:cubicBezTo>
                      <a:pt x="56700" y="105844"/>
                      <a:pt x="104325" y="93462"/>
                      <a:pt x="119565" y="91557"/>
                    </a:cubicBezTo>
                    <a:cubicBezTo>
                      <a:pt x="134805" y="89652"/>
                      <a:pt x="137663" y="114416"/>
                      <a:pt x="115755" y="105844"/>
                    </a:cubicBezTo>
                    <a:cubicBezTo>
                      <a:pt x="93848" y="97271"/>
                      <a:pt x="93848" y="117274"/>
                      <a:pt x="77655" y="112512"/>
                    </a:cubicBezTo>
                    <a:cubicBezTo>
                      <a:pt x="62415" y="108702"/>
                      <a:pt x="41460" y="109654"/>
                      <a:pt x="51938" y="119179"/>
                    </a:cubicBezTo>
                    <a:cubicBezTo>
                      <a:pt x="62415" y="128704"/>
                      <a:pt x="79560" y="139182"/>
                      <a:pt x="79560" y="161089"/>
                    </a:cubicBezTo>
                    <a:cubicBezTo>
                      <a:pt x="79560" y="183949"/>
                      <a:pt x="110040" y="179187"/>
                      <a:pt x="110040" y="161089"/>
                    </a:cubicBezTo>
                    <a:cubicBezTo>
                      <a:pt x="110040" y="142991"/>
                      <a:pt x="125280" y="166804"/>
                      <a:pt x="155760" y="175377"/>
                    </a:cubicBezTo>
                    <a:cubicBezTo>
                      <a:pt x="186240" y="183949"/>
                      <a:pt x="165285" y="196332"/>
                      <a:pt x="194813" y="198237"/>
                    </a:cubicBezTo>
                    <a:cubicBezTo>
                      <a:pt x="225292" y="200141"/>
                      <a:pt x="292919" y="223954"/>
                      <a:pt x="318638" y="244909"/>
                    </a:cubicBezTo>
                    <a:cubicBezTo>
                      <a:pt x="344355" y="265864"/>
                      <a:pt x="326257" y="280152"/>
                      <a:pt x="343402" y="300154"/>
                    </a:cubicBezTo>
                    <a:cubicBezTo>
                      <a:pt x="360548" y="320157"/>
                      <a:pt x="365310" y="342064"/>
                      <a:pt x="342450" y="342064"/>
                    </a:cubicBezTo>
                    <a:cubicBezTo>
                      <a:pt x="318638" y="342064"/>
                      <a:pt x="293873" y="367782"/>
                      <a:pt x="300540" y="380164"/>
                    </a:cubicBezTo>
                    <a:cubicBezTo>
                      <a:pt x="307207" y="392547"/>
                      <a:pt x="384360" y="374449"/>
                      <a:pt x="402457" y="374449"/>
                    </a:cubicBezTo>
                    <a:cubicBezTo>
                      <a:pt x="414840" y="374449"/>
                      <a:pt x="426269" y="397309"/>
                      <a:pt x="449130" y="414454"/>
                    </a:cubicBezTo>
                    <a:lnTo>
                      <a:pt x="449130" y="113464"/>
                    </a:lnTo>
                    <a:cubicBezTo>
                      <a:pt x="439605" y="109654"/>
                      <a:pt x="429127" y="105844"/>
                      <a:pt x="418650" y="102034"/>
                    </a:cubicBezTo>
                    <a:cubicBezTo>
                      <a:pt x="406267" y="100129"/>
                      <a:pt x="392932" y="98224"/>
                      <a:pt x="379598" y="98224"/>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07" name="Freeform: Shape 359">
                <a:extLst>
                  <a:ext uri="{FF2B5EF4-FFF2-40B4-BE49-F238E27FC236}">
                    <a16:creationId xmlns:a16="http://schemas.microsoft.com/office/drawing/2014/main" id="{EA4E8A92-EEBC-9FEA-D850-C1967836777C}"/>
                  </a:ext>
                </a:extLst>
              </p:cNvPr>
              <p:cNvSpPr/>
              <p:nvPr/>
            </p:nvSpPr>
            <p:spPr>
              <a:xfrm>
                <a:off x="8704196" y="4277542"/>
                <a:ext cx="34148" cy="58538"/>
              </a:xfrm>
              <a:custGeom>
                <a:avLst/>
                <a:gdLst>
                  <a:gd name="connsiteX0" fmla="*/ 48491 w 66675"/>
                  <a:gd name="connsiteY0" fmla="*/ 77567 h 114300"/>
                  <a:gd name="connsiteX1" fmla="*/ 63732 w 66675"/>
                  <a:gd name="connsiteY1" fmla="*/ 42324 h 114300"/>
                  <a:gd name="connsiteX2" fmla="*/ 38013 w 66675"/>
                  <a:gd name="connsiteY2" fmla="*/ 29942 h 114300"/>
                  <a:gd name="connsiteX3" fmla="*/ 7534 w 66675"/>
                  <a:gd name="connsiteY3" fmla="*/ 11845 h 114300"/>
                  <a:gd name="connsiteX4" fmla="*/ 31346 w 66675"/>
                  <a:gd name="connsiteY4" fmla="*/ 116620 h 114300"/>
                  <a:gd name="connsiteX5" fmla="*/ 48491 w 66675"/>
                  <a:gd name="connsiteY5" fmla="*/ 77567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675" h="114300">
                    <a:moveTo>
                      <a:pt x="48491" y="77567"/>
                    </a:moveTo>
                    <a:cubicBezTo>
                      <a:pt x="77066" y="80424"/>
                      <a:pt x="63732" y="62327"/>
                      <a:pt x="63732" y="42324"/>
                    </a:cubicBezTo>
                    <a:cubicBezTo>
                      <a:pt x="63732" y="22322"/>
                      <a:pt x="38013" y="39467"/>
                      <a:pt x="38013" y="29942"/>
                    </a:cubicBezTo>
                    <a:cubicBezTo>
                      <a:pt x="38013" y="20417"/>
                      <a:pt x="28488" y="-19588"/>
                      <a:pt x="7534" y="11845"/>
                    </a:cubicBezTo>
                    <a:cubicBezTo>
                      <a:pt x="-13422" y="43277"/>
                      <a:pt x="14201" y="119477"/>
                      <a:pt x="31346" y="116620"/>
                    </a:cubicBezTo>
                    <a:cubicBezTo>
                      <a:pt x="45634" y="112809"/>
                      <a:pt x="19916" y="74709"/>
                      <a:pt x="48491" y="77567"/>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08" name="Freeform: Shape 360">
                <a:extLst>
                  <a:ext uri="{FF2B5EF4-FFF2-40B4-BE49-F238E27FC236}">
                    <a16:creationId xmlns:a16="http://schemas.microsoft.com/office/drawing/2014/main" id="{707A0369-7874-F223-1AE4-9540BE5CF7F9}"/>
                  </a:ext>
                </a:extLst>
              </p:cNvPr>
              <p:cNvSpPr/>
              <p:nvPr/>
            </p:nvSpPr>
            <p:spPr>
              <a:xfrm>
                <a:off x="8720049" y="4394741"/>
                <a:ext cx="58538" cy="24391"/>
              </a:xfrm>
              <a:custGeom>
                <a:avLst/>
                <a:gdLst>
                  <a:gd name="connsiteX0" fmla="*/ 87069 w 114300"/>
                  <a:gd name="connsiteY0" fmla="*/ 4938 h 47625"/>
                  <a:gd name="connsiteX1" fmla="*/ 392 w 114300"/>
                  <a:gd name="connsiteY1" fmla="*/ 22083 h 47625"/>
                  <a:gd name="connsiteX2" fmla="*/ 60399 w 114300"/>
                  <a:gd name="connsiteY2" fmla="*/ 31608 h 47625"/>
                  <a:gd name="connsiteX3" fmla="*/ 116597 w 114300"/>
                  <a:gd name="connsiteY3" fmla="*/ 52563 h 47625"/>
                  <a:gd name="connsiteX4" fmla="*/ 87069 w 114300"/>
                  <a:gd name="connsiteY4" fmla="*/ 4938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47625">
                    <a:moveTo>
                      <a:pt x="87069" y="4938"/>
                    </a:moveTo>
                    <a:cubicBezTo>
                      <a:pt x="52780" y="-6492"/>
                      <a:pt x="-5323" y="3033"/>
                      <a:pt x="392" y="22083"/>
                    </a:cubicBezTo>
                    <a:cubicBezTo>
                      <a:pt x="5155" y="39228"/>
                      <a:pt x="32777" y="31608"/>
                      <a:pt x="60399" y="31608"/>
                    </a:cubicBezTo>
                    <a:cubicBezTo>
                      <a:pt x="88022" y="31608"/>
                      <a:pt x="102309" y="52563"/>
                      <a:pt x="116597" y="52563"/>
                    </a:cubicBezTo>
                    <a:cubicBezTo>
                      <a:pt x="130884" y="53516"/>
                      <a:pt x="120407" y="16369"/>
                      <a:pt x="87069" y="493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09" name="Freeform: Shape 361">
                <a:extLst>
                  <a:ext uri="{FF2B5EF4-FFF2-40B4-BE49-F238E27FC236}">
                    <a16:creationId xmlns:a16="http://schemas.microsoft.com/office/drawing/2014/main" id="{090EC525-6F7C-9DBB-77EE-B52EDB898A89}"/>
                  </a:ext>
                </a:extLst>
              </p:cNvPr>
              <p:cNvSpPr/>
              <p:nvPr/>
            </p:nvSpPr>
            <p:spPr>
              <a:xfrm>
                <a:off x="8530754" y="4529565"/>
                <a:ext cx="97565" cy="14634"/>
              </a:xfrm>
              <a:custGeom>
                <a:avLst/>
                <a:gdLst>
                  <a:gd name="connsiteX0" fmla="*/ 176643 w 190500"/>
                  <a:gd name="connsiteY0" fmla="*/ 767 h 28575"/>
                  <a:gd name="connsiteX1" fmla="*/ 82346 w 190500"/>
                  <a:gd name="connsiteY1" fmla="*/ 9339 h 28575"/>
                  <a:gd name="connsiteX2" fmla="*/ 431 w 190500"/>
                  <a:gd name="connsiteY2" fmla="*/ 21721 h 28575"/>
                  <a:gd name="connsiteX3" fmla="*/ 71868 w 190500"/>
                  <a:gd name="connsiteY3" fmla="*/ 36009 h 28575"/>
                  <a:gd name="connsiteX4" fmla="*/ 162356 w 190500"/>
                  <a:gd name="connsiteY4" fmla="*/ 15054 h 28575"/>
                  <a:gd name="connsiteX5" fmla="*/ 176643 w 190500"/>
                  <a:gd name="connsiteY5" fmla="*/ 767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500" h="28575">
                    <a:moveTo>
                      <a:pt x="176643" y="767"/>
                    </a:moveTo>
                    <a:cubicBezTo>
                      <a:pt x="141401" y="-4948"/>
                      <a:pt x="117589" y="23627"/>
                      <a:pt x="82346" y="9339"/>
                    </a:cubicBezTo>
                    <a:cubicBezTo>
                      <a:pt x="47104" y="-4948"/>
                      <a:pt x="-5284" y="9339"/>
                      <a:pt x="431" y="21721"/>
                    </a:cubicBezTo>
                    <a:cubicBezTo>
                      <a:pt x="6146" y="33152"/>
                      <a:pt x="36626" y="34104"/>
                      <a:pt x="71868" y="36009"/>
                    </a:cubicBezTo>
                    <a:cubicBezTo>
                      <a:pt x="107112" y="36962"/>
                      <a:pt x="138543" y="16007"/>
                      <a:pt x="162356" y="15054"/>
                    </a:cubicBezTo>
                    <a:cubicBezTo>
                      <a:pt x="185216" y="13149"/>
                      <a:pt x="211887" y="5529"/>
                      <a:pt x="176643" y="767"/>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10" name="Freeform: Shape 362">
                <a:extLst>
                  <a:ext uri="{FF2B5EF4-FFF2-40B4-BE49-F238E27FC236}">
                    <a16:creationId xmlns:a16="http://schemas.microsoft.com/office/drawing/2014/main" id="{C96E0D14-A0FA-78DA-C48D-4A63CFFE02E7}"/>
                  </a:ext>
                </a:extLst>
              </p:cNvPr>
              <p:cNvSpPr/>
              <p:nvPr/>
            </p:nvSpPr>
            <p:spPr>
              <a:xfrm>
                <a:off x="8673738" y="4401513"/>
                <a:ext cx="24391" cy="14634"/>
              </a:xfrm>
              <a:custGeom>
                <a:avLst/>
                <a:gdLst>
                  <a:gd name="connsiteX0" fmla="*/ 330 w 47625"/>
                  <a:gd name="connsiteY0" fmla="*/ 11717 h 28575"/>
                  <a:gd name="connsiteX1" fmla="*/ 53670 w 47625"/>
                  <a:gd name="connsiteY1" fmla="*/ 26957 h 28575"/>
                  <a:gd name="connsiteX2" fmla="*/ 330 w 47625"/>
                  <a:gd name="connsiteY2" fmla="*/ 11717 h 28575"/>
                </a:gdLst>
                <a:ahLst/>
                <a:cxnLst>
                  <a:cxn ang="0">
                    <a:pos x="connsiteX0" y="connsiteY0"/>
                  </a:cxn>
                  <a:cxn ang="0">
                    <a:pos x="connsiteX1" y="connsiteY1"/>
                  </a:cxn>
                  <a:cxn ang="0">
                    <a:pos x="connsiteX2" y="connsiteY2"/>
                  </a:cxn>
                </a:cxnLst>
                <a:rect l="l" t="t" r="r" b="b"/>
                <a:pathLst>
                  <a:path w="47625" h="28575">
                    <a:moveTo>
                      <a:pt x="330" y="11717"/>
                    </a:moveTo>
                    <a:cubicBezTo>
                      <a:pt x="6045" y="34577"/>
                      <a:pt x="43193" y="46959"/>
                      <a:pt x="53670" y="26957"/>
                    </a:cubicBezTo>
                    <a:cubicBezTo>
                      <a:pt x="65100" y="7907"/>
                      <a:pt x="-5384" y="-14001"/>
                      <a:pt x="330" y="11717"/>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11" name="Freeform: Shape 363">
                <a:extLst>
                  <a:ext uri="{FF2B5EF4-FFF2-40B4-BE49-F238E27FC236}">
                    <a16:creationId xmlns:a16="http://schemas.microsoft.com/office/drawing/2014/main" id="{AC1C5911-AB65-D2EE-BB1A-A507DFB177DB}"/>
                  </a:ext>
                </a:extLst>
              </p:cNvPr>
              <p:cNvSpPr/>
              <p:nvPr/>
            </p:nvSpPr>
            <p:spPr>
              <a:xfrm>
                <a:off x="8615487" y="4547518"/>
                <a:ext cx="39026" cy="34148"/>
              </a:xfrm>
              <a:custGeom>
                <a:avLst/>
                <a:gdLst>
                  <a:gd name="connsiteX0" fmla="*/ 64539 w 76200"/>
                  <a:gd name="connsiteY0" fmla="*/ 0 h 66675"/>
                  <a:gd name="connsiteX1" fmla="*/ 50251 w 76200"/>
                  <a:gd name="connsiteY1" fmla="*/ 6668 h 66675"/>
                  <a:gd name="connsiteX2" fmla="*/ 43584 w 76200"/>
                  <a:gd name="connsiteY2" fmla="*/ 20002 h 66675"/>
                  <a:gd name="connsiteX3" fmla="*/ 29297 w 76200"/>
                  <a:gd name="connsiteY3" fmla="*/ 11430 h 66675"/>
                  <a:gd name="connsiteX4" fmla="*/ 8342 w 76200"/>
                  <a:gd name="connsiteY4" fmla="*/ 65723 h 66675"/>
                  <a:gd name="connsiteX5" fmla="*/ 63586 w 76200"/>
                  <a:gd name="connsiteY5" fmla="*/ 31432 h 66675"/>
                  <a:gd name="connsiteX6" fmla="*/ 69301 w 76200"/>
                  <a:gd name="connsiteY6" fmla="*/ 23813 h 66675"/>
                  <a:gd name="connsiteX7" fmla="*/ 74064 w 76200"/>
                  <a:gd name="connsiteY7" fmla="*/ 19050 h 66675"/>
                  <a:gd name="connsiteX8" fmla="*/ 78826 w 76200"/>
                  <a:gd name="connsiteY8" fmla="*/ 16193 h 66675"/>
                  <a:gd name="connsiteX9" fmla="*/ 64539 w 76200"/>
                  <a:gd name="connsiteY9" fmla="*/ 0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 h="66675">
                    <a:moveTo>
                      <a:pt x="64539" y="0"/>
                    </a:moveTo>
                    <a:cubicBezTo>
                      <a:pt x="60730" y="2857"/>
                      <a:pt x="55967" y="4763"/>
                      <a:pt x="50251" y="6668"/>
                    </a:cubicBezTo>
                    <a:cubicBezTo>
                      <a:pt x="48347" y="11430"/>
                      <a:pt x="46442" y="18098"/>
                      <a:pt x="43584" y="20002"/>
                    </a:cubicBezTo>
                    <a:cubicBezTo>
                      <a:pt x="39774" y="22860"/>
                      <a:pt x="34059" y="17145"/>
                      <a:pt x="29297" y="11430"/>
                    </a:cubicBezTo>
                    <a:cubicBezTo>
                      <a:pt x="3580" y="22860"/>
                      <a:pt x="-9756" y="55245"/>
                      <a:pt x="8342" y="65723"/>
                    </a:cubicBezTo>
                    <a:cubicBezTo>
                      <a:pt x="25486" y="75248"/>
                      <a:pt x="50251" y="49530"/>
                      <a:pt x="63586" y="31432"/>
                    </a:cubicBezTo>
                    <a:cubicBezTo>
                      <a:pt x="65492" y="28575"/>
                      <a:pt x="68349" y="25718"/>
                      <a:pt x="69301" y="23813"/>
                    </a:cubicBezTo>
                    <a:cubicBezTo>
                      <a:pt x="70255" y="22860"/>
                      <a:pt x="72159" y="20955"/>
                      <a:pt x="74064" y="19050"/>
                    </a:cubicBezTo>
                    <a:cubicBezTo>
                      <a:pt x="75017" y="18098"/>
                      <a:pt x="76922" y="17145"/>
                      <a:pt x="78826" y="16193"/>
                    </a:cubicBezTo>
                    <a:cubicBezTo>
                      <a:pt x="75017" y="9525"/>
                      <a:pt x="69301" y="3810"/>
                      <a:pt x="64539" y="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12" name="Freeform: Shape 364">
                <a:extLst>
                  <a:ext uri="{FF2B5EF4-FFF2-40B4-BE49-F238E27FC236}">
                    <a16:creationId xmlns:a16="http://schemas.microsoft.com/office/drawing/2014/main" id="{6DAB89E6-D0F8-9794-7D3A-2203C5879500}"/>
                  </a:ext>
                </a:extLst>
              </p:cNvPr>
              <p:cNvSpPr/>
              <p:nvPr/>
            </p:nvSpPr>
            <p:spPr>
              <a:xfrm>
                <a:off x="8630491" y="4529615"/>
                <a:ext cx="73173" cy="24391"/>
              </a:xfrm>
              <a:custGeom>
                <a:avLst/>
                <a:gdLst>
                  <a:gd name="connsiteX0" fmla="*/ 14288 w 142875"/>
                  <a:gd name="connsiteY0" fmla="*/ 42578 h 47625"/>
                  <a:gd name="connsiteX1" fmla="*/ 0 w 142875"/>
                  <a:gd name="connsiteY1" fmla="*/ 46388 h 47625"/>
                  <a:gd name="connsiteX2" fmla="*/ 14288 w 142875"/>
                  <a:gd name="connsiteY2" fmla="*/ 54960 h 47625"/>
                  <a:gd name="connsiteX3" fmla="*/ 20955 w 142875"/>
                  <a:gd name="connsiteY3" fmla="*/ 41626 h 47625"/>
                  <a:gd name="connsiteX4" fmla="*/ 14288 w 142875"/>
                  <a:gd name="connsiteY4" fmla="*/ 42578 h 47625"/>
                  <a:gd name="connsiteX5" fmla="*/ 14288 w 142875"/>
                  <a:gd name="connsiteY5" fmla="*/ 42578 h 47625"/>
                  <a:gd name="connsiteX6" fmla="*/ 77152 w 142875"/>
                  <a:gd name="connsiteY6" fmla="*/ 5431 h 47625"/>
                  <a:gd name="connsiteX7" fmla="*/ 39052 w 142875"/>
                  <a:gd name="connsiteY7" fmla="*/ 31148 h 47625"/>
                  <a:gd name="connsiteX8" fmla="*/ 35242 w 142875"/>
                  <a:gd name="connsiteY8" fmla="*/ 34006 h 47625"/>
                  <a:gd name="connsiteX9" fmla="*/ 49530 w 142875"/>
                  <a:gd name="connsiteY9" fmla="*/ 50198 h 47625"/>
                  <a:gd name="connsiteX10" fmla="*/ 142875 w 142875"/>
                  <a:gd name="connsiteY10" fmla="*/ 4478 h 47625"/>
                  <a:gd name="connsiteX11" fmla="*/ 77152 w 142875"/>
                  <a:gd name="connsiteY11" fmla="*/ 5431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875" h="47625">
                    <a:moveTo>
                      <a:pt x="14288" y="42578"/>
                    </a:moveTo>
                    <a:cubicBezTo>
                      <a:pt x="9525" y="42578"/>
                      <a:pt x="4763" y="44483"/>
                      <a:pt x="0" y="46388"/>
                    </a:cubicBezTo>
                    <a:cubicBezTo>
                      <a:pt x="4763" y="52103"/>
                      <a:pt x="10477" y="57818"/>
                      <a:pt x="14288" y="54960"/>
                    </a:cubicBezTo>
                    <a:cubicBezTo>
                      <a:pt x="17145" y="52103"/>
                      <a:pt x="19050" y="46388"/>
                      <a:pt x="20955" y="41626"/>
                    </a:cubicBezTo>
                    <a:cubicBezTo>
                      <a:pt x="19050" y="41626"/>
                      <a:pt x="17145" y="42578"/>
                      <a:pt x="14288" y="42578"/>
                    </a:cubicBezTo>
                    <a:cubicBezTo>
                      <a:pt x="15240" y="42578"/>
                      <a:pt x="15240" y="42578"/>
                      <a:pt x="14288" y="42578"/>
                    </a:cubicBezTo>
                    <a:close/>
                    <a:moveTo>
                      <a:pt x="77152" y="5431"/>
                    </a:moveTo>
                    <a:cubicBezTo>
                      <a:pt x="59055" y="4478"/>
                      <a:pt x="52388" y="19718"/>
                      <a:pt x="39052" y="31148"/>
                    </a:cubicBezTo>
                    <a:cubicBezTo>
                      <a:pt x="38100" y="32101"/>
                      <a:pt x="36195" y="33053"/>
                      <a:pt x="35242" y="34006"/>
                    </a:cubicBezTo>
                    <a:cubicBezTo>
                      <a:pt x="40005" y="37815"/>
                      <a:pt x="44767" y="43531"/>
                      <a:pt x="49530" y="50198"/>
                    </a:cubicBezTo>
                    <a:cubicBezTo>
                      <a:pt x="75248" y="34006"/>
                      <a:pt x="139065" y="14003"/>
                      <a:pt x="142875" y="4478"/>
                    </a:cubicBezTo>
                    <a:cubicBezTo>
                      <a:pt x="146685" y="-6952"/>
                      <a:pt x="103823" y="7335"/>
                      <a:pt x="77152" y="5431"/>
                    </a:cubicBezTo>
                    <a:close/>
                  </a:path>
                </a:pathLst>
              </a:custGeom>
              <a:solidFill>
                <a:schemeClr val="accent1"/>
              </a:solidFill>
              <a:ln w="7144" cap="flat">
                <a:solidFill>
                  <a:srgbClr val="FFFFFF"/>
                </a:solidFill>
                <a:prstDash val="solid"/>
                <a:miter/>
              </a:ln>
            </p:spPr>
            <p:txBody>
              <a:bodyPr rtlCol="0" anchor="ctr"/>
              <a:lstStyle/>
              <a:p>
                <a:endParaRPr lang="en-ID"/>
              </a:p>
            </p:txBody>
          </p:sp>
          <p:grpSp>
            <p:nvGrpSpPr>
              <p:cNvPr id="713" name="Group 365">
                <a:extLst>
                  <a:ext uri="{FF2B5EF4-FFF2-40B4-BE49-F238E27FC236}">
                    <a16:creationId xmlns:a16="http://schemas.microsoft.com/office/drawing/2014/main" id="{9654359A-A211-C157-47F2-BA3C42A68E53}"/>
                  </a:ext>
                </a:extLst>
              </p:cNvPr>
              <p:cNvGrpSpPr/>
              <p:nvPr/>
            </p:nvGrpSpPr>
            <p:grpSpPr>
              <a:xfrm>
                <a:off x="5299631" y="2173523"/>
                <a:ext cx="1549336" cy="1252387"/>
                <a:chOff x="14285870" y="4371173"/>
                <a:chExt cx="2895227" cy="2340321"/>
              </a:xfrm>
              <a:solidFill>
                <a:schemeClr val="tx2"/>
              </a:solidFill>
            </p:grpSpPr>
            <p:sp>
              <p:nvSpPr>
                <p:cNvPr id="777" name="Freeform: Shape 431">
                  <a:extLst>
                    <a:ext uri="{FF2B5EF4-FFF2-40B4-BE49-F238E27FC236}">
                      <a16:creationId xmlns:a16="http://schemas.microsoft.com/office/drawing/2014/main" id="{0D515E00-B357-2214-119D-D50F98B03DB1}"/>
                    </a:ext>
                  </a:extLst>
                </p:cNvPr>
                <p:cNvSpPr/>
                <p:nvPr/>
              </p:nvSpPr>
              <p:spPr>
                <a:xfrm>
                  <a:off x="14904279" y="6329469"/>
                  <a:ext cx="136738" cy="264361"/>
                </a:xfrm>
                <a:custGeom>
                  <a:avLst/>
                  <a:gdLst>
                    <a:gd name="connsiteX0" fmla="*/ 144438 w 142875"/>
                    <a:gd name="connsiteY0" fmla="*/ 28857 h 276225"/>
                    <a:gd name="connsiteX1" fmla="*/ 133008 w 142875"/>
                    <a:gd name="connsiteY1" fmla="*/ 9807 h 276225"/>
                    <a:gd name="connsiteX2" fmla="*/ 106338 w 142875"/>
                    <a:gd name="connsiteY2" fmla="*/ 5045 h 276225"/>
                    <a:gd name="connsiteX3" fmla="*/ 89193 w 142875"/>
                    <a:gd name="connsiteY3" fmla="*/ 5045 h 276225"/>
                    <a:gd name="connsiteX4" fmla="*/ 66333 w 142875"/>
                    <a:gd name="connsiteY4" fmla="*/ 4092 h 276225"/>
                    <a:gd name="connsiteX5" fmla="*/ 66333 w 142875"/>
                    <a:gd name="connsiteY5" fmla="*/ 5045 h 276225"/>
                    <a:gd name="connsiteX6" fmla="*/ 66333 w 142875"/>
                    <a:gd name="connsiteY6" fmla="*/ 36477 h 276225"/>
                    <a:gd name="connsiteX7" fmla="*/ 58713 w 142875"/>
                    <a:gd name="connsiteY7" fmla="*/ 54574 h 276225"/>
                    <a:gd name="connsiteX8" fmla="*/ 38710 w 142875"/>
                    <a:gd name="connsiteY8" fmla="*/ 72672 h 276225"/>
                    <a:gd name="connsiteX9" fmla="*/ 39663 w 142875"/>
                    <a:gd name="connsiteY9" fmla="*/ 86959 h 276225"/>
                    <a:gd name="connsiteX10" fmla="*/ 20613 w 142875"/>
                    <a:gd name="connsiteY10" fmla="*/ 123155 h 276225"/>
                    <a:gd name="connsiteX11" fmla="*/ 7278 w 142875"/>
                    <a:gd name="connsiteY11" fmla="*/ 148872 h 276225"/>
                    <a:gd name="connsiteX12" fmla="*/ 24423 w 142875"/>
                    <a:gd name="connsiteY12" fmla="*/ 190782 h 276225"/>
                    <a:gd name="connsiteX13" fmla="*/ 30138 w 142875"/>
                    <a:gd name="connsiteY13" fmla="*/ 271745 h 276225"/>
                    <a:gd name="connsiteX14" fmla="*/ 64428 w 142875"/>
                    <a:gd name="connsiteY14" fmla="*/ 281270 h 276225"/>
                    <a:gd name="connsiteX15" fmla="*/ 99671 w 142875"/>
                    <a:gd name="connsiteY15" fmla="*/ 273650 h 276225"/>
                    <a:gd name="connsiteX16" fmla="*/ 93003 w 142875"/>
                    <a:gd name="connsiteY16" fmla="*/ 258409 h 276225"/>
                    <a:gd name="connsiteX17" fmla="*/ 110148 w 142875"/>
                    <a:gd name="connsiteY17" fmla="*/ 228882 h 276225"/>
                    <a:gd name="connsiteX18" fmla="*/ 100623 w 142875"/>
                    <a:gd name="connsiteY18" fmla="*/ 205070 h 276225"/>
                    <a:gd name="connsiteX19" fmla="*/ 112053 w 142875"/>
                    <a:gd name="connsiteY19" fmla="*/ 179352 h 276225"/>
                    <a:gd name="connsiteX20" fmla="*/ 99671 w 142875"/>
                    <a:gd name="connsiteY20" fmla="*/ 153634 h 276225"/>
                    <a:gd name="connsiteX21" fmla="*/ 111101 w 142875"/>
                    <a:gd name="connsiteY21" fmla="*/ 134584 h 276225"/>
                    <a:gd name="connsiteX22" fmla="*/ 118721 w 142875"/>
                    <a:gd name="connsiteY22" fmla="*/ 102199 h 276225"/>
                    <a:gd name="connsiteX23" fmla="*/ 115863 w 142875"/>
                    <a:gd name="connsiteY23" fmla="*/ 57432 h 276225"/>
                    <a:gd name="connsiteX24" fmla="*/ 144438 w 142875"/>
                    <a:gd name="connsiteY24" fmla="*/ 28857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2875" h="276225">
                      <a:moveTo>
                        <a:pt x="144438" y="28857"/>
                      </a:moveTo>
                      <a:cubicBezTo>
                        <a:pt x="156821" y="15522"/>
                        <a:pt x="133008" y="20284"/>
                        <a:pt x="133008" y="9807"/>
                      </a:cubicBezTo>
                      <a:cubicBezTo>
                        <a:pt x="133008" y="-670"/>
                        <a:pt x="116815" y="-3528"/>
                        <a:pt x="106338" y="5045"/>
                      </a:cubicBezTo>
                      <a:cubicBezTo>
                        <a:pt x="94908" y="13617"/>
                        <a:pt x="98718" y="5045"/>
                        <a:pt x="89193" y="5045"/>
                      </a:cubicBezTo>
                      <a:cubicBezTo>
                        <a:pt x="82526" y="5045"/>
                        <a:pt x="72048" y="6949"/>
                        <a:pt x="66333" y="4092"/>
                      </a:cubicBezTo>
                      <a:cubicBezTo>
                        <a:pt x="66333" y="4092"/>
                        <a:pt x="66333" y="4092"/>
                        <a:pt x="66333" y="5045"/>
                      </a:cubicBezTo>
                      <a:cubicBezTo>
                        <a:pt x="68238" y="17427"/>
                        <a:pt x="69190" y="25047"/>
                        <a:pt x="66333" y="36477"/>
                      </a:cubicBezTo>
                      <a:cubicBezTo>
                        <a:pt x="64428" y="43145"/>
                        <a:pt x="61571" y="48859"/>
                        <a:pt x="58713" y="54574"/>
                      </a:cubicBezTo>
                      <a:cubicBezTo>
                        <a:pt x="54903" y="62195"/>
                        <a:pt x="47283" y="68862"/>
                        <a:pt x="38710" y="72672"/>
                      </a:cubicBezTo>
                      <a:cubicBezTo>
                        <a:pt x="38710" y="77434"/>
                        <a:pt x="39663" y="82197"/>
                        <a:pt x="39663" y="86959"/>
                      </a:cubicBezTo>
                      <a:cubicBezTo>
                        <a:pt x="40615" y="101247"/>
                        <a:pt x="32043" y="114582"/>
                        <a:pt x="20613" y="123155"/>
                      </a:cubicBezTo>
                      <a:cubicBezTo>
                        <a:pt x="16803" y="133632"/>
                        <a:pt x="12040" y="143157"/>
                        <a:pt x="7278" y="148872"/>
                      </a:cubicBezTo>
                      <a:cubicBezTo>
                        <a:pt x="-9867" y="169827"/>
                        <a:pt x="6326" y="175542"/>
                        <a:pt x="24423" y="190782"/>
                      </a:cubicBezTo>
                      <a:cubicBezTo>
                        <a:pt x="42521" y="206022"/>
                        <a:pt x="30138" y="259362"/>
                        <a:pt x="30138" y="271745"/>
                      </a:cubicBezTo>
                      <a:cubicBezTo>
                        <a:pt x="30138" y="284127"/>
                        <a:pt x="45378" y="281270"/>
                        <a:pt x="64428" y="281270"/>
                      </a:cubicBezTo>
                      <a:cubicBezTo>
                        <a:pt x="74906" y="281270"/>
                        <a:pt x="87288" y="276507"/>
                        <a:pt x="99671" y="273650"/>
                      </a:cubicBezTo>
                      <a:cubicBezTo>
                        <a:pt x="95860" y="267934"/>
                        <a:pt x="93003" y="262220"/>
                        <a:pt x="93003" y="258409"/>
                      </a:cubicBezTo>
                      <a:cubicBezTo>
                        <a:pt x="93003" y="247932"/>
                        <a:pt x="93003" y="232692"/>
                        <a:pt x="110148" y="228882"/>
                      </a:cubicBezTo>
                      <a:cubicBezTo>
                        <a:pt x="127293" y="225072"/>
                        <a:pt x="105385" y="209832"/>
                        <a:pt x="100623" y="205070"/>
                      </a:cubicBezTo>
                      <a:cubicBezTo>
                        <a:pt x="95860" y="200307"/>
                        <a:pt x="102528" y="179352"/>
                        <a:pt x="112053" y="179352"/>
                      </a:cubicBezTo>
                      <a:cubicBezTo>
                        <a:pt x="121578" y="179352"/>
                        <a:pt x="112053" y="166970"/>
                        <a:pt x="99671" y="153634"/>
                      </a:cubicBezTo>
                      <a:cubicBezTo>
                        <a:pt x="87288" y="140300"/>
                        <a:pt x="99671" y="134584"/>
                        <a:pt x="111101" y="134584"/>
                      </a:cubicBezTo>
                      <a:cubicBezTo>
                        <a:pt x="122531" y="134584"/>
                        <a:pt x="108243" y="113630"/>
                        <a:pt x="118721" y="102199"/>
                      </a:cubicBezTo>
                      <a:cubicBezTo>
                        <a:pt x="130151" y="89817"/>
                        <a:pt x="115863" y="67909"/>
                        <a:pt x="115863" y="57432"/>
                      </a:cubicBezTo>
                      <a:cubicBezTo>
                        <a:pt x="115863" y="46002"/>
                        <a:pt x="132056" y="42192"/>
                        <a:pt x="144438" y="28857"/>
                      </a:cubicBezTo>
                      <a:close/>
                    </a:path>
                  </a:pathLst>
                </a:custGeom>
                <a:solidFill>
                  <a:schemeClr val="accent1"/>
                </a:solidFill>
                <a:ln w="7144" cap="flat">
                  <a:solidFill>
                    <a:srgbClr val="FFFFFF"/>
                  </a:solidFill>
                  <a:prstDash val="solid"/>
                  <a:miter/>
                </a:ln>
              </p:spPr>
              <p:txBody>
                <a:bodyPr rtlCol="0" anchor="ctr"/>
                <a:lstStyle/>
                <a:p>
                  <a:endParaRPr lang="en-ID"/>
                </a:p>
              </p:txBody>
            </p:sp>
            <p:grpSp>
              <p:nvGrpSpPr>
                <p:cNvPr id="778" name="Group 432">
                  <a:extLst>
                    <a:ext uri="{FF2B5EF4-FFF2-40B4-BE49-F238E27FC236}">
                      <a16:creationId xmlns:a16="http://schemas.microsoft.com/office/drawing/2014/main" id="{ABD9F34E-3E72-8C00-414D-DC70E0FF9E61}"/>
                    </a:ext>
                  </a:extLst>
                </p:cNvPr>
                <p:cNvGrpSpPr/>
                <p:nvPr/>
              </p:nvGrpSpPr>
              <p:grpSpPr>
                <a:xfrm>
                  <a:off x="14285870" y="4371173"/>
                  <a:ext cx="2895227" cy="2340321"/>
                  <a:chOff x="14285870" y="4371173"/>
                  <a:chExt cx="2895227" cy="2340321"/>
                </a:xfrm>
                <a:grpFill/>
              </p:grpSpPr>
              <p:sp>
                <p:nvSpPr>
                  <p:cNvPr id="779" name="Freeform: Shape 433">
                    <a:extLst>
                      <a:ext uri="{FF2B5EF4-FFF2-40B4-BE49-F238E27FC236}">
                        <a16:creationId xmlns:a16="http://schemas.microsoft.com/office/drawing/2014/main" id="{5481D58E-7F25-56A6-65C5-92B535824A45}"/>
                      </a:ext>
                    </a:extLst>
                  </p:cNvPr>
                  <p:cNvSpPr/>
                  <p:nvPr/>
                </p:nvSpPr>
                <p:spPr>
                  <a:xfrm>
                    <a:off x="14285870" y="4754517"/>
                    <a:ext cx="446677" cy="200550"/>
                  </a:xfrm>
                  <a:custGeom>
                    <a:avLst/>
                    <a:gdLst>
                      <a:gd name="connsiteX0" fmla="*/ 442941 w 466725"/>
                      <a:gd name="connsiteY0" fmla="*/ 68580 h 209550"/>
                      <a:gd name="connsiteX1" fmla="*/ 430559 w 466725"/>
                      <a:gd name="connsiteY1" fmla="*/ 65723 h 209550"/>
                      <a:gd name="connsiteX2" fmla="*/ 410556 w 466725"/>
                      <a:gd name="connsiteY2" fmla="*/ 64770 h 209550"/>
                      <a:gd name="connsiteX3" fmla="*/ 376266 w 466725"/>
                      <a:gd name="connsiteY3" fmla="*/ 17145 h 209550"/>
                      <a:gd name="connsiteX4" fmla="*/ 357216 w 466725"/>
                      <a:gd name="connsiteY4" fmla="*/ 3810 h 209550"/>
                      <a:gd name="connsiteX5" fmla="*/ 334356 w 466725"/>
                      <a:gd name="connsiteY5" fmla="*/ 0 h 209550"/>
                      <a:gd name="connsiteX6" fmla="*/ 333404 w 466725"/>
                      <a:gd name="connsiteY6" fmla="*/ 23813 h 209550"/>
                      <a:gd name="connsiteX7" fmla="*/ 307686 w 466725"/>
                      <a:gd name="connsiteY7" fmla="*/ 25718 h 209550"/>
                      <a:gd name="connsiteX8" fmla="*/ 289588 w 466725"/>
                      <a:gd name="connsiteY8" fmla="*/ 26670 h 209550"/>
                      <a:gd name="connsiteX9" fmla="*/ 263871 w 466725"/>
                      <a:gd name="connsiteY9" fmla="*/ 30480 h 209550"/>
                      <a:gd name="connsiteX10" fmla="*/ 241011 w 466725"/>
                      <a:gd name="connsiteY10" fmla="*/ 21908 h 209550"/>
                      <a:gd name="connsiteX11" fmla="*/ 211484 w 466725"/>
                      <a:gd name="connsiteY11" fmla="*/ 43815 h 209550"/>
                      <a:gd name="connsiteX12" fmla="*/ 193386 w 466725"/>
                      <a:gd name="connsiteY12" fmla="*/ 34290 h 209550"/>
                      <a:gd name="connsiteX13" fmla="*/ 173384 w 466725"/>
                      <a:gd name="connsiteY13" fmla="*/ 49530 h 209550"/>
                      <a:gd name="connsiteX14" fmla="*/ 167669 w 466725"/>
                      <a:gd name="connsiteY14" fmla="*/ 71438 h 209550"/>
                      <a:gd name="connsiteX15" fmla="*/ 139094 w 466725"/>
                      <a:gd name="connsiteY15" fmla="*/ 85725 h 209550"/>
                      <a:gd name="connsiteX16" fmla="*/ 127663 w 466725"/>
                      <a:gd name="connsiteY16" fmla="*/ 47625 h 209550"/>
                      <a:gd name="connsiteX17" fmla="*/ 60036 w 466725"/>
                      <a:gd name="connsiteY17" fmla="*/ 0 h 209550"/>
                      <a:gd name="connsiteX18" fmla="*/ 66704 w 466725"/>
                      <a:gd name="connsiteY18" fmla="*/ 26670 h 209550"/>
                      <a:gd name="connsiteX19" fmla="*/ 50511 w 466725"/>
                      <a:gd name="connsiteY19" fmla="*/ 24765 h 209550"/>
                      <a:gd name="connsiteX20" fmla="*/ 21936 w 466725"/>
                      <a:gd name="connsiteY20" fmla="*/ 37148 h 209550"/>
                      <a:gd name="connsiteX21" fmla="*/ 29 w 466725"/>
                      <a:gd name="connsiteY21" fmla="*/ 68580 h 209550"/>
                      <a:gd name="connsiteX22" fmla="*/ 42891 w 466725"/>
                      <a:gd name="connsiteY22" fmla="*/ 80010 h 209550"/>
                      <a:gd name="connsiteX23" fmla="*/ 96231 w 466725"/>
                      <a:gd name="connsiteY23" fmla="*/ 80010 h 209550"/>
                      <a:gd name="connsiteX24" fmla="*/ 87659 w 466725"/>
                      <a:gd name="connsiteY24" fmla="*/ 102870 h 209550"/>
                      <a:gd name="connsiteX25" fmla="*/ 64799 w 466725"/>
                      <a:gd name="connsiteY25" fmla="*/ 116205 h 209550"/>
                      <a:gd name="connsiteX26" fmla="*/ 14316 w 466725"/>
                      <a:gd name="connsiteY26" fmla="*/ 131445 h 209550"/>
                      <a:gd name="connsiteX27" fmla="*/ 78134 w 466725"/>
                      <a:gd name="connsiteY27" fmla="*/ 132398 h 209550"/>
                      <a:gd name="connsiteX28" fmla="*/ 93374 w 466725"/>
                      <a:gd name="connsiteY28" fmla="*/ 150495 h 209550"/>
                      <a:gd name="connsiteX29" fmla="*/ 106709 w 466725"/>
                      <a:gd name="connsiteY29" fmla="*/ 166688 h 209550"/>
                      <a:gd name="connsiteX30" fmla="*/ 91469 w 466725"/>
                      <a:gd name="connsiteY30" fmla="*/ 188595 h 209550"/>
                      <a:gd name="connsiteX31" fmla="*/ 69561 w 466725"/>
                      <a:gd name="connsiteY31" fmla="*/ 203835 h 209550"/>
                      <a:gd name="connsiteX32" fmla="*/ 125759 w 466725"/>
                      <a:gd name="connsiteY32" fmla="*/ 201930 h 209550"/>
                      <a:gd name="connsiteX33" fmla="*/ 173384 w 466725"/>
                      <a:gd name="connsiteY33" fmla="*/ 218123 h 209550"/>
                      <a:gd name="connsiteX34" fmla="*/ 192434 w 466725"/>
                      <a:gd name="connsiteY34" fmla="*/ 218123 h 209550"/>
                      <a:gd name="connsiteX35" fmla="*/ 282921 w 466725"/>
                      <a:gd name="connsiteY35" fmla="*/ 202883 h 209550"/>
                      <a:gd name="connsiteX36" fmla="*/ 288636 w 466725"/>
                      <a:gd name="connsiteY36" fmla="*/ 201930 h 209550"/>
                      <a:gd name="connsiteX37" fmla="*/ 288636 w 466725"/>
                      <a:gd name="connsiteY37" fmla="*/ 195263 h 209550"/>
                      <a:gd name="connsiteX38" fmla="*/ 331499 w 466725"/>
                      <a:gd name="connsiteY38" fmla="*/ 150495 h 209550"/>
                      <a:gd name="connsiteX39" fmla="*/ 369599 w 466725"/>
                      <a:gd name="connsiteY39" fmla="*/ 143828 h 209550"/>
                      <a:gd name="connsiteX40" fmla="*/ 384838 w 466725"/>
                      <a:gd name="connsiteY40" fmla="*/ 146685 h 209550"/>
                      <a:gd name="connsiteX41" fmla="*/ 402936 w 466725"/>
                      <a:gd name="connsiteY41" fmla="*/ 141923 h 209550"/>
                      <a:gd name="connsiteX42" fmla="*/ 451513 w 466725"/>
                      <a:gd name="connsiteY42" fmla="*/ 127635 h 209550"/>
                      <a:gd name="connsiteX43" fmla="*/ 465801 w 466725"/>
                      <a:gd name="connsiteY43" fmla="*/ 105728 h 209550"/>
                      <a:gd name="connsiteX44" fmla="*/ 442941 w 466725"/>
                      <a:gd name="connsiteY44" fmla="*/ 6858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66725" h="209550">
                        <a:moveTo>
                          <a:pt x="442941" y="68580"/>
                        </a:moveTo>
                        <a:cubicBezTo>
                          <a:pt x="438179" y="68580"/>
                          <a:pt x="434369" y="67628"/>
                          <a:pt x="430559" y="65723"/>
                        </a:cubicBezTo>
                        <a:cubicBezTo>
                          <a:pt x="423891" y="66675"/>
                          <a:pt x="417224" y="66675"/>
                          <a:pt x="410556" y="64770"/>
                        </a:cubicBezTo>
                        <a:cubicBezTo>
                          <a:pt x="387696" y="59055"/>
                          <a:pt x="375313" y="38100"/>
                          <a:pt x="376266" y="17145"/>
                        </a:cubicBezTo>
                        <a:cubicBezTo>
                          <a:pt x="370551" y="15240"/>
                          <a:pt x="363884" y="9525"/>
                          <a:pt x="357216" y="3810"/>
                        </a:cubicBezTo>
                        <a:cubicBezTo>
                          <a:pt x="348644" y="1905"/>
                          <a:pt x="341976" y="953"/>
                          <a:pt x="334356" y="0"/>
                        </a:cubicBezTo>
                        <a:cubicBezTo>
                          <a:pt x="331499" y="6668"/>
                          <a:pt x="335309" y="17145"/>
                          <a:pt x="333404" y="23813"/>
                        </a:cubicBezTo>
                        <a:cubicBezTo>
                          <a:pt x="330546" y="32385"/>
                          <a:pt x="307686" y="16193"/>
                          <a:pt x="307686" y="25718"/>
                        </a:cubicBezTo>
                        <a:cubicBezTo>
                          <a:pt x="307686" y="35243"/>
                          <a:pt x="298161" y="37148"/>
                          <a:pt x="289588" y="26670"/>
                        </a:cubicBezTo>
                        <a:cubicBezTo>
                          <a:pt x="281969" y="16193"/>
                          <a:pt x="263871" y="22860"/>
                          <a:pt x="263871" y="30480"/>
                        </a:cubicBezTo>
                        <a:cubicBezTo>
                          <a:pt x="264824" y="39053"/>
                          <a:pt x="256251" y="32385"/>
                          <a:pt x="241011" y="21908"/>
                        </a:cubicBezTo>
                        <a:cubicBezTo>
                          <a:pt x="225771" y="12383"/>
                          <a:pt x="210531" y="33338"/>
                          <a:pt x="211484" y="43815"/>
                        </a:cubicBezTo>
                        <a:cubicBezTo>
                          <a:pt x="212436" y="54293"/>
                          <a:pt x="205769" y="57150"/>
                          <a:pt x="193386" y="34290"/>
                        </a:cubicBezTo>
                        <a:cubicBezTo>
                          <a:pt x="181004" y="11430"/>
                          <a:pt x="166716" y="36195"/>
                          <a:pt x="173384" y="49530"/>
                        </a:cubicBezTo>
                        <a:cubicBezTo>
                          <a:pt x="180051" y="61913"/>
                          <a:pt x="177194" y="78105"/>
                          <a:pt x="167669" y="71438"/>
                        </a:cubicBezTo>
                        <a:cubicBezTo>
                          <a:pt x="158144" y="64770"/>
                          <a:pt x="144809" y="75248"/>
                          <a:pt x="139094" y="85725"/>
                        </a:cubicBezTo>
                        <a:cubicBezTo>
                          <a:pt x="133379" y="95250"/>
                          <a:pt x="112424" y="57150"/>
                          <a:pt x="127663" y="47625"/>
                        </a:cubicBezTo>
                        <a:cubicBezTo>
                          <a:pt x="142904" y="38100"/>
                          <a:pt x="80038" y="0"/>
                          <a:pt x="60036" y="0"/>
                        </a:cubicBezTo>
                        <a:cubicBezTo>
                          <a:pt x="40034" y="0"/>
                          <a:pt x="53369" y="15240"/>
                          <a:pt x="66704" y="26670"/>
                        </a:cubicBezTo>
                        <a:cubicBezTo>
                          <a:pt x="80038" y="38100"/>
                          <a:pt x="57179" y="35243"/>
                          <a:pt x="50511" y="24765"/>
                        </a:cubicBezTo>
                        <a:cubicBezTo>
                          <a:pt x="42891" y="15240"/>
                          <a:pt x="29556" y="22860"/>
                          <a:pt x="21936" y="37148"/>
                        </a:cubicBezTo>
                        <a:cubicBezTo>
                          <a:pt x="14316" y="51435"/>
                          <a:pt x="981" y="59055"/>
                          <a:pt x="29" y="68580"/>
                        </a:cubicBezTo>
                        <a:cubicBezTo>
                          <a:pt x="-924" y="78105"/>
                          <a:pt x="21936" y="88583"/>
                          <a:pt x="42891" y="80010"/>
                        </a:cubicBezTo>
                        <a:cubicBezTo>
                          <a:pt x="62894" y="70485"/>
                          <a:pt x="85754" y="69533"/>
                          <a:pt x="96231" y="80010"/>
                        </a:cubicBezTo>
                        <a:cubicBezTo>
                          <a:pt x="106709" y="90488"/>
                          <a:pt x="77181" y="95250"/>
                          <a:pt x="87659" y="102870"/>
                        </a:cubicBezTo>
                        <a:cubicBezTo>
                          <a:pt x="98136" y="111443"/>
                          <a:pt x="89563" y="118110"/>
                          <a:pt x="64799" y="116205"/>
                        </a:cubicBezTo>
                        <a:cubicBezTo>
                          <a:pt x="40034" y="114300"/>
                          <a:pt x="9554" y="121920"/>
                          <a:pt x="14316" y="131445"/>
                        </a:cubicBezTo>
                        <a:cubicBezTo>
                          <a:pt x="19079" y="140970"/>
                          <a:pt x="78134" y="123825"/>
                          <a:pt x="78134" y="132398"/>
                        </a:cubicBezTo>
                        <a:cubicBezTo>
                          <a:pt x="79086" y="141923"/>
                          <a:pt x="78134" y="157163"/>
                          <a:pt x="93374" y="150495"/>
                        </a:cubicBezTo>
                        <a:cubicBezTo>
                          <a:pt x="108613" y="143828"/>
                          <a:pt x="98136" y="162878"/>
                          <a:pt x="106709" y="166688"/>
                        </a:cubicBezTo>
                        <a:cubicBezTo>
                          <a:pt x="114329" y="170498"/>
                          <a:pt x="112424" y="186690"/>
                          <a:pt x="91469" y="188595"/>
                        </a:cubicBezTo>
                        <a:cubicBezTo>
                          <a:pt x="70513" y="189548"/>
                          <a:pt x="60036" y="194310"/>
                          <a:pt x="69561" y="203835"/>
                        </a:cubicBezTo>
                        <a:cubicBezTo>
                          <a:pt x="80991" y="216218"/>
                          <a:pt x="103851" y="207645"/>
                          <a:pt x="125759" y="201930"/>
                        </a:cubicBezTo>
                        <a:cubicBezTo>
                          <a:pt x="139094" y="198120"/>
                          <a:pt x="156238" y="207645"/>
                          <a:pt x="173384" y="218123"/>
                        </a:cubicBezTo>
                        <a:cubicBezTo>
                          <a:pt x="180051" y="218123"/>
                          <a:pt x="186719" y="218123"/>
                          <a:pt x="192434" y="218123"/>
                        </a:cubicBezTo>
                        <a:cubicBezTo>
                          <a:pt x="221961" y="215265"/>
                          <a:pt x="251488" y="209550"/>
                          <a:pt x="282921" y="202883"/>
                        </a:cubicBezTo>
                        <a:cubicBezTo>
                          <a:pt x="284826" y="202883"/>
                          <a:pt x="286731" y="201930"/>
                          <a:pt x="288636" y="201930"/>
                        </a:cubicBezTo>
                        <a:cubicBezTo>
                          <a:pt x="288636" y="200025"/>
                          <a:pt x="288636" y="197168"/>
                          <a:pt x="288636" y="195263"/>
                        </a:cubicBezTo>
                        <a:cubicBezTo>
                          <a:pt x="290541" y="170498"/>
                          <a:pt x="309591" y="154305"/>
                          <a:pt x="331499" y="150495"/>
                        </a:cubicBezTo>
                        <a:cubicBezTo>
                          <a:pt x="342929" y="143828"/>
                          <a:pt x="356263" y="141923"/>
                          <a:pt x="369599" y="143828"/>
                        </a:cubicBezTo>
                        <a:cubicBezTo>
                          <a:pt x="375313" y="144780"/>
                          <a:pt x="380076" y="145733"/>
                          <a:pt x="384838" y="146685"/>
                        </a:cubicBezTo>
                        <a:cubicBezTo>
                          <a:pt x="390554" y="143828"/>
                          <a:pt x="396269" y="142875"/>
                          <a:pt x="402936" y="141923"/>
                        </a:cubicBezTo>
                        <a:cubicBezTo>
                          <a:pt x="419129" y="135255"/>
                          <a:pt x="435321" y="130493"/>
                          <a:pt x="451513" y="127635"/>
                        </a:cubicBezTo>
                        <a:cubicBezTo>
                          <a:pt x="457229" y="120968"/>
                          <a:pt x="462944" y="112395"/>
                          <a:pt x="465801" y="105728"/>
                        </a:cubicBezTo>
                        <a:cubicBezTo>
                          <a:pt x="472469" y="94298"/>
                          <a:pt x="458181" y="68580"/>
                          <a:pt x="442941" y="68580"/>
                        </a:cubicBezTo>
                        <a:close/>
                      </a:path>
                    </a:pathLst>
                  </a:custGeom>
                  <a:solidFill>
                    <a:schemeClr val="bg1">
                      <a:lumMod val="85000"/>
                    </a:schemeClr>
                  </a:solidFill>
                  <a:ln w="7144" cap="flat">
                    <a:solidFill>
                      <a:srgbClr val="FFFFFF"/>
                    </a:solidFill>
                    <a:prstDash val="solid"/>
                    <a:miter/>
                  </a:ln>
                </p:spPr>
                <p:txBody>
                  <a:bodyPr rtlCol="0" anchor="ctr"/>
                  <a:lstStyle/>
                  <a:p>
                    <a:endParaRPr lang="en-ID">
                      <a:solidFill>
                        <a:schemeClr val="bg1">
                          <a:lumMod val="85000"/>
                        </a:schemeClr>
                      </a:solidFill>
                    </a:endParaRPr>
                  </a:p>
                </p:txBody>
              </p:sp>
              <p:sp>
                <p:nvSpPr>
                  <p:cNvPr id="780" name="Freeform: Shape 434">
                    <a:extLst>
                      <a:ext uri="{FF2B5EF4-FFF2-40B4-BE49-F238E27FC236}">
                        <a16:creationId xmlns:a16="http://schemas.microsoft.com/office/drawing/2014/main" id="{57ED089B-A689-8648-6AEA-A4A6B00A573C}"/>
                      </a:ext>
                    </a:extLst>
                  </p:cNvPr>
                  <p:cNvSpPr/>
                  <p:nvPr/>
                </p:nvSpPr>
                <p:spPr>
                  <a:xfrm>
                    <a:off x="14870537" y="5546576"/>
                    <a:ext cx="173201" cy="200550"/>
                  </a:xfrm>
                  <a:custGeom>
                    <a:avLst/>
                    <a:gdLst>
                      <a:gd name="connsiteX0" fmla="*/ 175886 w 180975"/>
                      <a:gd name="connsiteY0" fmla="*/ 81077 h 209550"/>
                      <a:gd name="connsiteX1" fmla="*/ 174933 w 180975"/>
                      <a:gd name="connsiteY1" fmla="*/ 73457 h 209550"/>
                      <a:gd name="connsiteX2" fmla="*/ 160646 w 180975"/>
                      <a:gd name="connsiteY2" fmla="*/ 59169 h 209550"/>
                      <a:gd name="connsiteX3" fmla="*/ 134928 w 180975"/>
                      <a:gd name="connsiteY3" fmla="*/ 67742 h 209550"/>
                      <a:gd name="connsiteX4" fmla="*/ 107305 w 180975"/>
                      <a:gd name="connsiteY4" fmla="*/ 61074 h 209550"/>
                      <a:gd name="connsiteX5" fmla="*/ 116830 w 180975"/>
                      <a:gd name="connsiteY5" fmla="*/ 33452 h 209550"/>
                      <a:gd name="connsiteX6" fmla="*/ 129213 w 180975"/>
                      <a:gd name="connsiteY6" fmla="*/ 5829 h 209550"/>
                      <a:gd name="connsiteX7" fmla="*/ 123498 w 180975"/>
                      <a:gd name="connsiteY7" fmla="*/ 4877 h 209550"/>
                      <a:gd name="connsiteX8" fmla="*/ 78730 w 180975"/>
                      <a:gd name="connsiteY8" fmla="*/ 14402 h 209550"/>
                      <a:gd name="connsiteX9" fmla="*/ 99686 w 180975"/>
                      <a:gd name="connsiteY9" fmla="*/ 37262 h 209550"/>
                      <a:gd name="connsiteX10" fmla="*/ 63491 w 180975"/>
                      <a:gd name="connsiteY10" fmla="*/ 57264 h 209550"/>
                      <a:gd name="connsiteX11" fmla="*/ 16818 w 180975"/>
                      <a:gd name="connsiteY11" fmla="*/ 58217 h 209550"/>
                      <a:gd name="connsiteX12" fmla="*/ 21580 w 180975"/>
                      <a:gd name="connsiteY12" fmla="*/ 94412 h 209550"/>
                      <a:gd name="connsiteX13" fmla="*/ 41583 w 180975"/>
                      <a:gd name="connsiteY13" fmla="*/ 128702 h 209550"/>
                      <a:gd name="connsiteX14" fmla="*/ 30153 w 180975"/>
                      <a:gd name="connsiteY14" fmla="*/ 168707 h 209550"/>
                      <a:gd name="connsiteX15" fmla="*/ 626 w 180975"/>
                      <a:gd name="connsiteY15" fmla="*/ 200139 h 209550"/>
                      <a:gd name="connsiteX16" fmla="*/ 1578 w 180975"/>
                      <a:gd name="connsiteY16" fmla="*/ 209664 h 209550"/>
                      <a:gd name="connsiteX17" fmla="*/ 112068 w 180975"/>
                      <a:gd name="connsiteY17" fmla="*/ 211569 h 209550"/>
                      <a:gd name="connsiteX18" fmla="*/ 120641 w 180975"/>
                      <a:gd name="connsiteY18" fmla="*/ 203949 h 209550"/>
                      <a:gd name="connsiteX19" fmla="*/ 174933 w 180975"/>
                      <a:gd name="connsiteY19" fmla="*/ 191567 h 209550"/>
                      <a:gd name="connsiteX20" fmla="*/ 175886 w 180975"/>
                      <a:gd name="connsiteY20" fmla="*/ 81077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975" h="209550">
                        <a:moveTo>
                          <a:pt x="175886" y="81077"/>
                        </a:moveTo>
                        <a:cubicBezTo>
                          <a:pt x="174933" y="78219"/>
                          <a:pt x="174933" y="75362"/>
                          <a:pt x="174933" y="73457"/>
                        </a:cubicBezTo>
                        <a:cubicBezTo>
                          <a:pt x="169218" y="68694"/>
                          <a:pt x="164455" y="63932"/>
                          <a:pt x="160646" y="59169"/>
                        </a:cubicBezTo>
                        <a:cubicBezTo>
                          <a:pt x="143501" y="38214"/>
                          <a:pt x="136833" y="55359"/>
                          <a:pt x="134928" y="67742"/>
                        </a:cubicBezTo>
                        <a:cubicBezTo>
                          <a:pt x="133023" y="80124"/>
                          <a:pt x="116830" y="63932"/>
                          <a:pt x="107305" y="61074"/>
                        </a:cubicBezTo>
                        <a:cubicBezTo>
                          <a:pt x="97780" y="59169"/>
                          <a:pt x="110163" y="38214"/>
                          <a:pt x="116830" y="33452"/>
                        </a:cubicBezTo>
                        <a:cubicBezTo>
                          <a:pt x="121593" y="29642"/>
                          <a:pt x="126355" y="20117"/>
                          <a:pt x="129213" y="5829"/>
                        </a:cubicBezTo>
                        <a:cubicBezTo>
                          <a:pt x="127308" y="5829"/>
                          <a:pt x="125403" y="5829"/>
                          <a:pt x="123498" y="4877"/>
                        </a:cubicBezTo>
                        <a:cubicBezTo>
                          <a:pt x="105401" y="-2743"/>
                          <a:pt x="79683" y="-2743"/>
                          <a:pt x="78730" y="14402"/>
                        </a:cubicBezTo>
                        <a:cubicBezTo>
                          <a:pt x="77778" y="32499"/>
                          <a:pt x="98733" y="25832"/>
                          <a:pt x="99686" y="37262"/>
                        </a:cubicBezTo>
                        <a:cubicBezTo>
                          <a:pt x="100638" y="48692"/>
                          <a:pt x="78730" y="45834"/>
                          <a:pt x="63491" y="57264"/>
                        </a:cubicBezTo>
                        <a:cubicBezTo>
                          <a:pt x="48251" y="68694"/>
                          <a:pt x="32058" y="49644"/>
                          <a:pt x="16818" y="58217"/>
                        </a:cubicBezTo>
                        <a:cubicBezTo>
                          <a:pt x="1578" y="66789"/>
                          <a:pt x="33963" y="76314"/>
                          <a:pt x="21580" y="94412"/>
                        </a:cubicBezTo>
                        <a:cubicBezTo>
                          <a:pt x="10151" y="112509"/>
                          <a:pt x="22533" y="111557"/>
                          <a:pt x="41583" y="128702"/>
                        </a:cubicBezTo>
                        <a:cubicBezTo>
                          <a:pt x="61586" y="145847"/>
                          <a:pt x="30153" y="149657"/>
                          <a:pt x="30153" y="168707"/>
                        </a:cubicBezTo>
                        <a:cubicBezTo>
                          <a:pt x="30153" y="187757"/>
                          <a:pt x="6341" y="186804"/>
                          <a:pt x="626" y="200139"/>
                        </a:cubicBezTo>
                        <a:cubicBezTo>
                          <a:pt x="-327" y="202997"/>
                          <a:pt x="-327" y="205854"/>
                          <a:pt x="1578" y="209664"/>
                        </a:cubicBezTo>
                        <a:cubicBezTo>
                          <a:pt x="38726" y="209664"/>
                          <a:pt x="75873" y="211569"/>
                          <a:pt x="112068" y="211569"/>
                        </a:cubicBezTo>
                        <a:cubicBezTo>
                          <a:pt x="114926" y="208712"/>
                          <a:pt x="117783" y="206807"/>
                          <a:pt x="120641" y="203949"/>
                        </a:cubicBezTo>
                        <a:cubicBezTo>
                          <a:pt x="142548" y="181089"/>
                          <a:pt x="154930" y="202997"/>
                          <a:pt x="174933" y="191567"/>
                        </a:cubicBezTo>
                        <a:cubicBezTo>
                          <a:pt x="195888" y="180137"/>
                          <a:pt x="183505" y="98222"/>
                          <a:pt x="175886" y="81077"/>
                        </a:cubicBezTo>
                        <a:close/>
                      </a:path>
                    </a:pathLst>
                  </a:custGeom>
                  <a:solidFill>
                    <a:schemeClr val="accent1"/>
                  </a:solidFill>
                  <a:ln w="7144" cap="flat">
                    <a:solidFill>
                      <a:srgbClr val="FFFFFF"/>
                    </a:solidFill>
                    <a:prstDash val="solid"/>
                    <a:miter/>
                  </a:ln>
                </p:spPr>
                <p:txBody>
                  <a:bodyPr rtlCol="0" anchor="ctr"/>
                  <a:lstStyle/>
                  <a:p>
                    <a:endParaRPr lang="en-ID"/>
                  </a:p>
                </p:txBody>
              </p:sp>
              <p:grpSp>
                <p:nvGrpSpPr>
                  <p:cNvPr id="781" name="Group 435">
                    <a:extLst>
                      <a:ext uri="{FF2B5EF4-FFF2-40B4-BE49-F238E27FC236}">
                        <a16:creationId xmlns:a16="http://schemas.microsoft.com/office/drawing/2014/main" id="{5D6468F0-F6A0-2EC1-90BB-5855D45B7A77}"/>
                      </a:ext>
                    </a:extLst>
                  </p:cNvPr>
                  <p:cNvGrpSpPr/>
                  <p:nvPr/>
                </p:nvGrpSpPr>
                <p:grpSpPr>
                  <a:xfrm>
                    <a:off x="14944974" y="4371173"/>
                    <a:ext cx="2236123" cy="2340321"/>
                    <a:chOff x="14944974" y="4371173"/>
                    <a:chExt cx="2236123" cy="2340321"/>
                  </a:xfrm>
                  <a:grpFill/>
                </p:grpSpPr>
                <p:sp>
                  <p:nvSpPr>
                    <p:cNvPr id="782" name="Freeform: Shape 436">
                      <a:extLst>
                        <a:ext uri="{FF2B5EF4-FFF2-40B4-BE49-F238E27FC236}">
                          <a16:creationId xmlns:a16="http://schemas.microsoft.com/office/drawing/2014/main" id="{ABF14FCD-FA4E-A058-F7F7-98511D62A6BC}"/>
                        </a:ext>
                      </a:extLst>
                    </p:cNvPr>
                    <p:cNvSpPr/>
                    <p:nvPr/>
                  </p:nvSpPr>
                  <p:spPr>
                    <a:xfrm>
                      <a:off x="16397131" y="6322445"/>
                      <a:ext cx="783966" cy="328170"/>
                    </a:xfrm>
                    <a:custGeom>
                      <a:avLst/>
                      <a:gdLst>
                        <a:gd name="connsiteX0" fmla="*/ 802005 w 819150"/>
                        <a:gd name="connsiteY0" fmla="*/ 241935 h 342900"/>
                        <a:gd name="connsiteX1" fmla="*/ 802005 w 819150"/>
                        <a:gd name="connsiteY1" fmla="*/ 191453 h 342900"/>
                        <a:gd name="connsiteX2" fmla="*/ 800100 w 819150"/>
                        <a:gd name="connsiteY2" fmla="*/ 151447 h 342900"/>
                        <a:gd name="connsiteX3" fmla="*/ 811530 w 819150"/>
                        <a:gd name="connsiteY3" fmla="*/ 126683 h 342900"/>
                        <a:gd name="connsiteX4" fmla="*/ 802957 w 819150"/>
                        <a:gd name="connsiteY4" fmla="*/ 109538 h 342900"/>
                        <a:gd name="connsiteX5" fmla="*/ 768668 w 819150"/>
                        <a:gd name="connsiteY5" fmla="*/ 94297 h 342900"/>
                        <a:gd name="connsiteX6" fmla="*/ 757238 w 819150"/>
                        <a:gd name="connsiteY6" fmla="*/ 53340 h 342900"/>
                        <a:gd name="connsiteX7" fmla="*/ 725805 w 819150"/>
                        <a:gd name="connsiteY7" fmla="*/ 26670 h 342900"/>
                        <a:gd name="connsiteX8" fmla="*/ 680085 w 819150"/>
                        <a:gd name="connsiteY8" fmla="*/ 28575 h 342900"/>
                        <a:gd name="connsiteX9" fmla="*/ 598170 w 819150"/>
                        <a:gd name="connsiteY9" fmla="*/ 58103 h 342900"/>
                        <a:gd name="connsiteX10" fmla="*/ 521018 w 819150"/>
                        <a:gd name="connsiteY10" fmla="*/ 60008 h 342900"/>
                        <a:gd name="connsiteX11" fmla="*/ 468630 w 819150"/>
                        <a:gd name="connsiteY11" fmla="*/ 41910 h 342900"/>
                        <a:gd name="connsiteX12" fmla="*/ 429578 w 819150"/>
                        <a:gd name="connsiteY12" fmla="*/ 22860 h 342900"/>
                        <a:gd name="connsiteX13" fmla="*/ 363855 w 819150"/>
                        <a:gd name="connsiteY13" fmla="*/ 3810 h 342900"/>
                        <a:gd name="connsiteX14" fmla="*/ 229553 w 819150"/>
                        <a:gd name="connsiteY14" fmla="*/ 48578 h 342900"/>
                        <a:gd name="connsiteX15" fmla="*/ 132398 w 819150"/>
                        <a:gd name="connsiteY15" fmla="*/ 54293 h 342900"/>
                        <a:gd name="connsiteX16" fmla="*/ 110490 w 819150"/>
                        <a:gd name="connsiteY16" fmla="*/ 91440 h 342900"/>
                        <a:gd name="connsiteX17" fmla="*/ 18098 w 819150"/>
                        <a:gd name="connsiteY17" fmla="*/ 100013 h 342900"/>
                        <a:gd name="connsiteX18" fmla="*/ 8573 w 819150"/>
                        <a:gd name="connsiteY18" fmla="*/ 135255 h 342900"/>
                        <a:gd name="connsiteX19" fmla="*/ 26670 w 819150"/>
                        <a:gd name="connsiteY19" fmla="*/ 148590 h 342900"/>
                        <a:gd name="connsiteX20" fmla="*/ 30480 w 819150"/>
                        <a:gd name="connsiteY20" fmla="*/ 183833 h 342900"/>
                        <a:gd name="connsiteX21" fmla="*/ 31432 w 819150"/>
                        <a:gd name="connsiteY21" fmla="*/ 217170 h 342900"/>
                        <a:gd name="connsiteX22" fmla="*/ 31432 w 819150"/>
                        <a:gd name="connsiteY22" fmla="*/ 242888 h 342900"/>
                        <a:gd name="connsiteX23" fmla="*/ 53340 w 819150"/>
                        <a:gd name="connsiteY23" fmla="*/ 267653 h 342900"/>
                        <a:gd name="connsiteX24" fmla="*/ 81915 w 819150"/>
                        <a:gd name="connsiteY24" fmla="*/ 286703 h 342900"/>
                        <a:gd name="connsiteX25" fmla="*/ 103823 w 819150"/>
                        <a:gd name="connsiteY25" fmla="*/ 293370 h 342900"/>
                        <a:gd name="connsiteX26" fmla="*/ 131445 w 819150"/>
                        <a:gd name="connsiteY26" fmla="*/ 323850 h 342900"/>
                        <a:gd name="connsiteX27" fmla="*/ 188595 w 819150"/>
                        <a:gd name="connsiteY27" fmla="*/ 312420 h 342900"/>
                        <a:gd name="connsiteX28" fmla="*/ 224790 w 819150"/>
                        <a:gd name="connsiteY28" fmla="*/ 294322 h 342900"/>
                        <a:gd name="connsiteX29" fmla="*/ 284798 w 819150"/>
                        <a:gd name="connsiteY29" fmla="*/ 332422 h 342900"/>
                        <a:gd name="connsiteX30" fmla="*/ 330518 w 819150"/>
                        <a:gd name="connsiteY30" fmla="*/ 323850 h 342900"/>
                        <a:gd name="connsiteX31" fmla="*/ 371475 w 819150"/>
                        <a:gd name="connsiteY31" fmla="*/ 295275 h 342900"/>
                        <a:gd name="connsiteX32" fmla="*/ 405765 w 819150"/>
                        <a:gd name="connsiteY32" fmla="*/ 304800 h 342900"/>
                        <a:gd name="connsiteX33" fmla="*/ 440055 w 819150"/>
                        <a:gd name="connsiteY33" fmla="*/ 295275 h 342900"/>
                        <a:gd name="connsiteX34" fmla="*/ 428625 w 819150"/>
                        <a:gd name="connsiteY34" fmla="*/ 333375 h 342900"/>
                        <a:gd name="connsiteX35" fmla="*/ 429578 w 819150"/>
                        <a:gd name="connsiteY35" fmla="*/ 349568 h 342900"/>
                        <a:gd name="connsiteX36" fmla="*/ 455295 w 819150"/>
                        <a:gd name="connsiteY36" fmla="*/ 316230 h 342900"/>
                        <a:gd name="connsiteX37" fmla="*/ 472440 w 819150"/>
                        <a:gd name="connsiteY37" fmla="*/ 304800 h 342900"/>
                        <a:gd name="connsiteX38" fmla="*/ 512445 w 819150"/>
                        <a:gd name="connsiteY38" fmla="*/ 304800 h 342900"/>
                        <a:gd name="connsiteX39" fmla="*/ 540068 w 819150"/>
                        <a:gd name="connsiteY39" fmla="*/ 299085 h 342900"/>
                        <a:gd name="connsiteX40" fmla="*/ 590550 w 819150"/>
                        <a:gd name="connsiteY40" fmla="*/ 300990 h 342900"/>
                        <a:gd name="connsiteX41" fmla="*/ 649605 w 819150"/>
                        <a:gd name="connsiteY41" fmla="*/ 281940 h 342900"/>
                        <a:gd name="connsiteX42" fmla="*/ 698182 w 819150"/>
                        <a:gd name="connsiteY42" fmla="*/ 274320 h 342900"/>
                        <a:gd name="connsiteX43" fmla="*/ 714375 w 819150"/>
                        <a:gd name="connsiteY43" fmla="*/ 280035 h 342900"/>
                        <a:gd name="connsiteX44" fmla="*/ 734378 w 819150"/>
                        <a:gd name="connsiteY44" fmla="*/ 263843 h 342900"/>
                        <a:gd name="connsiteX45" fmla="*/ 773430 w 819150"/>
                        <a:gd name="connsiteY45" fmla="*/ 272415 h 342900"/>
                        <a:gd name="connsiteX46" fmla="*/ 820103 w 819150"/>
                        <a:gd name="connsiteY46" fmla="*/ 280035 h 342900"/>
                        <a:gd name="connsiteX47" fmla="*/ 802005 w 819150"/>
                        <a:gd name="connsiteY47" fmla="*/ 241935 h 342900"/>
                        <a:gd name="connsiteX48" fmla="*/ 66675 w 819150"/>
                        <a:gd name="connsiteY48" fmla="*/ 60008 h 342900"/>
                        <a:gd name="connsiteX49" fmla="*/ 125730 w 819150"/>
                        <a:gd name="connsiteY49" fmla="*/ 53340 h 342900"/>
                        <a:gd name="connsiteX50" fmla="*/ 92393 w 819150"/>
                        <a:gd name="connsiteY50" fmla="*/ 24765 h 342900"/>
                        <a:gd name="connsiteX51" fmla="*/ 81915 w 819150"/>
                        <a:gd name="connsiteY51" fmla="*/ 0 h 342900"/>
                        <a:gd name="connsiteX52" fmla="*/ 63818 w 819150"/>
                        <a:gd name="connsiteY52" fmla="*/ 3810 h 342900"/>
                        <a:gd name="connsiteX53" fmla="*/ 19050 w 819150"/>
                        <a:gd name="connsiteY53" fmla="*/ 3810 h 342900"/>
                        <a:gd name="connsiteX54" fmla="*/ 22860 w 819150"/>
                        <a:gd name="connsiteY54" fmla="*/ 35243 h 342900"/>
                        <a:gd name="connsiteX55" fmla="*/ 10478 w 819150"/>
                        <a:gd name="connsiteY55" fmla="*/ 57150 h 342900"/>
                        <a:gd name="connsiteX56" fmla="*/ 0 w 819150"/>
                        <a:gd name="connsiteY56" fmla="*/ 73343 h 342900"/>
                        <a:gd name="connsiteX57" fmla="*/ 25718 w 819150"/>
                        <a:gd name="connsiteY57" fmla="*/ 86678 h 342900"/>
                        <a:gd name="connsiteX58" fmla="*/ 66675 w 819150"/>
                        <a:gd name="connsiteY58" fmla="*/ 60008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19150" h="342900">
                          <a:moveTo>
                            <a:pt x="802005" y="241935"/>
                          </a:moveTo>
                          <a:cubicBezTo>
                            <a:pt x="795338" y="240030"/>
                            <a:pt x="805815" y="199072"/>
                            <a:pt x="802005" y="191453"/>
                          </a:cubicBezTo>
                          <a:cubicBezTo>
                            <a:pt x="798195" y="183833"/>
                            <a:pt x="789623" y="151447"/>
                            <a:pt x="800100" y="151447"/>
                          </a:cubicBezTo>
                          <a:cubicBezTo>
                            <a:pt x="809625" y="151447"/>
                            <a:pt x="799148" y="128588"/>
                            <a:pt x="811530" y="126683"/>
                          </a:cubicBezTo>
                          <a:cubicBezTo>
                            <a:pt x="808673" y="119063"/>
                            <a:pt x="805815" y="111443"/>
                            <a:pt x="802957" y="109538"/>
                          </a:cubicBezTo>
                          <a:cubicBezTo>
                            <a:pt x="796290" y="103822"/>
                            <a:pt x="777240" y="115253"/>
                            <a:pt x="768668" y="94297"/>
                          </a:cubicBezTo>
                          <a:cubicBezTo>
                            <a:pt x="761048" y="73343"/>
                            <a:pt x="768668" y="70485"/>
                            <a:pt x="757238" y="53340"/>
                          </a:cubicBezTo>
                          <a:cubicBezTo>
                            <a:pt x="745807" y="36195"/>
                            <a:pt x="740093" y="19050"/>
                            <a:pt x="725805" y="26670"/>
                          </a:cubicBezTo>
                          <a:cubicBezTo>
                            <a:pt x="719138" y="29528"/>
                            <a:pt x="700088" y="29528"/>
                            <a:pt x="680085" y="28575"/>
                          </a:cubicBezTo>
                          <a:cubicBezTo>
                            <a:pt x="659130" y="49530"/>
                            <a:pt x="612457" y="63818"/>
                            <a:pt x="598170" y="58103"/>
                          </a:cubicBezTo>
                          <a:cubicBezTo>
                            <a:pt x="580073" y="51435"/>
                            <a:pt x="546735" y="60008"/>
                            <a:pt x="521018" y="60008"/>
                          </a:cubicBezTo>
                          <a:cubicBezTo>
                            <a:pt x="495300" y="60008"/>
                            <a:pt x="488632" y="40005"/>
                            <a:pt x="468630" y="41910"/>
                          </a:cubicBezTo>
                          <a:cubicBezTo>
                            <a:pt x="448628" y="42863"/>
                            <a:pt x="448628" y="22860"/>
                            <a:pt x="429578" y="22860"/>
                          </a:cubicBezTo>
                          <a:cubicBezTo>
                            <a:pt x="409575" y="22860"/>
                            <a:pt x="424815" y="12383"/>
                            <a:pt x="363855" y="3810"/>
                          </a:cubicBezTo>
                          <a:cubicBezTo>
                            <a:pt x="301943" y="-4763"/>
                            <a:pt x="249555" y="29528"/>
                            <a:pt x="229553" y="48578"/>
                          </a:cubicBezTo>
                          <a:cubicBezTo>
                            <a:pt x="209550" y="66675"/>
                            <a:pt x="139065" y="49530"/>
                            <a:pt x="132398" y="54293"/>
                          </a:cubicBezTo>
                          <a:cubicBezTo>
                            <a:pt x="125730" y="59055"/>
                            <a:pt x="133350" y="80963"/>
                            <a:pt x="110490" y="91440"/>
                          </a:cubicBezTo>
                          <a:cubicBezTo>
                            <a:pt x="86678" y="100965"/>
                            <a:pt x="35243" y="91440"/>
                            <a:pt x="18098" y="100013"/>
                          </a:cubicBezTo>
                          <a:cubicBezTo>
                            <a:pt x="0" y="108585"/>
                            <a:pt x="-5715" y="136208"/>
                            <a:pt x="8573" y="135255"/>
                          </a:cubicBezTo>
                          <a:cubicBezTo>
                            <a:pt x="23813" y="133350"/>
                            <a:pt x="31432" y="141922"/>
                            <a:pt x="26670" y="148590"/>
                          </a:cubicBezTo>
                          <a:cubicBezTo>
                            <a:pt x="21907" y="155258"/>
                            <a:pt x="39053" y="175260"/>
                            <a:pt x="30480" y="183833"/>
                          </a:cubicBezTo>
                          <a:cubicBezTo>
                            <a:pt x="21907" y="192405"/>
                            <a:pt x="20955" y="208597"/>
                            <a:pt x="31432" y="217170"/>
                          </a:cubicBezTo>
                          <a:cubicBezTo>
                            <a:pt x="41910" y="225743"/>
                            <a:pt x="43815" y="240983"/>
                            <a:pt x="31432" y="242888"/>
                          </a:cubicBezTo>
                          <a:cubicBezTo>
                            <a:pt x="19050" y="244793"/>
                            <a:pt x="53340" y="260985"/>
                            <a:pt x="53340" y="267653"/>
                          </a:cubicBezTo>
                          <a:cubicBezTo>
                            <a:pt x="54293" y="274320"/>
                            <a:pt x="81915" y="278130"/>
                            <a:pt x="81915" y="286703"/>
                          </a:cubicBezTo>
                          <a:cubicBezTo>
                            <a:pt x="81915" y="295275"/>
                            <a:pt x="90488" y="298133"/>
                            <a:pt x="103823" y="293370"/>
                          </a:cubicBezTo>
                          <a:cubicBezTo>
                            <a:pt x="117157" y="289560"/>
                            <a:pt x="122873" y="309563"/>
                            <a:pt x="131445" y="323850"/>
                          </a:cubicBezTo>
                          <a:cubicBezTo>
                            <a:pt x="140018" y="338138"/>
                            <a:pt x="188595" y="327660"/>
                            <a:pt x="188595" y="312420"/>
                          </a:cubicBezTo>
                          <a:cubicBezTo>
                            <a:pt x="188595" y="297180"/>
                            <a:pt x="202882" y="292418"/>
                            <a:pt x="224790" y="294322"/>
                          </a:cubicBezTo>
                          <a:cubicBezTo>
                            <a:pt x="246698" y="296228"/>
                            <a:pt x="274320" y="328613"/>
                            <a:pt x="284798" y="332422"/>
                          </a:cubicBezTo>
                          <a:cubicBezTo>
                            <a:pt x="295275" y="336233"/>
                            <a:pt x="317182" y="323850"/>
                            <a:pt x="330518" y="323850"/>
                          </a:cubicBezTo>
                          <a:cubicBezTo>
                            <a:pt x="343853" y="323850"/>
                            <a:pt x="363855" y="300990"/>
                            <a:pt x="371475" y="295275"/>
                          </a:cubicBezTo>
                          <a:cubicBezTo>
                            <a:pt x="379095" y="290513"/>
                            <a:pt x="393382" y="311468"/>
                            <a:pt x="405765" y="304800"/>
                          </a:cubicBezTo>
                          <a:cubicBezTo>
                            <a:pt x="418148" y="298133"/>
                            <a:pt x="431482" y="289560"/>
                            <a:pt x="440055" y="295275"/>
                          </a:cubicBezTo>
                          <a:cubicBezTo>
                            <a:pt x="447675" y="300038"/>
                            <a:pt x="421005" y="321945"/>
                            <a:pt x="428625" y="333375"/>
                          </a:cubicBezTo>
                          <a:cubicBezTo>
                            <a:pt x="431482" y="338138"/>
                            <a:pt x="430530" y="343853"/>
                            <a:pt x="429578" y="349568"/>
                          </a:cubicBezTo>
                          <a:cubicBezTo>
                            <a:pt x="456248" y="345758"/>
                            <a:pt x="454343" y="325755"/>
                            <a:pt x="455295" y="316230"/>
                          </a:cubicBezTo>
                          <a:cubicBezTo>
                            <a:pt x="457200" y="306705"/>
                            <a:pt x="463868" y="297180"/>
                            <a:pt x="472440" y="304800"/>
                          </a:cubicBezTo>
                          <a:cubicBezTo>
                            <a:pt x="481013" y="312420"/>
                            <a:pt x="493395" y="314325"/>
                            <a:pt x="512445" y="304800"/>
                          </a:cubicBezTo>
                          <a:cubicBezTo>
                            <a:pt x="531495" y="295275"/>
                            <a:pt x="533400" y="289560"/>
                            <a:pt x="540068" y="299085"/>
                          </a:cubicBezTo>
                          <a:cubicBezTo>
                            <a:pt x="546735" y="308610"/>
                            <a:pt x="562928" y="300990"/>
                            <a:pt x="590550" y="300990"/>
                          </a:cubicBezTo>
                          <a:cubicBezTo>
                            <a:pt x="618173" y="300990"/>
                            <a:pt x="623888" y="280035"/>
                            <a:pt x="649605" y="281940"/>
                          </a:cubicBezTo>
                          <a:cubicBezTo>
                            <a:pt x="675323" y="283845"/>
                            <a:pt x="698182" y="274320"/>
                            <a:pt x="698182" y="274320"/>
                          </a:cubicBezTo>
                          <a:lnTo>
                            <a:pt x="714375" y="280035"/>
                          </a:lnTo>
                          <a:cubicBezTo>
                            <a:pt x="721043" y="273368"/>
                            <a:pt x="721043" y="265747"/>
                            <a:pt x="734378" y="263843"/>
                          </a:cubicBezTo>
                          <a:cubicBezTo>
                            <a:pt x="755332" y="260985"/>
                            <a:pt x="762953" y="278130"/>
                            <a:pt x="773430" y="272415"/>
                          </a:cubicBezTo>
                          <a:cubicBezTo>
                            <a:pt x="783907" y="266700"/>
                            <a:pt x="817245" y="304800"/>
                            <a:pt x="820103" y="280035"/>
                          </a:cubicBezTo>
                          <a:cubicBezTo>
                            <a:pt x="824865" y="274320"/>
                            <a:pt x="809625" y="243840"/>
                            <a:pt x="802005" y="241935"/>
                          </a:cubicBezTo>
                          <a:close/>
                          <a:moveTo>
                            <a:pt x="66675" y="60008"/>
                          </a:moveTo>
                          <a:cubicBezTo>
                            <a:pt x="81915" y="53340"/>
                            <a:pt x="117157" y="61913"/>
                            <a:pt x="125730" y="53340"/>
                          </a:cubicBezTo>
                          <a:cubicBezTo>
                            <a:pt x="134303" y="44768"/>
                            <a:pt x="103823" y="34290"/>
                            <a:pt x="92393" y="24765"/>
                          </a:cubicBezTo>
                          <a:cubicBezTo>
                            <a:pt x="85725" y="19050"/>
                            <a:pt x="83820" y="8572"/>
                            <a:pt x="81915" y="0"/>
                          </a:cubicBezTo>
                          <a:cubicBezTo>
                            <a:pt x="77153" y="3810"/>
                            <a:pt x="70485" y="6668"/>
                            <a:pt x="63818" y="3810"/>
                          </a:cubicBezTo>
                          <a:cubicBezTo>
                            <a:pt x="52388" y="-2857"/>
                            <a:pt x="23813" y="1905"/>
                            <a:pt x="19050" y="3810"/>
                          </a:cubicBezTo>
                          <a:cubicBezTo>
                            <a:pt x="14288" y="5715"/>
                            <a:pt x="22860" y="23813"/>
                            <a:pt x="22860" y="35243"/>
                          </a:cubicBezTo>
                          <a:cubicBezTo>
                            <a:pt x="22860" y="46672"/>
                            <a:pt x="10478" y="50483"/>
                            <a:pt x="10478" y="57150"/>
                          </a:cubicBezTo>
                          <a:cubicBezTo>
                            <a:pt x="10478" y="62865"/>
                            <a:pt x="5715" y="66675"/>
                            <a:pt x="0" y="73343"/>
                          </a:cubicBezTo>
                          <a:cubicBezTo>
                            <a:pt x="8573" y="80010"/>
                            <a:pt x="17145" y="86678"/>
                            <a:pt x="25718" y="86678"/>
                          </a:cubicBezTo>
                          <a:cubicBezTo>
                            <a:pt x="43815" y="87630"/>
                            <a:pt x="50482" y="66675"/>
                            <a:pt x="66675" y="6000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83" name="Freeform: Shape 437">
                      <a:extLst>
                        <a:ext uri="{FF2B5EF4-FFF2-40B4-BE49-F238E27FC236}">
                          <a16:creationId xmlns:a16="http://schemas.microsoft.com/office/drawing/2014/main" id="{F98768B7-2C9D-82D4-8B83-B64C3635EFC6}"/>
                        </a:ext>
                      </a:extLst>
                    </p:cNvPr>
                    <p:cNvSpPr/>
                    <p:nvPr/>
                  </p:nvSpPr>
                  <p:spPr>
                    <a:xfrm>
                      <a:off x="15911270" y="5560517"/>
                      <a:ext cx="401098" cy="346403"/>
                    </a:xfrm>
                    <a:custGeom>
                      <a:avLst/>
                      <a:gdLst>
                        <a:gd name="connsiteX0" fmla="*/ 4747 w 419100"/>
                        <a:gd name="connsiteY0" fmla="*/ 75082 h 361950"/>
                        <a:gd name="connsiteX1" fmla="*/ 3795 w 419100"/>
                        <a:gd name="connsiteY1" fmla="*/ 124612 h 361950"/>
                        <a:gd name="connsiteX2" fmla="*/ 6652 w 419100"/>
                        <a:gd name="connsiteY2" fmla="*/ 143662 h 361950"/>
                        <a:gd name="connsiteX3" fmla="*/ 16177 w 419100"/>
                        <a:gd name="connsiteY3" fmla="*/ 166522 h 361950"/>
                        <a:gd name="connsiteX4" fmla="*/ 21892 w 419100"/>
                        <a:gd name="connsiteY4" fmla="*/ 192240 h 361950"/>
                        <a:gd name="connsiteX5" fmla="*/ 32370 w 419100"/>
                        <a:gd name="connsiteY5" fmla="*/ 230340 h 361950"/>
                        <a:gd name="connsiteX6" fmla="*/ 33322 w 419100"/>
                        <a:gd name="connsiteY6" fmla="*/ 251295 h 361950"/>
                        <a:gd name="connsiteX7" fmla="*/ 59040 w 419100"/>
                        <a:gd name="connsiteY7" fmla="*/ 267487 h 361950"/>
                        <a:gd name="connsiteX8" fmla="*/ 88567 w 419100"/>
                        <a:gd name="connsiteY8" fmla="*/ 289395 h 361950"/>
                        <a:gd name="connsiteX9" fmla="*/ 112380 w 419100"/>
                        <a:gd name="connsiteY9" fmla="*/ 300825 h 361950"/>
                        <a:gd name="connsiteX10" fmla="*/ 137145 w 419100"/>
                        <a:gd name="connsiteY10" fmla="*/ 296062 h 361950"/>
                        <a:gd name="connsiteX11" fmla="*/ 148575 w 419100"/>
                        <a:gd name="connsiteY11" fmla="*/ 313207 h 361950"/>
                        <a:gd name="connsiteX12" fmla="*/ 178102 w 419100"/>
                        <a:gd name="connsiteY12" fmla="*/ 320827 h 361950"/>
                        <a:gd name="connsiteX13" fmla="*/ 198105 w 419100"/>
                        <a:gd name="connsiteY13" fmla="*/ 349402 h 361950"/>
                        <a:gd name="connsiteX14" fmla="*/ 224775 w 419100"/>
                        <a:gd name="connsiteY14" fmla="*/ 346545 h 361950"/>
                        <a:gd name="connsiteX15" fmla="*/ 262875 w 419100"/>
                        <a:gd name="connsiteY15" fmla="*/ 351307 h 361950"/>
                        <a:gd name="connsiteX16" fmla="*/ 296212 w 419100"/>
                        <a:gd name="connsiteY16" fmla="*/ 354165 h 361950"/>
                        <a:gd name="connsiteX17" fmla="*/ 334312 w 419100"/>
                        <a:gd name="connsiteY17" fmla="*/ 363690 h 361950"/>
                        <a:gd name="connsiteX18" fmla="*/ 360030 w 419100"/>
                        <a:gd name="connsiteY18" fmla="*/ 370357 h 361950"/>
                        <a:gd name="connsiteX19" fmla="*/ 358125 w 419100"/>
                        <a:gd name="connsiteY19" fmla="*/ 338925 h 361950"/>
                        <a:gd name="connsiteX20" fmla="*/ 399083 w 419100"/>
                        <a:gd name="connsiteY20" fmla="*/ 293205 h 361950"/>
                        <a:gd name="connsiteX21" fmla="*/ 419085 w 419100"/>
                        <a:gd name="connsiteY21" fmla="*/ 276060 h 361950"/>
                        <a:gd name="connsiteX22" fmla="*/ 400987 w 419100"/>
                        <a:gd name="connsiteY22" fmla="*/ 229387 h 361950"/>
                        <a:gd name="connsiteX23" fmla="*/ 398130 w 419100"/>
                        <a:gd name="connsiteY23" fmla="*/ 187477 h 361950"/>
                        <a:gd name="connsiteX24" fmla="*/ 383842 w 419100"/>
                        <a:gd name="connsiteY24" fmla="*/ 162712 h 361950"/>
                        <a:gd name="connsiteX25" fmla="*/ 409560 w 419100"/>
                        <a:gd name="connsiteY25" fmla="*/ 137947 h 361950"/>
                        <a:gd name="connsiteX26" fmla="*/ 407655 w 419100"/>
                        <a:gd name="connsiteY26" fmla="*/ 96990 h 361950"/>
                        <a:gd name="connsiteX27" fmla="*/ 400987 w 419100"/>
                        <a:gd name="connsiteY27" fmla="*/ 60795 h 361950"/>
                        <a:gd name="connsiteX28" fmla="*/ 366697 w 419100"/>
                        <a:gd name="connsiteY28" fmla="*/ 34125 h 361950"/>
                        <a:gd name="connsiteX29" fmla="*/ 364792 w 419100"/>
                        <a:gd name="connsiteY29" fmla="*/ 32220 h 361950"/>
                        <a:gd name="connsiteX30" fmla="*/ 249540 w 419100"/>
                        <a:gd name="connsiteY30" fmla="*/ 27457 h 361950"/>
                        <a:gd name="connsiteX31" fmla="*/ 227633 w 419100"/>
                        <a:gd name="connsiteY31" fmla="*/ 18885 h 361950"/>
                        <a:gd name="connsiteX32" fmla="*/ 203820 w 419100"/>
                        <a:gd name="connsiteY32" fmla="*/ 32220 h 361950"/>
                        <a:gd name="connsiteX33" fmla="*/ 182865 w 419100"/>
                        <a:gd name="connsiteY33" fmla="*/ 2692 h 361950"/>
                        <a:gd name="connsiteX34" fmla="*/ 85710 w 419100"/>
                        <a:gd name="connsiteY34" fmla="*/ 32220 h 361950"/>
                        <a:gd name="connsiteX35" fmla="*/ 17130 w 419100"/>
                        <a:gd name="connsiteY35" fmla="*/ 57937 h 361950"/>
                        <a:gd name="connsiteX36" fmla="*/ 4747 w 419100"/>
                        <a:gd name="connsiteY36" fmla="*/ 68415 h 361950"/>
                        <a:gd name="connsiteX37" fmla="*/ 4747 w 419100"/>
                        <a:gd name="connsiteY37" fmla="*/ 75082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19100" h="361950">
                          <a:moveTo>
                            <a:pt x="4747" y="75082"/>
                          </a:moveTo>
                          <a:cubicBezTo>
                            <a:pt x="7605" y="83655"/>
                            <a:pt x="10462" y="113182"/>
                            <a:pt x="3795" y="124612"/>
                          </a:cubicBezTo>
                          <a:cubicBezTo>
                            <a:pt x="-2873" y="136042"/>
                            <a:pt x="-15" y="139852"/>
                            <a:pt x="6652" y="143662"/>
                          </a:cubicBezTo>
                          <a:cubicBezTo>
                            <a:pt x="13320" y="147472"/>
                            <a:pt x="16177" y="158902"/>
                            <a:pt x="16177" y="166522"/>
                          </a:cubicBezTo>
                          <a:cubicBezTo>
                            <a:pt x="16177" y="175095"/>
                            <a:pt x="20940" y="174142"/>
                            <a:pt x="21892" y="192240"/>
                          </a:cubicBezTo>
                          <a:cubicBezTo>
                            <a:pt x="22845" y="210337"/>
                            <a:pt x="26655" y="222720"/>
                            <a:pt x="32370" y="230340"/>
                          </a:cubicBezTo>
                          <a:cubicBezTo>
                            <a:pt x="37133" y="236055"/>
                            <a:pt x="36180" y="244627"/>
                            <a:pt x="33322" y="251295"/>
                          </a:cubicBezTo>
                          <a:cubicBezTo>
                            <a:pt x="41895" y="257962"/>
                            <a:pt x="50467" y="264630"/>
                            <a:pt x="59040" y="267487"/>
                          </a:cubicBezTo>
                          <a:cubicBezTo>
                            <a:pt x="79042" y="275107"/>
                            <a:pt x="86662" y="281775"/>
                            <a:pt x="88567" y="289395"/>
                          </a:cubicBezTo>
                          <a:cubicBezTo>
                            <a:pt x="90472" y="297015"/>
                            <a:pt x="107617" y="311302"/>
                            <a:pt x="112380" y="300825"/>
                          </a:cubicBezTo>
                          <a:cubicBezTo>
                            <a:pt x="117142" y="289395"/>
                            <a:pt x="128572" y="296062"/>
                            <a:pt x="137145" y="296062"/>
                          </a:cubicBezTo>
                          <a:cubicBezTo>
                            <a:pt x="145717" y="296062"/>
                            <a:pt x="147622" y="307492"/>
                            <a:pt x="148575" y="313207"/>
                          </a:cubicBezTo>
                          <a:cubicBezTo>
                            <a:pt x="150480" y="319875"/>
                            <a:pt x="170483" y="316065"/>
                            <a:pt x="178102" y="320827"/>
                          </a:cubicBezTo>
                          <a:cubicBezTo>
                            <a:pt x="185722" y="325590"/>
                            <a:pt x="188580" y="342735"/>
                            <a:pt x="198105" y="349402"/>
                          </a:cubicBezTo>
                          <a:cubicBezTo>
                            <a:pt x="208583" y="356070"/>
                            <a:pt x="217155" y="341782"/>
                            <a:pt x="224775" y="346545"/>
                          </a:cubicBezTo>
                          <a:cubicBezTo>
                            <a:pt x="232395" y="351307"/>
                            <a:pt x="251445" y="356070"/>
                            <a:pt x="262875" y="351307"/>
                          </a:cubicBezTo>
                          <a:cubicBezTo>
                            <a:pt x="274305" y="346545"/>
                            <a:pt x="281925" y="356070"/>
                            <a:pt x="296212" y="354165"/>
                          </a:cubicBezTo>
                          <a:cubicBezTo>
                            <a:pt x="310500" y="352260"/>
                            <a:pt x="329550" y="358927"/>
                            <a:pt x="334312" y="363690"/>
                          </a:cubicBezTo>
                          <a:cubicBezTo>
                            <a:pt x="336217" y="366547"/>
                            <a:pt x="348600" y="368452"/>
                            <a:pt x="360030" y="370357"/>
                          </a:cubicBezTo>
                          <a:cubicBezTo>
                            <a:pt x="362887" y="363690"/>
                            <a:pt x="357172" y="343687"/>
                            <a:pt x="358125" y="338925"/>
                          </a:cubicBezTo>
                          <a:cubicBezTo>
                            <a:pt x="359077" y="333210"/>
                            <a:pt x="393367" y="300825"/>
                            <a:pt x="399083" y="293205"/>
                          </a:cubicBezTo>
                          <a:cubicBezTo>
                            <a:pt x="404797" y="285585"/>
                            <a:pt x="413370" y="285585"/>
                            <a:pt x="419085" y="276060"/>
                          </a:cubicBezTo>
                          <a:cubicBezTo>
                            <a:pt x="423847" y="266535"/>
                            <a:pt x="405750" y="236055"/>
                            <a:pt x="400987" y="229387"/>
                          </a:cubicBezTo>
                          <a:cubicBezTo>
                            <a:pt x="397177" y="222720"/>
                            <a:pt x="395272" y="197955"/>
                            <a:pt x="398130" y="187477"/>
                          </a:cubicBezTo>
                          <a:cubicBezTo>
                            <a:pt x="400987" y="177000"/>
                            <a:pt x="383842" y="170332"/>
                            <a:pt x="383842" y="162712"/>
                          </a:cubicBezTo>
                          <a:cubicBezTo>
                            <a:pt x="383842" y="155092"/>
                            <a:pt x="400035" y="142710"/>
                            <a:pt x="409560" y="137947"/>
                          </a:cubicBezTo>
                          <a:cubicBezTo>
                            <a:pt x="418133" y="134137"/>
                            <a:pt x="415275" y="103657"/>
                            <a:pt x="407655" y="96990"/>
                          </a:cubicBezTo>
                          <a:cubicBezTo>
                            <a:pt x="400035" y="89370"/>
                            <a:pt x="396225" y="76035"/>
                            <a:pt x="400987" y="60795"/>
                          </a:cubicBezTo>
                          <a:cubicBezTo>
                            <a:pt x="405750" y="45555"/>
                            <a:pt x="371460" y="34125"/>
                            <a:pt x="366697" y="34125"/>
                          </a:cubicBezTo>
                          <a:cubicBezTo>
                            <a:pt x="365745" y="34125"/>
                            <a:pt x="365745" y="33172"/>
                            <a:pt x="364792" y="32220"/>
                          </a:cubicBezTo>
                          <a:cubicBezTo>
                            <a:pt x="334312" y="37935"/>
                            <a:pt x="256208" y="29362"/>
                            <a:pt x="249540" y="27457"/>
                          </a:cubicBezTo>
                          <a:cubicBezTo>
                            <a:pt x="245730" y="25552"/>
                            <a:pt x="236205" y="21742"/>
                            <a:pt x="227633" y="18885"/>
                          </a:cubicBezTo>
                          <a:cubicBezTo>
                            <a:pt x="223822" y="25552"/>
                            <a:pt x="215250" y="32220"/>
                            <a:pt x="203820" y="32220"/>
                          </a:cubicBezTo>
                          <a:cubicBezTo>
                            <a:pt x="184770" y="32220"/>
                            <a:pt x="183817" y="12217"/>
                            <a:pt x="182865" y="2692"/>
                          </a:cubicBezTo>
                          <a:cubicBezTo>
                            <a:pt x="181912" y="-6833"/>
                            <a:pt x="106665" y="10312"/>
                            <a:pt x="85710" y="32220"/>
                          </a:cubicBezTo>
                          <a:cubicBezTo>
                            <a:pt x="65708" y="54127"/>
                            <a:pt x="18083" y="45555"/>
                            <a:pt x="17130" y="57937"/>
                          </a:cubicBezTo>
                          <a:cubicBezTo>
                            <a:pt x="16177" y="66510"/>
                            <a:pt x="9510" y="71272"/>
                            <a:pt x="4747" y="68415"/>
                          </a:cubicBezTo>
                          <a:cubicBezTo>
                            <a:pt x="4747" y="71272"/>
                            <a:pt x="4747" y="73177"/>
                            <a:pt x="4747" y="75082"/>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84" name="Freeform: Shape 438">
                      <a:extLst>
                        <a:ext uri="{FF2B5EF4-FFF2-40B4-BE49-F238E27FC236}">
                          <a16:creationId xmlns:a16="http://schemas.microsoft.com/office/drawing/2014/main" id="{3B429C8D-E6B3-BB44-15D1-5695D3889B83}"/>
                        </a:ext>
                      </a:extLst>
                    </p:cNvPr>
                    <p:cNvSpPr/>
                    <p:nvPr/>
                  </p:nvSpPr>
                  <p:spPr>
                    <a:xfrm>
                      <a:off x="15969219" y="6143239"/>
                      <a:ext cx="145854" cy="145854"/>
                    </a:xfrm>
                    <a:custGeom>
                      <a:avLst/>
                      <a:gdLst>
                        <a:gd name="connsiteX0" fmla="*/ 117551 w 152400"/>
                        <a:gd name="connsiteY0" fmla="*/ 147245 h 152400"/>
                        <a:gd name="connsiteX1" fmla="*/ 150889 w 152400"/>
                        <a:gd name="connsiteY1" fmla="*/ 93904 h 152400"/>
                        <a:gd name="connsiteX2" fmla="*/ 156604 w 152400"/>
                        <a:gd name="connsiteY2" fmla="*/ 30087 h 152400"/>
                        <a:gd name="connsiteX3" fmla="*/ 116599 w 152400"/>
                        <a:gd name="connsiteY3" fmla="*/ 8179 h 152400"/>
                        <a:gd name="connsiteX4" fmla="*/ 48019 w 152400"/>
                        <a:gd name="connsiteY4" fmla="*/ 559 h 152400"/>
                        <a:gd name="connsiteX5" fmla="*/ 19444 w 152400"/>
                        <a:gd name="connsiteY5" fmla="*/ 7227 h 152400"/>
                        <a:gd name="connsiteX6" fmla="*/ 394 w 152400"/>
                        <a:gd name="connsiteY6" fmla="*/ 19609 h 152400"/>
                        <a:gd name="connsiteX7" fmla="*/ 20396 w 152400"/>
                        <a:gd name="connsiteY7" fmla="*/ 51995 h 152400"/>
                        <a:gd name="connsiteX8" fmla="*/ 56591 w 152400"/>
                        <a:gd name="connsiteY8" fmla="*/ 99620 h 152400"/>
                        <a:gd name="connsiteX9" fmla="*/ 92786 w 152400"/>
                        <a:gd name="connsiteY9" fmla="*/ 143434 h 152400"/>
                        <a:gd name="connsiteX10" fmla="*/ 115646 w 152400"/>
                        <a:gd name="connsiteY10" fmla="*/ 161532 h 152400"/>
                        <a:gd name="connsiteX11" fmla="*/ 117551 w 152400"/>
                        <a:gd name="connsiteY11" fmla="*/ 14724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52400">
                          <a:moveTo>
                            <a:pt x="117551" y="147245"/>
                          </a:moveTo>
                          <a:cubicBezTo>
                            <a:pt x="115646" y="137720"/>
                            <a:pt x="144221" y="93904"/>
                            <a:pt x="150889" y="93904"/>
                          </a:cubicBezTo>
                          <a:cubicBezTo>
                            <a:pt x="156604" y="93904"/>
                            <a:pt x="158509" y="51995"/>
                            <a:pt x="156604" y="30087"/>
                          </a:cubicBezTo>
                          <a:cubicBezTo>
                            <a:pt x="134696" y="13895"/>
                            <a:pt x="116599" y="8179"/>
                            <a:pt x="116599" y="8179"/>
                          </a:cubicBezTo>
                          <a:cubicBezTo>
                            <a:pt x="116599" y="8179"/>
                            <a:pt x="58496" y="5322"/>
                            <a:pt x="48019" y="559"/>
                          </a:cubicBezTo>
                          <a:cubicBezTo>
                            <a:pt x="38494" y="-3251"/>
                            <a:pt x="28969" y="13895"/>
                            <a:pt x="19444" y="7227"/>
                          </a:cubicBezTo>
                          <a:cubicBezTo>
                            <a:pt x="10871" y="-393"/>
                            <a:pt x="-2464" y="9132"/>
                            <a:pt x="394" y="19609"/>
                          </a:cubicBezTo>
                          <a:cubicBezTo>
                            <a:pt x="2299" y="30087"/>
                            <a:pt x="20396" y="36754"/>
                            <a:pt x="20396" y="51995"/>
                          </a:cubicBezTo>
                          <a:cubicBezTo>
                            <a:pt x="20396" y="68187"/>
                            <a:pt x="57544" y="91047"/>
                            <a:pt x="56591" y="99620"/>
                          </a:cubicBezTo>
                          <a:cubicBezTo>
                            <a:pt x="55639" y="105334"/>
                            <a:pt x="78499" y="121527"/>
                            <a:pt x="92786" y="143434"/>
                          </a:cubicBezTo>
                          <a:cubicBezTo>
                            <a:pt x="100407" y="148197"/>
                            <a:pt x="108026" y="154864"/>
                            <a:pt x="115646" y="161532"/>
                          </a:cubicBezTo>
                          <a:cubicBezTo>
                            <a:pt x="117551" y="154864"/>
                            <a:pt x="117551" y="149149"/>
                            <a:pt x="117551" y="14724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85" name="Freeform: Shape 439">
                      <a:extLst>
                        <a:ext uri="{FF2B5EF4-FFF2-40B4-BE49-F238E27FC236}">
                          <a16:creationId xmlns:a16="http://schemas.microsoft.com/office/drawing/2014/main" id="{1F627481-CB77-D3C6-B39E-0D6720F71351}"/>
                        </a:ext>
                      </a:extLst>
                    </p:cNvPr>
                    <p:cNvSpPr/>
                    <p:nvPr/>
                  </p:nvSpPr>
                  <p:spPr>
                    <a:xfrm>
                      <a:off x="15892112" y="6068114"/>
                      <a:ext cx="218781" cy="209664"/>
                    </a:xfrm>
                    <a:custGeom>
                      <a:avLst/>
                      <a:gdLst>
                        <a:gd name="connsiteX0" fmla="*/ 137160 w 228600"/>
                        <a:gd name="connsiteY0" fmla="*/ 179070 h 219075"/>
                        <a:gd name="connsiteX1" fmla="*/ 100965 w 228600"/>
                        <a:gd name="connsiteY1" fmla="*/ 131445 h 219075"/>
                        <a:gd name="connsiteX2" fmla="*/ 80963 w 228600"/>
                        <a:gd name="connsiteY2" fmla="*/ 99060 h 219075"/>
                        <a:gd name="connsiteX3" fmla="*/ 100013 w 228600"/>
                        <a:gd name="connsiteY3" fmla="*/ 86678 h 219075"/>
                        <a:gd name="connsiteX4" fmla="*/ 128588 w 228600"/>
                        <a:gd name="connsiteY4" fmla="*/ 80010 h 219075"/>
                        <a:gd name="connsiteX5" fmla="*/ 197167 w 228600"/>
                        <a:gd name="connsiteY5" fmla="*/ 87630 h 219075"/>
                        <a:gd name="connsiteX6" fmla="*/ 237172 w 228600"/>
                        <a:gd name="connsiteY6" fmla="*/ 109538 h 219075"/>
                        <a:gd name="connsiteX7" fmla="*/ 235267 w 228600"/>
                        <a:gd name="connsiteY7" fmla="*/ 99060 h 219075"/>
                        <a:gd name="connsiteX8" fmla="*/ 220980 w 228600"/>
                        <a:gd name="connsiteY8" fmla="*/ 64770 h 219075"/>
                        <a:gd name="connsiteX9" fmla="*/ 209550 w 228600"/>
                        <a:gd name="connsiteY9" fmla="*/ 36195 h 219075"/>
                        <a:gd name="connsiteX10" fmla="*/ 194310 w 228600"/>
                        <a:gd name="connsiteY10" fmla="*/ 40957 h 219075"/>
                        <a:gd name="connsiteX11" fmla="*/ 148590 w 228600"/>
                        <a:gd name="connsiteY11" fmla="*/ 29528 h 219075"/>
                        <a:gd name="connsiteX12" fmla="*/ 111442 w 228600"/>
                        <a:gd name="connsiteY12" fmla="*/ 0 h 219075"/>
                        <a:gd name="connsiteX13" fmla="*/ 84772 w 228600"/>
                        <a:gd name="connsiteY13" fmla="*/ 19050 h 219075"/>
                        <a:gd name="connsiteX14" fmla="*/ 74295 w 228600"/>
                        <a:gd name="connsiteY14" fmla="*/ 41910 h 219075"/>
                        <a:gd name="connsiteX15" fmla="*/ 59055 w 228600"/>
                        <a:gd name="connsiteY15" fmla="*/ 62865 h 219075"/>
                        <a:gd name="connsiteX16" fmla="*/ 31432 w 228600"/>
                        <a:gd name="connsiteY16" fmla="*/ 61913 h 219075"/>
                        <a:gd name="connsiteX17" fmla="*/ 0 w 228600"/>
                        <a:gd name="connsiteY17" fmla="*/ 68580 h 219075"/>
                        <a:gd name="connsiteX18" fmla="*/ 7620 w 228600"/>
                        <a:gd name="connsiteY18" fmla="*/ 88582 h 219075"/>
                        <a:gd name="connsiteX19" fmla="*/ 41910 w 228600"/>
                        <a:gd name="connsiteY19" fmla="*/ 103822 h 219075"/>
                        <a:gd name="connsiteX20" fmla="*/ 80963 w 228600"/>
                        <a:gd name="connsiteY20" fmla="*/ 170497 h 219075"/>
                        <a:gd name="connsiteX21" fmla="*/ 116205 w 228600"/>
                        <a:gd name="connsiteY21" fmla="*/ 190500 h 219075"/>
                        <a:gd name="connsiteX22" fmla="*/ 154305 w 228600"/>
                        <a:gd name="connsiteY22" fmla="*/ 212407 h 219075"/>
                        <a:gd name="connsiteX23" fmla="*/ 173355 w 228600"/>
                        <a:gd name="connsiteY23" fmla="*/ 220980 h 219075"/>
                        <a:gd name="connsiteX24" fmla="*/ 137160 w 228600"/>
                        <a:gd name="connsiteY24" fmla="*/ 17907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8600" h="219075">
                          <a:moveTo>
                            <a:pt x="137160" y="179070"/>
                          </a:moveTo>
                          <a:cubicBezTo>
                            <a:pt x="138113" y="170497"/>
                            <a:pt x="100965" y="147638"/>
                            <a:pt x="100965" y="131445"/>
                          </a:cubicBezTo>
                          <a:cubicBezTo>
                            <a:pt x="100965" y="115253"/>
                            <a:pt x="82867" y="109538"/>
                            <a:pt x="80963" y="99060"/>
                          </a:cubicBezTo>
                          <a:cubicBezTo>
                            <a:pt x="79057" y="88582"/>
                            <a:pt x="91440" y="79057"/>
                            <a:pt x="100013" y="86678"/>
                          </a:cubicBezTo>
                          <a:cubicBezTo>
                            <a:pt x="108585" y="94297"/>
                            <a:pt x="118110" y="76200"/>
                            <a:pt x="128588" y="80010"/>
                          </a:cubicBezTo>
                          <a:cubicBezTo>
                            <a:pt x="138113" y="83820"/>
                            <a:pt x="197167" y="87630"/>
                            <a:pt x="197167" y="87630"/>
                          </a:cubicBezTo>
                          <a:cubicBezTo>
                            <a:pt x="197167" y="87630"/>
                            <a:pt x="215265" y="93345"/>
                            <a:pt x="237172" y="109538"/>
                          </a:cubicBezTo>
                          <a:cubicBezTo>
                            <a:pt x="237172" y="104775"/>
                            <a:pt x="236220" y="101918"/>
                            <a:pt x="235267" y="99060"/>
                          </a:cubicBezTo>
                          <a:cubicBezTo>
                            <a:pt x="230505" y="85725"/>
                            <a:pt x="235267" y="70485"/>
                            <a:pt x="220980" y="64770"/>
                          </a:cubicBezTo>
                          <a:cubicBezTo>
                            <a:pt x="213360" y="61913"/>
                            <a:pt x="210502" y="48578"/>
                            <a:pt x="209550" y="36195"/>
                          </a:cubicBezTo>
                          <a:cubicBezTo>
                            <a:pt x="202882" y="38100"/>
                            <a:pt x="197167" y="40005"/>
                            <a:pt x="194310" y="40957"/>
                          </a:cubicBezTo>
                          <a:cubicBezTo>
                            <a:pt x="182880" y="43815"/>
                            <a:pt x="158115" y="42863"/>
                            <a:pt x="148590" y="29528"/>
                          </a:cubicBezTo>
                          <a:cubicBezTo>
                            <a:pt x="141922" y="20003"/>
                            <a:pt x="121920" y="6668"/>
                            <a:pt x="111442" y="0"/>
                          </a:cubicBezTo>
                          <a:cubicBezTo>
                            <a:pt x="107632" y="3810"/>
                            <a:pt x="91440" y="18097"/>
                            <a:pt x="84772" y="19050"/>
                          </a:cubicBezTo>
                          <a:cubicBezTo>
                            <a:pt x="77152" y="20003"/>
                            <a:pt x="81915" y="41910"/>
                            <a:pt x="74295" y="41910"/>
                          </a:cubicBezTo>
                          <a:cubicBezTo>
                            <a:pt x="66675" y="41910"/>
                            <a:pt x="60960" y="57150"/>
                            <a:pt x="59055" y="62865"/>
                          </a:cubicBezTo>
                          <a:cubicBezTo>
                            <a:pt x="57150" y="69532"/>
                            <a:pt x="39052" y="59055"/>
                            <a:pt x="31432" y="61913"/>
                          </a:cubicBezTo>
                          <a:cubicBezTo>
                            <a:pt x="25717" y="63818"/>
                            <a:pt x="9525" y="66675"/>
                            <a:pt x="0" y="68580"/>
                          </a:cubicBezTo>
                          <a:cubicBezTo>
                            <a:pt x="952" y="78105"/>
                            <a:pt x="952" y="88582"/>
                            <a:pt x="7620" y="88582"/>
                          </a:cubicBezTo>
                          <a:cubicBezTo>
                            <a:pt x="19050" y="88582"/>
                            <a:pt x="40957" y="87630"/>
                            <a:pt x="41910" y="103822"/>
                          </a:cubicBezTo>
                          <a:cubicBezTo>
                            <a:pt x="42863" y="120968"/>
                            <a:pt x="70485" y="158115"/>
                            <a:pt x="80963" y="170497"/>
                          </a:cubicBezTo>
                          <a:cubicBezTo>
                            <a:pt x="91440" y="182880"/>
                            <a:pt x="115252" y="180022"/>
                            <a:pt x="116205" y="190500"/>
                          </a:cubicBezTo>
                          <a:cubicBezTo>
                            <a:pt x="117157" y="200978"/>
                            <a:pt x="134302" y="210503"/>
                            <a:pt x="154305" y="212407"/>
                          </a:cubicBezTo>
                          <a:cubicBezTo>
                            <a:pt x="160020" y="212407"/>
                            <a:pt x="165735" y="216218"/>
                            <a:pt x="173355" y="220980"/>
                          </a:cubicBezTo>
                          <a:cubicBezTo>
                            <a:pt x="160020" y="200978"/>
                            <a:pt x="137160" y="184785"/>
                            <a:pt x="137160" y="17907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86" name="Freeform: Shape 440">
                      <a:extLst>
                        <a:ext uri="{FF2B5EF4-FFF2-40B4-BE49-F238E27FC236}">
                          <a16:creationId xmlns:a16="http://schemas.microsoft.com/office/drawing/2014/main" id="{8EF74582-2949-665B-5076-99FD55EA0386}"/>
                        </a:ext>
                      </a:extLst>
                    </p:cNvPr>
                    <p:cNvSpPr/>
                    <p:nvPr/>
                  </p:nvSpPr>
                  <p:spPr>
                    <a:xfrm>
                      <a:off x="16111805" y="6291453"/>
                      <a:ext cx="72927" cy="164087"/>
                    </a:xfrm>
                    <a:custGeom>
                      <a:avLst/>
                      <a:gdLst>
                        <a:gd name="connsiteX0" fmla="*/ 53340 w 76200"/>
                        <a:gd name="connsiteY0" fmla="*/ 148590 h 171450"/>
                        <a:gd name="connsiteX1" fmla="*/ 63818 w 76200"/>
                        <a:gd name="connsiteY1" fmla="*/ 130493 h 171450"/>
                        <a:gd name="connsiteX2" fmla="*/ 79057 w 76200"/>
                        <a:gd name="connsiteY2" fmla="*/ 102870 h 171450"/>
                        <a:gd name="connsiteX3" fmla="*/ 80010 w 76200"/>
                        <a:gd name="connsiteY3" fmla="*/ 101918 h 171450"/>
                        <a:gd name="connsiteX4" fmla="*/ 54293 w 76200"/>
                        <a:gd name="connsiteY4" fmla="*/ 72390 h 171450"/>
                        <a:gd name="connsiteX5" fmla="*/ 59055 w 76200"/>
                        <a:gd name="connsiteY5" fmla="*/ 22860 h 171450"/>
                        <a:gd name="connsiteX6" fmla="*/ 20955 w 76200"/>
                        <a:gd name="connsiteY6" fmla="*/ 0 h 171450"/>
                        <a:gd name="connsiteX7" fmla="*/ 0 w 76200"/>
                        <a:gd name="connsiteY7" fmla="*/ 34290 h 171450"/>
                        <a:gd name="connsiteX8" fmla="*/ 12382 w 76200"/>
                        <a:gd name="connsiteY8" fmla="*/ 63818 h 171450"/>
                        <a:gd name="connsiteX9" fmla="*/ 11430 w 76200"/>
                        <a:gd name="connsiteY9" fmla="*/ 134303 h 171450"/>
                        <a:gd name="connsiteX10" fmla="*/ 40957 w 76200"/>
                        <a:gd name="connsiteY10" fmla="*/ 175260 h 171450"/>
                        <a:gd name="connsiteX11" fmla="*/ 53340 w 76200"/>
                        <a:gd name="connsiteY11" fmla="*/ 14859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00" h="171450">
                          <a:moveTo>
                            <a:pt x="53340" y="148590"/>
                          </a:moveTo>
                          <a:cubicBezTo>
                            <a:pt x="62865" y="146685"/>
                            <a:pt x="57150" y="138113"/>
                            <a:pt x="63818" y="130493"/>
                          </a:cubicBezTo>
                          <a:cubicBezTo>
                            <a:pt x="70485" y="122872"/>
                            <a:pt x="78105" y="108585"/>
                            <a:pt x="79057" y="102870"/>
                          </a:cubicBezTo>
                          <a:cubicBezTo>
                            <a:pt x="79057" y="101918"/>
                            <a:pt x="79057" y="101918"/>
                            <a:pt x="80010" y="101918"/>
                          </a:cubicBezTo>
                          <a:cubicBezTo>
                            <a:pt x="66675" y="91440"/>
                            <a:pt x="57150" y="83820"/>
                            <a:pt x="54293" y="72390"/>
                          </a:cubicBezTo>
                          <a:cubicBezTo>
                            <a:pt x="51435" y="60960"/>
                            <a:pt x="54293" y="39053"/>
                            <a:pt x="59055" y="22860"/>
                          </a:cubicBezTo>
                          <a:cubicBezTo>
                            <a:pt x="51435" y="17145"/>
                            <a:pt x="27623" y="0"/>
                            <a:pt x="20955" y="0"/>
                          </a:cubicBezTo>
                          <a:cubicBezTo>
                            <a:pt x="13335" y="0"/>
                            <a:pt x="2857" y="17145"/>
                            <a:pt x="0" y="34290"/>
                          </a:cubicBezTo>
                          <a:cubicBezTo>
                            <a:pt x="17145" y="43815"/>
                            <a:pt x="23813" y="51435"/>
                            <a:pt x="12382" y="63818"/>
                          </a:cubicBezTo>
                          <a:cubicBezTo>
                            <a:pt x="0" y="77153"/>
                            <a:pt x="-2857" y="121920"/>
                            <a:pt x="11430" y="134303"/>
                          </a:cubicBezTo>
                          <a:cubicBezTo>
                            <a:pt x="24765" y="145732"/>
                            <a:pt x="28575" y="168593"/>
                            <a:pt x="40957" y="175260"/>
                          </a:cubicBezTo>
                          <a:cubicBezTo>
                            <a:pt x="43815" y="162878"/>
                            <a:pt x="46673" y="149543"/>
                            <a:pt x="53340" y="14859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87" name="Freeform: Shape 441">
                      <a:extLst>
                        <a:ext uri="{FF2B5EF4-FFF2-40B4-BE49-F238E27FC236}">
                          <a16:creationId xmlns:a16="http://schemas.microsoft.com/office/drawing/2014/main" id="{F82C8B79-E418-78C0-9ED0-9F03CECC7189}"/>
                        </a:ext>
                      </a:extLst>
                    </p:cNvPr>
                    <p:cNvSpPr/>
                    <p:nvPr/>
                  </p:nvSpPr>
                  <p:spPr>
                    <a:xfrm>
                      <a:off x="15720838" y="5921349"/>
                      <a:ext cx="309940" cy="145854"/>
                    </a:xfrm>
                    <a:custGeom>
                      <a:avLst/>
                      <a:gdLst>
                        <a:gd name="connsiteX0" fmla="*/ 275164 w 323850"/>
                        <a:gd name="connsiteY0" fmla="*/ 14288 h 152400"/>
                        <a:gd name="connsiteX1" fmla="*/ 234206 w 323850"/>
                        <a:gd name="connsiteY1" fmla="*/ 0 h 152400"/>
                        <a:gd name="connsiteX2" fmla="*/ 226586 w 323850"/>
                        <a:gd name="connsiteY2" fmla="*/ 21908 h 152400"/>
                        <a:gd name="connsiteX3" fmla="*/ 188486 w 323850"/>
                        <a:gd name="connsiteY3" fmla="*/ 24765 h 152400"/>
                        <a:gd name="connsiteX4" fmla="*/ 164674 w 323850"/>
                        <a:gd name="connsiteY4" fmla="*/ 41910 h 152400"/>
                        <a:gd name="connsiteX5" fmla="*/ 146576 w 323850"/>
                        <a:gd name="connsiteY5" fmla="*/ 71438 h 152400"/>
                        <a:gd name="connsiteX6" fmla="*/ 128478 w 323850"/>
                        <a:gd name="connsiteY6" fmla="*/ 84772 h 152400"/>
                        <a:gd name="connsiteX7" fmla="*/ 83711 w 323850"/>
                        <a:gd name="connsiteY7" fmla="*/ 94297 h 152400"/>
                        <a:gd name="connsiteX8" fmla="*/ 57994 w 323850"/>
                        <a:gd name="connsiteY8" fmla="*/ 96203 h 152400"/>
                        <a:gd name="connsiteX9" fmla="*/ 31324 w 323850"/>
                        <a:gd name="connsiteY9" fmla="*/ 100013 h 152400"/>
                        <a:gd name="connsiteX10" fmla="*/ 5606 w 323850"/>
                        <a:gd name="connsiteY10" fmla="*/ 92393 h 152400"/>
                        <a:gd name="connsiteX11" fmla="*/ 844 w 323850"/>
                        <a:gd name="connsiteY11" fmla="*/ 118110 h 152400"/>
                        <a:gd name="connsiteX12" fmla="*/ 23703 w 323850"/>
                        <a:gd name="connsiteY12" fmla="*/ 130493 h 152400"/>
                        <a:gd name="connsiteX13" fmla="*/ 51326 w 323850"/>
                        <a:gd name="connsiteY13" fmla="*/ 137160 h 152400"/>
                        <a:gd name="connsiteX14" fmla="*/ 78949 w 323850"/>
                        <a:gd name="connsiteY14" fmla="*/ 127635 h 152400"/>
                        <a:gd name="connsiteX15" fmla="*/ 114191 w 323850"/>
                        <a:gd name="connsiteY15" fmla="*/ 121920 h 152400"/>
                        <a:gd name="connsiteX16" fmla="*/ 122764 w 323850"/>
                        <a:gd name="connsiteY16" fmla="*/ 141922 h 152400"/>
                        <a:gd name="connsiteX17" fmla="*/ 162769 w 323850"/>
                        <a:gd name="connsiteY17" fmla="*/ 148590 h 152400"/>
                        <a:gd name="connsiteX18" fmla="*/ 211346 w 323850"/>
                        <a:gd name="connsiteY18" fmla="*/ 158115 h 152400"/>
                        <a:gd name="connsiteX19" fmla="*/ 249446 w 323850"/>
                        <a:gd name="connsiteY19" fmla="*/ 142875 h 152400"/>
                        <a:gd name="connsiteX20" fmla="*/ 279926 w 323850"/>
                        <a:gd name="connsiteY20" fmla="*/ 132397 h 152400"/>
                        <a:gd name="connsiteX21" fmla="*/ 279926 w 323850"/>
                        <a:gd name="connsiteY21" fmla="*/ 132397 h 152400"/>
                        <a:gd name="connsiteX22" fmla="*/ 287546 w 323850"/>
                        <a:gd name="connsiteY22" fmla="*/ 120968 h 152400"/>
                        <a:gd name="connsiteX23" fmla="*/ 295166 w 323850"/>
                        <a:gd name="connsiteY23" fmla="*/ 100013 h 152400"/>
                        <a:gd name="connsiteX24" fmla="*/ 299928 w 323850"/>
                        <a:gd name="connsiteY24" fmla="*/ 80963 h 152400"/>
                        <a:gd name="connsiteX25" fmla="*/ 318978 w 323850"/>
                        <a:gd name="connsiteY25" fmla="*/ 68580 h 152400"/>
                        <a:gd name="connsiteX26" fmla="*/ 324694 w 323850"/>
                        <a:gd name="connsiteY26" fmla="*/ 56197 h 152400"/>
                        <a:gd name="connsiteX27" fmla="*/ 307549 w 323850"/>
                        <a:gd name="connsiteY27" fmla="*/ 16193 h 152400"/>
                        <a:gd name="connsiteX28" fmla="*/ 275164 w 323850"/>
                        <a:gd name="connsiteY28" fmla="*/ 14288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3850" h="152400">
                          <a:moveTo>
                            <a:pt x="275164" y="14288"/>
                          </a:moveTo>
                          <a:cubicBezTo>
                            <a:pt x="263734" y="0"/>
                            <a:pt x="234206" y="0"/>
                            <a:pt x="234206" y="0"/>
                          </a:cubicBezTo>
                          <a:cubicBezTo>
                            <a:pt x="234206" y="0"/>
                            <a:pt x="231349" y="14288"/>
                            <a:pt x="226586" y="21908"/>
                          </a:cubicBezTo>
                          <a:cubicBezTo>
                            <a:pt x="222776" y="28575"/>
                            <a:pt x="201821" y="28575"/>
                            <a:pt x="188486" y="24765"/>
                          </a:cubicBezTo>
                          <a:cubicBezTo>
                            <a:pt x="184676" y="30480"/>
                            <a:pt x="166578" y="34290"/>
                            <a:pt x="164674" y="41910"/>
                          </a:cubicBezTo>
                          <a:cubicBezTo>
                            <a:pt x="161816" y="51435"/>
                            <a:pt x="139909" y="45720"/>
                            <a:pt x="146576" y="71438"/>
                          </a:cubicBezTo>
                          <a:cubicBezTo>
                            <a:pt x="153244" y="97155"/>
                            <a:pt x="136099" y="88583"/>
                            <a:pt x="128478" y="84772"/>
                          </a:cubicBezTo>
                          <a:cubicBezTo>
                            <a:pt x="121811" y="81915"/>
                            <a:pt x="91331" y="85725"/>
                            <a:pt x="83711" y="94297"/>
                          </a:cubicBezTo>
                          <a:cubicBezTo>
                            <a:pt x="76091" y="102870"/>
                            <a:pt x="64661" y="100965"/>
                            <a:pt x="57994" y="96203"/>
                          </a:cubicBezTo>
                          <a:cubicBezTo>
                            <a:pt x="51326" y="92393"/>
                            <a:pt x="37039" y="89535"/>
                            <a:pt x="31324" y="100013"/>
                          </a:cubicBezTo>
                          <a:cubicBezTo>
                            <a:pt x="25609" y="110490"/>
                            <a:pt x="15131" y="91440"/>
                            <a:pt x="5606" y="92393"/>
                          </a:cubicBezTo>
                          <a:cubicBezTo>
                            <a:pt x="-2966" y="93345"/>
                            <a:pt x="844" y="113347"/>
                            <a:pt x="844" y="118110"/>
                          </a:cubicBezTo>
                          <a:cubicBezTo>
                            <a:pt x="844" y="121920"/>
                            <a:pt x="14178" y="135255"/>
                            <a:pt x="23703" y="130493"/>
                          </a:cubicBezTo>
                          <a:cubicBezTo>
                            <a:pt x="32276" y="126683"/>
                            <a:pt x="43706" y="131445"/>
                            <a:pt x="51326" y="137160"/>
                          </a:cubicBezTo>
                          <a:cubicBezTo>
                            <a:pt x="58946" y="142875"/>
                            <a:pt x="74186" y="133350"/>
                            <a:pt x="78949" y="127635"/>
                          </a:cubicBezTo>
                          <a:cubicBezTo>
                            <a:pt x="83711" y="121920"/>
                            <a:pt x="111334" y="121920"/>
                            <a:pt x="114191" y="121920"/>
                          </a:cubicBezTo>
                          <a:cubicBezTo>
                            <a:pt x="117049" y="121920"/>
                            <a:pt x="118001" y="139065"/>
                            <a:pt x="122764" y="141922"/>
                          </a:cubicBezTo>
                          <a:cubicBezTo>
                            <a:pt x="127526" y="144780"/>
                            <a:pt x="146576" y="147638"/>
                            <a:pt x="162769" y="148590"/>
                          </a:cubicBezTo>
                          <a:cubicBezTo>
                            <a:pt x="178961" y="149543"/>
                            <a:pt x="203726" y="158115"/>
                            <a:pt x="211346" y="158115"/>
                          </a:cubicBezTo>
                          <a:cubicBezTo>
                            <a:pt x="218966" y="158115"/>
                            <a:pt x="232301" y="142875"/>
                            <a:pt x="249446" y="142875"/>
                          </a:cubicBezTo>
                          <a:cubicBezTo>
                            <a:pt x="267544" y="142875"/>
                            <a:pt x="277069" y="131445"/>
                            <a:pt x="279926" y="132397"/>
                          </a:cubicBezTo>
                          <a:cubicBezTo>
                            <a:pt x="279926" y="132397"/>
                            <a:pt x="279926" y="132397"/>
                            <a:pt x="279926" y="132397"/>
                          </a:cubicBezTo>
                          <a:cubicBezTo>
                            <a:pt x="280878" y="126683"/>
                            <a:pt x="282784" y="121920"/>
                            <a:pt x="287546" y="120968"/>
                          </a:cubicBezTo>
                          <a:cubicBezTo>
                            <a:pt x="295166" y="120015"/>
                            <a:pt x="289451" y="106680"/>
                            <a:pt x="295166" y="100013"/>
                          </a:cubicBezTo>
                          <a:cubicBezTo>
                            <a:pt x="299928" y="93345"/>
                            <a:pt x="291356" y="80010"/>
                            <a:pt x="299928" y="80963"/>
                          </a:cubicBezTo>
                          <a:cubicBezTo>
                            <a:pt x="309453" y="81915"/>
                            <a:pt x="318978" y="82868"/>
                            <a:pt x="318978" y="68580"/>
                          </a:cubicBezTo>
                          <a:cubicBezTo>
                            <a:pt x="318978" y="63818"/>
                            <a:pt x="321836" y="59055"/>
                            <a:pt x="324694" y="56197"/>
                          </a:cubicBezTo>
                          <a:cubicBezTo>
                            <a:pt x="314216" y="40958"/>
                            <a:pt x="307549" y="16193"/>
                            <a:pt x="307549" y="16193"/>
                          </a:cubicBezTo>
                          <a:cubicBezTo>
                            <a:pt x="307549" y="16193"/>
                            <a:pt x="286594" y="28575"/>
                            <a:pt x="275164" y="1428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88" name="Freeform: Shape 442">
                      <a:extLst>
                        <a:ext uri="{FF2B5EF4-FFF2-40B4-BE49-F238E27FC236}">
                          <a16:creationId xmlns:a16="http://schemas.microsoft.com/office/drawing/2014/main" id="{CAB5E1EC-D0D4-4DF6-70C2-396900F3CFC1}"/>
                        </a:ext>
                      </a:extLst>
                    </p:cNvPr>
                    <p:cNvSpPr/>
                    <p:nvPr/>
                  </p:nvSpPr>
                  <p:spPr>
                    <a:xfrm>
                      <a:off x="15990563" y="5942233"/>
                      <a:ext cx="264361" cy="164087"/>
                    </a:xfrm>
                    <a:custGeom>
                      <a:avLst/>
                      <a:gdLst>
                        <a:gd name="connsiteX0" fmla="*/ 277177 w 276225"/>
                        <a:gd name="connsiteY0" fmla="*/ 31518 h 171450"/>
                        <a:gd name="connsiteX1" fmla="*/ 266700 w 276225"/>
                        <a:gd name="connsiteY1" fmla="*/ 24850 h 171450"/>
                        <a:gd name="connsiteX2" fmla="*/ 239077 w 276225"/>
                        <a:gd name="connsiteY2" fmla="*/ 14373 h 171450"/>
                        <a:gd name="connsiteX3" fmla="*/ 198120 w 276225"/>
                        <a:gd name="connsiteY3" fmla="*/ 86 h 171450"/>
                        <a:gd name="connsiteX4" fmla="*/ 157163 w 276225"/>
                        <a:gd name="connsiteY4" fmla="*/ 28661 h 171450"/>
                        <a:gd name="connsiteX5" fmla="*/ 110490 w 276225"/>
                        <a:gd name="connsiteY5" fmla="*/ 44853 h 171450"/>
                        <a:gd name="connsiteX6" fmla="*/ 50482 w 276225"/>
                        <a:gd name="connsiteY6" fmla="*/ 44853 h 171450"/>
                        <a:gd name="connsiteX7" fmla="*/ 44768 w 276225"/>
                        <a:gd name="connsiteY7" fmla="*/ 37233 h 171450"/>
                        <a:gd name="connsiteX8" fmla="*/ 39052 w 276225"/>
                        <a:gd name="connsiteY8" fmla="*/ 49616 h 171450"/>
                        <a:gd name="connsiteX9" fmla="*/ 20002 w 276225"/>
                        <a:gd name="connsiteY9" fmla="*/ 61998 h 171450"/>
                        <a:gd name="connsiteX10" fmla="*/ 15240 w 276225"/>
                        <a:gd name="connsiteY10" fmla="*/ 81048 h 171450"/>
                        <a:gd name="connsiteX11" fmla="*/ 7620 w 276225"/>
                        <a:gd name="connsiteY11" fmla="*/ 102003 h 171450"/>
                        <a:gd name="connsiteX12" fmla="*/ 0 w 276225"/>
                        <a:gd name="connsiteY12" fmla="*/ 113433 h 171450"/>
                        <a:gd name="connsiteX13" fmla="*/ 10477 w 276225"/>
                        <a:gd name="connsiteY13" fmla="*/ 131531 h 171450"/>
                        <a:gd name="connsiteX14" fmla="*/ 9525 w 276225"/>
                        <a:gd name="connsiteY14" fmla="*/ 132483 h 171450"/>
                        <a:gd name="connsiteX15" fmla="*/ 46672 w 276225"/>
                        <a:gd name="connsiteY15" fmla="*/ 162011 h 171450"/>
                        <a:gd name="connsiteX16" fmla="*/ 92393 w 276225"/>
                        <a:gd name="connsiteY16" fmla="*/ 173441 h 171450"/>
                        <a:gd name="connsiteX17" fmla="*/ 153352 w 276225"/>
                        <a:gd name="connsiteY17" fmla="*/ 152486 h 171450"/>
                        <a:gd name="connsiteX18" fmla="*/ 172402 w 276225"/>
                        <a:gd name="connsiteY18" fmla="*/ 159153 h 171450"/>
                        <a:gd name="connsiteX19" fmla="*/ 184785 w 276225"/>
                        <a:gd name="connsiteY19" fmla="*/ 161058 h 171450"/>
                        <a:gd name="connsiteX20" fmla="*/ 211455 w 276225"/>
                        <a:gd name="connsiteY20" fmla="*/ 141056 h 171450"/>
                        <a:gd name="connsiteX21" fmla="*/ 251460 w 276225"/>
                        <a:gd name="connsiteY21" fmla="*/ 68666 h 171450"/>
                        <a:gd name="connsiteX22" fmla="*/ 280988 w 276225"/>
                        <a:gd name="connsiteY22" fmla="*/ 48663 h 171450"/>
                        <a:gd name="connsiteX23" fmla="*/ 277177 w 276225"/>
                        <a:gd name="connsiteY23" fmla="*/ 31518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6225" h="171450">
                          <a:moveTo>
                            <a:pt x="277177" y="31518"/>
                          </a:moveTo>
                          <a:cubicBezTo>
                            <a:pt x="273368" y="30566"/>
                            <a:pt x="270510" y="27708"/>
                            <a:pt x="266700" y="24850"/>
                          </a:cubicBezTo>
                          <a:cubicBezTo>
                            <a:pt x="254318" y="21993"/>
                            <a:pt x="242888" y="18183"/>
                            <a:pt x="239077" y="14373"/>
                          </a:cubicBezTo>
                          <a:cubicBezTo>
                            <a:pt x="231457" y="6753"/>
                            <a:pt x="202882" y="1991"/>
                            <a:pt x="198120" y="86"/>
                          </a:cubicBezTo>
                          <a:cubicBezTo>
                            <a:pt x="193357" y="-1819"/>
                            <a:pt x="165735" y="28661"/>
                            <a:pt x="157163" y="28661"/>
                          </a:cubicBezTo>
                          <a:cubicBezTo>
                            <a:pt x="148590" y="28661"/>
                            <a:pt x="110490" y="33423"/>
                            <a:pt x="110490" y="44853"/>
                          </a:cubicBezTo>
                          <a:cubicBezTo>
                            <a:pt x="110490" y="56283"/>
                            <a:pt x="63818" y="57236"/>
                            <a:pt x="50482" y="44853"/>
                          </a:cubicBezTo>
                          <a:cubicBezTo>
                            <a:pt x="48577" y="42948"/>
                            <a:pt x="46672" y="40091"/>
                            <a:pt x="44768" y="37233"/>
                          </a:cubicBezTo>
                          <a:cubicBezTo>
                            <a:pt x="40957" y="41043"/>
                            <a:pt x="39052" y="44853"/>
                            <a:pt x="39052" y="49616"/>
                          </a:cubicBezTo>
                          <a:cubicBezTo>
                            <a:pt x="39052" y="63903"/>
                            <a:pt x="28575" y="62950"/>
                            <a:pt x="20002" y="61998"/>
                          </a:cubicBezTo>
                          <a:cubicBezTo>
                            <a:pt x="10477" y="61046"/>
                            <a:pt x="20002" y="74381"/>
                            <a:pt x="15240" y="81048"/>
                          </a:cubicBezTo>
                          <a:cubicBezTo>
                            <a:pt x="10477" y="87716"/>
                            <a:pt x="15240" y="101050"/>
                            <a:pt x="7620" y="102003"/>
                          </a:cubicBezTo>
                          <a:cubicBezTo>
                            <a:pt x="3810" y="102956"/>
                            <a:pt x="1905" y="107718"/>
                            <a:pt x="0" y="113433"/>
                          </a:cubicBezTo>
                          <a:cubicBezTo>
                            <a:pt x="2857" y="115338"/>
                            <a:pt x="10477" y="131531"/>
                            <a:pt x="10477" y="131531"/>
                          </a:cubicBezTo>
                          <a:cubicBezTo>
                            <a:pt x="10477" y="131531"/>
                            <a:pt x="10477" y="131531"/>
                            <a:pt x="9525" y="132483"/>
                          </a:cubicBezTo>
                          <a:cubicBezTo>
                            <a:pt x="19050" y="139151"/>
                            <a:pt x="40005" y="152486"/>
                            <a:pt x="46672" y="162011"/>
                          </a:cubicBezTo>
                          <a:cubicBezTo>
                            <a:pt x="55245" y="174393"/>
                            <a:pt x="80010" y="176298"/>
                            <a:pt x="92393" y="173441"/>
                          </a:cubicBezTo>
                          <a:cubicBezTo>
                            <a:pt x="103822" y="170583"/>
                            <a:pt x="153352" y="152486"/>
                            <a:pt x="153352" y="152486"/>
                          </a:cubicBezTo>
                          <a:cubicBezTo>
                            <a:pt x="153352" y="152486"/>
                            <a:pt x="164782" y="157248"/>
                            <a:pt x="172402" y="159153"/>
                          </a:cubicBezTo>
                          <a:cubicBezTo>
                            <a:pt x="174307" y="159153"/>
                            <a:pt x="179070" y="160106"/>
                            <a:pt x="184785" y="161058"/>
                          </a:cubicBezTo>
                          <a:cubicBezTo>
                            <a:pt x="188595" y="157248"/>
                            <a:pt x="199072" y="153438"/>
                            <a:pt x="211455" y="141056"/>
                          </a:cubicBezTo>
                          <a:cubicBezTo>
                            <a:pt x="224790" y="125816"/>
                            <a:pt x="245745" y="73428"/>
                            <a:pt x="251460" y="68666"/>
                          </a:cubicBezTo>
                          <a:cubicBezTo>
                            <a:pt x="257175" y="64856"/>
                            <a:pt x="273368" y="55331"/>
                            <a:pt x="280988" y="48663"/>
                          </a:cubicBezTo>
                          <a:cubicBezTo>
                            <a:pt x="287655" y="41043"/>
                            <a:pt x="285750" y="35328"/>
                            <a:pt x="277177" y="3151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89" name="Freeform: Shape 443">
                      <a:extLst>
                        <a:ext uri="{FF2B5EF4-FFF2-40B4-BE49-F238E27FC236}">
                          <a16:creationId xmlns:a16="http://schemas.microsoft.com/office/drawing/2014/main" id="{610F4DDC-B048-B712-6239-CBC415DEF07C}"/>
                        </a:ext>
                      </a:extLst>
                    </p:cNvPr>
                    <p:cNvSpPr/>
                    <p:nvPr/>
                  </p:nvSpPr>
                  <p:spPr>
                    <a:xfrm>
                      <a:off x="15834576" y="5801930"/>
                      <a:ext cx="255244" cy="145854"/>
                    </a:xfrm>
                    <a:custGeom>
                      <a:avLst/>
                      <a:gdLst>
                        <a:gd name="connsiteX0" fmla="*/ 258239 w 266700"/>
                        <a:gd name="connsiteY0" fmla="*/ 69533 h 152400"/>
                        <a:gd name="connsiteX1" fmla="*/ 228711 w 266700"/>
                        <a:gd name="connsiteY1" fmla="*/ 61913 h 152400"/>
                        <a:gd name="connsiteX2" fmla="*/ 217282 w 266700"/>
                        <a:gd name="connsiteY2" fmla="*/ 44768 h 152400"/>
                        <a:gd name="connsiteX3" fmla="*/ 192516 w 266700"/>
                        <a:gd name="connsiteY3" fmla="*/ 49530 h 152400"/>
                        <a:gd name="connsiteX4" fmla="*/ 168704 w 266700"/>
                        <a:gd name="connsiteY4" fmla="*/ 38100 h 152400"/>
                        <a:gd name="connsiteX5" fmla="*/ 139177 w 266700"/>
                        <a:gd name="connsiteY5" fmla="*/ 16193 h 152400"/>
                        <a:gd name="connsiteX6" fmla="*/ 113459 w 266700"/>
                        <a:gd name="connsiteY6" fmla="*/ 0 h 152400"/>
                        <a:gd name="connsiteX7" fmla="*/ 111554 w 266700"/>
                        <a:gd name="connsiteY7" fmla="*/ 4763 h 152400"/>
                        <a:gd name="connsiteX8" fmla="*/ 87741 w 266700"/>
                        <a:gd name="connsiteY8" fmla="*/ 5715 h 152400"/>
                        <a:gd name="connsiteX9" fmla="*/ 51546 w 266700"/>
                        <a:gd name="connsiteY9" fmla="*/ 23813 h 152400"/>
                        <a:gd name="connsiteX10" fmla="*/ 5827 w 266700"/>
                        <a:gd name="connsiteY10" fmla="*/ 42863 h 152400"/>
                        <a:gd name="connsiteX11" fmla="*/ 8684 w 266700"/>
                        <a:gd name="connsiteY11" fmla="*/ 68580 h 152400"/>
                        <a:gd name="connsiteX12" fmla="*/ 22971 w 266700"/>
                        <a:gd name="connsiteY12" fmla="*/ 108585 h 152400"/>
                        <a:gd name="connsiteX13" fmla="*/ 68691 w 266700"/>
                        <a:gd name="connsiteY13" fmla="*/ 145733 h 152400"/>
                        <a:gd name="connsiteX14" fmla="*/ 67739 w 266700"/>
                        <a:gd name="connsiteY14" fmla="*/ 149543 h 152400"/>
                        <a:gd name="connsiteX15" fmla="*/ 105839 w 266700"/>
                        <a:gd name="connsiteY15" fmla="*/ 146685 h 152400"/>
                        <a:gd name="connsiteX16" fmla="*/ 113459 w 266700"/>
                        <a:gd name="connsiteY16" fmla="*/ 124778 h 152400"/>
                        <a:gd name="connsiteX17" fmla="*/ 154416 w 266700"/>
                        <a:gd name="connsiteY17" fmla="*/ 139065 h 152400"/>
                        <a:gd name="connsiteX18" fmla="*/ 187754 w 266700"/>
                        <a:gd name="connsiteY18" fmla="*/ 143828 h 152400"/>
                        <a:gd name="connsiteX19" fmla="*/ 190611 w 266700"/>
                        <a:gd name="connsiteY19" fmla="*/ 153353 h 152400"/>
                        <a:gd name="connsiteX20" fmla="*/ 202994 w 266700"/>
                        <a:gd name="connsiteY20" fmla="*/ 138113 h 152400"/>
                        <a:gd name="connsiteX21" fmla="*/ 244904 w 266700"/>
                        <a:gd name="connsiteY21" fmla="*/ 115253 h 152400"/>
                        <a:gd name="connsiteX22" fmla="*/ 270621 w 266700"/>
                        <a:gd name="connsiteY22" fmla="*/ 92393 h 152400"/>
                        <a:gd name="connsiteX23" fmla="*/ 258239 w 266700"/>
                        <a:gd name="connsiteY23" fmla="*/ 69533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6700" h="152400">
                          <a:moveTo>
                            <a:pt x="258239" y="69533"/>
                          </a:moveTo>
                          <a:cubicBezTo>
                            <a:pt x="250619" y="64770"/>
                            <a:pt x="230616" y="67628"/>
                            <a:pt x="228711" y="61913"/>
                          </a:cubicBezTo>
                          <a:cubicBezTo>
                            <a:pt x="227759" y="55245"/>
                            <a:pt x="225854" y="44768"/>
                            <a:pt x="217282" y="44768"/>
                          </a:cubicBezTo>
                          <a:cubicBezTo>
                            <a:pt x="208709" y="44768"/>
                            <a:pt x="197279" y="38100"/>
                            <a:pt x="192516" y="49530"/>
                          </a:cubicBezTo>
                          <a:cubicBezTo>
                            <a:pt x="187754" y="60960"/>
                            <a:pt x="170609" y="46673"/>
                            <a:pt x="168704" y="38100"/>
                          </a:cubicBezTo>
                          <a:cubicBezTo>
                            <a:pt x="167752" y="30480"/>
                            <a:pt x="160132" y="23813"/>
                            <a:pt x="139177" y="16193"/>
                          </a:cubicBezTo>
                          <a:cubicBezTo>
                            <a:pt x="130604" y="13335"/>
                            <a:pt x="122032" y="6668"/>
                            <a:pt x="113459" y="0"/>
                          </a:cubicBezTo>
                          <a:cubicBezTo>
                            <a:pt x="112507" y="1905"/>
                            <a:pt x="111554" y="3810"/>
                            <a:pt x="111554" y="4763"/>
                          </a:cubicBezTo>
                          <a:cubicBezTo>
                            <a:pt x="107744" y="11430"/>
                            <a:pt x="93457" y="-952"/>
                            <a:pt x="87741" y="5715"/>
                          </a:cubicBezTo>
                          <a:cubicBezTo>
                            <a:pt x="82027" y="12383"/>
                            <a:pt x="62024" y="13335"/>
                            <a:pt x="51546" y="23813"/>
                          </a:cubicBezTo>
                          <a:cubicBezTo>
                            <a:pt x="41069" y="34290"/>
                            <a:pt x="18209" y="40005"/>
                            <a:pt x="5827" y="42863"/>
                          </a:cubicBezTo>
                          <a:cubicBezTo>
                            <a:pt x="-6556" y="45720"/>
                            <a:pt x="3921" y="59055"/>
                            <a:pt x="8684" y="68580"/>
                          </a:cubicBezTo>
                          <a:cubicBezTo>
                            <a:pt x="13446" y="78105"/>
                            <a:pt x="13446" y="100965"/>
                            <a:pt x="22971" y="108585"/>
                          </a:cubicBezTo>
                          <a:cubicBezTo>
                            <a:pt x="32496" y="116205"/>
                            <a:pt x="64882" y="138113"/>
                            <a:pt x="68691" y="145733"/>
                          </a:cubicBezTo>
                          <a:cubicBezTo>
                            <a:pt x="69644" y="146685"/>
                            <a:pt x="68691" y="148590"/>
                            <a:pt x="67739" y="149543"/>
                          </a:cubicBezTo>
                          <a:cubicBezTo>
                            <a:pt x="81074" y="153353"/>
                            <a:pt x="102982" y="153353"/>
                            <a:pt x="105839" y="146685"/>
                          </a:cubicBezTo>
                          <a:cubicBezTo>
                            <a:pt x="110602" y="139065"/>
                            <a:pt x="113459" y="124778"/>
                            <a:pt x="113459" y="124778"/>
                          </a:cubicBezTo>
                          <a:cubicBezTo>
                            <a:pt x="113459" y="124778"/>
                            <a:pt x="142986" y="124778"/>
                            <a:pt x="154416" y="139065"/>
                          </a:cubicBezTo>
                          <a:cubicBezTo>
                            <a:pt x="165846" y="153353"/>
                            <a:pt x="187754" y="143828"/>
                            <a:pt x="187754" y="143828"/>
                          </a:cubicBezTo>
                          <a:cubicBezTo>
                            <a:pt x="187754" y="143828"/>
                            <a:pt x="188707" y="147638"/>
                            <a:pt x="190611" y="153353"/>
                          </a:cubicBezTo>
                          <a:cubicBezTo>
                            <a:pt x="193469" y="145733"/>
                            <a:pt x="198232" y="139065"/>
                            <a:pt x="202994" y="138113"/>
                          </a:cubicBezTo>
                          <a:cubicBezTo>
                            <a:pt x="215377" y="136208"/>
                            <a:pt x="232521" y="134303"/>
                            <a:pt x="244904" y="115253"/>
                          </a:cubicBezTo>
                          <a:cubicBezTo>
                            <a:pt x="251571" y="105728"/>
                            <a:pt x="262049" y="98108"/>
                            <a:pt x="270621" y="92393"/>
                          </a:cubicBezTo>
                          <a:cubicBezTo>
                            <a:pt x="267764" y="84773"/>
                            <a:pt x="263954" y="73343"/>
                            <a:pt x="258239" y="6953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90" name="Freeform: Shape 444">
                      <a:extLst>
                        <a:ext uri="{FF2B5EF4-FFF2-40B4-BE49-F238E27FC236}">
                          <a16:creationId xmlns:a16="http://schemas.microsoft.com/office/drawing/2014/main" id="{3A075362-5C50-3117-F7FF-CBC8AAEEA5ED}"/>
                        </a:ext>
                      </a:extLst>
                    </p:cNvPr>
                    <p:cNvSpPr/>
                    <p:nvPr/>
                  </p:nvSpPr>
                  <p:spPr>
                    <a:xfrm>
                      <a:off x="16019735" y="5890355"/>
                      <a:ext cx="237011" cy="100275"/>
                    </a:xfrm>
                    <a:custGeom>
                      <a:avLst/>
                      <a:gdLst>
                        <a:gd name="connsiteX0" fmla="*/ 183832 w 247650"/>
                        <a:gd name="connsiteY0" fmla="*/ 10478 h 104775"/>
                        <a:gd name="connsiteX1" fmla="*/ 150495 w 247650"/>
                        <a:gd name="connsiteY1" fmla="*/ 7620 h 104775"/>
                        <a:gd name="connsiteX2" fmla="*/ 112395 w 247650"/>
                        <a:gd name="connsiteY2" fmla="*/ 2857 h 104775"/>
                        <a:gd name="connsiteX3" fmla="*/ 85725 w 247650"/>
                        <a:gd name="connsiteY3" fmla="*/ 5715 h 104775"/>
                        <a:gd name="connsiteX4" fmla="*/ 80010 w 247650"/>
                        <a:gd name="connsiteY4" fmla="*/ 0 h 104775"/>
                        <a:gd name="connsiteX5" fmla="*/ 54292 w 247650"/>
                        <a:gd name="connsiteY5" fmla="*/ 22860 h 104775"/>
                        <a:gd name="connsiteX6" fmla="*/ 12382 w 247650"/>
                        <a:gd name="connsiteY6" fmla="*/ 45720 h 104775"/>
                        <a:gd name="connsiteX7" fmla="*/ 0 w 247650"/>
                        <a:gd name="connsiteY7" fmla="*/ 60960 h 104775"/>
                        <a:gd name="connsiteX8" fmla="*/ 20002 w 247650"/>
                        <a:gd name="connsiteY8" fmla="*/ 99060 h 104775"/>
                        <a:gd name="connsiteX9" fmla="*/ 80010 w 247650"/>
                        <a:gd name="connsiteY9" fmla="*/ 99060 h 104775"/>
                        <a:gd name="connsiteX10" fmla="*/ 126682 w 247650"/>
                        <a:gd name="connsiteY10" fmla="*/ 82868 h 104775"/>
                        <a:gd name="connsiteX11" fmla="*/ 167640 w 247650"/>
                        <a:gd name="connsiteY11" fmla="*/ 54293 h 104775"/>
                        <a:gd name="connsiteX12" fmla="*/ 208597 w 247650"/>
                        <a:gd name="connsiteY12" fmla="*/ 68580 h 104775"/>
                        <a:gd name="connsiteX13" fmla="*/ 236220 w 247650"/>
                        <a:gd name="connsiteY13" fmla="*/ 79057 h 104775"/>
                        <a:gd name="connsiteX14" fmla="*/ 226695 w 247650"/>
                        <a:gd name="connsiteY14" fmla="*/ 62865 h 104775"/>
                        <a:gd name="connsiteX15" fmla="*/ 246697 w 247650"/>
                        <a:gd name="connsiteY15" fmla="*/ 27622 h 104775"/>
                        <a:gd name="connsiteX16" fmla="*/ 247650 w 247650"/>
                        <a:gd name="connsiteY16" fmla="*/ 25718 h 104775"/>
                        <a:gd name="connsiteX17" fmla="*/ 221932 w 247650"/>
                        <a:gd name="connsiteY17" fmla="*/ 19050 h 104775"/>
                        <a:gd name="connsiteX18" fmla="*/ 183832 w 247650"/>
                        <a:gd name="connsiteY18" fmla="*/ 10478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7650" h="104775">
                          <a:moveTo>
                            <a:pt x="183832" y="10478"/>
                          </a:moveTo>
                          <a:cubicBezTo>
                            <a:pt x="169545" y="12382"/>
                            <a:pt x="161925" y="2857"/>
                            <a:pt x="150495" y="7620"/>
                          </a:cubicBezTo>
                          <a:cubicBezTo>
                            <a:pt x="139065" y="12382"/>
                            <a:pt x="120015" y="7620"/>
                            <a:pt x="112395" y="2857"/>
                          </a:cubicBezTo>
                          <a:cubicBezTo>
                            <a:pt x="104775" y="-1905"/>
                            <a:pt x="96202" y="12382"/>
                            <a:pt x="85725" y="5715"/>
                          </a:cubicBezTo>
                          <a:cubicBezTo>
                            <a:pt x="83820" y="4763"/>
                            <a:pt x="81915" y="1905"/>
                            <a:pt x="80010" y="0"/>
                          </a:cubicBezTo>
                          <a:cubicBezTo>
                            <a:pt x="71438" y="4763"/>
                            <a:pt x="60960" y="13335"/>
                            <a:pt x="54292" y="22860"/>
                          </a:cubicBezTo>
                          <a:cubicBezTo>
                            <a:pt x="41910" y="41910"/>
                            <a:pt x="24765" y="43815"/>
                            <a:pt x="12382" y="45720"/>
                          </a:cubicBezTo>
                          <a:cubicBezTo>
                            <a:pt x="7620" y="46672"/>
                            <a:pt x="2857" y="53340"/>
                            <a:pt x="0" y="60960"/>
                          </a:cubicBezTo>
                          <a:cubicBezTo>
                            <a:pt x="3810" y="72390"/>
                            <a:pt x="11430" y="90488"/>
                            <a:pt x="20002" y="99060"/>
                          </a:cubicBezTo>
                          <a:cubicBezTo>
                            <a:pt x="33338" y="111443"/>
                            <a:pt x="80010" y="110490"/>
                            <a:pt x="80010" y="99060"/>
                          </a:cubicBezTo>
                          <a:cubicBezTo>
                            <a:pt x="80010" y="87630"/>
                            <a:pt x="118110" y="82868"/>
                            <a:pt x="126682" y="82868"/>
                          </a:cubicBezTo>
                          <a:cubicBezTo>
                            <a:pt x="135255" y="82868"/>
                            <a:pt x="162877" y="53340"/>
                            <a:pt x="167640" y="54293"/>
                          </a:cubicBezTo>
                          <a:cubicBezTo>
                            <a:pt x="172402" y="56197"/>
                            <a:pt x="200977" y="60960"/>
                            <a:pt x="208597" y="68580"/>
                          </a:cubicBezTo>
                          <a:cubicBezTo>
                            <a:pt x="212407" y="72390"/>
                            <a:pt x="223838" y="76200"/>
                            <a:pt x="236220" y="79057"/>
                          </a:cubicBezTo>
                          <a:cubicBezTo>
                            <a:pt x="231457" y="74295"/>
                            <a:pt x="226695" y="67628"/>
                            <a:pt x="226695" y="62865"/>
                          </a:cubicBezTo>
                          <a:cubicBezTo>
                            <a:pt x="226695" y="54293"/>
                            <a:pt x="240982" y="32385"/>
                            <a:pt x="246697" y="27622"/>
                          </a:cubicBezTo>
                          <a:cubicBezTo>
                            <a:pt x="246697" y="27622"/>
                            <a:pt x="247650" y="26670"/>
                            <a:pt x="247650" y="25718"/>
                          </a:cubicBezTo>
                          <a:cubicBezTo>
                            <a:pt x="236220" y="23813"/>
                            <a:pt x="223838" y="20955"/>
                            <a:pt x="221932" y="19050"/>
                          </a:cubicBezTo>
                          <a:cubicBezTo>
                            <a:pt x="217170" y="15240"/>
                            <a:pt x="198120" y="8572"/>
                            <a:pt x="183832" y="1047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91" name="Freeform: Shape 445">
                      <a:extLst>
                        <a:ext uri="{FF2B5EF4-FFF2-40B4-BE49-F238E27FC236}">
                          <a16:creationId xmlns:a16="http://schemas.microsoft.com/office/drawing/2014/main" id="{506E931F-FD23-0A39-7F3D-07482E65DF45}"/>
                        </a:ext>
                      </a:extLst>
                    </p:cNvPr>
                    <p:cNvSpPr/>
                    <p:nvPr/>
                  </p:nvSpPr>
                  <p:spPr>
                    <a:xfrm>
                      <a:off x="15448168" y="5654254"/>
                      <a:ext cx="164087" cy="154969"/>
                    </a:xfrm>
                    <a:custGeom>
                      <a:avLst/>
                      <a:gdLst>
                        <a:gd name="connsiteX0" fmla="*/ 178118 w 171450"/>
                        <a:gd name="connsiteY0" fmla="*/ 32385 h 161925"/>
                        <a:gd name="connsiteX1" fmla="*/ 177165 w 171450"/>
                        <a:gd name="connsiteY1" fmla="*/ 0 h 161925"/>
                        <a:gd name="connsiteX2" fmla="*/ 165735 w 171450"/>
                        <a:gd name="connsiteY2" fmla="*/ 4763 h 161925"/>
                        <a:gd name="connsiteX3" fmla="*/ 160020 w 171450"/>
                        <a:gd name="connsiteY3" fmla="*/ 1905 h 161925"/>
                        <a:gd name="connsiteX4" fmla="*/ 121920 w 171450"/>
                        <a:gd name="connsiteY4" fmla="*/ 20003 h 161925"/>
                        <a:gd name="connsiteX5" fmla="*/ 102870 w 171450"/>
                        <a:gd name="connsiteY5" fmla="*/ 19050 h 161925"/>
                        <a:gd name="connsiteX6" fmla="*/ 102870 w 171450"/>
                        <a:gd name="connsiteY6" fmla="*/ 39053 h 161925"/>
                        <a:gd name="connsiteX7" fmla="*/ 83820 w 171450"/>
                        <a:gd name="connsiteY7" fmla="*/ 43815 h 161925"/>
                        <a:gd name="connsiteX8" fmla="*/ 78105 w 171450"/>
                        <a:gd name="connsiteY8" fmla="*/ 55245 h 161925"/>
                        <a:gd name="connsiteX9" fmla="*/ 68580 w 171450"/>
                        <a:gd name="connsiteY9" fmla="*/ 67628 h 161925"/>
                        <a:gd name="connsiteX10" fmla="*/ 40005 w 171450"/>
                        <a:gd name="connsiteY10" fmla="*/ 101917 h 161925"/>
                        <a:gd name="connsiteX11" fmla="*/ 6668 w 171450"/>
                        <a:gd name="connsiteY11" fmla="*/ 135255 h 161925"/>
                        <a:gd name="connsiteX12" fmla="*/ 0 w 171450"/>
                        <a:gd name="connsiteY12" fmla="*/ 140017 h 161925"/>
                        <a:gd name="connsiteX13" fmla="*/ 16193 w 171450"/>
                        <a:gd name="connsiteY13" fmla="*/ 145732 h 161925"/>
                        <a:gd name="connsiteX14" fmla="*/ 58102 w 171450"/>
                        <a:gd name="connsiteY14" fmla="*/ 130492 h 161925"/>
                        <a:gd name="connsiteX15" fmla="*/ 87630 w 171450"/>
                        <a:gd name="connsiteY15" fmla="*/ 135255 h 161925"/>
                        <a:gd name="connsiteX16" fmla="*/ 120015 w 171450"/>
                        <a:gd name="connsiteY16" fmla="*/ 159067 h 161925"/>
                        <a:gd name="connsiteX17" fmla="*/ 129540 w 171450"/>
                        <a:gd name="connsiteY17" fmla="*/ 167640 h 161925"/>
                        <a:gd name="connsiteX18" fmla="*/ 134302 w 171450"/>
                        <a:gd name="connsiteY18" fmla="*/ 131445 h 161925"/>
                        <a:gd name="connsiteX19" fmla="*/ 137160 w 171450"/>
                        <a:gd name="connsiteY19" fmla="*/ 108585 h 161925"/>
                        <a:gd name="connsiteX20" fmla="*/ 161925 w 171450"/>
                        <a:gd name="connsiteY20" fmla="*/ 96203 h 161925"/>
                        <a:gd name="connsiteX21" fmla="*/ 171450 w 171450"/>
                        <a:gd name="connsiteY21" fmla="*/ 80963 h 161925"/>
                        <a:gd name="connsiteX22" fmla="*/ 157163 w 171450"/>
                        <a:gd name="connsiteY22" fmla="*/ 55245 h 161925"/>
                        <a:gd name="connsiteX23" fmla="*/ 178118 w 171450"/>
                        <a:gd name="connsiteY23" fmla="*/ 3238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61925">
                          <a:moveTo>
                            <a:pt x="178118" y="32385"/>
                          </a:moveTo>
                          <a:cubicBezTo>
                            <a:pt x="181927" y="26670"/>
                            <a:pt x="180022" y="13335"/>
                            <a:pt x="177165" y="0"/>
                          </a:cubicBezTo>
                          <a:cubicBezTo>
                            <a:pt x="175260" y="4763"/>
                            <a:pt x="171450" y="8572"/>
                            <a:pt x="165735" y="4763"/>
                          </a:cubicBezTo>
                          <a:cubicBezTo>
                            <a:pt x="163830" y="3810"/>
                            <a:pt x="161925" y="2857"/>
                            <a:pt x="160020" y="1905"/>
                          </a:cubicBezTo>
                          <a:cubicBezTo>
                            <a:pt x="151447" y="13335"/>
                            <a:pt x="137160" y="20955"/>
                            <a:pt x="121920" y="20003"/>
                          </a:cubicBezTo>
                          <a:cubicBezTo>
                            <a:pt x="115252" y="19050"/>
                            <a:pt x="109538" y="19050"/>
                            <a:pt x="102870" y="19050"/>
                          </a:cubicBezTo>
                          <a:cubicBezTo>
                            <a:pt x="99060" y="25717"/>
                            <a:pt x="99060" y="34290"/>
                            <a:pt x="102870" y="39053"/>
                          </a:cubicBezTo>
                          <a:cubicBezTo>
                            <a:pt x="109538" y="46672"/>
                            <a:pt x="90488" y="50482"/>
                            <a:pt x="83820" y="43815"/>
                          </a:cubicBezTo>
                          <a:cubicBezTo>
                            <a:pt x="81915" y="47625"/>
                            <a:pt x="80010" y="51435"/>
                            <a:pt x="78105" y="55245"/>
                          </a:cubicBezTo>
                          <a:cubicBezTo>
                            <a:pt x="76200" y="58103"/>
                            <a:pt x="72390" y="62865"/>
                            <a:pt x="68580" y="67628"/>
                          </a:cubicBezTo>
                          <a:cubicBezTo>
                            <a:pt x="66675" y="82867"/>
                            <a:pt x="54293" y="96203"/>
                            <a:pt x="40005" y="101917"/>
                          </a:cubicBezTo>
                          <a:cubicBezTo>
                            <a:pt x="34290" y="116205"/>
                            <a:pt x="18097" y="127635"/>
                            <a:pt x="6668" y="135255"/>
                          </a:cubicBezTo>
                          <a:cubicBezTo>
                            <a:pt x="4763" y="137160"/>
                            <a:pt x="1905" y="138113"/>
                            <a:pt x="0" y="140017"/>
                          </a:cubicBezTo>
                          <a:cubicBezTo>
                            <a:pt x="7620" y="143828"/>
                            <a:pt x="13335" y="145732"/>
                            <a:pt x="16193" y="145732"/>
                          </a:cubicBezTo>
                          <a:cubicBezTo>
                            <a:pt x="28575" y="145732"/>
                            <a:pt x="50482" y="139065"/>
                            <a:pt x="58102" y="130492"/>
                          </a:cubicBezTo>
                          <a:cubicBezTo>
                            <a:pt x="65722" y="121920"/>
                            <a:pt x="80010" y="125730"/>
                            <a:pt x="87630" y="135255"/>
                          </a:cubicBezTo>
                          <a:cubicBezTo>
                            <a:pt x="95250" y="143828"/>
                            <a:pt x="107632" y="145732"/>
                            <a:pt x="120015" y="159067"/>
                          </a:cubicBezTo>
                          <a:cubicBezTo>
                            <a:pt x="122872" y="162878"/>
                            <a:pt x="126682" y="165735"/>
                            <a:pt x="129540" y="167640"/>
                          </a:cubicBezTo>
                          <a:cubicBezTo>
                            <a:pt x="130493" y="158115"/>
                            <a:pt x="130493" y="140017"/>
                            <a:pt x="134302" y="131445"/>
                          </a:cubicBezTo>
                          <a:cubicBezTo>
                            <a:pt x="138113" y="121920"/>
                            <a:pt x="130493" y="108585"/>
                            <a:pt x="137160" y="108585"/>
                          </a:cubicBezTo>
                          <a:cubicBezTo>
                            <a:pt x="143827" y="108585"/>
                            <a:pt x="161925" y="108585"/>
                            <a:pt x="161925" y="96203"/>
                          </a:cubicBezTo>
                          <a:cubicBezTo>
                            <a:pt x="161925" y="83820"/>
                            <a:pt x="166688" y="87630"/>
                            <a:pt x="171450" y="80963"/>
                          </a:cubicBezTo>
                          <a:cubicBezTo>
                            <a:pt x="175260" y="74295"/>
                            <a:pt x="160020" y="60007"/>
                            <a:pt x="157163" y="55245"/>
                          </a:cubicBezTo>
                          <a:cubicBezTo>
                            <a:pt x="153352" y="50482"/>
                            <a:pt x="167640" y="48578"/>
                            <a:pt x="178118" y="3238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92" name="Freeform: Shape 446">
                      <a:extLst>
                        <a:ext uri="{FF2B5EF4-FFF2-40B4-BE49-F238E27FC236}">
                          <a16:creationId xmlns:a16="http://schemas.microsoft.com/office/drawing/2014/main" id="{01542DF4-31A1-0854-5E4B-54768C68261D}"/>
                        </a:ext>
                      </a:extLst>
                    </p:cNvPr>
                    <p:cNvSpPr/>
                    <p:nvPr/>
                  </p:nvSpPr>
                  <p:spPr>
                    <a:xfrm>
                      <a:off x="15558394" y="5857537"/>
                      <a:ext cx="27346" cy="36463"/>
                    </a:xfrm>
                    <a:custGeom>
                      <a:avLst/>
                      <a:gdLst>
                        <a:gd name="connsiteX0" fmla="*/ 15321 w 28575"/>
                        <a:gd name="connsiteY0" fmla="*/ 0 h 38100"/>
                        <a:gd name="connsiteX1" fmla="*/ 81 w 28575"/>
                        <a:gd name="connsiteY1" fmla="*/ 40958 h 38100"/>
                        <a:gd name="connsiteX2" fmla="*/ 29609 w 28575"/>
                        <a:gd name="connsiteY2" fmla="*/ 44768 h 38100"/>
                        <a:gd name="connsiteX3" fmla="*/ 15321 w 28575"/>
                        <a:gd name="connsiteY3" fmla="*/ 4763 h 38100"/>
                        <a:gd name="connsiteX4" fmla="*/ 15321 w 28575"/>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38100">
                          <a:moveTo>
                            <a:pt x="15321" y="0"/>
                          </a:moveTo>
                          <a:cubicBezTo>
                            <a:pt x="6748" y="5715"/>
                            <a:pt x="-872" y="16193"/>
                            <a:pt x="81" y="40958"/>
                          </a:cubicBezTo>
                          <a:cubicBezTo>
                            <a:pt x="8653" y="40958"/>
                            <a:pt x="21036" y="41910"/>
                            <a:pt x="29609" y="44768"/>
                          </a:cubicBezTo>
                          <a:cubicBezTo>
                            <a:pt x="27703" y="19050"/>
                            <a:pt x="18178" y="10478"/>
                            <a:pt x="15321" y="4763"/>
                          </a:cubicBezTo>
                          <a:cubicBezTo>
                            <a:pt x="14368" y="2858"/>
                            <a:pt x="15321" y="1905"/>
                            <a:pt x="15321" y="0"/>
                          </a:cubicBezTo>
                          <a:close/>
                        </a:path>
                      </a:pathLst>
                    </a:custGeom>
                    <a:grpFill/>
                    <a:ln w="7144" cap="flat">
                      <a:solidFill>
                        <a:srgbClr val="FFFFFF"/>
                      </a:solidFill>
                      <a:prstDash val="solid"/>
                      <a:miter/>
                    </a:ln>
                  </p:spPr>
                  <p:txBody>
                    <a:bodyPr rtlCol="0" anchor="ctr"/>
                    <a:lstStyle/>
                    <a:p>
                      <a:endParaRPr lang="en-ID"/>
                    </a:p>
                  </p:txBody>
                </p:sp>
                <p:sp>
                  <p:nvSpPr>
                    <p:cNvPr id="793" name="Freeform: Shape 447">
                      <a:extLst>
                        <a:ext uri="{FF2B5EF4-FFF2-40B4-BE49-F238E27FC236}">
                          <a16:creationId xmlns:a16="http://schemas.microsoft.com/office/drawing/2014/main" id="{F25D7B91-E069-03CE-6F4D-F44A3E192E99}"/>
                        </a:ext>
                      </a:extLst>
                    </p:cNvPr>
                    <p:cNvSpPr/>
                    <p:nvPr/>
                  </p:nvSpPr>
                  <p:spPr>
                    <a:xfrm>
                      <a:off x="15418088" y="5774814"/>
                      <a:ext cx="154969" cy="118506"/>
                    </a:xfrm>
                    <a:custGeom>
                      <a:avLst/>
                      <a:gdLst>
                        <a:gd name="connsiteX0" fmla="*/ 6667 w 161925"/>
                        <a:gd name="connsiteY0" fmla="*/ 33096 h 123825"/>
                        <a:gd name="connsiteX1" fmla="*/ 21907 w 161925"/>
                        <a:gd name="connsiteY1" fmla="*/ 51194 h 123825"/>
                        <a:gd name="connsiteX2" fmla="*/ 44767 w 161925"/>
                        <a:gd name="connsiteY2" fmla="*/ 66434 h 123825"/>
                        <a:gd name="connsiteX3" fmla="*/ 72390 w 161925"/>
                        <a:gd name="connsiteY3" fmla="*/ 84531 h 123825"/>
                        <a:gd name="connsiteX4" fmla="*/ 84772 w 161925"/>
                        <a:gd name="connsiteY4" fmla="*/ 100724 h 123825"/>
                        <a:gd name="connsiteX5" fmla="*/ 104775 w 161925"/>
                        <a:gd name="connsiteY5" fmla="*/ 90246 h 123825"/>
                        <a:gd name="connsiteX6" fmla="*/ 117157 w 161925"/>
                        <a:gd name="connsiteY6" fmla="*/ 112154 h 123825"/>
                        <a:gd name="connsiteX7" fmla="*/ 140017 w 161925"/>
                        <a:gd name="connsiteY7" fmla="*/ 128346 h 123825"/>
                        <a:gd name="connsiteX8" fmla="*/ 146685 w 161925"/>
                        <a:gd name="connsiteY8" fmla="*/ 127394 h 123825"/>
                        <a:gd name="connsiteX9" fmla="*/ 161925 w 161925"/>
                        <a:gd name="connsiteY9" fmla="*/ 86436 h 123825"/>
                        <a:gd name="connsiteX10" fmla="*/ 170497 w 161925"/>
                        <a:gd name="connsiteY10" fmla="*/ 73101 h 123825"/>
                        <a:gd name="connsiteX11" fmla="*/ 159067 w 161925"/>
                        <a:gd name="connsiteY11" fmla="*/ 43574 h 123825"/>
                        <a:gd name="connsiteX12" fmla="*/ 159067 w 161925"/>
                        <a:gd name="connsiteY12" fmla="*/ 41669 h 123825"/>
                        <a:gd name="connsiteX13" fmla="*/ 149542 w 161925"/>
                        <a:gd name="connsiteY13" fmla="*/ 33096 h 123825"/>
                        <a:gd name="connsiteX14" fmla="*/ 117157 w 161925"/>
                        <a:gd name="connsiteY14" fmla="*/ 9284 h 123825"/>
                        <a:gd name="connsiteX15" fmla="*/ 87630 w 161925"/>
                        <a:gd name="connsiteY15" fmla="*/ 4521 h 123825"/>
                        <a:gd name="connsiteX16" fmla="*/ 45720 w 161925"/>
                        <a:gd name="connsiteY16" fmla="*/ 19761 h 123825"/>
                        <a:gd name="connsiteX17" fmla="*/ 29527 w 161925"/>
                        <a:gd name="connsiteY17" fmla="*/ 14046 h 123825"/>
                        <a:gd name="connsiteX18" fmla="*/ 0 w 161925"/>
                        <a:gd name="connsiteY18" fmla="*/ 27381 h 123825"/>
                        <a:gd name="connsiteX19" fmla="*/ 6667 w 161925"/>
                        <a:gd name="connsiteY19" fmla="*/ 33096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1925" h="123825">
                          <a:moveTo>
                            <a:pt x="6667" y="33096"/>
                          </a:moveTo>
                          <a:cubicBezTo>
                            <a:pt x="7620" y="40716"/>
                            <a:pt x="18097" y="58814"/>
                            <a:pt x="21907" y="51194"/>
                          </a:cubicBezTo>
                          <a:cubicBezTo>
                            <a:pt x="25717" y="43574"/>
                            <a:pt x="35242" y="60719"/>
                            <a:pt x="44767" y="66434"/>
                          </a:cubicBezTo>
                          <a:cubicBezTo>
                            <a:pt x="53340" y="72149"/>
                            <a:pt x="71438" y="77864"/>
                            <a:pt x="72390" y="84531"/>
                          </a:cubicBezTo>
                          <a:cubicBezTo>
                            <a:pt x="73342" y="91199"/>
                            <a:pt x="76200" y="104534"/>
                            <a:pt x="84772" y="100724"/>
                          </a:cubicBezTo>
                          <a:cubicBezTo>
                            <a:pt x="93345" y="96914"/>
                            <a:pt x="104775" y="81674"/>
                            <a:pt x="104775" y="90246"/>
                          </a:cubicBezTo>
                          <a:cubicBezTo>
                            <a:pt x="104775" y="98819"/>
                            <a:pt x="107632" y="115011"/>
                            <a:pt x="117157" y="112154"/>
                          </a:cubicBezTo>
                          <a:cubicBezTo>
                            <a:pt x="126682" y="110249"/>
                            <a:pt x="129540" y="130251"/>
                            <a:pt x="140017" y="128346"/>
                          </a:cubicBezTo>
                          <a:cubicBezTo>
                            <a:pt x="141922" y="128346"/>
                            <a:pt x="143827" y="127394"/>
                            <a:pt x="146685" y="127394"/>
                          </a:cubicBezTo>
                          <a:cubicBezTo>
                            <a:pt x="145732" y="103581"/>
                            <a:pt x="153352" y="92151"/>
                            <a:pt x="161925" y="86436"/>
                          </a:cubicBezTo>
                          <a:cubicBezTo>
                            <a:pt x="163830" y="82626"/>
                            <a:pt x="169545" y="77864"/>
                            <a:pt x="170497" y="73101"/>
                          </a:cubicBezTo>
                          <a:cubicBezTo>
                            <a:pt x="171450" y="66434"/>
                            <a:pt x="157163" y="52146"/>
                            <a:pt x="159067" y="43574"/>
                          </a:cubicBezTo>
                          <a:cubicBezTo>
                            <a:pt x="159067" y="43574"/>
                            <a:pt x="159067" y="42621"/>
                            <a:pt x="159067" y="41669"/>
                          </a:cubicBezTo>
                          <a:cubicBezTo>
                            <a:pt x="156210" y="38811"/>
                            <a:pt x="152400" y="35954"/>
                            <a:pt x="149542" y="33096"/>
                          </a:cubicBezTo>
                          <a:cubicBezTo>
                            <a:pt x="137160" y="19761"/>
                            <a:pt x="125730" y="17856"/>
                            <a:pt x="117157" y="9284"/>
                          </a:cubicBezTo>
                          <a:cubicBezTo>
                            <a:pt x="109538" y="711"/>
                            <a:pt x="95250" y="-4051"/>
                            <a:pt x="87630" y="4521"/>
                          </a:cubicBezTo>
                          <a:cubicBezTo>
                            <a:pt x="80010" y="13094"/>
                            <a:pt x="58102" y="19761"/>
                            <a:pt x="45720" y="19761"/>
                          </a:cubicBezTo>
                          <a:cubicBezTo>
                            <a:pt x="42863" y="19761"/>
                            <a:pt x="37147" y="16904"/>
                            <a:pt x="29527" y="14046"/>
                          </a:cubicBezTo>
                          <a:cubicBezTo>
                            <a:pt x="20002" y="19761"/>
                            <a:pt x="10477" y="25476"/>
                            <a:pt x="0" y="27381"/>
                          </a:cubicBezTo>
                          <a:cubicBezTo>
                            <a:pt x="2857" y="30239"/>
                            <a:pt x="5715" y="28334"/>
                            <a:pt x="6667" y="33096"/>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94" name="Freeform: Shape 448">
                      <a:extLst>
                        <a:ext uri="{FF2B5EF4-FFF2-40B4-BE49-F238E27FC236}">
                          <a16:creationId xmlns:a16="http://schemas.microsoft.com/office/drawing/2014/main" id="{8D711096-6ACD-7568-6089-0D24C769A3F2}"/>
                        </a:ext>
                      </a:extLst>
                    </p:cNvPr>
                    <p:cNvSpPr/>
                    <p:nvPr/>
                  </p:nvSpPr>
                  <p:spPr>
                    <a:xfrm>
                      <a:off x="16165550" y="5961457"/>
                      <a:ext cx="373751" cy="264361"/>
                    </a:xfrm>
                    <a:custGeom>
                      <a:avLst/>
                      <a:gdLst>
                        <a:gd name="connsiteX0" fmla="*/ 357228 w 390525"/>
                        <a:gd name="connsiteY0" fmla="*/ 186690 h 276225"/>
                        <a:gd name="connsiteX1" fmla="*/ 340083 w 390525"/>
                        <a:gd name="connsiteY1" fmla="*/ 175260 h 276225"/>
                        <a:gd name="connsiteX2" fmla="*/ 341035 w 390525"/>
                        <a:gd name="connsiteY2" fmla="*/ 173355 h 276225"/>
                        <a:gd name="connsiteX3" fmla="*/ 333415 w 390525"/>
                        <a:gd name="connsiteY3" fmla="*/ 120015 h 276225"/>
                        <a:gd name="connsiteX4" fmla="*/ 305793 w 390525"/>
                        <a:gd name="connsiteY4" fmla="*/ 53340 h 276225"/>
                        <a:gd name="connsiteX5" fmla="*/ 276265 w 390525"/>
                        <a:gd name="connsiteY5" fmla="*/ 0 h 276225"/>
                        <a:gd name="connsiteX6" fmla="*/ 255310 w 390525"/>
                        <a:gd name="connsiteY6" fmla="*/ 10478 h 276225"/>
                        <a:gd name="connsiteX7" fmla="*/ 230545 w 390525"/>
                        <a:gd name="connsiteY7" fmla="*/ 24765 h 276225"/>
                        <a:gd name="connsiteX8" fmla="*/ 208638 w 390525"/>
                        <a:gd name="connsiteY8" fmla="*/ 27623 h 276225"/>
                        <a:gd name="connsiteX9" fmla="*/ 188635 w 390525"/>
                        <a:gd name="connsiteY9" fmla="*/ 33338 h 276225"/>
                        <a:gd name="connsiteX10" fmla="*/ 162918 w 390525"/>
                        <a:gd name="connsiteY10" fmla="*/ 24765 h 276225"/>
                        <a:gd name="connsiteX11" fmla="*/ 118150 w 390525"/>
                        <a:gd name="connsiteY11" fmla="*/ 16193 h 276225"/>
                        <a:gd name="connsiteX12" fmla="*/ 101005 w 390525"/>
                        <a:gd name="connsiteY12" fmla="*/ 18098 h 276225"/>
                        <a:gd name="connsiteX13" fmla="*/ 97195 w 390525"/>
                        <a:gd name="connsiteY13" fmla="*/ 28575 h 276225"/>
                        <a:gd name="connsiteX14" fmla="*/ 67668 w 390525"/>
                        <a:gd name="connsiteY14" fmla="*/ 48578 h 276225"/>
                        <a:gd name="connsiteX15" fmla="*/ 27663 w 390525"/>
                        <a:gd name="connsiteY15" fmla="*/ 120968 h 276225"/>
                        <a:gd name="connsiteX16" fmla="*/ 40 w 390525"/>
                        <a:gd name="connsiteY16" fmla="*/ 142875 h 276225"/>
                        <a:gd name="connsiteX17" fmla="*/ 15280 w 390525"/>
                        <a:gd name="connsiteY17" fmla="*/ 170498 h 276225"/>
                        <a:gd name="connsiteX18" fmla="*/ 29568 w 390525"/>
                        <a:gd name="connsiteY18" fmla="*/ 187643 h 276225"/>
                        <a:gd name="connsiteX19" fmla="*/ 35282 w 390525"/>
                        <a:gd name="connsiteY19" fmla="*/ 217170 h 276225"/>
                        <a:gd name="connsiteX20" fmla="*/ 83860 w 390525"/>
                        <a:gd name="connsiteY20" fmla="*/ 233363 h 276225"/>
                        <a:gd name="connsiteX21" fmla="*/ 86718 w 390525"/>
                        <a:gd name="connsiteY21" fmla="*/ 254318 h 276225"/>
                        <a:gd name="connsiteX22" fmla="*/ 111483 w 390525"/>
                        <a:gd name="connsiteY22" fmla="*/ 272415 h 276225"/>
                        <a:gd name="connsiteX23" fmla="*/ 158155 w 390525"/>
                        <a:gd name="connsiteY23" fmla="*/ 278130 h 276225"/>
                        <a:gd name="connsiteX24" fmla="*/ 204828 w 390525"/>
                        <a:gd name="connsiteY24" fmla="*/ 279083 h 276225"/>
                        <a:gd name="connsiteX25" fmla="*/ 236260 w 390525"/>
                        <a:gd name="connsiteY25" fmla="*/ 264795 h 276225"/>
                        <a:gd name="connsiteX26" fmla="*/ 288648 w 390525"/>
                        <a:gd name="connsiteY26" fmla="*/ 255270 h 276225"/>
                        <a:gd name="connsiteX27" fmla="*/ 323890 w 390525"/>
                        <a:gd name="connsiteY27" fmla="*/ 266700 h 276225"/>
                        <a:gd name="connsiteX28" fmla="*/ 350560 w 390525"/>
                        <a:gd name="connsiteY28" fmla="*/ 280035 h 276225"/>
                        <a:gd name="connsiteX29" fmla="*/ 350560 w 390525"/>
                        <a:gd name="connsiteY29" fmla="*/ 255270 h 276225"/>
                        <a:gd name="connsiteX30" fmla="*/ 372468 w 390525"/>
                        <a:gd name="connsiteY30" fmla="*/ 216218 h 276225"/>
                        <a:gd name="connsiteX31" fmla="*/ 395328 w 390525"/>
                        <a:gd name="connsiteY31" fmla="*/ 190500 h 276225"/>
                        <a:gd name="connsiteX32" fmla="*/ 395328 w 390525"/>
                        <a:gd name="connsiteY32" fmla="*/ 188595 h 276225"/>
                        <a:gd name="connsiteX33" fmla="*/ 380088 w 390525"/>
                        <a:gd name="connsiteY33" fmla="*/ 177165 h 276225"/>
                        <a:gd name="connsiteX34" fmla="*/ 357228 w 390525"/>
                        <a:gd name="connsiteY34" fmla="*/ 18669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90525" h="276225">
                          <a:moveTo>
                            <a:pt x="357228" y="186690"/>
                          </a:moveTo>
                          <a:cubicBezTo>
                            <a:pt x="347703" y="185738"/>
                            <a:pt x="336273" y="180975"/>
                            <a:pt x="340083" y="175260"/>
                          </a:cubicBezTo>
                          <a:cubicBezTo>
                            <a:pt x="340083" y="175260"/>
                            <a:pt x="341035" y="174308"/>
                            <a:pt x="341035" y="173355"/>
                          </a:cubicBezTo>
                          <a:cubicBezTo>
                            <a:pt x="328653" y="162878"/>
                            <a:pt x="325795" y="127635"/>
                            <a:pt x="333415" y="120015"/>
                          </a:cubicBezTo>
                          <a:cubicBezTo>
                            <a:pt x="342940" y="109538"/>
                            <a:pt x="317223" y="68580"/>
                            <a:pt x="305793" y="53340"/>
                          </a:cubicBezTo>
                          <a:cubicBezTo>
                            <a:pt x="300078" y="46673"/>
                            <a:pt x="287695" y="22860"/>
                            <a:pt x="276265" y="0"/>
                          </a:cubicBezTo>
                          <a:cubicBezTo>
                            <a:pt x="265788" y="3810"/>
                            <a:pt x="256263" y="7620"/>
                            <a:pt x="255310" y="10478"/>
                          </a:cubicBezTo>
                          <a:cubicBezTo>
                            <a:pt x="251500" y="17145"/>
                            <a:pt x="238165" y="24765"/>
                            <a:pt x="230545" y="24765"/>
                          </a:cubicBezTo>
                          <a:cubicBezTo>
                            <a:pt x="222925" y="24765"/>
                            <a:pt x="215305" y="20955"/>
                            <a:pt x="208638" y="27623"/>
                          </a:cubicBezTo>
                          <a:cubicBezTo>
                            <a:pt x="201970" y="34290"/>
                            <a:pt x="193398" y="37148"/>
                            <a:pt x="188635" y="33338"/>
                          </a:cubicBezTo>
                          <a:cubicBezTo>
                            <a:pt x="184825" y="29528"/>
                            <a:pt x="171490" y="24765"/>
                            <a:pt x="162918" y="24765"/>
                          </a:cubicBezTo>
                          <a:cubicBezTo>
                            <a:pt x="153393" y="24765"/>
                            <a:pt x="124818" y="16193"/>
                            <a:pt x="118150" y="16193"/>
                          </a:cubicBezTo>
                          <a:cubicBezTo>
                            <a:pt x="114340" y="16193"/>
                            <a:pt x="107673" y="17145"/>
                            <a:pt x="101005" y="18098"/>
                          </a:cubicBezTo>
                          <a:cubicBezTo>
                            <a:pt x="102910" y="20955"/>
                            <a:pt x="101005" y="24765"/>
                            <a:pt x="97195" y="28575"/>
                          </a:cubicBezTo>
                          <a:cubicBezTo>
                            <a:pt x="89575" y="35243"/>
                            <a:pt x="73383" y="44768"/>
                            <a:pt x="67668" y="48578"/>
                          </a:cubicBezTo>
                          <a:cubicBezTo>
                            <a:pt x="61953" y="52388"/>
                            <a:pt x="40998" y="105728"/>
                            <a:pt x="27663" y="120968"/>
                          </a:cubicBezTo>
                          <a:cubicBezTo>
                            <a:pt x="14328" y="136208"/>
                            <a:pt x="993" y="138113"/>
                            <a:pt x="40" y="142875"/>
                          </a:cubicBezTo>
                          <a:cubicBezTo>
                            <a:pt x="-912" y="148590"/>
                            <a:pt x="15280" y="161925"/>
                            <a:pt x="15280" y="170498"/>
                          </a:cubicBezTo>
                          <a:cubicBezTo>
                            <a:pt x="15280" y="179070"/>
                            <a:pt x="19090" y="187643"/>
                            <a:pt x="29568" y="187643"/>
                          </a:cubicBezTo>
                          <a:cubicBezTo>
                            <a:pt x="40045" y="187643"/>
                            <a:pt x="28615" y="215265"/>
                            <a:pt x="35282" y="217170"/>
                          </a:cubicBezTo>
                          <a:cubicBezTo>
                            <a:pt x="41950" y="219075"/>
                            <a:pt x="83860" y="222885"/>
                            <a:pt x="83860" y="233363"/>
                          </a:cubicBezTo>
                          <a:cubicBezTo>
                            <a:pt x="83860" y="241935"/>
                            <a:pt x="88623" y="248603"/>
                            <a:pt x="86718" y="254318"/>
                          </a:cubicBezTo>
                          <a:cubicBezTo>
                            <a:pt x="98148" y="256223"/>
                            <a:pt x="107673" y="274320"/>
                            <a:pt x="111483" y="272415"/>
                          </a:cubicBezTo>
                          <a:cubicBezTo>
                            <a:pt x="116245" y="271463"/>
                            <a:pt x="152440" y="279083"/>
                            <a:pt x="158155" y="278130"/>
                          </a:cubicBezTo>
                          <a:cubicBezTo>
                            <a:pt x="164823" y="277178"/>
                            <a:pt x="194350" y="278130"/>
                            <a:pt x="204828" y="279083"/>
                          </a:cubicBezTo>
                          <a:cubicBezTo>
                            <a:pt x="215305" y="280035"/>
                            <a:pt x="226735" y="275273"/>
                            <a:pt x="236260" y="264795"/>
                          </a:cubicBezTo>
                          <a:cubicBezTo>
                            <a:pt x="245785" y="255270"/>
                            <a:pt x="278170" y="253365"/>
                            <a:pt x="288648" y="255270"/>
                          </a:cubicBezTo>
                          <a:cubicBezTo>
                            <a:pt x="299125" y="257175"/>
                            <a:pt x="320080" y="259080"/>
                            <a:pt x="323890" y="266700"/>
                          </a:cubicBezTo>
                          <a:cubicBezTo>
                            <a:pt x="325795" y="270510"/>
                            <a:pt x="338178" y="276225"/>
                            <a:pt x="350560" y="280035"/>
                          </a:cubicBezTo>
                          <a:cubicBezTo>
                            <a:pt x="352465" y="273368"/>
                            <a:pt x="350560" y="263843"/>
                            <a:pt x="350560" y="255270"/>
                          </a:cubicBezTo>
                          <a:cubicBezTo>
                            <a:pt x="351513" y="240030"/>
                            <a:pt x="359133" y="218123"/>
                            <a:pt x="372468" y="216218"/>
                          </a:cubicBezTo>
                          <a:cubicBezTo>
                            <a:pt x="385803" y="215265"/>
                            <a:pt x="397233" y="215265"/>
                            <a:pt x="395328" y="190500"/>
                          </a:cubicBezTo>
                          <a:cubicBezTo>
                            <a:pt x="395328" y="189548"/>
                            <a:pt x="395328" y="188595"/>
                            <a:pt x="395328" y="188595"/>
                          </a:cubicBezTo>
                          <a:cubicBezTo>
                            <a:pt x="388660" y="181928"/>
                            <a:pt x="381993" y="177165"/>
                            <a:pt x="380088" y="177165"/>
                          </a:cubicBezTo>
                          <a:cubicBezTo>
                            <a:pt x="377230" y="175260"/>
                            <a:pt x="361038" y="186690"/>
                            <a:pt x="357228" y="18669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795" name="Freeform: Shape 449">
                      <a:extLst>
                        <a:ext uri="{FF2B5EF4-FFF2-40B4-BE49-F238E27FC236}">
                          <a16:creationId xmlns:a16="http://schemas.microsoft.com/office/drawing/2014/main" id="{FD18914A-B437-02AA-32B2-FD1921FB0D36}"/>
                        </a:ext>
                      </a:extLst>
                    </p:cNvPr>
                    <p:cNvSpPr/>
                    <p:nvPr/>
                  </p:nvSpPr>
                  <p:spPr>
                    <a:xfrm>
                      <a:off x="16429949" y="5952235"/>
                      <a:ext cx="127622" cy="173201"/>
                    </a:xfrm>
                    <a:custGeom>
                      <a:avLst/>
                      <a:gdLst>
                        <a:gd name="connsiteX0" fmla="*/ 99060 w 133350"/>
                        <a:gd name="connsiteY0" fmla="*/ 46785 h 180975"/>
                        <a:gd name="connsiteX1" fmla="*/ 67627 w 133350"/>
                        <a:gd name="connsiteY1" fmla="*/ 21068 h 180975"/>
                        <a:gd name="connsiteX2" fmla="*/ 32385 w 133350"/>
                        <a:gd name="connsiteY2" fmla="*/ 113 h 180975"/>
                        <a:gd name="connsiteX3" fmla="*/ 0 w 133350"/>
                        <a:gd name="connsiteY3" fmla="*/ 8685 h 180975"/>
                        <a:gd name="connsiteX4" fmla="*/ 29527 w 133350"/>
                        <a:gd name="connsiteY4" fmla="*/ 62025 h 180975"/>
                        <a:gd name="connsiteX5" fmla="*/ 57150 w 133350"/>
                        <a:gd name="connsiteY5" fmla="*/ 128700 h 180975"/>
                        <a:gd name="connsiteX6" fmla="*/ 64770 w 133350"/>
                        <a:gd name="connsiteY6" fmla="*/ 182040 h 180975"/>
                        <a:gd name="connsiteX7" fmla="*/ 89535 w 133350"/>
                        <a:gd name="connsiteY7" fmla="*/ 140130 h 180975"/>
                        <a:gd name="connsiteX8" fmla="*/ 106680 w 133350"/>
                        <a:gd name="connsiteY8" fmla="*/ 119175 h 180975"/>
                        <a:gd name="connsiteX9" fmla="*/ 137160 w 133350"/>
                        <a:gd name="connsiteY9" fmla="*/ 124890 h 180975"/>
                        <a:gd name="connsiteX10" fmla="*/ 126682 w 133350"/>
                        <a:gd name="connsiteY10" fmla="*/ 93458 h 180975"/>
                        <a:gd name="connsiteX11" fmla="*/ 99060 w 133350"/>
                        <a:gd name="connsiteY11" fmla="*/ 4678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350" h="180975">
                          <a:moveTo>
                            <a:pt x="99060" y="46785"/>
                          </a:moveTo>
                          <a:cubicBezTo>
                            <a:pt x="93345" y="28688"/>
                            <a:pt x="77152" y="21068"/>
                            <a:pt x="67627" y="21068"/>
                          </a:cubicBezTo>
                          <a:cubicBezTo>
                            <a:pt x="58102" y="21068"/>
                            <a:pt x="42863" y="-1792"/>
                            <a:pt x="32385" y="113"/>
                          </a:cubicBezTo>
                          <a:cubicBezTo>
                            <a:pt x="26670" y="1065"/>
                            <a:pt x="12382" y="4875"/>
                            <a:pt x="0" y="8685"/>
                          </a:cubicBezTo>
                          <a:cubicBezTo>
                            <a:pt x="11430" y="31545"/>
                            <a:pt x="23813" y="55358"/>
                            <a:pt x="29527" y="62025"/>
                          </a:cubicBezTo>
                          <a:cubicBezTo>
                            <a:pt x="41910" y="77265"/>
                            <a:pt x="67627" y="118223"/>
                            <a:pt x="57150" y="128700"/>
                          </a:cubicBezTo>
                          <a:cubicBezTo>
                            <a:pt x="49530" y="137273"/>
                            <a:pt x="52388" y="171563"/>
                            <a:pt x="64770" y="182040"/>
                          </a:cubicBezTo>
                          <a:cubicBezTo>
                            <a:pt x="70485" y="174420"/>
                            <a:pt x="89535" y="147750"/>
                            <a:pt x="89535" y="140130"/>
                          </a:cubicBezTo>
                          <a:cubicBezTo>
                            <a:pt x="89535" y="131558"/>
                            <a:pt x="90488" y="114413"/>
                            <a:pt x="106680" y="119175"/>
                          </a:cubicBezTo>
                          <a:cubicBezTo>
                            <a:pt x="121920" y="122985"/>
                            <a:pt x="137160" y="130605"/>
                            <a:pt x="137160" y="124890"/>
                          </a:cubicBezTo>
                          <a:cubicBezTo>
                            <a:pt x="137160" y="119175"/>
                            <a:pt x="133350" y="101078"/>
                            <a:pt x="126682" y="93458"/>
                          </a:cubicBezTo>
                          <a:cubicBezTo>
                            <a:pt x="120015" y="87743"/>
                            <a:pt x="104775" y="64883"/>
                            <a:pt x="99060" y="4678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96" name="Freeform: Shape 450">
                      <a:extLst>
                        <a:ext uri="{FF2B5EF4-FFF2-40B4-BE49-F238E27FC236}">
                          <a16:creationId xmlns:a16="http://schemas.microsoft.com/office/drawing/2014/main" id="{95CFEAC1-9297-CFC5-413E-2EB5F483E4D0}"/>
                        </a:ext>
                      </a:extLst>
                    </p:cNvPr>
                    <p:cNvSpPr/>
                    <p:nvPr/>
                  </p:nvSpPr>
                  <p:spPr>
                    <a:xfrm>
                      <a:off x="16240220" y="6203939"/>
                      <a:ext cx="255244" cy="154969"/>
                    </a:xfrm>
                    <a:custGeom>
                      <a:avLst/>
                      <a:gdLst>
                        <a:gd name="connsiteX0" fmla="*/ 212531 w 266700"/>
                        <a:gd name="connsiteY0" fmla="*/ 953 h 161925"/>
                        <a:gd name="connsiteX1" fmla="*/ 160144 w 266700"/>
                        <a:gd name="connsiteY1" fmla="*/ 10478 h 161925"/>
                        <a:gd name="connsiteX2" fmla="*/ 128711 w 266700"/>
                        <a:gd name="connsiteY2" fmla="*/ 24765 h 161925"/>
                        <a:gd name="connsiteX3" fmla="*/ 82039 w 266700"/>
                        <a:gd name="connsiteY3" fmla="*/ 23813 h 161925"/>
                        <a:gd name="connsiteX4" fmla="*/ 35366 w 266700"/>
                        <a:gd name="connsiteY4" fmla="*/ 18097 h 161925"/>
                        <a:gd name="connsiteX5" fmla="*/ 10601 w 266700"/>
                        <a:gd name="connsiteY5" fmla="*/ 0 h 161925"/>
                        <a:gd name="connsiteX6" fmla="*/ 6791 w 266700"/>
                        <a:gd name="connsiteY6" fmla="*/ 4763 h 161925"/>
                        <a:gd name="connsiteX7" fmla="*/ 6791 w 266700"/>
                        <a:gd name="connsiteY7" fmla="*/ 37147 h 161925"/>
                        <a:gd name="connsiteX8" fmla="*/ 20126 w 266700"/>
                        <a:gd name="connsiteY8" fmla="*/ 67628 h 161925"/>
                        <a:gd name="connsiteX9" fmla="*/ 5839 w 266700"/>
                        <a:gd name="connsiteY9" fmla="*/ 86678 h 161925"/>
                        <a:gd name="connsiteX10" fmla="*/ 5839 w 266700"/>
                        <a:gd name="connsiteY10" fmla="*/ 109538 h 161925"/>
                        <a:gd name="connsiteX11" fmla="*/ 30604 w 266700"/>
                        <a:gd name="connsiteY11" fmla="*/ 140018 h 161925"/>
                        <a:gd name="connsiteX12" fmla="*/ 39176 w 266700"/>
                        <a:gd name="connsiteY12" fmla="*/ 153353 h 161925"/>
                        <a:gd name="connsiteX13" fmla="*/ 98231 w 266700"/>
                        <a:gd name="connsiteY13" fmla="*/ 154305 h 161925"/>
                        <a:gd name="connsiteX14" fmla="*/ 144904 w 266700"/>
                        <a:gd name="connsiteY14" fmla="*/ 162878 h 161925"/>
                        <a:gd name="connsiteX15" fmla="*/ 162049 w 266700"/>
                        <a:gd name="connsiteY15" fmla="*/ 151447 h 161925"/>
                        <a:gd name="connsiteX16" fmla="*/ 183004 w 266700"/>
                        <a:gd name="connsiteY16" fmla="*/ 140018 h 161925"/>
                        <a:gd name="connsiteX17" fmla="*/ 183004 w 266700"/>
                        <a:gd name="connsiteY17" fmla="*/ 126683 h 161925"/>
                        <a:gd name="connsiteX18" fmla="*/ 227771 w 266700"/>
                        <a:gd name="connsiteY18" fmla="*/ 126683 h 161925"/>
                        <a:gd name="connsiteX19" fmla="*/ 245869 w 266700"/>
                        <a:gd name="connsiteY19" fmla="*/ 122872 h 161925"/>
                        <a:gd name="connsiteX20" fmla="*/ 240154 w 266700"/>
                        <a:gd name="connsiteY20" fmla="*/ 111443 h 161925"/>
                        <a:gd name="connsiteX21" fmla="*/ 230629 w 266700"/>
                        <a:gd name="connsiteY21" fmla="*/ 75247 h 161925"/>
                        <a:gd name="connsiteX22" fmla="*/ 265871 w 266700"/>
                        <a:gd name="connsiteY22" fmla="*/ 34290 h 161925"/>
                        <a:gd name="connsiteX23" fmla="*/ 275396 w 266700"/>
                        <a:gd name="connsiteY23" fmla="*/ 23813 h 161925"/>
                        <a:gd name="connsiteX24" fmla="*/ 248726 w 266700"/>
                        <a:gd name="connsiteY24" fmla="*/ 10478 h 161925"/>
                        <a:gd name="connsiteX25" fmla="*/ 212531 w 266700"/>
                        <a:gd name="connsiteY25" fmla="*/ 953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6700" h="161925">
                          <a:moveTo>
                            <a:pt x="212531" y="953"/>
                          </a:moveTo>
                          <a:cubicBezTo>
                            <a:pt x="202054" y="0"/>
                            <a:pt x="169669" y="953"/>
                            <a:pt x="160144" y="10478"/>
                          </a:cubicBezTo>
                          <a:cubicBezTo>
                            <a:pt x="150619" y="20003"/>
                            <a:pt x="139189" y="25718"/>
                            <a:pt x="128711" y="24765"/>
                          </a:cubicBezTo>
                          <a:cubicBezTo>
                            <a:pt x="118234" y="23813"/>
                            <a:pt x="87754" y="21908"/>
                            <a:pt x="82039" y="23813"/>
                          </a:cubicBezTo>
                          <a:cubicBezTo>
                            <a:pt x="75371" y="24765"/>
                            <a:pt x="40129" y="17145"/>
                            <a:pt x="35366" y="18097"/>
                          </a:cubicBezTo>
                          <a:cubicBezTo>
                            <a:pt x="30604" y="19050"/>
                            <a:pt x="22031" y="1905"/>
                            <a:pt x="10601" y="0"/>
                          </a:cubicBezTo>
                          <a:cubicBezTo>
                            <a:pt x="9649" y="1905"/>
                            <a:pt x="8696" y="2858"/>
                            <a:pt x="6791" y="4763"/>
                          </a:cubicBezTo>
                          <a:cubicBezTo>
                            <a:pt x="-1781" y="11430"/>
                            <a:pt x="-2734" y="27622"/>
                            <a:pt x="6791" y="37147"/>
                          </a:cubicBezTo>
                          <a:cubicBezTo>
                            <a:pt x="16316" y="46672"/>
                            <a:pt x="29651" y="67628"/>
                            <a:pt x="20126" y="67628"/>
                          </a:cubicBezTo>
                          <a:cubicBezTo>
                            <a:pt x="11554" y="67628"/>
                            <a:pt x="4886" y="80010"/>
                            <a:pt x="5839" y="86678"/>
                          </a:cubicBezTo>
                          <a:cubicBezTo>
                            <a:pt x="6791" y="93345"/>
                            <a:pt x="2981" y="106680"/>
                            <a:pt x="5839" y="109538"/>
                          </a:cubicBezTo>
                          <a:cubicBezTo>
                            <a:pt x="8696" y="112395"/>
                            <a:pt x="29651" y="134303"/>
                            <a:pt x="30604" y="140018"/>
                          </a:cubicBezTo>
                          <a:cubicBezTo>
                            <a:pt x="31556" y="145733"/>
                            <a:pt x="40129" y="148590"/>
                            <a:pt x="39176" y="153353"/>
                          </a:cubicBezTo>
                          <a:cubicBezTo>
                            <a:pt x="55369" y="152400"/>
                            <a:pt x="90611" y="149543"/>
                            <a:pt x="98231" y="154305"/>
                          </a:cubicBezTo>
                          <a:cubicBezTo>
                            <a:pt x="108709" y="160020"/>
                            <a:pt x="144904" y="162878"/>
                            <a:pt x="144904" y="162878"/>
                          </a:cubicBezTo>
                          <a:cubicBezTo>
                            <a:pt x="155381" y="162878"/>
                            <a:pt x="164906" y="159068"/>
                            <a:pt x="162049" y="151447"/>
                          </a:cubicBezTo>
                          <a:cubicBezTo>
                            <a:pt x="160144" y="145733"/>
                            <a:pt x="173479" y="141922"/>
                            <a:pt x="183004" y="140018"/>
                          </a:cubicBezTo>
                          <a:cubicBezTo>
                            <a:pt x="181099" y="133350"/>
                            <a:pt x="180146" y="128588"/>
                            <a:pt x="183004" y="126683"/>
                          </a:cubicBezTo>
                          <a:cubicBezTo>
                            <a:pt x="187766" y="124778"/>
                            <a:pt x="216341" y="120015"/>
                            <a:pt x="227771" y="126683"/>
                          </a:cubicBezTo>
                          <a:cubicBezTo>
                            <a:pt x="233486" y="129540"/>
                            <a:pt x="240154" y="126683"/>
                            <a:pt x="245869" y="122872"/>
                          </a:cubicBezTo>
                          <a:cubicBezTo>
                            <a:pt x="243964" y="117158"/>
                            <a:pt x="243011" y="112395"/>
                            <a:pt x="240154" y="111443"/>
                          </a:cubicBezTo>
                          <a:cubicBezTo>
                            <a:pt x="232534" y="110490"/>
                            <a:pt x="222056" y="77153"/>
                            <a:pt x="230629" y="75247"/>
                          </a:cubicBezTo>
                          <a:cubicBezTo>
                            <a:pt x="240154" y="73343"/>
                            <a:pt x="251584" y="39053"/>
                            <a:pt x="265871" y="34290"/>
                          </a:cubicBezTo>
                          <a:cubicBezTo>
                            <a:pt x="271586" y="32385"/>
                            <a:pt x="274444" y="28575"/>
                            <a:pt x="275396" y="23813"/>
                          </a:cubicBezTo>
                          <a:cubicBezTo>
                            <a:pt x="263014" y="19050"/>
                            <a:pt x="250631" y="13335"/>
                            <a:pt x="248726" y="10478"/>
                          </a:cubicBezTo>
                          <a:cubicBezTo>
                            <a:pt x="243964" y="4763"/>
                            <a:pt x="223009" y="1905"/>
                            <a:pt x="212531" y="95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97" name="Freeform: Shape 451">
                      <a:extLst>
                        <a:ext uri="{FF2B5EF4-FFF2-40B4-BE49-F238E27FC236}">
                          <a16:creationId xmlns:a16="http://schemas.microsoft.com/office/drawing/2014/main" id="{CD413BBA-8DCF-88FA-D769-911DC833E3E4}"/>
                        </a:ext>
                      </a:extLst>
                    </p:cNvPr>
                    <p:cNvSpPr/>
                    <p:nvPr/>
                  </p:nvSpPr>
                  <p:spPr>
                    <a:xfrm>
                      <a:off x="16163585" y="6304214"/>
                      <a:ext cx="109389" cy="82043"/>
                    </a:xfrm>
                    <a:custGeom>
                      <a:avLst/>
                      <a:gdLst>
                        <a:gd name="connsiteX0" fmla="*/ 26858 w 114300"/>
                        <a:gd name="connsiteY0" fmla="*/ 88583 h 85725"/>
                        <a:gd name="connsiteX1" fmla="*/ 26858 w 114300"/>
                        <a:gd name="connsiteY1" fmla="*/ 88583 h 85725"/>
                        <a:gd name="connsiteX2" fmla="*/ 28763 w 114300"/>
                        <a:gd name="connsiteY2" fmla="*/ 87630 h 85725"/>
                        <a:gd name="connsiteX3" fmla="*/ 28763 w 114300"/>
                        <a:gd name="connsiteY3" fmla="*/ 87630 h 85725"/>
                        <a:gd name="connsiteX4" fmla="*/ 31620 w 114300"/>
                        <a:gd name="connsiteY4" fmla="*/ 87630 h 85725"/>
                        <a:gd name="connsiteX5" fmla="*/ 31620 w 114300"/>
                        <a:gd name="connsiteY5" fmla="*/ 87630 h 85725"/>
                        <a:gd name="connsiteX6" fmla="*/ 45908 w 114300"/>
                        <a:gd name="connsiteY6" fmla="*/ 87630 h 85725"/>
                        <a:gd name="connsiteX7" fmla="*/ 46860 w 114300"/>
                        <a:gd name="connsiteY7" fmla="*/ 87630 h 85725"/>
                        <a:gd name="connsiteX8" fmla="*/ 50670 w 114300"/>
                        <a:gd name="connsiteY8" fmla="*/ 87630 h 85725"/>
                        <a:gd name="connsiteX9" fmla="*/ 51622 w 114300"/>
                        <a:gd name="connsiteY9" fmla="*/ 87630 h 85725"/>
                        <a:gd name="connsiteX10" fmla="*/ 56385 w 114300"/>
                        <a:gd name="connsiteY10" fmla="*/ 86678 h 85725"/>
                        <a:gd name="connsiteX11" fmla="*/ 77340 w 114300"/>
                        <a:gd name="connsiteY11" fmla="*/ 73343 h 85725"/>
                        <a:gd name="connsiteX12" fmla="*/ 118297 w 114300"/>
                        <a:gd name="connsiteY12" fmla="*/ 53340 h 85725"/>
                        <a:gd name="connsiteX13" fmla="*/ 119250 w 114300"/>
                        <a:gd name="connsiteY13" fmla="*/ 51435 h 85725"/>
                        <a:gd name="connsiteX14" fmla="*/ 110678 w 114300"/>
                        <a:gd name="connsiteY14" fmla="*/ 38100 h 85725"/>
                        <a:gd name="connsiteX15" fmla="*/ 85913 w 114300"/>
                        <a:gd name="connsiteY15" fmla="*/ 7620 h 85725"/>
                        <a:gd name="connsiteX16" fmla="*/ 84960 w 114300"/>
                        <a:gd name="connsiteY16" fmla="*/ 4763 h 85725"/>
                        <a:gd name="connsiteX17" fmla="*/ 84960 w 114300"/>
                        <a:gd name="connsiteY17" fmla="*/ 4763 h 85725"/>
                        <a:gd name="connsiteX18" fmla="*/ 84960 w 114300"/>
                        <a:gd name="connsiteY18" fmla="*/ 0 h 85725"/>
                        <a:gd name="connsiteX19" fmla="*/ 8760 w 114300"/>
                        <a:gd name="connsiteY19" fmla="*/ 15240 h 85725"/>
                        <a:gd name="connsiteX20" fmla="*/ 5903 w 114300"/>
                        <a:gd name="connsiteY20" fmla="*/ 13335 h 85725"/>
                        <a:gd name="connsiteX21" fmla="*/ 1140 w 114300"/>
                        <a:gd name="connsiteY21" fmla="*/ 62865 h 85725"/>
                        <a:gd name="connsiteX22" fmla="*/ 26858 w 114300"/>
                        <a:gd name="connsiteY22" fmla="*/ 88583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4300" h="85725">
                          <a:moveTo>
                            <a:pt x="26858" y="88583"/>
                          </a:moveTo>
                          <a:lnTo>
                            <a:pt x="26858" y="88583"/>
                          </a:lnTo>
                          <a:cubicBezTo>
                            <a:pt x="26858" y="88583"/>
                            <a:pt x="27810" y="87630"/>
                            <a:pt x="28763" y="87630"/>
                          </a:cubicBezTo>
                          <a:cubicBezTo>
                            <a:pt x="28763" y="87630"/>
                            <a:pt x="28763" y="87630"/>
                            <a:pt x="28763" y="87630"/>
                          </a:cubicBezTo>
                          <a:cubicBezTo>
                            <a:pt x="29715" y="87630"/>
                            <a:pt x="30668" y="87630"/>
                            <a:pt x="31620" y="87630"/>
                          </a:cubicBezTo>
                          <a:cubicBezTo>
                            <a:pt x="31620" y="87630"/>
                            <a:pt x="31620" y="87630"/>
                            <a:pt x="31620" y="87630"/>
                          </a:cubicBezTo>
                          <a:cubicBezTo>
                            <a:pt x="35430" y="87630"/>
                            <a:pt x="40193" y="87630"/>
                            <a:pt x="45908" y="87630"/>
                          </a:cubicBezTo>
                          <a:cubicBezTo>
                            <a:pt x="45908" y="87630"/>
                            <a:pt x="46860" y="87630"/>
                            <a:pt x="46860" y="87630"/>
                          </a:cubicBezTo>
                          <a:cubicBezTo>
                            <a:pt x="47813" y="87630"/>
                            <a:pt x="48765" y="87630"/>
                            <a:pt x="50670" y="87630"/>
                          </a:cubicBezTo>
                          <a:cubicBezTo>
                            <a:pt x="50670" y="87630"/>
                            <a:pt x="51622" y="87630"/>
                            <a:pt x="51622" y="87630"/>
                          </a:cubicBezTo>
                          <a:cubicBezTo>
                            <a:pt x="53528" y="87630"/>
                            <a:pt x="54480" y="87630"/>
                            <a:pt x="56385" y="86678"/>
                          </a:cubicBezTo>
                          <a:cubicBezTo>
                            <a:pt x="67815" y="83820"/>
                            <a:pt x="70672" y="69533"/>
                            <a:pt x="77340" y="73343"/>
                          </a:cubicBezTo>
                          <a:cubicBezTo>
                            <a:pt x="83055" y="76200"/>
                            <a:pt x="114488" y="59055"/>
                            <a:pt x="118297" y="53340"/>
                          </a:cubicBezTo>
                          <a:cubicBezTo>
                            <a:pt x="119250" y="52388"/>
                            <a:pt x="119250" y="51435"/>
                            <a:pt x="119250" y="51435"/>
                          </a:cubicBezTo>
                          <a:cubicBezTo>
                            <a:pt x="120203" y="46672"/>
                            <a:pt x="111630" y="43815"/>
                            <a:pt x="110678" y="38100"/>
                          </a:cubicBezTo>
                          <a:cubicBezTo>
                            <a:pt x="109725" y="31433"/>
                            <a:pt x="88770" y="10478"/>
                            <a:pt x="85913" y="7620"/>
                          </a:cubicBezTo>
                          <a:cubicBezTo>
                            <a:pt x="84960" y="6668"/>
                            <a:pt x="84960" y="5715"/>
                            <a:pt x="84960" y="4763"/>
                          </a:cubicBezTo>
                          <a:cubicBezTo>
                            <a:pt x="84960" y="4763"/>
                            <a:pt x="84960" y="4763"/>
                            <a:pt x="84960" y="4763"/>
                          </a:cubicBezTo>
                          <a:cubicBezTo>
                            <a:pt x="84960" y="2858"/>
                            <a:pt x="84960" y="1905"/>
                            <a:pt x="84960" y="0"/>
                          </a:cubicBezTo>
                          <a:cubicBezTo>
                            <a:pt x="54480" y="4763"/>
                            <a:pt x="8760" y="15240"/>
                            <a:pt x="8760" y="15240"/>
                          </a:cubicBezTo>
                          <a:cubicBezTo>
                            <a:pt x="8760" y="15240"/>
                            <a:pt x="7808" y="14288"/>
                            <a:pt x="5903" y="13335"/>
                          </a:cubicBezTo>
                          <a:cubicBezTo>
                            <a:pt x="1140" y="29528"/>
                            <a:pt x="-1717" y="51435"/>
                            <a:pt x="1140" y="62865"/>
                          </a:cubicBezTo>
                          <a:cubicBezTo>
                            <a:pt x="3997" y="69533"/>
                            <a:pt x="13522" y="77153"/>
                            <a:pt x="26858" y="88583"/>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98" name="Freeform: Shape 452">
                      <a:extLst>
                        <a:ext uri="{FF2B5EF4-FFF2-40B4-BE49-F238E27FC236}">
                          <a16:creationId xmlns:a16="http://schemas.microsoft.com/office/drawing/2014/main" id="{A88A8CFE-6976-65A5-92A1-45D6D5D3A388}"/>
                        </a:ext>
                      </a:extLst>
                    </p:cNvPr>
                    <p:cNvSpPr/>
                    <p:nvPr/>
                  </p:nvSpPr>
                  <p:spPr>
                    <a:xfrm>
                      <a:off x="16233044" y="5717205"/>
                      <a:ext cx="756616" cy="464910"/>
                    </a:xfrm>
                    <a:custGeom>
                      <a:avLst/>
                      <a:gdLst>
                        <a:gd name="connsiteX0" fmla="*/ 704850 w 790575"/>
                        <a:gd name="connsiteY0" fmla="*/ 307602 h 485775"/>
                        <a:gd name="connsiteX1" fmla="*/ 739140 w 790575"/>
                        <a:gd name="connsiteY1" fmla="*/ 281884 h 485775"/>
                        <a:gd name="connsiteX2" fmla="*/ 775335 w 790575"/>
                        <a:gd name="connsiteY2" fmla="*/ 282837 h 485775"/>
                        <a:gd name="connsiteX3" fmla="*/ 782955 w 790575"/>
                        <a:gd name="connsiteY3" fmla="*/ 254262 h 485775"/>
                        <a:gd name="connsiteX4" fmla="*/ 773430 w 790575"/>
                        <a:gd name="connsiteY4" fmla="*/ 236164 h 485775"/>
                        <a:gd name="connsiteX5" fmla="*/ 788670 w 790575"/>
                        <a:gd name="connsiteY5" fmla="*/ 224734 h 485775"/>
                        <a:gd name="connsiteX6" fmla="*/ 778193 w 790575"/>
                        <a:gd name="connsiteY6" fmla="*/ 211399 h 485775"/>
                        <a:gd name="connsiteX7" fmla="*/ 790575 w 790575"/>
                        <a:gd name="connsiteY7" fmla="*/ 191397 h 485775"/>
                        <a:gd name="connsiteX8" fmla="*/ 764857 w 790575"/>
                        <a:gd name="connsiteY8" fmla="*/ 174252 h 485775"/>
                        <a:gd name="connsiteX9" fmla="*/ 727710 w 790575"/>
                        <a:gd name="connsiteY9" fmla="*/ 163774 h 485775"/>
                        <a:gd name="connsiteX10" fmla="*/ 691515 w 790575"/>
                        <a:gd name="connsiteY10" fmla="*/ 157107 h 485775"/>
                        <a:gd name="connsiteX11" fmla="*/ 671513 w 790575"/>
                        <a:gd name="connsiteY11" fmla="*/ 131389 h 485775"/>
                        <a:gd name="connsiteX12" fmla="*/ 646748 w 790575"/>
                        <a:gd name="connsiteY12" fmla="*/ 133294 h 485775"/>
                        <a:gd name="connsiteX13" fmla="*/ 623888 w 790575"/>
                        <a:gd name="connsiteY13" fmla="*/ 135199 h 485775"/>
                        <a:gd name="connsiteX14" fmla="*/ 601980 w 790575"/>
                        <a:gd name="connsiteY14" fmla="*/ 124722 h 485775"/>
                        <a:gd name="connsiteX15" fmla="*/ 584835 w 790575"/>
                        <a:gd name="connsiteY15" fmla="*/ 115197 h 485775"/>
                        <a:gd name="connsiteX16" fmla="*/ 564832 w 790575"/>
                        <a:gd name="connsiteY16" fmla="*/ 78049 h 485775"/>
                        <a:gd name="connsiteX17" fmla="*/ 532448 w 790575"/>
                        <a:gd name="connsiteY17" fmla="*/ 69477 h 485775"/>
                        <a:gd name="connsiteX18" fmla="*/ 522923 w 790575"/>
                        <a:gd name="connsiteY18" fmla="*/ 42807 h 485775"/>
                        <a:gd name="connsiteX19" fmla="*/ 517207 w 790575"/>
                        <a:gd name="connsiteY19" fmla="*/ 6612 h 485775"/>
                        <a:gd name="connsiteX20" fmla="*/ 481013 w 790575"/>
                        <a:gd name="connsiteY20" fmla="*/ 2802 h 485775"/>
                        <a:gd name="connsiteX21" fmla="*/ 451485 w 790575"/>
                        <a:gd name="connsiteY21" fmla="*/ 3754 h 485775"/>
                        <a:gd name="connsiteX22" fmla="*/ 430530 w 790575"/>
                        <a:gd name="connsiteY22" fmla="*/ 15184 h 485775"/>
                        <a:gd name="connsiteX23" fmla="*/ 418148 w 790575"/>
                        <a:gd name="connsiteY23" fmla="*/ 9469 h 485775"/>
                        <a:gd name="connsiteX24" fmla="*/ 389573 w 790575"/>
                        <a:gd name="connsiteY24" fmla="*/ 15184 h 485775"/>
                        <a:gd name="connsiteX25" fmla="*/ 363855 w 790575"/>
                        <a:gd name="connsiteY25" fmla="*/ 46617 h 485775"/>
                        <a:gd name="connsiteX26" fmla="*/ 356235 w 790575"/>
                        <a:gd name="connsiteY26" fmla="*/ 61857 h 485775"/>
                        <a:gd name="connsiteX27" fmla="*/ 315278 w 790575"/>
                        <a:gd name="connsiteY27" fmla="*/ 58999 h 485775"/>
                        <a:gd name="connsiteX28" fmla="*/ 286703 w 790575"/>
                        <a:gd name="connsiteY28" fmla="*/ 49474 h 485775"/>
                        <a:gd name="connsiteX29" fmla="*/ 258128 w 790575"/>
                        <a:gd name="connsiteY29" fmla="*/ 46617 h 485775"/>
                        <a:gd name="connsiteX30" fmla="*/ 227648 w 790575"/>
                        <a:gd name="connsiteY30" fmla="*/ 42807 h 485775"/>
                        <a:gd name="connsiteX31" fmla="*/ 186690 w 790575"/>
                        <a:gd name="connsiteY31" fmla="*/ 36139 h 485775"/>
                        <a:gd name="connsiteX32" fmla="*/ 110490 w 790575"/>
                        <a:gd name="connsiteY32" fmla="*/ 26614 h 485775"/>
                        <a:gd name="connsiteX33" fmla="*/ 81915 w 790575"/>
                        <a:gd name="connsiteY33" fmla="*/ 44712 h 485775"/>
                        <a:gd name="connsiteX34" fmla="*/ 58103 w 790575"/>
                        <a:gd name="connsiteY34" fmla="*/ 50427 h 485775"/>
                        <a:gd name="connsiteX35" fmla="*/ 61913 w 790575"/>
                        <a:gd name="connsiteY35" fmla="*/ 66619 h 485775"/>
                        <a:gd name="connsiteX36" fmla="*/ 80010 w 790575"/>
                        <a:gd name="connsiteY36" fmla="*/ 113292 h 485775"/>
                        <a:gd name="connsiteX37" fmla="*/ 60007 w 790575"/>
                        <a:gd name="connsiteY37" fmla="*/ 130437 h 485775"/>
                        <a:gd name="connsiteX38" fmla="*/ 19050 w 790575"/>
                        <a:gd name="connsiteY38" fmla="*/ 176157 h 485775"/>
                        <a:gd name="connsiteX39" fmla="*/ 20003 w 790575"/>
                        <a:gd name="connsiteY39" fmla="*/ 208542 h 485775"/>
                        <a:gd name="connsiteX40" fmla="*/ 0 w 790575"/>
                        <a:gd name="connsiteY40" fmla="*/ 243784 h 485775"/>
                        <a:gd name="connsiteX41" fmla="*/ 20003 w 790575"/>
                        <a:gd name="connsiteY41" fmla="*/ 266644 h 485775"/>
                        <a:gd name="connsiteX42" fmla="*/ 27623 w 790575"/>
                        <a:gd name="connsiteY42" fmla="*/ 272359 h 485775"/>
                        <a:gd name="connsiteX43" fmla="*/ 44768 w 790575"/>
                        <a:gd name="connsiteY43" fmla="*/ 270454 h 485775"/>
                        <a:gd name="connsiteX44" fmla="*/ 89535 w 790575"/>
                        <a:gd name="connsiteY44" fmla="*/ 279027 h 485775"/>
                        <a:gd name="connsiteX45" fmla="*/ 115253 w 790575"/>
                        <a:gd name="connsiteY45" fmla="*/ 287599 h 485775"/>
                        <a:gd name="connsiteX46" fmla="*/ 135255 w 790575"/>
                        <a:gd name="connsiteY46" fmla="*/ 281884 h 485775"/>
                        <a:gd name="connsiteX47" fmla="*/ 157163 w 790575"/>
                        <a:gd name="connsiteY47" fmla="*/ 279027 h 485775"/>
                        <a:gd name="connsiteX48" fmla="*/ 181928 w 790575"/>
                        <a:gd name="connsiteY48" fmla="*/ 264739 h 485775"/>
                        <a:gd name="connsiteX49" fmla="*/ 235268 w 790575"/>
                        <a:gd name="connsiteY49" fmla="*/ 244737 h 485775"/>
                        <a:gd name="connsiteX50" fmla="*/ 270510 w 790575"/>
                        <a:gd name="connsiteY50" fmla="*/ 265692 h 485775"/>
                        <a:gd name="connsiteX51" fmla="*/ 301943 w 790575"/>
                        <a:gd name="connsiteY51" fmla="*/ 291409 h 485775"/>
                        <a:gd name="connsiteX52" fmla="*/ 329565 w 790575"/>
                        <a:gd name="connsiteY52" fmla="*/ 339034 h 485775"/>
                        <a:gd name="connsiteX53" fmla="*/ 340043 w 790575"/>
                        <a:gd name="connsiteY53" fmla="*/ 370467 h 485775"/>
                        <a:gd name="connsiteX54" fmla="*/ 309563 w 790575"/>
                        <a:gd name="connsiteY54" fmla="*/ 364752 h 485775"/>
                        <a:gd name="connsiteX55" fmla="*/ 292418 w 790575"/>
                        <a:gd name="connsiteY55" fmla="*/ 385707 h 485775"/>
                        <a:gd name="connsiteX56" fmla="*/ 266700 w 790575"/>
                        <a:gd name="connsiteY56" fmla="*/ 429522 h 485775"/>
                        <a:gd name="connsiteX57" fmla="*/ 283845 w 790575"/>
                        <a:gd name="connsiteY57" fmla="*/ 440952 h 485775"/>
                        <a:gd name="connsiteX58" fmla="*/ 308610 w 790575"/>
                        <a:gd name="connsiteY58" fmla="*/ 429522 h 485775"/>
                        <a:gd name="connsiteX59" fmla="*/ 323850 w 790575"/>
                        <a:gd name="connsiteY59" fmla="*/ 440952 h 485775"/>
                        <a:gd name="connsiteX60" fmla="*/ 344805 w 790575"/>
                        <a:gd name="connsiteY60" fmla="*/ 404757 h 485775"/>
                        <a:gd name="connsiteX61" fmla="*/ 382905 w 790575"/>
                        <a:gd name="connsiteY61" fmla="*/ 357132 h 485775"/>
                        <a:gd name="connsiteX62" fmla="*/ 431482 w 790575"/>
                        <a:gd name="connsiteY62" fmla="*/ 349512 h 485775"/>
                        <a:gd name="connsiteX63" fmla="*/ 436245 w 790575"/>
                        <a:gd name="connsiteY63" fmla="*/ 380944 h 485775"/>
                        <a:gd name="connsiteX64" fmla="*/ 508635 w 790575"/>
                        <a:gd name="connsiteY64" fmla="*/ 392374 h 485775"/>
                        <a:gd name="connsiteX65" fmla="*/ 449580 w 790575"/>
                        <a:gd name="connsiteY65" fmla="*/ 427617 h 485775"/>
                        <a:gd name="connsiteX66" fmla="*/ 494348 w 790575"/>
                        <a:gd name="connsiteY66" fmla="*/ 449524 h 485775"/>
                        <a:gd name="connsiteX67" fmla="*/ 496253 w 790575"/>
                        <a:gd name="connsiteY67" fmla="*/ 486672 h 485775"/>
                        <a:gd name="connsiteX68" fmla="*/ 532448 w 790575"/>
                        <a:gd name="connsiteY68" fmla="*/ 477147 h 485775"/>
                        <a:gd name="connsiteX69" fmla="*/ 575310 w 790575"/>
                        <a:gd name="connsiteY69" fmla="*/ 457144 h 485775"/>
                        <a:gd name="connsiteX70" fmla="*/ 634365 w 790575"/>
                        <a:gd name="connsiteY70" fmla="*/ 447619 h 485775"/>
                        <a:gd name="connsiteX71" fmla="*/ 589598 w 790575"/>
                        <a:gd name="connsiteY71" fmla="*/ 435237 h 485775"/>
                        <a:gd name="connsiteX72" fmla="*/ 553403 w 790575"/>
                        <a:gd name="connsiteY72" fmla="*/ 396184 h 485775"/>
                        <a:gd name="connsiteX73" fmla="*/ 608648 w 790575"/>
                        <a:gd name="connsiteY73" fmla="*/ 358084 h 485775"/>
                        <a:gd name="connsiteX74" fmla="*/ 664845 w 790575"/>
                        <a:gd name="connsiteY74" fmla="*/ 339987 h 485775"/>
                        <a:gd name="connsiteX75" fmla="*/ 701040 w 790575"/>
                        <a:gd name="connsiteY75" fmla="*/ 329509 h 485775"/>
                        <a:gd name="connsiteX76" fmla="*/ 704850 w 790575"/>
                        <a:gd name="connsiteY76" fmla="*/ 307602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90575" h="485775">
                          <a:moveTo>
                            <a:pt x="704850" y="307602"/>
                          </a:moveTo>
                          <a:cubicBezTo>
                            <a:pt x="711518" y="306649"/>
                            <a:pt x="732473" y="281884"/>
                            <a:pt x="739140" y="281884"/>
                          </a:cubicBezTo>
                          <a:cubicBezTo>
                            <a:pt x="745807" y="281884"/>
                            <a:pt x="775335" y="288552"/>
                            <a:pt x="775335" y="282837"/>
                          </a:cubicBezTo>
                          <a:cubicBezTo>
                            <a:pt x="775335" y="277122"/>
                            <a:pt x="784860" y="259977"/>
                            <a:pt x="782955" y="254262"/>
                          </a:cubicBezTo>
                          <a:cubicBezTo>
                            <a:pt x="781050" y="248547"/>
                            <a:pt x="771525" y="241879"/>
                            <a:pt x="773430" y="236164"/>
                          </a:cubicBezTo>
                          <a:cubicBezTo>
                            <a:pt x="775335" y="230449"/>
                            <a:pt x="788670" y="230449"/>
                            <a:pt x="788670" y="224734"/>
                          </a:cubicBezTo>
                          <a:cubicBezTo>
                            <a:pt x="788670" y="218067"/>
                            <a:pt x="778193" y="215209"/>
                            <a:pt x="778193" y="211399"/>
                          </a:cubicBezTo>
                          <a:cubicBezTo>
                            <a:pt x="778193" y="207589"/>
                            <a:pt x="791528" y="199969"/>
                            <a:pt x="790575" y="191397"/>
                          </a:cubicBezTo>
                          <a:cubicBezTo>
                            <a:pt x="789623" y="182824"/>
                            <a:pt x="778193" y="181872"/>
                            <a:pt x="764857" y="174252"/>
                          </a:cubicBezTo>
                          <a:cubicBezTo>
                            <a:pt x="752475" y="166632"/>
                            <a:pt x="739140" y="170442"/>
                            <a:pt x="727710" y="163774"/>
                          </a:cubicBezTo>
                          <a:cubicBezTo>
                            <a:pt x="716280" y="157107"/>
                            <a:pt x="691515" y="161869"/>
                            <a:pt x="691515" y="157107"/>
                          </a:cubicBezTo>
                          <a:cubicBezTo>
                            <a:pt x="691515" y="153297"/>
                            <a:pt x="676275" y="139009"/>
                            <a:pt x="671513" y="131389"/>
                          </a:cubicBezTo>
                          <a:cubicBezTo>
                            <a:pt x="667703" y="123769"/>
                            <a:pt x="655320" y="128532"/>
                            <a:pt x="646748" y="133294"/>
                          </a:cubicBezTo>
                          <a:cubicBezTo>
                            <a:pt x="639128" y="139009"/>
                            <a:pt x="632460" y="140914"/>
                            <a:pt x="623888" y="135199"/>
                          </a:cubicBezTo>
                          <a:cubicBezTo>
                            <a:pt x="616268" y="129484"/>
                            <a:pt x="609600" y="121864"/>
                            <a:pt x="601980" y="124722"/>
                          </a:cubicBezTo>
                          <a:cubicBezTo>
                            <a:pt x="595313" y="127579"/>
                            <a:pt x="581978" y="125674"/>
                            <a:pt x="584835" y="115197"/>
                          </a:cubicBezTo>
                          <a:cubicBezTo>
                            <a:pt x="587693" y="104719"/>
                            <a:pt x="572453" y="80907"/>
                            <a:pt x="564832" y="78049"/>
                          </a:cubicBezTo>
                          <a:cubicBezTo>
                            <a:pt x="558165" y="75192"/>
                            <a:pt x="537210" y="79954"/>
                            <a:pt x="532448" y="69477"/>
                          </a:cubicBezTo>
                          <a:cubicBezTo>
                            <a:pt x="527685" y="58999"/>
                            <a:pt x="519113" y="50427"/>
                            <a:pt x="522923" y="42807"/>
                          </a:cubicBezTo>
                          <a:cubicBezTo>
                            <a:pt x="526732" y="35187"/>
                            <a:pt x="521970" y="15184"/>
                            <a:pt x="517207" y="6612"/>
                          </a:cubicBezTo>
                          <a:cubicBezTo>
                            <a:pt x="512445" y="-1961"/>
                            <a:pt x="487680" y="-1008"/>
                            <a:pt x="481013" y="2802"/>
                          </a:cubicBezTo>
                          <a:cubicBezTo>
                            <a:pt x="474345" y="5659"/>
                            <a:pt x="458153" y="-56"/>
                            <a:pt x="451485" y="3754"/>
                          </a:cubicBezTo>
                          <a:cubicBezTo>
                            <a:pt x="444818" y="7564"/>
                            <a:pt x="441007" y="15184"/>
                            <a:pt x="430530" y="15184"/>
                          </a:cubicBezTo>
                          <a:cubicBezTo>
                            <a:pt x="424815" y="15184"/>
                            <a:pt x="421005" y="14232"/>
                            <a:pt x="418148" y="9469"/>
                          </a:cubicBezTo>
                          <a:cubicBezTo>
                            <a:pt x="407670" y="14232"/>
                            <a:pt x="389573" y="15184"/>
                            <a:pt x="389573" y="15184"/>
                          </a:cubicBezTo>
                          <a:cubicBezTo>
                            <a:pt x="389573" y="15184"/>
                            <a:pt x="363855" y="38044"/>
                            <a:pt x="363855" y="46617"/>
                          </a:cubicBezTo>
                          <a:cubicBezTo>
                            <a:pt x="363855" y="55189"/>
                            <a:pt x="362903" y="69477"/>
                            <a:pt x="356235" y="61857"/>
                          </a:cubicBezTo>
                          <a:cubicBezTo>
                            <a:pt x="349568" y="55189"/>
                            <a:pt x="321945" y="55189"/>
                            <a:pt x="315278" y="58999"/>
                          </a:cubicBezTo>
                          <a:cubicBezTo>
                            <a:pt x="308610" y="62809"/>
                            <a:pt x="298132" y="41854"/>
                            <a:pt x="286703" y="49474"/>
                          </a:cubicBezTo>
                          <a:cubicBezTo>
                            <a:pt x="275273" y="56142"/>
                            <a:pt x="259080" y="39949"/>
                            <a:pt x="258128" y="46617"/>
                          </a:cubicBezTo>
                          <a:cubicBezTo>
                            <a:pt x="257175" y="53284"/>
                            <a:pt x="240030" y="48522"/>
                            <a:pt x="227648" y="42807"/>
                          </a:cubicBezTo>
                          <a:cubicBezTo>
                            <a:pt x="216218" y="37092"/>
                            <a:pt x="195263" y="45664"/>
                            <a:pt x="186690" y="36139"/>
                          </a:cubicBezTo>
                          <a:cubicBezTo>
                            <a:pt x="179070" y="26614"/>
                            <a:pt x="127635" y="26614"/>
                            <a:pt x="110490" y="26614"/>
                          </a:cubicBezTo>
                          <a:cubicBezTo>
                            <a:pt x="93345" y="26614"/>
                            <a:pt x="89535" y="36139"/>
                            <a:pt x="81915" y="44712"/>
                          </a:cubicBezTo>
                          <a:cubicBezTo>
                            <a:pt x="75248" y="52332"/>
                            <a:pt x="66675" y="50427"/>
                            <a:pt x="58103" y="50427"/>
                          </a:cubicBezTo>
                          <a:cubicBezTo>
                            <a:pt x="59055" y="57094"/>
                            <a:pt x="60007" y="63762"/>
                            <a:pt x="61913" y="66619"/>
                          </a:cubicBezTo>
                          <a:cubicBezTo>
                            <a:pt x="65723" y="73287"/>
                            <a:pt x="84773" y="103767"/>
                            <a:pt x="80010" y="113292"/>
                          </a:cubicBezTo>
                          <a:cubicBezTo>
                            <a:pt x="75248" y="122817"/>
                            <a:pt x="66675" y="122817"/>
                            <a:pt x="60007" y="130437"/>
                          </a:cubicBezTo>
                          <a:cubicBezTo>
                            <a:pt x="54293" y="138057"/>
                            <a:pt x="20003" y="170442"/>
                            <a:pt x="19050" y="176157"/>
                          </a:cubicBezTo>
                          <a:cubicBezTo>
                            <a:pt x="18098" y="181872"/>
                            <a:pt x="24765" y="204732"/>
                            <a:pt x="20003" y="208542"/>
                          </a:cubicBezTo>
                          <a:cubicBezTo>
                            <a:pt x="15240" y="212352"/>
                            <a:pt x="0" y="235212"/>
                            <a:pt x="0" y="243784"/>
                          </a:cubicBezTo>
                          <a:cubicBezTo>
                            <a:pt x="0" y="252357"/>
                            <a:pt x="10478" y="263787"/>
                            <a:pt x="20003" y="266644"/>
                          </a:cubicBezTo>
                          <a:cubicBezTo>
                            <a:pt x="23813" y="267597"/>
                            <a:pt x="25718" y="269502"/>
                            <a:pt x="27623" y="272359"/>
                          </a:cubicBezTo>
                          <a:cubicBezTo>
                            <a:pt x="34290" y="271407"/>
                            <a:pt x="40957" y="270454"/>
                            <a:pt x="44768" y="270454"/>
                          </a:cubicBezTo>
                          <a:cubicBezTo>
                            <a:pt x="51435" y="270454"/>
                            <a:pt x="80010" y="279027"/>
                            <a:pt x="89535" y="279027"/>
                          </a:cubicBezTo>
                          <a:cubicBezTo>
                            <a:pt x="99060" y="279027"/>
                            <a:pt x="111443" y="282837"/>
                            <a:pt x="115253" y="287599"/>
                          </a:cubicBezTo>
                          <a:cubicBezTo>
                            <a:pt x="119063" y="291409"/>
                            <a:pt x="128588" y="288552"/>
                            <a:pt x="135255" y="281884"/>
                          </a:cubicBezTo>
                          <a:cubicBezTo>
                            <a:pt x="141923" y="275217"/>
                            <a:pt x="149543" y="279027"/>
                            <a:pt x="157163" y="279027"/>
                          </a:cubicBezTo>
                          <a:cubicBezTo>
                            <a:pt x="164782" y="279027"/>
                            <a:pt x="178118" y="272359"/>
                            <a:pt x="181928" y="264739"/>
                          </a:cubicBezTo>
                          <a:cubicBezTo>
                            <a:pt x="185738" y="258072"/>
                            <a:pt x="224790" y="246642"/>
                            <a:pt x="235268" y="244737"/>
                          </a:cubicBezTo>
                          <a:cubicBezTo>
                            <a:pt x="245745" y="243784"/>
                            <a:pt x="260985" y="265692"/>
                            <a:pt x="270510" y="265692"/>
                          </a:cubicBezTo>
                          <a:cubicBezTo>
                            <a:pt x="280035" y="265692"/>
                            <a:pt x="296228" y="272359"/>
                            <a:pt x="301943" y="291409"/>
                          </a:cubicBezTo>
                          <a:cubicBezTo>
                            <a:pt x="307657" y="309507"/>
                            <a:pt x="322898" y="332367"/>
                            <a:pt x="329565" y="339034"/>
                          </a:cubicBezTo>
                          <a:cubicBezTo>
                            <a:pt x="336232" y="345702"/>
                            <a:pt x="340043" y="364752"/>
                            <a:pt x="340043" y="370467"/>
                          </a:cubicBezTo>
                          <a:cubicBezTo>
                            <a:pt x="340043" y="376182"/>
                            <a:pt x="325755" y="369514"/>
                            <a:pt x="309563" y="364752"/>
                          </a:cubicBezTo>
                          <a:cubicBezTo>
                            <a:pt x="294323" y="360942"/>
                            <a:pt x="292418" y="377134"/>
                            <a:pt x="292418" y="385707"/>
                          </a:cubicBezTo>
                          <a:cubicBezTo>
                            <a:pt x="292418" y="394279"/>
                            <a:pt x="270510" y="423807"/>
                            <a:pt x="266700" y="429522"/>
                          </a:cubicBezTo>
                          <a:cubicBezTo>
                            <a:pt x="262890" y="435237"/>
                            <a:pt x="274320" y="439047"/>
                            <a:pt x="283845" y="440952"/>
                          </a:cubicBezTo>
                          <a:cubicBezTo>
                            <a:pt x="287655" y="441904"/>
                            <a:pt x="303848" y="429522"/>
                            <a:pt x="308610" y="429522"/>
                          </a:cubicBezTo>
                          <a:cubicBezTo>
                            <a:pt x="310515" y="429522"/>
                            <a:pt x="317182" y="435237"/>
                            <a:pt x="323850" y="440952"/>
                          </a:cubicBezTo>
                          <a:cubicBezTo>
                            <a:pt x="321945" y="419044"/>
                            <a:pt x="326707" y="419997"/>
                            <a:pt x="344805" y="404757"/>
                          </a:cubicBezTo>
                          <a:cubicBezTo>
                            <a:pt x="363855" y="389517"/>
                            <a:pt x="365760" y="359989"/>
                            <a:pt x="382905" y="357132"/>
                          </a:cubicBezTo>
                          <a:cubicBezTo>
                            <a:pt x="400050" y="353322"/>
                            <a:pt x="406718" y="344749"/>
                            <a:pt x="431482" y="349512"/>
                          </a:cubicBezTo>
                          <a:cubicBezTo>
                            <a:pt x="456248" y="353322"/>
                            <a:pt x="419100" y="370467"/>
                            <a:pt x="436245" y="380944"/>
                          </a:cubicBezTo>
                          <a:cubicBezTo>
                            <a:pt x="453390" y="390469"/>
                            <a:pt x="505778" y="378087"/>
                            <a:pt x="508635" y="392374"/>
                          </a:cubicBezTo>
                          <a:cubicBezTo>
                            <a:pt x="511493" y="406662"/>
                            <a:pt x="448628" y="420949"/>
                            <a:pt x="449580" y="427617"/>
                          </a:cubicBezTo>
                          <a:cubicBezTo>
                            <a:pt x="450532" y="434284"/>
                            <a:pt x="482918" y="441904"/>
                            <a:pt x="494348" y="449524"/>
                          </a:cubicBezTo>
                          <a:cubicBezTo>
                            <a:pt x="505778" y="457144"/>
                            <a:pt x="491490" y="479052"/>
                            <a:pt x="496253" y="486672"/>
                          </a:cubicBezTo>
                          <a:cubicBezTo>
                            <a:pt x="501968" y="493339"/>
                            <a:pt x="518160" y="487624"/>
                            <a:pt x="532448" y="477147"/>
                          </a:cubicBezTo>
                          <a:cubicBezTo>
                            <a:pt x="545782" y="466669"/>
                            <a:pt x="557213" y="470479"/>
                            <a:pt x="575310" y="457144"/>
                          </a:cubicBezTo>
                          <a:cubicBezTo>
                            <a:pt x="593407" y="444762"/>
                            <a:pt x="629603" y="455239"/>
                            <a:pt x="634365" y="447619"/>
                          </a:cubicBezTo>
                          <a:cubicBezTo>
                            <a:pt x="639128" y="439999"/>
                            <a:pt x="623888" y="432379"/>
                            <a:pt x="589598" y="435237"/>
                          </a:cubicBezTo>
                          <a:cubicBezTo>
                            <a:pt x="555307" y="438094"/>
                            <a:pt x="553403" y="403804"/>
                            <a:pt x="553403" y="396184"/>
                          </a:cubicBezTo>
                          <a:cubicBezTo>
                            <a:pt x="553403" y="389517"/>
                            <a:pt x="588645" y="359989"/>
                            <a:pt x="608648" y="358084"/>
                          </a:cubicBezTo>
                          <a:cubicBezTo>
                            <a:pt x="628650" y="356179"/>
                            <a:pt x="644843" y="349512"/>
                            <a:pt x="664845" y="339987"/>
                          </a:cubicBezTo>
                          <a:cubicBezTo>
                            <a:pt x="672465" y="336177"/>
                            <a:pt x="686753" y="332367"/>
                            <a:pt x="701040" y="329509"/>
                          </a:cubicBezTo>
                          <a:cubicBezTo>
                            <a:pt x="701993" y="319984"/>
                            <a:pt x="699135" y="308554"/>
                            <a:pt x="704850" y="307602"/>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799" name="Freeform: Shape 453">
                      <a:extLst>
                        <a:ext uri="{FF2B5EF4-FFF2-40B4-BE49-F238E27FC236}">
                          <a16:creationId xmlns:a16="http://schemas.microsoft.com/office/drawing/2014/main" id="{1132BCB3-B3E9-B225-178A-DC0D33821301}"/>
                        </a:ext>
                      </a:extLst>
                    </p:cNvPr>
                    <p:cNvSpPr/>
                    <p:nvPr/>
                  </p:nvSpPr>
                  <p:spPr>
                    <a:xfrm>
                      <a:off x="16279537" y="5475582"/>
                      <a:ext cx="391983" cy="300823"/>
                    </a:xfrm>
                    <a:custGeom>
                      <a:avLst/>
                      <a:gdLst>
                        <a:gd name="connsiteX0" fmla="*/ 388620 w 409575"/>
                        <a:gd name="connsiteY0" fmla="*/ 158115 h 314325"/>
                        <a:gd name="connsiteX1" fmla="*/ 362902 w 409575"/>
                        <a:gd name="connsiteY1" fmla="*/ 131445 h 314325"/>
                        <a:gd name="connsiteX2" fmla="*/ 341947 w 409575"/>
                        <a:gd name="connsiteY2" fmla="*/ 101918 h 314325"/>
                        <a:gd name="connsiteX3" fmla="*/ 337185 w 409575"/>
                        <a:gd name="connsiteY3" fmla="*/ 67628 h 314325"/>
                        <a:gd name="connsiteX4" fmla="*/ 333375 w 409575"/>
                        <a:gd name="connsiteY4" fmla="*/ 35243 h 314325"/>
                        <a:gd name="connsiteX5" fmla="*/ 292417 w 409575"/>
                        <a:gd name="connsiteY5" fmla="*/ 22860 h 314325"/>
                        <a:gd name="connsiteX6" fmla="*/ 268605 w 409575"/>
                        <a:gd name="connsiteY6" fmla="*/ 22860 h 314325"/>
                        <a:gd name="connsiteX7" fmla="*/ 245745 w 409575"/>
                        <a:gd name="connsiteY7" fmla="*/ 11430 h 314325"/>
                        <a:gd name="connsiteX8" fmla="*/ 221932 w 409575"/>
                        <a:gd name="connsiteY8" fmla="*/ 3810 h 314325"/>
                        <a:gd name="connsiteX9" fmla="*/ 220027 w 409575"/>
                        <a:gd name="connsiteY9" fmla="*/ 0 h 314325"/>
                        <a:gd name="connsiteX10" fmla="*/ 206692 w 409575"/>
                        <a:gd name="connsiteY10" fmla="*/ 5715 h 314325"/>
                        <a:gd name="connsiteX11" fmla="*/ 189547 w 409575"/>
                        <a:gd name="connsiteY11" fmla="*/ 22860 h 314325"/>
                        <a:gd name="connsiteX12" fmla="*/ 159067 w 409575"/>
                        <a:gd name="connsiteY12" fmla="*/ 26670 h 314325"/>
                        <a:gd name="connsiteX13" fmla="*/ 147638 w 409575"/>
                        <a:gd name="connsiteY13" fmla="*/ 52388 h 314325"/>
                        <a:gd name="connsiteX14" fmla="*/ 142875 w 409575"/>
                        <a:gd name="connsiteY14" fmla="*/ 70485 h 314325"/>
                        <a:gd name="connsiteX15" fmla="*/ 128588 w 409575"/>
                        <a:gd name="connsiteY15" fmla="*/ 82868 h 314325"/>
                        <a:gd name="connsiteX16" fmla="*/ 106680 w 409575"/>
                        <a:gd name="connsiteY16" fmla="*/ 105728 h 314325"/>
                        <a:gd name="connsiteX17" fmla="*/ 100013 w 409575"/>
                        <a:gd name="connsiteY17" fmla="*/ 128588 h 314325"/>
                        <a:gd name="connsiteX18" fmla="*/ 71438 w 409575"/>
                        <a:gd name="connsiteY18" fmla="*/ 138113 h 314325"/>
                        <a:gd name="connsiteX19" fmla="*/ 49530 w 409575"/>
                        <a:gd name="connsiteY19" fmla="*/ 149543 h 314325"/>
                        <a:gd name="connsiteX20" fmla="*/ 17145 w 409575"/>
                        <a:gd name="connsiteY20" fmla="*/ 146685 h 314325"/>
                        <a:gd name="connsiteX21" fmla="*/ 17145 w 409575"/>
                        <a:gd name="connsiteY21" fmla="*/ 150495 h 314325"/>
                        <a:gd name="connsiteX22" fmla="*/ 23813 w 409575"/>
                        <a:gd name="connsiteY22" fmla="*/ 186690 h 314325"/>
                        <a:gd name="connsiteX23" fmla="*/ 25717 w 409575"/>
                        <a:gd name="connsiteY23" fmla="*/ 227647 h 314325"/>
                        <a:gd name="connsiteX24" fmla="*/ 0 w 409575"/>
                        <a:gd name="connsiteY24" fmla="*/ 252413 h 314325"/>
                        <a:gd name="connsiteX25" fmla="*/ 14288 w 409575"/>
                        <a:gd name="connsiteY25" fmla="*/ 277178 h 314325"/>
                        <a:gd name="connsiteX26" fmla="*/ 13335 w 409575"/>
                        <a:gd name="connsiteY26" fmla="*/ 302895 h 314325"/>
                        <a:gd name="connsiteX27" fmla="*/ 37147 w 409575"/>
                        <a:gd name="connsiteY27" fmla="*/ 297180 h 314325"/>
                        <a:gd name="connsiteX28" fmla="*/ 65722 w 409575"/>
                        <a:gd name="connsiteY28" fmla="*/ 279082 h 314325"/>
                        <a:gd name="connsiteX29" fmla="*/ 141922 w 409575"/>
                        <a:gd name="connsiteY29" fmla="*/ 288607 h 314325"/>
                        <a:gd name="connsiteX30" fmla="*/ 182880 w 409575"/>
                        <a:gd name="connsiteY30" fmla="*/ 295275 h 314325"/>
                        <a:gd name="connsiteX31" fmla="*/ 213360 w 409575"/>
                        <a:gd name="connsiteY31" fmla="*/ 299085 h 314325"/>
                        <a:gd name="connsiteX32" fmla="*/ 241935 w 409575"/>
                        <a:gd name="connsiteY32" fmla="*/ 301943 h 314325"/>
                        <a:gd name="connsiteX33" fmla="*/ 270510 w 409575"/>
                        <a:gd name="connsiteY33" fmla="*/ 311468 h 314325"/>
                        <a:gd name="connsiteX34" fmla="*/ 311467 w 409575"/>
                        <a:gd name="connsiteY34" fmla="*/ 314325 h 314325"/>
                        <a:gd name="connsiteX35" fmla="*/ 319088 w 409575"/>
                        <a:gd name="connsiteY35" fmla="*/ 299085 h 314325"/>
                        <a:gd name="connsiteX36" fmla="*/ 344805 w 409575"/>
                        <a:gd name="connsiteY36" fmla="*/ 267653 h 314325"/>
                        <a:gd name="connsiteX37" fmla="*/ 373380 w 409575"/>
                        <a:gd name="connsiteY37" fmla="*/ 261938 h 314325"/>
                        <a:gd name="connsiteX38" fmla="*/ 366713 w 409575"/>
                        <a:gd name="connsiteY38" fmla="*/ 241935 h 314325"/>
                        <a:gd name="connsiteX39" fmla="*/ 360045 w 409575"/>
                        <a:gd name="connsiteY39" fmla="*/ 197168 h 314325"/>
                        <a:gd name="connsiteX40" fmla="*/ 391477 w 409575"/>
                        <a:gd name="connsiteY40" fmla="*/ 202882 h 314325"/>
                        <a:gd name="connsiteX41" fmla="*/ 414338 w 409575"/>
                        <a:gd name="connsiteY41" fmla="*/ 180975 h 314325"/>
                        <a:gd name="connsiteX42" fmla="*/ 388620 w 409575"/>
                        <a:gd name="connsiteY42" fmla="*/ 158115 h 31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09575" h="314325">
                          <a:moveTo>
                            <a:pt x="388620" y="158115"/>
                          </a:moveTo>
                          <a:cubicBezTo>
                            <a:pt x="381000" y="156210"/>
                            <a:pt x="376238" y="137160"/>
                            <a:pt x="362902" y="131445"/>
                          </a:cubicBezTo>
                          <a:cubicBezTo>
                            <a:pt x="350520" y="125730"/>
                            <a:pt x="353377" y="109538"/>
                            <a:pt x="341947" y="101918"/>
                          </a:cubicBezTo>
                          <a:cubicBezTo>
                            <a:pt x="331470" y="94297"/>
                            <a:pt x="338138" y="80010"/>
                            <a:pt x="337185" y="67628"/>
                          </a:cubicBezTo>
                          <a:cubicBezTo>
                            <a:pt x="336232" y="56197"/>
                            <a:pt x="339090" y="38100"/>
                            <a:pt x="333375" y="35243"/>
                          </a:cubicBezTo>
                          <a:cubicBezTo>
                            <a:pt x="327660" y="32385"/>
                            <a:pt x="302895" y="17145"/>
                            <a:pt x="292417" y="22860"/>
                          </a:cubicBezTo>
                          <a:cubicBezTo>
                            <a:pt x="281940" y="28575"/>
                            <a:pt x="273367" y="32385"/>
                            <a:pt x="268605" y="22860"/>
                          </a:cubicBezTo>
                          <a:cubicBezTo>
                            <a:pt x="263842" y="13335"/>
                            <a:pt x="257175" y="7620"/>
                            <a:pt x="245745" y="11430"/>
                          </a:cubicBezTo>
                          <a:cubicBezTo>
                            <a:pt x="235267" y="14288"/>
                            <a:pt x="227647" y="9525"/>
                            <a:pt x="221932" y="3810"/>
                          </a:cubicBezTo>
                          <a:cubicBezTo>
                            <a:pt x="220980" y="2857"/>
                            <a:pt x="220027" y="1905"/>
                            <a:pt x="220027" y="0"/>
                          </a:cubicBezTo>
                          <a:cubicBezTo>
                            <a:pt x="215265" y="953"/>
                            <a:pt x="209550" y="2857"/>
                            <a:pt x="206692" y="5715"/>
                          </a:cubicBezTo>
                          <a:cubicBezTo>
                            <a:pt x="200025" y="11430"/>
                            <a:pt x="199072" y="22860"/>
                            <a:pt x="189547" y="22860"/>
                          </a:cubicBezTo>
                          <a:cubicBezTo>
                            <a:pt x="180022" y="22860"/>
                            <a:pt x="169545" y="19050"/>
                            <a:pt x="159067" y="26670"/>
                          </a:cubicBezTo>
                          <a:cubicBezTo>
                            <a:pt x="148590" y="35243"/>
                            <a:pt x="145732" y="44768"/>
                            <a:pt x="147638" y="52388"/>
                          </a:cubicBezTo>
                          <a:cubicBezTo>
                            <a:pt x="148590" y="59055"/>
                            <a:pt x="150495" y="70485"/>
                            <a:pt x="142875" y="70485"/>
                          </a:cubicBezTo>
                          <a:cubicBezTo>
                            <a:pt x="135255" y="70485"/>
                            <a:pt x="136207" y="80010"/>
                            <a:pt x="128588" y="82868"/>
                          </a:cubicBezTo>
                          <a:cubicBezTo>
                            <a:pt x="120967" y="85725"/>
                            <a:pt x="107632" y="98107"/>
                            <a:pt x="106680" y="105728"/>
                          </a:cubicBezTo>
                          <a:cubicBezTo>
                            <a:pt x="105727" y="112395"/>
                            <a:pt x="105727" y="128588"/>
                            <a:pt x="100013" y="128588"/>
                          </a:cubicBezTo>
                          <a:cubicBezTo>
                            <a:pt x="94297" y="128588"/>
                            <a:pt x="76200" y="131445"/>
                            <a:pt x="71438" y="138113"/>
                          </a:cubicBezTo>
                          <a:cubicBezTo>
                            <a:pt x="66675" y="144780"/>
                            <a:pt x="60007" y="152400"/>
                            <a:pt x="49530" y="149543"/>
                          </a:cubicBezTo>
                          <a:cubicBezTo>
                            <a:pt x="43815" y="147638"/>
                            <a:pt x="29527" y="147638"/>
                            <a:pt x="17145" y="146685"/>
                          </a:cubicBezTo>
                          <a:cubicBezTo>
                            <a:pt x="17145" y="147638"/>
                            <a:pt x="17145" y="149543"/>
                            <a:pt x="17145" y="150495"/>
                          </a:cubicBezTo>
                          <a:cubicBezTo>
                            <a:pt x="12382" y="165735"/>
                            <a:pt x="16192" y="179070"/>
                            <a:pt x="23813" y="186690"/>
                          </a:cubicBezTo>
                          <a:cubicBezTo>
                            <a:pt x="31432" y="194310"/>
                            <a:pt x="34290" y="223838"/>
                            <a:pt x="25717" y="227647"/>
                          </a:cubicBezTo>
                          <a:cubicBezTo>
                            <a:pt x="17145" y="231457"/>
                            <a:pt x="0" y="244793"/>
                            <a:pt x="0" y="252413"/>
                          </a:cubicBezTo>
                          <a:cubicBezTo>
                            <a:pt x="0" y="260032"/>
                            <a:pt x="18097" y="265747"/>
                            <a:pt x="14288" y="277178"/>
                          </a:cubicBezTo>
                          <a:cubicBezTo>
                            <a:pt x="12382" y="282893"/>
                            <a:pt x="12382" y="294322"/>
                            <a:pt x="13335" y="302895"/>
                          </a:cubicBezTo>
                          <a:cubicBezTo>
                            <a:pt x="21907" y="302895"/>
                            <a:pt x="29527" y="304800"/>
                            <a:pt x="37147" y="297180"/>
                          </a:cubicBezTo>
                          <a:cubicBezTo>
                            <a:pt x="44767" y="288607"/>
                            <a:pt x="48577" y="279082"/>
                            <a:pt x="65722" y="279082"/>
                          </a:cubicBezTo>
                          <a:cubicBezTo>
                            <a:pt x="82867" y="279082"/>
                            <a:pt x="133350" y="279082"/>
                            <a:pt x="141922" y="288607"/>
                          </a:cubicBezTo>
                          <a:cubicBezTo>
                            <a:pt x="149542" y="298132"/>
                            <a:pt x="170497" y="290513"/>
                            <a:pt x="182880" y="295275"/>
                          </a:cubicBezTo>
                          <a:cubicBezTo>
                            <a:pt x="194310" y="300990"/>
                            <a:pt x="211455" y="306705"/>
                            <a:pt x="213360" y="299085"/>
                          </a:cubicBezTo>
                          <a:cubicBezTo>
                            <a:pt x="214313" y="292418"/>
                            <a:pt x="230505" y="308610"/>
                            <a:pt x="241935" y="301943"/>
                          </a:cubicBezTo>
                          <a:cubicBezTo>
                            <a:pt x="253365" y="295275"/>
                            <a:pt x="263842" y="316230"/>
                            <a:pt x="270510" y="311468"/>
                          </a:cubicBezTo>
                          <a:cubicBezTo>
                            <a:pt x="277177" y="307657"/>
                            <a:pt x="304800" y="307657"/>
                            <a:pt x="311467" y="314325"/>
                          </a:cubicBezTo>
                          <a:cubicBezTo>
                            <a:pt x="318135" y="320993"/>
                            <a:pt x="319088" y="307657"/>
                            <a:pt x="319088" y="299085"/>
                          </a:cubicBezTo>
                          <a:cubicBezTo>
                            <a:pt x="319088" y="290513"/>
                            <a:pt x="344805" y="267653"/>
                            <a:pt x="344805" y="267653"/>
                          </a:cubicBezTo>
                          <a:cubicBezTo>
                            <a:pt x="344805" y="267653"/>
                            <a:pt x="362902" y="266700"/>
                            <a:pt x="373380" y="261938"/>
                          </a:cubicBezTo>
                          <a:cubicBezTo>
                            <a:pt x="371475" y="258128"/>
                            <a:pt x="368617" y="252413"/>
                            <a:pt x="366713" y="241935"/>
                          </a:cubicBezTo>
                          <a:cubicBezTo>
                            <a:pt x="361950" y="219075"/>
                            <a:pt x="354330" y="204788"/>
                            <a:pt x="360045" y="197168"/>
                          </a:cubicBezTo>
                          <a:cubicBezTo>
                            <a:pt x="365760" y="189547"/>
                            <a:pt x="382905" y="206693"/>
                            <a:pt x="391477" y="202882"/>
                          </a:cubicBezTo>
                          <a:cubicBezTo>
                            <a:pt x="400050" y="199072"/>
                            <a:pt x="416242" y="190500"/>
                            <a:pt x="414338" y="180975"/>
                          </a:cubicBezTo>
                          <a:cubicBezTo>
                            <a:pt x="411480" y="172403"/>
                            <a:pt x="396240" y="160020"/>
                            <a:pt x="388620" y="158115"/>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800" name="Freeform: Shape 454">
                      <a:extLst>
                        <a:ext uri="{FF2B5EF4-FFF2-40B4-BE49-F238E27FC236}">
                          <a16:creationId xmlns:a16="http://schemas.microsoft.com/office/drawing/2014/main" id="{09904C40-9087-80D6-1748-1501C7CE737C}"/>
                        </a:ext>
                      </a:extLst>
                    </p:cNvPr>
                    <p:cNvSpPr/>
                    <p:nvPr/>
                  </p:nvSpPr>
                  <p:spPr>
                    <a:xfrm>
                      <a:off x="16182420" y="5351123"/>
                      <a:ext cx="300823" cy="154969"/>
                    </a:xfrm>
                    <a:custGeom>
                      <a:avLst/>
                      <a:gdLst>
                        <a:gd name="connsiteX0" fmla="*/ 106238 w 314325"/>
                        <a:gd name="connsiteY0" fmla="*/ 116710 h 161925"/>
                        <a:gd name="connsiteX1" fmla="*/ 162435 w 314325"/>
                        <a:gd name="connsiteY1" fmla="*/ 116710 h 161925"/>
                        <a:gd name="connsiteX2" fmla="*/ 188153 w 314325"/>
                        <a:gd name="connsiteY2" fmla="*/ 127187 h 161925"/>
                        <a:gd name="connsiteX3" fmla="*/ 230063 w 314325"/>
                        <a:gd name="connsiteY3" fmla="*/ 151000 h 161925"/>
                        <a:gd name="connsiteX4" fmla="*/ 251971 w 314325"/>
                        <a:gd name="connsiteY4" fmla="*/ 166240 h 161925"/>
                        <a:gd name="connsiteX5" fmla="*/ 260543 w 314325"/>
                        <a:gd name="connsiteY5" fmla="*/ 155762 h 161925"/>
                        <a:gd name="connsiteX6" fmla="*/ 291023 w 314325"/>
                        <a:gd name="connsiteY6" fmla="*/ 151952 h 161925"/>
                        <a:gd name="connsiteX7" fmla="*/ 308168 w 314325"/>
                        <a:gd name="connsiteY7" fmla="*/ 134807 h 161925"/>
                        <a:gd name="connsiteX8" fmla="*/ 321503 w 314325"/>
                        <a:gd name="connsiteY8" fmla="*/ 129092 h 161925"/>
                        <a:gd name="connsiteX9" fmla="*/ 311978 w 314325"/>
                        <a:gd name="connsiteY9" fmla="*/ 99565 h 161925"/>
                        <a:gd name="connsiteX10" fmla="*/ 298643 w 314325"/>
                        <a:gd name="connsiteY10" fmla="*/ 71942 h 161925"/>
                        <a:gd name="connsiteX11" fmla="*/ 293880 w 314325"/>
                        <a:gd name="connsiteY11" fmla="*/ 45272 h 161925"/>
                        <a:gd name="connsiteX12" fmla="*/ 286260 w 314325"/>
                        <a:gd name="connsiteY12" fmla="*/ 32890 h 161925"/>
                        <a:gd name="connsiteX13" fmla="*/ 244351 w 314325"/>
                        <a:gd name="connsiteY13" fmla="*/ 30032 h 161925"/>
                        <a:gd name="connsiteX14" fmla="*/ 199583 w 314325"/>
                        <a:gd name="connsiteY14" fmla="*/ 1457 h 161925"/>
                        <a:gd name="connsiteX15" fmla="*/ 151958 w 314325"/>
                        <a:gd name="connsiteY15" fmla="*/ 2410 h 161925"/>
                        <a:gd name="connsiteX16" fmla="*/ 148148 w 314325"/>
                        <a:gd name="connsiteY16" fmla="*/ 50035 h 161925"/>
                        <a:gd name="connsiteX17" fmla="*/ 111953 w 314325"/>
                        <a:gd name="connsiteY17" fmla="*/ 68132 h 161925"/>
                        <a:gd name="connsiteX18" fmla="*/ 72901 w 314325"/>
                        <a:gd name="connsiteY18" fmla="*/ 18602 h 161925"/>
                        <a:gd name="connsiteX19" fmla="*/ 30038 w 314325"/>
                        <a:gd name="connsiteY19" fmla="*/ 39557 h 161925"/>
                        <a:gd name="connsiteX20" fmla="*/ 11940 w 314325"/>
                        <a:gd name="connsiteY20" fmla="*/ 77657 h 161925"/>
                        <a:gd name="connsiteX21" fmla="*/ 5273 w 314325"/>
                        <a:gd name="connsiteY21" fmla="*/ 122425 h 161925"/>
                        <a:gd name="connsiteX22" fmla="*/ 6226 w 314325"/>
                        <a:gd name="connsiteY22" fmla="*/ 125282 h 161925"/>
                        <a:gd name="connsiteX23" fmla="*/ 41468 w 314325"/>
                        <a:gd name="connsiteY23" fmla="*/ 115757 h 161925"/>
                        <a:gd name="connsiteX24" fmla="*/ 106238 w 314325"/>
                        <a:gd name="connsiteY24" fmla="*/ 11671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 h="161925">
                          <a:moveTo>
                            <a:pt x="106238" y="116710"/>
                          </a:moveTo>
                          <a:cubicBezTo>
                            <a:pt x="118621" y="116710"/>
                            <a:pt x="146243" y="123377"/>
                            <a:pt x="162435" y="116710"/>
                          </a:cubicBezTo>
                          <a:cubicBezTo>
                            <a:pt x="178628" y="110042"/>
                            <a:pt x="178628" y="130045"/>
                            <a:pt x="188153" y="127187"/>
                          </a:cubicBezTo>
                          <a:cubicBezTo>
                            <a:pt x="197678" y="125282"/>
                            <a:pt x="217680" y="140522"/>
                            <a:pt x="230063" y="151000"/>
                          </a:cubicBezTo>
                          <a:cubicBezTo>
                            <a:pt x="236730" y="156715"/>
                            <a:pt x="244351" y="161477"/>
                            <a:pt x="251971" y="166240"/>
                          </a:cubicBezTo>
                          <a:cubicBezTo>
                            <a:pt x="253876" y="162430"/>
                            <a:pt x="256733" y="159572"/>
                            <a:pt x="260543" y="155762"/>
                          </a:cubicBezTo>
                          <a:cubicBezTo>
                            <a:pt x="271021" y="147190"/>
                            <a:pt x="281498" y="151952"/>
                            <a:pt x="291023" y="151952"/>
                          </a:cubicBezTo>
                          <a:cubicBezTo>
                            <a:pt x="300548" y="151952"/>
                            <a:pt x="301501" y="140522"/>
                            <a:pt x="308168" y="134807"/>
                          </a:cubicBezTo>
                          <a:cubicBezTo>
                            <a:pt x="311978" y="131950"/>
                            <a:pt x="317693" y="130045"/>
                            <a:pt x="321503" y="129092"/>
                          </a:cubicBezTo>
                          <a:cubicBezTo>
                            <a:pt x="317693" y="121472"/>
                            <a:pt x="317693" y="106232"/>
                            <a:pt x="311978" y="99565"/>
                          </a:cubicBezTo>
                          <a:cubicBezTo>
                            <a:pt x="305310" y="91945"/>
                            <a:pt x="295785" y="79562"/>
                            <a:pt x="298643" y="71942"/>
                          </a:cubicBezTo>
                          <a:cubicBezTo>
                            <a:pt x="301501" y="64322"/>
                            <a:pt x="301501" y="53845"/>
                            <a:pt x="293880" y="45272"/>
                          </a:cubicBezTo>
                          <a:cubicBezTo>
                            <a:pt x="290071" y="41462"/>
                            <a:pt x="288165" y="37652"/>
                            <a:pt x="286260" y="32890"/>
                          </a:cubicBezTo>
                          <a:cubicBezTo>
                            <a:pt x="270068" y="30985"/>
                            <a:pt x="249113" y="28127"/>
                            <a:pt x="244351" y="30032"/>
                          </a:cubicBezTo>
                          <a:cubicBezTo>
                            <a:pt x="236730" y="32890"/>
                            <a:pt x="205298" y="6220"/>
                            <a:pt x="199583" y="1457"/>
                          </a:cubicBezTo>
                          <a:cubicBezTo>
                            <a:pt x="195773" y="-1400"/>
                            <a:pt x="172913" y="505"/>
                            <a:pt x="151958" y="2410"/>
                          </a:cubicBezTo>
                          <a:cubicBezTo>
                            <a:pt x="139576" y="16697"/>
                            <a:pt x="148148" y="27175"/>
                            <a:pt x="148148" y="50035"/>
                          </a:cubicBezTo>
                          <a:cubicBezTo>
                            <a:pt x="147196" y="72895"/>
                            <a:pt x="124335" y="68132"/>
                            <a:pt x="111953" y="68132"/>
                          </a:cubicBezTo>
                          <a:cubicBezTo>
                            <a:pt x="99571" y="68132"/>
                            <a:pt x="79568" y="28127"/>
                            <a:pt x="72901" y="18602"/>
                          </a:cubicBezTo>
                          <a:cubicBezTo>
                            <a:pt x="66233" y="9077"/>
                            <a:pt x="45278" y="30032"/>
                            <a:pt x="30038" y="39557"/>
                          </a:cubicBezTo>
                          <a:cubicBezTo>
                            <a:pt x="14798" y="49082"/>
                            <a:pt x="22418" y="68132"/>
                            <a:pt x="11940" y="77657"/>
                          </a:cubicBezTo>
                          <a:cubicBezTo>
                            <a:pt x="1463" y="87182"/>
                            <a:pt x="-5204" y="102422"/>
                            <a:pt x="5273" y="122425"/>
                          </a:cubicBezTo>
                          <a:cubicBezTo>
                            <a:pt x="5273" y="123377"/>
                            <a:pt x="6226" y="124330"/>
                            <a:pt x="6226" y="125282"/>
                          </a:cubicBezTo>
                          <a:cubicBezTo>
                            <a:pt x="19560" y="124330"/>
                            <a:pt x="32896" y="121472"/>
                            <a:pt x="41468" y="115757"/>
                          </a:cubicBezTo>
                          <a:cubicBezTo>
                            <a:pt x="56708" y="106232"/>
                            <a:pt x="94808" y="116710"/>
                            <a:pt x="106238" y="11671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01" name="Freeform: Shape 455">
                      <a:extLst>
                        <a:ext uri="{FF2B5EF4-FFF2-40B4-BE49-F238E27FC236}">
                          <a16:creationId xmlns:a16="http://schemas.microsoft.com/office/drawing/2014/main" id="{20FC2DE6-2D01-7BFD-00CA-0A43B06A1FEC}"/>
                        </a:ext>
                      </a:extLst>
                    </p:cNvPr>
                    <p:cNvSpPr/>
                    <p:nvPr/>
                  </p:nvSpPr>
                  <p:spPr>
                    <a:xfrm>
                      <a:off x="16180388" y="5460187"/>
                      <a:ext cx="237011" cy="154969"/>
                    </a:xfrm>
                    <a:custGeom>
                      <a:avLst/>
                      <a:gdLst>
                        <a:gd name="connsiteX0" fmla="*/ 34065 w 247650"/>
                        <a:gd name="connsiteY0" fmla="*/ 80857 h 161925"/>
                        <a:gd name="connsiteX1" fmla="*/ 60736 w 247650"/>
                        <a:gd name="connsiteY1" fmla="*/ 91334 h 161925"/>
                        <a:gd name="connsiteX2" fmla="*/ 85500 w 247650"/>
                        <a:gd name="connsiteY2" fmla="*/ 107527 h 161925"/>
                        <a:gd name="connsiteX3" fmla="*/ 85500 w 247650"/>
                        <a:gd name="connsiteY3" fmla="*/ 141817 h 161925"/>
                        <a:gd name="connsiteX4" fmla="*/ 119790 w 247650"/>
                        <a:gd name="connsiteY4" fmla="*/ 163724 h 161925"/>
                        <a:gd name="connsiteX5" fmla="*/ 152175 w 247650"/>
                        <a:gd name="connsiteY5" fmla="*/ 166582 h 161925"/>
                        <a:gd name="connsiteX6" fmla="*/ 174083 w 247650"/>
                        <a:gd name="connsiteY6" fmla="*/ 155152 h 161925"/>
                        <a:gd name="connsiteX7" fmla="*/ 202658 w 247650"/>
                        <a:gd name="connsiteY7" fmla="*/ 145627 h 161925"/>
                        <a:gd name="connsiteX8" fmla="*/ 209325 w 247650"/>
                        <a:gd name="connsiteY8" fmla="*/ 122767 h 161925"/>
                        <a:gd name="connsiteX9" fmla="*/ 231233 w 247650"/>
                        <a:gd name="connsiteY9" fmla="*/ 99907 h 161925"/>
                        <a:gd name="connsiteX10" fmla="*/ 245520 w 247650"/>
                        <a:gd name="connsiteY10" fmla="*/ 87524 h 161925"/>
                        <a:gd name="connsiteX11" fmla="*/ 250283 w 247650"/>
                        <a:gd name="connsiteY11" fmla="*/ 69427 h 161925"/>
                        <a:gd name="connsiteX12" fmla="*/ 253140 w 247650"/>
                        <a:gd name="connsiteY12" fmla="*/ 54187 h 161925"/>
                        <a:gd name="connsiteX13" fmla="*/ 231233 w 247650"/>
                        <a:gd name="connsiteY13" fmla="*/ 38947 h 161925"/>
                        <a:gd name="connsiteX14" fmla="*/ 189323 w 247650"/>
                        <a:gd name="connsiteY14" fmla="*/ 15134 h 161925"/>
                        <a:gd name="connsiteX15" fmla="*/ 163606 w 247650"/>
                        <a:gd name="connsiteY15" fmla="*/ 4657 h 161925"/>
                        <a:gd name="connsiteX16" fmla="*/ 107408 w 247650"/>
                        <a:gd name="connsiteY16" fmla="*/ 4657 h 161925"/>
                        <a:gd name="connsiteX17" fmla="*/ 43590 w 247650"/>
                        <a:gd name="connsiteY17" fmla="*/ 4657 h 161925"/>
                        <a:gd name="connsiteX18" fmla="*/ 8348 w 247650"/>
                        <a:gd name="connsiteY18" fmla="*/ 14182 h 161925"/>
                        <a:gd name="connsiteX19" fmla="*/ 3586 w 247650"/>
                        <a:gd name="connsiteY19" fmla="*/ 65617 h 161925"/>
                        <a:gd name="connsiteX20" fmla="*/ 5490 w 247650"/>
                        <a:gd name="connsiteY20" fmla="*/ 78952 h 161925"/>
                        <a:gd name="connsiteX21" fmla="*/ 34065 w 247650"/>
                        <a:gd name="connsiteY21" fmla="*/ 80857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7650" h="161925">
                          <a:moveTo>
                            <a:pt x="34065" y="80857"/>
                          </a:moveTo>
                          <a:cubicBezTo>
                            <a:pt x="38828" y="88477"/>
                            <a:pt x="55020" y="94192"/>
                            <a:pt x="60736" y="91334"/>
                          </a:cubicBezTo>
                          <a:cubicBezTo>
                            <a:pt x="66450" y="88477"/>
                            <a:pt x="85500" y="98954"/>
                            <a:pt x="85500" y="107527"/>
                          </a:cubicBezTo>
                          <a:cubicBezTo>
                            <a:pt x="85500" y="116099"/>
                            <a:pt x="80738" y="141817"/>
                            <a:pt x="85500" y="141817"/>
                          </a:cubicBezTo>
                          <a:cubicBezTo>
                            <a:pt x="90263" y="141817"/>
                            <a:pt x="117886" y="151342"/>
                            <a:pt x="119790" y="163724"/>
                          </a:cubicBezTo>
                          <a:cubicBezTo>
                            <a:pt x="132173" y="163724"/>
                            <a:pt x="146461" y="164677"/>
                            <a:pt x="152175" y="166582"/>
                          </a:cubicBezTo>
                          <a:cubicBezTo>
                            <a:pt x="162653" y="169439"/>
                            <a:pt x="169320" y="162772"/>
                            <a:pt x="174083" y="155152"/>
                          </a:cubicBezTo>
                          <a:cubicBezTo>
                            <a:pt x="179798" y="148484"/>
                            <a:pt x="197895" y="145627"/>
                            <a:pt x="202658" y="145627"/>
                          </a:cubicBezTo>
                          <a:cubicBezTo>
                            <a:pt x="207420" y="145627"/>
                            <a:pt x="207420" y="130387"/>
                            <a:pt x="209325" y="122767"/>
                          </a:cubicBezTo>
                          <a:cubicBezTo>
                            <a:pt x="210278" y="116099"/>
                            <a:pt x="223613" y="102764"/>
                            <a:pt x="231233" y="99907"/>
                          </a:cubicBezTo>
                          <a:cubicBezTo>
                            <a:pt x="238853" y="97049"/>
                            <a:pt x="237900" y="87524"/>
                            <a:pt x="245520" y="87524"/>
                          </a:cubicBezTo>
                          <a:cubicBezTo>
                            <a:pt x="253140" y="87524"/>
                            <a:pt x="252188" y="76094"/>
                            <a:pt x="250283" y="69427"/>
                          </a:cubicBezTo>
                          <a:cubicBezTo>
                            <a:pt x="249331" y="64664"/>
                            <a:pt x="250283" y="59902"/>
                            <a:pt x="253140" y="54187"/>
                          </a:cubicBezTo>
                          <a:cubicBezTo>
                            <a:pt x="244568" y="48472"/>
                            <a:pt x="236948" y="44662"/>
                            <a:pt x="231233" y="38947"/>
                          </a:cubicBezTo>
                          <a:cubicBezTo>
                            <a:pt x="218850" y="28469"/>
                            <a:pt x="198848" y="13229"/>
                            <a:pt x="189323" y="15134"/>
                          </a:cubicBezTo>
                          <a:cubicBezTo>
                            <a:pt x="178845" y="17039"/>
                            <a:pt x="178845" y="-2011"/>
                            <a:pt x="163606" y="4657"/>
                          </a:cubicBezTo>
                          <a:cubicBezTo>
                            <a:pt x="147413" y="11324"/>
                            <a:pt x="119790" y="4657"/>
                            <a:pt x="107408" y="4657"/>
                          </a:cubicBezTo>
                          <a:cubicBezTo>
                            <a:pt x="95025" y="4657"/>
                            <a:pt x="57878" y="-5821"/>
                            <a:pt x="43590" y="4657"/>
                          </a:cubicBezTo>
                          <a:cubicBezTo>
                            <a:pt x="35970" y="10372"/>
                            <a:pt x="21683" y="13229"/>
                            <a:pt x="8348" y="14182"/>
                          </a:cubicBezTo>
                          <a:cubicBezTo>
                            <a:pt x="16920" y="34184"/>
                            <a:pt x="14063" y="54187"/>
                            <a:pt x="3586" y="65617"/>
                          </a:cubicBezTo>
                          <a:cubicBezTo>
                            <a:pt x="-3082" y="74189"/>
                            <a:pt x="728" y="75142"/>
                            <a:pt x="5490" y="78952"/>
                          </a:cubicBezTo>
                          <a:cubicBezTo>
                            <a:pt x="17873" y="77047"/>
                            <a:pt x="30256" y="75142"/>
                            <a:pt x="34065" y="80857"/>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02" name="Freeform: Shape 456">
                      <a:extLst>
                        <a:ext uri="{FF2B5EF4-FFF2-40B4-BE49-F238E27FC236}">
                          <a16:creationId xmlns:a16="http://schemas.microsoft.com/office/drawing/2014/main" id="{7E86F768-DA08-D3AC-1993-1430C6402B2A}"/>
                        </a:ext>
                      </a:extLst>
                    </p:cNvPr>
                    <p:cNvSpPr/>
                    <p:nvPr/>
                  </p:nvSpPr>
                  <p:spPr>
                    <a:xfrm>
                      <a:off x="15575682" y="6002584"/>
                      <a:ext cx="182318" cy="100275"/>
                    </a:xfrm>
                    <a:custGeom>
                      <a:avLst/>
                      <a:gdLst>
                        <a:gd name="connsiteX0" fmla="*/ 176328 w 190500"/>
                        <a:gd name="connsiteY0" fmla="*/ 47516 h 104775"/>
                        <a:gd name="connsiteX1" fmla="*/ 153468 w 190500"/>
                        <a:gd name="connsiteY1" fmla="*/ 35133 h 104775"/>
                        <a:gd name="connsiteX2" fmla="*/ 153468 w 190500"/>
                        <a:gd name="connsiteY2" fmla="*/ 15131 h 104775"/>
                        <a:gd name="connsiteX3" fmla="*/ 127750 w 190500"/>
                        <a:gd name="connsiteY3" fmla="*/ 2748 h 104775"/>
                        <a:gd name="connsiteX4" fmla="*/ 97271 w 190500"/>
                        <a:gd name="connsiteY4" fmla="*/ 3701 h 104775"/>
                        <a:gd name="connsiteX5" fmla="*/ 60123 w 190500"/>
                        <a:gd name="connsiteY5" fmla="*/ 4653 h 104775"/>
                        <a:gd name="connsiteX6" fmla="*/ 54408 w 190500"/>
                        <a:gd name="connsiteY6" fmla="*/ 11321 h 104775"/>
                        <a:gd name="connsiteX7" fmla="*/ 31548 w 190500"/>
                        <a:gd name="connsiteY7" fmla="*/ 31323 h 104775"/>
                        <a:gd name="connsiteX8" fmla="*/ 2973 w 190500"/>
                        <a:gd name="connsiteY8" fmla="*/ 69423 h 104775"/>
                        <a:gd name="connsiteX9" fmla="*/ 8688 w 190500"/>
                        <a:gd name="connsiteY9" fmla="*/ 85616 h 104775"/>
                        <a:gd name="connsiteX10" fmla="*/ 28691 w 190500"/>
                        <a:gd name="connsiteY10" fmla="*/ 87521 h 104775"/>
                        <a:gd name="connsiteX11" fmla="*/ 36311 w 190500"/>
                        <a:gd name="connsiteY11" fmla="*/ 110381 h 104775"/>
                        <a:gd name="connsiteX12" fmla="*/ 36311 w 190500"/>
                        <a:gd name="connsiteY12" fmla="*/ 111333 h 104775"/>
                        <a:gd name="connsiteX13" fmla="*/ 74411 w 190500"/>
                        <a:gd name="connsiteY13" fmla="*/ 108476 h 104775"/>
                        <a:gd name="connsiteX14" fmla="*/ 96318 w 190500"/>
                        <a:gd name="connsiteY14" fmla="*/ 74186 h 104775"/>
                        <a:gd name="connsiteX15" fmla="*/ 121083 w 190500"/>
                        <a:gd name="connsiteY15" fmla="*/ 106571 h 104775"/>
                        <a:gd name="connsiteX16" fmla="*/ 132513 w 190500"/>
                        <a:gd name="connsiteY16" fmla="*/ 89426 h 104775"/>
                        <a:gd name="connsiteX17" fmla="*/ 147753 w 190500"/>
                        <a:gd name="connsiteY17" fmla="*/ 79901 h 104775"/>
                        <a:gd name="connsiteX18" fmla="*/ 168708 w 190500"/>
                        <a:gd name="connsiteY18" fmla="*/ 74186 h 104775"/>
                        <a:gd name="connsiteX19" fmla="*/ 182043 w 190500"/>
                        <a:gd name="connsiteY19" fmla="*/ 68471 h 104775"/>
                        <a:gd name="connsiteX20" fmla="*/ 188711 w 190500"/>
                        <a:gd name="connsiteY20" fmla="*/ 57041 h 104775"/>
                        <a:gd name="connsiteX21" fmla="*/ 197283 w 190500"/>
                        <a:gd name="connsiteY21" fmla="*/ 48468 h 104775"/>
                        <a:gd name="connsiteX22" fmla="*/ 176328 w 190500"/>
                        <a:gd name="connsiteY22" fmla="*/ 4751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500" h="104775">
                          <a:moveTo>
                            <a:pt x="176328" y="47516"/>
                          </a:moveTo>
                          <a:cubicBezTo>
                            <a:pt x="167756" y="51326"/>
                            <a:pt x="153468" y="38943"/>
                            <a:pt x="153468" y="35133"/>
                          </a:cubicBezTo>
                          <a:cubicBezTo>
                            <a:pt x="153468" y="32276"/>
                            <a:pt x="151563" y="21798"/>
                            <a:pt x="153468" y="15131"/>
                          </a:cubicBezTo>
                          <a:cubicBezTo>
                            <a:pt x="145848" y="11321"/>
                            <a:pt x="135371" y="5606"/>
                            <a:pt x="127750" y="2748"/>
                          </a:cubicBezTo>
                          <a:cubicBezTo>
                            <a:pt x="114416" y="-1062"/>
                            <a:pt x="107748" y="-1062"/>
                            <a:pt x="97271" y="3701"/>
                          </a:cubicBezTo>
                          <a:cubicBezTo>
                            <a:pt x="90603" y="7511"/>
                            <a:pt x="72506" y="6558"/>
                            <a:pt x="60123" y="4653"/>
                          </a:cubicBezTo>
                          <a:cubicBezTo>
                            <a:pt x="59171" y="8463"/>
                            <a:pt x="57266" y="11321"/>
                            <a:pt x="54408" y="11321"/>
                          </a:cubicBezTo>
                          <a:cubicBezTo>
                            <a:pt x="45836" y="11321"/>
                            <a:pt x="33453" y="20846"/>
                            <a:pt x="31548" y="31323"/>
                          </a:cubicBezTo>
                          <a:cubicBezTo>
                            <a:pt x="29643" y="41801"/>
                            <a:pt x="8688" y="50373"/>
                            <a:pt x="2973" y="69423"/>
                          </a:cubicBezTo>
                          <a:cubicBezTo>
                            <a:pt x="-2742" y="88473"/>
                            <a:pt x="116" y="97046"/>
                            <a:pt x="8688" y="85616"/>
                          </a:cubicBezTo>
                          <a:cubicBezTo>
                            <a:pt x="17261" y="74186"/>
                            <a:pt x="28691" y="77996"/>
                            <a:pt x="28691" y="87521"/>
                          </a:cubicBezTo>
                          <a:cubicBezTo>
                            <a:pt x="28691" y="97046"/>
                            <a:pt x="40121" y="97998"/>
                            <a:pt x="36311" y="110381"/>
                          </a:cubicBezTo>
                          <a:cubicBezTo>
                            <a:pt x="36311" y="110381"/>
                            <a:pt x="36311" y="110381"/>
                            <a:pt x="36311" y="111333"/>
                          </a:cubicBezTo>
                          <a:cubicBezTo>
                            <a:pt x="49646" y="110381"/>
                            <a:pt x="68696" y="108476"/>
                            <a:pt x="74411" y="108476"/>
                          </a:cubicBezTo>
                          <a:cubicBezTo>
                            <a:pt x="83936" y="108476"/>
                            <a:pt x="92508" y="77043"/>
                            <a:pt x="96318" y="74186"/>
                          </a:cubicBezTo>
                          <a:cubicBezTo>
                            <a:pt x="100128" y="71328"/>
                            <a:pt x="110606" y="97046"/>
                            <a:pt x="121083" y="106571"/>
                          </a:cubicBezTo>
                          <a:cubicBezTo>
                            <a:pt x="131561" y="116096"/>
                            <a:pt x="132513" y="97998"/>
                            <a:pt x="132513" y="89426"/>
                          </a:cubicBezTo>
                          <a:cubicBezTo>
                            <a:pt x="132513" y="80853"/>
                            <a:pt x="142038" y="77996"/>
                            <a:pt x="147753" y="79901"/>
                          </a:cubicBezTo>
                          <a:cubicBezTo>
                            <a:pt x="154421" y="80853"/>
                            <a:pt x="168708" y="83711"/>
                            <a:pt x="168708" y="74186"/>
                          </a:cubicBezTo>
                          <a:cubicBezTo>
                            <a:pt x="168708" y="64661"/>
                            <a:pt x="176328" y="68471"/>
                            <a:pt x="182043" y="68471"/>
                          </a:cubicBezTo>
                          <a:cubicBezTo>
                            <a:pt x="186806" y="68471"/>
                            <a:pt x="188711" y="57041"/>
                            <a:pt x="188711" y="57041"/>
                          </a:cubicBezTo>
                          <a:lnTo>
                            <a:pt x="197283" y="48468"/>
                          </a:lnTo>
                          <a:cubicBezTo>
                            <a:pt x="191568" y="46563"/>
                            <a:pt x="182996" y="43706"/>
                            <a:pt x="176328" y="47516"/>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03" name="Freeform: Shape 457">
                      <a:extLst>
                        <a:ext uri="{FF2B5EF4-FFF2-40B4-BE49-F238E27FC236}">
                          <a16:creationId xmlns:a16="http://schemas.microsoft.com/office/drawing/2014/main" id="{1E6EA07E-B640-F4B5-7254-B77DE187B53D}"/>
                        </a:ext>
                      </a:extLst>
                    </p:cNvPr>
                    <p:cNvSpPr/>
                    <p:nvPr/>
                  </p:nvSpPr>
                  <p:spPr>
                    <a:xfrm>
                      <a:off x="15570278" y="5568565"/>
                      <a:ext cx="373751" cy="446677"/>
                    </a:xfrm>
                    <a:custGeom>
                      <a:avLst/>
                      <a:gdLst>
                        <a:gd name="connsiteX0" fmla="*/ 50529 w 390525"/>
                        <a:gd name="connsiteY0" fmla="*/ 121920 h 466725"/>
                        <a:gd name="connsiteX1" fmla="*/ 28621 w 390525"/>
                        <a:gd name="connsiteY1" fmla="*/ 144780 h 466725"/>
                        <a:gd name="connsiteX2" fmla="*/ 42908 w 390525"/>
                        <a:gd name="connsiteY2" fmla="*/ 170497 h 466725"/>
                        <a:gd name="connsiteX3" fmla="*/ 33383 w 390525"/>
                        <a:gd name="connsiteY3" fmla="*/ 185738 h 466725"/>
                        <a:gd name="connsiteX4" fmla="*/ 8618 w 390525"/>
                        <a:gd name="connsiteY4" fmla="*/ 198120 h 466725"/>
                        <a:gd name="connsiteX5" fmla="*/ 5761 w 390525"/>
                        <a:gd name="connsiteY5" fmla="*/ 220980 h 466725"/>
                        <a:gd name="connsiteX6" fmla="*/ 46 w 390525"/>
                        <a:gd name="connsiteY6" fmla="*/ 259080 h 466725"/>
                        <a:gd name="connsiteX7" fmla="*/ 11476 w 390525"/>
                        <a:gd name="connsiteY7" fmla="*/ 288607 h 466725"/>
                        <a:gd name="connsiteX8" fmla="*/ 1951 w 390525"/>
                        <a:gd name="connsiteY8" fmla="*/ 306705 h 466725"/>
                        <a:gd name="connsiteX9" fmla="*/ 16238 w 390525"/>
                        <a:gd name="connsiteY9" fmla="*/ 346710 h 466725"/>
                        <a:gd name="connsiteX10" fmla="*/ 25763 w 390525"/>
                        <a:gd name="connsiteY10" fmla="*/ 352425 h 466725"/>
                        <a:gd name="connsiteX11" fmla="*/ 54338 w 390525"/>
                        <a:gd name="connsiteY11" fmla="*/ 367665 h 466725"/>
                        <a:gd name="connsiteX12" fmla="*/ 78151 w 390525"/>
                        <a:gd name="connsiteY12" fmla="*/ 376238 h 466725"/>
                        <a:gd name="connsiteX13" fmla="*/ 86723 w 390525"/>
                        <a:gd name="connsiteY13" fmla="*/ 392430 h 466725"/>
                        <a:gd name="connsiteX14" fmla="*/ 68626 w 390525"/>
                        <a:gd name="connsiteY14" fmla="*/ 431482 h 466725"/>
                        <a:gd name="connsiteX15" fmla="*/ 64816 w 390525"/>
                        <a:gd name="connsiteY15" fmla="*/ 460057 h 466725"/>
                        <a:gd name="connsiteX16" fmla="*/ 101963 w 390525"/>
                        <a:gd name="connsiteY16" fmla="*/ 459105 h 466725"/>
                        <a:gd name="connsiteX17" fmla="*/ 132443 w 390525"/>
                        <a:gd name="connsiteY17" fmla="*/ 458152 h 466725"/>
                        <a:gd name="connsiteX18" fmla="*/ 158161 w 390525"/>
                        <a:gd name="connsiteY18" fmla="*/ 470535 h 466725"/>
                        <a:gd name="connsiteX19" fmla="*/ 162923 w 390525"/>
                        <a:gd name="connsiteY19" fmla="*/ 464820 h 466725"/>
                        <a:gd name="connsiteX20" fmla="*/ 188641 w 390525"/>
                        <a:gd name="connsiteY20" fmla="*/ 472440 h 466725"/>
                        <a:gd name="connsiteX21" fmla="*/ 215311 w 390525"/>
                        <a:gd name="connsiteY21" fmla="*/ 468630 h 466725"/>
                        <a:gd name="connsiteX22" fmla="*/ 241029 w 390525"/>
                        <a:gd name="connsiteY22" fmla="*/ 466725 h 466725"/>
                        <a:gd name="connsiteX23" fmla="*/ 285796 w 390525"/>
                        <a:gd name="connsiteY23" fmla="*/ 457200 h 466725"/>
                        <a:gd name="connsiteX24" fmla="*/ 303893 w 390525"/>
                        <a:gd name="connsiteY24" fmla="*/ 443865 h 466725"/>
                        <a:gd name="connsiteX25" fmla="*/ 321991 w 390525"/>
                        <a:gd name="connsiteY25" fmla="*/ 414338 h 466725"/>
                        <a:gd name="connsiteX26" fmla="*/ 346756 w 390525"/>
                        <a:gd name="connsiteY26" fmla="*/ 393382 h 466725"/>
                        <a:gd name="connsiteX27" fmla="*/ 301036 w 390525"/>
                        <a:gd name="connsiteY27" fmla="*/ 356235 h 466725"/>
                        <a:gd name="connsiteX28" fmla="*/ 286748 w 390525"/>
                        <a:gd name="connsiteY28" fmla="*/ 316230 h 466725"/>
                        <a:gd name="connsiteX29" fmla="*/ 283891 w 390525"/>
                        <a:gd name="connsiteY29" fmla="*/ 290513 h 466725"/>
                        <a:gd name="connsiteX30" fmla="*/ 329611 w 390525"/>
                        <a:gd name="connsiteY30" fmla="*/ 271463 h 466725"/>
                        <a:gd name="connsiteX31" fmla="*/ 365806 w 390525"/>
                        <a:gd name="connsiteY31" fmla="*/ 253365 h 466725"/>
                        <a:gd name="connsiteX32" fmla="*/ 389618 w 390525"/>
                        <a:gd name="connsiteY32" fmla="*/ 252413 h 466725"/>
                        <a:gd name="connsiteX33" fmla="*/ 390571 w 390525"/>
                        <a:gd name="connsiteY33" fmla="*/ 225742 h 466725"/>
                        <a:gd name="connsiteX34" fmla="*/ 380093 w 390525"/>
                        <a:gd name="connsiteY34" fmla="*/ 187642 h 466725"/>
                        <a:gd name="connsiteX35" fmla="*/ 374379 w 390525"/>
                        <a:gd name="connsiteY35" fmla="*/ 161925 h 466725"/>
                        <a:gd name="connsiteX36" fmla="*/ 364854 w 390525"/>
                        <a:gd name="connsiteY36" fmla="*/ 139065 h 466725"/>
                        <a:gd name="connsiteX37" fmla="*/ 361996 w 390525"/>
                        <a:gd name="connsiteY37" fmla="*/ 120015 h 466725"/>
                        <a:gd name="connsiteX38" fmla="*/ 362948 w 390525"/>
                        <a:gd name="connsiteY38" fmla="*/ 70485 h 466725"/>
                        <a:gd name="connsiteX39" fmla="*/ 362948 w 390525"/>
                        <a:gd name="connsiteY39" fmla="*/ 64770 h 466725"/>
                        <a:gd name="connsiteX40" fmla="*/ 359138 w 390525"/>
                        <a:gd name="connsiteY40" fmla="*/ 59055 h 466725"/>
                        <a:gd name="connsiteX41" fmla="*/ 333421 w 390525"/>
                        <a:gd name="connsiteY41" fmla="*/ 43815 h 466725"/>
                        <a:gd name="connsiteX42" fmla="*/ 337231 w 390525"/>
                        <a:gd name="connsiteY42" fmla="*/ 16192 h 466725"/>
                        <a:gd name="connsiteX43" fmla="*/ 298179 w 390525"/>
                        <a:gd name="connsiteY43" fmla="*/ 27622 h 466725"/>
                        <a:gd name="connsiteX44" fmla="*/ 248648 w 390525"/>
                        <a:gd name="connsiteY44" fmla="*/ 59055 h 466725"/>
                        <a:gd name="connsiteX45" fmla="*/ 225788 w 390525"/>
                        <a:gd name="connsiteY45" fmla="*/ 40957 h 466725"/>
                        <a:gd name="connsiteX46" fmla="*/ 210548 w 390525"/>
                        <a:gd name="connsiteY46" fmla="*/ 32385 h 466725"/>
                        <a:gd name="connsiteX47" fmla="*/ 178163 w 390525"/>
                        <a:gd name="connsiteY47" fmla="*/ 15240 h 466725"/>
                        <a:gd name="connsiteX48" fmla="*/ 175306 w 390525"/>
                        <a:gd name="connsiteY48" fmla="*/ 3810 h 466725"/>
                        <a:gd name="connsiteX49" fmla="*/ 159113 w 390525"/>
                        <a:gd name="connsiteY49" fmla="*/ 3810 h 466725"/>
                        <a:gd name="connsiteX50" fmla="*/ 119108 w 390525"/>
                        <a:gd name="connsiteY50" fmla="*/ 0 h 466725"/>
                        <a:gd name="connsiteX51" fmla="*/ 126729 w 390525"/>
                        <a:gd name="connsiteY51" fmla="*/ 22860 h 466725"/>
                        <a:gd name="connsiteX52" fmla="*/ 138158 w 390525"/>
                        <a:gd name="connsiteY52" fmla="*/ 63817 h 466725"/>
                        <a:gd name="connsiteX53" fmla="*/ 119108 w 390525"/>
                        <a:gd name="connsiteY53" fmla="*/ 82867 h 466725"/>
                        <a:gd name="connsiteX54" fmla="*/ 86723 w 390525"/>
                        <a:gd name="connsiteY54" fmla="*/ 78105 h 466725"/>
                        <a:gd name="connsiteX55" fmla="*/ 53386 w 390525"/>
                        <a:gd name="connsiteY55" fmla="*/ 83820 h 466725"/>
                        <a:gd name="connsiteX56" fmla="*/ 52433 w 390525"/>
                        <a:gd name="connsiteY56" fmla="*/ 93345 h 466725"/>
                        <a:gd name="connsiteX57" fmla="*/ 50529 w 390525"/>
                        <a:gd name="connsiteY57" fmla="*/ 12192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90525" h="466725">
                          <a:moveTo>
                            <a:pt x="50529" y="121920"/>
                          </a:moveTo>
                          <a:cubicBezTo>
                            <a:pt x="40051" y="139065"/>
                            <a:pt x="25763" y="140017"/>
                            <a:pt x="28621" y="144780"/>
                          </a:cubicBezTo>
                          <a:cubicBezTo>
                            <a:pt x="31479" y="148590"/>
                            <a:pt x="46718" y="162877"/>
                            <a:pt x="42908" y="170497"/>
                          </a:cubicBezTo>
                          <a:cubicBezTo>
                            <a:pt x="39098" y="177165"/>
                            <a:pt x="33383" y="173355"/>
                            <a:pt x="33383" y="185738"/>
                          </a:cubicBezTo>
                          <a:cubicBezTo>
                            <a:pt x="33383" y="198120"/>
                            <a:pt x="15286" y="198120"/>
                            <a:pt x="8618" y="198120"/>
                          </a:cubicBezTo>
                          <a:cubicBezTo>
                            <a:pt x="1951" y="198120"/>
                            <a:pt x="9571" y="210502"/>
                            <a:pt x="5761" y="220980"/>
                          </a:cubicBezTo>
                          <a:cubicBezTo>
                            <a:pt x="1951" y="230505"/>
                            <a:pt x="1951" y="250507"/>
                            <a:pt x="46" y="259080"/>
                          </a:cubicBezTo>
                          <a:cubicBezTo>
                            <a:pt x="-907" y="267652"/>
                            <a:pt x="13381" y="281940"/>
                            <a:pt x="11476" y="288607"/>
                          </a:cubicBezTo>
                          <a:cubicBezTo>
                            <a:pt x="10523" y="295275"/>
                            <a:pt x="46" y="300990"/>
                            <a:pt x="1951" y="306705"/>
                          </a:cubicBezTo>
                          <a:cubicBezTo>
                            <a:pt x="4808" y="312420"/>
                            <a:pt x="13381" y="320040"/>
                            <a:pt x="16238" y="346710"/>
                          </a:cubicBezTo>
                          <a:cubicBezTo>
                            <a:pt x="21001" y="347663"/>
                            <a:pt x="24811" y="349567"/>
                            <a:pt x="25763" y="352425"/>
                          </a:cubicBezTo>
                          <a:cubicBezTo>
                            <a:pt x="31479" y="360997"/>
                            <a:pt x="41004" y="367665"/>
                            <a:pt x="54338" y="367665"/>
                          </a:cubicBezTo>
                          <a:cubicBezTo>
                            <a:pt x="66721" y="367665"/>
                            <a:pt x="72436" y="377190"/>
                            <a:pt x="78151" y="376238"/>
                          </a:cubicBezTo>
                          <a:cubicBezTo>
                            <a:pt x="83866" y="375285"/>
                            <a:pt x="100058" y="380047"/>
                            <a:pt x="86723" y="392430"/>
                          </a:cubicBezTo>
                          <a:cubicBezTo>
                            <a:pt x="74341" y="403860"/>
                            <a:pt x="72436" y="418147"/>
                            <a:pt x="68626" y="431482"/>
                          </a:cubicBezTo>
                          <a:cubicBezTo>
                            <a:pt x="66721" y="440055"/>
                            <a:pt x="66721" y="452438"/>
                            <a:pt x="64816" y="460057"/>
                          </a:cubicBezTo>
                          <a:cubicBezTo>
                            <a:pt x="77198" y="461010"/>
                            <a:pt x="95296" y="461963"/>
                            <a:pt x="101963" y="459105"/>
                          </a:cubicBezTo>
                          <a:cubicBezTo>
                            <a:pt x="112441" y="453390"/>
                            <a:pt x="119108" y="453390"/>
                            <a:pt x="132443" y="458152"/>
                          </a:cubicBezTo>
                          <a:cubicBezTo>
                            <a:pt x="140063" y="461010"/>
                            <a:pt x="150541" y="465772"/>
                            <a:pt x="158161" y="470535"/>
                          </a:cubicBezTo>
                          <a:cubicBezTo>
                            <a:pt x="159113" y="467677"/>
                            <a:pt x="160066" y="465772"/>
                            <a:pt x="162923" y="464820"/>
                          </a:cubicBezTo>
                          <a:cubicBezTo>
                            <a:pt x="171496" y="463867"/>
                            <a:pt x="182926" y="482917"/>
                            <a:pt x="188641" y="472440"/>
                          </a:cubicBezTo>
                          <a:cubicBezTo>
                            <a:pt x="194356" y="461963"/>
                            <a:pt x="208643" y="463867"/>
                            <a:pt x="215311" y="468630"/>
                          </a:cubicBezTo>
                          <a:cubicBezTo>
                            <a:pt x="221979" y="472440"/>
                            <a:pt x="233408" y="475297"/>
                            <a:pt x="241029" y="466725"/>
                          </a:cubicBezTo>
                          <a:cubicBezTo>
                            <a:pt x="248648" y="458152"/>
                            <a:pt x="279129" y="454342"/>
                            <a:pt x="285796" y="457200"/>
                          </a:cubicBezTo>
                          <a:cubicBezTo>
                            <a:pt x="292463" y="460057"/>
                            <a:pt x="310561" y="468630"/>
                            <a:pt x="303893" y="443865"/>
                          </a:cubicBezTo>
                          <a:cubicBezTo>
                            <a:pt x="297226" y="418147"/>
                            <a:pt x="318181" y="423863"/>
                            <a:pt x="321991" y="414338"/>
                          </a:cubicBezTo>
                          <a:cubicBezTo>
                            <a:pt x="324848" y="404813"/>
                            <a:pt x="350566" y="401002"/>
                            <a:pt x="346756" y="393382"/>
                          </a:cubicBezTo>
                          <a:cubicBezTo>
                            <a:pt x="342946" y="385763"/>
                            <a:pt x="310561" y="363855"/>
                            <a:pt x="301036" y="356235"/>
                          </a:cubicBezTo>
                          <a:cubicBezTo>
                            <a:pt x="291511" y="348615"/>
                            <a:pt x="291511" y="325755"/>
                            <a:pt x="286748" y="316230"/>
                          </a:cubicBezTo>
                          <a:cubicBezTo>
                            <a:pt x="281986" y="306705"/>
                            <a:pt x="271508" y="294322"/>
                            <a:pt x="283891" y="290513"/>
                          </a:cubicBezTo>
                          <a:cubicBezTo>
                            <a:pt x="296273" y="287655"/>
                            <a:pt x="319133" y="281940"/>
                            <a:pt x="329611" y="271463"/>
                          </a:cubicBezTo>
                          <a:cubicBezTo>
                            <a:pt x="340088" y="260985"/>
                            <a:pt x="360091" y="260032"/>
                            <a:pt x="365806" y="253365"/>
                          </a:cubicBezTo>
                          <a:cubicBezTo>
                            <a:pt x="371521" y="246697"/>
                            <a:pt x="385808" y="259080"/>
                            <a:pt x="389618" y="252413"/>
                          </a:cubicBezTo>
                          <a:cubicBezTo>
                            <a:pt x="393429" y="245745"/>
                            <a:pt x="396286" y="233363"/>
                            <a:pt x="390571" y="225742"/>
                          </a:cubicBezTo>
                          <a:cubicBezTo>
                            <a:pt x="384856" y="218122"/>
                            <a:pt x="381046" y="205740"/>
                            <a:pt x="380093" y="187642"/>
                          </a:cubicBezTo>
                          <a:cubicBezTo>
                            <a:pt x="379141" y="169545"/>
                            <a:pt x="374379" y="170497"/>
                            <a:pt x="374379" y="161925"/>
                          </a:cubicBezTo>
                          <a:cubicBezTo>
                            <a:pt x="374379" y="153352"/>
                            <a:pt x="371521" y="142875"/>
                            <a:pt x="364854" y="139065"/>
                          </a:cubicBezTo>
                          <a:cubicBezTo>
                            <a:pt x="358186" y="135255"/>
                            <a:pt x="355329" y="131445"/>
                            <a:pt x="361996" y="120015"/>
                          </a:cubicBezTo>
                          <a:cubicBezTo>
                            <a:pt x="368663" y="108585"/>
                            <a:pt x="365806" y="79057"/>
                            <a:pt x="362948" y="70485"/>
                          </a:cubicBezTo>
                          <a:cubicBezTo>
                            <a:pt x="361996" y="68580"/>
                            <a:pt x="361996" y="66675"/>
                            <a:pt x="362948" y="64770"/>
                          </a:cubicBezTo>
                          <a:cubicBezTo>
                            <a:pt x="361043" y="63817"/>
                            <a:pt x="360091" y="61913"/>
                            <a:pt x="359138" y="59055"/>
                          </a:cubicBezTo>
                          <a:cubicBezTo>
                            <a:pt x="357233" y="47625"/>
                            <a:pt x="349613" y="43815"/>
                            <a:pt x="333421" y="43815"/>
                          </a:cubicBezTo>
                          <a:cubicBezTo>
                            <a:pt x="316276" y="43815"/>
                            <a:pt x="343898" y="25717"/>
                            <a:pt x="337231" y="16192"/>
                          </a:cubicBezTo>
                          <a:cubicBezTo>
                            <a:pt x="330563" y="6667"/>
                            <a:pt x="313418" y="33338"/>
                            <a:pt x="298179" y="27622"/>
                          </a:cubicBezTo>
                          <a:cubicBezTo>
                            <a:pt x="282938" y="21907"/>
                            <a:pt x="261983" y="47625"/>
                            <a:pt x="248648" y="59055"/>
                          </a:cubicBezTo>
                          <a:cubicBezTo>
                            <a:pt x="235313" y="70485"/>
                            <a:pt x="215311" y="57150"/>
                            <a:pt x="225788" y="40957"/>
                          </a:cubicBezTo>
                          <a:cubicBezTo>
                            <a:pt x="236266" y="24765"/>
                            <a:pt x="225788" y="25717"/>
                            <a:pt x="210548" y="32385"/>
                          </a:cubicBezTo>
                          <a:cubicBezTo>
                            <a:pt x="195308" y="39052"/>
                            <a:pt x="176258" y="31432"/>
                            <a:pt x="178163" y="15240"/>
                          </a:cubicBezTo>
                          <a:cubicBezTo>
                            <a:pt x="179116" y="11430"/>
                            <a:pt x="177211" y="7620"/>
                            <a:pt x="175306" y="3810"/>
                          </a:cubicBezTo>
                          <a:cubicBezTo>
                            <a:pt x="167686" y="4763"/>
                            <a:pt x="161971" y="4763"/>
                            <a:pt x="159113" y="3810"/>
                          </a:cubicBezTo>
                          <a:cubicBezTo>
                            <a:pt x="152446" y="952"/>
                            <a:pt x="136254" y="0"/>
                            <a:pt x="119108" y="0"/>
                          </a:cubicBezTo>
                          <a:cubicBezTo>
                            <a:pt x="123871" y="8572"/>
                            <a:pt x="129586" y="16192"/>
                            <a:pt x="126729" y="22860"/>
                          </a:cubicBezTo>
                          <a:cubicBezTo>
                            <a:pt x="121013" y="35242"/>
                            <a:pt x="129586" y="45720"/>
                            <a:pt x="138158" y="63817"/>
                          </a:cubicBezTo>
                          <a:cubicBezTo>
                            <a:pt x="146731" y="81915"/>
                            <a:pt x="120061" y="71438"/>
                            <a:pt x="119108" y="82867"/>
                          </a:cubicBezTo>
                          <a:cubicBezTo>
                            <a:pt x="118156" y="94297"/>
                            <a:pt x="94343" y="81915"/>
                            <a:pt x="86723" y="78105"/>
                          </a:cubicBezTo>
                          <a:cubicBezTo>
                            <a:pt x="79104" y="74295"/>
                            <a:pt x="52433" y="77152"/>
                            <a:pt x="53386" y="83820"/>
                          </a:cubicBezTo>
                          <a:cubicBezTo>
                            <a:pt x="53386" y="86677"/>
                            <a:pt x="53386" y="90488"/>
                            <a:pt x="52433" y="93345"/>
                          </a:cubicBezTo>
                          <a:cubicBezTo>
                            <a:pt x="52433" y="102870"/>
                            <a:pt x="54338" y="115252"/>
                            <a:pt x="50529" y="12192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04" name="Freeform: Shape 458">
                      <a:extLst>
                        <a:ext uri="{FF2B5EF4-FFF2-40B4-BE49-F238E27FC236}">
                          <a16:creationId xmlns:a16="http://schemas.microsoft.com/office/drawing/2014/main" id="{611BFBB1-9C6D-4709-C6C4-1FB1DCAF374E}"/>
                        </a:ext>
                      </a:extLst>
                    </p:cNvPr>
                    <p:cNvSpPr/>
                    <p:nvPr/>
                  </p:nvSpPr>
                  <p:spPr>
                    <a:xfrm>
                      <a:off x="16187465" y="4458898"/>
                      <a:ext cx="437561" cy="756616"/>
                    </a:xfrm>
                    <a:custGeom>
                      <a:avLst/>
                      <a:gdLst>
                        <a:gd name="connsiteX0" fmla="*/ 448628 w 457200"/>
                        <a:gd name="connsiteY0" fmla="*/ 561299 h 790575"/>
                        <a:gd name="connsiteX1" fmla="*/ 392430 w 457200"/>
                        <a:gd name="connsiteY1" fmla="*/ 514626 h 790575"/>
                        <a:gd name="connsiteX2" fmla="*/ 420053 w 457200"/>
                        <a:gd name="connsiteY2" fmla="*/ 487956 h 790575"/>
                        <a:gd name="connsiteX3" fmla="*/ 396240 w 457200"/>
                        <a:gd name="connsiteY3" fmla="*/ 462239 h 790575"/>
                        <a:gd name="connsiteX4" fmla="*/ 402907 w 457200"/>
                        <a:gd name="connsiteY4" fmla="*/ 438426 h 790575"/>
                        <a:gd name="connsiteX5" fmla="*/ 381000 w 457200"/>
                        <a:gd name="connsiteY5" fmla="*/ 423186 h 790575"/>
                        <a:gd name="connsiteX6" fmla="*/ 391478 w 457200"/>
                        <a:gd name="connsiteY6" fmla="*/ 408898 h 790575"/>
                        <a:gd name="connsiteX7" fmla="*/ 384810 w 457200"/>
                        <a:gd name="connsiteY7" fmla="*/ 371751 h 790575"/>
                        <a:gd name="connsiteX8" fmla="*/ 399098 w 457200"/>
                        <a:gd name="connsiteY8" fmla="*/ 343176 h 790575"/>
                        <a:gd name="connsiteX9" fmla="*/ 357188 w 457200"/>
                        <a:gd name="connsiteY9" fmla="*/ 270786 h 790575"/>
                        <a:gd name="connsiteX10" fmla="*/ 370523 w 457200"/>
                        <a:gd name="connsiteY10" fmla="*/ 242211 h 790575"/>
                        <a:gd name="connsiteX11" fmla="*/ 398145 w 457200"/>
                        <a:gd name="connsiteY11" fmla="*/ 206969 h 790575"/>
                        <a:gd name="connsiteX12" fmla="*/ 366713 w 457200"/>
                        <a:gd name="connsiteY12" fmla="*/ 171726 h 790575"/>
                        <a:gd name="connsiteX13" fmla="*/ 339090 w 457200"/>
                        <a:gd name="connsiteY13" fmla="*/ 154581 h 790575"/>
                        <a:gd name="connsiteX14" fmla="*/ 332423 w 457200"/>
                        <a:gd name="connsiteY14" fmla="*/ 127911 h 790575"/>
                        <a:gd name="connsiteX15" fmla="*/ 339090 w 457200"/>
                        <a:gd name="connsiteY15" fmla="*/ 102194 h 790575"/>
                        <a:gd name="connsiteX16" fmla="*/ 356235 w 457200"/>
                        <a:gd name="connsiteY16" fmla="*/ 87906 h 790575"/>
                        <a:gd name="connsiteX17" fmla="*/ 365760 w 457200"/>
                        <a:gd name="connsiteY17" fmla="*/ 70761 h 790575"/>
                        <a:gd name="connsiteX18" fmla="*/ 365760 w 457200"/>
                        <a:gd name="connsiteY18" fmla="*/ 44091 h 790575"/>
                        <a:gd name="connsiteX19" fmla="*/ 320040 w 457200"/>
                        <a:gd name="connsiteY19" fmla="*/ 9801 h 790575"/>
                        <a:gd name="connsiteX20" fmla="*/ 283845 w 457200"/>
                        <a:gd name="connsiteY20" fmla="*/ 9801 h 790575"/>
                        <a:gd name="connsiteX21" fmla="*/ 240030 w 457200"/>
                        <a:gd name="connsiteY21" fmla="*/ 21231 h 790575"/>
                        <a:gd name="connsiteX22" fmla="*/ 212407 w 457200"/>
                        <a:gd name="connsiteY22" fmla="*/ 52664 h 790575"/>
                        <a:gd name="connsiteX23" fmla="*/ 203835 w 457200"/>
                        <a:gd name="connsiteY23" fmla="*/ 93621 h 790575"/>
                        <a:gd name="connsiteX24" fmla="*/ 184785 w 457200"/>
                        <a:gd name="connsiteY24" fmla="*/ 121244 h 790575"/>
                        <a:gd name="connsiteX25" fmla="*/ 160020 w 457200"/>
                        <a:gd name="connsiteY25" fmla="*/ 114576 h 790575"/>
                        <a:gd name="connsiteX26" fmla="*/ 126682 w 457200"/>
                        <a:gd name="connsiteY26" fmla="*/ 112671 h 790575"/>
                        <a:gd name="connsiteX27" fmla="*/ 78105 w 457200"/>
                        <a:gd name="connsiteY27" fmla="*/ 110766 h 790575"/>
                        <a:gd name="connsiteX28" fmla="*/ 29528 w 457200"/>
                        <a:gd name="connsiteY28" fmla="*/ 72666 h 790575"/>
                        <a:gd name="connsiteX29" fmla="*/ 0 w 457200"/>
                        <a:gd name="connsiteY29" fmla="*/ 95526 h 790575"/>
                        <a:gd name="connsiteX30" fmla="*/ 48578 w 457200"/>
                        <a:gd name="connsiteY30" fmla="*/ 133626 h 790575"/>
                        <a:gd name="connsiteX31" fmla="*/ 111443 w 457200"/>
                        <a:gd name="connsiteY31" fmla="*/ 174584 h 790575"/>
                        <a:gd name="connsiteX32" fmla="*/ 113348 w 457200"/>
                        <a:gd name="connsiteY32" fmla="*/ 220304 h 790575"/>
                        <a:gd name="connsiteX33" fmla="*/ 123825 w 457200"/>
                        <a:gd name="connsiteY33" fmla="*/ 263166 h 790575"/>
                        <a:gd name="connsiteX34" fmla="*/ 121920 w 457200"/>
                        <a:gd name="connsiteY34" fmla="*/ 304123 h 790575"/>
                        <a:gd name="connsiteX35" fmla="*/ 130493 w 457200"/>
                        <a:gd name="connsiteY35" fmla="*/ 328889 h 790575"/>
                        <a:gd name="connsiteX36" fmla="*/ 137160 w 457200"/>
                        <a:gd name="connsiteY36" fmla="*/ 352701 h 790575"/>
                        <a:gd name="connsiteX37" fmla="*/ 172403 w 457200"/>
                        <a:gd name="connsiteY37" fmla="*/ 368894 h 790575"/>
                        <a:gd name="connsiteX38" fmla="*/ 187643 w 457200"/>
                        <a:gd name="connsiteY38" fmla="*/ 405089 h 790575"/>
                        <a:gd name="connsiteX39" fmla="*/ 180023 w 457200"/>
                        <a:gd name="connsiteY39" fmla="*/ 422234 h 790575"/>
                        <a:gd name="connsiteX40" fmla="*/ 156210 w 457200"/>
                        <a:gd name="connsiteY40" fmla="*/ 443189 h 790575"/>
                        <a:gd name="connsiteX41" fmla="*/ 111443 w 457200"/>
                        <a:gd name="connsiteY41" fmla="*/ 490814 h 790575"/>
                        <a:gd name="connsiteX42" fmla="*/ 85725 w 457200"/>
                        <a:gd name="connsiteY42" fmla="*/ 512721 h 790575"/>
                        <a:gd name="connsiteX43" fmla="*/ 66675 w 457200"/>
                        <a:gd name="connsiteY43" fmla="*/ 524151 h 790575"/>
                        <a:gd name="connsiteX44" fmla="*/ 62865 w 457200"/>
                        <a:gd name="connsiteY44" fmla="*/ 532724 h 790575"/>
                        <a:gd name="connsiteX45" fmla="*/ 61913 w 457200"/>
                        <a:gd name="connsiteY45" fmla="*/ 538439 h 790575"/>
                        <a:gd name="connsiteX46" fmla="*/ 32385 w 457200"/>
                        <a:gd name="connsiteY46" fmla="*/ 554631 h 790575"/>
                        <a:gd name="connsiteX47" fmla="*/ 26670 w 457200"/>
                        <a:gd name="connsiteY47" fmla="*/ 555584 h 790575"/>
                        <a:gd name="connsiteX48" fmla="*/ 11430 w 457200"/>
                        <a:gd name="connsiteY48" fmla="*/ 585111 h 790575"/>
                        <a:gd name="connsiteX49" fmla="*/ 12382 w 457200"/>
                        <a:gd name="connsiteY49" fmla="*/ 612734 h 790575"/>
                        <a:gd name="connsiteX50" fmla="*/ 17145 w 457200"/>
                        <a:gd name="connsiteY50" fmla="*/ 646071 h 790575"/>
                        <a:gd name="connsiteX51" fmla="*/ 24765 w 457200"/>
                        <a:gd name="connsiteY51" fmla="*/ 699411 h 790575"/>
                        <a:gd name="connsiteX52" fmla="*/ 13335 w 457200"/>
                        <a:gd name="connsiteY52" fmla="*/ 748941 h 790575"/>
                        <a:gd name="connsiteX53" fmla="*/ 54293 w 457200"/>
                        <a:gd name="connsiteY53" fmla="*/ 767039 h 790575"/>
                        <a:gd name="connsiteX54" fmla="*/ 80963 w 457200"/>
                        <a:gd name="connsiteY54" fmla="*/ 782279 h 790575"/>
                        <a:gd name="connsiteX55" fmla="*/ 129540 w 457200"/>
                        <a:gd name="connsiteY55" fmla="*/ 793709 h 790575"/>
                        <a:gd name="connsiteX56" fmla="*/ 266700 w 457200"/>
                        <a:gd name="connsiteY56" fmla="*/ 759419 h 790575"/>
                        <a:gd name="connsiteX57" fmla="*/ 306705 w 457200"/>
                        <a:gd name="connsiteY57" fmla="*/ 754656 h 790575"/>
                        <a:gd name="connsiteX58" fmla="*/ 327660 w 457200"/>
                        <a:gd name="connsiteY58" fmla="*/ 726081 h 790575"/>
                        <a:gd name="connsiteX59" fmla="*/ 395288 w 457200"/>
                        <a:gd name="connsiteY59" fmla="*/ 667026 h 790575"/>
                        <a:gd name="connsiteX60" fmla="*/ 461010 w 457200"/>
                        <a:gd name="connsiteY60" fmla="*/ 599399 h 790575"/>
                        <a:gd name="connsiteX61" fmla="*/ 448628 w 457200"/>
                        <a:gd name="connsiteY61" fmla="*/ 561299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57200" h="790575">
                          <a:moveTo>
                            <a:pt x="448628" y="561299"/>
                          </a:moveTo>
                          <a:cubicBezTo>
                            <a:pt x="431482" y="540344"/>
                            <a:pt x="393382" y="526056"/>
                            <a:pt x="392430" y="514626"/>
                          </a:cubicBezTo>
                          <a:cubicBezTo>
                            <a:pt x="391478" y="503196"/>
                            <a:pt x="421005" y="502244"/>
                            <a:pt x="420053" y="487956"/>
                          </a:cubicBezTo>
                          <a:cubicBezTo>
                            <a:pt x="419100" y="473669"/>
                            <a:pt x="402907" y="473669"/>
                            <a:pt x="396240" y="462239"/>
                          </a:cubicBezTo>
                          <a:cubicBezTo>
                            <a:pt x="389573" y="450809"/>
                            <a:pt x="403860" y="444141"/>
                            <a:pt x="402907" y="438426"/>
                          </a:cubicBezTo>
                          <a:cubicBezTo>
                            <a:pt x="401955" y="432711"/>
                            <a:pt x="381953" y="429854"/>
                            <a:pt x="381000" y="423186"/>
                          </a:cubicBezTo>
                          <a:cubicBezTo>
                            <a:pt x="380048" y="416519"/>
                            <a:pt x="394335" y="417471"/>
                            <a:pt x="391478" y="408898"/>
                          </a:cubicBezTo>
                          <a:cubicBezTo>
                            <a:pt x="388620" y="400326"/>
                            <a:pt x="376238" y="385086"/>
                            <a:pt x="384810" y="371751"/>
                          </a:cubicBezTo>
                          <a:cubicBezTo>
                            <a:pt x="394335" y="359369"/>
                            <a:pt x="413385" y="371751"/>
                            <a:pt x="399098" y="343176"/>
                          </a:cubicBezTo>
                          <a:cubicBezTo>
                            <a:pt x="384810" y="314601"/>
                            <a:pt x="362903" y="279359"/>
                            <a:pt x="357188" y="270786"/>
                          </a:cubicBezTo>
                          <a:cubicBezTo>
                            <a:pt x="352425" y="262214"/>
                            <a:pt x="362903" y="247926"/>
                            <a:pt x="370523" y="242211"/>
                          </a:cubicBezTo>
                          <a:cubicBezTo>
                            <a:pt x="378143" y="236496"/>
                            <a:pt x="398145" y="215541"/>
                            <a:pt x="398145" y="206969"/>
                          </a:cubicBezTo>
                          <a:cubicBezTo>
                            <a:pt x="398145" y="198396"/>
                            <a:pt x="373380" y="175536"/>
                            <a:pt x="366713" y="171726"/>
                          </a:cubicBezTo>
                          <a:cubicBezTo>
                            <a:pt x="360045" y="167916"/>
                            <a:pt x="345757" y="168869"/>
                            <a:pt x="339090" y="154581"/>
                          </a:cubicBezTo>
                          <a:cubicBezTo>
                            <a:pt x="332423" y="140294"/>
                            <a:pt x="325755" y="136484"/>
                            <a:pt x="332423" y="127911"/>
                          </a:cubicBezTo>
                          <a:cubicBezTo>
                            <a:pt x="339090" y="119339"/>
                            <a:pt x="339090" y="110766"/>
                            <a:pt x="339090" y="102194"/>
                          </a:cubicBezTo>
                          <a:cubicBezTo>
                            <a:pt x="339090" y="93621"/>
                            <a:pt x="353378" y="101241"/>
                            <a:pt x="356235" y="87906"/>
                          </a:cubicBezTo>
                          <a:cubicBezTo>
                            <a:pt x="357188" y="82191"/>
                            <a:pt x="360998" y="75523"/>
                            <a:pt x="365760" y="70761"/>
                          </a:cubicBezTo>
                          <a:cubicBezTo>
                            <a:pt x="365760" y="61236"/>
                            <a:pt x="366713" y="50759"/>
                            <a:pt x="365760" y="44091"/>
                          </a:cubicBezTo>
                          <a:cubicBezTo>
                            <a:pt x="363855" y="30756"/>
                            <a:pt x="327660" y="25994"/>
                            <a:pt x="320040" y="9801"/>
                          </a:cubicBezTo>
                          <a:cubicBezTo>
                            <a:pt x="311468" y="-6391"/>
                            <a:pt x="290513" y="276"/>
                            <a:pt x="283845" y="9801"/>
                          </a:cubicBezTo>
                          <a:cubicBezTo>
                            <a:pt x="277178" y="19326"/>
                            <a:pt x="240030" y="7896"/>
                            <a:pt x="240030" y="21231"/>
                          </a:cubicBezTo>
                          <a:cubicBezTo>
                            <a:pt x="240030" y="34566"/>
                            <a:pt x="212407" y="37423"/>
                            <a:pt x="212407" y="52664"/>
                          </a:cubicBezTo>
                          <a:cubicBezTo>
                            <a:pt x="212407" y="68856"/>
                            <a:pt x="224790" y="95526"/>
                            <a:pt x="203835" y="93621"/>
                          </a:cubicBezTo>
                          <a:cubicBezTo>
                            <a:pt x="182880" y="91716"/>
                            <a:pt x="197168" y="103146"/>
                            <a:pt x="184785" y="121244"/>
                          </a:cubicBezTo>
                          <a:cubicBezTo>
                            <a:pt x="172403" y="139341"/>
                            <a:pt x="172403" y="109814"/>
                            <a:pt x="160020" y="114576"/>
                          </a:cubicBezTo>
                          <a:cubicBezTo>
                            <a:pt x="147638" y="119339"/>
                            <a:pt x="132398" y="101241"/>
                            <a:pt x="126682" y="112671"/>
                          </a:cubicBezTo>
                          <a:cubicBezTo>
                            <a:pt x="120015" y="124101"/>
                            <a:pt x="99060" y="114576"/>
                            <a:pt x="78105" y="110766"/>
                          </a:cubicBezTo>
                          <a:cubicBezTo>
                            <a:pt x="57150" y="106004"/>
                            <a:pt x="46673" y="74571"/>
                            <a:pt x="29528" y="72666"/>
                          </a:cubicBezTo>
                          <a:cubicBezTo>
                            <a:pt x="18098" y="70761"/>
                            <a:pt x="6668" y="81239"/>
                            <a:pt x="0" y="95526"/>
                          </a:cubicBezTo>
                          <a:cubicBezTo>
                            <a:pt x="16193" y="106956"/>
                            <a:pt x="26670" y="123148"/>
                            <a:pt x="48578" y="133626"/>
                          </a:cubicBezTo>
                          <a:cubicBezTo>
                            <a:pt x="71438" y="145056"/>
                            <a:pt x="113348" y="158391"/>
                            <a:pt x="111443" y="174584"/>
                          </a:cubicBezTo>
                          <a:cubicBezTo>
                            <a:pt x="109538" y="190776"/>
                            <a:pt x="102870" y="212684"/>
                            <a:pt x="113348" y="220304"/>
                          </a:cubicBezTo>
                          <a:cubicBezTo>
                            <a:pt x="123825" y="226971"/>
                            <a:pt x="111443" y="256498"/>
                            <a:pt x="123825" y="263166"/>
                          </a:cubicBezTo>
                          <a:cubicBezTo>
                            <a:pt x="136207" y="269834"/>
                            <a:pt x="132398" y="304123"/>
                            <a:pt x="121920" y="304123"/>
                          </a:cubicBezTo>
                          <a:cubicBezTo>
                            <a:pt x="111443" y="304123"/>
                            <a:pt x="123825" y="322221"/>
                            <a:pt x="130493" y="328889"/>
                          </a:cubicBezTo>
                          <a:cubicBezTo>
                            <a:pt x="133350" y="331746"/>
                            <a:pt x="135255" y="341271"/>
                            <a:pt x="137160" y="352701"/>
                          </a:cubicBezTo>
                          <a:cubicBezTo>
                            <a:pt x="150495" y="356511"/>
                            <a:pt x="161925" y="363179"/>
                            <a:pt x="172403" y="368894"/>
                          </a:cubicBezTo>
                          <a:cubicBezTo>
                            <a:pt x="190500" y="377466"/>
                            <a:pt x="187643" y="390801"/>
                            <a:pt x="187643" y="405089"/>
                          </a:cubicBezTo>
                          <a:cubicBezTo>
                            <a:pt x="188595" y="420329"/>
                            <a:pt x="188595" y="427948"/>
                            <a:pt x="180023" y="422234"/>
                          </a:cubicBezTo>
                          <a:cubicBezTo>
                            <a:pt x="170498" y="415566"/>
                            <a:pt x="160973" y="422234"/>
                            <a:pt x="156210" y="443189"/>
                          </a:cubicBezTo>
                          <a:cubicBezTo>
                            <a:pt x="151448" y="464144"/>
                            <a:pt x="125730" y="489861"/>
                            <a:pt x="111443" y="490814"/>
                          </a:cubicBezTo>
                          <a:cubicBezTo>
                            <a:pt x="96203" y="491766"/>
                            <a:pt x="98107" y="508911"/>
                            <a:pt x="85725" y="512721"/>
                          </a:cubicBezTo>
                          <a:cubicBezTo>
                            <a:pt x="78105" y="514626"/>
                            <a:pt x="71438" y="518436"/>
                            <a:pt x="66675" y="524151"/>
                          </a:cubicBezTo>
                          <a:cubicBezTo>
                            <a:pt x="65723" y="527009"/>
                            <a:pt x="64770" y="529866"/>
                            <a:pt x="62865" y="532724"/>
                          </a:cubicBezTo>
                          <a:cubicBezTo>
                            <a:pt x="62865" y="534629"/>
                            <a:pt x="61913" y="536534"/>
                            <a:pt x="61913" y="538439"/>
                          </a:cubicBezTo>
                          <a:cubicBezTo>
                            <a:pt x="62865" y="552726"/>
                            <a:pt x="44768" y="554631"/>
                            <a:pt x="32385" y="554631"/>
                          </a:cubicBezTo>
                          <a:cubicBezTo>
                            <a:pt x="30480" y="555584"/>
                            <a:pt x="28575" y="555584"/>
                            <a:pt x="26670" y="555584"/>
                          </a:cubicBezTo>
                          <a:cubicBezTo>
                            <a:pt x="19050" y="560346"/>
                            <a:pt x="20003" y="579396"/>
                            <a:pt x="11430" y="585111"/>
                          </a:cubicBezTo>
                          <a:cubicBezTo>
                            <a:pt x="1905" y="591779"/>
                            <a:pt x="3810" y="600351"/>
                            <a:pt x="12382" y="612734"/>
                          </a:cubicBezTo>
                          <a:cubicBezTo>
                            <a:pt x="21907" y="625116"/>
                            <a:pt x="13335" y="636546"/>
                            <a:pt x="17145" y="646071"/>
                          </a:cubicBezTo>
                          <a:cubicBezTo>
                            <a:pt x="20003" y="655596"/>
                            <a:pt x="35243" y="676551"/>
                            <a:pt x="24765" y="699411"/>
                          </a:cubicBezTo>
                          <a:cubicBezTo>
                            <a:pt x="15240" y="722271"/>
                            <a:pt x="4763" y="751799"/>
                            <a:pt x="13335" y="748941"/>
                          </a:cubicBezTo>
                          <a:cubicBezTo>
                            <a:pt x="21907" y="746084"/>
                            <a:pt x="41910" y="767991"/>
                            <a:pt x="54293" y="767039"/>
                          </a:cubicBezTo>
                          <a:cubicBezTo>
                            <a:pt x="67628" y="765134"/>
                            <a:pt x="68580" y="787041"/>
                            <a:pt x="80963" y="782279"/>
                          </a:cubicBezTo>
                          <a:cubicBezTo>
                            <a:pt x="93345" y="778469"/>
                            <a:pt x="93345" y="794661"/>
                            <a:pt x="129540" y="793709"/>
                          </a:cubicBezTo>
                          <a:cubicBezTo>
                            <a:pt x="165735" y="792756"/>
                            <a:pt x="238125" y="759419"/>
                            <a:pt x="266700" y="759419"/>
                          </a:cubicBezTo>
                          <a:cubicBezTo>
                            <a:pt x="282893" y="759419"/>
                            <a:pt x="296228" y="757514"/>
                            <a:pt x="306705" y="754656"/>
                          </a:cubicBezTo>
                          <a:cubicBezTo>
                            <a:pt x="312420" y="744179"/>
                            <a:pt x="320040" y="733701"/>
                            <a:pt x="327660" y="726081"/>
                          </a:cubicBezTo>
                          <a:cubicBezTo>
                            <a:pt x="345757" y="706079"/>
                            <a:pt x="384810" y="691791"/>
                            <a:pt x="395288" y="667026"/>
                          </a:cubicBezTo>
                          <a:cubicBezTo>
                            <a:pt x="405765" y="641309"/>
                            <a:pt x="452438" y="622259"/>
                            <a:pt x="461010" y="599399"/>
                          </a:cubicBezTo>
                          <a:cubicBezTo>
                            <a:pt x="463868" y="587969"/>
                            <a:pt x="464820" y="582254"/>
                            <a:pt x="448628" y="56129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05" name="Freeform: Shape 459">
                      <a:extLst>
                        <a:ext uri="{FF2B5EF4-FFF2-40B4-BE49-F238E27FC236}">
                          <a16:creationId xmlns:a16="http://schemas.microsoft.com/office/drawing/2014/main" id="{9262C994-D423-4CF8-5E8E-80D83322C263}"/>
                        </a:ext>
                      </a:extLst>
                    </p:cNvPr>
                    <p:cNvSpPr/>
                    <p:nvPr/>
                  </p:nvSpPr>
                  <p:spPr>
                    <a:xfrm>
                      <a:off x="15110201" y="5798285"/>
                      <a:ext cx="546952" cy="501373"/>
                    </a:xfrm>
                    <a:custGeom>
                      <a:avLst/>
                      <a:gdLst>
                        <a:gd name="connsiteX0" fmla="*/ 518872 w 571500"/>
                        <a:gd name="connsiteY0" fmla="*/ 245745 h 523875"/>
                        <a:gd name="connsiteX1" fmla="*/ 541732 w 571500"/>
                        <a:gd name="connsiteY1" fmla="*/ 225743 h 523875"/>
                        <a:gd name="connsiteX2" fmla="*/ 551257 w 571500"/>
                        <a:gd name="connsiteY2" fmla="*/ 189547 h 523875"/>
                        <a:gd name="connsiteX3" fmla="*/ 569355 w 571500"/>
                        <a:gd name="connsiteY3" fmla="*/ 150495 h 523875"/>
                        <a:gd name="connsiteX4" fmla="*/ 560782 w 571500"/>
                        <a:gd name="connsiteY4" fmla="*/ 134303 h 523875"/>
                        <a:gd name="connsiteX5" fmla="*/ 536970 w 571500"/>
                        <a:gd name="connsiteY5" fmla="*/ 125730 h 523875"/>
                        <a:gd name="connsiteX6" fmla="*/ 508395 w 571500"/>
                        <a:gd name="connsiteY6" fmla="*/ 110490 h 523875"/>
                        <a:gd name="connsiteX7" fmla="*/ 462675 w 571500"/>
                        <a:gd name="connsiteY7" fmla="*/ 101918 h 523875"/>
                        <a:gd name="connsiteX8" fmla="*/ 439815 w 571500"/>
                        <a:gd name="connsiteY8" fmla="*/ 85725 h 523875"/>
                        <a:gd name="connsiteX9" fmla="*/ 427432 w 571500"/>
                        <a:gd name="connsiteY9" fmla="*/ 63818 h 523875"/>
                        <a:gd name="connsiteX10" fmla="*/ 407430 w 571500"/>
                        <a:gd name="connsiteY10" fmla="*/ 74295 h 523875"/>
                        <a:gd name="connsiteX11" fmla="*/ 395047 w 571500"/>
                        <a:gd name="connsiteY11" fmla="*/ 58103 h 523875"/>
                        <a:gd name="connsiteX12" fmla="*/ 367425 w 571500"/>
                        <a:gd name="connsiteY12" fmla="*/ 40005 h 523875"/>
                        <a:gd name="connsiteX13" fmla="*/ 344565 w 571500"/>
                        <a:gd name="connsiteY13" fmla="*/ 24765 h 523875"/>
                        <a:gd name="connsiteX14" fmla="*/ 329325 w 571500"/>
                        <a:gd name="connsiteY14" fmla="*/ 6668 h 523875"/>
                        <a:gd name="connsiteX15" fmla="*/ 323609 w 571500"/>
                        <a:gd name="connsiteY15" fmla="*/ 0 h 523875"/>
                        <a:gd name="connsiteX16" fmla="*/ 314084 w 571500"/>
                        <a:gd name="connsiteY16" fmla="*/ 953 h 523875"/>
                        <a:gd name="connsiteX17" fmla="*/ 287415 w 571500"/>
                        <a:gd name="connsiteY17" fmla="*/ 41910 h 523875"/>
                        <a:gd name="connsiteX18" fmla="*/ 241695 w 571500"/>
                        <a:gd name="connsiteY18" fmla="*/ 75247 h 523875"/>
                        <a:gd name="connsiteX19" fmla="*/ 213120 w 571500"/>
                        <a:gd name="connsiteY19" fmla="*/ 109538 h 523875"/>
                        <a:gd name="connsiteX20" fmla="*/ 157875 w 571500"/>
                        <a:gd name="connsiteY20" fmla="*/ 89535 h 523875"/>
                        <a:gd name="connsiteX21" fmla="*/ 132157 w 571500"/>
                        <a:gd name="connsiteY21" fmla="*/ 107633 h 523875"/>
                        <a:gd name="connsiteX22" fmla="*/ 137872 w 571500"/>
                        <a:gd name="connsiteY22" fmla="*/ 158115 h 523875"/>
                        <a:gd name="connsiteX23" fmla="*/ 99772 w 571500"/>
                        <a:gd name="connsiteY23" fmla="*/ 156210 h 523875"/>
                        <a:gd name="connsiteX24" fmla="*/ 73102 w 571500"/>
                        <a:gd name="connsiteY24" fmla="*/ 141922 h 523875"/>
                        <a:gd name="connsiteX25" fmla="*/ 30239 w 571500"/>
                        <a:gd name="connsiteY25" fmla="*/ 146685 h 523875"/>
                        <a:gd name="connsiteX26" fmla="*/ 2617 w 571500"/>
                        <a:gd name="connsiteY26" fmla="*/ 169545 h 523875"/>
                        <a:gd name="connsiteX27" fmla="*/ 7380 w 571500"/>
                        <a:gd name="connsiteY27" fmla="*/ 199072 h 523875"/>
                        <a:gd name="connsiteX28" fmla="*/ 32145 w 571500"/>
                        <a:gd name="connsiteY28" fmla="*/ 208597 h 523875"/>
                        <a:gd name="connsiteX29" fmla="*/ 59767 w 571500"/>
                        <a:gd name="connsiteY29" fmla="*/ 207645 h 523875"/>
                        <a:gd name="connsiteX30" fmla="*/ 86437 w 571500"/>
                        <a:gd name="connsiteY30" fmla="*/ 226695 h 523875"/>
                        <a:gd name="connsiteX31" fmla="*/ 103582 w 571500"/>
                        <a:gd name="connsiteY31" fmla="*/ 231458 h 523875"/>
                        <a:gd name="connsiteX32" fmla="*/ 117870 w 571500"/>
                        <a:gd name="connsiteY32" fmla="*/ 252413 h 523875"/>
                        <a:gd name="connsiteX33" fmla="*/ 117870 w 571500"/>
                        <a:gd name="connsiteY33" fmla="*/ 255270 h 523875"/>
                        <a:gd name="connsiteX34" fmla="*/ 130252 w 571500"/>
                        <a:gd name="connsiteY34" fmla="*/ 269558 h 523875"/>
                        <a:gd name="connsiteX35" fmla="*/ 138825 w 571500"/>
                        <a:gd name="connsiteY35" fmla="*/ 287655 h 523875"/>
                        <a:gd name="connsiteX36" fmla="*/ 152159 w 571500"/>
                        <a:gd name="connsiteY36" fmla="*/ 293370 h 523875"/>
                        <a:gd name="connsiteX37" fmla="*/ 163590 w 571500"/>
                        <a:gd name="connsiteY37" fmla="*/ 330518 h 523875"/>
                        <a:gd name="connsiteX38" fmla="*/ 164542 w 571500"/>
                        <a:gd name="connsiteY38" fmla="*/ 344805 h 523875"/>
                        <a:gd name="connsiteX39" fmla="*/ 172162 w 571500"/>
                        <a:gd name="connsiteY39" fmla="*/ 365760 h 523875"/>
                        <a:gd name="connsiteX40" fmla="*/ 155970 w 571500"/>
                        <a:gd name="connsiteY40" fmla="*/ 413385 h 523875"/>
                        <a:gd name="connsiteX41" fmla="*/ 135967 w 571500"/>
                        <a:gd name="connsiteY41" fmla="*/ 472440 h 523875"/>
                        <a:gd name="connsiteX42" fmla="*/ 133109 w 571500"/>
                        <a:gd name="connsiteY42" fmla="*/ 473393 h 523875"/>
                        <a:gd name="connsiteX43" fmla="*/ 157875 w 571500"/>
                        <a:gd name="connsiteY43" fmla="*/ 486728 h 523875"/>
                        <a:gd name="connsiteX44" fmla="*/ 200737 w 571500"/>
                        <a:gd name="connsiteY44" fmla="*/ 508635 h 523875"/>
                        <a:gd name="connsiteX45" fmla="*/ 235980 w 571500"/>
                        <a:gd name="connsiteY45" fmla="*/ 504825 h 523875"/>
                        <a:gd name="connsiteX46" fmla="*/ 256934 w 571500"/>
                        <a:gd name="connsiteY46" fmla="*/ 509588 h 523875"/>
                        <a:gd name="connsiteX47" fmla="*/ 309322 w 571500"/>
                        <a:gd name="connsiteY47" fmla="*/ 522922 h 523875"/>
                        <a:gd name="connsiteX48" fmla="*/ 355042 w 571500"/>
                        <a:gd name="connsiteY48" fmla="*/ 524828 h 523875"/>
                        <a:gd name="connsiteX49" fmla="*/ 352184 w 571500"/>
                        <a:gd name="connsiteY49" fmla="*/ 512445 h 523875"/>
                        <a:gd name="connsiteX50" fmla="*/ 388380 w 571500"/>
                        <a:gd name="connsiteY50" fmla="*/ 464820 h 523875"/>
                        <a:gd name="connsiteX51" fmla="*/ 469342 w 571500"/>
                        <a:gd name="connsiteY51" fmla="*/ 483870 h 523875"/>
                        <a:gd name="connsiteX52" fmla="*/ 520777 w 571500"/>
                        <a:gd name="connsiteY52" fmla="*/ 465772 h 523875"/>
                        <a:gd name="connsiteX53" fmla="*/ 548400 w 571500"/>
                        <a:gd name="connsiteY53" fmla="*/ 446722 h 523875"/>
                        <a:gd name="connsiteX54" fmla="*/ 553162 w 571500"/>
                        <a:gd name="connsiteY54" fmla="*/ 430530 h 523875"/>
                        <a:gd name="connsiteX55" fmla="*/ 532207 w 571500"/>
                        <a:gd name="connsiteY55" fmla="*/ 422910 h 523875"/>
                        <a:gd name="connsiteX56" fmla="*/ 522682 w 571500"/>
                        <a:gd name="connsiteY56" fmla="*/ 400050 h 523875"/>
                        <a:gd name="connsiteX57" fmla="*/ 510300 w 571500"/>
                        <a:gd name="connsiteY57" fmla="*/ 375285 h 523875"/>
                        <a:gd name="connsiteX58" fmla="*/ 518872 w 571500"/>
                        <a:gd name="connsiteY58" fmla="*/ 363855 h 523875"/>
                        <a:gd name="connsiteX59" fmla="*/ 527445 w 571500"/>
                        <a:gd name="connsiteY59" fmla="*/ 344805 h 523875"/>
                        <a:gd name="connsiteX60" fmla="*/ 522682 w 571500"/>
                        <a:gd name="connsiteY60" fmla="*/ 321945 h 523875"/>
                        <a:gd name="connsiteX61" fmla="*/ 515062 w 571500"/>
                        <a:gd name="connsiteY61" fmla="*/ 299085 h 523875"/>
                        <a:gd name="connsiteX62" fmla="*/ 495059 w 571500"/>
                        <a:gd name="connsiteY62" fmla="*/ 297180 h 523875"/>
                        <a:gd name="connsiteX63" fmla="*/ 489345 w 571500"/>
                        <a:gd name="connsiteY63" fmla="*/ 280988 h 523875"/>
                        <a:gd name="connsiteX64" fmla="*/ 518872 w 571500"/>
                        <a:gd name="connsiteY64" fmla="*/ 245745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71500" h="523875">
                          <a:moveTo>
                            <a:pt x="518872" y="245745"/>
                          </a:moveTo>
                          <a:cubicBezTo>
                            <a:pt x="520777" y="235268"/>
                            <a:pt x="532207" y="225743"/>
                            <a:pt x="541732" y="225743"/>
                          </a:cubicBezTo>
                          <a:cubicBezTo>
                            <a:pt x="551257" y="225743"/>
                            <a:pt x="548400" y="203835"/>
                            <a:pt x="551257" y="189547"/>
                          </a:cubicBezTo>
                          <a:cubicBezTo>
                            <a:pt x="554115" y="176213"/>
                            <a:pt x="556020" y="161925"/>
                            <a:pt x="569355" y="150495"/>
                          </a:cubicBezTo>
                          <a:cubicBezTo>
                            <a:pt x="581737" y="139065"/>
                            <a:pt x="566497" y="133350"/>
                            <a:pt x="560782" y="134303"/>
                          </a:cubicBezTo>
                          <a:cubicBezTo>
                            <a:pt x="555067" y="135255"/>
                            <a:pt x="550305" y="125730"/>
                            <a:pt x="536970" y="125730"/>
                          </a:cubicBezTo>
                          <a:cubicBezTo>
                            <a:pt x="524587" y="125730"/>
                            <a:pt x="514109" y="119063"/>
                            <a:pt x="508395" y="110490"/>
                          </a:cubicBezTo>
                          <a:cubicBezTo>
                            <a:pt x="502680" y="101918"/>
                            <a:pt x="472200" y="100013"/>
                            <a:pt x="462675" y="101918"/>
                          </a:cubicBezTo>
                          <a:cubicBezTo>
                            <a:pt x="453150" y="103822"/>
                            <a:pt x="450292" y="83820"/>
                            <a:pt x="439815" y="85725"/>
                          </a:cubicBezTo>
                          <a:cubicBezTo>
                            <a:pt x="430290" y="87630"/>
                            <a:pt x="427432" y="72390"/>
                            <a:pt x="427432" y="63818"/>
                          </a:cubicBezTo>
                          <a:cubicBezTo>
                            <a:pt x="427432" y="55245"/>
                            <a:pt x="416955" y="70485"/>
                            <a:pt x="407430" y="74295"/>
                          </a:cubicBezTo>
                          <a:cubicBezTo>
                            <a:pt x="398857" y="78105"/>
                            <a:pt x="396000" y="64770"/>
                            <a:pt x="395047" y="58103"/>
                          </a:cubicBezTo>
                          <a:cubicBezTo>
                            <a:pt x="394095" y="51435"/>
                            <a:pt x="375997" y="45720"/>
                            <a:pt x="367425" y="40005"/>
                          </a:cubicBezTo>
                          <a:cubicBezTo>
                            <a:pt x="358852" y="34290"/>
                            <a:pt x="348375" y="18097"/>
                            <a:pt x="344565" y="24765"/>
                          </a:cubicBezTo>
                          <a:cubicBezTo>
                            <a:pt x="340755" y="32385"/>
                            <a:pt x="330277" y="14288"/>
                            <a:pt x="329325" y="6668"/>
                          </a:cubicBezTo>
                          <a:cubicBezTo>
                            <a:pt x="328372" y="1905"/>
                            <a:pt x="325515" y="2858"/>
                            <a:pt x="323609" y="0"/>
                          </a:cubicBezTo>
                          <a:cubicBezTo>
                            <a:pt x="319800" y="953"/>
                            <a:pt x="316942" y="953"/>
                            <a:pt x="314084" y="953"/>
                          </a:cubicBezTo>
                          <a:cubicBezTo>
                            <a:pt x="298845" y="0"/>
                            <a:pt x="284557" y="13335"/>
                            <a:pt x="287415" y="41910"/>
                          </a:cubicBezTo>
                          <a:cubicBezTo>
                            <a:pt x="290272" y="70485"/>
                            <a:pt x="268365" y="73343"/>
                            <a:pt x="241695" y="75247"/>
                          </a:cubicBezTo>
                          <a:cubicBezTo>
                            <a:pt x="215025" y="77153"/>
                            <a:pt x="223597" y="100013"/>
                            <a:pt x="213120" y="109538"/>
                          </a:cubicBezTo>
                          <a:cubicBezTo>
                            <a:pt x="201690" y="119063"/>
                            <a:pt x="162637" y="104775"/>
                            <a:pt x="157875" y="89535"/>
                          </a:cubicBezTo>
                          <a:cubicBezTo>
                            <a:pt x="152159" y="74295"/>
                            <a:pt x="116917" y="89535"/>
                            <a:pt x="132157" y="107633"/>
                          </a:cubicBezTo>
                          <a:cubicBezTo>
                            <a:pt x="147397" y="125730"/>
                            <a:pt x="146445" y="151447"/>
                            <a:pt x="137872" y="158115"/>
                          </a:cubicBezTo>
                          <a:cubicBezTo>
                            <a:pt x="129300" y="164783"/>
                            <a:pt x="111202" y="146685"/>
                            <a:pt x="99772" y="156210"/>
                          </a:cubicBezTo>
                          <a:cubicBezTo>
                            <a:pt x="88342" y="165735"/>
                            <a:pt x="87390" y="147638"/>
                            <a:pt x="73102" y="141922"/>
                          </a:cubicBezTo>
                          <a:cubicBezTo>
                            <a:pt x="58814" y="136208"/>
                            <a:pt x="53100" y="148590"/>
                            <a:pt x="30239" y="146685"/>
                          </a:cubicBezTo>
                          <a:cubicBezTo>
                            <a:pt x="7380" y="144780"/>
                            <a:pt x="-5955" y="159068"/>
                            <a:pt x="2617" y="169545"/>
                          </a:cubicBezTo>
                          <a:cubicBezTo>
                            <a:pt x="11189" y="180022"/>
                            <a:pt x="1664" y="189547"/>
                            <a:pt x="7380" y="199072"/>
                          </a:cubicBezTo>
                          <a:cubicBezTo>
                            <a:pt x="11189" y="203835"/>
                            <a:pt x="20714" y="205740"/>
                            <a:pt x="32145" y="208597"/>
                          </a:cubicBezTo>
                          <a:cubicBezTo>
                            <a:pt x="40717" y="205740"/>
                            <a:pt x="51195" y="205740"/>
                            <a:pt x="59767" y="207645"/>
                          </a:cubicBezTo>
                          <a:cubicBezTo>
                            <a:pt x="71197" y="210503"/>
                            <a:pt x="79770" y="217170"/>
                            <a:pt x="86437" y="226695"/>
                          </a:cubicBezTo>
                          <a:cubicBezTo>
                            <a:pt x="93105" y="226695"/>
                            <a:pt x="97867" y="225743"/>
                            <a:pt x="103582" y="231458"/>
                          </a:cubicBezTo>
                          <a:cubicBezTo>
                            <a:pt x="115012" y="240983"/>
                            <a:pt x="116917" y="235268"/>
                            <a:pt x="117870" y="252413"/>
                          </a:cubicBezTo>
                          <a:cubicBezTo>
                            <a:pt x="117870" y="253365"/>
                            <a:pt x="117870" y="254318"/>
                            <a:pt x="117870" y="255270"/>
                          </a:cubicBezTo>
                          <a:cubicBezTo>
                            <a:pt x="122632" y="259080"/>
                            <a:pt x="126442" y="262890"/>
                            <a:pt x="130252" y="269558"/>
                          </a:cubicBezTo>
                          <a:cubicBezTo>
                            <a:pt x="133109" y="275272"/>
                            <a:pt x="136920" y="281940"/>
                            <a:pt x="138825" y="287655"/>
                          </a:cubicBezTo>
                          <a:cubicBezTo>
                            <a:pt x="142634" y="290513"/>
                            <a:pt x="147397" y="292418"/>
                            <a:pt x="152159" y="293370"/>
                          </a:cubicBezTo>
                          <a:cubicBezTo>
                            <a:pt x="174067" y="300038"/>
                            <a:pt x="156922" y="315278"/>
                            <a:pt x="163590" y="330518"/>
                          </a:cubicBezTo>
                          <a:cubicBezTo>
                            <a:pt x="165495" y="335280"/>
                            <a:pt x="165495" y="340043"/>
                            <a:pt x="164542" y="344805"/>
                          </a:cubicBezTo>
                          <a:cubicBezTo>
                            <a:pt x="167400" y="351472"/>
                            <a:pt x="170257" y="359093"/>
                            <a:pt x="172162" y="365760"/>
                          </a:cubicBezTo>
                          <a:cubicBezTo>
                            <a:pt x="175972" y="383858"/>
                            <a:pt x="170257" y="402908"/>
                            <a:pt x="155970" y="413385"/>
                          </a:cubicBezTo>
                          <a:cubicBezTo>
                            <a:pt x="152159" y="438150"/>
                            <a:pt x="143587" y="468630"/>
                            <a:pt x="135967" y="472440"/>
                          </a:cubicBezTo>
                          <a:cubicBezTo>
                            <a:pt x="135015" y="472440"/>
                            <a:pt x="134062" y="472440"/>
                            <a:pt x="133109" y="473393"/>
                          </a:cubicBezTo>
                          <a:cubicBezTo>
                            <a:pt x="142634" y="479108"/>
                            <a:pt x="153112" y="482918"/>
                            <a:pt x="157875" y="486728"/>
                          </a:cubicBezTo>
                          <a:cubicBezTo>
                            <a:pt x="167400" y="493395"/>
                            <a:pt x="188355" y="500063"/>
                            <a:pt x="200737" y="508635"/>
                          </a:cubicBezTo>
                          <a:cubicBezTo>
                            <a:pt x="213120" y="517208"/>
                            <a:pt x="235980" y="515303"/>
                            <a:pt x="235980" y="504825"/>
                          </a:cubicBezTo>
                          <a:cubicBezTo>
                            <a:pt x="235980" y="494347"/>
                            <a:pt x="248362" y="501015"/>
                            <a:pt x="256934" y="509588"/>
                          </a:cubicBezTo>
                          <a:cubicBezTo>
                            <a:pt x="264555" y="518160"/>
                            <a:pt x="295034" y="520065"/>
                            <a:pt x="309322" y="522922"/>
                          </a:cubicBezTo>
                          <a:cubicBezTo>
                            <a:pt x="321705" y="525780"/>
                            <a:pt x="338850" y="523875"/>
                            <a:pt x="355042" y="524828"/>
                          </a:cubicBezTo>
                          <a:cubicBezTo>
                            <a:pt x="354090" y="521018"/>
                            <a:pt x="354090" y="517208"/>
                            <a:pt x="352184" y="512445"/>
                          </a:cubicBezTo>
                          <a:cubicBezTo>
                            <a:pt x="344565" y="484822"/>
                            <a:pt x="367425" y="468630"/>
                            <a:pt x="388380" y="464820"/>
                          </a:cubicBezTo>
                          <a:cubicBezTo>
                            <a:pt x="410287" y="461010"/>
                            <a:pt x="456959" y="475297"/>
                            <a:pt x="469342" y="483870"/>
                          </a:cubicBezTo>
                          <a:cubicBezTo>
                            <a:pt x="481725" y="492443"/>
                            <a:pt x="498870" y="490538"/>
                            <a:pt x="520777" y="465772"/>
                          </a:cubicBezTo>
                          <a:cubicBezTo>
                            <a:pt x="531255" y="453390"/>
                            <a:pt x="540780" y="448628"/>
                            <a:pt x="548400" y="446722"/>
                          </a:cubicBezTo>
                          <a:cubicBezTo>
                            <a:pt x="549352" y="441008"/>
                            <a:pt x="551257" y="435293"/>
                            <a:pt x="553162" y="430530"/>
                          </a:cubicBezTo>
                          <a:cubicBezTo>
                            <a:pt x="556020" y="421958"/>
                            <a:pt x="542684" y="423863"/>
                            <a:pt x="532207" y="422910"/>
                          </a:cubicBezTo>
                          <a:cubicBezTo>
                            <a:pt x="522682" y="421958"/>
                            <a:pt x="515062" y="411480"/>
                            <a:pt x="522682" y="400050"/>
                          </a:cubicBezTo>
                          <a:cubicBezTo>
                            <a:pt x="529350" y="388620"/>
                            <a:pt x="516967" y="387668"/>
                            <a:pt x="510300" y="375285"/>
                          </a:cubicBezTo>
                          <a:cubicBezTo>
                            <a:pt x="503632" y="363855"/>
                            <a:pt x="513157" y="366713"/>
                            <a:pt x="518872" y="363855"/>
                          </a:cubicBezTo>
                          <a:cubicBezTo>
                            <a:pt x="524587" y="360997"/>
                            <a:pt x="532207" y="347663"/>
                            <a:pt x="527445" y="344805"/>
                          </a:cubicBezTo>
                          <a:cubicBezTo>
                            <a:pt x="522682" y="341947"/>
                            <a:pt x="518872" y="334328"/>
                            <a:pt x="522682" y="321945"/>
                          </a:cubicBezTo>
                          <a:cubicBezTo>
                            <a:pt x="526492" y="309563"/>
                            <a:pt x="515062" y="308610"/>
                            <a:pt x="515062" y="299085"/>
                          </a:cubicBezTo>
                          <a:cubicBezTo>
                            <a:pt x="515062" y="289560"/>
                            <a:pt x="504584" y="285750"/>
                            <a:pt x="495059" y="297180"/>
                          </a:cubicBezTo>
                          <a:cubicBezTo>
                            <a:pt x="486487" y="308610"/>
                            <a:pt x="483630" y="300038"/>
                            <a:pt x="489345" y="280988"/>
                          </a:cubicBezTo>
                          <a:cubicBezTo>
                            <a:pt x="496012" y="264795"/>
                            <a:pt x="516015" y="256222"/>
                            <a:pt x="518872" y="24574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06" name="Freeform: Shape 460">
                      <a:extLst>
                        <a:ext uri="{FF2B5EF4-FFF2-40B4-BE49-F238E27FC236}">
                          <a16:creationId xmlns:a16="http://schemas.microsoft.com/office/drawing/2014/main" id="{655B25A3-C735-E2CF-E66F-D24D7FD53A9D}"/>
                        </a:ext>
                      </a:extLst>
                    </p:cNvPr>
                    <p:cNvSpPr/>
                    <p:nvPr/>
                  </p:nvSpPr>
                  <p:spPr>
                    <a:xfrm>
                      <a:off x="15678920" y="6270444"/>
                      <a:ext cx="36463" cy="82043"/>
                    </a:xfrm>
                    <a:custGeom>
                      <a:avLst/>
                      <a:gdLst>
                        <a:gd name="connsiteX0" fmla="*/ 35119 w 38100"/>
                        <a:gd name="connsiteY0" fmla="*/ 45 h 85725"/>
                        <a:gd name="connsiteX1" fmla="*/ 7496 w 38100"/>
                        <a:gd name="connsiteY1" fmla="*/ 25763 h 85725"/>
                        <a:gd name="connsiteX2" fmla="*/ 25594 w 38100"/>
                        <a:gd name="connsiteY2" fmla="*/ 89580 h 85725"/>
                        <a:gd name="connsiteX3" fmla="*/ 35119 w 38100"/>
                        <a:gd name="connsiteY3" fmla="*/ 45 h 85725"/>
                      </a:gdLst>
                      <a:ahLst/>
                      <a:cxnLst>
                        <a:cxn ang="0">
                          <a:pos x="connsiteX0" y="connsiteY0"/>
                        </a:cxn>
                        <a:cxn ang="0">
                          <a:pos x="connsiteX1" y="connsiteY1"/>
                        </a:cxn>
                        <a:cxn ang="0">
                          <a:pos x="connsiteX2" y="connsiteY2"/>
                        </a:cxn>
                        <a:cxn ang="0">
                          <a:pos x="connsiteX3" y="connsiteY3"/>
                        </a:cxn>
                      </a:cxnLst>
                      <a:rect l="l" t="t" r="r" b="b"/>
                      <a:pathLst>
                        <a:path w="38100" h="85725">
                          <a:moveTo>
                            <a:pt x="35119" y="45"/>
                          </a:moveTo>
                          <a:cubicBezTo>
                            <a:pt x="27499" y="-907"/>
                            <a:pt x="25594" y="13380"/>
                            <a:pt x="7496" y="25763"/>
                          </a:cubicBezTo>
                          <a:cubicBezTo>
                            <a:pt x="-10601" y="38145"/>
                            <a:pt x="7496" y="91485"/>
                            <a:pt x="25594" y="89580"/>
                          </a:cubicBezTo>
                          <a:cubicBezTo>
                            <a:pt x="44644" y="86722"/>
                            <a:pt x="42739" y="997"/>
                            <a:pt x="35119" y="4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07" name="Freeform: Shape 461">
                      <a:extLst>
                        <a:ext uri="{FF2B5EF4-FFF2-40B4-BE49-F238E27FC236}">
                          <a16:creationId xmlns:a16="http://schemas.microsoft.com/office/drawing/2014/main" id="{B4022EB9-FA3A-8081-86B6-B3816F28F3DE}"/>
                        </a:ext>
                      </a:extLst>
                    </p:cNvPr>
                    <p:cNvSpPr/>
                    <p:nvPr/>
                  </p:nvSpPr>
                  <p:spPr>
                    <a:xfrm>
                      <a:off x="14944974" y="6231288"/>
                      <a:ext cx="501373" cy="410214"/>
                    </a:xfrm>
                    <a:custGeom>
                      <a:avLst/>
                      <a:gdLst>
                        <a:gd name="connsiteX0" fmla="*/ 527685 w 523875"/>
                        <a:gd name="connsiteY0" fmla="*/ 76200 h 428625"/>
                        <a:gd name="connsiteX1" fmla="*/ 481965 w 523875"/>
                        <a:gd name="connsiteY1" fmla="*/ 74295 h 428625"/>
                        <a:gd name="connsiteX2" fmla="*/ 429577 w 523875"/>
                        <a:gd name="connsiteY2" fmla="*/ 60960 h 428625"/>
                        <a:gd name="connsiteX3" fmla="*/ 408623 w 523875"/>
                        <a:gd name="connsiteY3" fmla="*/ 56197 h 428625"/>
                        <a:gd name="connsiteX4" fmla="*/ 373380 w 523875"/>
                        <a:gd name="connsiteY4" fmla="*/ 60008 h 428625"/>
                        <a:gd name="connsiteX5" fmla="*/ 330518 w 523875"/>
                        <a:gd name="connsiteY5" fmla="*/ 38100 h 428625"/>
                        <a:gd name="connsiteX6" fmla="*/ 305752 w 523875"/>
                        <a:gd name="connsiteY6" fmla="*/ 24765 h 428625"/>
                        <a:gd name="connsiteX7" fmla="*/ 229552 w 523875"/>
                        <a:gd name="connsiteY7" fmla="*/ 16193 h 428625"/>
                        <a:gd name="connsiteX8" fmla="*/ 83820 w 523875"/>
                        <a:gd name="connsiteY8" fmla="*/ 15240 h 428625"/>
                        <a:gd name="connsiteX9" fmla="*/ 30480 w 523875"/>
                        <a:gd name="connsiteY9" fmla="*/ 0 h 428625"/>
                        <a:gd name="connsiteX10" fmla="*/ 0 w 523875"/>
                        <a:gd name="connsiteY10" fmla="*/ 23813 h 428625"/>
                        <a:gd name="connsiteX11" fmla="*/ 1905 w 523875"/>
                        <a:gd name="connsiteY11" fmla="*/ 47625 h 428625"/>
                        <a:gd name="connsiteX12" fmla="*/ 19050 w 523875"/>
                        <a:gd name="connsiteY12" fmla="*/ 66675 h 428625"/>
                        <a:gd name="connsiteX13" fmla="*/ 23813 w 523875"/>
                        <a:gd name="connsiteY13" fmla="*/ 101918 h 428625"/>
                        <a:gd name="connsiteX14" fmla="*/ 22860 w 523875"/>
                        <a:gd name="connsiteY14" fmla="*/ 104775 h 428625"/>
                        <a:gd name="connsiteX15" fmla="*/ 23813 w 523875"/>
                        <a:gd name="connsiteY15" fmla="*/ 107633 h 428625"/>
                        <a:gd name="connsiteX16" fmla="*/ 46673 w 523875"/>
                        <a:gd name="connsiteY16" fmla="*/ 108585 h 428625"/>
                        <a:gd name="connsiteX17" fmla="*/ 63818 w 523875"/>
                        <a:gd name="connsiteY17" fmla="*/ 108585 h 428625"/>
                        <a:gd name="connsiteX18" fmla="*/ 90488 w 523875"/>
                        <a:gd name="connsiteY18" fmla="*/ 113347 h 428625"/>
                        <a:gd name="connsiteX19" fmla="*/ 101918 w 523875"/>
                        <a:gd name="connsiteY19" fmla="*/ 132397 h 428625"/>
                        <a:gd name="connsiteX20" fmla="*/ 73343 w 523875"/>
                        <a:gd name="connsiteY20" fmla="*/ 160020 h 428625"/>
                        <a:gd name="connsiteX21" fmla="*/ 76200 w 523875"/>
                        <a:gd name="connsiteY21" fmla="*/ 204788 h 428625"/>
                        <a:gd name="connsiteX22" fmla="*/ 68580 w 523875"/>
                        <a:gd name="connsiteY22" fmla="*/ 237172 h 428625"/>
                        <a:gd name="connsiteX23" fmla="*/ 57150 w 523875"/>
                        <a:gd name="connsiteY23" fmla="*/ 256222 h 428625"/>
                        <a:gd name="connsiteX24" fmla="*/ 69532 w 523875"/>
                        <a:gd name="connsiteY24" fmla="*/ 281940 h 428625"/>
                        <a:gd name="connsiteX25" fmla="*/ 58102 w 523875"/>
                        <a:gd name="connsiteY25" fmla="*/ 307658 h 428625"/>
                        <a:gd name="connsiteX26" fmla="*/ 67627 w 523875"/>
                        <a:gd name="connsiteY26" fmla="*/ 331470 h 428625"/>
                        <a:gd name="connsiteX27" fmla="*/ 50482 w 523875"/>
                        <a:gd name="connsiteY27" fmla="*/ 360997 h 428625"/>
                        <a:gd name="connsiteX28" fmla="*/ 57150 w 523875"/>
                        <a:gd name="connsiteY28" fmla="*/ 376238 h 428625"/>
                        <a:gd name="connsiteX29" fmla="*/ 80963 w 523875"/>
                        <a:gd name="connsiteY29" fmla="*/ 378143 h 428625"/>
                        <a:gd name="connsiteX30" fmla="*/ 134302 w 523875"/>
                        <a:gd name="connsiteY30" fmla="*/ 433388 h 428625"/>
                        <a:gd name="connsiteX31" fmla="*/ 144780 w 523875"/>
                        <a:gd name="connsiteY31" fmla="*/ 418147 h 428625"/>
                        <a:gd name="connsiteX32" fmla="*/ 170498 w 523875"/>
                        <a:gd name="connsiteY32" fmla="*/ 417195 h 428625"/>
                        <a:gd name="connsiteX33" fmla="*/ 211455 w 523875"/>
                        <a:gd name="connsiteY33" fmla="*/ 400050 h 428625"/>
                        <a:gd name="connsiteX34" fmla="*/ 267652 w 523875"/>
                        <a:gd name="connsiteY34" fmla="*/ 398145 h 428625"/>
                        <a:gd name="connsiteX35" fmla="*/ 300038 w 523875"/>
                        <a:gd name="connsiteY35" fmla="*/ 381000 h 428625"/>
                        <a:gd name="connsiteX36" fmla="*/ 334327 w 523875"/>
                        <a:gd name="connsiteY36" fmla="*/ 355283 h 428625"/>
                        <a:gd name="connsiteX37" fmla="*/ 350520 w 523875"/>
                        <a:gd name="connsiteY37" fmla="*/ 320993 h 428625"/>
                        <a:gd name="connsiteX38" fmla="*/ 382905 w 523875"/>
                        <a:gd name="connsiteY38" fmla="*/ 283845 h 428625"/>
                        <a:gd name="connsiteX39" fmla="*/ 383857 w 523875"/>
                        <a:gd name="connsiteY39" fmla="*/ 214313 h 428625"/>
                        <a:gd name="connsiteX40" fmla="*/ 420052 w 523875"/>
                        <a:gd name="connsiteY40" fmla="*/ 167640 h 428625"/>
                        <a:gd name="connsiteX41" fmla="*/ 461010 w 523875"/>
                        <a:gd name="connsiteY41" fmla="*/ 144780 h 428625"/>
                        <a:gd name="connsiteX42" fmla="*/ 509588 w 523875"/>
                        <a:gd name="connsiteY42" fmla="*/ 117158 h 428625"/>
                        <a:gd name="connsiteX43" fmla="*/ 527685 w 523875"/>
                        <a:gd name="connsiteY43" fmla="*/ 7620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23875" h="428625">
                          <a:moveTo>
                            <a:pt x="527685" y="76200"/>
                          </a:moveTo>
                          <a:cubicBezTo>
                            <a:pt x="511493" y="76200"/>
                            <a:pt x="494348" y="78105"/>
                            <a:pt x="481965" y="74295"/>
                          </a:cubicBezTo>
                          <a:cubicBezTo>
                            <a:pt x="467677" y="70485"/>
                            <a:pt x="437198" y="69533"/>
                            <a:pt x="429577" y="60960"/>
                          </a:cubicBezTo>
                          <a:cubicBezTo>
                            <a:pt x="421957" y="52388"/>
                            <a:pt x="408623" y="45720"/>
                            <a:pt x="408623" y="56197"/>
                          </a:cubicBezTo>
                          <a:cubicBezTo>
                            <a:pt x="408623" y="66675"/>
                            <a:pt x="386715" y="68580"/>
                            <a:pt x="373380" y="60008"/>
                          </a:cubicBezTo>
                          <a:cubicBezTo>
                            <a:pt x="360998" y="51435"/>
                            <a:pt x="340043" y="44768"/>
                            <a:pt x="330518" y="38100"/>
                          </a:cubicBezTo>
                          <a:cubicBezTo>
                            <a:pt x="325755" y="34290"/>
                            <a:pt x="315277" y="29528"/>
                            <a:pt x="305752" y="24765"/>
                          </a:cubicBezTo>
                          <a:cubicBezTo>
                            <a:pt x="292418" y="27622"/>
                            <a:pt x="254318" y="12383"/>
                            <a:pt x="229552" y="16193"/>
                          </a:cubicBezTo>
                          <a:cubicBezTo>
                            <a:pt x="202882" y="20003"/>
                            <a:pt x="117157" y="12383"/>
                            <a:pt x="83820" y="15240"/>
                          </a:cubicBezTo>
                          <a:cubicBezTo>
                            <a:pt x="50482" y="18097"/>
                            <a:pt x="48577" y="0"/>
                            <a:pt x="30480" y="0"/>
                          </a:cubicBezTo>
                          <a:cubicBezTo>
                            <a:pt x="13335" y="0"/>
                            <a:pt x="19050" y="20003"/>
                            <a:pt x="0" y="23813"/>
                          </a:cubicBezTo>
                          <a:cubicBezTo>
                            <a:pt x="2857" y="31433"/>
                            <a:pt x="2857" y="39053"/>
                            <a:pt x="1905" y="47625"/>
                          </a:cubicBezTo>
                          <a:cubicBezTo>
                            <a:pt x="8573" y="53340"/>
                            <a:pt x="13335" y="58103"/>
                            <a:pt x="19050" y="66675"/>
                          </a:cubicBezTo>
                          <a:cubicBezTo>
                            <a:pt x="26670" y="77153"/>
                            <a:pt x="26670" y="90488"/>
                            <a:pt x="23813" y="101918"/>
                          </a:cubicBezTo>
                          <a:cubicBezTo>
                            <a:pt x="23813" y="102870"/>
                            <a:pt x="22860" y="103822"/>
                            <a:pt x="22860" y="104775"/>
                          </a:cubicBezTo>
                          <a:cubicBezTo>
                            <a:pt x="22860" y="105728"/>
                            <a:pt x="23813" y="106680"/>
                            <a:pt x="23813" y="107633"/>
                          </a:cubicBezTo>
                          <a:cubicBezTo>
                            <a:pt x="29527" y="110490"/>
                            <a:pt x="40005" y="108585"/>
                            <a:pt x="46673" y="108585"/>
                          </a:cubicBezTo>
                          <a:cubicBezTo>
                            <a:pt x="56198" y="108585"/>
                            <a:pt x="53340" y="117158"/>
                            <a:pt x="63818" y="108585"/>
                          </a:cubicBezTo>
                          <a:cubicBezTo>
                            <a:pt x="75248" y="100013"/>
                            <a:pt x="90488" y="103822"/>
                            <a:pt x="90488" y="113347"/>
                          </a:cubicBezTo>
                          <a:cubicBezTo>
                            <a:pt x="90488" y="123825"/>
                            <a:pt x="114300" y="118110"/>
                            <a:pt x="101918" y="132397"/>
                          </a:cubicBezTo>
                          <a:cubicBezTo>
                            <a:pt x="89535" y="145733"/>
                            <a:pt x="73343" y="149543"/>
                            <a:pt x="73343" y="160020"/>
                          </a:cubicBezTo>
                          <a:cubicBezTo>
                            <a:pt x="73343" y="170497"/>
                            <a:pt x="87630" y="192405"/>
                            <a:pt x="76200" y="204788"/>
                          </a:cubicBezTo>
                          <a:cubicBezTo>
                            <a:pt x="64770" y="217170"/>
                            <a:pt x="79057" y="237172"/>
                            <a:pt x="68580" y="237172"/>
                          </a:cubicBezTo>
                          <a:cubicBezTo>
                            <a:pt x="57150" y="237172"/>
                            <a:pt x="44768" y="241935"/>
                            <a:pt x="57150" y="256222"/>
                          </a:cubicBezTo>
                          <a:cubicBezTo>
                            <a:pt x="69532" y="269558"/>
                            <a:pt x="79057" y="281940"/>
                            <a:pt x="69532" y="281940"/>
                          </a:cubicBezTo>
                          <a:cubicBezTo>
                            <a:pt x="60007" y="281940"/>
                            <a:pt x="53340" y="302895"/>
                            <a:pt x="58102" y="307658"/>
                          </a:cubicBezTo>
                          <a:cubicBezTo>
                            <a:pt x="62865" y="312420"/>
                            <a:pt x="84773" y="328613"/>
                            <a:pt x="67627" y="331470"/>
                          </a:cubicBezTo>
                          <a:cubicBezTo>
                            <a:pt x="50482" y="335280"/>
                            <a:pt x="50482" y="350520"/>
                            <a:pt x="50482" y="360997"/>
                          </a:cubicBezTo>
                          <a:cubicBezTo>
                            <a:pt x="50482" y="364808"/>
                            <a:pt x="53340" y="370522"/>
                            <a:pt x="57150" y="376238"/>
                          </a:cubicBezTo>
                          <a:cubicBezTo>
                            <a:pt x="65723" y="374333"/>
                            <a:pt x="73343" y="374333"/>
                            <a:pt x="80963" y="378143"/>
                          </a:cubicBezTo>
                          <a:cubicBezTo>
                            <a:pt x="99060" y="387668"/>
                            <a:pt x="109538" y="436245"/>
                            <a:pt x="134302" y="433388"/>
                          </a:cubicBezTo>
                          <a:cubicBezTo>
                            <a:pt x="144780" y="432435"/>
                            <a:pt x="140018" y="423863"/>
                            <a:pt x="144780" y="418147"/>
                          </a:cubicBezTo>
                          <a:cubicBezTo>
                            <a:pt x="149543" y="412433"/>
                            <a:pt x="160020" y="417195"/>
                            <a:pt x="170498" y="417195"/>
                          </a:cubicBezTo>
                          <a:cubicBezTo>
                            <a:pt x="180975" y="417195"/>
                            <a:pt x="185738" y="401003"/>
                            <a:pt x="211455" y="400050"/>
                          </a:cubicBezTo>
                          <a:cubicBezTo>
                            <a:pt x="236220" y="399097"/>
                            <a:pt x="252413" y="397193"/>
                            <a:pt x="267652" y="398145"/>
                          </a:cubicBezTo>
                          <a:cubicBezTo>
                            <a:pt x="282893" y="399097"/>
                            <a:pt x="296227" y="393383"/>
                            <a:pt x="300038" y="381000"/>
                          </a:cubicBezTo>
                          <a:cubicBezTo>
                            <a:pt x="303848" y="368618"/>
                            <a:pt x="317182" y="358140"/>
                            <a:pt x="334327" y="355283"/>
                          </a:cubicBezTo>
                          <a:cubicBezTo>
                            <a:pt x="352425" y="352425"/>
                            <a:pt x="349568" y="332422"/>
                            <a:pt x="350520" y="320993"/>
                          </a:cubicBezTo>
                          <a:cubicBezTo>
                            <a:pt x="351473" y="309563"/>
                            <a:pt x="381000" y="292418"/>
                            <a:pt x="382905" y="283845"/>
                          </a:cubicBezTo>
                          <a:cubicBezTo>
                            <a:pt x="384810" y="275272"/>
                            <a:pt x="365760" y="242888"/>
                            <a:pt x="383857" y="214313"/>
                          </a:cubicBezTo>
                          <a:cubicBezTo>
                            <a:pt x="401955" y="185738"/>
                            <a:pt x="420052" y="183833"/>
                            <a:pt x="420052" y="167640"/>
                          </a:cubicBezTo>
                          <a:cubicBezTo>
                            <a:pt x="420052" y="152400"/>
                            <a:pt x="438150" y="147638"/>
                            <a:pt x="461010" y="144780"/>
                          </a:cubicBezTo>
                          <a:cubicBezTo>
                            <a:pt x="482918" y="141922"/>
                            <a:pt x="490538" y="125730"/>
                            <a:pt x="509588" y="117158"/>
                          </a:cubicBezTo>
                          <a:cubicBezTo>
                            <a:pt x="524827" y="108585"/>
                            <a:pt x="530543" y="96203"/>
                            <a:pt x="527685" y="7620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08" name="Freeform: Shape 462">
                      <a:extLst>
                        <a:ext uri="{FF2B5EF4-FFF2-40B4-BE49-F238E27FC236}">
                          <a16:creationId xmlns:a16="http://schemas.microsoft.com/office/drawing/2014/main" id="{B9CD3615-B466-11A0-BC46-352F34D35DEA}"/>
                        </a:ext>
                      </a:extLst>
                    </p:cNvPr>
                    <p:cNvSpPr/>
                    <p:nvPr/>
                  </p:nvSpPr>
                  <p:spPr>
                    <a:xfrm>
                      <a:off x="15415687" y="6443487"/>
                      <a:ext cx="36463" cy="27346"/>
                    </a:xfrm>
                    <a:custGeom>
                      <a:avLst/>
                      <a:gdLst>
                        <a:gd name="connsiteX0" fmla="*/ 39657 w 38100"/>
                        <a:gd name="connsiteY0" fmla="*/ 8782 h 28575"/>
                        <a:gd name="connsiteX1" fmla="*/ 1557 w 38100"/>
                        <a:gd name="connsiteY1" fmla="*/ 23069 h 28575"/>
                        <a:gd name="connsiteX2" fmla="*/ 39657 w 38100"/>
                        <a:gd name="connsiteY2" fmla="*/ 8782 h 28575"/>
                      </a:gdLst>
                      <a:ahLst/>
                      <a:cxnLst>
                        <a:cxn ang="0">
                          <a:pos x="connsiteX0" y="connsiteY0"/>
                        </a:cxn>
                        <a:cxn ang="0">
                          <a:pos x="connsiteX1" y="connsiteY1"/>
                        </a:cxn>
                        <a:cxn ang="0">
                          <a:pos x="connsiteX2" y="connsiteY2"/>
                        </a:cxn>
                      </a:cxnLst>
                      <a:rect l="l" t="t" r="r" b="b"/>
                      <a:pathLst>
                        <a:path w="38100" h="28575">
                          <a:moveTo>
                            <a:pt x="39657" y="8782"/>
                          </a:moveTo>
                          <a:cubicBezTo>
                            <a:pt x="36800" y="-15031"/>
                            <a:pt x="-8920" y="16402"/>
                            <a:pt x="1557" y="23069"/>
                          </a:cubicBezTo>
                          <a:cubicBezTo>
                            <a:pt x="20607" y="37357"/>
                            <a:pt x="43467" y="32594"/>
                            <a:pt x="39657" y="8782"/>
                          </a:cubicBezTo>
                          <a:close/>
                        </a:path>
                      </a:pathLst>
                    </a:custGeom>
                    <a:grpFill/>
                    <a:ln w="7144" cap="flat">
                      <a:solidFill>
                        <a:srgbClr val="FFFFFF"/>
                      </a:solidFill>
                      <a:prstDash val="solid"/>
                      <a:miter/>
                    </a:ln>
                  </p:spPr>
                  <p:txBody>
                    <a:bodyPr rtlCol="0" anchor="ctr"/>
                    <a:lstStyle/>
                    <a:p>
                      <a:endParaRPr lang="en-ID"/>
                    </a:p>
                  </p:txBody>
                </p:sp>
                <p:sp>
                  <p:nvSpPr>
                    <p:cNvPr id="809" name="Freeform: Shape 463">
                      <a:extLst>
                        <a:ext uri="{FF2B5EF4-FFF2-40B4-BE49-F238E27FC236}">
                          <a16:creationId xmlns:a16="http://schemas.microsoft.com/office/drawing/2014/main" id="{95FB6506-B895-2EF5-3EA8-ED51A810F921}"/>
                        </a:ext>
                      </a:extLst>
                    </p:cNvPr>
                    <p:cNvSpPr/>
                    <p:nvPr/>
                  </p:nvSpPr>
                  <p:spPr>
                    <a:xfrm>
                      <a:off x="15858142" y="6049829"/>
                      <a:ext cx="136738" cy="82043"/>
                    </a:xfrm>
                    <a:custGeom>
                      <a:avLst/>
                      <a:gdLst>
                        <a:gd name="connsiteX0" fmla="*/ 253 w 142875"/>
                        <a:gd name="connsiteY0" fmla="*/ 77209 h 85725"/>
                        <a:gd name="connsiteX1" fmla="*/ 28829 w 142875"/>
                        <a:gd name="connsiteY1" fmla="*/ 73399 h 85725"/>
                        <a:gd name="connsiteX2" fmla="*/ 36448 w 142875"/>
                        <a:gd name="connsiteY2" fmla="*/ 87687 h 85725"/>
                        <a:gd name="connsiteX3" fmla="*/ 67881 w 142875"/>
                        <a:gd name="connsiteY3" fmla="*/ 81019 h 85725"/>
                        <a:gd name="connsiteX4" fmla="*/ 95504 w 142875"/>
                        <a:gd name="connsiteY4" fmla="*/ 81971 h 85725"/>
                        <a:gd name="connsiteX5" fmla="*/ 110743 w 142875"/>
                        <a:gd name="connsiteY5" fmla="*/ 61016 h 85725"/>
                        <a:gd name="connsiteX6" fmla="*/ 121221 w 142875"/>
                        <a:gd name="connsiteY6" fmla="*/ 38156 h 85725"/>
                        <a:gd name="connsiteX7" fmla="*/ 148843 w 142875"/>
                        <a:gd name="connsiteY7" fmla="*/ 18154 h 85725"/>
                        <a:gd name="connsiteX8" fmla="*/ 138366 w 142875"/>
                        <a:gd name="connsiteY8" fmla="*/ 56 h 85725"/>
                        <a:gd name="connsiteX9" fmla="*/ 107886 w 142875"/>
                        <a:gd name="connsiteY9" fmla="*/ 10534 h 85725"/>
                        <a:gd name="connsiteX10" fmla="*/ 69786 w 142875"/>
                        <a:gd name="connsiteY10" fmla="*/ 25774 h 85725"/>
                        <a:gd name="connsiteX11" fmla="*/ 21209 w 142875"/>
                        <a:gd name="connsiteY11" fmla="*/ 16249 h 85725"/>
                        <a:gd name="connsiteX12" fmla="*/ 3111 w 142875"/>
                        <a:gd name="connsiteY12" fmla="*/ 14344 h 85725"/>
                        <a:gd name="connsiteX13" fmla="*/ 253 w 142875"/>
                        <a:gd name="connsiteY13" fmla="*/ 77209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2875" h="85725">
                          <a:moveTo>
                            <a:pt x="253" y="77209"/>
                          </a:moveTo>
                          <a:cubicBezTo>
                            <a:pt x="10731" y="72446"/>
                            <a:pt x="23113" y="70541"/>
                            <a:pt x="28829" y="73399"/>
                          </a:cubicBezTo>
                          <a:cubicBezTo>
                            <a:pt x="33591" y="75304"/>
                            <a:pt x="35496" y="81019"/>
                            <a:pt x="36448" y="87687"/>
                          </a:cubicBezTo>
                          <a:cubicBezTo>
                            <a:pt x="45021" y="86734"/>
                            <a:pt x="62166" y="83876"/>
                            <a:pt x="67881" y="81019"/>
                          </a:cubicBezTo>
                          <a:cubicBezTo>
                            <a:pt x="75501" y="78162"/>
                            <a:pt x="93598" y="88639"/>
                            <a:pt x="95504" y="81971"/>
                          </a:cubicBezTo>
                          <a:cubicBezTo>
                            <a:pt x="97409" y="75304"/>
                            <a:pt x="103123" y="61016"/>
                            <a:pt x="110743" y="61016"/>
                          </a:cubicBezTo>
                          <a:cubicBezTo>
                            <a:pt x="118363" y="61016"/>
                            <a:pt x="113601" y="39109"/>
                            <a:pt x="121221" y="38156"/>
                          </a:cubicBezTo>
                          <a:cubicBezTo>
                            <a:pt x="128841" y="37204"/>
                            <a:pt x="148843" y="18154"/>
                            <a:pt x="148843" y="18154"/>
                          </a:cubicBezTo>
                          <a:cubicBezTo>
                            <a:pt x="148843" y="18154"/>
                            <a:pt x="141223" y="1009"/>
                            <a:pt x="138366" y="56"/>
                          </a:cubicBezTo>
                          <a:cubicBezTo>
                            <a:pt x="135509" y="-896"/>
                            <a:pt x="125984" y="10534"/>
                            <a:pt x="107886" y="10534"/>
                          </a:cubicBezTo>
                          <a:cubicBezTo>
                            <a:pt x="89788" y="10534"/>
                            <a:pt x="77406" y="25774"/>
                            <a:pt x="69786" y="25774"/>
                          </a:cubicBezTo>
                          <a:cubicBezTo>
                            <a:pt x="62166" y="25774"/>
                            <a:pt x="37401" y="17201"/>
                            <a:pt x="21209" y="16249"/>
                          </a:cubicBezTo>
                          <a:cubicBezTo>
                            <a:pt x="15493" y="16249"/>
                            <a:pt x="8826" y="15296"/>
                            <a:pt x="3111" y="14344"/>
                          </a:cubicBezTo>
                          <a:cubicBezTo>
                            <a:pt x="1206" y="30537"/>
                            <a:pt x="-699" y="55301"/>
                            <a:pt x="253" y="77209"/>
                          </a:cubicBezTo>
                          <a:close/>
                        </a:path>
                      </a:pathLst>
                    </a:custGeom>
                    <a:grpFill/>
                    <a:ln w="7144" cap="flat">
                      <a:solidFill>
                        <a:srgbClr val="FFFFFF"/>
                      </a:solidFill>
                      <a:prstDash val="solid"/>
                      <a:miter/>
                    </a:ln>
                  </p:spPr>
                  <p:txBody>
                    <a:bodyPr rtlCol="0" anchor="ctr"/>
                    <a:lstStyle/>
                    <a:p>
                      <a:endParaRPr lang="en-ID"/>
                    </a:p>
                  </p:txBody>
                </p:sp>
                <p:sp>
                  <p:nvSpPr>
                    <p:cNvPr id="810" name="Freeform: Shape 464">
                      <a:extLst>
                        <a:ext uri="{FF2B5EF4-FFF2-40B4-BE49-F238E27FC236}">
                          <a16:creationId xmlns:a16="http://schemas.microsoft.com/office/drawing/2014/main" id="{6D02EE88-17C0-3573-E687-ED56112DAA84}"/>
                        </a:ext>
                      </a:extLst>
                    </p:cNvPr>
                    <p:cNvSpPr/>
                    <p:nvPr/>
                  </p:nvSpPr>
                  <p:spPr>
                    <a:xfrm>
                      <a:off x="16151917" y="6338855"/>
                      <a:ext cx="264361" cy="355519"/>
                    </a:xfrm>
                    <a:custGeom>
                      <a:avLst/>
                      <a:gdLst>
                        <a:gd name="connsiteX0" fmla="*/ 275272 w 276225"/>
                        <a:gd name="connsiteY0" fmla="*/ 0 h 371475"/>
                        <a:gd name="connsiteX1" fmla="*/ 254317 w 276225"/>
                        <a:gd name="connsiteY1" fmla="*/ 11430 h 371475"/>
                        <a:gd name="connsiteX2" fmla="*/ 237172 w 276225"/>
                        <a:gd name="connsiteY2" fmla="*/ 22860 h 371475"/>
                        <a:gd name="connsiteX3" fmla="*/ 190500 w 276225"/>
                        <a:gd name="connsiteY3" fmla="*/ 14288 h 371475"/>
                        <a:gd name="connsiteX4" fmla="*/ 131445 w 276225"/>
                        <a:gd name="connsiteY4" fmla="*/ 13335 h 371475"/>
                        <a:gd name="connsiteX5" fmla="*/ 130492 w 276225"/>
                        <a:gd name="connsiteY5" fmla="*/ 15240 h 371475"/>
                        <a:gd name="connsiteX6" fmla="*/ 89535 w 276225"/>
                        <a:gd name="connsiteY6" fmla="*/ 35242 h 371475"/>
                        <a:gd name="connsiteX7" fmla="*/ 68580 w 276225"/>
                        <a:gd name="connsiteY7" fmla="*/ 48577 h 371475"/>
                        <a:gd name="connsiteX8" fmla="*/ 38100 w 276225"/>
                        <a:gd name="connsiteY8" fmla="*/ 52388 h 371475"/>
                        <a:gd name="connsiteX9" fmla="*/ 22860 w 276225"/>
                        <a:gd name="connsiteY9" fmla="*/ 80010 h 371475"/>
                        <a:gd name="connsiteX10" fmla="*/ 12382 w 276225"/>
                        <a:gd name="connsiteY10" fmla="*/ 98107 h 371475"/>
                        <a:gd name="connsiteX11" fmla="*/ 0 w 276225"/>
                        <a:gd name="connsiteY11" fmla="*/ 123825 h 371475"/>
                        <a:gd name="connsiteX12" fmla="*/ 1905 w 276225"/>
                        <a:gd name="connsiteY12" fmla="*/ 124777 h 371475"/>
                        <a:gd name="connsiteX13" fmla="*/ 25717 w 276225"/>
                        <a:gd name="connsiteY13" fmla="*/ 165735 h 371475"/>
                        <a:gd name="connsiteX14" fmla="*/ 57150 w 276225"/>
                        <a:gd name="connsiteY14" fmla="*/ 177165 h 371475"/>
                        <a:gd name="connsiteX15" fmla="*/ 97155 w 276225"/>
                        <a:gd name="connsiteY15" fmla="*/ 192405 h 371475"/>
                        <a:gd name="connsiteX16" fmla="*/ 50482 w 276225"/>
                        <a:gd name="connsiteY16" fmla="*/ 196215 h 371475"/>
                        <a:gd name="connsiteX17" fmla="*/ 60007 w 276225"/>
                        <a:gd name="connsiteY17" fmla="*/ 236220 h 371475"/>
                        <a:gd name="connsiteX18" fmla="*/ 82867 w 276225"/>
                        <a:gd name="connsiteY18" fmla="*/ 269557 h 371475"/>
                        <a:gd name="connsiteX19" fmla="*/ 123825 w 276225"/>
                        <a:gd name="connsiteY19" fmla="*/ 290513 h 371475"/>
                        <a:gd name="connsiteX20" fmla="*/ 116205 w 276225"/>
                        <a:gd name="connsiteY20" fmla="*/ 242888 h 371475"/>
                        <a:gd name="connsiteX21" fmla="*/ 146685 w 276225"/>
                        <a:gd name="connsiteY21" fmla="*/ 240982 h 371475"/>
                        <a:gd name="connsiteX22" fmla="*/ 126682 w 276225"/>
                        <a:gd name="connsiteY22" fmla="*/ 221932 h 371475"/>
                        <a:gd name="connsiteX23" fmla="*/ 141922 w 276225"/>
                        <a:gd name="connsiteY23" fmla="*/ 212407 h 371475"/>
                        <a:gd name="connsiteX24" fmla="*/ 174307 w 276225"/>
                        <a:gd name="connsiteY24" fmla="*/ 208597 h 371475"/>
                        <a:gd name="connsiteX25" fmla="*/ 160020 w 276225"/>
                        <a:gd name="connsiteY25" fmla="*/ 169545 h 371475"/>
                        <a:gd name="connsiteX26" fmla="*/ 123825 w 276225"/>
                        <a:gd name="connsiteY26" fmla="*/ 170497 h 371475"/>
                        <a:gd name="connsiteX27" fmla="*/ 138113 w 276225"/>
                        <a:gd name="connsiteY27" fmla="*/ 144780 h 371475"/>
                        <a:gd name="connsiteX28" fmla="*/ 101917 w 276225"/>
                        <a:gd name="connsiteY28" fmla="*/ 91440 h 371475"/>
                        <a:gd name="connsiteX29" fmla="*/ 124777 w 276225"/>
                        <a:gd name="connsiteY29" fmla="*/ 78105 h 371475"/>
                        <a:gd name="connsiteX30" fmla="*/ 160020 w 276225"/>
                        <a:gd name="connsiteY30" fmla="*/ 83820 h 371475"/>
                        <a:gd name="connsiteX31" fmla="*/ 168592 w 276225"/>
                        <a:gd name="connsiteY31" fmla="*/ 47625 h 371475"/>
                        <a:gd name="connsiteX32" fmla="*/ 195263 w 276225"/>
                        <a:gd name="connsiteY32" fmla="*/ 57150 h 371475"/>
                        <a:gd name="connsiteX33" fmla="*/ 228600 w 276225"/>
                        <a:gd name="connsiteY33" fmla="*/ 39052 h 371475"/>
                        <a:gd name="connsiteX34" fmla="*/ 258127 w 276225"/>
                        <a:gd name="connsiteY34" fmla="*/ 54292 h 371475"/>
                        <a:gd name="connsiteX35" fmla="*/ 268605 w 276225"/>
                        <a:gd name="connsiteY35" fmla="*/ 38100 h 371475"/>
                        <a:gd name="connsiteX36" fmla="*/ 280988 w 276225"/>
                        <a:gd name="connsiteY36" fmla="*/ 16192 h 371475"/>
                        <a:gd name="connsiteX37" fmla="*/ 275272 w 276225"/>
                        <a:gd name="connsiteY37" fmla="*/ 0 h 371475"/>
                        <a:gd name="connsiteX38" fmla="*/ 238125 w 276225"/>
                        <a:gd name="connsiteY38" fmla="*/ 356235 h 371475"/>
                        <a:gd name="connsiteX39" fmla="*/ 168592 w 276225"/>
                        <a:gd name="connsiteY39" fmla="*/ 347663 h 371475"/>
                        <a:gd name="connsiteX40" fmla="*/ 141922 w 276225"/>
                        <a:gd name="connsiteY40" fmla="*/ 360045 h 371475"/>
                        <a:gd name="connsiteX41" fmla="*/ 206692 w 276225"/>
                        <a:gd name="connsiteY41" fmla="*/ 378142 h 371475"/>
                        <a:gd name="connsiteX42" fmla="*/ 265747 w 276225"/>
                        <a:gd name="connsiteY42" fmla="*/ 358140 h 371475"/>
                        <a:gd name="connsiteX43" fmla="*/ 238125 w 276225"/>
                        <a:gd name="connsiteY43" fmla="*/ 35623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76225" h="371475">
                          <a:moveTo>
                            <a:pt x="275272" y="0"/>
                          </a:moveTo>
                          <a:cubicBezTo>
                            <a:pt x="265747" y="952"/>
                            <a:pt x="251460" y="4763"/>
                            <a:pt x="254317" y="11430"/>
                          </a:cubicBezTo>
                          <a:cubicBezTo>
                            <a:pt x="257175" y="18097"/>
                            <a:pt x="247650" y="22860"/>
                            <a:pt x="237172" y="22860"/>
                          </a:cubicBezTo>
                          <a:cubicBezTo>
                            <a:pt x="237172" y="22860"/>
                            <a:pt x="200977" y="20002"/>
                            <a:pt x="190500" y="14288"/>
                          </a:cubicBezTo>
                          <a:cubicBezTo>
                            <a:pt x="182880" y="10477"/>
                            <a:pt x="147638" y="12382"/>
                            <a:pt x="131445" y="13335"/>
                          </a:cubicBezTo>
                          <a:cubicBezTo>
                            <a:pt x="131445" y="14288"/>
                            <a:pt x="131445" y="14288"/>
                            <a:pt x="130492" y="15240"/>
                          </a:cubicBezTo>
                          <a:cubicBezTo>
                            <a:pt x="126682" y="21907"/>
                            <a:pt x="95250" y="39052"/>
                            <a:pt x="89535" y="35242"/>
                          </a:cubicBezTo>
                          <a:cubicBezTo>
                            <a:pt x="83820" y="32385"/>
                            <a:pt x="80963" y="45720"/>
                            <a:pt x="68580" y="48577"/>
                          </a:cubicBezTo>
                          <a:cubicBezTo>
                            <a:pt x="57150" y="51435"/>
                            <a:pt x="39052" y="47625"/>
                            <a:pt x="38100" y="52388"/>
                          </a:cubicBezTo>
                          <a:cubicBezTo>
                            <a:pt x="37147" y="58102"/>
                            <a:pt x="29527" y="72390"/>
                            <a:pt x="22860" y="80010"/>
                          </a:cubicBezTo>
                          <a:cubicBezTo>
                            <a:pt x="16192" y="87630"/>
                            <a:pt x="21907" y="96202"/>
                            <a:pt x="12382" y="98107"/>
                          </a:cubicBezTo>
                          <a:cubicBezTo>
                            <a:pt x="5715" y="100013"/>
                            <a:pt x="2857" y="112395"/>
                            <a:pt x="0" y="123825"/>
                          </a:cubicBezTo>
                          <a:cubicBezTo>
                            <a:pt x="952" y="123825"/>
                            <a:pt x="952" y="124777"/>
                            <a:pt x="1905" y="124777"/>
                          </a:cubicBezTo>
                          <a:cubicBezTo>
                            <a:pt x="16192" y="129540"/>
                            <a:pt x="27622" y="147638"/>
                            <a:pt x="25717" y="165735"/>
                          </a:cubicBezTo>
                          <a:cubicBezTo>
                            <a:pt x="23813" y="183832"/>
                            <a:pt x="46672" y="189547"/>
                            <a:pt x="57150" y="177165"/>
                          </a:cubicBezTo>
                          <a:cubicBezTo>
                            <a:pt x="67627" y="164782"/>
                            <a:pt x="97155" y="183832"/>
                            <a:pt x="97155" y="192405"/>
                          </a:cubicBezTo>
                          <a:cubicBezTo>
                            <a:pt x="97155" y="200977"/>
                            <a:pt x="66675" y="182880"/>
                            <a:pt x="50482" y="196215"/>
                          </a:cubicBezTo>
                          <a:cubicBezTo>
                            <a:pt x="33338" y="209550"/>
                            <a:pt x="63817" y="221932"/>
                            <a:pt x="60007" y="236220"/>
                          </a:cubicBezTo>
                          <a:cubicBezTo>
                            <a:pt x="56197" y="250507"/>
                            <a:pt x="67627" y="270510"/>
                            <a:pt x="82867" y="269557"/>
                          </a:cubicBezTo>
                          <a:cubicBezTo>
                            <a:pt x="98107" y="268605"/>
                            <a:pt x="115252" y="295275"/>
                            <a:pt x="123825" y="290513"/>
                          </a:cubicBezTo>
                          <a:cubicBezTo>
                            <a:pt x="133350" y="285750"/>
                            <a:pt x="112395" y="248602"/>
                            <a:pt x="116205" y="242888"/>
                          </a:cubicBezTo>
                          <a:cubicBezTo>
                            <a:pt x="119063" y="237172"/>
                            <a:pt x="138113" y="252413"/>
                            <a:pt x="146685" y="240982"/>
                          </a:cubicBezTo>
                          <a:cubicBezTo>
                            <a:pt x="156210" y="229552"/>
                            <a:pt x="140017" y="220980"/>
                            <a:pt x="126682" y="221932"/>
                          </a:cubicBezTo>
                          <a:cubicBezTo>
                            <a:pt x="113347" y="222885"/>
                            <a:pt x="125730" y="201930"/>
                            <a:pt x="141922" y="212407"/>
                          </a:cubicBezTo>
                          <a:cubicBezTo>
                            <a:pt x="158115" y="222885"/>
                            <a:pt x="165735" y="209550"/>
                            <a:pt x="174307" y="208597"/>
                          </a:cubicBezTo>
                          <a:cubicBezTo>
                            <a:pt x="181927" y="207645"/>
                            <a:pt x="183832" y="177165"/>
                            <a:pt x="160020" y="169545"/>
                          </a:cubicBezTo>
                          <a:cubicBezTo>
                            <a:pt x="136207" y="162877"/>
                            <a:pt x="139065" y="188595"/>
                            <a:pt x="123825" y="170497"/>
                          </a:cubicBezTo>
                          <a:cubicBezTo>
                            <a:pt x="108585" y="153352"/>
                            <a:pt x="138113" y="160020"/>
                            <a:pt x="138113" y="144780"/>
                          </a:cubicBezTo>
                          <a:cubicBezTo>
                            <a:pt x="138113" y="129540"/>
                            <a:pt x="114300" y="108585"/>
                            <a:pt x="101917" y="91440"/>
                          </a:cubicBezTo>
                          <a:cubicBezTo>
                            <a:pt x="90488" y="74295"/>
                            <a:pt x="118110" y="65722"/>
                            <a:pt x="124777" y="78105"/>
                          </a:cubicBezTo>
                          <a:cubicBezTo>
                            <a:pt x="131445" y="90488"/>
                            <a:pt x="148590" y="88582"/>
                            <a:pt x="160020" y="83820"/>
                          </a:cubicBezTo>
                          <a:cubicBezTo>
                            <a:pt x="171450" y="79057"/>
                            <a:pt x="148590" y="56197"/>
                            <a:pt x="168592" y="47625"/>
                          </a:cubicBezTo>
                          <a:cubicBezTo>
                            <a:pt x="188595" y="39052"/>
                            <a:pt x="188595" y="54292"/>
                            <a:pt x="195263" y="57150"/>
                          </a:cubicBezTo>
                          <a:cubicBezTo>
                            <a:pt x="201930" y="60007"/>
                            <a:pt x="207645" y="39052"/>
                            <a:pt x="228600" y="39052"/>
                          </a:cubicBezTo>
                          <a:cubicBezTo>
                            <a:pt x="239077" y="39052"/>
                            <a:pt x="249555" y="46672"/>
                            <a:pt x="258127" y="54292"/>
                          </a:cubicBezTo>
                          <a:cubicBezTo>
                            <a:pt x="263842" y="47625"/>
                            <a:pt x="268605" y="43815"/>
                            <a:pt x="268605" y="38100"/>
                          </a:cubicBezTo>
                          <a:cubicBezTo>
                            <a:pt x="268605" y="30480"/>
                            <a:pt x="280988" y="27622"/>
                            <a:pt x="280988" y="16192"/>
                          </a:cubicBezTo>
                          <a:cubicBezTo>
                            <a:pt x="279082" y="13335"/>
                            <a:pt x="277177" y="5715"/>
                            <a:pt x="275272" y="0"/>
                          </a:cubicBezTo>
                          <a:close/>
                          <a:moveTo>
                            <a:pt x="238125" y="356235"/>
                          </a:moveTo>
                          <a:cubicBezTo>
                            <a:pt x="227647" y="349567"/>
                            <a:pt x="180975" y="360045"/>
                            <a:pt x="168592" y="347663"/>
                          </a:cubicBezTo>
                          <a:cubicBezTo>
                            <a:pt x="156210" y="335280"/>
                            <a:pt x="130492" y="358140"/>
                            <a:pt x="141922" y="360045"/>
                          </a:cubicBezTo>
                          <a:cubicBezTo>
                            <a:pt x="157163" y="362902"/>
                            <a:pt x="180975" y="378142"/>
                            <a:pt x="206692" y="378142"/>
                          </a:cubicBezTo>
                          <a:cubicBezTo>
                            <a:pt x="232410" y="379095"/>
                            <a:pt x="266700" y="365760"/>
                            <a:pt x="265747" y="358140"/>
                          </a:cubicBezTo>
                          <a:cubicBezTo>
                            <a:pt x="264795" y="350520"/>
                            <a:pt x="248602" y="361950"/>
                            <a:pt x="238125" y="356235"/>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11" name="Freeform: Shape 465">
                      <a:extLst>
                        <a:ext uri="{FF2B5EF4-FFF2-40B4-BE49-F238E27FC236}">
                          <a16:creationId xmlns:a16="http://schemas.microsoft.com/office/drawing/2014/main" id="{F532168B-BC5B-7A9D-66A1-1AF6D1ECFFA7}"/>
                        </a:ext>
                      </a:extLst>
                    </p:cNvPr>
                    <p:cNvSpPr/>
                    <p:nvPr/>
                  </p:nvSpPr>
                  <p:spPr>
                    <a:xfrm>
                      <a:off x="16656604" y="6656798"/>
                      <a:ext cx="91159" cy="54696"/>
                    </a:xfrm>
                    <a:custGeom>
                      <a:avLst/>
                      <a:gdLst>
                        <a:gd name="connsiteX0" fmla="*/ 69876 w 95250"/>
                        <a:gd name="connsiteY0" fmla="*/ 43072 h 57150"/>
                        <a:gd name="connsiteX1" fmla="*/ 93689 w 95250"/>
                        <a:gd name="connsiteY1" fmla="*/ 12592 h 57150"/>
                        <a:gd name="connsiteX2" fmla="*/ 92737 w 95250"/>
                        <a:gd name="connsiteY2" fmla="*/ 3067 h 57150"/>
                        <a:gd name="connsiteX3" fmla="*/ 29872 w 95250"/>
                        <a:gd name="connsiteY3" fmla="*/ 23069 h 57150"/>
                        <a:gd name="connsiteX4" fmla="*/ 9869 w 95250"/>
                        <a:gd name="connsiteY4" fmla="*/ 57359 h 57150"/>
                        <a:gd name="connsiteX5" fmla="*/ 69876 w 95250"/>
                        <a:gd name="connsiteY5" fmla="*/ 43072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 h="57150">
                          <a:moveTo>
                            <a:pt x="69876" y="43072"/>
                          </a:moveTo>
                          <a:cubicBezTo>
                            <a:pt x="68924" y="35452"/>
                            <a:pt x="78449" y="19259"/>
                            <a:pt x="93689" y="12592"/>
                          </a:cubicBezTo>
                          <a:cubicBezTo>
                            <a:pt x="108929" y="5924"/>
                            <a:pt x="103214" y="-5506"/>
                            <a:pt x="92737" y="3067"/>
                          </a:cubicBezTo>
                          <a:cubicBezTo>
                            <a:pt x="83212" y="12592"/>
                            <a:pt x="59399" y="22117"/>
                            <a:pt x="29872" y="23069"/>
                          </a:cubicBezTo>
                          <a:cubicBezTo>
                            <a:pt x="344" y="24022"/>
                            <a:pt x="-9181" y="44977"/>
                            <a:pt x="9869" y="57359"/>
                          </a:cubicBezTo>
                          <a:cubicBezTo>
                            <a:pt x="32729" y="72599"/>
                            <a:pt x="70829" y="50692"/>
                            <a:pt x="69876" y="43072"/>
                          </a:cubicBezTo>
                          <a:close/>
                        </a:path>
                      </a:pathLst>
                    </a:custGeom>
                    <a:solidFill>
                      <a:schemeClr val="accent1"/>
                    </a:solidFill>
                    <a:ln w="7144" cap="flat">
                      <a:solidFill>
                        <a:srgbClr val="FFFFFF"/>
                      </a:solidFill>
                      <a:prstDash val="solid"/>
                      <a:miter/>
                    </a:ln>
                  </p:spPr>
                  <p:txBody>
                    <a:bodyPr rtlCol="0" anchor="ctr"/>
                    <a:lstStyle/>
                    <a:p>
                      <a:endParaRPr lang="en-ID"/>
                    </a:p>
                  </p:txBody>
                </p:sp>
                <p:grpSp>
                  <p:nvGrpSpPr>
                    <p:cNvPr id="812" name="Graphic 286">
                      <a:extLst>
                        <a:ext uri="{FF2B5EF4-FFF2-40B4-BE49-F238E27FC236}">
                          <a16:creationId xmlns:a16="http://schemas.microsoft.com/office/drawing/2014/main" id="{3A978C65-1DF6-D224-3819-F0D29AE4AF63}"/>
                        </a:ext>
                      </a:extLst>
                    </p:cNvPr>
                    <p:cNvGrpSpPr/>
                    <p:nvPr/>
                  </p:nvGrpSpPr>
                  <p:grpSpPr>
                    <a:xfrm>
                      <a:off x="14968609" y="5300119"/>
                      <a:ext cx="410214" cy="565183"/>
                      <a:chOff x="14798382" y="5309003"/>
                      <a:chExt cx="428625" cy="590550"/>
                    </a:xfrm>
                    <a:grpFill/>
                  </p:grpSpPr>
                  <p:grpSp>
                    <p:nvGrpSpPr>
                      <p:cNvPr id="824" name="Graphic 286">
                        <a:extLst>
                          <a:ext uri="{FF2B5EF4-FFF2-40B4-BE49-F238E27FC236}">
                            <a16:creationId xmlns:a16="http://schemas.microsoft.com/office/drawing/2014/main" id="{3E1F7935-75EB-CE14-1911-326C675E7D1E}"/>
                          </a:ext>
                        </a:extLst>
                      </p:cNvPr>
                      <p:cNvGrpSpPr/>
                      <p:nvPr/>
                    </p:nvGrpSpPr>
                    <p:grpSpPr>
                      <a:xfrm>
                        <a:off x="14798382" y="5309003"/>
                        <a:ext cx="428625" cy="590550"/>
                        <a:chOff x="14798382" y="5309003"/>
                        <a:chExt cx="428625" cy="590550"/>
                      </a:xfrm>
                      <a:grpFill/>
                    </p:grpSpPr>
                    <p:sp>
                      <p:nvSpPr>
                        <p:cNvPr id="829" name="Freeform: Shape 483">
                          <a:extLst>
                            <a:ext uri="{FF2B5EF4-FFF2-40B4-BE49-F238E27FC236}">
                              <a16:creationId xmlns:a16="http://schemas.microsoft.com/office/drawing/2014/main" id="{4D2BF28A-8169-4D56-ACC4-63764E0BE183}"/>
                            </a:ext>
                          </a:extLst>
                        </p:cNvPr>
                        <p:cNvSpPr/>
                        <p:nvPr/>
                      </p:nvSpPr>
                      <p:spPr>
                        <a:xfrm>
                          <a:off x="14841316" y="5349466"/>
                          <a:ext cx="28575" cy="28575"/>
                        </a:xfrm>
                        <a:custGeom>
                          <a:avLst/>
                          <a:gdLst>
                            <a:gd name="connsiteX0" fmla="*/ 18096 w 28575"/>
                            <a:gd name="connsiteY0" fmla="*/ 0 h 28575"/>
                            <a:gd name="connsiteX1" fmla="*/ 2857 w 28575"/>
                            <a:gd name="connsiteY1" fmla="*/ 35242 h 28575"/>
                            <a:gd name="connsiteX2" fmla="*/ 30479 w 28575"/>
                            <a:gd name="connsiteY2" fmla="*/ 11430 h 28575"/>
                            <a:gd name="connsiteX3" fmla="*/ 18096 w 28575"/>
                            <a:gd name="connsiteY3" fmla="*/ 0 h 28575"/>
                          </a:gdLst>
                          <a:ahLst/>
                          <a:cxnLst>
                            <a:cxn ang="0">
                              <a:pos x="connsiteX0" y="connsiteY0"/>
                            </a:cxn>
                            <a:cxn ang="0">
                              <a:pos x="connsiteX1" y="connsiteY1"/>
                            </a:cxn>
                            <a:cxn ang="0">
                              <a:pos x="connsiteX2" y="connsiteY2"/>
                            </a:cxn>
                            <a:cxn ang="0">
                              <a:pos x="connsiteX3" y="connsiteY3"/>
                            </a:cxn>
                          </a:cxnLst>
                          <a:rect l="l" t="t" r="r" b="b"/>
                          <a:pathLst>
                            <a:path w="28575" h="28575">
                              <a:moveTo>
                                <a:pt x="18096" y="0"/>
                              </a:moveTo>
                              <a:cubicBezTo>
                                <a:pt x="6666" y="12383"/>
                                <a:pt x="-5716" y="35242"/>
                                <a:pt x="2857" y="35242"/>
                              </a:cubicBezTo>
                              <a:cubicBezTo>
                                <a:pt x="13334" y="35242"/>
                                <a:pt x="25716" y="22860"/>
                                <a:pt x="30479" y="11430"/>
                              </a:cubicBezTo>
                              <a:cubicBezTo>
                                <a:pt x="25716" y="7620"/>
                                <a:pt x="21907" y="4763"/>
                                <a:pt x="18096" y="0"/>
                              </a:cubicBezTo>
                              <a:close/>
                            </a:path>
                          </a:pathLst>
                        </a:custGeom>
                        <a:grpFill/>
                        <a:ln w="7144" cap="flat">
                          <a:solidFill>
                            <a:srgbClr val="FFFFFF"/>
                          </a:solidFill>
                          <a:prstDash val="solid"/>
                          <a:miter/>
                        </a:ln>
                      </p:spPr>
                      <p:txBody>
                        <a:bodyPr rtlCol="0" anchor="ctr"/>
                        <a:lstStyle/>
                        <a:p>
                          <a:endParaRPr lang="en-ID"/>
                        </a:p>
                      </p:txBody>
                    </p:sp>
                    <p:sp>
                      <p:nvSpPr>
                        <p:cNvPr id="830" name="Freeform: Shape 484">
                          <a:extLst>
                            <a:ext uri="{FF2B5EF4-FFF2-40B4-BE49-F238E27FC236}">
                              <a16:creationId xmlns:a16="http://schemas.microsoft.com/office/drawing/2014/main" id="{2CB9A368-D085-9F1C-A45D-FC77176BB9E0}"/>
                            </a:ext>
                          </a:extLst>
                        </p:cNvPr>
                        <p:cNvSpPr/>
                        <p:nvPr/>
                      </p:nvSpPr>
                      <p:spPr>
                        <a:xfrm>
                          <a:off x="14798382" y="5558435"/>
                          <a:ext cx="104775" cy="76200"/>
                        </a:xfrm>
                        <a:custGeom>
                          <a:avLst/>
                          <a:gdLst>
                            <a:gd name="connsiteX0" fmla="*/ 25787 w 104775"/>
                            <a:gd name="connsiteY0" fmla="*/ 14869 h 76200"/>
                            <a:gd name="connsiteX1" fmla="*/ 13405 w 104775"/>
                            <a:gd name="connsiteY1" fmla="*/ 42491 h 76200"/>
                            <a:gd name="connsiteX2" fmla="*/ 3880 w 104775"/>
                            <a:gd name="connsiteY2" fmla="*/ 70114 h 76200"/>
                            <a:gd name="connsiteX3" fmla="*/ 31503 w 104775"/>
                            <a:gd name="connsiteY3" fmla="*/ 76781 h 76200"/>
                            <a:gd name="connsiteX4" fmla="*/ 57220 w 104775"/>
                            <a:gd name="connsiteY4" fmla="*/ 68209 h 76200"/>
                            <a:gd name="connsiteX5" fmla="*/ 71507 w 104775"/>
                            <a:gd name="connsiteY5" fmla="*/ 82496 h 76200"/>
                            <a:gd name="connsiteX6" fmla="*/ 105798 w 104775"/>
                            <a:gd name="connsiteY6" fmla="*/ 59636 h 76200"/>
                            <a:gd name="connsiteX7" fmla="*/ 81032 w 104775"/>
                            <a:gd name="connsiteY7" fmla="*/ 6296 h 76200"/>
                            <a:gd name="connsiteX8" fmla="*/ 25787 w 104775"/>
                            <a:gd name="connsiteY8" fmla="*/ 14869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775" h="76200">
                              <a:moveTo>
                                <a:pt x="25787" y="14869"/>
                              </a:moveTo>
                              <a:cubicBezTo>
                                <a:pt x="22930" y="28204"/>
                                <a:pt x="18168" y="38681"/>
                                <a:pt x="13405" y="42491"/>
                              </a:cubicBezTo>
                              <a:cubicBezTo>
                                <a:pt x="6737" y="48206"/>
                                <a:pt x="-6597" y="68209"/>
                                <a:pt x="3880" y="70114"/>
                              </a:cubicBezTo>
                              <a:cubicBezTo>
                                <a:pt x="13405" y="72019"/>
                                <a:pt x="29598" y="89164"/>
                                <a:pt x="31503" y="76781"/>
                              </a:cubicBezTo>
                              <a:cubicBezTo>
                                <a:pt x="33407" y="64399"/>
                                <a:pt x="40075" y="47254"/>
                                <a:pt x="57220" y="68209"/>
                              </a:cubicBezTo>
                              <a:cubicBezTo>
                                <a:pt x="61030" y="72971"/>
                                <a:pt x="66745" y="77734"/>
                                <a:pt x="71507" y="82496"/>
                              </a:cubicBezTo>
                              <a:cubicBezTo>
                                <a:pt x="74365" y="72971"/>
                                <a:pt x="95320" y="71066"/>
                                <a:pt x="105798" y="59636"/>
                              </a:cubicBezTo>
                              <a:cubicBezTo>
                                <a:pt x="119132" y="45349"/>
                                <a:pt x="99130" y="25346"/>
                                <a:pt x="81032" y="6296"/>
                              </a:cubicBezTo>
                              <a:cubicBezTo>
                                <a:pt x="64840" y="-11801"/>
                                <a:pt x="43885" y="14869"/>
                                <a:pt x="25787" y="14869"/>
                              </a:cubicBezTo>
                              <a:close/>
                            </a:path>
                          </a:pathLst>
                        </a:custGeom>
                        <a:grpFill/>
                        <a:ln w="7144" cap="flat">
                          <a:solidFill>
                            <a:srgbClr val="FFFFFF"/>
                          </a:solidFill>
                          <a:prstDash val="solid"/>
                          <a:miter/>
                        </a:ln>
                      </p:spPr>
                      <p:txBody>
                        <a:bodyPr rtlCol="0" anchor="ctr"/>
                        <a:lstStyle/>
                        <a:p>
                          <a:endParaRPr lang="en-ID"/>
                        </a:p>
                      </p:txBody>
                    </p:sp>
                    <p:sp>
                      <p:nvSpPr>
                        <p:cNvPr id="831" name="Freeform: Shape 485">
                          <a:extLst>
                            <a:ext uri="{FF2B5EF4-FFF2-40B4-BE49-F238E27FC236}">
                              <a16:creationId xmlns:a16="http://schemas.microsoft.com/office/drawing/2014/main" id="{2D3DA660-84C0-2FD8-2B7C-5F57893D6712}"/>
                            </a:ext>
                          </a:extLst>
                        </p:cNvPr>
                        <p:cNvSpPr/>
                        <p:nvPr/>
                      </p:nvSpPr>
                      <p:spPr>
                        <a:xfrm>
                          <a:off x="14857879" y="5309003"/>
                          <a:ext cx="371475" cy="590550"/>
                        </a:xfrm>
                        <a:custGeom>
                          <a:avLst/>
                          <a:gdLst>
                            <a:gd name="connsiteX0" fmla="*/ 370151 w 371475"/>
                            <a:gd name="connsiteY0" fmla="*/ 425273 h 590550"/>
                            <a:gd name="connsiteX1" fmla="*/ 364436 w 371475"/>
                            <a:gd name="connsiteY1" fmla="*/ 423368 h 590550"/>
                            <a:gd name="connsiteX2" fmla="*/ 335861 w 371475"/>
                            <a:gd name="connsiteY2" fmla="*/ 402413 h 590550"/>
                            <a:gd name="connsiteX3" fmla="*/ 333003 w 371475"/>
                            <a:gd name="connsiteY3" fmla="*/ 405270 h 590550"/>
                            <a:gd name="connsiteX4" fmla="*/ 311096 w 371475"/>
                            <a:gd name="connsiteY4" fmla="*/ 402413 h 590550"/>
                            <a:gd name="connsiteX5" fmla="*/ 310144 w 371475"/>
                            <a:gd name="connsiteY5" fmla="*/ 376695 h 590550"/>
                            <a:gd name="connsiteX6" fmla="*/ 295856 w 371475"/>
                            <a:gd name="connsiteY6" fmla="*/ 350978 h 590550"/>
                            <a:gd name="connsiteX7" fmla="*/ 295856 w 371475"/>
                            <a:gd name="connsiteY7" fmla="*/ 348120 h 590550"/>
                            <a:gd name="connsiteX8" fmla="*/ 273948 w 371475"/>
                            <a:gd name="connsiteY8" fmla="*/ 323356 h 590550"/>
                            <a:gd name="connsiteX9" fmla="*/ 268233 w 371475"/>
                            <a:gd name="connsiteY9" fmla="*/ 310020 h 590550"/>
                            <a:gd name="connsiteX10" fmla="*/ 264423 w 371475"/>
                            <a:gd name="connsiteY10" fmla="*/ 308116 h 590550"/>
                            <a:gd name="connsiteX11" fmla="*/ 242516 w 371475"/>
                            <a:gd name="connsiteY11" fmla="*/ 280493 h 590550"/>
                            <a:gd name="connsiteX12" fmla="*/ 240611 w 371475"/>
                            <a:gd name="connsiteY12" fmla="*/ 268110 h 590550"/>
                            <a:gd name="connsiteX13" fmla="*/ 237753 w 371475"/>
                            <a:gd name="connsiteY13" fmla="*/ 257633 h 590550"/>
                            <a:gd name="connsiteX14" fmla="*/ 213941 w 371475"/>
                            <a:gd name="connsiteY14" fmla="*/ 219533 h 590550"/>
                            <a:gd name="connsiteX15" fmla="*/ 204416 w 371475"/>
                            <a:gd name="connsiteY15" fmla="*/ 210960 h 590550"/>
                            <a:gd name="connsiteX16" fmla="*/ 164411 w 371475"/>
                            <a:gd name="connsiteY16" fmla="*/ 204293 h 590550"/>
                            <a:gd name="connsiteX17" fmla="*/ 173936 w 371475"/>
                            <a:gd name="connsiteY17" fmla="*/ 177623 h 590550"/>
                            <a:gd name="connsiteX18" fmla="*/ 171078 w 371475"/>
                            <a:gd name="connsiteY18" fmla="*/ 162383 h 590550"/>
                            <a:gd name="connsiteX19" fmla="*/ 199653 w 371475"/>
                            <a:gd name="connsiteY19" fmla="*/ 119521 h 590550"/>
                            <a:gd name="connsiteX20" fmla="*/ 209178 w 371475"/>
                            <a:gd name="connsiteY20" fmla="*/ 108091 h 590550"/>
                            <a:gd name="connsiteX21" fmla="*/ 210131 w 371475"/>
                            <a:gd name="connsiteY21" fmla="*/ 108091 h 590550"/>
                            <a:gd name="connsiteX22" fmla="*/ 213941 w 371475"/>
                            <a:gd name="connsiteY22" fmla="*/ 89041 h 590550"/>
                            <a:gd name="connsiteX23" fmla="*/ 132026 w 371475"/>
                            <a:gd name="connsiteY23" fmla="*/ 85230 h 590550"/>
                            <a:gd name="connsiteX24" fmla="*/ 116786 w 371475"/>
                            <a:gd name="connsiteY24" fmla="*/ 69991 h 590550"/>
                            <a:gd name="connsiteX25" fmla="*/ 150123 w 371475"/>
                            <a:gd name="connsiteY25" fmla="*/ 30938 h 590550"/>
                            <a:gd name="connsiteX26" fmla="*/ 156791 w 371475"/>
                            <a:gd name="connsiteY26" fmla="*/ 2363 h 590550"/>
                            <a:gd name="connsiteX27" fmla="*/ 136788 w 371475"/>
                            <a:gd name="connsiteY27" fmla="*/ 21413 h 590550"/>
                            <a:gd name="connsiteX28" fmla="*/ 89163 w 371475"/>
                            <a:gd name="connsiteY28" fmla="*/ 22366 h 590550"/>
                            <a:gd name="connsiteX29" fmla="*/ 82496 w 371475"/>
                            <a:gd name="connsiteY29" fmla="*/ 22366 h 590550"/>
                            <a:gd name="connsiteX30" fmla="*/ 62494 w 371475"/>
                            <a:gd name="connsiteY30" fmla="*/ 50941 h 590550"/>
                            <a:gd name="connsiteX31" fmla="*/ 61541 w 371475"/>
                            <a:gd name="connsiteY31" fmla="*/ 62370 h 590550"/>
                            <a:gd name="connsiteX32" fmla="*/ 41538 w 371475"/>
                            <a:gd name="connsiteY32" fmla="*/ 94755 h 590550"/>
                            <a:gd name="connsiteX33" fmla="*/ 30108 w 371475"/>
                            <a:gd name="connsiteY33" fmla="*/ 108091 h 590550"/>
                            <a:gd name="connsiteX34" fmla="*/ 3438 w 371475"/>
                            <a:gd name="connsiteY34" fmla="*/ 97613 h 590550"/>
                            <a:gd name="connsiteX35" fmla="*/ 35823 w 371475"/>
                            <a:gd name="connsiteY35" fmla="*/ 126188 h 590550"/>
                            <a:gd name="connsiteX36" fmla="*/ 19631 w 371475"/>
                            <a:gd name="connsiteY36" fmla="*/ 161430 h 590550"/>
                            <a:gd name="connsiteX37" fmla="*/ 43444 w 371475"/>
                            <a:gd name="connsiteY37" fmla="*/ 187148 h 590550"/>
                            <a:gd name="connsiteX38" fmla="*/ 7248 w 371475"/>
                            <a:gd name="connsiteY38" fmla="*/ 216675 h 590550"/>
                            <a:gd name="connsiteX39" fmla="*/ 38681 w 371475"/>
                            <a:gd name="connsiteY39" fmla="*/ 204293 h 590550"/>
                            <a:gd name="connsiteX40" fmla="*/ 56778 w 371475"/>
                            <a:gd name="connsiteY40" fmla="*/ 232868 h 590550"/>
                            <a:gd name="connsiteX41" fmla="*/ 82496 w 371475"/>
                            <a:gd name="connsiteY41" fmla="*/ 195720 h 590550"/>
                            <a:gd name="connsiteX42" fmla="*/ 85353 w 371475"/>
                            <a:gd name="connsiteY42" fmla="*/ 229058 h 590550"/>
                            <a:gd name="connsiteX43" fmla="*/ 70113 w 371475"/>
                            <a:gd name="connsiteY43" fmla="*/ 276683 h 590550"/>
                            <a:gd name="connsiteX44" fmla="*/ 133931 w 371475"/>
                            <a:gd name="connsiteY44" fmla="*/ 270016 h 590550"/>
                            <a:gd name="connsiteX45" fmla="*/ 145361 w 371475"/>
                            <a:gd name="connsiteY45" fmla="*/ 284303 h 590550"/>
                            <a:gd name="connsiteX46" fmla="*/ 152981 w 371475"/>
                            <a:gd name="connsiteY46" fmla="*/ 313831 h 590550"/>
                            <a:gd name="connsiteX47" fmla="*/ 164411 w 371475"/>
                            <a:gd name="connsiteY47" fmla="*/ 330975 h 590550"/>
                            <a:gd name="connsiteX48" fmla="*/ 160601 w 371475"/>
                            <a:gd name="connsiteY48" fmla="*/ 373838 h 590550"/>
                            <a:gd name="connsiteX49" fmla="*/ 115833 w 371475"/>
                            <a:gd name="connsiteY49" fmla="*/ 375743 h 590550"/>
                            <a:gd name="connsiteX50" fmla="*/ 102498 w 371475"/>
                            <a:gd name="connsiteY50" fmla="*/ 383363 h 590550"/>
                            <a:gd name="connsiteX51" fmla="*/ 89163 w 371475"/>
                            <a:gd name="connsiteY51" fmla="*/ 412891 h 590550"/>
                            <a:gd name="connsiteX52" fmla="*/ 114881 w 371475"/>
                            <a:gd name="connsiteY52" fmla="*/ 430988 h 590550"/>
                            <a:gd name="connsiteX53" fmla="*/ 72019 w 371475"/>
                            <a:gd name="connsiteY53" fmla="*/ 463373 h 590550"/>
                            <a:gd name="connsiteX54" fmla="*/ 89163 w 371475"/>
                            <a:gd name="connsiteY54" fmla="*/ 483375 h 590550"/>
                            <a:gd name="connsiteX55" fmla="*/ 114881 w 371475"/>
                            <a:gd name="connsiteY55" fmla="*/ 490043 h 590550"/>
                            <a:gd name="connsiteX56" fmla="*/ 161553 w 371475"/>
                            <a:gd name="connsiteY56" fmla="*/ 496710 h 590550"/>
                            <a:gd name="connsiteX57" fmla="*/ 165363 w 371475"/>
                            <a:gd name="connsiteY57" fmla="*/ 509093 h 590550"/>
                            <a:gd name="connsiteX58" fmla="*/ 116786 w 371475"/>
                            <a:gd name="connsiteY58" fmla="*/ 515760 h 590550"/>
                            <a:gd name="connsiteX59" fmla="*/ 60588 w 371475"/>
                            <a:gd name="connsiteY59" fmla="*/ 591008 h 590550"/>
                            <a:gd name="connsiteX60" fmla="*/ 92973 w 371475"/>
                            <a:gd name="connsiteY60" fmla="*/ 571006 h 590550"/>
                            <a:gd name="connsiteX61" fmla="*/ 112976 w 371475"/>
                            <a:gd name="connsiteY61" fmla="*/ 571006 h 590550"/>
                            <a:gd name="connsiteX62" fmla="*/ 131073 w 371475"/>
                            <a:gd name="connsiteY62" fmla="*/ 553860 h 590550"/>
                            <a:gd name="connsiteX63" fmla="*/ 168221 w 371475"/>
                            <a:gd name="connsiteY63" fmla="*/ 549098 h 590550"/>
                            <a:gd name="connsiteX64" fmla="*/ 175841 w 371475"/>
                            <a:gd name="connsiteY64" fmla="*/ 551956 h 590550"/>
                            <a:gd name="connsiteX65" fmla="*/ 176794 w 371475"/>
                            <a:gd name="connsiteY65" fmla="*/ 551956 h 590550"/>
                            <a:gd name="connsiteX66" fmla="*/ 211083 w 371475"/>
                            <a:gd name="connsiteY66" fmla="*/ 541478 h 590550"/>
                            <a:gd name="connsiteX67" fmla="*/ 246326 w 371475"/>
                            <a:gd name="connsiteY67" fmla="*/ 551003 h 590550"/>
                            <a:gd name="connsiteX68" fmla="*/ 295856 w 371475"/>
                            <a:gd name="connsiteY68" fmla="*/ 541478 h 590550"/>
                            <a:gd name="connsiteX69" fmla="*/ 356816 w 371475"/>
                            <a:gd name="connsiteY69" fmla="*/ 513856 h 590550"/>
                            <a:gd name="connsiteX70" fmla="*/ 337766 w 371475"/>
                            <a:gd name="connsiteY70" fmla="*/ 504331 h 590550"/>
                            <a:gd name="connsiteX71" fmla="*/ 340623 w 371475"/>
                            <a:gd name="connsiteY71" fmla="*/ 475756 h 590550"/>
                            <a:gd name="connsiteX72" fmla="*/ 376819 w 371475"/>
                            <a:gd name="connsiteY72" fmla="*/ 430035 h 590550"/>
                            <a:gd name="connsiteX73" fmla="*/ 376819 w 371475"/>
                            <a:gd name="connsiteY73" fmla="*/ 430035 h 590550"/>
                            <a:gd name="connsiteX74" fmla="*/ 370151 w 371475"/>
                            <a:gd name="connsiteY74" fmla="*/ 425273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71475" h="590550">
                              <a:moveTo>
                                <a:pt x="370151" y="425273"/>
                              </a:moveTo>
                              <a:cubicBezTo>
                                <a:pt x="368246" y="424320"/>
                                <a:pt x="366341" y="424320"/>
                                <a:pt x="364436" y="423368"/>
                              </a:cubicBezTo>
                              <a:cubicBezTo>
                                <a:pt x="352053" y="420510"/>
                                <a:pt x="342528" y="411938"/>
                                <a:pt x="335861" y="402413"/>
                              </a:cubicBezTo>
                              <a:cubicBezTo>
                                <a:pt x="334908" y="403366"/>
                                <a:pt x="333003" y="404318"/>
                                <a:pt x="333003" y="405270"/>
                              </a:cubicBezTo>
                              <a:cubicBezTo>
                                <a:pt x="328241" y="416700"/>
                                <a:pt x="318716" y="414795"/>
                                <a:pt x="311096" y="402413"/>
                              </a:cubicBezTo>
                              <a:cubicBezTo>
                                <a:pt x="303476" y="390031"/>
                                <a:pt x="317763" y="377648"/>
                                <a:pt x="310144" y="376695"/>
                              </a:cubicBezTo>
                              <a:cubicBezTo>
                                <a:pt x="302523" y="375743"/>
                                <a:pt x="293951" y="357645"/>
                                <a:pt x="295856" y="350978"/>
                              </a:cubicBezTo>
                              <a:cubicBezTo>
                                <a:pt x="295856" y="350025"/>
                                <a:pt x="295856" y="349073"/>
                                <a:pt x="295856" y="348120"/>
                              </a:cubicBezTo>
                              <a:cubicBezTo>
                                <a:pt x="287283" y="340500"/>
                                <a:pt x="280616" y="331928"/>
                                <a:pt x="273948" y="323356"/>
                              </a:cubicBezTo>
                              <a:cubicBezTo>
                                <a:pt x="271091" y="319545"/>
                                <a:pt x="269186" y="314783"/>
                                <a:pt x="268233" y="310020"/>
                              </a:cubicBezTo>
                              <a:lnTo>
                                <a:pt x="264423" y="308116"/>
                              </a:lnTo>
                              <a:cubicBezTo>
                                <a:pt x="252994" y="302400"/>
                                <a:pt x="246326" y="291923"/>
                                <a:pt x="242516" y="280493"/>
                              </a:cubicBezTo>
                              <a:cubicBezTo>
                                <a:pt x="241563" y="276683"/>
                                <a:pt x="240611" y="271920"/>
                                <a:pt x="240611" y="268110"/>
                              </a:cubicBezTo>
                              <a:cubicBezTo>
                                <a:pt x="239658" y="264300"/>
                                <a:pt x="238706" y="260491"/>
                                <a:pt x="237753" y="257633"/>
                              </a:cubicBezTo>
                              <a:cubicBezTo>
                                <a:pt x="224419" y="250013"/>
                                <a:pt x="214894" y="235725"/>
                                <a:pt x="213941" y="219533"/>
                              </a:cubicBezTo>
                              <a:cubicBezTo>
                                <a:pt x="211083" y="217628"/>
                                <a:pt x="207273" y="215723"/>
                                <a:pt x="204416" y="210960"/>
                              </a:cubicBezTo>
                              <a:cubicBezTo>
                                <a:pt x="192986" y="195720"/>
                                <a:pt x="173936" y="203341"/>
                                <a:pt x="164411" y="204293"/>
                              </a:cubicBezTo>
                              <a:cubicBezTo>
                                <a:pt x="155838" y="205245"/>
                                <a:pt x="162506" y="189053"/>
                                <a:pt x="173936" y="177623"/>
                              </a:cubicBezTo>
                              <a:cubicBezTo>
                                <a:pt x="172031" y="172860"/>
                                <a:pt x="171078" y="168098"/>
                                <a:pt x="171078" y="162383"/>
                              </a:cubicBezTo>
                              <a:cubicBezTo>
                                <a:pt x="170126" y="144285"/>
                                <a:pt x="183461" y="127141"/>
                                <a:pt x="199653" y="119521"/>
                              </a:cubicBezTo>
                              <a:cubicBezTo>
                                <a:pt x="202511" y="115710"/>
                                <a:pt x="205369" y="111900"/>
                                <a:pt x="209178" y="108091"/>
                              </a:cubicBezTo>
                              <a:cubicBezTo>
                                <a:pt x="209178" y="108091"/>
                                <a:pt x="209178" y="108091"/>
                                <a:pt x="210131" y="108091"/>
                              </a:cubicBezTo>
                              <a:cubicBezTo>
                                <a:pt x="212036" y="99518"/>
                                <a:pt x="213941" y="92850"/>
                                <a:pt x="213941" y="89041"/>
                              </a:cubicBezTo>
                              <a:cubicBezTo>
                                <a:pt x="213941" y="76658"/>
                                <a:pt x="145361" y="77610"/>
                                <a:pt x="132026" y="85230"/>
                              </a:cubicBezTo>
                              <a:cubicBezTo>
                                <a:pt x="118691" y="91898"/>
                                <a:pt x="106308" y="74753"/>
                                <a:pt x="116786" y="69991"/>
                              </a:cubicBezTo>
                              <a:cubicBezTo>
                                <a:pt x="128216" y="65228"/>
                                <a:pt x="151076" y="40463"/>
                                <a:pt x="150123" y="30938"/>
                              </a:cubicBezTo>
                              <a:cubicBezTo>
                                <a:pt x="149171" y="21413"/>
                                <a:pt x="166316" y="11888"/>
                                <a:pt x="156791" y="2363"/>
                              </a:cubicBezTo>
                              <a:cubicBezTo>
                                <a:pt x="147266" y="-7162"/>
                                <a:pt x="145361" y="14745"/>
                                <a:pt x="136788" y="21413"/>
                              </a:cubicBezTo>
                              <a:cubicBezTo>
                                <a:pt x="128216" y="28080"/>
                                <a:pt x="109166" y="26175"/>
                                <a:pt x="89163" y="22366"/>
                              </a:cubicBezTo>
                              <a:cubicBezTo>
                                <a:pt x="86306" y="21413"/>
                                <a:pt x="84401" y="21413"/>
                                <a:pt x="82496" y="22366"/>
                              </a:cubicBezTo>
                              <a:cubicBezTo>
                                <a:pt x="79638" y="33795"/>
                                <a:pt x="73923" y="44273"/>
                                <a:pt x="62494" y="50941"/>
                              </a:cubicBezTo>
                              <a:cubicBezTo>
                                <a:pt x="61541" y="55703"/>
                                <a:pt x="61541" y="59513"/>
                                <a:pt x="61541" y="62370"/>
                              </a:cubicBezTo>
                              <a:cubicBezTo>
                                <a:pt x="62494" y="75705"/>
                                <a:pt x="37728" y="83325"/>
                                <a:pt x="41538" y="94755"/>
                              </a:cubicBezTo>
                              <a:cubicBezTo>
                                <a:pt x="45348" y="106185"/>
                                <a:pt x="36776" y="114758"/>
                                <a:pt x="30108" y="108091"/>
                              </a:cubicBezTo>
                              <a:cubicBezTo>
                                <a:pt x="23441" y="101423"/>
                                <a:pt x="16773" y="86183"/>
                                <a:pt x="3438" y="97613"/>
                              </a:cubicBezTo>
                              <a:cubicBezTo>
                                <a:pt x="-9897" y="109043"/>
                                <a:pt x="18678" y="123330"/>
                                <a:pt x="35823" y="126188"/>
                              </a:cubicBezTo>
                              <a:cubicBezTo>
                                <a:pt x="52969" y="128093"/>
                                <a:pt x="22488" y="141428"/>
                                <a:pt x="19631" y="161430"/>
                              </a:cubicBezTo>
                              <a:cubicBezTo>
                                <a:pt x="16773" y="181433"/>
                                <a:pt x="41538" y="172860"/>
                                <a:pt x="43444" y="187148"/>
                              </a:cubicBezTo>
                              <a:cubicBezTo>
                                <a:pt x="44396" y="201435"/>
                                <a:pt x="7248" y="203341"/>
                                <a:pt x="7248" y="216675"/>
                              </a:cubicBezTo>
                              <a:cubicBezTo>
                                <a:pt x="7248" y="230010"/>
                                <a:pt x="29156" y="210008"/>
                                <a:pt x="38681" y="204293"/>
                              </a:cubicBezTo>
                              <a:cubicBezTo>
                                <a:pt x="48206" y="198578"/>
                                <a:pt x="33919" y="237631"/>
                                <a:pt x="56778" y="232868"/>
                              </a:cubicBezTo>
                              <a:cubicBezTo>
                                <a:pt x="80591" y="229058"/>
                                <a:pt x="73923" y="193816"/>
                                <a:pt x="82496" y="195720"/>
                              </a:cubicBezTo>
                              <a:cubicBezTo>
                                <a:pt x="91069" y="196673"/>
                                <a:pt x="78686" y="213818"/>
                                <a:pt x="85353" y="229058"/>
                              </a:cubicBezTo>
                              <a:cubicBezTo>
                                <a:pt x="92973" y="244298"/>
                                <a:pt x="68208" y="266206"/>
                                <a:pt x="70113" y="276683"/>
                              </a:cubicBezTo>
                              <a:cubicBezTo>
                                <a:pt x="71066" y="287160"/>
                                <a:pt x="118691" y="287160"/>
                                <a:pt x="133931" y="270016"/>
                              </a:cubicBezTo>
                              <a:cubicBezTo>
                                <a:pt x="149171" y="252870"/>
                                <a:pt x="155838" y="270968"/>
                                <a:pt x="145361" y="284303"/>
                              </a:cubicBezTo>
                              <a:cubicBezTo>
                                <a:pt x="134883" y="296685"/>
                                <a:pt x="139646" y="309068"/>
                                <a:pt x="152981" y="313831"/>
                              </a:cubicBezTo>
                              <a:cubicBezTo>
                                <a:pt x="166316" y="318593"/>
                                <a:pt x="171078" y="320498"/>
                                <a:pt x="164411" y="330975"/>
                              </a:cubicBezTo>
                              <a:cubicBezTo>
                                <a:pt x="158696" y="342406"/>
                                <a:pt x="163458" y="363360"/>
                                <a:pt x="160601" y="373838"/>
                              </a:cubicBezTo>
                              <a:cubicBezTo>
                                <a:pt x="157744" y="384316"/>
                                <a:pt x="116786" y="383363"/>
                                <a:pt x="115833" y="375743"/>
                              </a:cubicBezTo>
                              <a:cubicBezTo>
                                <a:pt x="114881" y="369075"/>
                                <a:pt x="97736" y="373838"/>
                                <a:pt x="102498" y="383363"/>
                              </a:cubicBezTo>
                              <a:cubicBezTo>
                                <a:pt x="107261" y="392888"/>
                                <a:pt x="88211" y="403366"/>
                                <a:pt x="89163" y="412891"/>
                              </a:cubicBezTo>
                              <a:cubicBezTo>
                                <a:pt x="90116" y="422416"/>
                                <a:pt x="114881" y="419558"/>
                                <a:pt x="114881" y="430988"/>
                              </a:cubicBezTo>
                              <a:cubicBezTo>
                                <a:pt x="115833" y="442418"/>
                                <a:pt x="96783" y="455753"/>
                                <a:pt x="72019" y="463373"/>
                              </a:cubicBezTo>
                              <a:cubicBezTo>
                                <a:pt x="47253" y="470993"/>
                                <a:pt x="76781" y="491948"/>
                                <a:pt x="89163" y="483375"/>
                              </a:cubicBezTo>
                              <a:cubicBezTo>
                                <a:pt x="100594" y="473850"/>
                                <a:pt x="98688" y="490043"/>
                                <a:pt x="114881" y="490043"/>
                              </a:cubicBezTo>
                              <a:cubicBezTo>
                                <a:pt x="132026" y="490043"/>
                                <a:pt x="142503" y="505283"/>
                                <a:pt x="161553" y="496710"/>
                              </a:cubicBezTo>
                              <a:cubicBezTo>
                                <a:pt x="180603" y="489091"/>
                                <a:pt x="179651" y="496710"/>
                                <a:pt x="165363" y="509093"/>
                              </a:cubicBezTo>
                              <a:cubicBezTo>
                                <a:pt x="151076" y="521475"/>
                                <a:pt x="129169" y="508141"/>
                                <a:pt x="116786" y="515760"/>
                              </a:cubicBezTo>
                              <a:cubicBezTo>
                                <a:pt x="103451" y="523381"/>
                                <a:pt x="50111" y="577673"/>
                                <a:pt x="60588" y="591008"/>
                              </a:cubicBezTo>
                              <a:cubicBezTo>
                                <a:pt x="66303" y="598628"/>
                                <a:pt x="73923" y="579578"/>
                                <a:pt x="92973" y="571006"/>
                              </a:cubicBezTo>
                              <a:cubicBezTo>
                                <a:pt x="103451" y="566243"/>
                                <a:pt x="109166" y="568148"/>
                                <a:pt x="112976" y="571006"/>
                              </a:cubicBezTo>
                              <a:cubicBezTo>
                                <a:pt x="116786" y="563385"/>
                                <a:pt x="123453" y="557670"/>
                                <a:pt x="131073" y="553860"/>
                              </a:cubicBezTo>
                              <a:cubicBezTo>
                                <a:pt x="141551" y="547193"/>
                                <a:pt x="156791" y="546241"/>
                                <a:pt x="168221" y="549098"/>
                              </a:cubicBezTo>
                              <a:cubicBezTo>
                                <a:pt x="171078" y="550050"/>
                                <a:pt x="172983" y="551003"/>
                                <a:pt x="175841" y="551956"/>
                              </a:cubicBezTo>
                              <a:cubicBezTo>
                                <a:pt x="176794" y="551956"/>
                                <a:pt x="176794" y="551956"/>
                                <a:pt x="176794" y="551956"/>
                              </a:cubicBezTo>
                              <a:cubicBezTo>
                                <a:pt x="192033" y="554813"/>
                                <a:pt x="203463" y="548145"/>
                                <a:pt x="211083" y="541478"/>
                              </a:cubicBezTo>
                              <a:cubicBezTo>
                                <a:pt x="218703" y="534810"/>
                                <a:pt x="239658" y="555766"/>
                                <a:pt x="246326" y="551003"/>
                              </a:cubicBezTo>
                              <a:cubicBezTo>
                                <a:pt x="252994" y="546241"/>
                                <a:pt x="281569" y="540525"/>
                                <a:pt x="295856" y="541478"/>
                              </a:cubicBezTo>
                              <a:cubicBezTo>
                                <a:pt x="310144" y="542431"/>
                                <a:pt x="347291" y="524333"/>
                                <a:pt x="356816" y="513856"/>
                              </a:cubicBezTo>
                              <a:cubicBezTo>
                                <a:pt x="366341" y="504331"/>
                                <a:pt x="351101" y="501473"/>
                                <a:pt x="337766" y="504331"/>
                              </a:cubicBezTo>
                              <a:cubicBezTo>
                                <a:pt x="324431" y="506235"/>
                                <a:pt x="327288" y="490043"/>
                                <a:pt x="340623" y="475756"/>
                              </a:cubicBezTo>
                              <a:cubicBezTo>
                                <a:pt x="353958" y="461468"/>
                                <a:pt x="375866" y="450991"/>
                                <a:pt x="376819" y="430035"/>
                              </a:cubicBezTo>
                              <a:cubicBezTo>
                                <a:pt x="376819" y="430035"/>
                                <a:pt x="376819" y="430035"/>
                                <a:pt x="376819" y="430035"/>
                              </a:cubicBezTo>
                              <a:cubicBezTo>
                                <a:pt x="376819" y="428131"/>
                                <a:pt x="373008" y="426225"/>
                                <a:pt x="370151" y="425273"/>
                              </a:cubicBezTo>
                              <a:close/>
                            </a:path>
                          </a:pathLst>
                        </a:custGeom>
                        <a:grpFill/>
                        <a:ln w="7144" cap="flat">
                          <a:solidFill>
                            <a:srgbClr val="FFFFFF"/>
                          </a:solidFill>
                          <a:prstDash val="solid"/>
                          <a:miter/>
                        </a:ln>
                      </p:spPr>
                      <p:txBody>
                        <a:bodyPr rtlCol="0" anchor="ctr"/>
                        <a:lstStyle/>
                        <a:p>
                          <a:endParaRPr lang="en-ID"/>
                        </a:p>
                      </p:txBody>
                    </p:sp>
                  </p:grpSp>
                  <p:grpSp>
                    <p:nvGrpSpPr>
                      <p:cNvPr id="825" name="Graphic 286">
                        <a:extLst>
                          <a:ext uri="{FF2B5EF4-FFF2-40B4-BE49-F238E27FC236}">
                            <a16:creationId xmlns:a16="http://schemas.microsoft.com/office/drawing/2014/main" id="{B8252ED1-C1D7-059F-EDAF-7338CDFF3E75}"/>
                          </a:ext>
                        </a:extLst>
                      </p:cNvPr>
                      <p:cNvGrpSpPr/>
                      <p:nvPr/>
                    </p:nvGrpSpPr>
                    <p:grpSpPr>
                      <a:xfrm>
                        <a:off x="14798382" y="5309003"/>
                        <a:ext cx="428625" cy="590550"/>
                        <a:chOff x="14798382" y="5309003"/>
                        <a:chExt cx="428625" cy="590550"/>
                      </a:xfrm>
                      <a:grpFill/>
                    </p:grpSpPr>
                    <p:sp>
                      <p:nvSpPr>
                        <p:cNvPr id="826" name="Freeform: Shape 480">
                          <a:extLst>
                            <a:ext uri="{FF2B5EF4-FFF2-40B4-BE49-F238E27FC236}">
                              <a16:creationId xmlns:a16="http://schemas.microsoft.com/office/drawing/2014/main" id="{3908C1D1-F967-72BA-B95C-9E7368C95159}"/>
                            </a:ext>
                          </a:extLst>
                        </p:cNvPr>
                        <p:cNvSpPr/>
                        <p:nvPr/>
                      </p:nvSpPr>
                      <p:spPr>
                        <a:xfrm>
                          <a:off x="14841316" y="5349466"/>
                          <a:ext cx="28575" cy="28575"/>
                        </a:xfrm>
                        <a:custGeom>
                          <a:avLst/>
                          <a:gdLst>
                            <a:gd name="connsiteX0" fmla="*/ 18096 w 28575"/>
                            <a:gd name="connsiteY0" fmla="*/ 0 h 28575"/>
                            <a:gd name="connsiteX1" fmla="*/ 2857 w 28575"/>
                            <a:gd name="connsiteY1" fmla="*/ 35242 h 28575"/>
                            <a:gd name="connsiteX2" fmla="*/ 30479 w 28575"/>
                            <a:gd name="connsiteY2" fmla="*/ 11430 h 28575"/>
                            <a:gd name="connsiteX3" fmla="*/ 18096 w 28575"/>
                            <a:gd name="connsiteY3" fmla="*/ 0 h 28575"/>
                          </a:gdLst>
                          <a:ahLst/>
                          <a:cxnLst>
                            <a:cxn ang="0">
                              <a:pos x="connsiteX0" y="connsiteY0"/>
                            </a:cxn>
                            <a:cxn ang="0">
                              <a:pos x="connsiteX1" y="connsiteY1"/>
                            </a:cxn>
                            <a:cxn ang="0">
                              <a:pos x="connsiteX2" y="connsiteY2"/>
                            </a:cxn>
                            <a:cxn ang="0">
                              <a:pos x="connsiteX3" y="connsiteY3"/>
                            </a:cxn>
                          </a:cxnLst>
                          <a:rect l="l" t="t" r="r" b="b"/>
                          <a:pathLst>
                            <a:path w="28575" h="28575">
                              <a:moveTo>
                                <a:pt x="18096" y="0"/>
                              </a:moveTo>
                              <a:cubicBezTo>
                                <a:pt x="6666" y="12383"/>
                                <a:pt x="-5716" y="35242"/>
                                <a:pt x="2857" y="35242"/>
                              </a:cubicBezTo>
                              <a:cubicBezTo>
                                <a:pt x="13334" y="35242"/>
                                <a:pt x="25716" y="22860"/>
                                <a:pt x="30479" y="11430"/>
                              </a:cubicBezTo>
                              <a:cubicBezTo>
                                <a:pt x="25716" y="7620"/>
                                <a:pt x="21907" y="4763"/>
                                <a:pt x="18096" y="0"/>
                              </a:cubicBezTo>
                              <a:close/>
                            </a:path>
                          </a:pathLst>
                        </a:custGeom>
                        <a:grpFill/>
                        <a:ln w="7144" cap="flat">
                          <a:solidFill>
                            <a:srgbClr val="FFFFFF"/>
                          </a:solidFill>
                          <a:prstDash val="solid"/>
                          <a:miter/>
                        </a:ln>
                      </p:spPr>
                      <p:txBody>
                        <a:bodyPr rtlCol="0" anchor="ctr"/>
                        <a:lstStyle/>
                        <a:p>
                          <a:endParaRPr lang="en-ID"/>
                        </a:p>
                      </p:txBody>
                    </p:sp>
                    <p:sp>
                      <p:nvSpPr>
                        <p:cNvPr id="827" name="Freeform: Shape 481">
                          <a:extLst>
                            <a:ext uri="{FF2B5EF4-FFF2-40B4-BE49-F238E27FC236}">
                              <a16:creationId xmlns:a16="http://schemas.microsoft.com/office/drawing/2014/main" id="{97762C58-C7BD-3DAB-AD94-64774D8D6247}"/>
                            </a:ext>
                          </a:extLst>
                        </p:cNvPr>
                        <p:cNvSpPr/>
                        <p:nvPr/>
                      </p:nvSpPr>
                      <p:spPr>
                        <a:xfrm>
                          <a:off x="14857879" y="5309003"/>
                          <a:ext cx="371475" cy="590550"/>
                        </a:xfrm>
                        <a:custGeom>
                          <a:avLst/>
                          <a:gdLst>
                            <a:gd name="connsiteX0" fmla="*/ 370151 w 371475"/>
                            <a:gd name="connsiteY0" fmla="*/ 425273 h 590550"/>
                            <a:gd name="connsiteX1" fmla="*/ 364436 w 371475"/>
                            <a:gd name="connsiteY1" fmla="*/ 423368 h 590550"/>
                            <a:gd name="connsiteX2" fmla="*/ 335861 w 371475"/>
                            <a:gd name="connsiteY2" fmla="*/ 402413 h 590550"/>
                            <a:gd name="connsiteX3" fmla="*/ 333003 w 371475"/>
                            <a:gd name="connsiteY3" fmla="*/ 405270 h 590550"/>
                            <a:gd name="connsiteX4" fmla="*/ 311096 w 371475"/>
                            <a:gd name="connsiteY4" fmla="*/ 402413 h 590550"/>
                            <a:gd name="connsiteX5" fmla="*/ 310144 w 371475"/>
                            <a:gd name="connsiteY5" fmla="*/ 376695 h 590550"/>
                            <a:gd name="connsiteX6" fmla="*/ 295856 w 371475"/>
                            <a:gd name="connsiteY6" fmla="*/ 350978 h 590550"/>
                            <a:gd name="connsiteX7" fmla="*/ 295856 w 371475"/>
                            <a:gd name="connsiteY7" fmla="*/ 348120 h 590550"/>
                            <a:gd name="connsiteX8" fmla="*/ 273948 w 371475"/>
                            <a:gd name="connsiteY8" fmla="*/ 323356 h 590550"/>
                            <a:gd name="connsiteX9" fmla="*/ 268233 w 371475"/>
                            <a:gd name="connsiteY9" fmla="*/ 310020 h 590550"/>
                            <a:gd name="connsiteX10" fmla="*/ 264423 w 371475"/>
                            <a:gd name="connsiteY10" fmla="*/ 308116 h 590550"/>
                            <a:gd name="connsiteX11" fmla="*/ 242516 w 371475"/>
                            <a:gd name="connsiteY11" fmla="*/ 280493 h 590550"/>
                            <a:gd name="connsiteX12" fmla="*/ 240611 w 371475"/>
                            <a:gd name="connsiteY12" fmla="*/ 268110 h 590550"/>
                            <a:gd name="connsiteX13" fmla="*/ 237753 w 371475"/>
                            <a:gd name="connsiteY13" fmla="*/ 257633 h 590550"/>
                            <a:gd name="connsiteX14" fmla="*/ 213941 w 371475"/>
                            <a:gd name="connsiteY14" fmla="*/ 219533 h 590550"/>
                            <a:gd name="connsiteX15" fmla="*/ 204416 w 371475"/>
                            <a:gd name="connsiteY15" fmla="*/ 210960 h 590550"/>
                            <a:gd name="connsiteX16" fmla="*/ 164411 w 371475"/>
                            <a:gd name="connsiteY16" fmla="*/ 204293 h 590550"/>
                            <a:gd name="connsiteX17" fmla="*/ 173936 w 371475"/>
                            <a:gd name="connsiteY17" fmla="*/ 177623 h 590550"/>
                            <a:gd name="connsiteX18" fmla="*/ 171078 w 371475"/>
                            <a:gd name="connsiteY18" fmla="*/ 162383 h 590550"/>
                            <a:gd name="connsiteX19" fmla="*/ 199653 w 371475"/>
                            <a:gd name="connsiteY19" fmla="*/ 119521 h 590550"/>
                            <a:gd name="connsiteX20" fmla="*/ 209178 w 371475"/>
                            <a:gd name="connsiteY20" fmla="*/ 108091 h 590550"/>
                            <a:gd name="connsiteX21" fmla="*/ 210131 w 371475"/>
                            <a:gd name="connsiteY21" fmla="*/ 108091 h 590550"/>
                            <a:gd name="connsiteX22" fmla="*/ 213941 w 371475"/>
                            <a:gd name="connsiteY22" fmla="*/ 89041 h 590550"/>
                            <a:gd name="connsiteX23" fmla="*/ 132026 w 371475"/>
                            <a:gd name="connsiteY23" fmla="*/ 85230 h 590550"/>
                            <a:gd name="connsiteX24" fmla="*/ 116786 w 371475"/>
                            <a:gd name="connsiteY24" fmla="*/ 69991 h 590550"/>
                            <a:gd name="connsiteX25" fmla="*/ 150123 w 371475"/>
                            <a:gd name="connsiteY25" fmla="*/ 30938 h 590550"/>
                            <a:gd name="connsiteX26" fmla="*/ 156791 w 371475"/>
                            <a:gd name="connsiteY26" fmla="*/ 2363 h 590550"/>
                            <a:gd name="connsiteX27" fmla="*/ 136788 w 371475"/>
                            <a:gd name="connsiteY27" fmla="*/ 21413 h 590550"/>
                            <a:gd name="connsiteX28" fmla="*/ 89163 w 371475"/>
                            <a:gd name="connsiteY28" fmla="*/ 22366 h 590550"/>
                            <a:gd name="connsiteX29" fmla="*/ 82496 w 371475"/>
                            <a:gd name="connsiteY29" fmla="*/ 22366 h 590550"/>
                            <a:gd name="connsiteX30" fmla="*/ 62494 w 371475"/>
                            <a:gd name="connsiteY30" fmla="*/ 50941 h 590550"/>
                            <a:gd name="connsiteX31" fmla="*/ 61541 w 371475"/>
                            <a:gd name="connsiteY31" fmla="*/ 62370 h 590550"/>
                            <a:gd name="connsiteX32" fmla="*/ 41538 w 371475"/>
                            <a:gd name="connsiteY32" fmla="*/ 94755 h 590550"/>
                            <a:gd name="connsiteX33" fmla="*/ 30108 w 371475"/>
                            <a:gd name="connsiteY33" fmla="*/ 108091 h 590550"/>
                            <a:gd name="connsiteX34" fmla="*/ 3438 w 371475"/>
                            <a:gd name="connsiteY34" fmla="*/ 97613 h 590550"/>
                            <a:gd name="connsiteX35" fmla="*/ 35823 w 371475"/>
                            <a:gd name="connsiteY35" fmla="*/ 126188 h 590550"/>
                            <a:gd name="connsiteX36" fmla="*/ 19631 w 371475"/>
                            <a:gd name="connsiteY36" fmla="*/ 161430 h 590550"/>
                            <a:gd name="connsiteX37" fmla="*/ 43444 w 371475"/>
                            <a:gd name="connsiteY37" fmla="*/ 187148 h 590550"/>
                            <a:gd name="connsiteX38" fmla="*/ 7248 w 371475"/>
                            <a:gd name="connsiteY38" fmla="*/ 216675 h 590550"/>
                            <a:gd name="connsiteX39" fmla="*/ 38681 w 371475"/>
                            <a:gd name="connsiteY39" fmla="*/ 204293 h 590550"/>
                            <a:gd name="connsiteX40" fmla="*/ 56778 w 371475"/>
                            <a:gd name="connsiteY40" fmla="*/ 232868 h 590550"/>
                            <a:gd name="connsiteX41" fmla="*/ 82496 w 371475"/>
                            <a:gd name="connsiteY41" fmla="*/ 195720 h 590550"/>
                            <a:gd name="connsiteX42" fmla="*/ 85353 w 371475"/>
                            <a:gd name="connsiteY42" fmla="*/ 229058 h 590550"/>
                            <a:gd name="connsiteX43" fmla="*/ 70113 w 371475"/>
                            <a:gd name="connsiteY43" fmla="*/ 276683 h 590550"/>
                            <a:gd name="connsiteX44" fmla="*/ 133931 w 371475"/>
                            <a:gd name="connsiteY44" fmla="*/ 270016 h 590550"/>
                            <a:gd name="connsiteX45" fmla="*/ 145361 w 371475"/>
                            <a:gd name="connsiteY45" fmla="*/ 284303 h 590550"/>
                            <a:gd name="connsiteX46" fmla="*/ 152981 w 371475"/>
                            <a:gd name="connsiteY46" fmla="*/ 313831 h 590550"/>
                            <a:gd name="connsiteX47" fmla="*/ 164411 w 371475"/>
                            <a:gd name="connsiteY47" fmla="*/ 330975 h 590550"/>
                            <a:gd name="connsiteX48" fmla="*/ 160601 w 371475"/>
                            <a:gd name="connsiteY48" fmla="*/ 373838 h 590550"/>
                            <a:gd name="connsiteX49" fmla="*/ 115833 w 371475"/>
                            <a:gd name="connsiteY49" fmla="*/ 375743 h 590550"/>
                            <a:gd name="connsiteX50" fmla="*/ 102498 w 371475"/>
                            <a:gd name="connsiteY50" fmla="*/ 383363 h 590550"/>
                            <a:gd name="connsiteX51" fmla="*/ 89163 w 371475"/>
                            <a:gd name="connsiteY51" fmla="*/ 412891 h 590550"/>
                            <a:gd name="connsiteX52" fmla="*/ 114881 w 371475"/>
                            <a:gd name="connsiteY52" fmla="*/ 430988 h 590550"/>
                            <a:gd name="connsiteX53" fmla="*/ 72019 w 371475"/>
                            <a:gd name="connsiteY53" fmla="*/ 463373 h 590550"/>
                            <a:gd name="connsiteX54" fmla="*/ 89163 w 371475"/>
                            <a:gd name="connsiteY54" fmla="*/ 483375 h 590550"/>
                            <a:gd name="connsiteX55" fmla="*/ 114881 w 371475"/>
                            <a:gd name="connsiteY55" fmla="*/ 490043 h 590550"/>
                            <a:gd name="connsiteX56" fmla="*/ 161553 w 371475"/>
                            <a:gd name="connsiteY56" fmla="*/ 496710 h 590550"/>
                            <a:gd name="connsiteX57" fmla="*/ 165363 w 371475"/>
                            <a:gd name="connsiteY57" fmla="*/ 509093 h 590550"/>
                            <a:gd name="connsiteX58" fmla="*/ 116786 w 371475"/>
                            <a:gd name="connsiteY58" fmla="*/ 515760 h 590550"/>
                            <a:gd name="connsiteX59" fmla="*/ 60588 w 371475"/>
                            <a:gd name="connsiteY59" fmla="*/ 591008 h 590550"/>
                            <a:gd name="connsiteX60" fmla="*/ 92973 w 371475"/>
                            <a:gd name="connsiteY60" fmla="*/ 571006 h 590550"/>
                            <a:gd name="connsiteX61" fmla="*/ 112976 w 371475"/>
                            <a:gd name="connsiteY61" fmla="*/ 571006 h 590550"/>
                            <a:gd name="connsiteX62" fmla="*/ 131073 w 371475"/>
                            <a:gd name="connsiteY62" fmla="*/ 553860 h 590550"/>
                            <a:gd name="connsiteX63" fmla="*/ 168221 w 371475"/>
                            <a:gd name="connsiteY63" fmla="*/ 549098 h 590550"/>
                            <a:gd name="connsiteX64" fmla="*/ 175841 w 371475"/>
                            <a:gd name="connsiteY64" fmla="*/ 551956 h 590550"/>
                            <a:gd name="connsiteX65" fmla="*/ 176794 w 371475"/>
                            <a:gd name="connsiteY65" fmla="*/ 551956 h 590550"/>
                            <a:gd name="connsiteX66" fmla="*/ 211083 w 371475"/>
                            <a:gd name="connsiteY66" fmla="*/ 541478 h 590550"/>
                            <a:gd name="connsiteX67" fmla="*/ 246326 w 371475"/>
                            <a:gd name="connsiteY67" fmla="*/ 551003 h 590550"/>
                            <a:gd name="connsiteX68" fmla="*/ 295856 w 371475"/>
                            <a:gd name="connsiteY68" fmla="*/ 541478 h 590550"/>
                            <a:gd name="connsiteX69" fmla="*/ 356816 w 371475"/>
                            <a:gd name="connsiteY69" fmla="*/ 513856 h 590550"/>
                            <a:gd name="connsiteX70" fmla="*/ 337766 w 371475"/>
                            <a:gd name="connsiteY70" fmla="*/ 504331 h 590550"/>
                            <a:gd name="connsiteX71" fmla="*/ 340623 w 371475"/>
                            <a:gd name="connsiteY71" fmla="*/ 475756 h 590550"/>
                            <a:gd name="connsiteX72" fmla="*/ 376819 w 371475"/>
                            <a:gd name="connsiteY72" fmla="*/ 430035 h 590550"/>
                            <a:gd name="connsiteX73" fmla="*/ 376819 w 371475"/>
                            <a:gd name="connsiteY73" fmla="*/ 430035 h 590550"/>
                            <a:gd name="connsiteX74" fmla="*/ 370151 w 371475"/>
                            <a:gd name="connsiteY74" fmla="*/ 425273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71475" h="590550">
                              <a:moveTo>
                                <a:pt x="370151" y="425273"/>
                              </a:moveTo>
                              <a:cubicBezTo>
                                <a:pt x="368246" y="424320"/>
                                <a:pt x="366341" y="424320"/>
                                <a:pt x="364436" y="423368"/>
                              </a:cubicBezTo>
                              <a:cubicBezTo>
                                <a:pt x="352053" y="420510"/>
                                <a:pt x="342528" y="411938"/>
                                <a:pt x="335861" y="402413"/>
                              </a:cubicBezTo>
                              <a:cubicBezTo>
                                <a:pt x="334908" y="403366"/>
                                <a:pt x="333003" y="404318"/>
                                <a:pt x="333003" y="405270"/>
                              </a:cubicBezTo>
                              <a:cubicBezTo>
                                <a:pt x="328241" y="416700"/>
                                <a:pt x="318716" y="414795"/>
                                <a:pt x="311096" y="402413"/>
                              </a:cubicBezTo>
                              <a:cubicBezTo>
                                <a:pt x="303476" y="390031"/>
                                <a:pt x="317763" y="377648"/>
                                <a:pt x="310144" y="376695"/>
                              </a:cubicBezTo>
                              <a:cubicBezTo>
                                <a:pt x="302523" y="375743"/>
                                <a:pt x="293951" y="357645"/>
                                <a:pt x="295856" y="350978"/>
                              </a:cubicBezTo>
                              <a:cubicBezTo>
                                <a:pt x="295856" y="350025"/>
                                <a:pt x="295856" y="349073"/>
                                <a:pt x="295856" y="348120"/>
                              </a:cubicBezTo>
                              <a:cubicBezTo>
                                <a:pt x="287283" y="340500"/>
                                <a:pt x="280616" y="331928"/>
                                <a:pt x="273948" y="323356"/>
                              </a:cubicBezTo>
                              <a:cubicBezTo>
                                <a:pt x="271091" y="319545"/>
                                <a:pt x="269186" y="314783"/>
                                <a:pt x="268233" y="310020"/>
                              </a:cubicBezTo>
                              <a:lnTo>
                                <a:pt x="264423" y="308116"/>
                              </a:lnTo>
                              <a:cubicBezTo>
                                <a:pt x="252994" y="302400"/>
                                <a:pt x="246326" y="291923"/>
                                <a:pt x="242516" y="280493"/>
                              </a:cubicBezTo>
                              <a:cubicBezTo>
                                <a:pt x="241563" y="276683"/>
                                <a:pt x="240611" y="271920"/>
                                <a:pt x="240611" y="268110"/>
                              </a:cubicBezTo>
                              <a:cubicBezTo>
                                <a:pt x="239658" y="264300"/>
                                <a:pt x="238706" y="260491"/>
                                <a:pt x="237753" y="257633"/>
                              </a:cubicBezTo>
                              <a:cubicBezTo>
                                <a:pt x="224419" y="250013"/>
                                <a:pt x="214894" y="235725"/>
                                <a:pt x="213941" y="219533"/>
                              </a:cubicBezTo>
                              <a:cubicBezTo>
                                <a:pt x="211083" y="217628"/>
                                <a:pt x="207273" y="215723"/>
                                <a:pt x="204416" y="210960"/>
                              </a:cubicBezTo>
                              <a:cubicBezTo>
                                <a:pt x="192986" y="195720"/>
                                <a:pt x="173936" y="203341"/>
                                <a:pt x="164411" y="204293"/>
                              </a:cubicBezTo>
                              <a:cubicBezTo>
                                <a:pt x="155838" y="205245"/>
                                <a:pt x="162506" y="189053"/>
                                <a:pt x="173936" y="177623"/>
                              </a:cubicBezTo>
                              <a:cubicBezTo>
                                <a:pt x="172031" y="172860"/>
                                <a:pt x="171078" y="168098"/>
                                <a:pt x="171078" y="162383"/>
                              </a:cubicBezTo>
                              <a:cubicBezTo>
                                <a:pt x="170126" y="144285"/>
                                <a:pt x="183461" y="127141"/>
                                <a:pt x="199653" y="119521"/>
                              </a:cubicBezTo>
                              <a:cubicBezTo>
                                <a:pt x="202511" y="115710"/>
                                <a:pt x="205369" y="111900"/>
                                <a:pt x="209178" y="108091"/>
                              </a:cubicBezTo>
                              <a:cubicBezTo>
                                <a:pt x="209178" y="108091"/>
                                <a:pt x="209178" y="108091"/>
                                <a:pt x="210131" y="108091"/>
                              </a:cubicBezTo>
                              <a:cubicBezTo>
                                <a:pt x="212036" y="99518"/>
                                <a:pt x="213941" y="92850"/>
                                <a:pt x="213941" y="89041"/>
                              </a:cubicBezTo>
                              <a:cubicBezTo>
                                <a:pt x="213941" y="76658"/>
                                <a:pt x="145361" y="77610"/>
                                <a:pt x="132026" y="85230"/>
                              </a:cubicBezTo>
                              <a:cubicBezTo>
                                <a:pt x="118691" y="91898"/>
                                <a:pt x="106308" y="74753"/>
                                <a:pt x="116786" y="69991"/>
                              </a:cubicBezTo>
                              <a:cubicBezTo>
                                <a:pt x="128216" y="65228"/>
                                <a:pt x="151076" y="40463"/>
                                <a:pt x="150123" y="30938"/>
                              </a:cubicBezTo>
                              <a:cubicBezTo>
                                <a:pt x="149171" y="21413"/>
                                <a:pt x="166316" y="11888"/>
                                <a:pt x="156791" y="2363"/>
                              </a:cubicBezTo>
                              <a:cubicBezTo>
                                <a:pt x="147266" y="-7162"/>
                                <a:pt x="145361" y="14745"/>
                                <a:pt x="136788" y="21413"/>
                              </a:cubicBezTo>
                              <a:cubicBezTo>
                                <a:pt x="128216" y="28080"/>
                                <a:pt x="109166" y="26175"/>
                                <a:pt x="89163" y="22366"/>
                              </a:cubicBezTo>
                              <a:cubicBezTo>
                                <a:pt x="86306" y="21413"/>
                                <a:pt x="84401" y="21413"/>
                                <a:pt x="82496" y="22366"/>
                              </a:cubicBezTo>
                              <a:cubicBezTo>
                                <a:pt x="79638" y="33795"/>
                                <a:pt x="73923" y="44273"/>
                                <a:pt x="62494" y="50941"/>
                              </a:cubicBezTo>
                              <a:cubicBezTo>
                                <a:pt x="61541" y="55703"/>
                                <a:pt x="61541" y="59513"/>
                                <a:pt x="61541" y="62370"/>
                              </a:cubicBezTo>
                              <a:cubicBezTo>
                                <a:pt x="62494" y="75705"/>
                                <a:pt x="37728" y="83325"/>
                                <a:pt x="41538" y="94755"/>
                              </a:cubicBezTo>
                              <a:cubicBezTo>
                                <a:pt x="45348" y="106185"/>
                                <a:pt x="36776" y="114758"/>
                                <a:pt x="30108" y="108091"/>
                              </a:cubicBezTo>
                              <a:cubicBezTo>
                                <a:pt x="23441" y="101423"/>
                                <a:pt x="16773" y="86183"/>
                                <a:pt x="3438" y="97613"/>
                              </a:cubicBezTo>
                              <a:cubicBezTo>
                                <a:pt x="-9897" y="109043"/>
                                <a:pt x="18678" y="123330"/>
                                <a:pt x="35823" y="126188"/>
                              </a:cubicBezTo>
                              <a:cubicBezTo>
                                <a:pt x="52969" y="128093"/>
                                <a:pt x="22488" y="141428"/>
                                <a:pt x="19631" y="161430"/>
                              </a:cubicBezTo>
                              <a:cubicBezTo>
                                <a:pt x="16773" y="181433"/>
                                <a:pt x="41538" y="172860"/>
                                <a:pt x="43444" y="187148"/>
                              </a:cubicBezTo>
                              <a:cubicBezTo>
                                <a:pt x="44396" y="201435"/>
                                <a:pt x="7248" y="203341"/>
                                <a:pt x="7248" y="216675"/>
                              </a:cubicBezTo>
                              <a:cubicBezTo>
                                <a:pt x="7248" y="230010"/>
                                <a:pt x="29156" y="210008"/>
                                <a:pt x="38681" y="204293"/>
                              </a:cubicBezTo>
                              <a:cubicBezTo>
                                <a:pt x="48206" y="198578"/>
                                <a:pt x="33919" y="237631"/>
                                <a:pt x="56778" y="232868"/>
                              </a:cubicBezTo>
                              <a:cubicBezTo>
                                <a:pt x="80591" y="229058"/>
                                <a:pt x="73923" y="193816"/>
                                <a:pt x="82496" y="195720"/>
                              </a:cubicBezTo>
                              <a:cubicBezTo>
                                <a:pt x="91069" y="196673"/>
                                <a:pt x="78686" y="213818"/>
                                <a:pt x="85353" y="229058"/>
                              </a:cubicBezTo>
                              <a:cubicBezTo>
                                <a:pt x="92973" y="244298"/>
                                <a:pt x="68208" y="266206"/>
                                <a:pt x="70113" y="276683"/>
                              </a:cubicBezTo>
                              <a:cubicBezTo>
                                <a:pt x="71066" y="287160"/>
                                <a:pt x="118691" y="287160"/>
                                <a:pt x="133931" y="270016"/>
                              </a:cubicBezTo>
                              <a:cubicBezTo>
                                <a:pt x="149171" y="252870"/>
                                <a:pt x="155838" y="270968"/>
                                <a:pt x="145361" y="284303"/>
                              </a:cubicBezTo>
                              <a:cubicBezTo>
                                <a:pt x="134883" y="296685"/>
                                <a:pt x="139646" y="309068"/>
                                <a:pt x="152981" y="313831"/>
                              </a:cubicBezTo>
                              <a:cubicBezTo>
                                <a:pt x="166316" y="318593"/>
                                <a:pt x="171078" y="320498"/>
                                <a:pt x="164411" y="330975"/>
                              </a:cubicBezTo>
                              <a:cubicBezTo>
                                <a:pt x="158696" y="342406"/>
                                <a:pt x="163458" y="363360"/>
                                <a:pt x="160601" y="373838"/>
                              </a:cubicBezTo>
                              <a:cubicBezTo>
                                <a:pt x="157744" y="384316"/>
                                <a:pt x="116786" y="383363"/>
                                <a:pt x="115833" y="375743"/>
                              </a:cubicBezTo>
                              <a:cubicBezTo>
                                <a:pt x="114881" y="369075"/>
                                <a:pt x="97736" y="373838"/>
                                <a:pt x="102498" y="383363"/>
                              </a:cubicBezTo>
                              <a:cubicBezTo>
                                <a:pt x="107261" y="392888"/>
                                <a:pt x="88211" y="403366"/>
                                <a:pt x="89163" y="412891"/>
                              </a:cubicBezTo>
                              <a:cubicBezTo>
                                <a:pt x="90116" y="422416"/>
                                <a:pt x="114881" y="419558"/>
                                <a:pt x="114881" y="430988"/>
                              </a:cubicBezTo>
                              <a:cubicBezTo>
                                <a:pt x="115833" y="442418"/>
                                <a:pt x="96783" y="455753"/>
                                <a:pt x="72019" y="463373"/>
                              </a:cubicBezTo>
                              <a:cubicBezTo>
                                <a:pt x="47253" y="470993"/>
                                <a:pt x="76781" y="491948"/>
                                <a:pt x="89163" y="483375"/>
                              </a:cubicBezTo>
                              <a:cubicBezTo>
                                <a:pt x="100594" y="473850"/>
                                <a:pt x="98688" y="490043"/>
                                <a:pt x="114881" y="490043"/>
                              </a:cubicBezTo>
                              <a:cubicBezTo>
                                <a:pt x="132026" y="490043"/>
                                <a:pt x="142503" y="505283"/>
                                <a:pt x="161553" y="496710"/>
                              </a:cubicBezTo>
                              <a:cubicBezTo>
                                <a:pt x="180603" y="489091"/>
                                <a:pt x="179651" y="496710"/>
                                <a:pt x="165363" y="509093"/>
                              </a:cubicBezTo>
                              <a:cubicBezTo>
                                <a:pt x="151076" y="521475"/>
                                <a:pt x="129169" y="508141"/>
                                <a:pt x="116786" y="515760"/>
                              </a:cubicBezTo>
                              <a:cubicBezTo>
                                <a:pt x="103451" y="523381"/>
                                <a:pt x="50111" y="577673"/>
                                <a:pt x="60588" y="591008"/>
                              </a:cubicBezTo>
                              <a:cubicBezTo>
                                <a:pt x="66303" y="598628"/>
                                <a:pt x="73923" y="579578"/>
                                <a:pt x="92973" y="571006"/>
                              </a:cubicBezTo>
                              <a:cubicBezTo>
                                <a:pt x="103451" y="566243"/>
                                <a:pt x="109166" y="568148"/>
                                <a:pt x="112976" y="571006"/>
                              </a:cubicBezTo>
                              <a:cubicBezTo>
                                <a:pt x="116786" y="563385"/>
                                <a:pt x="123453" y="557670"/>
                                <a:pt x="131073" y="553860"/>
                              </a:cubicBezTo>
                              <a:cubicBezTo>
                                <a:pt x="141551" y="547193"/>
                                <a:pt x="156791" y="546241"/>
                                <a:pt x="168221" y="549098"/>
                              </a:cubicBezTo>
                              <a:cubicBezTo>
                                <a:pt x="171078" y="550050"/>
                                <a:pt x="172983" y="551003"/>
                                <a:pt x="175841" y="551956"/>
                              </a:cubicBezTo>
                              <a:cubicBezTo>
                                <a:pt x="176794" y="551956"/>
                                <a:pt x="176794" y="551956"/>
                                <a:pt x="176794" y="551956"/>
                              </a:cubicBezTo>
                              <a:cubicBezTo>
                                <a:pt x="192033" y="554813"/>
                                <a:pt x="203463" y="548145"/>
                                <a:pt x="211083" y="541478"/>
                              </a:cubicBezTo>
                              <a:cubicBezTo>
                                <a:pt x="218703" y="534810"/>
                                <a:pt x="239658" y="555766"/>
                                <a:pt x="246326" y="551003"/>
                              </a:cubicBezTo>
                              <a:cubicBezTo>
                                <a:pt x="252994" y="546241"/>
                                <a:pt x="281569" y="540525"/>
                                <a:pt x="295856" y="541478"/>
                              </a:cubicBezTo>
                              <a:cubicBezTo>
                                <a:pt x="310144" y="542431"/>
                                <a:pt x="347291" y="524333"/>
                                <a:pt x="356816" y="513856"/>
                              </a:cubicBezTo>
                              <a:cubicBezTo>
                                <a:pt x="366341" y="504331"/>
                                <a:pt x="351101" y="501473"/>
                                <a:pt x="337766" y="504331"/>
                              </a:cubicBezTo>
                              <a:cubicBezTo>
                                <a:pt x="324431" y="506235"/>
                                <a:pt x="327288" y="490043"/>
                                <a:pt x="340623" y="475756"/>
                              </a:cubicBezTo>
                              <a:cubicBezTo>
                                <a:pt x="353958" y="461468"/>
                                <a:pt x="375866" y="450991"/>
                                <a:pt x="376819" y="430035"/>
                              </a:cubicBezTo>
                              <a:cubicBezTo>
                                <a:pt x="376819" y="430035"/>
                                <a:pt x="376819" y="430035"/>
                                <a:pt x="376819" y="430035"/>
                              </a:cubicBezTo>
                              <a:cubicBezTo>
                                <a:pt x="376819" y="428131"/>
                                <a:pt x="373008" y="426225"/>
                                <a:pt x="370151" y="42527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28" name="Freeform: Shape 482">
                          <a:extLst>
                            <a:ext uri="{FF2B5EF4-FFF2-40B4-BE49-F238E27FC236}">
                              <a16:creationId xmlns:a16="http://schemas.microsoft.com/office/drawing/2014/main" id="{BAE299B7-AB67-0508-90D4-E68D33E0DA3A}"/>
                            </a:ext>
                          </a:extLst>
                        </p:cNvPr>
                        <p:cNvSpPr/>
                        <p:nvPr/>
                      </p:nvSpPr>
                      <p:spPr>
                        <a:xfrm>
                          <a:off x="14798382" y="5558435"/>
                          <a:ext cx="104775" cy="76200"/>
                        </a:xfrm>
                        <a:custGeom>
                          <a:avLst/>
                          <a:gdLst>
                            <a:gd name="connsiteX0" fmla="*/ 25787 w 104775"/>
                            <a:gd name="connsiteY0" fmla="*/ 14869 h 76200"/>
                            <a:gd name="connsiteX1" fmla="*/ 13405 w 104775"/>
                            <a:gd name="connsiteY1" fmla="*/ 42491 h 76200"/>
                            <a:gd name="connsiteX2" fmla="*/ 3880 w 104775"/>
                            <a:gd name="connsiteY2" fmla="*/ 70114 h 76200"/>
                            <a:gd name="connsiteX3" fmla="*/ 31503 w 104775"/>
                            <a:gd name="connsiteY3" fmla="*/ 76781 h 76200"/>
                            <a:gd name="connsiteX4" fmla="*/ 57220 w 104775"/>
                            <a:gd name="connsiteY4" fmla="*/ 68209 h 76200"/>
                            <a:gd name="connsiteX5" fmla="*/ 71507 w 104775"/>
                            <a:gd name="connsiteY5" fmla="*/ 82496 h 76200"/>
                            <a:gd name="connsiteX6" fmla="*/ 105798 w 104775"/>
                            <a:gd name="connsiteY6" fmla="*/ 59636 h 76200"/>
                            <a:gd name="connsiteX7" fmla="*/ 81032 w 104775"/>
                            <a:gd name="connsiteY7" fmla="*/ 6296 h 76200"/>
                            <a:gd name="connsiteX8" fmla="*/ 25787 w 104775"/>
                            <a:gd name="connsiteY8" fmla="*/ 14869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775" h="76200">
                              <a:moveTo>
                                <a:pt x="25787" y="14869"/>
                              </a:moveTo>
                              <a:cubicBezTo>
                                <a:pt x="22930" y="28204"/>
                                <a:pt x="18168" y="38681"/>
                                <a:pt x="13405" y="42491"/>
                              </a:cubicBezTo>
                              <a:cubicBezTo>
                                <a:pt x="6737" y="48206"/>
                                <a:pt x="-6597" y="68209"/>
                                <a:pt x="3880" y="70114"/>
                              </a:cubicBezTo>
                              <a:cubicBezTo>
                                <a:pt x="13405" y="72019"/>
                                <a:pt x="29598" y="89164"/>
                                <a:pt x="31503" y="76781"/>
                              </a:cubicBezTo>
                              <a:cubicBezTo>
                                <a:pt x="33407" y="64399"/>
                                <a:pt x="40075" y="47254"/>
                                <a:pt x="57220" y="68209"/>
                              </a:cubicBezTo>
                              <a:cubicBezTo>
                                <a:pt x="61030" y="72971"/>
                                <a:pt x="66745" y="77734"/>
                                <a:pt x="71507" y="82496"/>
                              </a:cubicBezTo>
                              <a:cubicBezTo>
                                <a:pt x="74365" y="72971"/>
                                <a:pt x="95320" y="71066"/>
                                <a:pt x="105798" y="59636"/>
                              </a:cubicBezTo>
                              <a:cubicBezTo>
                                <a:pt x="119132" y="45349"/>
                                <a:pt x="99130" y="25346"/>
                                <a:pt x="81032" y="6296"/>
                              </a:cubicBezTo>
                              <a:cubicBezTo>
                                <a:pt x="64840" y="-11801"/>
                                <a:pt x="43885" y="14869"/>
                                <a:pt x="25787" y="14869"/>
                              </a:cubicBezTo>
                              <a:close/>
                            </a:path>
                          </a:pathLst>
                        </a:custGeom>
                        <a:solidFill>
                          <a:schemeClr val="accent1"/>
                        </a:solidFill>
                        <a:ln w="7144" cap="flat">
                          <a:solidFill>
                            <a:srgbClr val="FFFFFF"/>
                          </a:solidFill>
                          <a:prstDash val="solid"/>
                          <a:miter/>
                        </a:ln>
                      </p:spPr>
                      <p:txBody>
                        <a:bodyPr rtlCol="0" anchor="ctr"/>
                        <a:lstStyle/>
                        <a:p>
                          <a:endParaRPr lang="en-ID"/>
                        </a:p>
                      </p:txBody>
                    </p:sp>
                  </p:grpSp>
                </p:grpSp>
                <p:sp>
                  <p:nvSpPr>
                    <p:cNvPr id="813" name="Freeform: Shape 467">
                      <a:extLst>
                        <a:ext uri="{FF2B5EF4-FFF2-40B4-BE49-F238E27FC236}">
                          <a16:creationId xmlns:a16="http://schemas.microsoft.com/office/drawing/2014/main" id="{9D7E7C78-6228-557A-819C-40BB7C8C72F3}"/>
                        </a:ext>
                      </a:extLst>
                    </p:cNvPr>
                    <p:cNvSpPr/>
                    <p:nvPr/>
                  </p:nvSpPr>
                  <p:spPr>
                    <a:xfrm>
                      <a:off x="15788619" y="5488603"/>
                      <a:ext cx="54696" cy="82043"/>
                    </a:xfrm>
                    <a:custGeom>
                      <a:avLst/>
                      <a:gdLst>
                        <a:gd name="connsiteX0" fmla="*/ 63371 w 57150"/>
                        <a:gd name="connsiteY0" fmla="*/ 4493 h 85725"/>
                        <a:gd name="connsiteX1" fmla="*/ 48130 w 57150"/>
                        <a:gd name="connsiteY1" fmla="*/ 15923 h 85725"/>
                        <a:gd name="connsiteX2" fmla="*/ 32891 w 57150"/>
                        <a:gd name="connsiteY2" fmla="*/ 4493 h 85725"/>
                        <a:gd name="connsiteX3" fmla="*/ 4316 w 57150"/>
                        <a:gd name="connsiteY3" fmla="*/ 17828 h 85725"/>
                        <a:gd name="connsiteX4" fmla="*/ 21461 w 57150"/>
                        <a:gd name="connsiteY4" fmla="*/ 61643 h 85725"/>
                        <a:gd name="connsiteX5" fmla="*/ 9078 w 57150"/>
                        <a:gd name="connsiteY5" fmla="*/ 74026 h 85725"/>
                        <a:gd name="connsiteX6" fmla="*/ 20508 w 57150"/>
                        <a:gd name="connsiteY6" fmla="*/ 94980 h 85725"/>
                        <a:gd name="connsiteX7" fmla="*/ 52893 w 57150"/>
                        <a:gd name="connsiteY7" fmla="*/ 55928 h 85725"/>
                        <a:gd name="connsiteX8" fmla="*/ 63371 w 57150"/>
                        <a:gd name="connsiteY8" fmla="*/ 4493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 h="85725">
                          <a:moveTo>
                            <a:pt x="63371" y="4493"/>
                          </a:moveTo>
                          <a:cubicBezTo>
                            <a:pt x="57655" y="683"/>
                            <a:pt x="53846" y="14018"/>
                            <a:pt x="48130" y="15923"/>
                          </a:cubicBezTo>
                          <a:cubicBezTo>
                            <a:pt x="42416" y="17828"/>
                            <a:pt x="35748" y="-10747"/>
                            <a:pt x="32891" y="4493"/>
                          </a:cubicBezTo>
                          <a:cubicBezTo>
                            <a:pt x="30033" y="19733"/>
                            <a:pt x="17651" y="-2174"/>
                            <a:pt x="4316" y="17828"/>
                          </a:cubicBezTo>
                          <a:cubicBezTo>
                            <a:pt x="-9020" y="37830"/>
                            <a:pt x="11936" y="54976"/>
                            <a:pt x="21461" y="61643"/>
                          </a:cubicBezTo>
                          <a:cubicBezTo>
                            <a:pt x="30986" y="68311"/>
                            <a:pt x="20508" y="76883"/>
                            <a:pt x="9078" y="74026"/>
                          </a:cubicBezTo>
                          <a:cubicBezTo>
                            <a:pt x="-2352" y="71168"/>
                            <a:pt x="4316" y="92123"/>
                            <a:pt x="20508" y="94980"/>
                          </a:cubicBezTo>
                          <a:cubicBezTo>
                            <a:pt x="36701" y="97838"/>
                            <a:pt x="54798" y="63548"/>
                            <a:pt x="52893" y="55928"/>
                          </a:cubicBezTo>
                          <a:cubicBezTo>
                            <a:pt x="50988" y="47355"/>
                            <a:pt x="69086" y="8303"/>
                            <a:pt x="63371" y="4493"/>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14" name="Freeform: Shape 468">
                      <a:extLst>
                        <a:ext uri="{FF2B5EF4-FFF2-40B4-BE49-F238E27FC236}">
                          <a16:creationId xmlns:a16="http://schemas.microsoft.com/office/drawing/2014/main" id="{3CC6FC02-38F4-833C-074A-B341457A844F}"/>
                        </a:ext>
                      </a:extLst>
                    </p:cNvPr>
                    <p:cNvSpPr/>
                    <p:nvPr/>
                  </p:nvSpPr>
                  <p:spPr>
                    <a:xfrm>
                      <a:off x="15664216" y="5377458"/>
                      <a:ext cx="109389" cy="191434"/>
                    </a:xfrm>
                    <a:custGeom>
                      <a:avLst/>
                      <a:gdLst>
                        <a:gd name="connsiteX0" fmla="*/ 94297 w 114300"/>
                        <a:gd name="connsiteY0" fmla="*/ 76810 h 200025"/>
                        <a:gd name="connsiteX1" fmla="*/ 93345 w 114300"/>
                        <a:gd name="connsiteY1" fmla="*/ 43473 h 200025"/>
                        <a:gd name="connsiteX2" fmla="*/ 98107 w 114300"/>
                        <a:gd name="connsiteY2" fmla="*/ 2515 h 200025"/>
                        <a:gd name="connsiteX3" fmla="*/ 65722 w 114300"/>
                        <a:gd name="connsiteY3" fmla="*/ 21565 h 200025"/>
                        <a:gd name="connsiteX4" fmla="*/ 40005 w 114300"/>
                        <a:gd name="connsiteY4" fmla="*/ 36805 h 200025"/>
                        <a:gd name="connsiteX5" fmla="*/ 41910 w 114300"/>
                        <a:gd name="connsiteY5" fmla="*/ 57760 h 200025"/>
                        <a:gd name="connsiteX6" fmla="*/ 16192 w 114300"/>
                        <a:gd name="connsiteY6" fmla="*/ 43473 h 200025"/>
                        <a:gd name="connsiteX7" fmla="*/ 0 w 114300"/>
                        <a:gd name="connsiteY7" fmla="*/ 64428 h 200025"/>
                        <a:gd name="connsiteX8" fmla="*/ 5715 w 114300"/>
                        <a:gd name="connsiteY8" fmla="*/ 85383 h 200025"/>
                        <a:gd name="connsiteX9" fmla="*/ 10477 w 114300"/>
                        <a:gd name="connsiteY9" fmla="*/ 151105 h 200025"/>
                        <a:gd name="connsiteX10" fmla="*/ 11430 w 114300"/>
                        <a:gd name="connsiteY10" fmla="*/ 167298 h 200025"/>
                        <a:gd name="connsiteX11" fmla="*/ 11430 w 114300"/>
                        <a:gd name="connsiteY11" fmla="*/ 174918 h 200025"/>
                        <a:gd name="connsiteX12" fmla="*/ 18097 w 114300"/>
                        <a:gd name="connsiteY12" fmla="*/ 195873 h 200025"/>
                        <a:gd name="connsiteX13" fmla="*/ 58102 w 114300"/>
                        <a:gd name="connsiteY13" fmla="*/ 199683 h 200025"/>
                        <a:gd name="connsiteX14" fmla="*/ 74295 w 114300"/>
                        <a:gd name="connsiteY14" fmla="*/ 199683 h 200025"/>
                        <a:gd name="connsiteX15" fmla="*/ 56197 w 114300"/>
                        <a:gd name="connsiteY15" fmla="*/ 173965 h 200025"/>
                        <a:gd name="connsiteX16" fmla="*/ 79057 w 114300"/>
                        <a:gd name="connsiteY16" fmla="*/ 178728 h 200025"/>
                        <a:gd name="connsiteX17" fmla="*/ 110490 w 114300"/>
                        <a:gd name="connsiteY17" fmla="*/ 177775 h 200025"/>
                        <a:gd name="connsiteX18" fmla="*/ 95250 w 114300"/>
                        <a:gd name="connsiteY18" fmla="*/ 148248 h 200025"/>
                        <a:gd name="connsiteX19" fmla="*/ 75247 w 114300"/>
                        <a:gd name="connsiteY19" fmla="*/ 145390 h 200025"/>
                        <a:gd name="connsiteX20" fmla="*/ 87630 w 114300"/>
                        <a:gd name="connsiteY20" fmla="*/ 115863 h 200025"/>
                        <a:gd name="connsiteX21" fmla="*/ 115252 w 114300"/>
                        <a:gd name="connsiteY21" fmla="*/ 99670 h 200025"/>
                        <a:gd name="connsiteX22" fmla="*/ 94297 w 114300"/>
                        <a:gd name="connsiteY22" fmla="*/ 7681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4300" h="200025">
                          <a:moveTo>
                            <a:pt x="94297" y="76810"/>
                          </a:moveTo>
                          <a:cubicBezTo>
                            <a:pt x="87630" y="73000"/>
                            <a:pt x="84772" y="51093"/>
                            <a:pt x="93345" y="43473"/>
                          </a:cubicBezTo>
                          <a:cubicBezTo>
                            <a:pt x="100965" y="36805"/>
                            <a:pt x="104775" y="9183"/>
                            <a:pt x="98107" y="2515"/>
                          </a:cubicBezTo>
                          <a:cubicBezTo>
                            <a:pt x="91440" y="-4152"/>
                            <a:pt x="67627" y="2515"/>
                            <a:pt x="65722" y="21565"/>
                          </a:cubicBezTo>
                          <a:cubicBezTo>
                            <a:pt x="63817" y="40615"/>
                            <a:pt x="44767" y="32043"/>
                            <a:pt x="40005" y="36805"/>
                          </a:cubicBezTo>
                          <a:cubicBezTo>
                            <a:pt x="35242" y="40615"/>
                            <a:pt x="50482" y="49188"/>
                            <a:pt x="41910" y="57760"/>
                          </a:cubicBezTo>
                          <a:cubicBezTo>
                            <a:pt x="33338" y="66333"/>
                            <a:pt x="30480" y="45378"/>
                            <a:pt x="16192" y="43473"/>
                          </a:cubicBezTo>
                          <a:cubicBezTo>
                            <a:pt x="6667" y="42520"/>
                            <a:pt x="2857" y="52998"/>
                            <a:pt x="0" y="64428"/>
                          </a:cubicBezTo>
                          <a:cubicBezTo>
                            <a:pt x="2857" y="71095"/>
                            <a:pt x="4763" y="77763"/>
                            <a:pt x="5715" y="85383"/>
                          </a:cubicBezTo>
                          <a:cubicBezTo>
                            <a:pt x="9525" y="107290"/>
                            <a:pt x="4763" y="130150"/>
                            <a:pt x="10477" y="151105"/>
                          </a:cubicBezTo>
                          <a:cubicBezTo>
                            <a:pt x="12382" y="156821"/>
                            <a:pt x="12382" y="162535"/>
                            <a:pt x="11430" y="167298"/>
                          </a:cubicBezTo>
                          <a:cubicBezTo>
                            <a:pt x="12382" y="170155"/>
                            <a:pt x="11430" y="172060"/>
                            <a:pt x="11430" y="174918"/>
                          </a:cubicBezTo>
                          <a:cubicBezTo>
                            <a:pt x="9525" y="181585"/>
                            <a:pt x="13335" y="189205"/>
                            <a:pt x="18097" y="195873"/>
                          </a:cubicBezTo>
                          <a:cubicBezTo>
                            <a:pt x="35242" y="195873"/>
                            <a:pt x="51435" y="197778"/>
                            <a:pt x="58102" y="199683"/>
                          </a:cubicBezTo>
                          <a:cubicBezTo>
                            <a:pt x="60960" y="200635"/>
                            <a:pt x="66675" y="200635"/>
                            <a:pt x="74295" y="199683"/>
                          </a:cubicBezTo>
                          <a:cubicBezTo>
                            <a:pt x="68580" y="189205"/>
                            <a:pt x="55245" y="181585"/>
                            <a:pt x="56197" y="173965"/>
                          </a:cubicBezTo>
                          <a:cubicBezTo>
                            <a:pt x="57150" y="164440"/>
                            <a:pt x="69532" y="170155"/>
                            <a:pt x="79057" y="178728"/>
                          </a:cubicBezTo>
                          <a:cubicBezTo>
                            <a:pt x="88582" y="187300"/>
                            <a:pt x="108585" y="188253"/>
                            <a:pt x="110490" y="177775"/>
                          </a:cubicBezTo>
                          <a:cubicBezTo>
                            <a:pt x="111442" y="171108"/>
                            <a:pt x="107632" y="141580"/>
                            <a:pt x="95250" y="148248"/>
                          </a:cubicBezTo>
                          <a:cubicBezTo>
                            <a:pt x="82867" y="154915"/>
                            <a:pt x="80010" y="152058"/>
                            <a:pt x="75247" y="145390"/>
                          </a:cubicBezTo>
                          <a:cubicBezTo>
                            <a:pt x="70485" y="138723"/>
                            <a:pt x="84772" y="127293"/>
                            <a:pt x="87630" y="115863"/>
                          </a:cubicBezTo>
                          <a:cubicBezTo>
                            <a:pt x="90488" y="104433"/>
                            <a:pt x="112395" y="109196"/>
                            <a:pt x="115252" y="99670"/>
                          </a:cubicBezTo>
                          <a:cubicBezTo>
                            <a:pt x="119063" y="90145"/>
                            <a:pt x="100965" y="80620"/>
                            <a:pt x="94297" y="7681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15" name="Freeform: Shape 469">
                      <a:extLst>
                        <a:ext uri="{FF2B5EF4-FFF2-40B4-BE49-F238E27FC236}">
                          <a16:creationId xmlns:a16="http://schemas.microsoft.com/office/drawing/2014/main" id="{4A7D2DBC-B8CF-9121-FD90-80BD71D21C1E}"/>
                        </a:ext>
                      </a:extLst>
                    </p:cNvPr>
                    <p:cNvSpPr/>
                    <p:nvPr/>
                  </p:nvSpPr>
                  <p:spPr>
                    <a:xfrm>
                      <a:off x="16070311" y="5368014"/>
                      <a:ext cx="36463" cy="54696"/>
                    </a:xfrm>
                    <a:custGeom>
                      <a:avLst/>
                      <a:gdLst>
                        <a:gd name="connsiteX0" fmla="*/ 31927 w 38100"/>
                        <a:gd name="connsiteY0" fmla="*/ 0 h 57150"/>
                        <a:gd name="connsiteX1" fmla="*/ 1447 w 38100"/>
                        <a:gd name="connsiteY1" fmla="*/ 61913 h 57150"/>
                        <a:gd name="connsiteX2" fmla="*/ 31927 w 38100"/>
                        <a:gd name="connsiteY2" fmla="*/ 0 h 57150"/>
                      </a:gdLst>
                      <a:ahLst/>
                      <a:cxnLst>
                        <a:cxn ang="0">
                          <a:pos x="connsiteX0" y="connsiteY0"/>
                        </a:cxn>
                        <a:cxn ang="0">
                          <a:pos x="connsiteX1" y="connsiteY1"/>
                        </a:cxn>
                        <a:cxn ang="0">
                          <a:pos x="connsiteX2" y="connsiteY2"/>
                        </a:cxn>
                      </a:cxnLst>
                      <a:rect l="l" t="t" r="r" b="b"/>
                      <a:pathLst>
                        <a:path w="38100" h="57150">
                          <a:moveTo>
                            <a:pt x="31927" y="0"/>
                          </a:moveTo>
                          <a:cubicBezTo>
                            <a:pt x="7162" y="953"/>
                            <a:pt x="-4268" y="53340"/>
                            <a:pt x="1447" y="61913"/>
                          </a:cubicBezTo>
                          <a:cubicBezTo>
                            <a:pt x="6209" y="69533"/>
                            <a:pt x="56692" y="0"/>
                            <a:pt x="31927" y="0"/>
                          </a:cubicBezTo>
                          <a:close/>
                        </a:path>
                      </a:pathLst>
                    </a:custGeom>
                    <a:grpFill/>
                    <a:ln w="7144" cap="flat">
                      <a:solidFill>
                        <a:srgbClr val="FFFFFF"/>
                      </a:solidFill>
                      <a:prstDash val="solid"/>
                      <a:miter/>
                    </a:ln>
                  </p:spPr>
                  <p:txBody>
                    <a:bodyPr rtlCol="0" anchor="ctr"/>
                    <a:lstStyle/>
                    <a:p>
                      <a:endParaRPr lang="en-ID"/>
                    </a:p>
                  </p:txBody>
                </p:sp>
                <p:sp>
                  <p:nvSpPr>
                    <p:cNvPr id="816" name="Freeform: Shape 470">
                      <a:extLst>
                        <a:ext uri="{FF2B5EF4-FFF2-40B4-BE49-F238E27FC236}">
                          <a16:creationId xmlns:a16="http://schemas.microsoft.com/office/drawing/2014/main" id="{845C78AF-3EAB-A35E-495A-4452803457FE}"/>
                        </a:ext>
                      </a:extLst>
                    </p:cNvPr>
                    <p:cNvSpPr/>
                    <p:nvPr/>
                  </p:nvSpPr>
                  <p:spPr>
                    <a:xfrm>
                      <a:off x="15789918" y="4546050"/>
                      <a:ext cx="519604" cy="984514"/>
                    </a:xfrm>
                    <a:custGeom>
                      <a:avLst/>
                      <a:gdLst>
                        <a:gd name="connsiteX0" fmla="*/ 544931 w 542925"/>
                        <a:gd name="connsiteY0" fmla="*/ 238778 h 1028700"/>
                        <a:gd name="connsiteX1" fmla="*/ 536359 w 542925"/>
                        <a:gd name="connsiteY1" fmla="*/ 214013 h 1028700"/>
                        <a:gd name="connsiteX2" fmla="*/ 538264 w 542925"/>
                        <a:gd name="connsiteY2" fmla="*/ 173055 h 1028700"/>
                        <a:gd name="connsiteX3" fmla="*/ 527786 w 542925"/>
                        <a:gd name="connsiteY3" fmla="*/ 130193 h 1028700"/>
                        <a:gd name="connsiteX4" fmla="*/ 525881 w 542925"/>
                        <a:gd name="connsiteY4" fmla="*/ 84473 h 1028700"/>
                        <a:gd name="connsiteX5" fmla="*/ 463016 w 542925"/>
                        <a:gd name="connsiteY5" fmla="*/ 43516 h 1028700"/>
                        <a:gd name="connsiteX6" fmla="*/ 410628 w 542925"/>
                        <a:gd name="connsiteY6" fmla="*/ 2558 h 1028700"/>
                        <a:gd name="connsiteX7" fmla="*/ 385864 w 542925"/>
                        <a:gd name="connsiteY7" fmla="*/ 38753 h 1028700"/>
                        <a:gd name="connsiteX8" fmla="*/ 356336 w 542925"/>
                        <a:gd name="connsiteY8" fmla="*/ 47325 h 1028700"/>
                        <a:gd name="connsiteX9" fmla="*/ 309664 w 542925"/>
                        <a:gd name="connsiteY9" fmla="*/ 38753 h 1028700"/>
                        <a:gd name="connsiteX10" fmla="*/ 299186 w 542925"/>
                        <a:gd name="connsiteY10" fmla="*/ 73043 h 1028700"/>
                        <a:gd name="connsiteX11" fmla="*/ 265848 w 542925"/>
                        <a:gd name="connsiteY11" fmla="*/ 86378 h 1028700"/>
                        <a:gd name="connsiteX12" fmla="*/ 232511 w 542925"/>
                        <a:gd name="connsiteY12" fmla="*/ 114000 h 1028700"/>
                        <a:gd name="connsiteX13" fmla="*/ 220128 w 542925"/>
                        <a:gd name="connsiteY13" fmla="*/ 148291 h 1028700"/>
                        <a:gd name="connsiteX14" fmla="*/ 209651 w 542925"/>
                        <a:gd name="connsiteY14" fmla="*/ 173055 h 1028700"/>
                        <a:gd name="connsiteX15" fmla="*/ 186791 w 542925"/>
                        <a:gd name="connsiteY15" fmla="*/ 209250 h 1028700"/>
                        <a:gd name="connsiteX16" fmla="*/ 178219 w 542925"/>
                        <a:gd name="connsiteY16" fmla="*/ 236873 h 1028700"/>
                        <a:gd name="connsiteX17" fmla="*/ 144881 w 542925"/>
                        <a:gd name="connsiteY17" fmla="*/ 245446 h 1028700"/>
                        <a:gd name="connsiteX18" fmla="*/ 142976 w 542925"/>
                        <a:gd name="connsiteY18" fmla="*/ 288308 h 1028700"/>
                        <a:gd name="connsiteX19" fmla="*/ 113448 w 542925"/>
                        <a:gd name="connsiteY19" fmla="*/ 349268 h 1028700"/>
                        <a:gd name="connsiteX20" fmla="*/ 123926 w 542925"/>
                        <a:gd name="connsiteY20" fmla="*/ 374033 h 1028700"/>
                        <a:gd name="connsiteX21" fmla="*/ 123926 w 542925"/>
                        <a:gd name="connsiteY21" fmla="*/ 401655 h 1028700"/>
                        <a:gd name="connsiteX22" fmla="*/ 94398 w 542925"/>
                        <a:gd name="connsiteY22" fmla="*/ 403560 h 1028700"/>
                        <a:gd name="connsiteX23" fmla="*/ 50583 w 542925"/>
                        <a:gd name="connsiteY23" fmla="*/ 434993 h 1028700"/>
                        <a:gd name="connsiteX24" fmla="*/ 46773 w 542925"/>
                        <a:gd name="connsiteY24" fmla="*/ 482618 h 1028700"/>
                        <a:gd name="connsiteX25" fmla="*/ 46773 w 542925"/>
                        <a:gd name="connsiteY25" fmla="*/ 530243 h 1028700"/>
                        <a:gd name="connsiteX26" fmla="*/ 44869 w 542925"/>
                        <a:gd name="connsiteY26" fmla="*/ 575963 h 1028700"/>
                        <a:gd name="connsiteX27" fmla="*/ 74396 w 542925"/>
                        <a:gd name="connsiteY27" fmla="*/ 610253 h 1028700"/>
                        <a:gd name="connsiteX28" fmla="*/ 57251 w 542925"/>
                        <a:gd name="connsiteY28" fmla="*/ 635018 h 1028700"/>
                        <a:gd name="connsiteX29" fmla="*/ 59156 w 542925"/>
                        <a:gd name="connsiteY29" fmla="*/ 657878 h 1028700"/>
                        <a:gd name="connsiteX30" fmla="*/ 61061 w 542925"/>
                        <a:gd name="connsiteY30" fmla="*/ 703598 h 1028700"/>
                        <a:gd name="connsiteX31" fmla="*/ 31533 w 542925"/>
                        <a:gd name="connsiteY31" fmla="*/ 715028 h 1028700"/>
                        <a:gd name="connsiteX32" fmla="*/ 24866 w 542925"/>
                        <a:gd name="connsiteY32" fmla="*/ 753128 h 1028700"/>
                        <a:gd name="connsiteX33" fmla="*/ 14389 w 542925"/>
                        <a:gd name="connsiteY33" fmla="*/ 784560 h 1028700"/>
                        <a:gd name="connsiteX34" fmla="*/ 101 w 542925"/>
                        <a:gd name="connsiteY34" fmla="*/ 782655 h 1028700"/>
                        <a:gd name="connsiteX35" fmla="*/ 101 w 542925"/>
                        <a:gd name="connsiteY35" fmla="*/ 787418 h 1028700"/>
                        <a:gd name="connsiteX36" fmla="*/ 20103 w 542925"/>
                        <a:gd name="connsiteY36" fmla="*/ 835043 h 1028700"/>
                        <a:gd name="connsiteX37" fmla="*/ 35344 w 542925"/>
                        <a:gd name="connsiteY37" fmla="*/ 884573 h 1028700"/>
                        <a:gd name="connsiteX38" fmla="*/ 57251 w 542925"/>
                        <a:gd name="connsiteY38" fmla="*/ 927435 h 1028700"/>
                        <a:gd name="connsiteX39" fmla="*/ 66776 w 542925"/>
                        <a:gd name="connsiteY39" fmla="*/ 963630 h 1028700"/>
                        <a:gd name="connsiteX40" fmla="*/ 79158 w 542925"/>
                        <a:gd name="connsiteY40" fmla="*/ 985538 h 1028700"/>
                        <a:gd name="connsiteX41" fmla="*/ 80111 w 542925"/>
                        <a:gd name="connsiteY41" fmla="*/ 1025543 h 1028700"/>
                        <a:gd name="connsiteX42" fmla="*/ 114401 w 542925"/>
                        <a:gd name="connsiteY42" fmla="*/ 1024591 h 1028700"/>
                        <a:gd name="connsiteX43" fmla="*/ 130594 w 542925"/>
                        <a:gd name="connsiteY43" fmla="*/ 996016 h 1028700"/>
                        <a:gd name="connsiteX44" fmla="*/ 143928 w 542925"/>
                        <a:gd name="connsiteY44" fmla="*/ 980776 h 1028700"/>
                        <a:gd name="connsiteX45" fmla="*/ 180123 w 542925"/>
                        <a:gd name="connsiteY45" fmla="*/ 976966 h 1028700"/>
                        <a:gd name="connsiteX46" fmla="*/ 205841 w 542925"/>
                        <a:gd name="connsiteY46" fmla="*/ 955058 h 1028700"/>
                        <a:gd name="connsiteX47" fmla="*/ 221081 w 542925"/>
                        <a:gd name="connsiteY47" fmla="*/ 961726 h 1028700"/>
                        <a:gd name="connsiteX48" fmla="*/ 245846 w 542925"/>
                        <a:gd name="connsiteY48" fmla="*/ 916958 h 1028700"/>
                        <a:gd name="connsiteX49" fmla="*/ 230606 w 542925"/>
                        <a:gd name="connsiteY49" fmla="*/ 919816 h 1028700"/>
                        <a:gd name="connsiteX50" fmla="*/ 229653 w 542925"/>
                        <a:gd name="connsiteY50" fmla="*/ 886478 h 1028700"/>
                        <a:gd name="connsiteX51" fmla="*/ 237273 w 542925"/>
                        <a:gd name="connsiteY51" fmla="*/ 818851 h 1028700"/>
                        <a:gd name="connsiteX52" fmla="*/ 262039 w 542925"/>
                        <a:gd name="connsiteY52" fmla="*/ 790276 h 1028700"/>
                        <a:gd name="connsiteX53" fmla="*/ 302044 w 542925"/>
                        <a:gd name="connsiteY53" fmla="*/ 750271 h 1028700"/>
                        <a:gd name="connsiteX54" fmla="*/ 327761 w 542925"/>
                        <a:gd name="connsiteY54" fmla="*/ 711218 h 1028700"/>
                        <a:gd name="connsiteX55" fmla="*/ 285851 w 542925"/>
                        <a:gd name="connsiteY55" fmla="*/ 660735 h 1028700"/>
                        <a:gd name="connsiteX56" fmla="*/ 254419 w 542925"/>
                        <a:gd name="connsiteY56" fmla="*/ 651210 h 1028700"/>
                        <a:gd name="connsiteX57" fmla="*/ 249656 w 542925"/>
                        <a:gd name="connsiteY57" fmla="*/ 597871 h 1028700"/>
                        <a:gd name="connsiteX58" fmla="*/ 264896 w 542925"/>
                        <a:gd name="connsiteY58" fmla="*/ 557866 h 1028700"/>
                        <a:gd name="connsiteX59" fmla="*/ 266801 w 542925"/>
                        <a:gd name="connsiteY59" fmla="*/ 515003 h 1028700"/>
                        <a:gd name="connsiteX60" fmla="*/ 304901 w 542925"/>
                        <a:gd name="connsiteY60" fmla="*/ 471188 h 1028700"/>
                        <a:gd name="connsiteX61" fmla="*/ 322998 w 542925"/>
                        <a:gd name="connsiteY61" fmla="*/ 459758 h 1028700"/>
                        <a:gd name="connsiteX62" fmla="*/ 329666 w 542925"/>
                        <a:gd name="connsiteY62" fmla="*/ 454996 h 1028700"/>
                        <a:gd name="connsiteX63" fmla="*/ 342048 w 542925"/>
                        <a:gd name="connsiteY63" fmla="*/ 448328 h 1028700"/>
                        <a:gd name="connsiteX64" fmla="*/ 356336 w 542925"/>
                        <a:gd name="connsiteY64" fmla="*/ 415943 h 1028700"/>
                        <a:gd name="connsiteX65" fmla="*/ 363003 w 542925"/>
                        <a:gd name="connsiteY65" fmla="*/ 410228 h 1028700"/>
                        <a:gd name="connsiteX66" fmla="*/ 390626 w 542925"/>
                        <a:gd name="connsiteY66" fmla="*/ 397846 h 1028700"/>
                        <a:gd name="connsiteX67" fmla="*/ 398246 w 542925"/>
                        <a:gd name="connsiteY67" fmla="*/ 387368 h 1028700"/>
                        <a:gd name="connsiteX68" fmla="*/ 416344 w 542925"/>
                        <a:gd name="connsiteY68" fmla="*/ 376891 h 1028700"/>
                        <a:gd name="connsiteX69" fmla="*/ 428726 w 542925"/>
                        <a:gd name="connsiteY69" fmla="*/ 344505 h 1028700"/>
                        <a:gd name="connsiteX70" fmla="*/ 434441 w 542925"/>
                        <a:gd name="connsiteY70" fmla="*/ 330218 h 1028700"/>
                        <a:gd name="connsiteX71" fmla="*/ 451586 w 542925"/>
                        <a:gd name="connsiteY71" fmla="*/ 291166 h 1028700"/>
                        <a:gd name="connsiteX72" fmla="*/ 480161 w 542925"/>
                        <a:gd name="connsiteY72" fmla="*/ 266401 h 1028700"/>
                        <a:gd name="connsiteX73" fmla="*/ 526834 w 542925"/>
                        <a:gd name="connsiteY73" fmla="*/ 261638 h 1028700"/>
                        <a:gd name="connsiteX74" fmla="*/ 550646 w 542925"/>
                        <a:gd name="connsiteY74" fmla="*/ 262591 h 1028700"/>
                        <a:gd name="connsiteX75" fmla="*/ 544931 w 542925"/>
                        <a:gd name="connsiteY75" fmla="*/ 238778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42925" h="1028700">
                          <a:moveTo>
                            <a:pt x="544931" y="238778"/>
                          </a:moveTo>
                          <a:cubicBezTo>
                            <a:pt x="538264" y="232110"/>
                            <a:pt x="525881" y="214013"/>
                            <a:pt x="536359" y="214013"/>
                          </a:cubicBezTo>
                          <a:cubicBezTo>
                            <a:pt x="546836" y="214013"/>
                            <a:pt x="550646" y="179723"/>
                            <a:pt x="538264" y="173055"/>
                          </a:cubicBezTo>
                          <a:cubicBezTo>
                            <a:pt x="525881" y="166388"/>
                            <a:pt x="538264" y="136860"/>
                            <a:pt x="527786" y="130193"/>
                          </a:cubicBezTo>
                          <a:cubicBezTo>
                            <a:pt x="517308" y="123525"/>
                            <a:pt x="523976" y="100666"/>
                            <a:pt x="525881" y="84473"/>
                          </a:cubicBezTo>
                          <a:cubicBezTo>
                            <a:pt x="527786" y="68280"/>
                            <a:pt x="485876" y="54946"/>
                            <a:pt x="463016" y="43516"/>
                          </a:cubicBezTo>
                          <a:cubicBezTo>
                            <a:pt x="440156" y="32085"/>
                            <a:pt x="429678" y="13988"/>
                            <a:pt x="410628" y="2558"/>
                          </a:cubicBezTo>
                          <a:cubicBezTo>
                            <a:pt x="391578" y="-8872"/>
                            <a:pt x="385864" y="20655"/>
                            <a:pt x="385864" y="38753"/>
                          </a:cubicBezTo>
                          <a:cubicBezTo>
                            <a:pt x="385864" y="56850"/>
                            <a:pt x="368719" y="58755"/>
                            <a:pt x="356336" y="47325"/>
                          </a:cubicBezTo>
                          <a:cubicBezTo>
                            <a:pt x="343953" y="35896"/>
                            <a:pt x="328714" y="47325"/>
                            <a:pt x="309664" y="38753"/>
                          </a:cubicBezTo>
                          <a:cubicBezTo>
                            <a:pt x="290614" y="29228"/>
                            <a:pt x="299186" y="58755"/>
                            <a:pt x="299186" y="73043"/>
                          </a:cubicBezTo>
                          <a:cubicBezTo>
                            <a:pt x="299186" y="86378"/>
                            <a:pt x="278231" y="86378"/>
                            <a:pt x="265848" y="86378"/>
                          </a:cubicBezTo>
                          <a:cubicBezTo>
                            <a:pt x="253466" y="86378"/>
                            <a:pt x="232511" y="97808"/>
                            <a:pt x="232511" y="114000"/>
                          </a:cubicBezTo>
                          <a:cubicBezTo>
                            <a:pt x="232511" y="130193"/>
                            <a:pt x="213461" y="138766"/>
                            <a:pt x="220128" y="148291"/>
                          </a:cubicBezTo>
                          <a:cubicBezTo>
                            <a:pt x="226796" y="156863"/>
                            <a:pt x="218223" y="166388"/>
                            <a:pt x="209651" y="173055"/>
                          </a:cubicBezTo>
                          <a:cubicBezTo>
                            <a:pt x="201078" y="179723"/>
                            <a:pt x="192506" y="202583"/>
                            <a:pt x="186791" y="209250"/>
                          </a:cubicBezTo>
                          <a:cubicBezTo>
                            <a:pt x="180123" y="215918"/>
                            <a:pt x="190601" y="227348"/>
                            <a:pt x="178219" y="236873"/>
                          </a:cubicBezTo>
                          <a:cubicBezTo>
                            <a:pt x="165836" y="245446"/>
                            <a:pt x="150596" y="238778"/>
                            <a:pt x="144881" y="245446"/>
                          </a:cubicBezTo>
                          <a:cubicBezTo>
                            <a:pt x="138214" y="252113"/>
                            <a:pt x="144881" y="268305"/>
                            <a:pt x="142976" y="288308"/>
                          </a:cubicBezTo>
                          <a:cubicBezTo>
                            <a:pt x="141071" y="308310"/>
                            <a:pt x="125831" y="331171"/>
                            <a:pt x="113448" y="349268"/>
                          </a:cubicBezTo>
                          <a:cubicBezTo>
                            <a:pt x="101066" y="367366"/>
                            <a:pt x="117258" y="372128"/>
                            <a:pt x="123926" y="374033"/>
                          </a:cubicBezTo>
                          <a:cubicBezTo>
                            <a:pt x="130594" y="375938"/>
                            <a:pt x="130594" y="387368"/>
                            <a:pt x="123926" y="401655"/>
                          </a:cubicBezTo>
                          <a:cubicBezTo>
                            <a:pt x="117258" y="414991"/>
                            <a:pt x="102971" y="406418"/>
                            <a:pt x="94398" y="403560"/>
                          </a:cubicBezTo>
                          <a:cubicBezTo>
                            <a:pt x="85826" y="401655"/>
                            <a:pt x="62966" y="412133"/>
                            <a:pt x="50583" y="434993"/>
                          </a:cubicBezTo>
                          <a:cubicBezTo>
                            <a:pt x="38201" y="457853"/>
                            <a:pt x="42011" y="471188"/>
                            <a:pt x="46773" y="482618"/>
                          </a:cubicBezTo>
                          <a:cubicBezTo>
                            <a:pt x="50583" y="494048"/>
                            <a:pt x="36296" y="507383"/>
                            <a:pt x="46773" y="530243"/>
                          </a:cubicBezTo>
                          <a:cubicBezTo>
                            <a:pt x="57251" y="553103"/>
                            <a:pt x="42964" y="557866"/>
                            <a:pt x="44869" y="575963"/>
                          </a:cubicBezTo>
                          <a:cubicBezTo>
                            <a:pt x="46773" y="594060"/>
                            <a:pt x="72491" y="592155"/>
                            <a:pt x="74396" y="610253"/>
                          </a:cubicBezTo>
                          <a:cubicBezTo>
                            <a:pt x="76301" y="628351"/>
                            <a:pt x="65823" y="635018"/>
                            <a:pt x="57251" y="635018"/>
                          </a:cubicBezTo>
                          <a:cubicBezTo>
                            <a:pt x="48678" y="635018"/>
                            <a:pt x="50583" y="653116"/>
                            <a:pt x="59156" y="657878"/>
                          </a:cubicBezTo>
                          <a:cubicBezTo>
                            <a:pt x="67728" y="662641"/>
                            <a:pt x="65823" y="694073"/>
                            <a:pt x="61061" y="703598"/>
                          </a:cubicBezTo>
                          <a:cubicBezTo>
                            <a:pt x="57251" y="713123"/>
                            <a:pt x="29628" y="703598"/>
                            <a:pt x="31533" y="715028"/>
                          </a:cubicBezTo>
                          <a:cubicBezTo>
                            <a:pt x="33439" y="726458"/>
                            <a:pt x="24866" y="744555"/>
                            <a:pt x="24866" y="753128"/>
                          </a:cubicBezTo>
                          <a:cubicBezTo>
                            <a:pt x="24866" y="762653"/>
                            <a:pt x="22961" y="791228"/>
                            <a:pt x="14389" y="784560"/>
                          </a:cubicBezTo>
                          <a:cubicBezTo>
                            <a:pt x="11531" y="781703"/>
                            <a:pt x="5816" y="781703"/>
                            <a:pt x="101" y="782655"/>
                          </a:cubicBezTo>
                          <a:cubicBezTo>
                            <a:pt x="101" y="783608"/>
                            <a:pt x="101" y="785513"/>
                            <a:pt x="101" y="787418"/>
                          </a:cubicBezTo>
                          <a:cubicBezTo>
                            <a:pt x="-852" y="805516"/>
                            <a:pt x="4864" y="822660"/>
                            <a:pt x="20103" y="835043"/>
                          </a:cubicBezTo>
                          <a:cubicBezTo>
                            <a:pt x="34391" y="847426"/>
                            <a:pt x="22961" y="866476"/>
                            <a:pt x="35344" y="884573"/>
                          </a:cubicBezTo>
                          <a:cubicBezTo>
                            <a:pt x="47726" y="902671"/>
                            <a:pt x="43916" y="915053"/>
                            <a:pt x="57251" y="927435"/>
                          </a:cubicBezTo>
                          <a:cubicBezTo>
                            <a:pt x="70586" y="939818"/>
                            <a:pt x="72491" y="947438"/>
                            <a:pt x="66776" y="963630"/>
                          </a:cubicBezTo>
                          <a:cubicBezTo>
                            <a:pt x="61061" y="979823"/>
                            <a:pt x="78206" y="976013"/>
                            <a:pt x="79158" y="985538"/>
                          </a:cubicBezTo>
                          <a:cubicBezTo>
                            <a:pt x="80111" y="995063"/>
                            <a:pt x="75348" y="1016018"/>
                            <a:pt x="80111" y="1025543"/>
                          </a:cubicBezTo>
                          <a:cubicBezTo>
                            <a:pt x="84873" y="1035068"/>
                            <a:pt x="93446" y="1025543"/>
                            <a:pt x="114401" y="1024591"/>
                          </a:cubicBezTo>
                          <a:cubicBezTo>
                            <a:pt x="135356" y="1023638"/>
                            <a:pt x="129641" y="1009351"/>
                            <a:pt x="130594" y="996016"/>
                          </a:cubicBezTo>
                          <a:cubicBezTo>
                            <a:pt x="131546" y="982681"/>
                            <a:pt x="142023" y="989348"/>
                            <a:pt x="143928" y="980776"/>
                          </a:cubicBezTo>
                          <a:cubicBezTo>
                            <a:pt x="146786" y="972203"/>
                            <a:pt x="165836" y="970298"/>
                            <a:pt x="180123" y="976966"/>
                          </a:cubicBezTo>
                          <a:cubicBezTo>
                            <a:pt x="195364" y="983633"/>
                            <a:pt x="202983" y="972203"/>
                            <a:pt x="205841" y="955058"/>
                          </a:cubicBezTo>
                          <a:cubicBezTo>
                            <a:pt x="208698" y="937913"/>
                            <a:pt x="217271" y="958868"/>
                            <a:pt x="221081" y="961726"/>
                          </a:cubicBezTo>
                          <a:cubicBezTo>
                            <a:pt x="225844" y="965535"/>
                            <a:pt x="239178" y="936008"/>
                            <a:pt x="245846" y="916958"/>
                          </a:cubicBezTo>
                          <a:cubicBezTo>
                            <a:pt x="252514" y="897908"/>
                            <a:pt x="244894" y="901718"/>
                            <a:pt x="230606" y="919816"/>
                          </a:cubicBezTo>
                          <a:cubicBezTo>
                            <a:pt x="215366" y="937913"/>
                            <a:pt x="223939" y="901718"/>
                            <a:pt x="229653" y="886478"/>
                          </a:cubicBezTo>
                          <a:cubicBezTo>
                            <a:pt x="235369" y="871238"/>
                            <a:pt x="234416" y="828376"/>
                            <a:pt x="237273" y="818851"/>
                          </a:cubicBezTo>
                          <a:cubicBezTo>
                            <a:pt x="239178" y="809326"/>
                            <a:pt x="242989" y="794085"/>
                            <a:pt x="262039" y="790276"/>
                          </a:cubicBezTo>
                          <a:cubicBezTo>
                            <a:pt x="281089" y="786466"/>
                            <a:pt x="305853" y="760748"/>
                            <a:pt x="302044" y="750271"/>
                          </a:cubicBezTo>
                          <a:cubicBezTo>
                            <a:pt x="298233" y="739793"/>
                            <a:pt x="327761" y="721696"/>
                            <a:pt x="327761" y="711218"/>
                          </a:cubicBezTo>
                          <a:cubicBezTo>
                            <a:pt x="327761" y="700741"/>
                            <a:pt x="296328" y="668355"/>
                            <a:pt x="285851" y="660735"/>
                          </a:cubicBezTo>
                          <a:cubicBezTo>
                            <a:pt x="275373" y="654068"/>
                            <a:pt x="252514" y="658830"/>
                            <a:pt x="254419" y="651210"/>
                          </a:cubicBezTo>
                          <a:cubicBezTo>
                            <a:pt x="256323" y="643591"/>
                            <a:pt x="251561" y="613110"/>
                            <a:pt x="249656" y="597871"/>
                          </a:cubicBezTo>
                          <a:cubicBezTo>
                            <a:pt x="247751" y="584535"/>
                            <a:pt x="261086" y="571201"/>
                            <a:pt x="264896" y="557866"/>
                          </a:cubicBezTo>
                          <a:cubicBezTo>
                            <a:pt x="258228" y="544530"/>
                            <a:pt x="258228" y="527385"/>
                            <a:pt x="266801" y="515003"/>
                          </a:cubicBezTo>
                          <a:cubicBezTo>
                            <a:pt x="277278" y="498810"/>
                            <a:pt x="291566" y="485476"/>
                            <a:pt x="304901" y="471188"/>
                          </a:cubicBezTo>
                          <a:cubicBezTo>
                            <a:pt x="309664" y="465473"/>
                            <a:pt x="316331" y="461663"/>
                            <a:pt x="322998" y="459758"/>
                          </a:cubicBezTo>
                          <a:cubicBezTo>
                            <a:pt x="324903" y="457853"/>
                            <a:pt x="326808" y="455948"/>
                            <a:pt x="329666" y="454996"/>
                          </a:cubicBezTo>
                          <a:cubicBezTo>
                            <a:pt x="335381" y="453091"/>
                            <a:pt x="339191" y="450233"/>
                            <a:pt x="342048" y="448328"/>
                          </a:cubicBezTo>
                          <a:cubicBezTo>
                            <a:pt x="342048" y="436898"/>
                            <a:pt x="347764" y="424516"/>
                            <a:pt x="356336" y="415943"/>
                          </a:cubicBezTo>
                          <a:lnTo>
                            <a:pt x="363003" y="410228"/>
                          </a:lnTo>
                          <a:cubicBezTo>
                            <a:pt x="370623" y="402608"/>
                            <a:pt x="380148" y="398798"/>
                            <a:pt x="390626" y="397846"/>
                          </a:cubicBezTo>
                          <a:cubicBezTo>
                            <a:pt x="392531" y="394035"/>
                            <a:pt x="395389" y="390226"/>
                            <a:pt x="398246" y="387368"/>
                          </a:cubicBezTo>
                          <a:cubicBezTo>
                            <a:pt x="403008" y="382605"/>
                            <a:pt x="409676" y="378796"/>
                            <a:pt x="416344" y="376891"/>
                          </a:cubicBezTo>
                          <a:cubicBezTo>
                            <a:pt x="416344" y="364508"/>
                            <a:pt x="421106" y="353078"/>
                            <a:pt x="428726" y="344505"/>
                          </a:cubicBezTo>
                          <a:cubicBezTo>
                            <a:pt x="427773" y="339743"/>
                            <a:pt x="428726" y="334980"/>
                            <a:pt x="434441" y="330218"/>
                          </a:cubicBezTo>
                          <a:cubicBezTo>
                            <a:pt x="453491" y="314978"/>
                            <a:pt x="437298" y="296880"/>
                            <a:pt x="451586" y="291166"/>
                          </a:cubicBezTo>
                          <a:cubicBezTo>
                            <a:pt x="464921" y="285451"/>
                            <a:pt x="470636" y="277830"/>
                            <a:pt x="480161" y="266401"/>
                          </a:cubicBezTo>
                          <a:cubicBezTo>
                            <a:pt x="489686" y="254971"/>
                            <a:pt x="503021" y="265448"/>
                            <a:pt x="526834" y="261638"/>
                          </a:cubicBezTo>
                          <a:cubicBezTo>
                            <a:pt x="535406" y="259733"/>
                            <a:pt x="543026" y="260685"/>
                            <a:pt x="550646" y="262591"/>
                          </a:cubicBezTo>
                          <a:cubicBezTo>
                            <a:pt x="550646" y="251160"/>
                            <a:pt x="547789" y="241635"/>
                            <a:pt x="544931" y="238778"/>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17" name="Freeform: Shape 471">
                      <a:extLst>
                        <a:ext uri="{FF2B5EF4-FFF2-40B4-BE49-F238E27FC236}">
                          <a16:creationId xmlns:a16="http://schemas.microsoft.com/office/drawing/2014/main" id="{7BF84070-62C7-C67B-FE12-1FB77083237F}"/>
                        </a:ext>
                      </a:extLst>
                    </p:cNvPr>
                    <p:cNvSpPr/>
                    <p:nvPr/>
                  </p:nvSpPr>
                  <p:spPr>
                    <a:xfrm>
                      <a:off x="16227915" y="5246977"/>
                      <a:ext cx="255244" cy="127622"/>
                    </a:xfrm>
                    <a:custGeom>
                      <a:avLst/>
                      <a:gdLst>
                        <a:gd name="connsiteX0" fmla="*/ 253966 w 266700"/>
                        <a:gd name="connsiteY0" fmla="*/ 36935 h 133350"/>
                        <a:gd name="connsiteX1" fmla="*/ 262538 w 266700"/>
                        <a:gd name="connsiteY1" fmla="*/ 5503 h 133350"/>
                        <a:gd name="connsiteX2" fmla="*/ 253013 w 266700"/>
                        <a:gd name="connsiteY2" fmla="*/ 10265 h 133350"/>
                        <a:gd name="connsiteX3" fmla="*/ 169193 w 266700"/>
                        <a:gd name="connsiteY3" fmla="*/ 740 h 133350"/>
                        <a:gd name="connsiteX4" fmla="*/ 87278 w 266700"/>
                        <a:gd name="connsiteY4" fmla="*/ 17885 h 133350"/>
                        <a:gd name="connsiteX5" fmla="*/ 60608 w 266700"/>
                        <a:gd name="connsiteY5" fmla="*/ 45508 h 133350"/>
                        <a:gd name="connsiteX6" fmla="*/ 70133 w 266700"/>
                        <a:gd name="connsiteY6" fmla="*/ 75988 h 133350"/>
                        <a:gd name="connsiteX7" fmla="*/ 95850 w 266700"/>
                        <a:gd name="connsiteY7" fmla="*/ 92180 h 133350"/>
                        <a:gd name="connsiteX8" fmla="*/ 105375 w 266700"/>
                        <a:gd name="connsiteY8" fmla="*/ 111230 h 133350"/>
                        <a:gd name="connsiteX9" fmla="*/ 104423 w 266700"/>
                        <a:gd name="connsiteY9" fmla="*/ 112183 h 133350"/>
                        <a:gd name="connsiteX10" fmla="*/ 152048 w 266700"/>
                        <a:gd name="connsiteY10" fmla="*/ 111230 h 133350"/>
                        <a:gd name="connsiteX11" fmla="*/ 196816 w 266700"/>
                        <a:gd name="connsiteY11" fmla="*/ 139805 h 133350"/>
                        <a:gd name="connsiteX12" fmla="*/ 238725 w 266700"/>
                        <a:gd name="connsiteY12" fmla="*/ 142663 h 133350"/>
                        <a:gd name="connsiteX13" fmla="*/ 240630 w 266700"/>
                        <a:gd name="connsiteY13" fmla="*/ 129328 h 133350"/>
                        <a:gd name="connsiteX14" fmla="*/ 252060 w 266700"/>
                        <a:gd name="connsiteY14" fmla="*/ 113135 h 133350"/>
                        <a:gd name="connsiteX15" fmla="*/ 242535 w 266700"/>
                        <a:gd name="connsiteY15" fmla="*/ 87418 h 133350"/>
                        <a:gd name="connsiteX16" fmla="*/ 239678 w 266700"/>
                        <a:gd name="connsiteY16" fmla="*/ 59795 h 133350"/>
                        <a:gd name="connsiteX17" fmla="*/ 253966 w 266700"/>
                        <a:gd name="connsiteY17" fmla="*/ 36935 h 133350"/>
                        <a:gd name="connsiteX18" fmla="*/ 22508 w 266700"/>
                        <a:gd name="connsiteY18" fmla="*/ 71225 h 133350"/>
                        <a:gd name="connsiteX19" fmla="*/ 4410 w 266700"/>
                        <a:gd name="connsiteY19" fmla="*/ 113135 h 133350"/>
                        <a:gd name="connsiteX20" fmla="*/ 50130 w 266700"/>
                        <a:gd name="connsiteY20" fmla="*/ 80750 h 133350"/>
                        <a:gd name="connsiteX21" fmla="*/ 22508 w 266700"/>
                        <a:gd name="connsiteY21" fmla="*/ 71225 h 133350"/>
                        <a:gd name="connsiteX22" fmla="*/ 42510 w 266700"/>
                        <a:gd name="connsiteY22" fmla="*/ 50270 h 133350"/>
                        <a:gd name="connsiteX23" fmla="*/ 14888 w 266700"/>
                        <a:gd name="connsiteY23" fmla="*/ 54080 h 133350"/>
                        <a:gd name="connsiteX24" fmla="*/ 42510 w 266700"/>
                        <a:gd name="connsiteY24" fmla="*/ 5027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6700" h="133350">
                          <a:moveTo>
                            <a:pt x="253966" y="36935"/>
                          </a:moveTo>
                          <a:cubicBezTo>
                            <a:pt x="259680" y="24553"/>
                            <a:pt x="273968" y="22648"/>
                            <a:pt x="262538" y="5503"/>
                          </a:cubicBezTo>
                          <a:cubicBezTo>
                            <a:pt x="260633" y="7408"/>
                            <a:pt x="257775" y="9313"/>
                            <a:pt x="253013" y="10265"/>
                          </a:cubicBezTo>
                          <a:cubicBezTo>
                            <a:pt x="233963" y="15980"/>
                            <a:pt x="193005" y="-4022"/>
                            <a:pt x="169193" y="740"/>
                          </a:cubicBezTo>
                          <a:cubicBezTo>
                            <a:pt x="145380" y="5503"/>
                            <a:pt x="97755" y="5503"/>
                            <a:pt x="87278" y="17885"/>
                          </a:cubicBezTo>
                          <a:cubicBezTo>
                            <a:pt x="75848" y="30268"/>
                            <a:pt x="48225" y="34078"/>
                            <a:pt x="60608" y="45508"/>
                          </a:cubicBezTo>
                          <a:cubicBezTo>
                            <a:pt x="72991" y="56938"/>
                            <a:pt x="60608" y="62653"/>
                            <a:pt x="70133" y="75988"/>
                          </a:cubicBezTo>
                          <a:cubicBezTo>
                            <a:pt x="79658" y="89323"/>
                            <a:pt x="83468" y="95038"/>
                            <a:pt x="95850" y="92180"/>
                          </a:cubicBezTo>
                          <a:cubicBezTo>
                            <a:pt x="108233" y="89323"/>
                            <a:pt x="117758" y="95990"/>
                            <a:pt x="105375" y="111230"/>
                          </a:cubicBezTo>
                          <a:cubicBezTo>
                            <a:pt x="105375" y="111230"/>
                            <a:pt x="105375" y="112183"/>
                            <a:pt x="104423" y="112183"/>
                          </a:cubicBezTo>
                          <a:cubicBezTo>
                            <a:pt x="125378" y="110278"/>
                            <a:pt x="148238" y="108373"/>
                            <a:pt x="152048" y="111230"/>
                          </a:cubicBezTo>
                          <a:cubicBezTo>
                            <a:pt x="156810" y="115040"/>
                            <a:pt x="188243" y="142663"/>
                            <a:pt x="196816" y="139805"/>
                          </a:cubicBezTo>
                          <a:cubicBezTo>
                            <a:pt x="201578" y="137900"/>
                            <a:pt x="223485" y="140758"/>
                            <a:pt x="238725" y="142663"/>
                          </a:cubicBezTo>
                          <a:cubicBezTo>
                            <a:pt x="236820" y="136948"/>
                            <a:pt x="236820" y="132185"/>
                            <a:pt x="240630" y="129328"/>
                          </a:cubicBezTo>
                          <a:cubicBezTo>
                            <a:pt x="246345" y="123613"/>
                            <a:pt x="259680" y="123613"/>
                            <a:pt x="252060" y="113135"/>
                          </a:cubicBezTo>
                          <a:cubicBezTo>
                            <a:pt x="245393" y="102658"/>
                            <a:pt x="243488" y="100753"/>
                            <a:pt x="242535" y="87418"/>
                          </a:cubicBezTo>
                          <a:cubicBezTo>
                            <a:pt x="241583" y="75035"/>
                            <a:pt x="238725" y="68368"/>
                            <a:pt x="239678" y="59795"/>
                          </a:cubicBezTo>
                          <a:cubicBezTo>
                            <a:pt x="240630" y="53128"/>
                            <a:pt x="248250" y="50270"/>
                            <a:pt x="253966" y="36935"/>
                          </a:cubicBezTo>
                          <a:close/>
                          <a:moveTo>
                            <a:pt x="22508" y="71225"/>
                          </a:moveTo>
                          <a:cubicBezTo>
                            <a:pt x="-1305" y="77893"/>
                            <a:pt x="-4162" y="113135"/>
                            <a:pt x="4410" y="113135"/>
                          </a:cubicBezTo>
                          <a:cubicBezTo>
                            <a:pt x="15841" y="112183"/>
                            <a:pt x="42510" y="88370"/>
                            <a:pt x="50130" y="80750"/>
                          </a:cubicBezTo>
                          <a:cubicBezTo>
                            <a:pt x="58703" y="72178"/>
                            <a:pt x="46320" y="63605"/>
                            <a:pt x="22508" y="71225"/>
                          </a:cubicBezTo>
                          <a:close/>
                          <a:moveTo>
                            <a:pt x="42510" y="50270"/>
                          </a:moveTo>
                          <a:cubicBezTo>
                            <a:pt x="48225" y="39793"/>
                            <a:pt x="4410" y="44555"/>
                            <a:pt x="14888" y="54080"/>
                          </a:cubicBezTo>
                          <a:cubicBezTo>
                            <a:pt x="21555" y="60748"/>
                            <a:pt x="37748" y="60748"/>
                            <a:pt x="42510" y="5027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18" name="Freeform: Shape 472">
                      <a:extLst>
                        <a:ext uri="{FF2B5EF4-FFF2-40B4-BE49-F238E27FC236}">
                          <a16:creationId xmlns:a16="http://schemas.microsoft.com/office/drawing/2014/main" id="{9E4B62BB-E9CD-2D33-2CFD-306AB0D02579}"/>
                        </a:ext>
                      </a:extLst>
                    </p:cNvPr>
                    <p:cNvSpPr/>
                    <p:nvPr/>
                  </p:nvSpPr>
                  <p:spPr>
                    <a:xfrm>
                      <a:off x="15530111" y="4371173"/>
                      <a:ext cx="1084789" cy="975397"/>
                    </a:xfrm>
                    <a:custGeom>
                      <a:avLst/>
                      <a:gdLst>
                        <a:gd name="connsiteX0" fmla="*/ 1098339 w 1133475"/>
                        <a:gd name="connsiteY0" fmla="*/ 119562 h 1019175"/>
                        <a:gd name="connsiteX1" fmla="*/ 1078337 w 1133475"/>
                        <a:gd name="connsiteY1" fmla="*/ 117657 h 1019175"/>
                        <a:gd name="connsiteX2" fmla="*/ 1049762 w 1133475"/>
                        <a:gd name="connsiteY2" fmla="*/ 93845 h 1019175"/>
                        <a:gd name="connsiteX3" fmla="*/ 1071669 w 1133475"/>
                        <a:gd name="connsiteY3" fmla="*/ 95750 h 1019175"/>
                        <a:gd name="connsiteX4" fmla="*/ 1101196 w 1133475"/>
                        <a:gd name="connsiteY4" fmla="*/ 86225 h 1019175"/>
                        <a:gd name="connsiteX5" fmla="*/ 1131676 w 1133475"/>
                        <a:gd name="connsiteY5" fmla="*/ 73842 h 1019175"/>
                        <a:gd name="connsiteX6" fmla="*/ 1108816 w 1133475"/>
                        <a:gd name="connsiteY6" fmla="*/ 50030 h 1019175"/>
                        <a:gd name="connsiteX7" fmla="*/ 1075479 w 1133475"/>
                        <a:gd name="connsiteY7" fmla="*/ 37647 h 1019175"/>
                        <a:gd name="connsiteX8" fmla="*/ 1051666 w 1133475"/>
                        <a:gd name="connsiteY8" fmla="*/ 25265 h 1019175"/>
                        <a:gd name="connsiteX9" fmla="*/ 1043094 w 1133475"/>
                        <a:gd name="connsiteY9" fmla="*/ 22407 h 1019175"/>
                        <a:gd name="connsiteX10" fmla="*/ 1028806 w 1133475"/>
                        <a:gd name="connsiteY10" fmla="*/ 29075 h 1019175"/>
                        <a:gd name="connsiteX11" fmla="*/ 1017376 w 1133475"/>
                        <a:gd name="connsiteY11" fmla="*/ 50030 h 1019175"/>
                        <a:gd name="connsiteX12" fmla="*/ 1006899 w 1133475"/>
                        <a:gd name="connsiteY12" fmla="*/ 53840 h 1019175"/>
                        <a:gd name="connsiteX13" fmla="*/ 1007851 w 1133475"/>
                        <a:gd name="connsiteY13" fmla="*/ 29075 h 1019175"/>
                        <a:gd name="connsiteX14" fmla="*/ 1004041 w 1133475"/>
                        <a:gd name="connsiteY14" fmla="*/ 28122 h 1019175"/>
                        <a:gd name="connsiteX15" fmla="*/ 987849 w 1133475"/>
                        <a:gd name="connsiteY15" fmla="*/ 23360 h 1019175"/>
                        <a:gd name="connsiteX16" fmla="*/ 985944 w 1133475"/>
                        <a:gd name="connsiteY16" fmla="*/ 22407 h 1019175"/>
                        <a:gd name="connsiteX17" fmla="*/ 982134 w 1133475"/>
                        <a:gd name="connsiteY17" fmla="*/ 22407 h 1019175"/>
                        <a:gd name="connsiteX18" fmla="*/ 964989 w 1133475"/>
                        <a:gd name="connsiteY18" fmla="*/ 22407 h 1019175"/>
                        <a:gd name="connsiteX19" fmla="*/ 966894 w 1133475"/>
                        <a:gd name="connsiteY19" fmla="*/ 27170 h 1019175"/>
                        <a:gd name="connsiteX20" fmla="*/ 941176 w 1133475"/>
                        <a:gd name="connsiteY20" fmla="*/ 64317 h 1019175"/>
                        <a:gd name="connsiteX21" fmla="*/ 942129 w 1133475"/>
                        <a:gd name="connsiteY21" fmla="*/ 24312 h 1019175"/>
                        <a:gd name="connsiteX22" fmla="*/ 942129 w 1133475"/>
                        <a:gd name="connsiteY22" fmla="*/ 24312 h 1019175"/>
                        <a:gd name="connsiteX23" fmla="*/ 930699 w 1133475"/>
                        <a:gd name="connsiteY23" fmla="*/ 22407 h 1019175"/>
                        <a:gd name="connsiteX24" fmla="*/ 914506 w 1133475"/>
                        <a:gd name="connsiteY24" fmla="*/ 41457 h 1019175"/>
                        <a:gd name="connsiteX25" fmla="*/ 871644 w 1133475"/>
                        <a:gd name="connsiteY25" fmla="*/ 86225 h 1019175"/>
                        <a:gd name="connsiteX26" fmla="*/ 879264 w 1133475"/>
                        <a:gd name="connsiteY26" fmla="*/ 55745 h 1019175"/>
                        <a:gd name="connsiteX27" fmla="*/ 907839 w 1133475"/>
                        <a:gd name="connsiteY27" fmla="*/ 18597 h 1019175"/>
                        <a:gd name="connsiteX28" fmla="*/ 915459 w 1133475"/>
                        <a:gd name="connsiteY28" fmla="*/ 13835 h 1019175"/>
                        <a:gd name="connsiteX29" fmla="*/ 904029 w 1133475"/>
                        <a:gd name="connsiteY29" fmla="*/ 500 h 1019175"/>
                        <a:gd name="connsiteX30" fmla="*/ 903076 w 1133475"/>
                        <a:gd name="connsiteY30" fmla="*/ 500 h 1019175"/>
                        <a:gd name="connsiteX31" fmla="*/ 879264 w 1133475"/>
                        <a:gd name="connsiteY31" fmla="*/ 21455 h 1019175"/>
                        <a:gd name="connsiteX32" fmla="*/ 859262 w 1133475"/>
                        <a:gd name="connsiteY32" fmla="*/ 18597 h 1019175"/>
                        <a:gd name="connsiteX33" fmla="*/ 841164 w 1133475"/>
                        <a:gd name="connsiteY33" fmla="*/ 24312 h 1019175"/>
                        <a:gd name="connsiteX34" fmla="*/ 839259 w 1133475"/>
                        <a:gd name="connsiteY34" fmla="*/ 34790 h 1019175"/>
                        <a:gd name="connsiteX35" fmla="*/ 829734 w 1133475"/>
                        <a:gd name="connsiteY35" fmla="*/ 41457 h 1019175"/>
                        <a:gd name="connsiteX36" fmla="*/ 799254 w 1133475"/>
                        <a:gd name="connsiteY36" fmla="*/ 52887 h 1019175"/>
                        <a:gd name="connsiteX37" fmla="*/ 788776 w 1133475"/>
                        <a:gd name="connsiteY37" fmla="*/ 70985 h 1019175"/>
                        <a:gd name="connsiteX38" fmla="*/ 784014 w 1133475"/>
                        <a:gd name="connsiteY38" fmla="*/ 98607 h 1019175"/>
                        <a:gd name="connsiteX39" fmla="*/ 767821 w 1133475"/>
                        <a:gd name="connsiteY39" fmla="*/ 67175 h 1019175"/>
                        <a:gd name="connsiteX40" fmla="*/ 777346 w 1133475"/>
                        <a:gd name="connsiteY40" fmla="*/ 49077 h 1019175"/>
                        <a:gd name="connsiteX41" fmla="*/ 799254 w 1133475"/>
                        <a:gd name="connsiteY41" fmla="*/ 30980 h 1019175"/>
                        <a:gd name="connsiteX42" fmla="*/ 768774 w 1133475"/>
                        <a:gd name="connsiteY42" fmla="*/ 40505 h 1019175"/>
                        <a:gd name="connsiteX43" fmla="*/ 740199 w 1133475"/>
                        <a:gd name="connsiteY43" fmla="*/ 39552 h 1019175"/>
                        <a:gd name="connsiteX44" fmla="*/ 751629 w 1133475"/>
                        <a:gd name="connsiteY44" fmla="*/ 68127 h 1019175"/>
                        <a:gd name="connsiteX45" fmla="*/ 739246 w 1133475"/>
                        <a:gd name="connsiteY45" fmla="*/ 77652 h 1019175"/>
                        <a:gd name="connsiteX46" fmla="*/ 705909 w 1133475"/>
                        <a:gd name="connsiteY46" fmla="*/ 78605 h 1019175"/>
                        <a:gd name="connsiteX47" fmla="*/ 730674 w 1133475"/>
                        <a:gd name="connsiteY47" fmla="*/ 102417 h 1019175"/>
                        <a:gd name="connsiteX48" fmla="*/ 709719 w 1133475"/>
                        <a:gd name="connsiteY48" fmla="*/ 99560 h 1019175"/>
                        <a:gd name="connsiteX49" fmla="*/ 685906 w 1133475"/>
                        <a:gd name="connsiteY49" fmla="*/ 84320 h 1019175"/>
                        <a:gd name="connsiteX50" fmla="*/ 671619 w 1133475"/>
                        <a:gd name="connsiteY50" fmla="*/ 93845 h 1019175"/>
                        <a:gd name="connsiteX51" fmla="*/ 682096 w 1133475"/>
                        <a:gd name="connsiteY51" fmla="*/ 125277 h 1019175"/>
                        <a:gd name="connsiteX52" fmla="*/ 666856 w 1133475"/>
                        <a:gd name="connsiteY52" fmla="*/ 115752 h 1019175"/>
                        <a:gd name="connsiteX53" fmla="*/ 642091 w 1133475"/>
                        <a:gd name="connsiteY53" fmla="*/ 113847 h 1019175"/>
                        <a:gd name="connsiteX54" fmla="*/ 639234 w 1133475"/>
                        <a:gd name="connsiteY54" fmla="*/ 86225 h 1019175"/>
                        <a:gd name="connsiteX55" fmla="*/ 608754 w 1133475"/>
                        <a:gd name="connsiteY55" fmla="*/ 89082 h 1019175"/>
                        <a:gd name="connsiteX56" fmla="*/ 596371 w 1133475"/>
                        <a:gd name="connsiteY56" fmla="*/ 102417 h 1019175"/>
                        <a:gd name="connsiteX57" fmla="*/ 592562 w 1133475"/>
                        <a:gd name="connsiteY57" fmla="*/ 124325 h 1019175"/>
                        <a:gd name="connsiteX58" fmla="*/ 578274 w 1133475"/>
                        <a:gd name="connsiteY58" fmla="*/ 135755 h 1019175"/>
                        <a:gd name="connsiteX59" fmla="*/ 563034 w 1133475"/>
                        <a:gd name="connsiteY59" fmla="*/ 137660 h 1019175"/>
                        <a:gd name="connsiteX60" fmla="*/ 532554 w 1133475"/>
                        <a:gd name="connsiteY60" fmla="*/ 141470 h 1019175"/>
                        <a:gd name="connsiteX61" fmla="*/ 509694 w 1133475"/>
                        <a:gd name="connsiteY61" fmla="*/ 173855 h 1019175"/>
                        <a:gd name="connsiteX62" fmla="*/ 538269 w 1133475"/>
                        <a:gd name="connsiteY62" fmla="*/ 171950 h 1019175"/>
                        <a:gd name="connsiteX63" fmla="*/ 543984 w 1133475"/>
                        <a:gd name="connsiteY63" fmla="*/ 189095 h 1019175"/>
                        <a:gd name="connsiteX64" fmla="*/ 540174 w 1133475"/>
                        <a:gd name="connsiteY64" fmla="*/ 201477 h 1019175"/>
                        <a:gd name="connsiteX65" fmla="*/ 517314 w 1133475"/>
                        <a:gd name="connsiteY65" fmla="*/ 204335 h 1019175"/>
                        <a:gd name="connsiteX66" fmla="*/ 497311 w 1133475"/>
                        <a:gd name="connsiteY66" fmla="*/ 191952 h 1019175"/>
                        <a:gd name="connsiteX67" fmla="*/ 473499 w 1133475"/>
                        <a:gd name="connsiteY67" fmla="*/ 204335 h 1019175"/>
                        <a:gd name="connsiteX68" fmla="*/ 483976 w 1133475"/>
                        <a:gd name="connsiteY68" fmla="*/ 165282 h 1019175"/>
                        <a:gd name="connsiteX69" fmla="*/ 458259 w 1133475"/>
                        <a:gd name="connsiteY69" fmla="*/ 188142 h 1019175"/>
                        <a:gd name="connsiteX70" fmla="*/ 430636 w 1133475"/>
                        <a:gd name="connsiteY70" fmla="*/ 211002 h 1019175"/>
                        <a:gd name="connsiteX71" fmla="*/ 411586 w 1133475"/>
                        <a:gd name="connsiteY71" fmla="*/ 236720 h 1019175"/>
                        <a:gd name="connsiteX72" fmla="*/ 357294 w 1133475"/>
                        <a:gd name="connsiteY72" fmla="*/ 269105 h 1019175"/>
                        <a:gd name="connsiteX73" fmla="*/ 372534 w 1133475"/>
                        <a:gd name="connsiteY73" fmla="*/ 270057 h 1019175"/>
                        <a:gd name="connsiteX74" fmla="*/ 404919 w 1133475"/>
                        <a:gd name="connsiteY74" fmla="*/ 251960 h 1019175"/>
                        <a:gd name="connsiteX75" fmla="*/ 447781 w 1133475"/>
                        <a:gd name="connsiteY75" fmla="*/ 234815 h 1019175"/>
                        <a:gd name="connsiteX76" fmla="*/ 473499 w 1133475"/>
                        <a:gd name="connsiteY76" fmla="*/ 231005 h 1019175"/>
                        <a:gd name="connsiteX77" fmla="*/ 501121 w 1133475"/>
                        <a:gd name="connsiteY77" fmla="*/ 229100 h 1019175"/>
                        <a:gd name="connsiteX78" fmla="*/ 497311 w 1133475"/>
                        <a:gd name="connsiteY78" fmla="*/ 254817 h 1019175"/>
                        <a:gd name="connsiteX79" fmla="*/ 484929 w 1133475"/>
                        <a:gd name="connsiteY79" fmla="*/ 262437 h 1019175"/>
                        <a:gd name="connsiteX80" fmla="*/ 466831 w 1133475"/>
                        <a:gd name="connsiteY80" fmla="*/ 252912 h 1019175"/>
                        <a:gd name="connsiteX81" fmla="*/ 445876 w 1133475"/>
                        <a:gd name="connsiteY81" fmla="*/ 272915 h 1019175"/>
                        <a:gd name="connsiteX82" fmla="*/ 427779 w 1133475"/>
                        <a:gd name="connsiteY82" fmla="*/ 307205 h 1019175"/>
                        <a:gd name="connsiteX83" fmla="*/ 411586 w 1133475"/>
                        <a:gd name="connsiteY83" fmla="*/ 322445 h 1019175"/>
                        <a:gd name="connsiteX84" fmla="*/ 370629 w 1133475"/>
                        <a:gd name="connsiteY84" fmla="*/ 382452 h 1019175"/>
                        <a:gd name="connsiteX85" fmla="*/ 363009 w 1133475"/>
                        <a:gd name="connsiteY85" fmla="*/ 417695 h 1019175"/>
                        <a:gd name="connsiteX86" fmla="*/ 328719 w 1133475"/>
                        <a:gd name="connsiteY86" fmla="*/ 424362 h 1019175"/>
                        <a:gd name="connsiteX87" fmla="*/ 323004 w 1133475"/>
                        <a:gd name="connsiteY87" fmla="*/ 468177 h 1019175"/>
                        <a:gd name="connsiteX88" fmla="*/ 323004 w 1133475"/>
                        <a:gd name="connsiteY88" fmla="*/ 500562 h 1019175"/>
                        <a:gd name="connsiteX89" fmla="*/ 295381 w 1133475"/>
                        <a:gd name="connsiteY89" fmla="*/ 504372 h 1019175"/>
                        <a:gd name="connsiteX90" fmla="*/ 264901 w 1133475"/>
                        <a:gd name="connsiteY90" fmla="*/ 514850 h 1019175"/>
                        <a:gd name="connsiteX91" fmla="*/ 289666 w 1133475"/>
                        <a:gd name="connsiteY91" fmla="*/ 544377 h 1019175"/>
                        <a:gd name="connsiteX92" fmla="*/ 276331 w 1133475"/>
                        <a:gd name="connsiteY92" fmla="*/ 551045 h 1019175"/>
                        <a:gd name="connsiteX93" fmla="*/ 260139 w 1133475"/>
                        <a:gd name="connsiteY93" fmla="*/ 553902 h 1019175"/>
                        <a:gd name="connsiteX94" fmla="*/ 258234 w 1133475"/>
                        <a:gd name="connsiteY94" fmla="*/ 568190 h 1019175"/>
                        <a:gd name="connsiteX95" fmla="*/ 159174 w 1133475"/>
                        <a:gd name="connsiteY95" fmla="*/ 660582 h 1019175"/>
                        <a:gd name="connsiteX96" fmla="*/ 125836 w 1133475"/>
                        <a:gd name="connsiteY96" fmla="*/ 663440 h 1019175"/>
                        <a:gd name="connsiteX97" fmla="*/ 111549 w 1133475"/>
                        <a:gd name="connsiteY97" fmla="*/ 666297 h 1019175"/>
                        <a:gd name="connsiteX98" fmla="*/ 99166 w 1133475"/>
                        <a:gd name="connsiteY98" fmla="*/ 680585 h 1019175"/>
                        <a:gd name="connsiteX99" fmla="*/ 100119 w 1133475"/>
                        <a:gd name="connsiteY99" fmla="*/ 684395 h 1019175"/>
                        <a:gd name="connsiteX100" fmla="*/ 116311 w 1133475"/>
                        <a:gd name="connsiteY100" fmla="*/ 692967 h 1019175"/>
                        <a:gd name="connsiteX101" fmla="*/ 100119 w 1133475"/>
                        <a:gd name="connsiteY101" fmla="*/ 697730 h 1019175"/>
                        <a:gd name="connsiteX102" fmla="*/ 86784 w 1133475"/>
                        <a:gd name="connsiteY102" fmla="*/ 722495 h 1019175"/>
                        <a:gd name="connsiteX103" fmla="*/ 30586 w 1133475"/>
                        <a:gd name="connsiteY103" fmla="*/ 752975 h 1019175"/>
                        <a:gd name="connsiteX104" fmla="*/ 37254 w 1133475"/>
                        <a:gd name="connsiteY104" fmla="*/ 790122 h 1019175"/>
                        <a:gd name="connsiteX105" fmla="*/ 18204 w 1133475"/>
                        <a:gd name="connsiteY105" fmla="*/ 838700 h 1019175"/>
                        <a:gd name="connsiteX106" fmla="*/ 3916 w 1133475"/>
                        <a:gd name="connsiteY106" fmla="*/ 852987 h 1019175"/>
                        <a:gd name="connsiteX107" fmla="*/ 2964 w 1133475"/>
                        <a:gd name="connsiteY107" fmla="*/ 870132 h 1019175"/>
                        <a:gd name="connsiteX108" fmla="*/ 25824 w 1133475"/>
                        <a:gd name="connsiteY108" fmla="*/ 877752 h 1019175"/>
                        <a:gd name="connsiteX109" fmla="*/ 57256 w 1133475"/>
                        <a:gd name="connsiteY109" fmla="*/ 865370 h 1019175"/>
                        <a:gd name="connsiteX110" fmla="*/ 64876 w 1133475"/>
                        <a:gd name="connsiteY110" fmla="*/ 880610 h 1019175"/>
                        <a:gd name="connsiteX111" fmla="*/ 42016 w 1133475"/>
                        <a:gd name="connsiteY111" fmla="*/ 900612 h 1019175"/>
                        <a:gd name="connsiteX112" fmla="*/ 23919 w 1133475"/>
                        <a:gd name="connsiteY112" fmla="*/ 895850 h 1019175"/>
                        <a:gd name="connsiteX113" fmla="*/ 8679 w 1133475"/>
                        <a:gd name="connsiteY113" fmla="*/ 910137 h 1019175"/>
                        <a:gd name="connsiteX114" fmla="*/ 5821 w 1133475"/>
                        <a:gd name="connsiteY114" fmla="*/ 938712 h 1019175"/>
                        <a:gd name="connsiteX115" fmla="*/ 30586 w 1133475"/>
                        <a:gd name="connsiteY115" fmla="*/ 934902 h 1019175"/>
                        <a:gd name="connsiteX116" fmla="*/ 54399 w 1133475"/>
                        <a:gd name="connsiteY116" fmla="*/ 937760 h 1019175"/>
                        <a:gd name="connsiteX117" fmla="*/ 42969 w 1133475"/>
                        <a:gd name="connsiteY117" fmla="*/ 956810 h 1019175"/>
                        <a:gd name="connsiteX118" fmla="*/ 27729 w 1133475"/>
                        <a:gd name="connsiteY118" fmla="*/ 968240 h 1019175"/>
                        <a:gd name="connsiteX119" fmla="*/ 39159 w 1133475"/>
                        <a:gd name="connsiteY119" fmla="*/ 979670 h 1019175"/>
                        <a:gd name="connsiteX120" fmla="*/ 39159 w 1133475"/>
                        <a:gd name="connsiteY120" fmla="*/ 979670 h 1019175"/>
                        <a:gd name="connsiteX121" fmla="*/ 40111 w 1133475"/>
                        <a:gd name="connsiteY121" fmla="*/ 980622 h 1019175"/>
                        <a:gd name="connsiteX122" fmla="*/ 50589 w 1133475"/>
                        <a:gd name="connsiteY122" fmla="*/ 986337 h 1019175"/>
                        <a:gd name="connsiteX123" fmla="*/ 82021 w 1133475"/>
                        <a:gd name="connsiteY123" fmla="*/ 1008245 h 1019175"/>
                        <a:gd name="connsiteX124" fmla="*/ 91546 w 1133475"/>
                        <a:gd name="connsiteY124" fmla="*/ 1021580 h 1019175"/>
                        <a:gd name="connsiteX125" fmla="*/ 122026 w 1133475"/>
                        <a:gd name="connsiteY125" fmla="*/ 1026342 h 1019175"/>
                        <a:gd name="connsiteX126" fmla="*/ 203941 w 1133475"/>
                        <a:gd name="connsiteY126" fmla="*/ 960620 h 1019175"/>
                        <a:gd name="connsiteX127" fmla="*/ 234421 w 1133475"/>
                        <a:gd name="connsiteY127" fmla="*/ 953952 h 1019175"/>
                        <a:gd name="connsiteX128" fmla="*/ 245851 w 1133475"/>
                        <a:gd name="connsiteY128" fmla="*/ 919662 h 1019175"/>
                        <a:gd name="connsiteX129" fmla="*/ 263949 w 1133475"/>
                        <a:gd name="connsiteY129" fmla="*/ 945380 h 1019175"/>
                        <a:gd name="connsiteX130" fmla="*/ 274426 w 1133475"/>
                        <a:gd name="connsiteY130" fmla="*/ 967287 h 1019175"/>
                        <a:gd name="connsiteX131" fmla="*/ 288714 w 1133475"/>
                        <a:gd name="connsiteY131" fmla="*/ 969192 h 1019175"/>
                        <a:gd name="connsiteX132" fmla="*/ 299191 w 1133475"/>
                        <a:gd name="connsiteY132" fmla="*/ 937760 h 1019175"/>
                        <a:gd name="connsiteX133" fmla="*/ 305859 w 1133475"/>
                        <a:gd name="connsiteY133" fmla="*/ 899660 h 1019175"/>
                        <a:gd name="connsiteX134" fmla="*/ 335386 w 1133475"/>
                        <a:gd name="connsiteY134" fmla="*/ 888230 h 1019175"/>
                        <a:gd name="connsiteX135" fmla="*/ 333481 w 1133475"/>
                        <a:gd name="connsiteY135" fmla="*/ 842510 h 1019175"/>
                        <a:gd name="connsiteX136" fmla="*/ 331576 w 1133475"/>
                        <a:gd name="connsiteY136" fmla="*/ 819650 h 1019175"/>
                        <a:gd name="connsiteX137" fmla="*/ 348721 w 1133475"/>
                        <a:gd name="connsiteY137" fmla="*/ 794885 h 1019175"/>
                        <a:gd name="connsiteX138" fmla="*/ 319194 w 1133475"/>
                        <a:gd name="connsiteY138" fmla="*/ 760595 h 1019175"/>
                        <a:gd name="connsiteX139" fmla="*/ 321099 w 1133475"/>
                        <a:gd name="connsiteY139" fmla="*/ 714875 h 1019175"/>
                        <a:gd name="connsiteX140" fmla="*/ 321099 w 1133475"/>
                        <a:gd name="connsiteY140" fmla="*/ 667250 h 1019175"/>
                        <a:gd name="connsiteX141" fmla="*/ 324909 w 1133475"/>
                        <a:gd name="connsiteY141" fmla="*/ 619625 h 1019175"/>
                        <a:gd name="connsiteX142" fmla="*/ 368724 w 1133475"/>
                        <a:gd name="connsiteY142" fmla="*/ 588192 h 1019175"/>
                        <a:gd name="connsiteX143" fmla="*/ 398251 w 1133475"/>
                        <a:gd name="connsiteY143" fmla="*/ 586287 h 1019175"/>
                        <a:gd name="connsiteX144" fmla="*/ 398251 w 1133475"/>
                        <a:gd name="connsiteY144" fmla="*/ 558665 h 1019175"/>
                        <a:gd name="connsiteX145" fmla="*/ 387774 w 1133475"/>
                        <a:gd name="connsiteY145" fmla="*/ 533900 h 1019175"/>
                        <a:gd name="connsiteX146" fmla="*/ 417301 w 1133475"/>
                        <a:gd name="connsiteY146" fmla="*/ 472940 h 1019175"/>
                        <a:gd name="connsiteX147" fmla="*/ 419206 w 1133475"/>
                        <a:gd name="connsiteY147" fmla="*/ 430077 h 1019175"/>
                        <a:gd name="connsiteX148" fmla="*/ 452544 w 1133475"/>
                        <a:gd name="connsiteY148" fmla="*/ 421505 h 1019175"/>
                        <a:gd name="connsiteX149" fmla="*/ 461116 w 1133475"/>
                        <a:gd name="connsiteY149" fmla="*/ 393882 h 1019175"/>
                        <a:gd name="connsiteX150" fmla="*/ 483976 w 1133475"/>
                        <a:gd name="connsiteY150" fmla="*/ 357687 h 1019175"/>
                        <a:gd name="connsiteX151" fmla="*/ 494454 w 1133475"/>
                        <a:gd name="connsiteY151" fmla="*/ 332922 h 1019175"/>
                        <a:gd name="connsiteX152" fmla="*/ 506836 w 1133475"/>
                        <a:gd name="connsiteY152" fmla="*/ 298632 h 1019175"/>
                        <a:gd name="connsiteX153" fmla="*/ 540174 w 1133475"/>
                        <a:gd name="connsiteY153" fmla="*/ 271010 h 1019175"/>
                        <a:gd name="connsiteX154" fmla="*/ 573512 w 1133475"/>
                        <a:gd name="connsiteY154" fmla="*/ 257675 h 1019175"/>
                        <a:gd name="connsiteX155" fmla="*/ 583989 w 1133475"/>
                        <a:gd name="connsiteY155" fmla="*/ 223385 h 1019175"/>
                        <a:gd name="connsiteX156" fmla="*/ 630662 w 1133475"/>
                        <a:gd name="connsiteY156" fmla="*/ 231957 h 1019175"/>
                        <a:gd name="connsiteX157" fmla="*/ 660189 w 1133475"/>
                        <a:gd name="connsiteY157" fmla="*/ 223385 h 1019175"/>
                        <a:gd name="connsiteX158" fmla="*/ 684954 w 1133475"/>
                        <a:gd name="connsiteY158" fmla="*/ 187190 h 1019175"/>
                        <a:gd name="connsiteX159" fmla="*/ 688764 w 1133475"/>
                        <a:gd name="connsiteY159" fmla="*/ 190047 h 1019175"/>
                        <a:gd name="connsiteX160" fmla="*/ 718291 w 1133475"/>
                        <a:gd name="connsiteY160" fmla="*/ 167187 h 1019175"/>
                        <a:gd name="connsiteX161" fmla="*/ 766869 w 1133475"/>
                        <a:gd name="connsiteY161" fmla="*/ 205287 h 1019175"/>
                        <a:gd name="connsiteX162" fmla="*/ 815446 w 1133475"/>
                        <a:gd name="connsiteY162" fmla="*/ 207192 h 1019175"/>
                        <a:gd name="connsiteX163" fmla="*/ 848784 w 1133475"/>
                        <a:gd name="connsiteY163" fmla="*/ 209097 h 1019175"/>
                        <a:gd name="connsiteX164" fmla="*/ 873549 w 1133475"/>
                        <a:gd name="connsiteY164" fmla="*/ 215765 h 1019175"/>
                        <a:gd name="connsiteX165" fmla="*/ 892599 w 1133475"/>
                        <a:gd name="connsiteY165" fmla="*/ 188142 h 1019175"/>
                        <a:gd name="connsiteX166" fmla="*/ 901171 w 1133475"/>
                        <a:gd name="connsiteY166" fmla="*/ 147185 h 1019175"/>
                        <a:gd name="connsiteX167" fmla="*/ 928794 w 1133475"/>
                        <a:gd name="connsiteY167" fmla="*/ 115752 h 1019175"/>
                        <a:gd name="connsiteX168" fmla="*/ 972609 w 1133475"/>
                        <a:gd name="connsiteY168" fmla="*/ 104322 h 1019175"/>
                        <a:gd name="connsiteX169" fmla="*/ 1008804 w 1133475"/>
                        <a:gd name="connsiteY169" fmla="*/ 104322 h 1019175"/>
                        <a:gd name="connsiteX170" fmla="*/ 1054524 w 1133475"/>
                        <a:gd name="connsiteY170" fmla="*/ 138612 h 1019175"/>
                        <a:gd name="connsiteX171" fmla="*/ 1054524 w 1133475"/>
                        <a:gd name="connsiteY171" fmla="*/ 165282 h 1019175"/>
                        <a:gd name="connsiteX172" fmla="*/ 1074526 w 1133475"/>
                        <a:gd name="connsiteY172" fmla="*/ 154805 h 1019175"/>
                        <a:gd name="connsiteX173" fmla="*/ 1110721 w 1133475"/>
                        <a:gd name="connsiteY173" fmla="*/ 136707 h 1019175"/>
                        <a:gd name="connsiteX174" fmla="*/ 1133581 w 1133475"/>
                        <a:gd name="connsiteY174" fmla="*/ 119562 h 1019175"/>
                        <a:gd name="connsiteX175" fmla="*/ 1098339 w 1133475"/>
                        <a:gd name="connsiteY175" fmla="*/ 119562 h 101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133475" h="1019175">
                          <a:moveTo>
                            <a:pt x="1098339" y="119562"/>
                          </a:moveTo>
                          <a:cubicBezTo>
                            <a:pt x="1095481" y="130040"/>
                            <a:pt x="1078337" y="128135"/>
                            <a:pt x="1078337" y="117657"/>
                          </a:cubicBezTo>
                          <a:cubicBezTo>
                            <a:pt x="1079289" y="107180"/>
                            <a:pt x="1050714" y="98607"/>
                            <a:pt x="1049762" y="93845"/>
                          </a:cubicBezTo>
                          <a:cubicBezTo>
                            <a:pt x="1048809" y="89082"/>
                            <a:pt x="1061191" y="90035"/>
                            <a:pt x="1071669" y="95750"/>
                          </a:cubicBezTo>
                          <a:cubicBezTo>
                            <a:pt x="1082146" y="102417"/>
                            <a:pt x="1089766" y="97655"/>
                            <a:pt x="1101196" y="86225"/>
                          </a:cubicBezTo>
                          <a:cubicBezTo>
                            <a:pt x="1112626" y="73842"/>
                            <a:pt x="1129771" y="84320"/>
                            <a:pt x="1131676" y="73842"/>
                          </a:cubicBezTo>
                          <a:cubicBezTo>
                            <a:pt x="1133581" y="63365"/>
                            <a:pt x="1112626" y="55745"/>
                            <a:pt x="1108816" y="50030"/>
                          </a:cubicBezTo>
                          <a:cubicBezTo>
                            <a:pt x="1105006" y="43362"/>
                            <a:pt x="1089766" y="34790"/>
                            <a:pt x="1075479" y="37647"/>
                          </a:cubicBezTo>
                          <a:cubicBezTo>
                            <a:pt x="1061191" y="40505"/>
                            <a:pt x="1060239" y="33837"/>
                            <a:pt x="1051666" y="25265"/>
                          </a:cubicBezTo>
                          <a:cubicBezTo>
                            <a:pt x="1049762" y="23360"/>
                            <a:pt x="1045951" y="22407"/>
                            <a:pt x="1043094" y="22407"/>
                          </a:cubicBezTo>
                          <a:cubicBezTo>
                            <a:pt x="1038331" y="25265"/>
                            <a:pt x="1033569" y="27170"/>
                            <a:pt x="1028806" y="29075"/>
                          </a:cubicBezTo>
                          <a:cubicBezTo>
                            <a:pt x="1022139" y="33837"/>
                            <a:pt x="1017376" y="41457"/>
                            <a:pt x="1017376" y="50030"/>
                          </a:cubicBezTo>
                          <a:cubicBezTo>
                            <a:pt x="1017376" y="70032"/>
                            <a:pt x="1001184" y="65270"/>
                            <a:pt x="1006899" y="53840"/>
                          </a:cubicBezTo>
                          <a:cubicBezTo>
                            <a:pt x="1011662" y="44315"/>
                            <a:pt x="1003089" y="33837"/>
                            <a:pt x="1007851" y="29075"/>
                          </a:cubicBezTo>
                          <a:cubicBezTo>
                            <a:pt x="1006899" y="29075"/>
                            <a:pt x="1004994" y="28122"/>
                            <a:pt x="1004041" y="28122"/>
                          </a:cubicBezTo>
                          <a:cubicBezTo>
                            <a:pt x="999279" y="26217"/>
                            <a:pt x="993564" y="24312"/>
                            <a:pt x="987849" y="23360"/>
                          </a:cubicBezTo>
                          <a:cubicBezTo>
                            <a:pt x="985944" y="23360"/>
                            <a:pt x="984991" y="22407"/>
                            <a:pt x="985944" y="22407"/>
                          </a:cubicBezTo>
                          <a:cubicBezTo>
                            <a:pt x="984991" y="22407"/>
                            <a:pt x="983087" y="22407"/>
                            <a:pt x="982134" y="22407"/>
                          </a:cubicBezTo>
                          <a:cubicBezTo>
                            <a:pt x="976419" y="22407"/>
                            <a:pt x="970704" y="22407"/>
                            <a:pt x="964989" y="22407"/>
                          </a:cubicBezTo>
                          <a:cubicBezTo>
                            <a:pt x="964989" y="24312"/>
                            <a:pt x="965941" y="26217"/>
                            <a:pt x="966894" y="27170"/>
                          </a:cubicBezTo>
                          <a:cubicBezTo>
                            <a:pt x="972609" y="33837"/>
                            <a:pt x="950701" y="64317"/>
                            <a:pt x="941176" y="64317"/>
                          </a:cubicBezTo>
                          <a:cubicBezTo>
                            <a:pt x="931651" y="64317"/>
                            <a:pt x="942129" y="38600"/>
                            <a:pt x="942129" y="24312"/>
                          </a:cubicBezTo>
                          <a:cubicBezTo>
                            <a:pt x="942129" y="24312"/>
                            <a:pt x="942129" y="24312"/>
                            <a:pt x="942129" y="24312"/>
                          </a:cubicBezTo>
                          <a:cubicBezTo>
                            <a:pt x="938319" y="24312"/>
                            <a:pt x="934509" y="23360"/>
                            <a:pt x="930699" y="22407"/>
                          </a:cubicBezTo>
                          <a:cubicBezTo>
                            <a:pt x="925937" y="26217"/>
                            <a:pt x="921174" y="32885"/>
                            <a:pt x="914506" y="41457"/>
                          </a:cubicBezTo>
                          <a:cubicBezTo>
                            <a:pt x="896409" y="64317"/>
                            <a:pt x="882121" y="84320"/>
                            <a:pt x="871644" y="86225"/>
                          </a:cubicBezTo>
                          <a:cubicBezTo>
                            <a:pt x="861166" y="88130"/>
                            <a:pt x="862119" y="66222"/>
                            <a:pt x="879264" y="55745"/>
                          </a:cubicBezTo>
                          <a:cubicBezTo>
                            <a:pt x="896409" y="46220"/>
                            <a:pt x="897362" y="18597"/>
                            <a:pt x="907839" y="18597"/>
                          </a:cubicBezTo>
                          <a:cubicBezTo>
                            <a:pt x="911649" y="18597"/>
                            <a:pt x="914506" y="16692"/>
                            <a:pt x="915459" y="13835"/>
                          </a:cubicBezTo>
                          <a:cubicBezTo>
                            <a:pt x="910696" y="10025"/>
                            <a:pt x="906887" y="6215"/>
                            <a:pt x="904029" y="500"/>
                          </a:cubicBezTo>
                          <a:cubicBezTo>
                            <a:pt x="904029" y="500"/>
                            <a:pt x="903076" y="500"/>
                            <a:pt x="903076" y="500"/>
                          </a:cubicBezTo>
                          <a:cubicBezTo>
                            <a:pt x="886884" y="-3310"/>
                            <a:pt x="884026" y="15740"/>
                            <a:pt x="879264" y="21455"/>
                          </a:cubicBezTo>
                          <a:cubicBezTo>
                            <a:pt x="876406" y="24312"/>
                            <a:pt x="866881" y="21455"/>
                            <a:pt x="859262" y="18597"/>
                          </a:cubicBezTo>
                          <a:cubicBezTo>
                            <a:pt x="853546" y="21455"/>
                            <a:pt x="847831" y="24312"/>
                            <a:pt x="841164" y="24312"/>
                          </a:cubicBezTo>
                          <a:cubicBezTo>
                            <a:pt x="838306" y="27170"/>
                            <a:pt x="836401" y="30027"/>
                            <a:pt x="839259" y="34790"/>
                          </a:cubicBezTo>
                          <a:cubicBezTo>
                            <a:pt x="845926" y="45267"/>
                            <a:pt x="836401" y="54792"/>
                            <a:pt x="829734" y="41457"/>
                          </a:cubicBezTo>
                          <a:cubicBezTo>
                            <a:pt x="823066" y="29075"/>
                            <a:pt x="806874" y="38600"/>
                            <a:pt x="799254" y="52887"/>
                          </a:cubicBezTo>
                          <a:cubicBezTo>
                            <a:pt x="791634" y="67175"/>
                            <a:pt x="781156" y="66222"/>
                            <a:pt x="788776" y="70985"/>
                          </a:cubicBezTo>
                          <a:cubicBezTo>
                            <a:pt x="796396" y="75747"/>
                            <a:pt x="796396" y="94797"/>
                            <a:pt x="784014" y="98607"/>
                          </a:cubicBezTo>
                          <a:cubicBezTo>
                            <a:pt x="772584" y="102417"/>
                            <a:pt x="776394" y="64317"/>
                            <a:pt x="767821" y="67175"/>
                          </a:cubicBezTo>
                          <a:cubicBezTo>
                            <a:pt x="758296" y="70985"/>
                            <a:pt x="764964" y="49077"/>
                            <a:pt x="777346" y="49077"/>
                          </a:cubicBezTo>
                          <a:cubicBezTo>
                            <a:pt x="786871" y="49077"/>
                            <a:pt x="795444" y="38600"/>
                            <a:pt x="799254" y="30980"/>
                          </a:cubicBezTo>
                          <a:cubicBezTo>
                            <a:pt x="788776" y="34790"/>
                            <a:pt x="779251" y="38600"/>
                            <a:pt x="768774" y="40505"/>
                          </a:cubicBezTo>
                          <a:cubicBezTo>
                            <a:pt x="759249" y="43362"/>
                            <a:pt x="749724" y="42410"/>
                            <a:pt x="740199" y="39552"/>
                          </a:cubicBezTo>
                          <a:cubicBezTo>
                            <a:pt x="734484" y="45267"/>
                            <a:pt x="738294" y="59555"/>
                            <a:pt x="751629" y="68127"/>
                          </a:cubicBezTo>
                          <a:cubicBezTo>
                            <a:pt x="769726" y="79557"/>
                            <a:pt x="748771" y="86225"/>
                            <a:pt x="739246" y="77652"/>
                          </a:cubicBezTo>
                          <a:cubicBezTo>
                            <a:pt x="729721" y="69080"/>
                            <a:pt x="715434" y="73842"/>
                            <a:pt x="705909" y="78605"/>
                          </a:cubicBezTo>
                          <a:cubicBezTo>
                            <a:pt x="696384" y="83367"/>
                            <a:pt x="729721" y="96702"/>
                            <a:pt x="730674" y="102417"/>
                          </a:cubicBezTo>
                          <a:cubicBezTo>
                            <a:pt x="731626" y="109085"/>
                            <a:pt x="713529" y="94797"/>
                            <a:pt x="709719" y="99560"/>
                          </a:cubicBezTo>
                          <a:cubicBezTo>
                            <a:pt x="705909" y="104322"/>
                            <a:pt x="687812" y="95750"/>
                            <a:pt x="685906" y="84320"/>
                          </a:cubicBezTo>
                          <a:cubicBezTo>
                            <a:pt x="684954" y="71937"/>
                            <a:pt x="655426" y="89082"/>
                            <a:pt x="671619" y="93845"/>
                          </a:cubicBezTo>
                          <a:cubicBezTo>
                            <a:pt x="687812" y="97655"/>
                            <a:pt x="682096" y="109085"/>
                            <a:pt x="682096" y="125277"/>
                          </a:cubicBezTo>
                          <a:cubicBezTo>
                            <a:pt x="682096" y="140517"/>
                            <a:pt x="663046" y="129087"/>
                            <a:pt x="666856" y="115752"/>
                          </a:cubicBezTo>
                          <a:cubicBezTo>
                            <a:pt x="670666" y="102417"/>
                            <a:pt x="655426" y="105275"/>
                            <a:pt x="642091" y="113847"/>
                          </a:cubicBezTo>
                          <a:cubicBezTo>
                            <a:pt x="628756" y="122420"/>
                            <a:pt x="643996" y="98607"/>
                            <a:pt x="639234" y="86225"/>
                          </a:cubicBezTo>
                          <a:cubicBezTo>
                            <a:pt x="633519" y="73842"/>
                            <a:pt x="622089" y="86225"/>
                            <a:pt x="608754" y="89082"/>
                          </a:cubicBezTo>
                          <a:cubicBezTo>
                            <a:pt x="595419" y="91940"/>
                            <a:pt x="587799" y="92892"/>
                            <a:pt x="596371" y="102417"/>
                          </a:cubicBezTo>
                          <a:cubicBezTo>
                            <a:pt x="604944" y="111942"/>
                            <a:pt x="603991" y="126230"/>
                            <a:pt x="592562" y="124325"/>
                          </a:cubicBezTo>
                          <a:cubicBezTo>
                            <a:pt x="581131" y="122420"/>
                            <a:pt x="577321" y="124325"/>
                            <a:pt x="578274" y="135755"/>
                          </a:cubicBezTo>
                          <a:cubicBezTo>
                            <a:pt x="579226" y="147185"/>
                            <a:pt x="563987" y="148137"/>
                            <a:pt x="563034" y="137660"/>
                          </a:cubicBezTo>
                          <a:cubicBezTo>
                            <a:pt x="562081" y="128135"/>
                            <a:pt x="539221" y="130992"/>
                            <a:pt x="532554" y="141470"/>
                          </a:cubicBezTo>
                          <a:cubicBezTo>
                            <a:pt x="525887" y="152900"/>
                            <a:pt x="507789" y="161472"/>
                            <a:pt x="509694" y="173855"/>
                          </a:cubicBezTo>
                          <a:cubicBezTo>
                            <a:pt x="511599" y="186237"/>
                            <a:pt x="525887" y="167187"/>
                            <a:pt x="538269" y="171950"/>
                          </a:cubicBezTo>
                          <a:cubicBezTo>
                            <a:pt x="549699" y="175760"/>
                            <a:pt x="537316" y="182427"/>
                            <a:pt x="543984" y="189095"/>
                          </a:cubicBezTo>
                          <a:cubicBezTo>
                            <a:pt x="550651" y="195762"/>
                            <a:pt x="548746" y="211002"/>
                            <a:pt x="540174" y="201477"/>
                          </a:cubicBezTo>
                          <a:cubicBezTo>
                            <a:pt x="530649" y="191952"/>
                            <a:pt x="519219" y="189095"/>
                            <a:pt x="517314" y="204335"/>
                          </a:cubicBezTo>
                          <a:cubicBezTo>
                            <a:pt x="515409" y="219575"/>
                            <a:pt x="505884" y="202430"/>
                            <a:pt x="497311" y="191952"/>
                          </a:cubicBezTo>
                          <a:cubicBezTo>
                            <a:pt x="489691" y="181475"/>
                            <a:pt x="482071" y="211955"/>
                            <a:pt x="473499" y="204335"/>
                          </a:cubicBezTo>
                          <a:cubicBezTo>
                            <a:pt x="464926" y="197667"/>
                            <a:pt x="490644" y="175760"/>
                            <a:pt x="483976" y="165282"/>
                          </a:cubicBezTo>
                          <a:cubicBezTo>
                            <a:pt x="477309" y="154805"/>
                            <a:pt x="472546" y="171950"/>
                            <a:pt x="458259" y="188142"/>
                          </a:cubicBezTo>
                          <a:cubicBezTo>
                            <a:pt x="443019" y="204335"/>
                            <a:pt x="423016" y="203382"/>
                            <a:pt x="430636" y="211002"/>
                          </a:cubicBezTo>
                          <a:cubicBezTo>
                            <a:pt x="438256" y="218622"/>
                            <a:pt x="415396" y="223385"/>
                            <a:pt x="411586" y="236720"/>
                          </a:cubicBezTo>
                          <a:cubicBezTo>
                            <a:pt x="407776" y="250055"/>
                            <a:pt x="377296" y="254817"/>
                            <a:pt x="357294" y="269105"/>
                          </a:cubicBezTo>
                          <a:cubicBezTo>
                            <a:pt x="337291" y="283392"/>
                            <a:pt x="361104" y="284345"/>
                            <a:pt x="372534" y="270057"/>
                          </a:cubicBezTo>
                          <a:cubicBezTo>
                            <a:pt x="383964" y="256722"/>
                            <a:pt x="387774" y="264342"/>
                            <a:pt x="404919" y="251960"/>
                          </a:cubicBezTo>
                          <a:cubicBezTo>
                            <a:pt x="423016" y="239577"/>
                            <a:pt x="441114" y="230052"/>
                            <a:pt x="447781" y="234815"/>
                          </a:cubicBezTo>
                          <a:cubicBezTo>
                            <a:pt x="454449" y="239577"/>
                            <a:pt x="465879" y="243387"/>
                            <a:pt x="473499" y="231005"/>
                          </a:cubicBezTo>
                          <a:cubicBezTo>
                            <a:pt x="482071" y="218622"/>
                            <a:pt x="492549" y="221480"/>
                            <a:pt x="501121" y="229100"/>
                          </a:cubicBezTo>
                          <a:cubicBezTo>
                            <a:pt x="509694" y="236720"/>
                            <a:pt x="486834" y="243387"/>
                            <a:pt x="497311" y="254817"/>
                          </a:cubicBezTo>
                          <a:cubicBezTo>
                            <a:pt x="507789" y="266247"/>
                            <a:pt x="484929" y="271962"/>
                            <a:pt x="484929" y="262437"/>
                          </a:cubicBezTo>
                          <a:cubicBezTo>
                            <a:pt x="484929" y="252912"/>
                            <a:pt x="471594" y="244340"/>
                            <a:pt x="466831" y="252912"/>
                          </a:cubicBezTo>
                          <a:cubicBezTo>
                            <a:pt x="462069" y="262437"/>
                            <a:pt x="454449" y="271962"/>
                            <a:pt x="445876" y="272915"/>
                          </a:cubicBezTo>
                          <a:cubicBezTo>
                            <a:pt x="437304" y="273867"/>
                            <a:pt x="427779" y="291012"/>
                            <a:pt x="427779" y="307205"/>
                          </a:cubicBezTo>
                          <a:cubicBezTo>
                            <a:pt x="427779" y="324350"/>
                            <a:pt x="412539" y="307205"/>
                            <a:pt x="411586" y="322445"/>
                          </a:cubicBezTo>
                          <a:cubicBezTo>
                            <a:pt x="410634" y="337685"/>
                            <a:pt x="389679" y="363402"/>
                            <a:pt x="370629" y="382452"/>
                          </a:cubicBezTo>
                          <a:cubicBezTo>
                            <a:pt x="352531" y="401502"/>
                            <a:pt x="369676" y="405312"/>
                            <a:pt x="363009" y="417695"/>
                          </a:cubicBezTo>
                          <a:cubicBezTo>
                            <a:pt x="357294" y="430077"/>
                            <a:pt x="335386" y="418647"/>
                            <a:pt x="328719" y="424362"/>
                          </a:cubicBezTo>
                          <a:cubicBezTo>
                            <a:pt x="321099" y="429125"/>
                            <a:pt x="332529" y="458652"/>
                            <a:pt x="323004" y="468177"/>
                          </a:cubicBezTo>
                          <a:cubicBezTo>
                            <a:pt x="313479" y="477702"/>
                            <a:pt x="323004" y="490085"/>
                            <a:pt x="323004" y="500562"/>
                          </a:cubicBezTo>
                          <a:cubicBezTo>
                            <a:pt x="323004" y="511040"/>
                            <a:pt x="297286" y="493895"/>
                            <a:pt x="295381" y="504372"/>
                          </a:cubicBezTo>
                          <a:cubicBezTo>
                            <a:pt x="293476" y="514850"/>
                            <a:pt x="271569" y="511992"/>
                            <a:pt x="264901" y="514850"/>
                          </a:cubicBezTo>
                          <a:cubicBezTo>
                            <a:pt x="258234" y="517707"/>
                            <a:pt x="278236" y="534852"/>
                            <a:pt x="289666" y="544377"/>
                          </a:cubicBezTo>
                          <a:cubicBezTo>
                            <a:pt x="301096" y="553902"/>
                            <a:pt x="278236" y="562475"/>
                            <a:pt x="276331" y="551045"/>
                          </a:cubicBezTo>
                          <a:cubicBezTo>
                            <a:pt x="274426" y="544377"/>
                            <a:pt x="268711" y="548187"/>
                            <a:pt x="260139" y="553902"/>
                          </a:cubicBezTo>
                          <a:cubicBezTo>
                            <a:pt x="260139" y="558665"/>
                            <a:pt x="260139" y="563427"/>
                            <a:pt x="258234" y="568190"/>
                          </a:cubicBezTo>
                          <a:cubicBezTo>
                            <a:pt x="239184" y="614862"/>
                            <a:pt x="205846" y="640580"/>
                            <a:pt x="159174" y="660582"/>
                          </a:cubicBezTo>
                          <a:cubicBezTo>
                            <a:pt x="147744" y="665345"/>
                            <a:pt x="136314" y="666297"/>
                            <a:pt x="125836" y="663440"/>
                          </a:cubicBezTo>
                          <a:cubicBezTo>
                            <a:pt x="121074" y="665345"/>
                            <a:pt x="116311" y="665345"/>
                            <a:pt x="111549" y="666297"/>
                          </a:cubicBezTo>
                          <a:cubicBezTo>
                            <a:pt x="108691" y="671060"/>
                            <a:pt x="104881" y="676775"/>
                            <a:pt x="99166" y="680585"/>
                          </a:cubicBezTo>
                          <a:cubicBezTo>
                            <a:pt x="99166" y="681537"/>
                            <a:pt x="99166" y="683442"/>
                            <a:pt x="100119" y="684395"/>
                          </a:cubicBezTo>
                          <a:cubicBezTo>
                            <a:pt x="106786" y="687252"/>
                            <a:pt x="114406" y="689157"/>
                            <a:pt x="116311" y="692967"/>
                          </a:cubicBezTo>
                          <a:cubicBezTo>
                            <a:pt x="118216" y="697730"/>
                            <a:pt x="110596" y="698682"/>
                            <a:pt x="100119" y="697730"/>
                          </a:cubicBezTo>
                          <a:cubicBezTo>
                            <a:pt x="99166" y="707255"/>
                            <a:pt x="94404" y="715827"/>
                            <a:pt x="86784" y="722495"/>
                          </a:cubicBezTo>
                          <a:cubicBezTo>
                            <a:pt x="69639" y="737735"/>
                            <a:pt x="50589" y="748212"/>
                            <a:pt x="30586" y="752975"/>
                          </a:cubicBezTo>
                          <a:cubicBezTo>
                            <a:pt x="38206" y="762500"/>
                            <a:pt x="41064" y="775835"/>
                            <a:pt x="37254" y="790122"/>
                          </a:cubicBezTo>
                          <a:cubicBezTo>
                            <a:pt x="32491" y="807267"/>
                            <a:pt x="28681" y="823460"/>
                            <a:pt x="18204" y="838700"/>
                          </a:cubicBezTo>
                          <a:cubicBezTo>
                            <a:pt x="14394" y="844415"/>
                            <a:pt x="8679" y="849177"/>
                            <a:pt x="3916" y="852987"/>
                          </a:cubicBezTo>
                          <a:cubicBezTo>
                            <a:pt x="1059" y="856797"/>
                            <a:pt x="-2751" y="861560"/>
                            <a:pt x="2964" y="870132"/>
                          </a:cubicBezTo>
                          <a:cubicBezTo>
                            <a:pt x="13441" y="886325"/>
                            <a:pt x="21061" y="866322"/>
                            <a:pt x="25824" y="877752"/>
                          </a:cubicBezTo>
                          <a:cubicBezTo>
                            <a:pt x="30586" y="890135"/>
                            <a:pt x="42969" y="879657"/>
                            <a:pt x="57256" y="865370"/>
                          </a:cubicBezTo>
                          <a:cubicBezTo>
                            <a:pt x="71544" y="851082"/>
                            <a:pt x="77259" y="880610"/>
                            <a:pt x="64876" y="880610"/>
                          </a:cubicBezTo>
                          <a:cubicBezTo>
                            <a:pt x="53446" y="879657"/>
                            <a:pt x="39159" y="887277"/>
                            <a:pt x="42016" y="900612"/>
                          </a:cubicBezTo>
                          <a:cubicBezTo>
                            <a:pt x="44874" y="912995"/>
                            <a:pt x="23919" y="911090"/>
                            <a:pt x="23919" y="895850"/>
                          </a:cubicBezTo>
                          <a:cubicBezTo>
                            <a:pt x="24871" y="880610"/>
                            <a:pt x="106" y="898707"/>
                            <a:pt x="8679" y="910137"/>
                          </a:cubicBezTo>
                          <a:cubicBezTo>
                            <a:pt x="18204" y="921567"/>
                            <a:pt x="5821" y="927282"/>
                            <a:pt x="5821" y="938712"/>
                          </a:cubicBezTo>
                          <a:cubicBezTo>
                            <a:pt x="5821" y="949190"/>
                            <a:pt x="23919" y="947285"/>
                            <a:pt x="30586" y="934902"/>
                          </a:cubicBezTo>
                          <a:cubicBezTo>
                            <a:pt x="38206" y="922520"/>
                            <a:pt x="49636" y="925377"/>
                            <a:pt x="54399" y="937760"/>
                          </a:cubicBezTo>
                          <a:cubicBezTo>
                            <a:pt x="59161" y="950142"/>
                            <a:pt x="42969" y="940617"/>
                            <a:pt x="42969" y="956810"/>
                          </a:cubicBezTo>
                          <a:cubicBezTo>
                            <a:pt x="42969" y="971097"/>
                            <a:pt x="35349" y="961572"/>
                            <a:pt x="27729" y="968240"/>
                          </a:cubicBezTo>
                          <a:cubicBezTo>
                            <a:pt x="31539" y="971097"/>
                            <a:pt x="35349" y="974907"/>
                            <a:pt x="39159" y="979670"/>
                          </a:cubicBezTo>
                          <a:cubicBezTo>
                            <a:pt x="39159" y="979670"/>
                            <a:pt x="39159" y="979670"/>
                            <a:pt x="39159" y="979670"/>
                          </a:cubicBezTo>
                          <a:cubicBezTo>
                            <a:pt x="34396" y="973955"/>
                            <a:pt x="38206" y="977765"/>
                            <a:pt x="40111" y="980622"/>
                          </a:cubicBezTo>
                          <a:cubicBezTo>
                            <a:pt x="43921" y="982527"/>
                            <a:pt x="47731" y="984432"/>
                            <a:pt x="50589" y="986337"/>
                          </a:cubicBezTo>
                          <a:cubicBezTo>
                            <a:pt x="62019" y="992052"/>
                            <a:pt x="72496" y="999672"/>
                            <a:pt x="82021" y="1008245"/>
                          </a:cubicBezTo>
                          <a:cubicBezTo>
                            <a:pt x="85831" y="1012055"/>
                            <a:pt x="88689" y="1016817"/>
                            <a:pt x="91546" y="1021580"/>
                          </a:cubicBezTo>
                          <a:cubicBezTo>
                            <a:pt x="99166" y="1025390"/>
                            <a:pt x="108691" y="1028247"/>
                            <a:pt x="122026" y="1026342"/>
                          </a:cubicBezTo>
                          <a:cubicBezTo>
                            <a:pt x="147744" y="1022532"/>
                            <a:pt x="198226" y="970145"/>
                            <a:pt x="203941" y="960620"/>
                          </a:cubicBezTo>
                          <a:cubicBezTo>
                            <a:pt x="210609" y="951095"/>
                            <a:pt x="224896" y="961572"/>
                            <a:pt x="234421" y="953952"/>
                          </a:cubicBezTo>
                          <a:cubicBezTo>
                            <a:pt x="243946" y="945380"/>
                            <a:pt x="238231" y="923472"/>
                            <a:pt x="245851" y="919662"/>
                          </a:cubicBezTo>
                          <a:cubicBezTo>
                            <a:pt x="253471" y="915852"/>
                            <a:pt x="257281" y="942522"/>
                            <a:pt x="263949" y="945380"/>
                          </a:cubicBezTo>
                          <a:cubicBezTo>
                            <a:pt x="269664" y="948237"/>
                            <a:pt x="274426" y="953000"/>
                            <a:pt x="274426" y="967287"/>
                          </a:cubicBezTo>
                          <a:cubicBezTo>
                            <a:pt x="279189" y="966335"/>
                            <a:pt x="284904" y="966335"/>
                            <a:pt x="288714" y="969192"/>
                          </a:cubicBezTo>
                          <a:cubicBezTo>
                            <a:pt x="297286" y="975860"/>
                            <a:pt x="299191" y="946332"/>
                            <a:pt x="299191" y="937760"/>
                          </a:cubicBezTo>
                          <a:cubicBezTo>
                            <a:pt x="299191" y="928235"/>
                            <a:pt x="307764" y="910137"/>
                            <a:pt x="305859" y="899660"/>
                          </a:cubicBezTo>
                          <a:cubicBezTo>
                            <a:pt x="303954" y="888230"/>
                            <a:pt x="330624" y="897755"/>
                            <a:pt x="335386" y="888230"/>
                          </a:cubicBezTo>
                          <a:cubicBezTo>
                            <a:pt x="339196" y="878705"/>
                            <a:pt x="342054" y="847272"/>
                            <a:pt x="333481" y="842510"/>
                          </a:cubicBezTo>
                          <a:cubicBezTo>
                            <a:pt x="324909" y="837747"/>
                            <a:pt x="323004" y="819650"/>
                            <a:pt x="331576" y="819650"/>
                          </a:cubicBezTo>
                          <a:cubicBezTo>
                            <a:pt x="340149" y="819650"/>
                            <a:pt x="350626" y="812982"/>
                            <a:pt x="348721" y="794885"/>
                          </a:cubicBezTo>
                          <a:cubicBezTo>
                            <a:pt x="346816" y="776787"/>
                            <a:pt x="321099" y="778692"/>
                            <a:pt x="319194" y="760595"/>
                          </a:cubicBezTo>
                          <a:cubicBezTo>
                            <a:pt x="317289" y="742497"/>
                            <a:pt x="331576" y="737735"/>
                            <a:pt x="321099" y="714875"/>
                          </a:cubicBezTo>
                          <a:cubicBezTo>
                            <a:pt x="310621" y="692015"/>
                            <a:pt x="324909" y="678680"/>
                            <a:pt x="321099" y="667250"/>
                          </a:cubicBezTo>
                          <a:cubicBezTo>
                            <a:pt x="317289" y="655820"/>
                            <a:pt x="312526" y="642485"/>
                            <a:pt x="324909" y="619625"/>
                          </a:cubicBezTo>
                          <a:cubicBezTo>
                            <a:pt x="337291" y="596765"/>
                            <a:pt x="360151" y="585335"/>
                            <a:pt x="368724" y="588192"/>
                          </a:cubicBezTo>
                          <a:cubicBezTo>
                            <a:pt x="377296" y="590097"/>
                            <a:pt x="391584" y="599622"/>
                            <a:pt x="398251" y="586287"/>
                          </a:cubicBezTo>
                          <a:cubicBezTo>
                            <a:pt x="404919" y="572952"/>
                            <a:pt x="404919" y="561522"/>
                            <a:pt x="398251" y="558665"/>
                          </a:cubicBezTo>
                          <a:cubicBezTo>
                            <a:pt x="391584" y="556760"/>
                            <a:pt x="375391" y="551997"/>
                            <a:pt x="387774" y="533900"/>
                          </a:cubicBezTo>
                          <a:cubicBezTo>
                            <a:pt x="400156" y="515802"/>
                            <a:pt x="415396" y="492942"/>
                            <a:pt x="417301" y="472940"/>
                          </a:cubicBezTo>
                          <a:cubicBezTo>
                            <a:pt x="419206" y="452937"/>
                            <a:pt x="413491" y="436745"/>
                            <a:pt x="419206" y="430077"/>
                          </a:cubicBezTo>
                          <a:cubicBezTo>
                            <a:pt x="425874" y="423410"/>
                            <a:pt x="440161" y="430077"/>
                            <a:pt x="452544" y="421505"/>
                          </a:cubicBezTo>
                          <a:cubicBezTo>
                            <a:pt x="464926" y="411980"/>
                            <a:pt x="454449" y="401502"/>
                            <a:pt x="461116" y="393882"/>
                          </a:cubicBezTo>
                          <a:cubicBezTo>
                            <a:pt x="467784" y="387215"/>
                            <a:pt x="475404" y="364355"/>
                            <a:pt x="483976" y="357687"/>
                          </a:cubicBezTo>
                          <a:cubicBezTo>
                            <a:pt x="492549" y="351020"/>
                            <a:pt x="501121" y="341495"/>
                            <a:pt x="494454" y="332922"/>
                          </a:cubicBezTo>
                          <a:cubicBezTo>
                            <a:pt x="487786" y="323397"/>
                            <a:pt x="506836" y="314825"/>
                            <a:pt x="506836" y="298632"/>
                          </a:cubicBezTo>
                          <a:cubicBezTo>
                            <a:pt x="506836" y="282440"/>
                            <a:pt x="527791" y="271010"/>
                            <a:pt x="540174" y="271010"/>
                          </a:cubicBezTo>
                          <a:cubicBezTo>
                            <a:pt x="552556" y="271010"/>
                            <a:pt x="573512" y="271010"/>
                            <a:pt x="573512" y="257675"/>
                          </a:cubicBezTo>
                          <a:cubicBezTo>
                            <a:pt x="573512" y="244340"/>
                            <a:pt x="564939" y="214812"/>
                            <a:pt x="583989" y="223385"/>
                          </a:cubicBezTo>
                          <a:cubicBezTo>
                            <a:pt x="603039" y="231957"/>
                            <a:pt x="617326" y="221480"/>
                            <a:pt x="630662" y="231957"/>
                          </a:cubicBezTo>
                          <a:cubicBezTo>
                            <a:pt x="643044" y="243387"/>
                            <a:pt x="660189" y="241482"/>
                            <a:pt x="660189" y="223385"/>
                          </a:cubicBezTo>
                          <a:cubicBezTo>
                            <a:pt x="660189" y="205287"/>
                            <a:pt x="666856" y="175760"/>
                            <a:pt x="684954" y="187190"/>
                          </a:cubicBezTo>
                          <a:cubicBezTo>
                            <a:pt x="686859" y="188142"/>
                            <a:pt x="687812" y="189095"/>
                            <a:pt x="688764" y="190047"/>
                          </a:cubicBezTo>
                          <a:cubicBezTo>
                            <a:pt x="695431" y="174807"/>
                            <a:pt x="706862" y="165282"/>
                            <a:pt x="718291" y="167187"/>
                          </a:cubicBezTo>
                          <a:cubicBezTo>
                            <a:pt x="735437" y="169092"/>
                            <a:pt x="745914" y="201477"/>
                            <a:pt x="766869" y="205287"/>
                          </a:cubicBezTo>
                          <a:cubicBezTo>
                            <a:pt x="787824" y="210050"/>
                            <a:pt x="808779" y="218622"/>
                            <a:pt x="815446" y="207192"/>
                          </a:cubicBezTo>
                          <a:cubicBezTo>
                            <a:pt x="822114" y="195762"/>
                            <a:pt x="836401" y="213860"/>
                            <a:pt x="848784" y="209097"/>
                          </a:cubicBezTo>
                          <a:cubicBezTo>
                            <a:pt x="861166" y="204335"/>
                            <a:pt x="861166" y="233862"/>
                            <a:pt x="873549" y="215765"/>
                          </a:cubicBezTo>
                          <a:cubicBezTo>
                            <a:pt x="885931" y="197667"/>
                            <a:pt x="871644" y="186237"/>
                            <a:pt x="892599" y="188142"/>
                          </a:cubicBezTo>
                          <a:cubicBezTo>
                            <a:pt x="913554" y="190047"/>
                            <a:pt x="901171" y="163377"/>
                            <a:pt x="901171" y="147185"/>
                          </a:cubicBezTo>
                          <a:cubicBezTo>
                            <a:pt x="901171" y="130992"/>
                            <a:pt x="928794" y="129087"/>
                            <a:pt x="928794" y="115752"/>
                          </a:cubicBezTo>
                          <a:cubicBezTo>
                            <a:pt x="928794" y="102417"/>
                            <a:pt x="966894" y="113847"/>
                            <a:pt x="972609" y="104322"/>
                          </a:cubicBezTo>
                          <a:cubicBezTo>
                            <a:pt x="979276" y="94797"/>
                            <a:pt x="1000231" y="88130"/>
                            <a:pt x="1008804" y="104322"/>
                          </a:cubicBezTo>
                          <a:cubicBezTo>
                            <a:pt x="1017376" y="120515"/>
                            <a:pt x="1052619" y="124325"/>
                            <a:pt x="1054524" y="138612"/>
                          </a:cubicBezTo>
                          <a:cubicBezTo>
                            <a:pt x="1055476" y="145280"/>
                            <a:pt x="1054524" y="155757"/>
                            <a:pt x="1054524" y="165282"/>
                          </a:cubicBezTo>
                          <a:cubicBezTo>
                            <a:pt x="1060239" y="158615"/>
                            <a:pt x="1067859" y="154805"/>
                            <a:pt x="1074526" y="154805"/>
                          </a:cubicBezTo>
                          <a:cubicBezTo>
                            <a:pt x="1087862" y="154805"/>
                            <a:pt x="1099291" y="133850"/>
                            <a:pt x="1110721" y="136707"/>
                          </a:cubicBezTo>
                          <a:cubicBezTo>
                            <a:pt x="1120246" y="138612"/>
                            <a:pt x="1129771" y="137660"/>
                            <a:pt x="1133581" y="119562"/>
                          </a:cubicBezTo>
                          <a:cubicBezTo>
                            <a:pt x="1121199" y="110990"/>
                            <a:pt x="1101196" y="110037"/>
                            <a:pt x="1098339" y="119562"/>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19" name="Freeform: Shape 473">
                      <a:extLst>
                        <a:ext uri="{FF2B5EF4-FFF2-40B4-BE49-F238E27FC236}">
                          <a16:creationId xmlns:a16="http://schemas.microsoft.com/office/drawing/2014/main" id="{9D043855-5D4F-EB09-B6BC-3D8F2F24BB01}"/>
                        </a:ext>
                      </a:extLst>
                    </p:cNvPr>
                    <p:cNvSpPr/>
                    <p:nvPr/>
                  </p:nvSpPr>
                  <p:spPr>
                    <a:xfrm>
                      <a:off x="15656626" y="6376931"/>
                      <a:ext cx="63812" cy="118506"/>
                    </a:xfrm>
                    <a:custGeom>
                      <a:avLst/>
                      <a:gdLst>
                        <a:gd name="connsiteX0" fmla="*/ 33650 w 66675"/>
                        <a:gd name="connsiteY0" fmla="*/ 5934 h 123825"/>
                        <a:gd name="connsiteX1" fmla="*/ 1265 w 66675"/>
                        <a:gd name="connsiteY1" fmla="*/ 14507 h 123825"/>
                        <a:gd name="connsiteX2" fmla="*/ 17458 w 66675"/>
                        <a:gd name="connsiteY2" fmla="*/ 75467 h 123825"/>
                        <a:gd name="connsiteX3" fmla="*/ 35555 w 66675"/>
                        <a:gd name="connsiteY3" fmla="*/ 121187 h 123825"/>
                        <a:gd name="connsiteX4" fmla="*/ 66035 w 66675"/>
                        <a:gd name="connsiteY4" fmla="*/ 101184 h 123825"/>
                        <a:gd name="connsiteX5" fmla="*/ 73655 w 66675"/>
                        <a:gd name="connsiteY5" fmla="*/ 24032 h 123825"/>
                        <a:gd name="connsiteX6" fmla="*/ 33650 w 66675"/>
                        <a:gd name="connsiteY6" fmla="*/ 593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75" h="123825">
                          <a:moveTo>
                            <a:pt x="33650" y="5934"/>
                          </a:moveTo>
                          <a:cubicBezTo>
                            <a:pt x="19362" y="19269"/>
                            <a:pt x="6980" y="4029"/>
                            <a:pt x="1265" y="14507"/>
                          </a:cubicBezTo>
                          <a:cubicBezTo>
                            <a:pt x="-6355" y="27842"/>
                            <a:pt x="23173" y="48797"/>
                            <a:pt x="17458" y="75467"/>
                          </a:cubicBezTo>
                          <a:cubicBezTo>
                            <a:pt x="11742" y="103090"/>
                            <a:pt x="20315" y="137379"/>
                            <a:pt x="35555" y="121187"/>
                          </a:cubicBezTo>
                          <a:cubicBezTo>
                            <a:pt x="50795" y="104994"/>
                            <a:pt x="57462" y="112615"/>
                            <a:pt x="66035" y="101184"/>
                          </a:cubicBezTo>
                          <a:cubicBezTo>
                            <a:pt x="74608" y="88802"/>
                            <a:pt x="66987" y="44987"/>
                            <a:pt x="73655" y="24032"/>
                          </a:cubicBezTo>
                          <a:cubicBezTo>
                            <a:pt x="80323" y="3077"/>
                            <a:pt x="47937" y="-7400"/>
                            <a:pt x="33650" y="5934"/>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20" name="Freeform: Shape 474">
                      <a:extLst>
                        <a:ext uri="{FF2B5EF4-FFF2-40B4-BE49-F238E27FC236}">
                          <a16:creationId xmlns:a16="http://schemas.microsoft.com/office/drawing/2014/main" id="{1F6BDB8F-5471-FCDA-F04B-273928C0C765}"/>
                        </a:ext>
                      </a:extLst>
                    </p:cNvPr>
                    <p:cNvSpPr/>
                    <p:nvPr/>
                  </p:nvSpPr>
                  <p:spPr>
                    <a:xfrm>
                      <a:off x="15596401" y="6040775"/>
                      <a:ext cx="474025" cy="501373"/>
                    </a:xfrm>
                    <a:custGeom>
                      <a:avLst/>
                      <a:gdLst>
                        <a:gd name="connsiteX0" fmla="*/ 416617 w 495300"/>
                        <a:gd name="connsiteY0" fmla="*/ 335280 h 523875"/>
                        <a:gd name="connsiteX1" fmla="*/ 384232 w 495300"/>
                        <a:gd name="connsiteY1" fmla="*/ 306705 h 523875"/>
                        <a:gd name="connsiteX2" fmla="*/ 315651 w 495300"/>
                        <a:gd name="connsiteY2" fmla="*/ 230505 h 523875"/>
                        <a:gd name="connsiteX3" fmla="*/ 253739 w 495300"/>
                        <a:gd name="connsiteY3" fmla="*/ 161925 h 523875"/>
                        <a:gd name="connsiteX4" fmla="*/ 254692 w 495300"/>
                        <a:gd name="connsiteY4" fmla="*/ 114300 h 523875"/>
                        <a:gd name="connsiteX5" fmla="*/ 273742 w 495300"/>
                        <a:gd name="connsiteY5" fmla="*/ 87630 h 523875"/>
                        <a:gd name="connsiteX6" fmla="*/ 275647 w 495300"/>
                        <a:gd name="connsiteY6" fmla="*/ 24765 h 523875"/>
                        <a:gd name="connsiteX7" fmla="*/ 252787 w 495300"/>
                        <a:gd name="connsiteY7" fmla="*/ 20003 h 523875"/>
                        <a:gd name="connsiteX8" fmla="*/ 244214 w 495300"/>
                        <a:gd name="connsiteY8" fmla="*/ 0 h 523875"/>
                        <a:gd name="connsiteX9" fmla="*/ 208972 w 495300"/>
                        <a:gd name="connsiteY9" fmla="*/ 5715 h 523875"/>
                        <a:gd name="connsiteX10" fmla="*/ 181349 w 495300"/>
                        <a:gd name="connsiteY10" fmla="*/ 15240 h 523875"/>
                        <a:gd name="connsiteX11" fmla="*/ 175634 w 495300"/>
                        <a:gd name="connsiteY11" fmla="*/ 12382 h 523875"/>
                        <a:gd name="connsiteX12" fmla="*/ 167062 w 495300"/>
                        <a:gd name="connsiteY12" fmla="*/ 20955 h 523875"/>
                        <a:gd name="connsiteX13" fmla="*/ 160394 w 495300"/>
                        <a:gd name="connsiteY13" fmla="*/ 32385 h 523875"/>
                        <a:gd name="connsiteX14" fmla="*/ 147059 w 495300"/>
                        <a:gd name="connsiteY14" fmla="*/ 38100 h 523875"/>
                        <a:gd name="connsiteX15" fmla="*/ 126104 w 495300"/>
                        <a:gd name="connsiteY15" fmla="*/ 43815 h 523875"/>
                        <a:gd name="connsiteX16" fmla="*/ 110864 w 495300"/>
                        <a:gd name="connsiteY16" fmla="*/ 53340 h 523875"/>
                        <a:gd name="connsiteX17" fmla="*/ 99434 w 495300"/>
                        <a:gd name="connsiteY17" fmla="*/ 70485 h 523875"/>
                        <a:gd name="connsiteX18" fmla="*/ 74669 w 495300"/>
                        <a:gd name="connsiteY18" fmla="*/ 38100 h 523875"/>
                        <a:gd name="connsiteX19" fmla="*/ 52762 w 495300"/>
                        <a:gd name="connsiteY19" fmla="*/ 72390 h 523875"/>
                        <a:gd name="connsiteX20" fmla="*/ 14662 w 495300"/>
                        <a:gd name="connsiteY20" fmla="*/ 75247 h 523875"/>
                        <a:gd name="connsiteX21" fmla="*/ 19424 w 495300"/>
                        <a:gd name="connsiteY21" fmla="*/ 98107 h 523875"/>
                        <a:gd name="connsiteX22" fmla="*/ 10851 w 495300"/>
                        <a:gd name="connsiteY22" fmla="*/ 117157 h 523875"/>
                        <a:gd name="connsiteX23" fmla="*/ 2279 w 495300"/>
                        <a:gd name="connsiteY23" fmla="*/ 128588 h 523875"/>
                        <a:gd name="connsiteX24" fmla="*/ 14662 w 495300"/>
                        <a:gd name="connsiteY24" fmla="*/ 153353 h 523875"/>
                        <a:gd name="connsiteX25" fmla="*/ 24187 w 495300"/>
                        <a:gd name="connsiteY25" fmla="*/ 176213 h 523875"/>
                        <a:gd name="connsiteX26" fmla="*/ 45142 w 495300"/>
                        <a:gd name="connsiteY26" fmla="*/ 183832 h 523875"/>
                        <a:gd name="connsiteX27" fmla="*/ 40379 w 495300"/>
                        <a:gd name="connsiteY27" fmla="*/ 200025 h 523875"/>
                        <a:gd name="connsiteX28" fmla="*/ 61334 w 495300"/>
                        <a:gd name="connsiteY28" fmla="*/ 193357 h 523875"/>
                        <a:gd name="connsiteX29" fmla="*/ 91814 w 495300"/>
                        <a:gd name="connsiteY29" fmla="*/ 164782 h 523875"/>
                        <a:gd name="connsiteX30" fmla="*/ 153726 w 495300"/>
                        <a:gd name="connsiteY30" fmla="*/ 193357 h 523875"/>
                        <a:gd name="connsiteX31" fmla="*/ 167062 w 495300"/>
                        <a:gd name="connsiteY31" fmla="*/ 221932 h 523875"/>
                        <a:gd name="connsiteX32" fmla="*/ 208972 w 495300"/>
                        <a:gd name="connsiteY32" fmla="*/ 280035 h 523875"/>
                        <a:gd name="connsiteX33" fmla="*/ 268979 w 495300"/>
                        <a:gd name="connsiteY33" fmla="*/ 335280 h 523875"/>
                        <a:gd name="connsiteX34" fmla="*/ 311842 w 495300"/>
                        <a:gd name="connsiteY34" fmla="*/ 355282 h 523875"/>
                        <a:gd name="connsiteX35" fmla="*/ 349942 w 495300"/>
                        <a:gd name="connsiteY35" fmla="*/ 382905 h 523875"/>
                        <a:gd name="connsiteX36" fmla="*/ 381374 w 495300"/>
                        <a:gd name="connsiteY36" fmla="*/ 411480 h 523875"/>
                        <a:gd name="connsiteX37" fmla="*/ 395662 w 495300"/>
                        <a:gd name="connsiteY37" fmla="*/ 440055 h 523875"/>
                        <a:gd name="connsiteX38" fmla="*/ 397567 w 495300"/>
                        <a:gd name="connsiteY38" fmla="*/ 491490 h 523875"/>
                        <a:gd name="connsiteX39" fmla="*/ 399472 w 495300"/>
                        <a:gd name="connsiteY39" fmla="*/ 529590 h 523875"/>
                        <a:gd name="connsiteX40" fmla="*/ 421379 w 495300"/>
                        <a:gd name="connsiteY40" fmla="*/ 490538 h 523875"/>
                        <a:gd name="connsiteX41" fmla="*/ 447097 w 495300"/>
                        <a:gd name="connsiteY41" fmla="*/ 461963 h 523875"/>
                        <a:gd name="connsiteX42" fmla="*/ 427094 w 495300"/>
                        <a:gd name="connsiteY42" fmla="*/ 424815 h 523875"/>
                        <a:gd name="connsiteX43" fmla="*/ 469957 w 495300"/>
                        <a:gd name="connsiteY43" fmla="*/ 404813 h 523875"/>
                        <a:gd name="connsiteX44" fmla="*/ 503294 w 495300"/>
                        <a:gd name="connsiteY44" fmla="*/ 406718 h 523875"/>
                        <a:gd name="connsiteX45" fmla="*/ 416617 w 495300"/>
                        <a:gd name="connsiteY45" fmla="*/ 335280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95300" h="523875">
                          <a:moveTo>
                            <a:pt x="416617" y="335280"/>
                          </a:moveTo>
                          <a:cubicBezTo>
                            <a:pt x="399472" y="323850"/>
                            <a:pt x="410901" y="305753"/>
                            <a:pt x="384232" y="306705"/>
                          </a:cubicBezTo>
                          <a:cubicBezTo>
                            <a:pt x="357562" y="308610"/>
                            <a:pt x="325176" y="272415"/>
                            <a:pt x="315651" y="230505"/>
                          </a:cubicBezTo>
                          <a:cubicBezTo>
                            <a:pt x="306126" y="188595"/>
                            <a:pt x="264217" y="186690"/>
                            <a:pt x="253739" y="161925"/>
                          </a:cubicBezTo>
                          <a:cubicBezTo>
                            <a:pt x="243262" y="137160"/>
                            <a:pt x="263264" y="134303"/>
                            <a:pt x="254692" y="114300"/>
                          </a:cubicBezTo>
                          <a:cubicBezTo>
                            <a:pt x="249929" y="102870"/>
                            <a:pt x="260407" y="92393"/>
                            <a:pt x="273742" y="87630"/>
                          </a:cubicBezTo>
                          <a:cubicBezTo>
                            <a:pt x="272789" y="64770"/>
                            <a:pt x="274694" y="40005"/>
                            <a:pt x="275647" y="24765"/>
                          </a:cubicBezTo>
                          <a:cubicBezTo>
                            <a:pt x="265169" y="23813"/>
                            <a:pt x="256597" y="21907"/>
                            <a:pt x="252787" y="20003"/>
                          </a:cubicBezTo>
                          <a:cubicBezTo>
                            <a:pt x="248024" y="17145"/>
                            <a:pt x="247072" y="0"/>
                            <a:pt x="244214" y="0"/>
                          </a:cubicBezTo>
                          <a:cubicBezTo>
                            <a:pt x="241357" y="0"/>
                            <a:pt x="213734" y="0"/>
                            <a:pt x="208972" y="5715"/>
                          </a:cubicBezTo>
                          <a:cubicBezTo>
                            <a:pt x="204209" y="11430"/>
                            <a:pt x="188969" y="20955"/>
                            <a:pt x="181349" y="15240"/>
                          </a:cubicBezTo>
                          <a:cubicBezTo>
                            <a:pt x="179444" y="14288"/>
                            <a:pt x="177539" y="13335"/>
                            <a:pt x="175634" y="12382"/>
                          </a:cubicBezTo>
                          <a:lnTo>
                            <a:pt x="167062" y="20955"/>
                          </a:lnTo>
                          <a:cubicBezTo>
                            <a:pt x="167062" y="20955"/>
                            <a:pt x="166109" y="32385"/>
                            <a:pt x="160394" y="32385"/>
                          </a:cubicBezTo>
                          <a:cubicBezTo>
                            <a:pt x="155632" y="32385"/>
                            <a:pt x="147059" y="28575"/>
                            <a:pt x="147059" y="38100"/>
                          </a:cubicBezTo>
                          <a:cubicBezTo>
                            <a:pt x="147059" y="47625"/>
                            <a:pt x="132772" y="44768"/>
                            <a:pt x="126104" y="43815"/>
                          </a:cubicBezTo>
                          <a:cubicBezTo>
                            <a:pt x="119437" y="41910"/>
                            <a:pt x="110864" y="44768"/>
                            <a:pt x="110864" y="53340"/>
                          </a:cubicBezTo>
                          <a:cubicBezTo>
                            <a:pt x="110864" y="61913"/>
                            <a:pt x="109912" y="80010"/>
                            <a:pt x="99434" y="70485"/>
                          </a:cubicBezTo>
                          <a:cubicBezTo>
                            <a:pt x="88957" y="60960"/>
                            <a:pt x="78479" y="35243"/>
                            <a:pt x="74669" y="38100"/>
                          </a:cubicBezTo>
                          <a:cubicBezTo>
                            <a:pt x="70859" y="40957"/>
                            <a:pt x="61334" y="72390"/>
                            <a:pt x="52762" y="72390"/>
                          </a:cubicBezTo>
                          <a:cubicBezTo>
                            <a:pt x="47047" y="72390"/>
                            <a:pt x="27997" y="74295"/>
                            <a:pt x="14662" y="75247"/>
                          </a:cubicBezTo>
                          <a:cubicBezTo>
                            <a:pt x="10851" y="87630"/>
                            <a:pt x="14662" y="94297"/>
                            <a:pt x="19424" y="98107"/>
                          </a:cubicBezTo>
                          <a:cubicBezTo>
                            <a:pt x="24187" y="100965"/>
                            <a:pt x="16567" y="114300"/>
                            <a:pt x="10851" y="117157"/>
                          </a:cubicBezTo>
                          <a:cubicBezTo>
                            <a:pt x="5137" y="120015"/>
                            <a:pt x="-4388" y="117157"/>
                            <a:pt x="2279" y="128588"/>
                          </a:cubicBezTo>
                          <a:cubicBezTo>
                            <a:pt x="8947" y="140018"/>
                            <a:pt x="22282" y="140970"/>
                            <a:pt x="14662" y="153353"/>
                          </a:cubicBezTo>
                          <a:cubicBezTo>
                            <a:pt x="7994" y="164782"/>
                            <a:pt x="14662" y="175260"/>
                            <a:pt x="24187" y="176213"/>
                          </a:cubicBezTo>
                          <a:cubicBezTo>
                            <a:pt x="33712" y="177165"/>
                            <a:pt x="47999" y="175260"/>
                            <a:pt x="45142" y="183832"/>
                          </a:cubicBezTo>
                          <a:cubicBezTo>
                            <a:pt x="43237" y="188595"/>
                            <a:pt x="40379" y="194310"/>
                            <a:pt x="40379" y="200025"/>
                          </a:cubicBezTo>
                          <a:cubicBezTo>
                            <a:pt x="47999" y="197168"/>
                            <a:pt x="54667" y="197168"/>
                            <a:pt x="61334" y="193357"/>
                          </a:cubicBezTo>
                          <a:cubicBezTo>
                            <a:pt x="74669" y="185738"/>
                            <a:pt x="68954" y="172403"/>
                            <a:pt x="91814" y="164782"/>
                          </a:cubicBezTo>
                          <a:cubicBezTo>
                            <a:pt x="114674" y="158115"/>
                            <a:pt x="145154" y="178118"/>
                            <a:pt x="153726" y="193357"/>
                          </a:cubicBezTo>
                          <a:cubicBezTo>
                            <a:pt x="163251" y="208597"/>
                            <a:pt x="165157" y="209550"/>
                            <a:pt x="167062" y="221932"/>
                          </a:cubicBezTo>
                          <a:cubicBezTo>
                            <a:pt x="168967" y="234315"/>
                            <a:pt x="177539" y="258128"/>
                            <a:pt x="208972" y="280035"/>
                          </a:cubicBezTo>
                          <a:cubicBezTo>
                            <a:pt x="240404" y="301943"/>
                            <a:pt x="252787" y="326707"/>
                            <a:pt x="268979" y="335280"/>
                          </a:cubicBezTo>
                          <a:cubicBezTo>
                            <a:pt x="285172" y="344805"/>
                            <a:pt x="301364" y="341947"/>
                            <a:pt x="311842" y="355282"/>
                          </a:cubicBezTo>
                          <a:cubicBezTo>
                            <a:pt x="321367" y="367665"/>
                            <a:pt x="334701" y="375285"/>
                            <a:pt x="349942" y="382905"/>
                          </a:cubicBezTo>
                          <a:cubicBezTo>
                            <a:pt x="365182" y="390525"/>
                            <a:pt x="366134" y="408622"/>
                            <a:pt x="381374" y="411480"/>
                          </a:cubicBezTo>
                          <a:cubicBezTo>
                            <a:pt x="396614" y="413385"/>
                            <a:pt x="387089" y="427672"/>
                            <a:pt x="395662" y="440055"/>
                          </a:cubicBezTo>
                          <a:cubicBezTo>
                            <a:pt x="405187" y="452438"/>
                            <a:pt x="407092" y="477203"/>
                            <a:pt x="397567" y="491490"/>
                          </a:cubicBezTo>
                          <a:cubicBezTo>
                            <a:pt x="388042" y="505778"/>
                            <a:pt x="392804" y="529590"/>
                            <a:pt x="399472" y="529590"/>
                          </a:cubicBezTo>
                          <a:cubicBezTo>
                            <a:pt x="406139" y="529590"/>
                            <a:pt x="419474" y="503872"/>
                            <a:pt x="421379" y="490538"/>
                          </a:cubicBezTo>
                          <a:cubicBezTo>
                            <a:pt x="423284" y="476250"/>
                            <a:pt x="436619" y="477203"/>
                            <a:pt x="447097" y="461963"/>
                          </a:cubicBezTo>
                          <a:cubicBezTo>
                            <a:pt x="457574" y="446722"/>
                            <a:pt x="431857" y="443865"/>
                            <a:pt x="427094" y="424815"/>
                          </a:cubicBezTo>
                          <a:cubicBezTo>
                            <a:pt x="422332" y="405765"/>
                            <a:pt x="447097" y="388620"/>
                            <a:pt x="469957" y="404813"/>
                          </a:cubicBezTo>
                          <a:cubicBezTo>
                            <a:pt x="492817" y="420053"/>
                            <a:pt x="502342" y="430530"/>
                            <a:pt x="503294" y="406718"/>
                          </a:cubicBezTo>
                          <a:cubicBezTo>
                            <a:pt x="506151" y="378143"/>
                            <a:pt x="433762" y="346710"/>
                            <a:pt x="416617" y="335280"/>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21" name="Freeform: Shape 475">
                      <a:extLst>
                        <a:ext uri="{FF2B5EF4-FFF2-40B4-BE49-F238E27FC236}">
                          <a16:creationId xmlns:a16="http://schemas.microsoft.com/office/drawing/2014/main" id="{30A9F0FD-6CD6-040A-2600-34784B3A958D}"/>
                        </a:ext>
                      </a:extLst>
                    </p:cNvPr>
                    <p:cNvSpPr/>
                    <p:nvPr/>
                  </p:nvSpPr>
                  <p:spPr>
                    <a:xfrm>
                      <a:off x="15844710" y="6533747"/>
                      <a:ext cx="118506" cy="72928"/>
                    </a:xfrm>
                    <a:custGeom>
                      <a:avLst/>
                      <a:gdLst>
                        <a:gd name="connsiteX0" fmla="*/ 90488 w 123825"/>
                        <a:gd name="connsiteY0" fmla="*/ 3069 h 76200"/>
                        <a:gd name="connsiteX1" fmla="*/ 37147 w 123825"/>
                        <a:gd name="connsiteY1" fmla="*/ 3069 h 76200"/>
                        <a:gd name="connsiteX2" fmla="*/ 0 w 123825"/>
                        <a:gd name="connsiteY2" fmla="*/ 17357 h 76200"/>
                        <a:gd name="connsiteX3" fmla="*/ 1905 w 123825"/>
                        <a:gd name="connsiteY3" fmla="*/ 18309 h 76200"/>
                        <a:gd name="connsiteX4" fmla="*/ 21907 w 123825"/>
                        <a:gd name="connsiteY4" fmla="*/ 40217 h 76200"/>
                        <a:gd name="connsiteX5" fmla="*/ 45720 w 123825"/>
                        <a:gd name="connsiteY5" fmla="*/ 48789 h 76200"/>
                        <a:gd name="connsiteX6" fmla="*/ 96202 w 123825"/>
                        <a:gd name="connsiteY6" fmla="*/ 83079 h 76200"/>
                        <a:gd name="connsiteX7" fmla="*/ 107632 w 123825"/>
                        <a:gd name="connsiteY7" fmla="*/ 50694 h 76200"/>
                        <a:gd name="connsiteX8" fmla="*/ 125730 w 123825"/>
                        <a:gd name="connsiteY8" fmla="*/ 5927 h 76200"/>
                        <a:gd name="connsiteX9" fmla="*/ 90488 w 123825"/>
                        <a:gd name="connsiteY9" fmla="*/ 3069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825" h="76200">
                          <a:moveTo>
                            <a:pt x="90488" y="3069"/>
                          </a:moveTo>
                          <a:cubicBezTo>
                            <a:pt x="63818" y="9737"/>
                            <a:pt x="52388" y="11642"/>
                            <a:pt x="37147" y="3069"/>
                          </a:cubicBezTo>
                          <a:cubicBezTo>
                            <a:pt x="23813" y="-4551"/>
                            <a:pt x="2857" y="6879"/>
                            <a:pt x="0" y="17357"/>
                          </a:cubicBezTo>
                          <a:cubicBezTo>
                            <a:pt x="952" y="17357"/>
                            <a:pt x="1905" y="18309"/>
                            <a:pt x="1905" y="18309"/>
                          </a:cubicBezTo>
                          <a:cubicBezTo>
                            <a:pt x="12382" y="24024"/>
                            <a:pt x="18097" y="31644"/>
                            <a:pt x="21907" y="40217"/>
                          </a:cubicBezTo>
                          <a:cubicBezTo>
                            <a:pt x="28575" y="43074"/>
                            <a:pt x="35243" y="45932"/>
                            <a:pt x="45720" y="48789"/>
                          </a:cubicBezTo>
                          <a:cubicBezTo>
                            <a:pt x="78105" y="58314"/>
                            <a:pt x="81915" y="82127"/>
                            <a:pt x="96202" y="83079"/>
                          </a:cubicBezTo>
                          <a:cubicBezTo>
                            <a:pt x="109538" y="84032"/>
                            <a:pt x="111443" y="69744"/>
                            <a:pt x="107632" y="50694"/>
                          </a:cubicBezTo>
                          <a:cubicBezTo>
                            <a:pt x="104775" y="31644"/>
                            <a:pt x="123825" y="9737"/>
                            <a:pt x="125730" y="5927"/>
                          </a:cubicBezTo>
                          <a:cubicBezTo>
                            <a:pt x="127635" y="2117"/>
                            <a:pt x="117157" y="-3598"/>
                            <a:pt x="90488" y="3069"/>
                          </a:cubicBezTo>
                          <a:close/>
                        </a:path>
                      </a:pathLst>
                    </a:custGeom>
                    <a:solidFill>
                      <a:schemeClr val="accent1"/>
                    </a:solidFill>
                    <a:ln w="7144" cap="flat">
                      <a:solidFill>
                        <a:srgbClr val="FFFFFF"/>
                      </a:solidFill>
                      <a:prstDash val="solid"/>
                      <a:miter/>
                    </a:ln>
                  </p:spPr>
                  <p:txBody>
                    <a:bodyPr rtlCol="0" anchor="ctr"/>
                    <a:lstStyle/>
                    <a:p>
                      <a:endParaRPr lang="en-ID"/>
                    </a:p>
                  </p:txBody>
                </p:sp>
                <p:sp>
                  <p:nvSpPr>
                    <p:cNvPr id="822" name="Freeform: Shape 476">
                      <a:extLst>
                        <a:ext uri="{FF2B5EF4-FFF2-40B4-BE49-F238E27FC236}">
                          <a16:creationId xmlns:a16="http://schemas.microsoft.com/office/drawing/2014/main" id="{262FDD0D-F1D9-EED6-9FA4-A78BD856292A}"/>
                        </a:ext>
                      </a:extLst>
                    </p:cNvPr>
                    <p:cNvSpPr/>
                    <p:nvPr/>
                  </p:nvSpPr>
                  <p:spPr>
                    <a:xfrm>
                      <a:off x="16079882" y="6250428"/>
                      <a:ext cx="45579" cy="72928"/>
                    </a:xfrm>
                    <a:custGeom>
                      <a:avLst/>
                      <a:gdLst>
                        <a:gd name="connsiteX0" fmla="*/ 19050 w 47625"/>
                        <a:gd name="connsiteY0" fmla="*/ 0 h 76200"/>
                        <a:gd name="connsiteX1" fmla="*/ 1905 w 47625"/>
                        <a:gd name="connsiteY1" fmla="*/ 35243 h 76200"/>
                        <a:gd name="connsiteX2" fmla="*/ 0 w 47625"/>
                        <a:gd name="connsiteY2" fmla="*/ 50482 h 76200"/>
                        <a:gd name="connsiteX3" fmla="*/ 31432 w 47625"/>
                        <a:gd name="connsiteY3" fmla="*/ 75247 h 76200"/>
                        <a:gd name="connsiteX4" fmla="*/ 33338 w 47625"/>
                        <a:gd name="connsiteY4" fmla="*/ 76200 h 76200"/>
                        <a:gd name="connsiteX5" fmla="*/ 53340 w 47625"/>
                        <a:gd name="connsiteY5" fmla="*/ 42863 h 76200"/>
                        <a:gd name="connsiteX6" fmla="*/ 19050 w 47625"/>
                        <a:gd name="connsiteY6"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625" h="76200">
                          <a:moveTo>
                            <a:pt x="19050" y="0"/>
                          </a:moveTo>
                          <a:cubicBezTo>
                            <a:pt x="9525" y="13335"/>
                            <a:pt x="952" y="29528"/>
                            <a:pt x="1905" y="35243"/>
                          </a:cubicBezTo>
                          <a:cubicBezTo>
                            <a:pt x="1905" y="38100"/>
                            <a:pt x="1905" y="42863"/>
                            <a:pt x="0" y="50482"/>
                          </a:cubicBezTo>
                          <a:cubicBezTo>
                            <a:pt x="11430" y="60960"/>
                            <a:pt x="22860" y="70485"/>
                            <a:pt x="31432" y="75247"/>
                          </a:cubicBezTo>
                          <a:cubicBezTo>
                            <a:pt x="32385" y="76200"/>
                            <a:pt x="33338" y="76200"/>
                            <a:pt x="33338" y="76200"/>
                          </a:cubicBezTo>
                          <a:cubicBezTo>
                            <a:pt x="36195" y="60960"/>
                            <a:pt x="45720" y="44768"/>
                            <a:pt x="53340" y="42863"/>
                          </a:cubicBezTo>
                          <a:cubicBezTo>
                            <a:pt x="42863" y="29528"/>
                            <a:pt x="28575" y="10478"/>
                            <a:pt x="19050" y="0"/>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sp>
                  <p:nvSpPr>
                    <p:cNvPr id="823" name="Freeform: Shape 477">
                      <a:extLst>
                        <a:ext uri="{FF2B5EF4-FFF2-40B4-BE49-F238E27FC236}">
                          <a16:creationId xmlns:a16="http://schemas.microsoft.com/office/drawing/2014/main" id="{6BCA7DFF-17C1-38AA-E52D-DE028D520182}"/>
                        </a:ext>
                      </a:extLst>
                    </p:cNvPr>
                    <p:cNvSpPr/>
                    <p:nvPr/>
                  </p:nvSpPr>
                  <p:spPr>
                    <a:xfrm>
                      <a:off x="16093599" y="6087259"/>
                      <a:ext cx="164087" cy="227897"/>
                    </a:xfrm>
                    <a:custGeom>
                      <a:avLst/>
                      <a:gdLst>
                        <a:gd name="connsiteX0" fmla="*/ 159068 w 171450"/>
                        <a:gd name="connsiteY0" fmla="*/ 159067 h 238125"/>
                        <a:gd name="connsiteX1" fmla="*/ 159068 w 171450"/>
                        <a:gd name="connsiteY1" fmla="*/ 126682 h 238125"/>
                        <a:gd name="connsiteX2" fmla="*/ 160020 w 171450"/>
                        <a:gd name="connsiteY2" fmla="*/ 100965 h 238125"/>
                        <a:gd name="connsiteX3" fmla="*/ 111443 w 171450"/>
                        <a:gd name="connsiteY3" fmla="*/ 84772 h 238125"/>
                        <a:gd name="connsiteX4" fmla="*/ 105727 w 171450"/>
                        <a:gd name="connsiteY4" fmla="*/ 55245 h 238125"/>
                        <a:gd name="connsiteX5" fmla="*/ 91440 w 171450"/>
                        <a:gd name="connsiteY5" fmla="*/ 38100 h 238125"/>
                        <a:gd name="connsiteX6" fmla="*/ 76200 w 171450"/>
                        <a:gd name="connsiteY6" fmla="*/ 10478 h 238125"/>
                        <a:gd name="connsiteX7" fmla="*/ 77152 w 171450"/>
                        <a:gd name="connsiteY7" fmla="*/ 8572 h 238125"/>
                        <a:gd name="connsiteX8" fmla="*/ 64770 w 171450"/>
                        <a:gd name="connsiteY8" fmla="*/ 6667 h 238125"/>
                        <a:gd name="connsiteX9" fmla="*/ 45720 w 171450"/>
                        <a:gd name="connsiteY9" fmla="*/ 0 h 238125"/>
                        <a:gd name="connsiteX10" fmla="*/ 0 w 171450"/>
                        <a:gd name="connsiteY10" fmla="*/ 15240 h 238125"/>
                        <a:gd name="connsiteX11" fmla="*/ 11430 w 171450"/>
                        <a:gd name="connsiteY11" fmla="*/ 43815 h 238125"/>
                        <a:gd name="connsiteX12" fmla="*/ 25718 w 171450"/>
                        <a:gd name="connsiteY12" fmla="*/ 78105 h 238125"/>
                        <a:gd name="connsiteX13" fmla="*/ 21907 w 171450"/>
                        <a:gd name="connsiteY13" fmla="*/ 152400 h 238125"/>
                        <a:gd name="connsiteX14" fmla="*/ 5715 w 171450"/>
                        <a:gd name="connsiteY14" fmla="*/ 170497 h 238125"/>
                        <a:gd name="connsiteX15" fmla="*/ 40005 w 171450"/>
                        <a:gd name="connsiteY15" fmla="*/ 213360 h 238125"/>
                        <a:gd name="connsiteX16" fmla="*/ 40957 w 171450"/>
                        <a:gd name="connsiteY16" fmla="*/ 213360 h 238125"/>
                        <a:gd name="connsiteX17" fmla="*/ 81915 w 171450"/>
                        <a:gd name="connsiteY17" fmla="*/ 238125 h 238125"/>
                        <a:gd name="connsiteX18" fmla="*/ 158115 w 171450"/>
                        <a:gd name="connsiteY18" fmla="*/ 222885 h 238125"/>
                        <a:gd name="connsiteX19" fmla="*/ 159068 w 171450"/>
                        <a:gd name="connsiteY19" fmla="*/ 208597 h 238125"/>
                        <a:gd name="connsiteX20" fmla="*/ 173355 w 171450"/>
                        <a:gd name="connsiteY20" fmla="*/ 189547 h 238125"/>
                        <a:gd name="connsiteX21" fmla="*/ 159068 w 171450"/>
                        <a:gd name="connsiteY21" fmla="*/ 159067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238125">
                          <a:moveTo>
                            <a:pt x="159068" y="159067"/>
                          </a:moveTo>
                          <a:cubicBezTo>
                            <a:pt x="149543" y="149542"/>
                            <a:pt x="150495" y="132397"/>
                            <a:pt x="159068" y="126682"/>
                          </a:cubicBezTo>
                          <a:cubicBezTo>
                            <a:pt x="167640" y="120015"/>
                            <a:pt x="160020" y="111442"/>
                            <a:pt x="160020" y="100965"/>
                          </a:cubicBezTo>
                          <a:cubicBezTo>
                            <a:pt x="160020" y="90488"/>
                            <a:pt x="118110" y="87630"/>
                            <a:pt x="111443" y="84772"/>
                          </a:cubicBezTo>
                          <a:cubicBezTo>
                            <a:pt x="104775" y="82867"/>
                            <a:pt x="116205" y="55245"/>
                            <a:pt x="105727" y="55245"/>
                          </a:cubicBezTo>
                          <a:cubicBezTo>
                            <a:pt x="95250" y="55245"/>
                            <a:pt x="91440" y="46672"/>
                            <a:pt x="91440" y="38100"/>
                          </a:cubicBezTo>
                          <a:cubicBezTo>
                            <a:pt x="91440" y="29528"/>
                            <a:pt x="75248" y="16192"/>
                            <a:pt x="76200" y="10478"/>
                          </a:cubicBezTo>
                          <a:cubicBezTo>
                            <a:pt x="76200" y="9525"/>
                            <a:pt x="77152" y="8572"/>
                            <a:pt x="77152" y="8572"/>
                          </a:cubicBezTo>
                          <a:cubicBezTo>
                            <a:pt x="71438" y="7620"/>
                            <a:pt x="66675" y="6667"/>
                            <a:pt x="64770" y="6667"/>
                          </a:cubicBezTo>
                          <a:cubicBezTo>
                            <a:pt x="57150" y="4763"/>
                            <a:pt x="45720" y="0"/>
                            <a:pt x="45720" y="0"/>
                          </a:cubicBezTo>
                          <a:cubicBezTo>
                            <a:pt x="45720" y="0"/>
                            <a:pt x="18098" y="9525"/>
                            <a:pt x="0" y="15240"/>
                          </a:cubicBezTo>
                          <a:cubicBezTo>
                            <a:pt x="952" y="27622"/>
                            <a:pt x="4763" y="40957"/>
                            <a:pt x="11430" y="43815"/>
                          </a:cubicBezTo>
                          <a:cubicBezTo>
                            <a:pt x="25718" y="49530"/>
                            <a:pt x="20002" y="64770"/>
                            <a:pt x="25718" y="78105"/>
                          </a:cubicBezTo>
                          <a:cubicBezTo>
                            <a:pt x="31432" y="91440"/>
                            <a:pt x="29527" y="152400"/>
                            <a:pt x="21907" y="152400"/>
                          </a:cubicBezTo>
                          <a:cubicBezTo>
                            <a:pt x="19050" y="152400"/>
                            <a:pt x="12382" y="160020"/>
                            <a:pt x="5715" y="170497"/>
                          </a:cubicBezTo>
                          <a:cubicBezTo>
                            <a:pt x="15240" y="180975"/>
                            <a:pt x="30480" y="200025"/>
                            <a:pt x="40005" y="213360"/>
                          </a:cubicBezTo>
                          <a:cubicBezTo>
                            <a:pt x="40005" y="213360"/>
                            <a:pt x="40957" y="213360"/>
                            <a:pt x="40957" y="213360"/>
                          </a:cubicBezTo>
                          <a:cubicBezTo>
                            <a:pt x="49530" y="213360"/>
                            <a:pt x="81915" y="238125"/>
                            <a:pt x="81915" y="238125"/>
                          </a:cubicBezTo>
                          <a:cubicBezTo>
                            <a:pt x="81915" y="238125"/>
                            <a:pt x="127635" y="227647"/>
                            <a:pt x="158115" y="222885"/>
                          </a:cubicBezTo>
                          <a:cubicBezTo>
                            <a:pt x="158115" y="218122"/>
                            <a:pt x="159068" y="212407"/>
                            <a:pt x="159068" y="208597"/>
                          </a:cubicBezTo>
                          <a:cubicBezTo>
                            <a:pt x="158115" y="201930"/>
                            <a:pt x="164782" y="189547"/>
                            <a:pt x="173355" y="189547"/>
                          </a:cubicBezTo>
                          <a:cubicBezTo>
                            <a:pt x="181927" y="189547"/>
                            <a:pt x="169545" y="168592"/>
                            <a:pt x="159068" y="159067"/>
                          </a:cubicBezTo>
                          <a:close/>
                        </a:path>
                      </a:pathLst>
                    </a:custGeom>
                    <a:solidFill>
                      <a:schemeClr val="bg1">
                        <a:lumMod val="85000"/>
                      </a:schemeClr>
                    </a:solidFill>
                    <a:ln w="7144" cap="flat">
                      <a:solidFill>
                        <a:srgbClr val="FFFFFF"/>
                      </a:solidFill>
                      <a:prstDash val="solid"/>
                      <a:miter/>
                    </a:ln>
                  </p:spPr>
                  <p:txBody>
                    <a:bodyPr rtlCol="0" anchor="ctr"/>
                    <a:lstStyle/>
                    <a:p>
                      <a:endParaRPr lang="en-ID"/>
                    </a:p>
                  </p:txBody>
                </p:sp>
              </p:grpSp>
            </p:grpSp>
          </p:grpSp>
          <p:sp>
            <p:nvSpPr>
              <p:cNvPr id="714" name="Freeform: Shape 94">
                <a:extLst>
                  <a:ext uri="{FF2B5EF4-FFF2-40B4-BE49-F238E27FC236}">
                    <a16:creationId xmlns:a16="http://schemas.microsoft.com/office/drawing/2014/main" id="{9257FC44-3671-4238-D615-5111385DC76D}"/>
                  </a:ext>
                </a:extLst>
              </p:cNvPr>
              <p:cNvSpPr/>
              <p:nvPr/>
            </p:nvSpPr>
            <p:spPr>
              <a:xfrm>
                <a:off x="5585607" y="3694039"/>
                <a:ext cx="366867" cy="372099"/>
              </a:xfrm>
              <a:custGeom>
                <a:avLst/>
                <a:gdLst>
                  <a:gd name="connsiteX0" fmla="*/ 137160 w 331469"/>
                  <a:gd name="connsiteY0" fmla="*/ 304800 h 313372"/>
                  <a:gd name="connsiteX1" fmla="*/ 137160 w 331469"/>
                  <a:gd name="connsiteY1" fmla="*/ 302895 h 313372"/>
                  <a:gd name="connsiteX2" fmla="*/ 137160 w 331469"/>
                  <a:gd name="connsiteY2" fmla="*/ 300990 h 313372"/>
                  <a:gd name="connsiteX3" fmla="*/ 136208 w 331469"/>
                  <a:gd name="connsiteY3" fmla="*/ 297180 h 313372"/>
                  <a:gd name="connsiteX4" fmla="*/ 136208 w 331469"/>
                  <a:gd name="connsiteY4" fmla="*/ 296228 h 313372"/>
                  <a:gd name="connsiteX5" fmla="*/ 137160 w 331469"/>
                  <a:gd name="connsiteY5" fmla="*/ 295275 h 313372"/>
                  <a:gd name="connsiteX6" fmla="*/ 138113 w 331469"/>
                  <a:gd name="connsiteY6" fmla="*/ 294322 h 313372"/>
                  <a:gd name="connsiteX7" fmla="*/ 139065 w 331469"/>
                  <a:gd name="connsiteY7" fmla="*/ 294322 h 313372"/>
                  <a:gd name="connsiteX8" fmla="*/ 140970 w 331469"/>
                  <a:gd name="connsiteY8" fmla="*/ 290512 h 313372"/>
                  <a:gd name="connsiteX9" fmla="*/ 141922 w 331469"/>
                  <a:gd name="connsiteY9" fmla="*/ 288608 h 313372"/>
                  <a:gd name="connsiteX10" fmla="*/ 141922 w 331469"/>
                  <a:gd name="connsiteY10" fmla="*/ 285750 h 313372"/>
                  <a:gd name="connsiteX11" fmla="*/ 140970 w 331469"/>
                  <a:gd name="connsiteY11" fmla="*/ 284797 h 313372"/>
                  <a:gd name="connsiteX12" fmla="*/ 140970 w 331469"/>
                  <a:gd name="connsiteY12" fmla="*/ 282893 h 313372"/>
                  <a:gd name="connsiteX13" fmla="*/ 140018 w 331469"/>
                  <a:gd name="connsiteY13" fmla="*/ 281940 h 313372"/>
                  <a:gd name="connsiteX14" fmla="*/ 140018 w 331469"/>
                  <a:gd name="connsiteY14" fmla="*/ 280987 h 313372"/>
                  <a:gd name="connsiteX15" fmla="*/ 144780 w 331469"/>
                  <a:gd name="connsiteY15" fmla="*/ 277178 h 313372"/>
                  <a:gd name="connsiteX16" fmla="*/ 152400 w 331469"/>
                  <a:gd name="connsiteY16" fmla="*/ 273368 h 313372"/>
                  <a:gd name="connsiteX17" fmla="*/ 158115 w 331469"/>
                  <a:gd name="connsiteY17" fmla="*/ 269558 h 313372"/>
                  <a:gd name="connsiteX18" fmla="*/ 157163 w 331469"/>
                  <a:gd name="connsiteY18" fmla="*/ 261937 h 313372"/>
                  <a:gd name="connsiteX19" fmla="*/ 159068 w 331469"/>
                  <a:gd name="connsiteY19" fmla="*/ 260985 h 313372"/>
                  <a:gd name="connsiteX20" fmla="*/ 160972 w 331469"/>
                  <a:gd name="connsiteY20" fmla="*/ 260033 h 313372"/>
                  <a:gd name="connsiteX21" fmla="*/ 160972 w 331469"/>
                  <a:gd name="connsiteY21" fmla="*/ 259080 h 313372"/>
                  <a:gd name="connsiteX22" fmla="*/ 161925 w 331469"/>
                  <a:gd name="connsiteY22" fmla="*/ 257175 h 313372"/>
                  <a:gd name="connsiteX23" fmla="*/ 160972 w 331469"/>
                  <a:gd name="connsiteY23" fmla="*/ 255270 h 313372"/>
                  <a:gd name="connsiteX24" fmla="*/ 160972 w 331469"/>
                  <a:gd name="connsiteY24" fmla="*/ 254318 h 313372"/>
                  <a:gd name="connsiteX25" fmla="*/ 160972 w 331469"/>
                  <a:gd name="connsiteY25" fmla="*/ 253365 h 313372"/>
                  <a:gd name="connsiteX26" fmla="*/ 161925 w 331469"/>
                  <a:gd name="connsiteY26" fmla="*/ 250508 h 313372"/>
                  <a:gd name="connsiteX27" fmla="*/ 164783 w 331469"/>
                  <a:gd name="connsiteY27" fmla="*/ 247650 h 313372"/>
                  <a:gd name="connsiteX28" fmla="*/ 168593 w 331469"/>
                  <a:gd name="connsiteY28" fmla="*/ 247650 h 313372"/>
                  <a:gd name="connsiteX29" fmla="*/ 171450 w 331469"/>
                  <a:gd name="connsiteY29" fmla="*/ 249555 h 313372"/>
                  <a:gd name="connsiteX30" fmla="*/ 175260 w 331469"/>
                  <a:gd name="connsiteY30" fmla="*/ 251460 h 313372"/>
                  <a:gd name="connsiteX31" fmla="*/ 178118 w 331469"/>
                  <a:gd name="connsiteY31" fmla="*/ 251460 h 313372"/>
                  <a:gd name="connsiteX32" fmla="*/ 180022 w 331469"/>
                  <a:gd name="connsiteY32" fmla="*/ 249555 h 313372"/>
                  <a:gd name="connsiteX33" fmla="*/ 180975 w 331469"/>
                  <a:gd name="connsiteY33" fmla="*/ 244793 h 313372"/>
                  <a:gd name="connsiteX34" fmla="*/ 182880 w 331469"/>
                  <a:gd name="connsiteY34" fmla="*/ 241935 h 313372"/>
                  <a:gd name="connsiteX35" fmla="*/ 183833 w 331469"/>
                  <a:gd name="connsiteY35" fmla="*/ 241935 h 313372"/>
                  <a:gd name="connsiteX36" fmla="*/ 185738 w 331469"/>
                  <a:gd name="connsiteY36" fmla="*/ 242887 h 313372"/>
                  <a:gd name="connsiteX37" fmla="*/ 188595 w 331469"/>
                  <a:gd name="connsiteY37" fmla="*/ 241935 h 313372"/>
                  <a:gd name="connsiteX38" fmla="*/ 188595 w 331469"/>
                  <a:gd name="connsiteY38" fmla="*/ 240983 h 313372"/>
                  <a:gd name="connsiteX39" fmla="*/ 188595 w 331469"/>
                  <a:gd name="connsiteY39" fmla="*/ 237172 h 313372"/>
                  <a:gd name="connsiteX40" fmla="*/ 189547 w 331469"/>
                  <a:gd name="connsiteY40" fmla="*/ 236220 h 313372"/>
                  <a:gd name="connsiteX41" fmla="*/ 190500 w 331469"/>
                  <a:gd name="connsiteY41" fmla="*/ 234315 h 313372"/>
                  <a:gd name="connsiteX42" fmla="*/ 191452 w 331469"/>
                  <a:gd name="connsiteY42" fmla="*/ 232410 h 313372"/>
                  <a:gd name="connsiteX43" fmla="*/ 193358 w 331469"/>
                  <a:gd name="connsiteY43" fmla="*/ 231458 h 313372"/>
                  <a:gd name="connsiteX44" fmla="*/ 195263 w 331469"/>
                  <a:gd name="connsiteY44" fmla="*/ 230505 h 313372"/>
                  <a:gd name="connsiteX45" fmla="*/ 198120 w 331469"/>
                  <a:gd name="connsiteY45" fmla="*/ 229553 h 313372"/>
                  <a:gd name="connsiteX46" fmla="*/ 203835 w 331469"/>
                  <a:gd name="connsiteY46" fmla="*/ 230505 h 313372"/>
                  <a:gd name="connsiteX47" fmla="*/ 205740 w 331469"/>
                  <a:gd name="connsiteY47" fmla="*/ 229553 h 313372"/>
                  <a:gd name="connsiteX48" fmla="*/ 206693 w 331469"/>
                  <a:gd name="connsiteY48" fmla="*/ 228600 h 313372"/>
                  <a:gd name="connsiteX49" fmla="*/ 206693 w 331469"/>
                  <a:gd name="connsiteY49" fmla="*/ 225743 h 313372"/>
                  <a:gd name="connsiteX50" fmla="*/ 207645 w 331469"/>
                  <a:gd name="connsiteY50" fmla="*/ 224790 h 313372"/>
                  <a:gd name="connsiteX51" fmla="*/ 208597 w 331469"/>
                  <a:gd name="connsiteY51" fmla="*/ 224790 h 313372"/>
                  <a:gd name="connsiteX52" fmla="*/ 209550 w 331469"/>
                  <a:gd name="connsiteY52" fmla="*/ 224790 h 313372"/>
                  <a:gd name="connsiteX53" fmla="*/ 210502 w 331469"/>
                  <a:gd name="connsiteY53" fmla="*/ 224790 h 313372"/>
                  <a:gd name="connsiteX54" fmla="*/ 211455 w 331469"/>
                  <a:gd name="connsiteY54" fmla="*/ 224790 h 313372"/>
                  <a:gd name="connsiteX55" fmla="*/ 224790 w 331469"/>
                  <a:gd name="connsiteY55" fmla="*/ 218122 h 313372"/>
                  <a:gd name="connsiteX56" fmla="*/ 227647 w 331469"/>
                  <a:gd name="connsiteY56" fmla="*/ 216218 h 313372"/>
                  <a:gd name="connsiteX57" fmla="*/ 233363 w 331469"/>
                  <a:gd name="connsiteY57" fmla="*/ 213360 h 313372"/>
                  <a:gd name="connsiteX58" fmla="*/ 239077 w 331469"/>
                  <a:gd name="connsiteY58" fmla="*/ 213360 h 313372"/>
                  <a:gd name="connsiteX59" fmla="*/ 244793 w 331469"/>
                  <a:gd name="connsiteY59" fmla="*/ 214313 h 313372"/>
                  <a:gd name="connsiteX60" fmla="*/ 251460 w 331469"/>
                  <a:gd name="connsiteY60" fmla="*/ 216218 h 313372"/>
                  <a:gd name="connsiteX61" fmla="*/ 253365 w 331469"/>
                  <a:gd name="connsiteY61" fmla="*/ 214313 h 313372"/>
                  <a:gd name="connsiteX62" fmla="*/ 258127 w 331469"/>
                  <a:gd name="connsiteY62" fmla="*/ 214313 h 313372"/>
                  <a:gd name="connsiteX63" fmla="*/ 262890 w 331469"/>
                  <a:gd name="connsiteY63" fmla="*/ 215265 h 313372"/>
                  <a:gd name="connsiteX64" fmla="*/ 265747 w 331469"/>
                  <a:gd name="connsiteY64" fmla="*/ 214313 h 313372"/>
                  <a:gd name="connsiteX65" fmla="*/ 267653 w 331469"/>
                  <a:gd name="connsiteY65" fmla="*/ 213360 h 313372"/>
                  <a:gd name="connsiteX66" fmla="*/ 271463 w 331469"/>
                  <a:gd name="connsiteY66" fmla="*/ 209550 h 313372"/>
                  <a:gd name="connsiteX67" fmla="*/ 273368 w 331469"/>
                  <a:gd name="connsiteY67" fmla="*/ 208597 h 313372"/>
                  <a:gd name="connsiteX68" fmla="*/ 275272 w 331469"/>
                  <a:gd name="connsiteY68" fmla="*/ 207645 h 313372"/>
                  <a:gd name="connsiteX69" fmla="*/ 309563 w 331469"/>
                  <a:gd name="connsiteY69" fmla="*/ 205740 h 313372"/>
                  <a:gd name="connsiteX70" fmla="*/ 317183 w 331469"/>
                  <a:gd name="connsiteY70" fmla="*/ 206693 h 313372"/>
                  <a:gd name="connsiteX71" fmla="*/ 318135 w 331469"/>
                  <a:gd name="connsiteY71" fmla="*/ 203835 h 313372"/>
                  <a:gd name="connsiteX72" fmla="*/ 320040 w 331469"/>
                  <a:gd name="connsiteY72" fmla="*/ 201930 h 313372"/>
                  <a:gd name="connsiteX73" fmla="*/ 321945 w 331469"/>
                  <a:gd name="connsiteY73" fmla="*/ 200977 h 313372"/>
                  <a:gd name="connsiteX74" fmla="*/ 323850 w 331469"/>
                  <a:gd name="connsiteY74" fmla="*/ 200025 h 313372"/>
                  <a:gd name="connsiteX75" fmla="*/ 324803 w 331469"/>
                  <a:gd name="connsiteY75" fmla="*/ 198120 h 313372"/>
                  <a:gd name="connsiteX76" fmla="*/ 325755 w 331469"/>
                  <a:gd name="connsiteY76" fmla="*/ 196215 h 313372"/>
                  <a:gd name="connsiteX77" fmla="*/ 329565 w 331469"/>
                  <a:gd name="connsiteY77" fmla="*/ 182880 h 313372"/>
                  <a:gd name="connsiteX78" fmla="*/ 330518 w 331469"/>
                  <a:gd name="connsiteY78" fmla="*/ 178118 h 313372"/>
                  <a:gd name="connsiteX79" fmla="*/ 331470 w 331469"/>
                  <a:gd name="connsiteY79" fmla="*/ 172402 h 313372"/>
                  <a:gd name="connsiteX80" fmla="*/ 331470 w 331469"/>
                  <a:gd name="connsiteY80" fmla="*/ 126682 h 313372"/>
                  <a:gd name="connsiteX81" fmla="*/ 320040 w 331469"/>
                  <a:gd name="connsiteY81" fmla="*/ 129540 h 313372"/>
                  <a:gd name="connsiteX82" fmla="*/ 313372 w 331469"/>
                  <a:gd name="connsiteY82" fmla="*/ 130493 h 313372"/>
                  <a:gd name="connsiteX83" fmla="*/ 309563 w 331469"/>
                  <a:gd name="connsiteY83" fmla="*/ 127635 h 313372"/>
                  <a:gd name="connsiteX84" fmla="*/ 309563 w 331469"/>
                  <a:gd name="connsiteY84" fmla="*/ 125730 h 313372"/>
                  <a:gd name="connsiteX85" fmla="*/ 310515 w 331469"/>
                  <a:gd name="connsiteY85" fmla="*/ 124777 h 313372"/>
                  <a:gd name="connsiteX86" fmla="*/ 311468 w 331469"/>
                  <a:gd name="connsiteY86" fmla="*/ 122872 h 313372"/>
                  <a:gd name="connsiteX87" fmla="*/ 312420 w 331469"/>
                  <a:gd name="connsiteY87" fmla="*/ 121920 h 313372"/>
                  <a:gd name="connsiteX88" fmla="*/ 312420 w 331469"/>
                  <a:gd name="connsiteY88" fmla="*/ 119063 h 313372"/>
                  <a:gd name="connsiteX89" fmla="*/ 311468 w 331469"/>
                  <a:gd name="connsiteY89" fmla="*/ 116205 h 313372"/>
                  <a:gd name="connsiteX90" fmla="*/ 310515 w 331469"/>
                  <a:gd name="connsiteY90" fmla="*/ 113347 h 313372"/>
                  <a:gd name="connsiteX91" fmla="*/ 309563 w 331469"/>
                  <a:gd name="connsiteY91" fmla="*/ 111443 h 313372"/>
                  <a:gd name="connsiteX92" fmla="*/ 307658 w 331469"/>
                  <a:gd name="connsiteY92" fmla="*/ 110490 h 313372"/>
                  <a:gd name="connsiteX93" fmla="*/ 304800 w 331469"/>
                  <a:gd name="connsiteY93" fmla="*/ 109538 h 313372"/>
                  <a:gd name="connsiteX94" fmla="*/ 300038 w 331469"/>
                  <a:gd name="connsiteY94" fmla="*/ 108585 h 313372"/>
                  <a:gd name="connsiteX95" fmla="*/ 297180 w 331469"/>
                  <a:gd name="connsiteY95" fmla="*/ 107632 h 313372"/>
                  <a:gd name="connsiteX96" fmla="*/ 295275 w 331469"/>
                  <a:gd name="connsiteY96" fmla="*/ 105727 h 313372"/>
                  <a:gd name="connsiteX97" fmla="*/ 293370 w 331469"/>
                  <a:gd name="connsiteY97" fmla="*/ 104775 h 313372"/>
                  <a:gd name="connsiteX98" fmla="*/ 291465 w 331469"/>
                  <a:gd name="connsiteY98" fmla="*/ 102870 h 313372"/>
                  <a:gd name="connsiteX99" fmla="*/ 288608 w 331469"/>
                  <a:gd name="connsiteY99" fmla="*/ 101918 h 313372"/>
                  <a:gd name="connsiteX100" fmla="*/ 285750 w 331469"/>
                  <a:gd name="connsiteY100" fmla="*/ 101918 h 313372"/>
                  <a:gd name="connsiteX101" fmla="*/ 282893 w 331469"/>
                  <a:gd name="connsiteY101" fmla="*/ 100965 h 313372"/>
                  <a:gd name="connsiteX102" fmla="*/ 280035 w 331469"/>
                  <a:gd name="connsiteY102" fmla="*/ 100013 h 313372"/>
                  <a:gd name="connsiteX103" fmla="*/ 280035 w 331469"/>
                  <a:gd name="connsiteY103" fmla="*/ 99060 h 313372"/>
                  <a:gd name="connsiteX104" fmla="*/ 279083 w 331469"/>
                  <a:gd name="connsiteY104" fmla="*/ 97155 h 313372"/>
                  <a:gd name="connsiteX105" fmla="*/ 279083 w 331469"/>
                  <a:gd name="connsiteY105" fmla="*/ 96202 h 313372"/>
                  <a:gd name="connsiteX106" fmla="*/ 277178 w 331469"/>
                  <a:gd name="connsiteY106" fmla="*/ 95250 h 313372"/>
                  <a:gd name="connsiteX107" fmla="*/ 274320 w 331469"/>
                  <a:gd name="connsiteY107" fmla="*/ 94297 h 313372"/>
                  <a:gd name="connsiteX108" fmla="*/ 272415 w 331469"/>
                  <a:gd name="connsiteY108" fmla="*/ 93345 h 313372"/>
                  <a:gd name="connsiteX109" fmla="*/ 271463 w 331469"/>
                  <a:gd name="connsiteY109" fmla="*/ 91440 h 313372"/>
                  <a:gd name="connsiteX110" fmla="*/ 270510 w 331469"/>
                  <a:gd name="connsiteY110" fmla="*/ 89535 h 313372"/>
                  <a:gd name="connsiteX111" fmla="*/ 270510 w 331469"/>
                  <a:gd name="connsiteY111" fmla="*/ 87630 h 313372"/>
                  <a:gd name="connsiteX112" fmla="*/ 269558 w 331469"/>
                  <a:gd name="connsiteY112" fmla="*/ 84772 h 313372"/>
                  <a:gd name="connsiteX113" fmla="*/ 268605 w 331469"/>
                  <a:gd name="connsiteY113" fmla="*/ 82868 h 313372"/>
                  <a:gd name="connsiteX114" fmla="*/ 149543 w 331469"/>
                  <a:gd name="connsiteY114" fmla="*/ 0 h 313372"/>
                  <a:gd name="connsiteX115" fmla="*/ 114300 w 331469"/>
                  <a:gd name="connsiteY115" fmla="*/ 0 h 313372"/>
                  <a:gd name="connsiteX116" fmla="*/ 133350 w 331469"/>
                  <a:gd name="connsiteY116" fmla="*/ 178118 h 313372"/>
                  <a:gd name="connsiteX117" fmla="*/ 133350 w 331469"/>
                  <a:gd name="connsiteY117" fmla="*/ 180022 h 313372"/>
                  <a:gd name="connsiteX118" fmla="*/ 134302 w 331469"/>
                  <a:gd name="connsiteY118" fmla="*/ 181927 h 313372"/>
                  <a:gd name="connsiteX119" fmla="*/ 135255 w 331469"/>
                  <a:gd name="connsiteY119" fmla="*/ 182880 h 313372"/>
                  <a:gd name="connsiteX120" fmla="*/ 136208 w 331469"/>
                  <a:gd name="connsiteY120" fmla="*/ 184785 h 313372"/>
                  <a:gd name="connsiteX121" fmla="*/ 137160 w 331469"/>
                  <a:gd name="connsiteY121" fmla="*/ 185738 h 313372"/>
                  <a:gd name="connsiteX122" fmla="*/ 138113 w 331469"/>
                  <a:gd name="connsiteY122" fmla="*/ 186690 h 313372"/>
                  <a:gd name="connsiteX123" fmla="*/ 139065 w 331469"/>
                  <a:gd name="connsiteY123" fmla="*/ 187643 h 313372"/>
                  <a:gd name="connsiteX124" fmla="*/ 139065 w 331469"/>
                  <a:gd name="connsiteY124" fmla="*/ 191452 h 313372"/>
                  <a:gd name="connsiteX125" fmla="*/ 137160 w 331469"/>
                  <a:gd name="connsiteY125" fmla="*/ 200977 h 313372"/>
                  <a:gd name="connsiteX126" fmla="*/ 136208 w 331469"/>
                  <a:gd name="connsiteY126" fmla="*/ 203835 h 313372"/>
                  <a:gd name="connsiteX127" fmla="*/ 133350 w 331469"/>
                  <a:gd name="connsiteY127" fmla="*/ 204788 h 313372"/>
                  <a:gd name="connsiteX128" fmla="*/ 68580 w 331469"/>
                  <a:gd name="connsiteY128" fmla="*/ 203835 h 313372"/>
                  <a:gd name="connsiteX129" fmla="*/ 60960 w 331469"/>
                  <a:gd name="connsiteY129" fmla="*/ 202883 h 313372"/>
                  <a:gd name="connsiteX130" fmla="*/ 59055 w 331469"/>
                  <a:gd name="connsiteY130" fmla="*/ 200025 h 313372"/>
                  <a:gd name="connsiteX131" fmla="*/ 57150 w 331469"/>
                  <a:gd name="connsiteY131" fmla="*/ 200977 h 313372"/>
                  <a:gd name="connsiteX132" fmla="*/ 57150 w 331469"/>
                  <a:gd name="connsiteY132" fmla="*/ 201930 h 313372"/>
                  <a:gd name="connsiteX133" fmla="*/ 56197 w 331469"/>
                  <a:gd name="connsiteY133" fmla="*/ 203835 h 313372"/>
                  <a:gd name="connsiteX134" fmla="*/ 55245 w 331469"/>
                  <a:gd name="connsiteY134" fmla="*/ 204788 h 313372"/>
                  <a:gd name="connsiteX135" fmla="*/ 53340 w 331469"/>
                  <a:gd name="connsiteY135" fmla="*/ 205740 h 313372"/>
                  <a:gd name="connsiteX136" fmla="*/ 49530 w 331469"/>
                  <a:gd name="connsiteY136" fmla="*/ 205740 h 313372"/>
                  <a:gd name="connsiteX137" fmla="*/ 45720 w 331469"/>
                  <a:gd name="connsiteY137" fmla="*/ 206693 h 313372"/>
                  <a:gd name="connsiteX138" fmla="*/ 42863 w 331469"/>
                  <a:gd name="connsiteY138" fmla="*/ 205740 h 313372"/>
                  <a:gd name="connsiteX139" fmla="*/ 36195 w 331469"/>
                  <a:gd name="connsiteY139" fmla="*/ 204788 h 313372"/>
                  <a:gd name="connsiteX140" fmla="*/ 34290 w 331469"/>
                  <a:gd name="connsiteY140" fmla="*/ 204788 h 313372"/>
                  <a:gd name="connsiteX141" fmla="*/ 32385 w 331469"/>
                  <a:gd name="connsiteY141" fmla="*/ 205740 h 313372"/>
                  <a:gd name="connsiteX142" fmla="*/ 28575 w 331469"/>
                  <a:gd name="connsiteY142" fmla="*/ 210502 h 313372"/>
                  <a:gd name="connsiteX143" fmla="*/ 27622 w 331469"/>
                  <a:gd name="connsiteY143" fmla="*/ 210502 h 313372"/>
                  <a:gd name="connsiteX144" fmla="*/ 22860 w 331469"/>
                  <a:gd name="connsiteY144" fmla="*/ 208597 h 313372"/>
                  <a:gd name="connsiteX145" fmla="*/ 20002 w 331469"/>
                  <a:gd name="connsiteY145" fmla="*/ 203835 h 313372"/>
                  <a:gd name="connsiteX146" fmla="*/ 16192 w 331469"/>
                  <a:gd name="connsiteY146" fmla="*/ 200977 h 313372"/>
                  <a:gd name="connsiteX147" fmla="*/ 11430 w 331469"/>
                  <a:gd name="connsiteY147" fmla="*/ 203835 h 313372"/>
                  <a:gd name="connsiteX148" fmla="*/ 9525 w 331469"/>
                  <a:gd name="connsiteY148" fmla="*/ 208597 h 313372"/>
                  <a:gd name="connsiteX149" fmla="*/ 7620 w 331469"/>
                  <a:gd name="connsiteY149" fmla="*/ 214313 h 313372"/>
                  <a:gd name="connsiteX150" fmla="*/ 4763 w 331469"/>
                  <a:gd name="connsiteY150" fmla="*/ 219075 h 313372"/>
                  <a:gd name="connsiteX151" fmla="*/ 0 w 331469"/>
                  <a:gd name="connsiteY151" fmla="*/ 218122 h 313372"/>
                  <a:gd name="connsiteX152" fmla="*/ 952 w 331469"/>
                  <a:gd name="connsiteY152" fmla="*/ 220028 h 313372"/>
                  <a:gd name="connsiteX153" fmla="*/ 1905 w 331469"/>
                  <a:gd name="connsiteY153" fmla="*/ 222885 h 313372"/>
                  <a:gd name="connsiteX154" fmla="*/ 1905 w 331469"/>
                  <a:gd name="connsiteY154" fmla="*/ 224790 h 313372"/>
                  <a:gd name="connsiteX155" fmla="*/ 2857 w 331469"/>
                  <a:gd name="connsiteY155" fmla="*/ 227647 h 313372"/>
                  <a:gd name="connsiteX156" fmla="*/ 3810 w 331469"/>
                  <a:gd name="connsiteY156" fmla="*/ 230505 h 313372"/>
                  <a:gd name="connsiteX157" fmla="*/ 4763 w 331469"/>
                  <a:gd name="connsiteY157" fmla="*/ 232410 h 313372"/>
                  <a:gd name="connsiteX158" fmla="*/ 5715 w 331469"/>
                  <a:gd name="connsiteY158" fmla="*/ 235268 h 313372"/>
                  <a:gd name="connsiteX159" fmla="*/ 5715 w 331469"/>
                  <a:gd name="connsiteY159" fmla="*/ 235268 h 313372"/>
                  <a:gd name="connsiteX160" fmla="*/ 6667 w 331469"/>
                  <a:gd name="connsiteY160" fmla="*/ 237172 h 313372"/>
                  <a:gd name="connsiteX161" fmla="*/ 6667 w 331469"/>
                  <a:gd name="connsiteY161" fmla="*/ 237172 h 313372"/>
                  <a:gd name="connsiteX162" fmla="*/ 6667 w 331469"/>
                  <a:gd name="connsiteY162" fmla="*/ 238125 h 313372"/>
                  <a:gd name="connsiteX163" fmla="*/ 5715 w 331469"/>
                  <a:gd name="connsiteY163" fmla="*/ 239078 h 313372"/>
                  <a:gd name="connsiteX164" fmla="*/ 5715 w 331469"/>
                  <a:gd name="connsiteY164" fmla="*/ 240030 h 313372"/>
                  <a:gd name="connsiteX165" fmla="*/ 5715 w 331469"/>
                  <a:gd name="connsiteY165" fmla="*/ 243840 h 313372"/>
                  <a:gd name="connsiteX166" fmla="*/ 6667 w 331469"/>
                  <a:gd name="connsiteY166" fmla="*/ 245745 h 313372"/>
                  <a:gd name="connsiteX167" fmla="*/ 7620 w 331469"/>
                  <a:gd name="connsiteY167" fmla="*/ 246697 h 313372"/>
                  <a:gd name="connsiteX168" fmla="*/ 8572 w 331469"/>
                  <a:gd name="connsiteY168" fmla="*/ 247650 h 313372"/>
                  <a:gd name="connsiteX169" fmla="*/ 8572 w 331469"/>
                  <a:gd name="connsiteY169" fmla="*/ 248603 h 313372"/>
                  <a:gd name="connsiteX170" fmla="*/ 9525 w 331469"/>
                  <a:gd name="connsiteY170" fmla="*/ 248603 h 313372"/>
                  <a:gd name="connsiteX171" fmla="*/ 10477 w 331469"/>
                  <a:gd name="connsiteY171" fmla="*/ 247650 h 313372"/>
                  <a:gd name="connsiteX172" fmla="*/ 11430 w 331469"/>
                  <a:gd name="connsiteY172" fmla="*/ 247650 h 313372"/>
                  <a:gd name="connsiteX173" fmla="*/ 12382 w 331469"/>
                  <a:gd name="connsiteY173" fmla="*/ 247650 h 313372"/>
                  <a:gd name="connsiteX174" fmla="*/ 13335 w 331469"/>
                  <a:gd name="connsiteY174" fmla="*/ 248603 h 313372"/>
                  <a:gd name="connsiteX175" fmla="*/ 14288 w 331469"/>
                  <a:gd name="connsiteY175" fmla="*/ 250508 h 313372"/>
                  <a:gd name="connsiteX176" fmla="*/ 17145 w 331469"/>
                  <a:gd name="connsiteY176" fmla="*/ 257175 h 313372"/>
                  <a:gd name="connsiteX177" fmla="*/ 17145 w 331469"/>
                  <a:gd name="connsiteY177" fmla="*/ 258128 h 313372"/>
                  <a:gd name="connsiteX178" fmla="*/ 17145 w 331469"/>
                  <a:gd name="connsiteY178" fmla="*/ 263843 h 313372"/>
                  <a:gd name="connsiteX179" fmla="*/ 17145 w 331469"/>
                  <a:gd name="connsiteY179" fmla="*/ 265747 h 313372"/>
                  <a:gd name="connsiteX180" fmla="*/ 18097 w 331469"/>
                  <a:gd name="connsiteY180" fmla="*/ 267653 h 313372"/>
                  <a:gd name="connsiteX181" fmla="*/ 16192 w 331469"/>
                  <a:gd name="connsiteY181" fmla="*/ 271462 h 313372"/>
                  <a:gd name="connsiteX182" fmla="*/ 17145 w 331469"/>
                  <a:gd name="connsiteY182" fmla="*/ 273368 h 313372"/>
                  <a:gd name="connsiteX183" fmla="*/ 19050 w 331469"/>
                  <a:gd name="connsiteY183" fmla="*/ 275272 h 313372"/>
                  <a:gd name="connsiteX184" fmla="*/ 21907 w 331469"/>
                  <a:gd name="connsiteY184" fmla="*/ 275272 h 313372"/>
                  <a:gd name="connsiteX185" fmla="*/ 23813 w 331469"/>
                  <a:gd name="connsiteY185" fmla="*/ 273368 h 313372"/>
                  <a:gd name="connsiteX186" fmla="*/ 25717 w 331469"/>
                  <a:gd name="connsiteY186" fmla="*/ 272415 h 313372"/>
                  <a:gd name="connsiteX187" fmla="*/ 26670 w 331469"/>
                  <a:gd name="connsiteY187" fmla="*/ 272415 h 313372"/>
                  <a:gd name="connsiteX188" fmla="*/ 28575 w 331469"/>
                  <a:gd name="connsiteY188" fmla="*/ 273368 h 313372"/>
                  <a:gd name="connsiteX189" fmla="*/ 29527 w 331469"/>
                  <a:gd name="connsiteY189" fmla="*/ 275272 h 313372"/>
                  <a:gd name="connsiteX190" fmla="*/ 30480 w 331469"/>
                  <a:gd name="connsiteY190" fmla="*/ 276225 h 313372"/>
                  <a:gd name="connsiteX191" fmla="*/ 31432 w 331469"/>
                  <a:gd name="connsiteY191" fmla="*/ 277178 h 313372"/>
                  <a:gd name="connsiteX192" fmla="*/ 32385 w 331469"/>
                  <a:gd name="connsiteY192" fmla="*/ 278130 h 313372"/>
                  <a:gd name="connsiteX193" fmla="*/ 33338 w 331469"/>
                  <a:gd name="connsiteY193" fmla="*/ 277178 h 313372"/>
                  <a:gd name="connsiteX194" fmla="*/ 36195 w 331469"/>
                  <a:gd name="connsiteY194" fmla="*/ 274320 h 313372"/>
                  <a:gd name="connsiteX195" fmla="*/ 37147 w 331469"/>
                  <a:gd name="connsiteY195" fmla="*/ 273368 h 313372"/>
                  <a:gd name="connsiteX196" fmla="*/ 39052 w 331469"/>
                  <a:gd name="connsiteY196" fmla="*/ 272415 h 313372"/>
                  <a:gd name="connsiteX197" fmla="*/ 40005 w 331469"/>
                  <a:gd name="connsiteY197" fmla="*/ 272415 h 313372"/>
                  <a:gd name="connsiteX198" fmla="*/ 41910 w 331469"/>
                  <a:gd name="connsiteY198" fmla="*/ 272415 h 313372"/>
                  <a:gd name="connsiteX199" fmla="*/ 47625 w 331469"/>
                  <a:gd name="connsiteY199" fmla="*/ 274320 h 313372"/>
                  <a:gd name="connsiteX200" fmla="*/ 50482 w 331469"/>
                  <a:gd name="connsiteY200" fmla="*/ 274320 h 313372"/>
                  <a:gd name="connsiteX201" fmla="*/ 53340 w 331469"/>
                  <a:gd name="connsiteY201" fmla="*/ 273368 h 313372"/>
                  <a:gd name="connsiteX202" fmla="*/ 57150 w 331469"/>
                  <a:gd name="connsiteY202" fmla="*/ 271462 h 313372"/>
                  <a:gd name="connsiteX203" fmla="*/ 58102 w 331469"/>
                  <a:gd name="connsiteY203" fmla="*/ 270510 h 313372"/>
                  <a:gd name="connsiteX204" fmla="*/ 58102 w 331469"/>
                  <a:gd name="connsiteY204" fmla="*/ 269558 h 313372"/>
                  <a:gd name="connsiteX205" fmla="*/ 58102 w 331469"/>
                  <a:gd name="connsiteY205" fmla="*/ 268605 h 313372"/>
                  <a:gd name="connsiteX206" fmla="*/ 59055 w 331469"/>
                  <a:gd name="connsiteY206" fmla="*/ 268605 h 313372"/>
                  <a:gd name="connsiteX207" fmla="*/ 59055 w 331469"/>
                  <a:gd name="connsiteY207" fmla="*/ 267653 h 313372"/>
                  <a:gd name="connsiteX208" fmla="*/ 59055 w 331469"/>
                  <a:gd name="connsiteY208" fmla="*/ 266700 h 313372"/>
                  <a:gd name="connsiteX209" fmla="*/ 59055 w 331469"/>
                  <a:gd name="connsiteY209" fmla="*/ 265747 h 313372"/>
                  <a:gd name="connsiteX210" fmla="*/ 61913 w 331469"/>
                  <a:gd name="connsiteY210" fmla="*/ 265747 h 313372"/>
                  <a:gd name="connsiteX211" fmla="*/ 64770 w 331469"/>
                  <a:gd name="connsiteY211" fmla="*/ 267653 h 313372"/>
                  <a:gd name="connsiteX212" fmla="*/ 67627 w 331469"/>
                  <a:gd name="connsiteY212" fmla="*/ 271462 h 313372"/>
                  <a:gd name="connsiteX213" fmla="*/ 70485 w 331469"/>
                  <a:gd name="connsiteY213" fmla="*/ 282893 h 313372"/>
                  <a:gd name="connsiteX214" fmla="*/ 71438 w 331469"/>
                  <a:gd name="connsiteY214" fmla="*/ 283845 h 313372"/>
                  <a:gd name="connsiteX215" fmla="*/ 72390 w 331469"/>
                  <a:gd name="connsiteY215" fmla="*/ 284797 h 313372"/>
                  <a:gd name="connsiteX216" fmla="*/ 77152 w 331469"/>
                  <a:gd name="connsiteY216" fmla="*/ 287655 h 313372"/>
                  <a:gd name="connsiteX217" fmla="*/ 77152 w 331469"/>
                  <a:gd name="connsiteY217" fmla="*/ 288608 h 313372"/>
                  <a:gd name="connsiteX218" fmla="*/ 77152 w 331469"/>
                  <a:gd name="connsiteY218" fmla="*/ 290512 h 313372"/>
                  <a:gd name="connsiteX219" fmla="*/ 75247 w 331469"/>
                  <a:gd name="connsiteY219" fmla="*/ 292418 h 313372"/>
                  <a:gd name="connsiteX220" fmla="*/ 73343 w 331469"/>
                  <a:gd name="connsiteY220" fmla="*/ 295275 h 313372"/>
                  <a:gd name="connsiteX221" fmla="*/ 74295 w 331469"/>
                  <a:gd name="connsiteY221" fmla="*/ 297180 h 313372"/>
                  <a:gd name="connsiteX222" fmla="*/ 75247 w 331469"/>
                  <a:gd name="connsiteY222" fmla="*/ 297180 h 313372"/>
                  <a:gd name="connsiteX223" fmla="*/ 76200 w 331469"/>
                  <a:gd name="connsiteY223" fmla="*/ 296228 h 313372"/>
                  <a:gd name="connsiteX224" fmla="*/ 78105 w 331469"/>
                  <a:gd name="connsiteY224" fmla="*/ 296228 h 313372"/>
                  <a:gd name="connsiteX225" fmla="*/ 79057 w 331469"/>
                  <a:gd name="connsiteY225" fmla="*/ 297180 h 313372"/>
                  <a:gd name="connsiteX226" fmla="*/ 80010 w 331469"/>
                  <a:gd name="connsiteY226" fmla="*/ 298133 h 313372"/>
                  <a:gd name="connsiteX227" fmla="*/ 80010 w 331469"/>
                  <a:gd name="connsiteY227" fmla="*/ 300037 h 313372"/>
                  <a:gd name="connsiteX228" fmla="*/ 80010 w 331469"/>
                  <a:gd name="connsiteY228" fmla="*/ 301943 h 313372"/>
                  <a:gd name="connsiteX229" fmla="*/ 80010 w 331469"/>
                  <a:gd name="connsiteY229" fmla="*/ 302895 h 313372"/>
                  <a:gd name="connsiteX230" fmla="*/ 80010 w 331469"/>
                  <a:gd name="connsiteY230" fmla="*/ 305753 h 313372"/>
                  <a:gd name="connsiteX231" fmla="*/ 80963 w 331469"/>
                  <a:gd name="connsiteY231" fmla="*/ 306705 h 313372"/>
                  <a:gd name="connsiteX232" fmla="*/ 83820 w 331469"/>
                  <a:gd name="connsiteY232" fmla="*/ 309562 h 313372"/>
                  <a:gd name="connsiteX233" fmla="*/ 84772 w 331469"/>
                  <a:gd name="connsiteY233" fmla="*/ 310515 h 313372"/>
                  <a:gd name="connsiteX234" fmla="*/ 85725 w 331469"/>
                  <a:gd name="connsiteY234" fmla="*/ 311468 h 313372"/>
                  <a:gd name="connsiteX235" fmla="*/ 86677 w 331469"/>
                  <a:gd name="connsiteY235" fmla="*/ 312420 h 313372"/>
                  <a:gd name="connsiteX236" fmla="*/ 86677 w 331469"/>
                  <a:gd name="connsiteY236" fmla="*/ 313372 h 313372"/>
                  <a:gd name="connsiteX237" fmla="*/ 88582 w 331469"/>
                  <a:gd name="connsiteY237" fmla="*/ 312420 h 313372"/>
                  <a:gd name="connsiteX238" fmla="*/ 93345 w 331469"/>
                  <a:gd name="connsiteY238" fmla="*/ 308610 h 313372"/>
                  <a:gd name="connsiteX239" fmla="*/ 96202 w 331469"/>
                  <a:gd name="connsiteY239" fmla="*/ 307658 h 313372"/>
                  <a:gd name="connsiteX240" fmla="*/ 98107 w 331469"/>
                  <a:gd name="connsiteY240" fmla="*/ 309562 h 313372"/>
                  <a:gd name="connsiteX241" fmla="*/ 100013 w 331469"/>
                  <a:gd name="connsiteY241" fmla="*/ 311468 h 313372"/>
                  <a:gd name="connsiteX242" fmla="*/ 101918 w 331469"/>
                  <a:gd name="connsiteY242" fmla="*/ 313372 h 313372"/>
                  <a:gd name="connsiteX243" fmla="*/ 104775 w 331469"/>
                  <a:gd name="connsiteY243" fmla="*/ 313372 h 313372"/>
                  <a:gd name="connsiteX244" fmla="*/ 105727 w 331469"/>
                  <a:gd name="connsiteY244" fmla="*/ 313372 h 313372"/>
                  <a:gd name="connsiteX245" fmla="*/ 106680 w 331469"/>
                  <a:gd name="connsiteY245" fmla="*/ 312420 h 313372"/>
                  <a:gd name="connsiteX246" fmla="*/ 107632 w 331469"/>
                  <a:gd name="connsiteY246" fmla="*/ 311468 h 313372"/>
                  <a:gd name="connsiteX247" fmla="*/ 108585 w 331469"/>
                  <a:gd name="connsiteY247" fmla="*/ 309562 h 313372"/>
                  <a:gd name="connsiteX248" fmla="*/ 109538 w 331469"/>
                  <a:gd name="connsiteY248" fmla="*/ 309562 h 313372"/>
                  <a:gd name="connsiteX249" fmla="*/ 110490 w 331469"/>
                  <a:gd name="connsiteY249" fmla="*/ 309562 h 313372"/>
                  <a:gd name="connsiteX250" fmla="*/ 111443 w 331469"/>
                  <a:gd name="connsiteY250" fmla="*/ 309562 h 313372"/>
                  <a:gd name="connsiteX251" fmla="*/ 112395 w 331469"/>
                  <a:gd name="connsiteY251" fmla="*/ 308610 h 313372"/>
                  <a:gd name="connsiteX252" fmla="*/ 113347 w 331469"/>
                  <a:gd name="connsiteY252" fmla="*/ 307658 h 313372"/>
                  <a:gd name="connsiteX253" fmla="*/ 112395 w 331469"/>
                  <a:gd name="connsiteY253" fmla="*/ 306705 h 313372"/>
                  <a:gd name="connsiteX254" fmla="*/ 112395 w 331469"/>
                  <a:gd name="connsiteY254" fmla="*/ 304800 h 313372"/>
                  <a:gd name="connsiteX255" fmla="*/ 112395 w 331469"/>
                  <a:gd name="connsiteY255" fmla="*/ 303847 h 313372"/>
                  <a:gd name="connsiteX256" fmla="*/ 113347 w 331469"/>
                  <a:gd name="connsiteY256" fmla="*/ 303847 h 313372"/>
                  <a:gd name="connsiteX257" fmla="*/ 116205 w 331469"/>
                  <a:gd name="connsiteY257" fmla="*/ 305753 h 313372"/>
                  <a:gd name="connsiteX258" fmla="*/ 117157 w 331469"/>
                  <a:gd name="connsiteY258" fmla="*/ 305753 h 313372"/>
                  <a:gd name="connsiteX259" fmla="*/ 118110 w 331469"/>
                  <a:gd name="connsiteY259" fmla="*/ 304800 h 313372"/>
                  <a:gd name="connsiteX260" fmla="*/ 118110 w 331469"/>
                  <a:gd name="connsiteY260" fmla="*/ 304800 h 313372"/>
                  <a:gd name="connsiteX261" fmla="*/ 118110 w 331469"/>
                  <a:gd name="connsiteY261" fmla="*/ 303847 h 313372"/>
                  <a:gd name="connsiteX262" fmla="*/ 118110 w 331469"/>
                  <a:gd name="connsiteY262" fmla="*/ 302895 h 313372"/>
                  <a:gd name="connsiteX263" fmla="*/ 120968 w 331469"/>
                  <a:gd name="connsiteY263" fmla="*/ 302895 h 313372"/>
                  <a:gd name="connsiteX264" fmla="*/ 121920 w 331469"/>
                  <a:gd name="connsiteY264" fmla="*/ 304800 h 313372"/>
                  <a:gd name="connsiteX265" fmla="*/ 121920 w 331469"/>
                  <a:gd name="connsiteY265" fmla="*/ 307658 h 313372"/>
                  <a:gd name="connsiteX266" fmla="*/ 121920 w 331469"/>
                  <a:gd name="connsiteY266" fmla="*/ 309562 h 313372"/>
                  <a:gd name="connsiteX267" fmla="*/ 121920 w 331469"/>
                  <a:gd name="connsiteY267" fmla="*/ 310515 h 313372"/>
                  <a:gd name="connsiteX268" fmla="*/ 121920 w 331469"/>
                  <a:gd name="connsiteY268" fmla="*/ 311468 h 313372"/>
                  <a:gd name="connsiteX269" fmla="*/ 121920 w 331469"/>
                  <a:gd name="connsiteY269" fmla="*/ 311468 h 313372"/>
                  <a:gd name="connsiteX270" fmla="*/ 122872 w 331469"/>
                  <a:gd name="connsiteY270" fmla="*/ 312420 h 313372"/>
                  <a:gd name="connsiteX271" fmla="*/ 124777 w 331469"/>
                  <a:gd name="connsiteY271" fmla="*/ 313372 h 313372"/>
                  <a:gd name="connsiteX272" fmla="*/ 125730 w 331469"/>
                  <a:gd name="connsiteY272" fmla="*/ 312420 h 313372"/>
                  <a:gd name="connsiteX273" fmla="*/ 131445 w 331469"/>
                  <a:gd name="connsiteY273" fmla="*/ 308610 h 313372"/>
                  <a:gd name="connsiteX274" fmla="*/ 133350 w 331469"/>
                  <a:gd name="connsiteY274" fmla="*/ 308610 h 313372"/>
                  <a:gd name="connsiteX275" fmla="*/ 136208 w 331469"/>
                  <a:gd name="connsiteY275" fmla="*/ 308610 h 313372"/>
                  <a:gd name="connsiteX276" fmla="*/ 136208 w 331469"/>
                  <a:gd name="connsiteY276" fmla="*/ 306705 h 31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Lst>
                <a:rect l="l" t="t" r="r" b="b"/>
                <a:pathLst>
                  <a:path w="331469" h="313372">
                    <a:moveTo>
                      <a:pt x="137160" y="304800"/>
                    </a:moveTo>
                    <a:lnTo>
                      <a:pt x="137160" y="302895"/>
                    </a:lnTo>
                    <a:lnTo>
                      <a:pt x="137160" y="300990"/>
                    </a:lnTo>
                    <a:lnTo>
                      <a:pt x="136208" y="297180"/>
                    </a:lnTo>
                    <a:lnTo>
                      <a:pt x="136208" y="296228"/>
                    </a:lnTo>
                    <a:lnTo>
                      <a:pt x="137160" y="295275"/>
                    </a:lnTo>
                    <a:lnTo>
                      <a:pt x="138113" y="294322"/>
                    </a:lnTo>
                    <a:lnTo>
                      <a:pt x="139065" y="294322"/>
                    </a:lnTo>
                    <a:lnTo>
                      <a:pt x="140970" y="290512"/>
                    </a:lnTo>
                    <a:lnTo>
                      <a:pt x="141922" y="288608"/>
                    </a:lnTo>
                    <a:lnTo>
                      <a:pt x="141922" y="285750"/>
                    </a:lnTo>
                    <a:lnTo>
                      <a:pt x="140970" y="284797"/>
                    </a:lnTo>
                    <a:lnTo>
                      <a:pt x="140970" y="282893"/>
                    </a:lnTo>
                    <a:lnTo>
                      <a:pt x="140018" y="281940"/>
                    </a:lnTo>
                    <a:lnTo>
                      <a:pt x="140018" y="280987"/>
                    </a:lnTo>
                    <a:lnTo>
                      <a:pt x="144780" y="277178"/>
                    </a:lnTo>
                    <a:lnTo>
                      <a:pt x="152400" y="273368"/>
                    </a:lnTo>
                    <a:lnTo>
                      <a:pt x="158115" y="269558"/>
                    </a:lnTo>
                    <a:lnTo>
                      <a:pt x="157163" y="261937"/>
                    </a:lnTo>
                    <a:lnTo>
                      <a:pt x="159068" y="260985"/>
                    </a:lnTo>
                    <a:lnTo>
                      <a:pt x="160972" y="260033"/>
                    </a:lnTo>
                    <a:lnTo>
                      <a:pt x="160972" y="259080"/>
                    </a:lnTo>
                    <a:lnTo>
                      <a:pt x="161925" y="257175"/>
                    </a:lnTo>
                    <a:lnTo>
                      <a:pt x="160972" y="255270"/>
                    </a:lnTo>
                    <a:lnTo>
                      <a:pt x="160972" y="254318"/>
                    </a:lnTo>
                    <a:lnTo>
                      <a:pt x="160972" y="253365"/>
                    </a:lnTo>
                    <a:lnTo>
                      <a:pt x="161925" y="250508"/>
                    </a:lnTo>
                    <a:lnTo>
                      <a:pt x="164783" y="247650"/>
                    </a:lnTo>
                    <a:lnTo>
                      <a:pt x="168593" y="247650"/>
                    </a:lnTo>
                    <a:lnTo>
                      <a:pt x="171450" y="249555"/>
                    </a:lnTo>
                    <a:lnTo>
                      <a:pt x="175260" y="251460"/>
                    </a:lnTo>
                    <a:lnTo>
                      <a:pt x="178118" y="251460"/>
                    </a:lnTo>
                    <a:lnTo>
                      <a:pt x="180022" y="249555"/>
                    </a:lnTo>
                    <a:lnTo>
                      <a:pt x="180975" y="244793"/>
                    </a:lnTo>
                    <a:lnTo>
                      <a:pt x="182880" y="241935"/>
                    </a:lnTo>
                    <a:lnTo>
                      <a:pt x="183833" y="241935"/>
                    </a:lnTo>
                    <a:lnTo>
                      <a:pt x="185738" y="242887"/>
                    </a:lnTo>
                    <a:lnTo>
                      <a:pt x="188595" y="241935"/>
                    </a:lnTo>
                    <a:lnTo>
                      <a:pt x="188595" y="240983"/>
                    </a:lnTo>
                    <a:lnTo>
                      <a:pt x="188595" y="237172"/>
                    </a:lnTo>
                    <a:lnTo>
                      <a:pt x="189547" y="236220"/>
                    </a:lnTo>
                    <a:lnTo>
                      <a:pt x="190500" y="234315"/>
                    </a:lnTo>
                    <a:lnTo>
                      <a:pt x="191452" y="232410"/>
                    </a:lnTo>
                    <a:lnTo>
                      <a:pt x="193358" y="231458"/>
                    </a:lnTo>
                    <a:lnTo>
                      <a:pt x="195263" y="230505"/>
                    </a:lnTo>
                    <a:lnTo>
                      <a:pt x="198120" y="229553"/>
                    </a:lnTo>
                    <a:lnTo>
                      <a:pt x="203835" y="230505"/>
                    </a:lnTo>
                    <a:lnTo>
                      <a:pt x="205740" y="229553"/>
                    </a:lnTo>
                    <a:lnTo>
                      <a:pt x="206693" y="228600"/>
                    </a:lnTo>
                    <a:lnTo>
                      <a:pt x="206693" y="225743"/>
                    </a:lnTo>
                    <a:lnTo>
                      <a:pt x="207645" y="224790"/>
                    </a:lnTo>
                    <a:lnTo>
                      <a:pt x="208597" y="224790"/>
                    </a:lnTo>
                    <a:lnTo>
                      <a:pt x="209550" y="224790"/>
                    </a:lnTo>
                    <a:lnTo>
                      <a:pt x="210502" y="224790"/>
                    </a:lnTo>
                    <a:lnTo>
                      <a:pt x="211455" y="224790"/>
                    </a:lnTo>
                    <a:lnTo>
                      <a:pt x="224790" y="218122"/>
                    </a:lnTo>
                    <a:lnTo>
                      <a:pt x="227647" y="216218"/>
                    </a:lnTo>
                    <a:lnTo>
                      <a:pt x="233363" y="213360"/>
                    </a:lnTo>
                    <a:lnTo>
                      <a:pt x="239077" y="213360"/>
                    </a:lnTo>
                    <a:lnTo>
                      <a:pt x="244793" y="214313"/>
                    </a:lnTo>
                    <a:lnTo>
                      <a:pt x="251460" y="216218"/>
                    </a:lnTo>
                    <a:lnTo>
                      <a:pt x="253365" y="214313"/>
                    </a:lnTo>
                    <a:lnTo>
                      <a:pt x="258127" y="214313"/>
                    </a:lnTo>
                    <a:lnTo>
                      <a:pt x="262890" y="215265"/>
                    </a:lnTo>
                    <a:lnTo>
                      <a:pt x="265747" y="214313"/>
                    </a:lnTo>
                    <a:lnTo>
                      <a:pt x="267653" y="213360"/>
                    </a:lnTo>
                    <a:lnTo>
                      <a:pt x="271463" y="209550"/>
                    </a:lnTo>
                    <a:lnTo>
                      <a:pt x="273368" y="208597"/>
                    </a:lnTo>
                    <a:lnTo>
                      <a:pt x="275272" y="207645"/>
                    </a:lnTo>
                    <a:lnTo>
                      <a:pt x="309563" y="205740"/>
                    </a:lnTo>
                    <a:lnTo>
                      <a:pt x="317183" y="206693"/>
                    </a:lnTo>
                    <a:lnTo>
                      <a:pt x="318135" y="203835"/>
                    </a:lnTo>
                    <a:lnTo>
                      <a:pt x="320040" y="201930"/>
                    </a:lnTo>
                    <a:lnTo>
                      <a:pt x="321945" y="200977"/>
                    </a:lnTo>
                    <a:lnTo>
                      <a:pt x="323850" y="200025"/>
                    </a:lnTo>
                    <a:lnTo>
                      <a:pt x="324803" y="198120"/>
                    </a:lnTo>
                    <a:lnTo>
                      <a:pt x="325755" y="196215"/>
                    </a:lnTo>
                    <a:lnTo>
                      <a:pt x="329565" y="182880"/>
                    </a:lnTo>
                    <a:lnTo>
                      <a:pt x="330518" y="178118"/>
                    </a:lnTo>
                    <a:lnTo>
                      <a:pt x="331470" y="172402"/>
                    </a:lnTo>
                    <a:lnTo>
                      <a:pt x="331470" y="126682"/>
                    </a:lnTo>
                    <a:lnTo>
                      <a:pt x="320040" y="129540"/>
                    </a:lnTo>
                    <a:lnTo>
                      <a:pt x="313372" y="130493"/>
                    </a:lnTo>
                    <a:lnTo>
                      <a:pt x="309563" y="127635"/>
                    </a:lnTo>
                    <a:lnTo>
                      <a:pt x="309563" y="125730"/>
                    </a:lnTo>
                    <a:lnTo>
                      <a:pt x="310515" y="124777"/>
                    </a:lnTo>
                    <a:lnTo>
                      <a:pt x="311468" y="122872"/>
                    </a:lnTo>
                    <a:lnTo>
                      <a:pt x="312420" y="121920"/>
                    </a:lnTo>
                    <a:lnTo>
                      <a:pt x="312420" y="119063"/>
                    </a:lnTo>
                    <a:lnTo>
                      <a:pt x="311468" y="116205"/>
                    </a:lnTo>
                    <a:lnTo>
                      <a:pt x="310515" y="113347"/>
                    </a:lnTo>
                    <a:lnTo>
                      <a:pt x="309563" y="111443"/>
                    </a:lnTo>
                    <a:lnTo>
                      <a:pt x="307658" y="110490"/>
                    </a:lnTo>
                    <a:lnTo>
                      <a:pt x="304800" y="109538"/>
                    </a:lnTo>
                    <a:lnTo>
                      <a:pt x="300038" y="108585"/>
                    </a:lnTo>
                    <a:lnTo>
                      <a:pt x="297180" y="107632"/>
                    </a:lnTo>
                    <a:lnTo>
                      <a:pt x="295275" y="105727"/>
                    </a:lnTo>
                    <a:lnTo>
                      <a:pt x="293370" y="104775"/>
                    </a:lnTo>
                    <a:lnTo>
                      <a:pt x="291465" y="102870"/>
                    </a:lnTo>
                    <a:lnTo>
                      <a:pt x="288608" y="101918"/>
                    </a:lnTo>
                    <a:lnTo>
                      <a:pt x="285750" y="101918"/>
                    </a:lnTo>
                    <a:lnTo>
                      <a:pt x="282893" y="100965"/>
                    </a:lnTo>
                    <a:lnTo>
                      <a:pt x="280035" y="100013"/>
                    </a:lnTo>
                    <a:lnTo>
                      <a:pt x="280035" y="99060"/>
                    </a:lnTo>
                    <a:lnTo>
                      <a:pt x="279083" y="97155"/>
                    </a:lnTo>
                    <a:lnTo>
                      <a:pt x="279083" y="96202"/>
                    </a:lnTo>
                    <a:lnTo>
                      <a:pt x="277178" y="95250"/>
                    </a:lnTo>
                    <a:lnTo>
                      <a:pt x="274320" y="94297"/>
                    </a:lnTo>
                    <a:lnTo>
                      <a:pt x="272415" y="93345"/>
                    </a:lnTo>
                    <a:lnTo>
                      <a:pt x="271463" y="91440"/>
                    </a:lnTo>
                    <a:lnTo>
                      <a:pt x="270510" y="89535"/>
                    </a:lnTo>
                    <a:lnTo>
                      <a:pt x="270510" y="87630"/>
                    </a:lnTo>
                    <a:lnTo>
                      <a:pt x="269558" y="84772"/>
                    </a:lnTo>
                    <a:lnTo>
                      <a:pt x="268605" y="82868"/>
                    </a:lnTo>
                    <a:lnTo>
                      <a:pt x="149543" y="0"/>
                    </a:lnTo>
                    <a:lnTo>
                      <a:pt x="114300" y="0"/>
                    </a:lnTo>
                    <a:lnTo>
                      <a:pt x="133350" y="178118"/>
                    </a:lnTo>
                    <a:lnTo>
                      <a:pt x="133350" y="180022"/>
                    </a:lnTo>
                    <a:lnTo>
                      <a:pt x="134302" y="181927"/>
                    </a:lnTo>
                    <a:lnTo>
                      <a:pt x="135255" y="182880"/>
                    </a:lnTo>
                    <a:lnTo>
                      <a:pt x="136208" y="184785"/>
                    </a:lnTo>
                    <a:lnTo>
                      <a:pt x="137160" y="185738"/>
                    </a:lnTo>
                    <a:lnTo>
                      <a:pt x="138113" y="186690"/>
                    </a:lnTo>
                    <a:lnTo>
                      <a:pt x="139065" y="187643"/>
                    </a:lnTo>
                    <a:lnTo>
                      <a:pt x="139065" y="191452"/>
                    </a:lnTo>
                    <a:lnTo>
                      <a:pt x="137160" y="200977"/>
                    </a:lnTo>
                    <a:lnTo>
                      <a:pt x="136208" y="203835"/>
                    </a:lnTo>
                    <a:lnTo>
                      <a:pt x="133350" y="204788"/>
                    </a:lnTo>
                    <a:lnTo>
                      <a:pt x="68580" y="203835"/>
                    </a:lnTo>
                    <a:lnTo>
                      <a:pt x="60960" y="202883"/>
                    </a:lnTo>
                    <a:lnTo>
                      <a:pt x="59055" y="200025"/>
                    </a:lnTo>
                    <a:lnTo>
                      <a:pt x="57150" y="200977"/>
                    </a:lnTo>
                    <a:lnTo>
                      <a:pt x="57150" y="201930"/>
                    </a:lnTo>
                    <a:lnTo>
                      <a:pt x="56197" y="203835"/>
                    </a:lnTo>
                    <a:lnTo>
                      <a:pt x="55245" y="204788"/>
                    </a:lnTo>
                    <a:lnTo>
                      <a:pt x="53340" y="205740"/>
                    </a:lnTo>
                    <a:lnTo>
                      <a:pt x="49530" y="205740"/>
                    </a:lnTo>
                    <a:lnTo>
                      <a:pt x="45720" y="206693"/>
                    </a:lnTo>
                    <a:lnTo>
                      <a:pt x="42863" y="205740"/>
                    </a:lnTo>
                    <a:lnTo>
                      <a:pt x="36195" y="204788"/>
                    </a:lnTo>
                    <a:lnTo>
                      <a:pt x="34290" y="204788"/>
                    </a:lnTo>
                    <a:lnTo>
                      <a:pt x="32385" y="205740"/>
                    </a:lnTo>
                    <a:lnTo>
                      <a:pt x="28575" y="210502"/>
                    </a:lnTo>
                    <a:lnTo>
                      <a:pt x="27622" y="210502"/>
                    </a:lnTo>
                    <a:lnTo>
                      <a:pt x="22860" y="208597"/>
                    </a:lnTo>
                    <a:lnTo>
                      <a:pt x="20002" y="203835"/>
                    </a:lnTo>
                    <a:lnTo>
                      <a:pt x="16192" y="200977"/>
                    </a:lnTo>
                    <a:lnTo>
                      <a:pt x="11430" y="203835"/>
                    </a:lnTo>
                    <a:lnTo>
                      <a:pt x="9525" y="208597"/>
                    </a:lnTo>
                    <a:lnTo>
                      <a:pt x="7620" y="214313"/>
                    </a:lnTo>
                    <a:lnTo>
                      <a:pt x="4763" y="219075"/>
                    </a:lnTo>
                    <a:lnTo>
                      <a:pt x="0" y="218122"/>
                    </a:lnTo>
                    <a:lnTo>
                      <a:pt x="952" y="220028"/>
                    </a:lnTo>
                    <a:lnTo>
                      <a:pt x="1905" y="222885"/>
                    </a:lnTo>
                    <a:lnTo>
                      <a:pt x="1905" y="224790"/>
                    </a:lnTo>
                    <a:lnTo>
                      <a:pt x="2857" y="227647"/>
                    </a:lnTo>
                    <a:lnTo>
                      <a:pt x="3810" y="230505"/>
                    </a:lnTo>
                    <a:lnTo>
                      <a:pt x="4763" y="232410"/>
                    </a:lnTo>
                    <a:lnTo>
                      <a:pt x="5715" y="235268"/>
                    </a:lnTo>
                    <a:lnTo>
                      <a:pt x="5715" y="235268"/>
                    </a:lnTo>
                    <a:lnTo>
                      <a:pt x="6667" y="237172"/>
                    </a:lnTo>
                    <a:lnTo>
                      <a:pt x="6667" y="237172"/>
                    </a:lnTo>
                    <a:lnTo>
                      <a:pt x="6667" y="238125"/>
                    </a:lnTo>
                    <a:lnTo>
                      <a:pt x="5715" y="239078"/>
                    </a:lnTo>
                    <a:lnTo>
                      <a:pt x="5715" y="240030"/>
                    </a:lnTo>
                    <a:lnTo>
                      <a:pt x="5715" y="243840"/>
                    </a:lnTo>
                    <a:lnTo>
                      <a:pt x="6667" y="245745"/>
                    </a:lnTo>
                    <a:lnTo>
                      <a:pt x="7620" y="246697"/>
                    </a:lnTo>
                    <a:lnTo>
                      <a:pt x="8572" y="247650"/>
                    </a:lnTo>
                    <a:lnTo>
                      <a:pt x="8572" y="248603"/>
                    </a:lnTo>
                    <a:lnTo>
                      <a:pt x="9525" y="248603"/>
                    </a:lnTo>
                    <a:lnTo>
                      <a:pt x="10477" y="247650"/>
                    </a:lnTo>
                    <a:lnTo>
                      <a:pt x="11430" y="247650"/>
                    </a:lnTo>
                    <a:lnTo>
                      <a:pt x="12382" y="247650"/>
                    </a:lnTo>
                    <a:lnTo>
                      <a:pt x="13335" y="248603"/>
                    </a:lnTo>
                    <a:lnTo>
                      <a:pt x="14288" y="250508"/>
                    </a:lnTo>
                    <a:lnTo>
                      <a:pt x="17145" y="257175"/>
                    </a:lnTo>
                    <a:lnTo>
                      <a:pt x="17145" y="258128"/>
                    </a:lnTo>
                    <a:lnTo>
                      <a:pt x="17145" y="263843"/>
                    </a:lnTo>
                    <a:lnTo>
                      <a:pt x="17145" y="265747"/>
                    </a:lnTo>
                    <a:lnTo>
                      <a:pt x="18097" y="267653"/>
                    </a:lnTo>
                    <a:lnTo>
                      <a:pt x="16192" y="271462"/>
                    </a:lnTo>
                    <a:lnTo>
                      <a:pt x="17145" y="273368"/>
                    </a:lnTo>
                    <a:lnTo>
                      <a:pt x="19050" y="275272"/>
                    </a:lnTo>
                    <a:lnTo>
                      <a:pt x="21907" y="275272"/>
                    </a:lnTo>
                    <a:lnTo>
                      <a:pt x="23813" y="273368"/>
                    </a:lnTo>
                    <a:lnTo>
                      <a:pt x="25717" y="272415"/>
                    </a:lnTo>
                    <a:lnTo>
                      <a:pt x="26670" y="272415"/>
                    </a:lnTo>
                    <a:lnTo>
                      <a:pt x="28575" y="273368"/>
                    </a:lnTo>
                    <a:lnTo>
                      <a:pt x="29527" y="275272"/>
                    </a:lnTo>
                    <a:lnTo>
                      <a:pt x="30480" y="276225"/>
                    </a:lnTo>
                    <a:lnTo>
                      <a:pt x="31432" y="277178"/>
                    </a:lnTo>
                    <a:lnTo>
                      <a:pt x="32385" y="278130"/>
                    </a:lnTo>
                    <a:lnTo>
                      <a:pt x="33338" y="277178"/>
                    </a:lnTo>
                    <a:lnTo>
                      <a:pt x="36195" y="274320"/>
                    </a:lnTo>
                    <a:lnTo>
                      <a:pt x="37147" y="273368"/>
                    </a:lnTo>
                    <a:lnTo>
                      <a:pt x="39052" y="272415"/>
                    </a:lnTo>
                    <a:lnTo>
                      <a:pt x="40005" y="272415"/>
                    </a:lnTo>
                    <a:lnTo>
                      <a:pt x="41910" y="272415"/>
                    </a:lnTo>
                    <a:lnTo>
                      <a:pt x="47625" y="274320"/>
                    </a:lnTo>
                    <a:lnTo>
                      <a:pt x="50482" y="274320"/>
                    </a:lnTo>
                    <a:lnTo>
                      <a:pt x="53340" y="273368"/>
                    </a:lnTo>
                    <a:lnTo>
                      <a:pt x="57150" y="271462"/>
                    </a:lnTo>
                    <a:lnTo>
                      <a:pt x="58102" y="270510"/>
                    </a:lnTo>
                    <a:lnTo>
                      <a:pt x="58102" y="269558"/>
                    </a:lnTo>
                    <a:lnTo>
                      <a:pt x="58102" y="268605"/>
                    </a:lnTo>
                    <a:lnTo>
                      <a:pt x="59055" y="268605"/>
                    </a:lnTo>
                    <a:lnTo>
                      <a:pt x="59055" y="267653"/>
                    </a:lnTo>
                    <a:lnTo>
                      <a:pt x="59055" y="266700"/>
                    </a:lnTo>
                    <a:lnTo>
                      <a:pt x="59055" y="265747"/>
                    </a:lnTo>
                    <a:lnTo>
                      <a:pt x="61913" y="265747"/>
                    </a:lnTo>
                    <a:lnTo>
                      <a:pt x="64770" y="267653"/>
                    </a:lnTo>
                    <a:lnTo>
                      <a:pt x="67627" y="271462"/>
                    </a:lnTo>
                    <a:lnTo>
                      <a:pt x="70485" y="282893"/>
                    </a:lnTo>
                    <a:lnTo>
                      <a:pt x="71438" y="283845"/>
                    </a:lnTo>
                    <a:lnTo>
                      <a:pt x="72390" y="284797"/>
                    </a:lnTo>
                    <a:lnTo>
                      <a:pt x="77152" y="287655"/>
                    </a:lnTo>
                    <a:lnTo>
                      <a:pt x="77152" y="288608"/>
                    </a:lnTo>
                    <a:lnTo>
                      <a:pt x="77152" y="290512"/>
                    </a:lnTo>
                    <a:lnTo>
                      <a:pt x="75247" y="292418"/>
                    </a:lnTo>
                    <a:lnTo>
                      <a:pt x="73343" y="295275"/>
                    </a:lnTo>
                    <a:lnTo>
                      <a:pt x="74295" y="297180"/>
                    </a:lnTo>
                    <a:lnTo>
                      <a:pt x="75247" y="297180"/>
                    </a:lnTo>
                    <a:lnTo>
                      <a:pt x="76200" y="296228"/>
                    </a:lnTo>
                    <a:lnTo>
                      <a:pt x="78105" y="296228"/>
                    </a:lnTo>
                    <a:lnTo>
                      <a:pt x="79057" y="297180"/>
                    </a:lnTo>
                    <a:lnTo>
                      <a:pt x="80010" y="298133"/>
                    </a:lnTo>
                    <a:lnTo>
                      <a:pt x="80010" y="300037"/>
                    </a:lnTo>
                    <a:lnTo>
                      <a:pt x="80010" y="301943"/>
                    </a:lnTo>
                    <a:lnTo>
                      <a:pt x="80010" y="302895"/>
                    </a:lnTo>
                    <a:lnTo>
                      <a:pt x="80010" y="305753"/>
                    </a:lnTo>
                    <a:lnTo>
                      <a:pt x="80963" y="306705"/>
                    </a:lnTo>
                    <a:lnTo>
                      <a:pt x="83820" y="309562"/>
                    </a:lnTo>
                    <a:lnTo>
                      <a:pt x="84772" y="310515"/>
                    </a:lnTo>
                    <a:lnTo>
                      <a:pt x="85725" y="311468"/>
                    </a:lnTo>
                    <a:lnTo>
                      <a:pt x="86677" y="312420"/>
                    </a:lnTo>
                    <a:lnTo>
                      <a:pt x="86677" y="313372"/>
                    </a:lnTo>
                    <a:lnTo>
                      <a:pt x="88582" y="312420"/>
                    </a:lnTo>
                    <a:lnTo>
                      <a:pt x="93345" y="308610"/>
                    </a:lnTo>
                    <a:lnTo>
                      <a:pt x="96202" y="307658"/>
                    </a:lnTo>
                    <a:lnTo>
                      <a:pt x="98107" y="309562"/>
                    </a:lnTo>
                    <a:lnTo>
                      <a:pt x="100013" y="311468"/>
                    </a:lnTo>
                    <a:lnTo>
                      <a:pt x="101918" y="313372"/>
                    </a:lnTo>
                    <a:lnTo>
                      <a:pt x="104775" y="313372"/>
                    </a:lnTo>
                    <a:lnTo>
                      <a:pt x="105727" y="313372"/>
                    </a:lnTo>
                    <a:lnTo>
                      <a:pt x="106680" y="312420"/>
                    </a:lnTo>
                    <a:lnTo>
                      <a:pt x="107632" y="311468"/>
                    </a:lnTo>
                    <a:lnTo>
                      <a:pt x="108585" y="309562"/>
                    </a:lnTo>
                    <a:lnTo>
                      <a:pt x="109538" y="309562"/>
                    </a:lnTo>
                    <a:lnTo>
                      <a:pt x="110490" y="309562"/>
                    </a:lnTo>
                    <a:lnTo>
                      <a:pt x="111443" y="309562"/>
                    </a:lnTo>
                    <a:lnTo>
                      <a:pt x="112395" y="308610"/>
                    </a:lnTo>
                    <a:lnTo>
                      <a:pt x="113347" y="307658"/>
                    </a:lnTo>
                    <a:lnTo>
                      <a:pt x="112395" y="306705"/>
                    </a:lnTo>
                    <a:lnTo>
                      <a:pt x="112395" y="304800"/>
                    </a:lnTo>
                    <a:lnTo>
                      <a:pt x="112395" y="303847"/>
                    </a:lnTo>
                    <a:lnTo>
                      <a:pt x="113347" y="303847"/>
                    </a:lnTo>
                    <a:lnTo>
                      <a:pt x="116205" y="305753"/>
                    </a:lnTo>
                    <a:lnTo>
                      <a:pt x="117157" y="305753"/>
                    </a:lnTo>
                    <a:lnTo>
                      <a:pt x="118110" y="304800"/>
                    </a:lnTo>
                    <a:lnTo>
                      <a:pt x="118110" y="304800"/>
                    </a:lnTo>
                    <a:lnTo>
                      <a:pt x="118110" y="303847"/>
                    </a:lnTo>
                    <a:lnTo>
                      <a:pt x="118110" y="302895"/>
                    </a:lnTo>
                    <a:lnTo>
                      <a:pt x="120968" y="302895"/>
                    </a:lnTo>
                    <a:lnTo>
                      <a:pt x="121920" y="304800"/>
                    </a:lnTo>
                    <a:lnTo>
                      <a:pt x="121920" y="307658"/>
                    </a:lnTo>
                    <a:lnTo>
                      <a:pt x="121920" y="309562"/>
                    </a:lnTo>
                    <a:lnTo>
                      <a:pt x="121920" y="310515"/>
                    </a:lnTo>
                    <a:lnTo>
                      <a:pt x="121920" y="311468"/>
                    </a:lnTo>
                    <a:lnTo>
                      <a:pt x="121920" y="311468"/>
                    </a:lnTo>
                    <a:lnTo>
                      <a:pt x="122872" y="312420"/>
                    </a:lnTo>
                    <a:lnTo>
                      <a:pt x="124777" y="313372"/>
                    </a:lnTo>
                    <a:lnTo>
                      <a:pt x="125730" y="312420"/>
                    </a:lnTo>
                    <a:lnTo>
                      <a:pt x="131445" y="308610"/>
                    </a:lnTo>
                    <a:lnTo>
                      <a:pt x="133350" y="308610"/>
                    </a:lnTo>
                    <a:lnTo>
                      <a:pt x="136208" y="308610"/>
                    </a:lnTo>
                    <a:lnTo>
                      <a:pt x="136208" y="30670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15" name="Freeform: Shape 95">
                <a:extLst>
                  <a:ext uri="{FF2B5EF4-FFF2-40B4-BE49-F238E27FC236}">
                    <a16:creationId xmlns:a16="http://schemas.microsoft.com/office/drawing/2014/main" id="{74BE2BA1-2127-FDAE-DCA5-377B477A6D40}"/>
                  </a:ext>
                </a:extLst>
              </p:cNvPr>
              <p:cNvSpPr/>
              <p:nvPr/>
            </p:nvSpPr>
            <p:spPr>
              <a:xfrm>
                <a:off x="5736360" y="3947383"/>
                <a:ext cx="176054" cy="136851"/>
              </a:xfrm>
              <a:custGeom>
                <a:avLst/>
                <a:gdLst>
                  <a:gd name="connsiteX0" fmla="*/ 154305 w 159067"/>
                  <a:gd name="connsiteY0" fmla="*/ 60008 h 115252"/>
                  <a:gd name="connsiteX1" fmla="*/ 153352 w 159067"/>
                  <a:gd name="connsiteY1" fmla="*/ 57150 h 115252"/>
                  <a:gd name="connsiteX2" fmla="*/ 153352 w 159067"/>
                  <a:gd name="connsiteY2" fmla="*/ 54293 h 115252"/>
                  <a:gd name="connsiteX3" fmla="*/ 153352 w 159067"/>
                  <a:gd name="connsiteY3" fmla="*/ 53340 h 115252"/>
                  <a:gd name="connsiteX4" fmla="*/ 155258 w 159067"/>
                  <a:gd name="connsiteY4" fmla="*/ 53340 h 115252"/>
                  <a:gd name="connsiteX5" fmla="*/ 155258 w 159067"/>
                  <a:gd name="connsiteY5" fmla="*/ 52388 h 115252"/>
                  <a:gd name="connsiteX6" fmla="*/ 154305 w 159067"/>
                  <a:gd name="connsiteY6" fmla="*/ 50483 h 115252"/>
                  <a:gd name="connsiteX7" fmla="*/ 154305 w 159067"/>
                  <a:gd name="connsiteY7" fmla="*/ 49530 h 115252"/>
                  <a:gd name="connsiteX8" fmla="*/ 153352 w 159067"/>
                  <a:gd name="connsiteY8" fmla="*/ 48577 h 115252"/>
                  <a:gd name="connsiteX9" fmla="*/ 152400 w 159067"/>
                  <a:gd name="connsiteY9" fmla="*/ 48577 h 115252"/>
                  <a:gd name="connsiteX10" fmla="*/ 150495 w 159067"/>
                  <a:gd name="connsiteY10" fmla="*/ 47625 h 115252"/>
                  <a:gd name="connsiteX11" fmla="*/ 149543 w 159067"/>
                  <a:gd name="connsiteY11" fmla="*/ 48577 h 115252"/>
                  <a:gd name="connsiteX12" fmla="*/ 145733 w 159067"/>
                  <a:gd name="connsiteY12" fmla="*/ 49530 h 115252"/>
                  <a:gd name="connsiteX13" fmla="*/ 143827 w 159067"/>
                  <a:gd name="connsiteY13" fmla="*/ 49530 h 115252"/>
                  <a:gd name="connsiteX14" fmla="*/ 141923 w 159067"/>
                  <a:gd name="connsiteY14" fmla="*/ 49530 h 115252"/>
                  <a:gd name="connsiteX15" fmla="*/ 140018 w 159067"/>
                  <a:gd name="connsiteY15" fmla="*/ 48577 h 115252"/>
                  <a:gd name="connsiteX16" fmla="*/ 131445 w 159067"/>
                  <a:gd name="connsiteY16" fmla="*/ 40958 h 115252"/>
                  <a:gd name="connsiteX17" fmla="*/ 130493 w 159067"/>
                  <a:gd name="connsiteY17" fmla="*/ 39052 h 115252"/>
                  <a:gd name="connsiteX18" fmla="*/ 130493 w 159067"/>
                  <a:gd name="connsiteY18" fmla="*/ 34290 h 115252"/>
                  <a:gd name="connsiteX19" fmla="*/ 131445 w 159067"/>
                  <a:gd name="connsiteY19" fmla="*/ 35243 h 115252"/>
                  <a:gd name="connsiteX20" fmla="*/ 132398 w 159067"/>
                  <a:gd name="connsiteY20" fmla="*/ 35243 h 115252"/>
                  <a:gd name="connsiteX21" fmla="*/ 134302 w 159067"/>
                  <a:gd name="connsiteY21" fmla="*/ 35243 h 115252"/>
                  <a:gd name="connsiteX22" fmla="*/ 135255 w 159067"/>
                  <a:gd name="connsiteY22" fmla="*/ 34290 h 115252"/>
                  <a:gd name="connsiteX23" fmla="*/ 132398 w 159067"/>
                  <a:gd name="connsiteY23" fmla="*/ 33338 h 115252"/>
                  <a:gd name="connsiteX24" fmla="*/ 129540 w 159067"/>
                  <a:gd name="connsiteY24" fmla="*/ 30480 h 115252"/>
                  <a:gd name="connsiteX25" fmla="*/ 122873 w 159067"/>
                  <a:gd name="connsiteY25" fmla="*/ 26670 h 115252"/>
                  <a:gd name="connsiteX26" fmla="*/ 120968 w 159067"/>
                  <a:gd name="connsiteY26" fmla="*/ 24765 h 115252"/>
                  <a:gd name="connsiteX27" fmla="*/ 120015 w 159067"/>
                  <a:gd name="connsiteY27" fmla="*/ 22860 h 115252"/>
                  <a:gd name="connsiteX28" fmla="*/ 119063 w 159067"/>
                  <a:gd name="connsiteY28" fmla="*/ 20955 h 115252"/>
                  <a:gd name="connsiteX29" fmla="*/ 118110 w 159067"/>
                  <a:gd name="connsiteY29" fmla="*/ 17145 h 115252"/>
                  <a:gd name="connsiteX30" fmla="*/ 117157 w 159067"/>
                  <a:gd name="connsiteY30" fmla="*/ 16193 h 115252"/>
                  <a:gd name="connsiteX31" fmla="*/ 116205 w 159067"/>
                  <a:gd name="connsiteY31" fmla="*/ 14288 h 115252"/>
                  <a:gd name="connsiteX32" fmla="*/ 115252 w 159067"/>
                  <a:gd name="connsiteY32" fmla="*/ 13335 h 115252"/>
                  <a:gd name="connsiteX33" fmla="*/ 114300 w 159067"/>
                  <a:gd name="connsiteY33" fmla="*/ 10477 h 115252"/>
                  <a:gd name="connsiteX34" fmla="*/ 114300 w 159067"/>
                  <a:gd name="connsiteY34" fmla="*/ 7620 h 115252"/>
                  <a:gd name="connsiteX35" fmla="*/ 114300 w 159067"/>
                  <a:gd name="connsiteY35" fmla="*/ 5715 h 115252"/>
                  <a:gd name="connsiteX36" fmla="*/ 115252 w 159067"/>
                  <a:gd name="connsiteY36" fmla="*/ 2858 h 115252"/>
                  <a:gd name="connsiteX37" fmla="*/ 108585 w 159067"/>
                  <a:gd name="connsiteY37" fmla="*/ 953 h 115252"/>
                  <a:gd name="connsiteX38" fmla="*/ 102870 w 159067"/>
                  <a:gd name="connsiteY38" fmla="*/ 0 h 115252"/>
                  <a:gd name="connsiteX39" fmla="*/ 97155 w 159067"/>
                  <a:gd name="connsiteY39" fmla="*/ 0 h 115252"/>
                  <a:gd name="connsiteX40" fmla="*/ 91440 w 159067"/>
                  <a:gd name="connsiteY40" fmla="*/ 2858 h 115252"/>
                  <a:gd name="connsiteX41" fmla="*/ 88582 w 159067"/>
                  <a:gd name="connsiteY41" fmla="*/ 4763 h 115252"/>
                  <a:gd name="connsiteX42" fmla="*/ 75248 w 159067"/>
                  <a:gd name="connsiteY42" fmla="*/ 11430 h 115252"/>
                  <a:gd name="connsiteX43" fmla="*/ 74295 w 159067"/>
                  <a:gd name="connsiteY43" fmla="*/ 11430 h 115252"/>
                  <a:gd name="connsiteX44" fmla="*/ 73343 w 159067"/>
                  <a:gd name="connsiteY44" fmla="*/ 11430 h 115252"/>
                  <a:gd name="connsiteX45" fmla="*/ 72390 w 159067"/>
                  <a:gd name="connsiteY45" fmla="*/ 11430 h 115252"/>
                  <a:gd name="connsiteX46" fmla="*/ 71438 w 159067"/>
                  <a:gd name="connsiteY46" fmla="*/ 11430 h 115252"/>
                  <a:gd name="connsiteX47" fmla="*/ 70485 w 159067"/>
                  <a:gd name="connsiteY47" fmla="*/ 12383 h 115252"/>
                  <a:gd name="connsiteX48" fmla="*/ 70485 w 159067"/>
                  <a:gd name="connsiteY48" fmla="*/ 15240 h 115252"/>
                  <a:gd name="connsiteX49" fmla="*/ 69532 w 159067"/>
                  <a:gd name="connsiteY49" fmla="*/ 16193 h 115252"/>
                  <a:gd name="connsiteX50" fmla="*/ 67627 w 159067"/>
                  <a:gd name="connsiteY50" fmla="*/ 17145 h 115252"/>
                  <a:gd name="connsiteX51" fmla="*/ 61913 w 159067"/>
                  <a:gd name="connsiteY51" fmla="*/ 16193 h 115252"/>
                  <a:gd name="connsiteX52" fmla="*/ 59055 w 159067"/>
                  <a:gd name="connsiteY52" fmla="*/ 17145 h 115252"/>
                  <a:gd name="connsiteX53" fmla="*/ 57150 w 159067"/>
                  <a:gd name="connsiteY53" fmla="*/ 18098 h 115252"/>
                  <a:gd name="connsiteX54" fmla="*/ 55245 w 159067"/>
                  <a:gd name="connsiteY54" fmla="*/ 19050 h 115252"/>
                  <a:gd name="connsiteX55" fmla="*/ 54293 w 159067"/>
                  <a:gd name="connsiteY55" fmla="*/ 20955 h 115252"/>
                  <a:gd name="connsiteX56" fmla="*/ 53340 w 159067"/>
                  <a:gd name="connsiteY56" fmla="*/ 22860 h 115252"/>
                  <a:gd name="connsiteX57" fmla="*/ 52388 w 159067"/>
                  <a:gd name="connsiteY57" fmla="*/ 23813 h 115252"/>
                  <a:gd name="connsiteX58" fmla="*/ 52388 w 159067"/>
                  <a:gd name="connsiteY58" fmla="*/ 27623 h 115252"/>
                  <a:gd name="connsiteX59" fmla="*/ 52388 w 159067"/>
                  <a:gd name="connsiteY59" fmla="*/ 28575 h 115252"/>
                  <a:gd name="connsiteX60" fmla="*/ 49530 w 159067"/>
                  <a:gd name="connsiteY60" fmla="*/ 29527 h 115252"/>
                  <a:gd name="connsiteX61" fmla="*/ 47625 w 159067"/>
                  <a:gd name="connsiteY61" fmla="*/ 28575 h 115252"/>
                  <a:gd name="connsiteX62" fmla="*/ 46673 w 159067"/>
                  <a:gd name="connsiteY62" fmla="*/ 28575 h 115252"/>
                  <a:gd name="connsiteX63" fmla="*/ 44768 w 159067"/>
                  <a:gd name="connsiteY63" fmla="*/ 31433 h 115252"/>
                  <a:gd name="connsiteX64" fmla="*/ 43815 w 159067"/>
                  <a:gd name="connsiteY64" fmla="*/ 36195 h 115252"/>
                  <a:gd name="connsiteX65" fmla="*/ 41910 w 159067"/>
                  <a:gd name="connsiteY65" fmla="*/ 38100 h 115252"/>
                  <a:gd name="connsiteX66" fmla="*/ 39052 w 159067"/>
                  <a:gd name="connsiteY66" fmla="*/ 38100 h 115252"/>
                  <a:gd name="connsiteX67" fmla="*/ 35243 w 159067"/>
                  <a:gd name="connsiteY67" fmla="*/ 36195 h 115252"/>
                  <a:gd name="connsiteX68" fmla="*/ 32385 w 159067"/>
                  <a:gd name="connsiteY68" fmla="*/ 34290 h 115252"/>
                  <a:gd name="connsiteX69" fmla="*/ 28575 w 159067"/>
                  <a:gd name="connsiteY69" fmla="*/ 34290 h 115252"/>
                  <a:gd name="connsiteX70" fmla="*/ 25718 w 159067"/>
                  <a:gd name="connsiteY70" fmla="*/ 37148 h 115252"/>
                  <a:gd name="connsiteX71" fmla="*/ 24765 w 159067"/>
                  <a:gd name="connsiteY71" fmla="*/ 40005 h 115252"/>
                  <a:gd name="connsiteX72" fmla="*/ 24765 w 159067"/>
                  <a:gd name="connsiteY72" fmla="*/ 40958 h 115252"/>
                  <a:gd name="connsiteX73" fmla="*/ 24765 w 159067"/>
                  <a:gd name="connsiteY73" fmla="*/ 41910 h 115252"/>
                  <a:gd name="connsiteX74" fmla="*/ 25718 w 159067"/>
                  <a:gd name="connsiteY74" fmla="*/ 43815 h 115252"/>
                  <a:gd name="connsiteX75" fmla="*/ 24765 w 159067"/>
                  <a:gd name="connsiteY75" fmla="*/ 45720 h 115252"/>
                  <a:gd name="connsiteX76" fmla="*/ 24765 w 159067"/>
                  <a:gd name="connsiteY76" fmla="*/ 46673 h 115252"/>
                  <a:gd name="connsiteX77" fmla="*/ 22860 w 159067"/>
                  <a:gd name="connsiteY77" fmla="*/ 47625 h 115252"/>
                  <a:gd name="connsiteX78" fmla="*/ 20955 w 159067"/>
                  <a:gd name="connsiteY78" fmla="*/ 48577 h 115252"/>
                  <a:gd name="connsiteX79" fmla="*/ 21907 w 159067"/>
                  <a:gd name="connsiteY79" fmla="*/ 56198 h 115252"/>
                  <a:gd name="connsiteX80" fmla="*/ 16193 w 159067"/>
                  <a:gd name="connsiteY80" fmla="*/ 60008 h 115252"/>
                  <a:gd name="connsiteX81" fmla="*/ 8573 w 159067"/>
                  <a:gd name="connsiteY81" fmla="*/ 63818 h 115252"/>
                  <a:gd name="connsiteX82" fmla="*/ 3810 w 159067"/>
                  <a:gd name="connsiteY82" fmla="*/ 67627 h 115252"/>
                  <a:gd name="connsiteX83" fmla="*/ 3810 w 159067"/>
                  <a:gd name="connsiteY83" fmla="*/ 68580 h 115252"/>
                  <a:gd name="connsiteX84" fmla="*/ 4763 w 159067"/>
                  <a:gd name="connsiteY84" fmla="*/ 69533 h 115252"/>
                  <a:gd name="connsiteX85" fmla="*/ 4763 w 159067"/>
                  <a:gd name="connsiteY85" fmla="*/ 71438 h 115252"/>
                  <a:gd name="connsiteX86" fmla="*/ 5715 w 159067"/>
                  <a:gd name="connsiteY86" fmla="*/ 72390 h 115252"/>
                  <a:gd name="connsiteX87" fmla="*/ 5715 w 159067"/>
                  <a:gd name="connsiteY87" fmla="*/ 75248 h 115252"/>
                  <a:gd name="connsiteX88" fmla="*/ 4763 w 159067"/>
                  <a:gd name="connsiteY88" fmla="*/ 77152 h 115252"/>
                  <a:gd name="connsiteX89" fmla="*/ 2857 w 159067"/>
                  <a:gd name="connsiteY89" fmla="*/ 80963 h 115252"/>
                  <a:gd name="connsiteX90" fmla="*/ 1905 w 159067"/>
                  <a:gd name="connsiteY90" fmla="*/ 80963 h 115252"/>
                  <a:gd name="connsiteX91" fmla="*/ 952 w 159067"/>
                  <a:gd name="connsiteY91" fmla="*/ 81915 h 115252"/>
                  <a:gd name="connsiteX92" fmla="*/ 0 w 159067"/>
                  <a:gd name="connsiteY92" fmla="*/ 82868 h 115252"/>
                  <a:gd name="connsiteX93" fmla="*/ 0 w 159067"/>
                  <a:gd name="connsiteY93" fmla="*/ 83820 h 115252"/>
                  <a:gd name="connsiteX94" fmla="*/ 952 w 159067"/>
                  <a:gd name="connsiteY94" fmla="*/ 87630 h 115252"/>
                  <a:gd name="connsiteX95" fmla="*/ 952 w 159067"/>
                  <a:gd name="connsiteY95" fmla="*/ 89535 h 115252"/>
                  <a:gd name="connsiteX96" fmla="*/ 952 w 159067"/>
                  <a:gd name="connsiteY96" fmla="*/ 91440 h 115252"/>
                  <a:gd name="connsiteX97" fmla="*/ 0 w 159067"/>
                  <a:gd name="connsiteY97" fmla="*/ 93345 h 115252"/>
                  <a:gd name="connsiteX98" fmla="*/ 0 w 159067"/>
                  <a:gd name="connsiteY98" fmla="*/ 95250 h 115252"/>
                  <a:gd name="connsiteX99" fmla="*/ 1905 w 159067"/>
                  <a:gd name="connsiteY99" fmla="*/ 96202 h 115252"/>
                  <a:gd name="connsiteX100" fmla="*/ 3810 w 159067"/>
                  <a:gd name="connsiteY100" fmla="*/ 97155 h 115252"/>
                  <a:gd name="connsiteX101" fmla="*/ 5715 w 159067"/>
                  <a:gd name="connsiteY101" fmla="*/ 98108 h 115252"/>
                  <a:gd name="connsiteX102" fmla="*/ 8573 w 159067"/>
                  <a:gd name="connsiteY102" fmla="*/ 99060 h 115252"/>
                  <a:gd name="connsiteX103" fmla="*/ 8573 w 159067"/>
                  <a:gd name="connsiteY103" fmla="*/ 100013 h 115252"/>
                  <a:gd name="connsiteX104" fmla="*/ 9525 w 159067"/>
                  <a:gd name="connsiteY104" fmla="*/ 102870 h 115252"/>
                  <a:gd name="connsiteX105" fmla="*/ 10477 w 159067"/>
                  <a:gd name="connsiteY105" fmla="*/ 103823 h 115252"/>
                  <a:gd name="connsiteX106" fmla="*/ 11430 w 159067"/>
                  <a:gd name="connsiteY106" fmla="*/ 104775 h 115252"/>
                  <a:gd name="connsiteX107" fmla="*/ 12382 w 159067"/>
                  <a:gd name="connsiteY107" fmla="*/ 105727 h 115252"/>
                  <a:gd name="connsiteX108" fmla="*/ 15240 w 159067"/>
                  <a:gd name="connsiteY108" fmla="*/ 108585 h 115252"/>
                  <a:gd name="connsiteX109" fmla="*/ 17145 w 159067"/>
                  <a:gd name="connsiteY109" fmla="*/ 109538 h 115252"/>
                  <a:gd name="connsiteX110" fmla="*/ 19050 w 159067"/>
                  <a:gd name="connsiteY110" fmla="*/ 110490 h 115252"/>
                  <a:gd name="connsiteX111" fmla="*/ 20955 w 159067"/>
                  <a:gd name="connsiteY111" fmla="*/ 110490 h 115252"/>
                  <a:gd name="connsiteX112" fmla="*/ 22860 w 159067"/>
                  <a:gd name="connsiteY112" fmla="*/ 110490 h 115252"/>
                  <a:gd name="connsiteX113" fmla="*/ 24765 w 159067"/>
                  <a:gd name="connsiteY113" fmla="*/ 109538 h 115252"/>
                  <a:gd name="connsiteX114" fmla="*/ 26670 w 159067"/>
                  <a:gd name="connsiteY114" fmla="*/ 108585 h 115252"/>
                  <a:gd name="connsiteX115" fmla="*/ 29527 w 159067"/>
                  <a:gd name="connsiteY115" fmla="*/ 106680 h 115252"/>
                  <a:gd name="connsiteX116" fmla="*/ 33338 w 159067"/>
                  <a:gd name="connsiteY116" fmla="*/ 105727 h 115252"/>
                  <a:gd name="connsiteX117" fmla="*/ 38100 w 159067"/>
                  <a:gd name="connsiteY117" fmla="*/ 104775 h 115252"/>
                  <a:gd name="connsiteX118" fmla="*/ 42863 w 159067"/>
                  <a:gd name="connsiteY118" fmla="*/ 105727 h 115252"/>
                  <a:gd name="connsiteX119" fmla="*/ 46673 w 159067"/>
                  <a:gd name="connsiteY119" fmla="*/ 106680 h 115252"/>
                  <a:gd name="connsiteX120" fmla="*/ 49530 w 159067"/>
                  <a:gd name="connsiteY120" fmla="*/ 109538 h 115252"/>
                  <a:gd name="connsiteX121" fmla="*/ 51435 w 159067"/>
                  <a:gd name="connsiteY121" fmla="*/ 112395 h 115252"/>
                  <a:gd name="connsiteX122" fmla="*/ 54293 w 159067"/>
                  <a:gd name="connsiteY122" fmla="*/ 115252 h 115252"/>
                  <a:gd name="connsiteX123" fmla="*/ 56198 w 159067"/>
                  <a:gd name="connsiteY123" fmla="*/ 114300 h 115252"/>
                  <a:gd name="connsiteX124" fmla="*/ 55245 w 159067"/>
                  <a:gd name="connsiteY124" fmla="*/ 109538 h 115252"/>
                  <a:gd name="connsiteX125" fmla="*/ 55245 w 159067"/>
                  <a:gd name="connsiteY125" fmla="*/ 99060 h 115252"/>
                  <a:gd name="connsiteX126" fmla="*/ 54293 w 159067"/>
                  <a:gd name="connsiteY126" fmla="*/ 94298 h 115252"/>
                  <a:gd name="connsiteX127" fmla="*/ 52388 w 159067"/>
                  <a:gd name="connsiteY127" fmla="*/ 89535 h 115252"/>
                  <a:gd name="connsiteX128" fmla="*/ 52388 w 159067"/>
                  <a:gd name="connsiteY128" fmla="*/ 85725 h 115252"/>
                  <a:gd name="connsiteX129" fmla="*/ 53340 w 159067"/>
                  <a:gd name="connsiteY129" fmla="*/ 82868 h 115252"/>
                  <a:gd name="connsiteX130" fmla="*/ 56198 w 159067"/>
                  <a:gd name="connsiteY130" fmla="*/ 82868 h 115252"/>
                  <a:gd name="connsiteX131" fmla="*/ 66675 w 159067"/>
                  <a:gd name="connsiteY131" fmla="*/ 83820 h 115252"/>
                  <a:gd name="connsiteX132" fmla="*/ 87630 w 159067"/>
                  <a:gd name="connsiteY132" fmla="*/ 82868 h 115252"/>
                  <a:gd name="connsiteX133" fmla="*/ 94298 w 159067"/>
                  <a:gd name="connsiteY133" fmla="*/ 83820 h 115252"/>
                  <a:gd name="connsiteX134" fmla="*/ 97155 w 159067"/>
                  <a:gd name="connsiteY134" fmla="*/ 83820 h 115252"/>
                  <a:gd name="connsiteX135" fmla="*/ 98107 w 159067"/>
                  <a:gd name="connsiteY135" fmla="*/ 83820 h 115252"/>
                  <a:gd name="connsiteX136" fmla="*/ 99060 w 159067"/>
                  <a:gd name="connsiteY136" fmla="*/ 83820 h 115252"/>
                  <a:gd name="connsiteX137" fmla="*/ 103823 w 159067"/>
                  <a:gd name="connsiteY137" fmla="*/ 80963 h 115252"/>
                  <a:gd name="connsiteX138" fmla="*/ 104775 w 159067"/>
                  <a:gd name="connsiteY138" fmla="*/ 80963 h 115252"/>
                  <a:gd name="connsiteX139" fmla="*/ 106680 w 159067"/>
                  <a:gd name="connsiteY139" fmla="*/ 80010 h 115252"/>
                  <a:gd name="connsiteX140" fmla="*/ 109538 w 159067"/>
                  <a:gd name="connsiteY140" fmla="*/ 80963 h 115252"/>
                  <a:gd name="connsiteX141" fmla="*/ 120968 w 159067"/>
                  <a:gd name="connsiteY141" fmla="*/ 83820 h 115252"/>
                  <a:gd name="connsiteX142" fmla="*/ 121920 w 159067"/>
                  <a:gd name="connsiteY142" fmla="*/ 83820 h 115252"/>
                  <a:gd name="connsiteX143" fmla="*/ 128588 w 159067"/>
                  <a:gd name="connsiteY143" fmla="*/ 83820 h 115252"/>
                  <a:gd name="connsiteX144" fmla="*/ 129540 w 159067"/>
                  <a:gd name="connsiteY144" fmla="*/ 82868 h 115252"/>
                  <a:gd name="connsiteX145" fmla="*/ 131445 w 159067"/>
                  <a:gd name="connsiteY145" fmla="*/ 81915 h 115252"/>
                  <a:gd name="connsiteX146" fmla="*/ 132398 w 159067"/>
                  <a:gd name="connsiteY146" fmla="*/ 81915 h 115252"/>
                  <a:gd name="connsiteX147" fmla="*/ 132398 w 159067"/>
                  <a:gd name="connsiteY147" fmla="*/ 81915 h 115252"/>
                  <a:gd name="connsiteX148" fmla="*/ 132398 w 159067"/>
                  <a:gd name="connsiteY148" fmla="*/ 80963 h 115252"/>
                  <a:gd name="connsiteX149" fmla="*/ 133350 w 159067"/>
                  <a:gd name="connsiteY149" fmla="*/ 80010 h 115252"/>
                  <a:gd name="connsiteX150" fmla="*/ 137160 w 159067"/>
                  <a:gd name="connsiteY150" fmla="*/ 76200 h 115252"/>
                  <a:gd name="connsiteX151" fmla="*/ 138113 w 159067"/>
                  <a:gd name="connsiteY151" fmla="*/ 75248 h 115252"/>
                  <a:gd name="connsiteX152" fmla="*/ 140970 w 159067"/>
                  <a:gd name="connsiteY152" fmla="*/ 74295 h 115252"/>
                  <a:gd name="connsiteX153" fmla="*/ 144780 w 159067"/>
                  <a:gd name="connsiteY153" fmla="*/ 74295 h 115252"/>
                  <a:gd name="connsiteX154" fmla="*/ 147638 w 159067"/>
                  <a:gd name="connsiteY154" fmla="*/ 74295 h 115252"/>
                  <a:gd name="connsiteX155" fmla="*/ 151448 w 159067"/>
                  <a:gd name="connsiteY155" fmla="*/ 73343 h 115252"/>
                  <a:gd name="connsiteX156" fmla="*/ 154305 w 159067"/>
                  <a:gd name="connsiteY156" fmla="*/ 71438 h 115252"/>
                  <a:gd name="connsiteX157" fmla="*/ 157163 w 159067"/>
                  <a:gd name="connsiteY157" fmla="*/ 68580 h 115252"/>
                  <a:gd name="connsiteX158" fmla="*/ 159068 w 159067"/>
                  <a:gd name="connsiteY158" fmla="*/ 64770 h 115252"/>
                  <a:gd name="connsiteX159" fmla="*/ 156210 w 159067"/>
                  <a:gd name="connsiteY159" fmla="*/ 61913 h 11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9067" h="115252">
                    <a:moveTo>
                      <a:pt x="154305" y="60008"/>
                    </a:moveTo>
                    <a:lnTo>
                      <a:pt x="153352" y="57150"/>
                    </a:lnTo>
                    <a:lnTo>
                      <a:pt x="153352" y="54293"/>
                    </a:lnTo>
                    <a:lnTo>
                      <a:pt x="153352" y="53340"/>
                    </a:lnTo>
                    <a:lnTo>
                      <a:pt x="155258" y="53340"/>
                    </a:lnTo>
                    <a:lnTo>
                      <a:pt x="155258" y="52388"/>
                    </a:lnTo>
                    <a:lnTo>
                      <a:pt x="154305" y="50483"/>
                    </a:lnTo>
                    <a:lnTo>
                      <a:pt x="154305" y="49530"/>
                    </a:lnTo>
                    <a:lnTo>
                      <a:pt x="153352" y="48577"/>
                    </a:lnTo>
                    <a:lnTo>
                      <a:pt x="152400" y="48577"/>
                    </a:lnTo>
                    <a:lnTo>
                      <a:pt x="150495" y="47625"/>
                    </a:lnTo>
                    <a:lnTo>
                      <a:pt x="149543" y="48577"/>
                    </a:lnTo>
                    <a:lnTo>
                      <a:pt x="145733" y="49530"/>
                    </a:lnTo>
                    <a:lnTo>
                      <a:pt x="143827" y="49530"/>
                    </a:lnTo>
                    <a:lnTo>
                      <a:pt x="141923" y="49530"/>
                    </a:lnTo>
                    <a:lnTo>
                      <a:pt x="140018" y="48577"/>
                    </a:lnTo>
                    <a:lnTo>
                      <a:pt x="131445" y="40958"/>
                    </a:lnTo>
                    <a:lnTo>
                      <a:pt x="130493" y="39052"/>
                    </a:lnTo>
                    <a:lnTo>
                      <a:pt x="130493" y="34290"/>
                    </a:lnTo>
                    <a:lnTo>
                      <a:pt x="131445" y="35243"/>
                    </a:lnTo>
                    <a:lnTo>
                      <a:pt x="132398" y="35243"/>
                    </a:lnTo>
                    <a:lnTo>
                      <a:pt x="134302" y="35243"/>
                    </a:lnTo>
                    <a:lnTo>
                      <a:pt x="135255" y="34290"/>
                    </a:lnTo>
                    <a:lnTo>
                      <a:pt x="132398" y="33338"/>
                    </a:lnTo>
                    <a:lnTo>
                      <a:pt x="129540" y="30480"/>
                    </a:lnTo>
                    <a:lnTo>
                      <a:pt x="122873" y="26670"/>
                    </a:lnTo>
                    <a:lnTo>
                      <a:pt x="120968" y="24765"/>
                    </a:lnTo>
                    <a:lnTo>
                      <a:pt x="120015" y="22860"/>
                    </a:lnTo>
                    <a:lnTo>
                      <a:pt x="119063" y="20955"/>
                    </a:lnTo>
                    <a:lnTo>
                      <a:pt x="118110" y="17145"/>
                    </a:lnTo>
                    <a:lnTo>
                      <a:pt x="117157" y="16193"/>
                    </a:lnTo>
                    <a:lnTo>
                      <a:pt x="116205" y="14288"/>
                    </a:lnTo>
                    <a:lnTo>
                      <a:pt x="115252" y="13335"/>
                    </a:lnTo>
                    <a:lnTo>
                      <a:pt x="114300" y="10477"/>
                    </a:lnTo>
                    <a:lnTo>
                      <a:pt x="114300" y="7620"/>
                    </a:lnTo>
                    <a:lnTo>
                      <a:pt x="114300" y="5715"/>
                    </a:lnTo>
                    <a:lnTo>
                      <a:pt x="115252" y="2858"/>
                    </a:lnTo>
                    <a:lnTo>
                      <a:pt x="108585" y="953"/>
                    </a:lnTo>
                    <a:lnTo>
                      <a:pt x="102870" y="0"/>
                    </a:lnTo>
                    <a:lnTo>
                      <a:pt x="97155" y="0"/>
                    </a:lnTo>
                    <a:lnTo>
                      <a:pt x="91440" y="2858"/>
                    </a:lnTo>
                    <a:lnTo>
                      <a:pt x="88582" y="4763"/>
                    </a:lnTo>
                    <a:lnTo>
                      <a:pt x="75248" y="11430"/>
                    </a:lnTo>
                    <a:lnTo>
                      <a:pt x="74295" y="11430"/>
                    </a:lnTo>
                    <a:lnTo>
                      <a:pt x="73343" y="11430"/>
                    </a:lnTo>
                    <a:lnTo>
                      <a:pt x="72390" y="11430"/>
                    </a:lnTo>
                    <a:lnTo>
                      <a:pt x="71438" y="11430"/>
                    </a:lnTo>
                    <a:lnTo>
                      <a:pt x="70485" y="12383"/>
                    </a:lnTo>
                    <a:lnTo>
                      <a:pt x="70485" y="15240"/>
                    </a:lnTo>
                    <a:lnTo>
                      <a:pt x="69532" y="16193"/>
                    </a:lnTo>
                    <a:lnTo>
                      <a:pt x="67627" y="17145"/>
                    </a:lnTo>
                    <a:lnTo>
                      <a:pt x="61913" y="16193"/>
                    </a:lnTo>
                    <a:lnTo>
                      <a:pt x="59055" y="17145"/>
                    </a:lnTo>
                    <a:lnTo>
                      <a:pt x="57150" y="18098"/>
                    </a:lnTo>
                    <a:lnTo>
                      <a:pt x="55245" y="19050"/>
                    </a:lnTo>
                    <a:lnTo>
                      <a:pt x="54293" y="20955"/>
                    </a:lnTo>
                    <a:lnTo>
                      <a:pt x="53340" y="22860"/>
                    </a:lnTo>
                    <a:lnTo>
                      <a:pt x="52388" y="23813"/>
                    </a:lnTo>
                    <a:lnTo>
                      <a:pt x="52388" y="27623"/>
                    </a:lnTo>
                    <a:lnTo>
                      <a:pt x="52388" y="28575"/>
                    </a:lnTo>
                    <a:lnTo>
                      <a:pt x="49530" y="29527"/>
                    </a:lnTo>
                    <a:lnTo>
                      <a:pt x="47625" y="28575"/>
                    </a:lnTo>
                    <a:lnTo>
                      <a:pt x="46673" y="28575"/>
                    </a:lnTo>
                    <a:lnTo>
                      <a:pt x="44768" y="31433"/>
                    </a:lnTo>
                    <a:lnTo>
                      <a:pt x="43815" y="36195"/>
                    </a:lnTo>
                    <a:lnTo>
                      <a:pt x="41910" y="38100"/>
                    </a:lnTo>
                    <a:lnTo>
                      <a:pt x="39052" y="38100"/>
                    </a:lnTo>
                    <a:lnTo>
                      <a:pt x="35243" y="36195"/>
                    </a:lnTo>
                    <a:lnTo>
                      <a:pt x="32385" y="34290"/>
                    </a:lnTo>
                    <a:lnTo>
                      <a:pt x="28575" y="34290"/>
                    </a:lnTo>
                    <a:lnTo>
                      <a:pt x="25718" y="37148"/>
                    </a:lnTo>
                    <a:lnTo>
                      <a:pt x="24765" y="40005"/>
                    </a:lnTo>
                    <a:lnTo>
                      <a:pt x="24765" y="40958"/>
                    </a:lnTo>
                    <a:lnTo>
                      <a:pt x="24765" y="41910"/>
                    </a:lnTo>
                    <a:lnTo>
                      <a:pt x="25718" y="43815"/>
                    </a:lnTo>
                    <a:lnTo>
                      <a:pt x="24765" y="45720"/>
                    </a:lnTo>
                    <a:lnTo>
                      <a:pt x="24765" y="46673"/>
                    </a:lnTo>
                    <a:lnTo>
                      <a:pt x="22860" y="47625"/>
                    </a:lnTo>
                    <a:lnTo>
                      <a:pt x="20955" y="48577"/>
                    </a:lnTo>
                    <a:lnTo>
                      <a:pt x="21907" y="56198"/>
                    </a:lnTo>
                    <a:lnTo>
                      <a:pt x="16193" y="60008"/>
                    </a:lnTo>
                    <a:lnTo>
                      <a:pt x="8573" y="63818"/>
                    </a:lnTo>
                    <a:lnTo>
                      <a:pt x="3810" y="67627"/>
                    </a:lnTo>
                    <a:lnTo>
                      <a:pt x="3810" y="68580"/>
                    </a:lnTo>
                    <a:lnTo>
                      <a:pt x="4763" y="69533"/>
                    </a:lnTo>
                    <a:lnTo>
                      <a:pt x="4763" y="71438"/>
                    </a:lnTo>
                    <a:lnTo>
                      <a:pt x="5715" y="72390"/>
                    </a:lnTo>
                    <a:lnTo>
                      <a:pt x="5715" y="75248"/>
                    </a:lnTo>
                    <a:lnTo>
                      <a:pt x="4763" y="77152"/>
                    </a:lnTo>
                    <a:lnTo>
                      <a:pt x="2857" y="80963"/>
                    </a:lnTo>
                    <a:lnTo>
                      <a:pt x="1905" y="80963"/>
                    </a:lnTo>
                    <a:lnTo>
                      <a:pt x="952" y="81915"/>
                    </a:lnTo>
                    <a:lnTo>
                      <a:pt x="0" y="82868"/>
                    </a:lnTo>
                    <a:lnTo>
                      <a:pt x="0" y="83820"/>
                    </a:lnTo>
                    <a:lnTo>
                      <a:pt x="952" y="87630"/>
                    </a:lnTo>
                    <a:lnTo>
                      <a:pt x="952" y="89535"/>
                    </a:lnTo>
                    <a:lnTo>
                      <a:pt x="952" y="91440"/>
                    </a:lnTo>
                    <a:lnTo>
                      <a:pt x="0" y="93345"/>
                    </a:lnTo>
                    <a:lnTo>
                      <a:pt x="0" y="95250"/>
                    </a:lnTo>
                    <a:lnTo>
                      <a:pt x="1905" y="96202"/>
                    </a:lnTo>
                    <a:lnTo>
                      <a:pt x="3810" y="97155"/>
                    </a:lnTo>
                    <a:lnTo>
                      <a:pt x="5715" y="98108"/>
                    </a:lnTo>
                    <a:lnTo>
                      <a:pt x="8573" y="99060"/>
                    </a:lnTo>
                    <a:lnTo>
                      <a:pt x="8573" y="100013"/>
                    </a:lnTo>
                    <a:lnTo>
                      <a:pt x="9525" y="102870"/>
                    </a:lnTo>
                    <a:lnTo>
                      <a:pt x="10477" y="103823"/>
                    </a:lnTo>
                    <a:lnTo>
                      <a:pt x="11430" y="104775"/>
                    </a:lnTo>
                    <a:lnTo>
                      <a:pt x="12382" y="105727"/>
                    </a:lnTo>
                    <a:lnTo>
                      <a:pt x="15240" y="108585"/>
                    </a:lnTo>
                    <a:lnTo>
                      <a:pt x="17145" y="109538"/>
                    </a:lnTo>
                    <a:lnTo>
                      <a:pt x="19050" y="110490"/>
                    </a:lnTo>
                    <a:lnTo>
                      <a:pt x="20955" y="110490"/>
                    </a:lnTo>
                    <a:lnTo>
                      <a:pt x="22860" y="110490"/>
                    </a:lnTo>
                    <a:lnTo>
                      <a:pt x="24765" y="109538"/>
                    </a:lnTo>
                    <a:lnTo>
                      <a:pt x="26670" y="108585"/>
                    </a:lnTo>
                    <a:lnTo>
                      <a:pt x="29527" y="106680"/>
                    </a:lnTo>
                    <a:lnTo>
                      <a:pt x="33338" y="105727"/>
                    </a:lnTo>
                    <a:lnTo>
                      <a:pt x="38100" y="104775"/>
                    </a:lnTo>
                    <a:lnTo>
                      <a:pt x="42863" y="105727"/>
                    </a:lnTo>
                    <a:lnTo>
                      <a:pt x="46673" y="106680"/>
                    </a:lnTo>
                    <a:lnTo>
                      <a:pt x="49530" y="109538"/>
                    </a:lnTo>
                    <a:lnTo>
                      <a:pt x="51435" y="112395"/>
                    </a:lnTo>
                    <a:lnTo>
                      <a:pt x="54293" y="115252"/>
                    </a:lnTo>
                    <a:lnTo>
                      <a:pt x="56198" y="114300"/>
                    </a:lnTo>
                    <a:lnTo>
                      <a:pt x="55245" y="109538"/>
                    </a:lnTo>
                    <a:lnTo>
                      <a:pt x="55245" y="99060"/>
                    </a:lnTo>
                    <a:lnTo>
                      <a:pt x="54293" y="94298"/>
                    </a:lnTo>
                    <a:lnTo>
                      <a:pt x="52388" y="89535"/>
                    </a:lnTo>
                    <a:lnTo>
                      <a:pt x="52388" y="85725"/>
                    </a:lnTo>
                    <a:lnTo>
                      <a:pt x="53340" y="82868"/>
                    </a:lnTo>
                    <a:lnTo>
                      <a:pt x="56198" y="82868"/>
                    </a:lnTo>
                    <a:lnTo>
                      <a:pt x="66675" y="83820"/>
                    </a:lnTo>
                    <a:lnTo>
                      <a:pt x="87630" y="82868"/>
                    </a:lnTo>
                    <a:lnTo>
                      <a:pt x="94298" y="83820"/>
                    </a:lnTo>
                    <a:lnTo>
                      <a:pt x="97155" y="83820"/>
                    </a:lnTo>
                    <a:lnTo>
                      <a:pt x="98107" y="83820"/>
                    </a:lnTo>
                    <a:lnTo>
                      <a:pt x="99060" y="83820"/>
                    </a:lnTo>
                    <a:lnTo>
                      <a:pt x="103823" y="80963"/>
                    </a:lnTo>
                    <a:lnTo>
                      <a:pt x="104775" y="80963"/>
                    </a:lnTo>
                    <a:lnTo>
                      <a:pt x="106680" y="80010"/>
                    </a:lnTo>
                    <a:lnTo>
                      <a:pt x="109538" y="80963"/>
                    </a:lnTo>
                    <a:lnTo>
                      <a:pt x="120968" y="83820"/>
                    </a:lnTo>
                    <a:lnTo>
                      <a:pt x="121920" y="83820"/>
                    </a:lnTo>
                    <a:lnTo>
                      <a:pt x="128588" y="83820"/>
                    </a:lnTo>
                    <a:lnTo>
                      <a:pt x="129540" y="82868"/>
                    </a:lnTo>
                    <a:lnTo>
                      <a:pt x="131445" y="81915"/>
                    </a:lnTo>
                    <a:lnTo>
                      <a:pt x="132398" y="81915"/>
                    </a:lnTo>
                    <a:lnTo>
                      <a:pt x="132398" y="81915"/>
                    </a:lnTo>
                    <a:lnTo>
                      <a:pt x="132398" y="80963"/>
                    </a:lnTo>
                    <a:lnTo>
                      <a:pt x="133350" y="80010"/>
                    </a:lnTo>
                    <a:lnTo>
                      <a:pt x="137160" y="76200"/>
                    </a:lnTo>
                    <a:lnTo>
                      <a:pt x="138113" y="75248"/>
                    </a:lnTo>
                    <a:lnTo>
                      <a:pt x="140970" y="74295"/>
                    </a:lnTo>
                    <a:lnTo>
                      <a:pt x="144780" y="74295"/>
                    </a:lnTo>
                    <a:lnTo>
                      <a:pt x="147638" y="74295"/>
                    </a:lnTo>
                    <a:lnTo>
                      <a:pt x="151448" y="73343"/>
                    </a:lnTo>
                    <a:lnTo>
                      <a:pt x="154305" y="71438"/>
                    </a:lnTo>
                    <a:lnTo>
                      <a:pt x="157163" y="68580"/>
                    </a:lnTo>
                    <a:lnTo>
                      <a:pt x="159068" y="64770"/>
                    </a:lnTo>
                    <a:lnTo>
                      <a:pt x="156210" y="6191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16" name="Freeform: Shape 96">
                <a:extLst>
                  <a:ext uri="{FF2B5EF4-FFF2-40B4-BE49-F238E27FC236}">
                    <a16:creationId xmlns:a16="http://schemas.microsoft.com/office/drawing/2014/main" id="{08691542-901B-362E-0760-C82425842FE7}"/>
                  </a:ext>
                </a:extLst>
              </p:cNvPr>
              <p:cNvSpPr/>
              <p:nvPr/>
            </p:nvSpPr>
            <p:spPr>
              <a:xfrm>
                <a:off x="6517536" y="4209776"/>
                <a:ext cx="120181" cy="134589"/>
              </a:xfrm>
              <a:custGeom>
                <a:avLst/>
                <a:gdLst>
                  <a:gd name="connsiteX0" fmla="*/ 79058 w 108585"/>
                  <a:gd name="connsiteY0" fmla="*/ 8572 h 113347"/>
                  <a:gd name="connsiteX1" fmla="*/ 79058 w 108585"/>
                  <a:gd name="connsiteY1" fmla="*/ 8572 h 113347"/>
                  <a:gd name="connsiteX2" fmla="*/ 78105 w 108585"/>
                  <a:gd name="connsiteY2" fmla="*/ 9525 h 113347"/>
                  <a:gd name="connsiteX3" fmla="*/ 77152 w 108585"/>
                  <a:gd name="connsiteY3" fmla="*/ 9525 h 113347"/>
                  <a:gd name="connsiteX4" fmla="*/ 76200 w 108585"/>
                  <a:gd name="connsiteY4" fmla="*/ 9525 h 113347"/>
                  <a:gd name="connsiteX5" fmla="*/ 75248 w 108585"/>
                  <a:gd name="connsiteY5" fmla="*/ 9525 h 113347"/>
                  <a:gd name="connsiteX6" fmla="*/ 73343 w 108585"/>
                  <a:gd name="connsiteY6" fmla="*/ 9525 h 113347"/>
                  <a:gd name="connsiteX7" fmla="*/ 71438 w 108585"/>
                  <a:gd name="connsiteY7" fmla="*/ 8572 h 113347"/>
                  <a:gd name="connsiteX8" fmla="*/ 70485 w 108585"/>
                  <a:gd name="connsiteY8" fmla="*/ 8572 h 113347"/>
                  <a:gd name="connsiteX9" fmla="*/ 69533 w 108585"/>
                  <a:gd name="connsiteY9" fmla="*/ 7620 h 113347"/>
                  <a:gd name="connsiteX10" fmla="*/ 68580 w 108585"/>
                  <a:gd name="connsiteY10" fmla="*/ 6667 h 113347"/>
                  <a:gd name="connsiteX11" fmla="*/ 66675 w 108585"/>
                  <a:gd name="connsiteY11" fmla="*/ 7620 h 113347"/>
                  <a:gd name="connsiteX12" fmla="*/ 63818 w 108585"/>
                  <a:gd name="connsiteY12" fmla="*/ 8572 h 113347"/>
                  <a:gd name="connsiteX13" fmla="*/ 57150 w 108585"/>
                  <a:gd name="connsiteY13" fmla="*/ 9525 h 113347"/>
                  <a:gd name="connsiteX14" fmla="*/ 55245 w 108585"/>
                  <a:gd name="connsiteY14" fmla="*/ 10477 h 113347"/>
                  <a:gd name="connsiteX15" fmla="*/ 52388 w 108585"/>
                  <a:gd name="connsiteY15" fmla="*/ 12382 h 113347"/>
                  <a:gd name="connsiteX16" fmla="*/ 52388 w 108585"/>
                  <a:gd name="connsiteY16" fmla="*/ 12382 h 113347"/>
                  <a:gd name="connsiteX17" fmla="*/ 51435 w 108585"/>
                  <a:gd name="connsiteY17" fmla="*/ 13335 h 113347"/>
                  <a:gd name="connsiteX18" fmla="*/ 51435 w 108585"/>
                  <a:gd name="connsiteY18" fmla="*/ 13335 h 113347"/>
                  <a:gd name="connsiteX19" fmla="*/ 51435 w 108585"/>
                  <a:gd name="connsiteY19" fmla="*/ 14288 h 113347"/>
                  <a:gd name="connsiteX20" fmla="*/ 50483 w 108585"/>
                  <a:gd name="connsiteY20" fmla="*/ 14288 h 113347"/>
                  <a:gd name="connsiteX21" fmla="*/ 50483 w 108585"/>
                  <a:gd name="connsiteY21" fmla="*/ 13335 h 113347"/>
                  <a:gd name="connsiteX22" fmla="*/ 49530 w 108585"/>
                  <a:gd name="connsiteY22" fmla="*/ 13335 h 113347"/>
                  <a:gd name="connsiteX23" fmla="*/ 49530 w 108585"/>
                  <a:gd name="connsiteY23" fmla="*/ 13335 h 113347"/>
                  <a:gd name="connsiteX24" fmla="*/ 48577 w 108585"/>
                  <a:gd name="connsiteY24" fmla="*/ 13335 h 113347"/>
                  <a:gd name="connsiteX25" fmla="*/ 47625 w 108585"/>
                  <a:gd name="connsiteY25" fmla="*/ 12382 h 113347"/>
                  <a:gd name="connsiteX26" fmla="*/ 46673 w 108585"/>
                  <a:gd name="connsiteY26" fmla="*/ 12382 h 113347"/>
                  <a:gd name="connsiteX27" fmla="*/ 46673 w 108585"/>
                  <a:gd name="connsiteY27" fmla="*/ 11430 h 113347"/>
                  <a:gd name="connsiteX28" fmla="*/ 46673 w 108585"/>
                  <a:gd name="connsiteY28" fmla="*/ 10477 h 113347"/>
                  <a:gd name="connsiteX29" fmla="*/ 45720 w 108585"/>
                  <a:gd name="connsiteY29" fmla="*/ 10477 h 113347"/>
                  <a:gd name="connsiteX30" fmla="*/ 45720 w 108585"/>
                  <a:gd name="connsiteY30" fmla="*/ 9525 h 113347"/>
                  <a:gd name="connsiteX31" fmla="*/ 44768 w 108585"/>
                  <a:gd name="connsiteY31" fmla="*/ 8572 h 113347"/>
                  <a:gd name="connsiteX32" fmla="*/ 43815 w 108585"/>
                  <a:gd name="connsiteY32" fmla="*/ 8572 h 113347"/>
                  <a:gd name="connsiteX33" fmla="*/ 41910 w 108585"/>
                  <a:gd name="connsiteY33" fmla="*/ 9525 h 113347"/>
                  <a:gd name="connsiteX34" fmla="*/ 40958 w 108585"/>
                  <a:gd name="connsiteY34" fmla="*/ 10477 h 113347"/>
                  <a:gd name="connsiteX35" fmla="*/ 39052 w 108585"/>
                  <a:gd name="connsiteY35" fmla="*/ 10477 h 113347"/>
                  <a:gd name="connsiteX36" fmla="*/ 38100 w 108585"/>
                  <a:gd name="connsiteY36" fmla="*/ 10477 h 113347"/>
                  <a:gd name="connsiteX37" fmla="*/ 38100 w 108585"/>
                  <a:gd name="connsiteY37" fmla="*/ 10477 h 113347"/>
                  <a:gd name="connsiteX38" fmla="*/ 37148 w 108585"/>
                  <a:gd name="connsiteY38" fmla="*/ 10477 h 113347"/>
                  <a:gd name="connsiteX39" fmla="*/ 36195 w 108585"/>
                  <a:gd name="connsiteY39" fmla="*/ 10477 h 113347"/>
                  <a:gd name="connsiteX40" fmla="*/ 35243 w 108585"/>
                  <a:gd name="connsiteY40" fmla="*/ 9525 h 113347"/>
                  <a:gd name="connsiteX41" fmla="*/ 33338 w 108585"/>
                  <a:gd name="connsiteY41" fmla="*/ 8572 h 113347"/>
                  <a:gd name="connsiteX42" fmla="*/ 32385 w 108585"/>
                  <a:gd name="connsiteY42" fmla="*/ 8572 h 113347"/>
                  <a:gd name="connsiteX43" fmla="*/ 31433 w 108585"/>
                  <a:gd name="connsiteY43" fmla="*/ 8572 h 113347"/>
                  <a:gd name="connsiteX44" fmla="*/ 26670 w 108585"/>
                  <a:gd name="connsiteY44" fmla="*/ 11430 h 113347"/>
                  <a:gd name="connsiteX45" fmla="*/ 26670 w 108585"/>
                  <a:gd name="connsiteY45" fmla="*/ 12382 h 113347"/>
                  <a:gd name="connsiteX46" fmla="*/ 25718 w 108585"/>
                  <a:gd name="connsiteY46" fmla="*/ 13335 h 113347"/>
                  <a:gd name="connsiteX47" fmla="*/ 24765 w 108585"/>
                  <a:gd name="connsiteY47" fmla="*/ 14288 h 113347"/>
                  <a:gd name="connsiteX48" fmla="*/ 25718 w 108585"/>
                  <a:gd name="connsiteY48" fmla="*/ 16192 h 113347"/>
                  <a:gd name="connsiteX49" fmla="*/ 23813 w 108585"/>
                  <a:gd name="connsiteY49" fmla="*/ 24765 h 113347"/>
                  <a:gd name="connsiteX50" fmla="*/ 23813 w 108585"/>
                  <a:gd name="connsiteY50" fmla="*/ 24765 h 113347"/>
                  <a:gd name="connsiteX51" fmla="*/ 24765 w 108585"/>
                  <a:gd name="connsiteY51" fmla="*/ 26670 h 113347"/>
                  <a:gd name="connsiteX52" fmla="*/ 24765 w 108585"/>
                  <a:gd name="connsiteY52" fmla="*/ 27622 h 113347"/>
                  <a:gd name="connsiteX53" fmla="*/ 24765 w 108585"/>
                  <a:gd name="connsiteY53" fmla="*/ 29527 h 113347"/>
                  <a:gd name="connsiteX54" fmla="*/ 23813 w 108585"/>
                  <a:gd name="connsiteY54" fmla="*/ 31432 h 113347"/>
                  <a:gd name="connsiteX55" fmla="*/ 22860 w 108585"/>
                  <a:gd name="connsiteY55" fmla="*/ 33338 h 113347"/>
                  <a:gd name="connsiteX56" fmla="*/ 22860 w 108585"/>
                  <a:gd name="connsiteY56" fmla="*/ 35242 h 113347"/>
                  <a:gd name="connsiteX57" fmla="*/ 23813 w 108585"/>
                  <a:gd name="connsiteY57" fmla="*/ 36195 h 113347"/>
                  <a:gd name="connsiteX58" fmla="*/ 28575 w 108585"/>
                  <a:gd name="connsiteY58" fmla="*/ 38100 h 113347"/>
                  <a:gd name="connsiteX59" fmla="*/ 30480 w 108585"/>
                  <a:gd name="connsiteY59" fmla="*/ 39052 h 113347"/>
                  <a:gd name="connsiteX60" fmla="*/ 32385 w 108585"/>
                  <a:gd name="connsiteY60" fmla="*/ 40005 h 113347"/>
                  <a:gd name="connsiteX61" fmla="*/ 33338 w 108585"/>
                  <a:gd name="connsiteY61" fmla="*/ 40957 h 113347"/>
                  <a:gd name="connsiteX62" fmla="*/ 33338 w 108585"/>
                  <a:gd name="connsiteY62" fmla="*/ 42863 h 113347"/>
                  <a:gd name="connsiteX63" fmla="*/ 32385 w 108585"/>
                  <a:gd name="connsiteY63" fmla="*/ 44767 h 113347"/>
                  <a:gd name="connsiteX64" fmla="*/ 29527 w 108585"/>
                  <a:gd name="connsiteY64" fmla="*/ 50482 h 113347"/>
                  <a:gd name="connsiteX65" fmla="*/ 7620 w 108585"/>
                  <a:gd name="connsiteY65" fmla="*/ 67627 h 113347"/>
                  <a:gd name="connsiteX66" fmla="*/ 6668 w 108585"/>
                  <a:gd name="connsiteY66" fmla="*/ 68580 h 113347"/>
                  <a:gd name="connsiteX67" fmla="*/ 6668 w 108585"/>
                  <a:gd name="connsiteY67" fmla="*/ 70485 h 113347"/>
                  <a:gd name="connsiteX68" fmla="*/ 6668 w 108585"/>
                  <a:gd name="connsiteY68" fmla="*/ 74295 h 113347"/>
                  <a:gd name="connsiteX69" fmla="*/ 6668 w 108585"/>
                  <a:gd name="connsiteY69" fmla="*/ 75247 h 113347"/>
                  <a:gd name="connsiteX70" fmla="*/ 5715 w 108585"/>
                  <a:gd name="connsiteY70" fmla="*/ 78105 h 113347"/>
                  <a:gd name="connsiteX71" fmla="*/ 2858 w 108585"/>
                  <a:gd name="connsiteY71" fmla="*/ 83820 h 113347"/>
                  <a:gd name="connsiteX72" fmla="*/ 1905 w 108585"/>
                  <a:gd name="connsiteY72" fmla="*/ 86677 h 113347"/>
                  <a:gd name="connsiteX73" fmla="*/ 0 w 108585"/>
                  <a:gd name="connsiteY73" fmla="*/ 99060 h 113347"/>
                  <a:gd name="connsiteX74" fmla="*/ 0 w 108585"/>
                  <a:gd name="connsiteY74" fmla="*/ 112395 h 113347"/>
                  <a:gd name="connsiteX75" fmla="*/ 1905 w 108585"/>
                  <a:gd name="connsiteY75" fmla="*/ 112395 h 113347"/>
                  <a:gd name="connsiteX76" fmla="*/ 2858 w 108585"/>
                  <a:gd name="connsiteY76" fmla="*/ 112395 h 113347"/>
                  <a:gd name="connsiteX77" fmla="*/ 3810 w 108585"/>
                  <a:gd name="connsiteY77" fmla="*/ 112395 h 113347"/>
                  <a:gd name="connsiteX78" fmla="*/ 4763 w 108585"/>
                  <a:gd name="connsiteY78" fmla="*/ 112395 h 113347"/>
                  <a:gd name="connsiteX79" fmla="*/ 4763 w 108585"/>
                  <a:gd name="connsiteY79" fmla="*/ 113347 h 113347"/>
                  <a:gd name="connsiteX80" fmla="*/ 5715 w 108585"/>
                  <a:gd name="connsiteY80" fmla="*/ 113347 h 113347"/>
                  <a:gd name="connsiteX81" fmla="*/ 6668 w 108585"/>
                  <a:gd name="connsiteY81" fmla="*/ 113347 h 113347"/>
                  <a:gd name="connsiteX82" fmla="*/ 7620 w 108585"/>
                  <a:gd name="connsiteY82" fmla="*/ 113347 h 113347"/>
                  <a:gd name="connsiteX83" fmla="*/ 8573 w 108585"/>
                  <a:gd name="connsiteY83" fmla="*/ 113347 h 113347"/>
                  <a:gd name="connsiteX84" fmla="*/ 10477 w 108585"/>
                  <a:gd name="connsiteY84" fmla="*/ 112395 h 113347"/>
                  <a:gd name="connsiteX85" fmla="*/ 12383 w 108585"/>
                  <a:gd name="connsiteY85" fmla="*/ 110490 h 113347"/>
                  <a:gd name="connsiteX86" fmla="*/ 13335 w 108585"/>
                  <a:gd name="connsiteY86" fmla="*/ 108585 h 113347"/>
                  <a:gd name="connsiteX87" fmla="*/ 16193 w 108585"/>
                  <a:gd name="connsiteY87" fmla="*/ 106680 h 113347"/>
                  <a:gd name="connsiteX88" fmla="*/ 18098 w 108585"/>
                  <a:gd name="connsiteY88" fmla="*/ 106680 h 113347"/>
                  <a:gd name="connsiteX89" fmla="*/ 20955 w 108585"/>
                  <a:gd name="connsiteY89" fmla="*/ 106680 h 113347"/>
                  <a:gd name="connsiteX90" fmla="*/ 27623 w 108585"/>
                  <a:gd name="connsiteY90" fmla="*/ 105727 h 113347"/>
                  <a:gd name="connsiteX91" fmla="*/ 30480 w 108585"/>
                  <a:gd name="connsiteY91" fmla="*/ 104775 h 113347"/>
                  <a:gd name="connsiteX92" fmla="*/ 86677 w 108585"/>
                  <a:gd name="connsiteY92" fmla="*/ 104775 h 113347"/>
                  <a:gd name="connsiteX93" fmla="*/ 86677 w 108585"/>
                  <a:gd name="connsiteY93" fmla="*/ 98107 h 113347"/>
                  <a:gd name="connsiteX94" fmla="*/ 86677 w 108585"/>
                  <a:gd name="connsiteY94" fmla="*/ 90488 h 113347"/>
                  <a:gd name="connsiteX95" fmla="*/ 87630 w 108585"/>
                  <a:gd name="connsiteY95" fmla="*/ 83820 h 113347"/>
                  <a:gd name="connsiteX96" fmla="*/ 90488 w 108585"/>
                  <a:gd name="connsiteY96" fmla="*/ 77152 h 113347"/>
                  <a:gd name="connsiteX97" fmla="*/ 91440 w 108585"/>
                  <a:gd name="connsiteY97" fmla="*/ 74295 h 113347"/>
                  <a:gd name="connsiteX98" fmla="*/ 97155 w 108585"/>
                  <a:gd name="connsiteY98" fmla="*/ 67627 h 113347"/>
                  <a:gd name="connsiteX99" fmla="*/ 98108 w 108585"/>
                  <a:gd name="connsiteY99" fmla="*/ 64770 h 113347"/>
                  <a:gd name="connsiteX100" fmla="*/ 99060 w 108585"/>
                  <a:gd name="connsiteY100" fmla="*/ 62865 h 113347"/>
                  <a:gd name="connsiteX101" fmla="*/ 100013 w 108585"/>
                  <a:gd name="connsiteY101" fmla="*/ 61913 h 113347"/>
                  <a:gd name="connsiteX102" fmla="*/ 100965 w 108585"/>
                  <a:gd name="connsiteY102" fmla="*/ 60960 h 113347"/>
                  <a:gd name="connsiteX103" fmla="*/ 103823 w 108585"/>
                  <a:gd name="connsiteY103" fmla="*/ 60960 h 113347"/>
                  <a:gd name="connsiteX104" fmla="*/ 104775 w 108585"/>
                  <a:gd name="connsiteY104" fmla="*/ 60007 h 113347"/>
                  <a:gd name="connsiteX105" fmla="*/ 104775 w 108585"/>
                  <a:gd name="connsiteY105" fmla="*/ 59055 h 113347"/>
                  <a:gd name="connsiteX106" fmla="*/ 104775 w 108585"/>
                  <a:gd name="connsiteY106" fmla="*/ 57150 h 113347"/>
                  <a:gd name="connsiteX107" fmla="*/ 104775 w 108585"/>
                  <a:gd name="connsiteY107" fmla="*/ 56197 h 113347"/>
                  <a:gd name="connsiteX108" fmla="*/ 105727 w 108585"/>
                  <a:gd name="connsiteY108" fmla="*/ 55245 h 113347"/>
                  <a:gd name="connsiteX109" fmla="*/ 107633 w 108585"/>
                  <a:gd name="connsiteY109" fmla="*/ 53340 h 113347"/>
                  <a:gd name="connsiteX110" fmla="*/ 107633 w 108585"/>
                  <a:gd name="connsiteY110" fmla="*/ 52388 h 113347"/>
                  <a:gd name="connsiteX111" fmla="*/ 108585 w 108585"/>
                  <a:gd name="connsiteY111" fmla="*/ 49530 h 113347"/>
                  <a:gd name="connsiteX112" fmla="*/ 108585 w 108585"/>
                  <a:gd name="connsiteY112" fmla="*/ 46672 h 113347"/>
                  <a:gd name="connsiteX113" fmla="*/ 106680 w 108585"/>
                  <a:gd name="connsiteY113" fmla="*/ 35242 h 113347"/>
                  <a:gd name="connsiteX114" fmla="*/ 105727 w 108585"/>
                  <a:gd name="connsiteY114" fmla="*/ 33338 h 113347"/>
                  <a:gd name="connsiteX115" fmla="*/ 104775 w 108585"/>
                  <a:gd name="connsiteY115" fmla="*/ 30480 h 113347"/>
                  <a:gd name="connsiteX116" fmla="*/ 99060 w 108585"/>
                  <a:gd name="connsiteY116" fmla="*/ 23813 h 113347"/>
                  <a:gd name="connsiteX117" fmla="*/ 97155 w 108585"/>
                  <a:gd name="connsiteY117" fmla="*/ 20955 h 113347"/>
                  <a:gd name="connsiteX118" fmla="*/ 97155 w 108585"/>
                  <a:gd name="connsiteY118" fmla="*/ 18097 h 113347"/>
                  <a:gd name="connsiteX119" fmla="*/ 97155 w 108585"/>
                  <a:gd name="connsiteY119" fmla="*/ 12382 h 113347"/>
                  <a:gd name="connsiteX120" fmla="*/ 96202 w 108585"/>
                  <a:gd name="connsiteY120" fmla="*/ 10477 h 113347"/>
                  <a:gd name="connsiteX121" fmla="*/ 95250 w 108585"/>
                  <a:gd name="connsiteY121" fmla="*/ 9525 h 113347"/>
                  <a:gd name="connsiteX122" fmla="*/ 93345 w 108585"/>
                  <a:gd name="connsiteY122" fmla="*/ 9525 h 113347"/>
                  <a:gd name="connsiteX123" fmla="*/ 93345 w 108585"/>
                  <a:gd name="connsiteY123" fmla="*/ 8572 h 113347"/>
                  <a:gd name="connsiteX124" fmla="*/ 92393 w 108585"/>
                  <a:gd name="connsiteY124" fmla="*/ 8572 h 113347"/>
                  <a:gd name="connsiteX125" fmla="*/ 92393 w 108585"/>
                  <a:gd name="connsiteY125" fmla="*/ 7620 h 113347"/>
                  <a:gd name="connsiteX126" fmla="*/ 92393 w 108585"/>
                  <a:gd name="connsiteY126" fmla="*/ 7620 h 113347"/>
                  <a:gd name="connsiteX127" fmla="*/ 92393 w 108585"/>
                  <a:gd name="connsiteY127" fmla="*/ 6667 h 113347"/>
                  <a:gd name="connsiteX128" fmla="*/ 90488 w 108585"/>
                  <a:gd name="connsiteY128" fmla="*/ 3810 h 113347"/>
                  <a:gd name="connsiteX129" fmla="*/ 87630 w 108585"/>
                  <a:gd name="connsiteY129" fmla="*/ 0 h 113347"/>
                  <a:gd name="connsiteX130" fmla="*/ 83820 w 108585"/>
                  <a:gd name="connsiteY130" fmla="*/ 4763 h 113347"/>
                  <a:gd name="connsiteX131" fmla="*/ 79058 w 108585"/>
                  <a:gd name="connsiteY131" fmla="*/ 8572 h 113347"/>
                  <a:gd name="connsiteX132" fmla="*/ 79058 w 108585"/>
                  <a:gd name="connsiteY132" fmla="*/ 8572 h 1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8585" h="113347">
                    <a:moveTo>
                      <a:pt x="79058" y="8572"/>
                    </a:moveTo>
                    <a:lnTo>
                      <a:pt x="79058" y="8572"/>
                    </a:lnTo>
                    <a:lnTo>
                      <a:pt x="78105" y="9525"/>
                    </a:lnTo>
                    <a:lnTo>
                      <a:pt x="77152" y="9525"/>
                    </a:lnTo>
                    <a:lnTo>
                      <a:pt x="76200" y="9525"/>
                    </a:lnTo>
                    <a:lnTo>
                      <a:pt x="75248" y="9525"/>
                    </a:lnTo>
                    <a:lnTo>
                      <a:pt x="73343" y="9525"/>
                    </a:lnTo>
                    <a:lnTo>
                      <a:pt x="71438" y="8572"/>
                    </a:lnTo>
                    <a:lnTo>
                      <a:pt x="70485" y="8572"/>
                    </a:lnTo>
                    <a:lnTo>
                      <a:pt x="69533" y="7620"/>
                    </a:lnTo>
                    <a:lnTo>
                      <a:pt x="68580" y="6667"/>
                    </a:lnTo>
                    <a:lnTo>
                      <a:pt x="66675" y="7620"/>
                    </a:lnTo>
                    <a:lnTo>
                      <a:pt x="63818" y="8572"/>
                    </a:lnTo>
                    <a:lnTo>
                      <a:pt x="57150" y="9525"/>
                    </a:lnTo>
                    <a:lnTo>
                      <a:pt x="55245" y="10477"/>
                    </a:lnTo>
                    <a:lnTo>
                      <a:pt x="52388" y="12382"/>
                    </a:lnTo>
                    <a:lnTo>
                      <a:pt x="52388" y="12382"/>
                    </a:lnTo>
                    <a:lnTo>
                      <a:pt x="51435" y="13335"/>
                    </a:lnTo>
                    <a:lnTo>
                      <a:pt x="51435" y="13335"/>
                    </a:lnTo>
                    <a:lnTo>
                      <a:pt x="51435" y="14288"/>
                    </a:lnTo>
                    <a:lnTo>
                      <a:pt x="50483" y="14288"/>
                    </a:lnTo>
                    <a:lnTo>
                      <a:pt x="50483" y="13335"/>
                    </a:lnTo>
                    <a:lnTo>
                      <a:pt x="49530" y="13335"/>
                    </a:lnTo>
                    <a:lnTo>
                      <a:pt x="49530" y="13335"/>
                    </a:lnTo>
                    <a:lnTo>
                      <a:pt x="48577" y="13335"/>
                    </a:lnTo>
                    <a:lnTo>
                      <a:pt x="47625" y="12382"/>
                    </a:lnTo>
                    <a:lnTo>
                      <a:pt x="46673" y="12382"/>
                    </a:lnTo>
                    <a:lnTo>
                      <a:pt x="46673" y="11430"/>
                    </a:lnTo>
                    <a:lnTo>
                      <a:pt x="46673" y="10477"/>
                    </a:lnTo>
                    <a:lnTo>
                      <a:pt x="45720" y="10477"/>
                    </a:lnTo>
                    <a:lnTo>
                      <a:pt x="45720" y="9525"/>
                    </a:lnTo>
                    <a:lnTo>
                      <a:pt x="44768" y="8572"/>
                    </a:lnTo>
                    <a:lnTo>
                      <a:pt x="43815" y="8572"/>
                    </a:lnTo>
                    <a:lnTo>
                      <a:pt x="41910" y="9525"/>
                    </a:lnTo>
                    <a:lnTo>
                      <a:pt x="40958" y="10477"/>
                    </a:lnTo>
                    <a:lnTo>
                      <a:pt x="39052" y="10477"/>
                    </a:lnTo>
                    <a:lnTo>
                      <a:pt x="38100" y="10477"/>
                    </a:lnTo>
                    <a:lnTo>
                      <a:pt x="38100" y="10477"/>
                    </a:lnTo>
                    <a:lnTo>
                      <a:pt x="37148" y="10477"/>
                    </a:lnTo>
                    <a:lnTo>
                      <a:pt x="36195" y="10477"/>
                    </a:lnTo>
                    <a:lnTo>
                      <a:pt x="35243" y="9525"/>
                    </a:lnTo>
                    <a:lnTo>
                      <a:pt x="33338" y="8572"/>
                    </a:lnTo>
                    <a:lnTo>
                      <a:pt x="32385" y="8572"/>
                    </a:lnTo>
                    <a:lnTo>
                      <a:pt x="31433" y="8572"/>
                    </a:lnTo>
                    <a:lnTo>
                      <a:pt x="26670" y="11430"/>
                    </a:lnTo>
                    <a:lnTo>
                      <a:pt x="26670" y="12382"/>
                    </a:lnTo>
                    <a:lnTo>
                      <a:pt x="25718" y="13335"/>
                    </a:lnTo>
                    <a:lnTo>
                      <a:pt x="24765" y="14288"/>
                    </a:lnTo>
                    <a:lnTo>
                      <a:pt x="25718" y="16192"/>
                    </a:lnTo>
                    <a:lnTo>
                      <a:pt x="23813" y="24765"/>
                    </a:lnTo>
                    <a:lnTo>
                      <a:pt x="23813" y="24765"/>
                    </a:lnTo>
                    <a:lnTo>
                      <a:pt x="24765" y="26670"/>
                    </a:lnTo>
                    <a:lnTo>
                      <a:pt x="24765" y="27622"/>
                    </a:lnTo>
                    <a:lnTo>
                      <a:pt x="24765" y="29527"/>
                    </a:lnTo>
                    <a:lnTo>
                      <a:pt x="23813" y="31432"/>
                    </a:lnTo>
                    <a:lnTo>
                      <a:pt x="22860" y="33338"/>
                    </a:lnTo>
                    <a:lnTo>
                      <a:pt x="22860" y="35242"/>
                    </a:lnTo>
                    <a:lnTo>
                      <a:pt x="23813" y="36195"/>
                    </a:lnTo>
                    <a:lnTo>
                      <a:pt x="28575" y="38100"/>
                    </a:lnTo>
                    <a:lnTo>
                      <a:pt x="30480" y="39052"/>
                    </a:lnTo>
                    <a:lnTo>
                      <a:pt x="32385" y="40005"/>
                    </a:lnTo>
                    <a:lnTo>
                      <a:pt x="33338" y="40957"/>
                    </a:lnTo>
                    <a:lnTo>
                      <a:pt x="33338" y="42863"/>
                    </a:lnTo>
                    <a:lnTo>
                      <a:pt x="32385" y="44767"/>
                    </a:lnTo>
                    <a:lnTo>
                      <a:pt x="29527" y="50482"/>
                    </a:lnTo>
                    <a:lnTo>
                      <a:pt x="7620" y="67627"/>
                    </a:lnTo>
                    <a:lnTo>
                      <a:pt x="6668" y="68580"/>
                    </a:lnTo>
                    <a:lnTo>
                      <a:pt x="6668" y="70485"/>
                    </a:lnTo>
                    <a:lnTo>
                      <a:pt x="6668" y="74295"/>
                    </a:lnTo>
                    <a:lnTo>
                      <a:pt x="6668" y="75247"/>
                    </a:lnTo>
                    <a:lnTo>
                      <a:pt x="5715" y="78105"/>
                    </a:lnTo>
                    <a:lnTo>
                      <a:pt x="2858" y="83820"/>
                    </a:lnTo>
                    <a:lnTo>
                      <a:pt x="1905" y="86677"/>
                    </a:lnTo>
                    <a:lnTo>
                      <a:pt x="0" y="99060"/>
                    </a:lnTo>
                    <a:lnTo>
                      <a:pt x="0" y="112395"/>
                    </a:lnTo>
                    <a:lnTo>
                      <a:pt x="1905" y="112395"/>
                    </a:lnTo>
                    <a:lnTo>
                      <a:pt x="2858" y="112395"/>
                    </a:lnTo>
                    <a:lnTo>
                      <a:pt x="3810" y="112395"/>
                    </a:lnTo>
                    <a:lnTo>
                      <a:pt x="4763" y="112395"/>
                    </a:lnTo>
                    <a:lnTo>
                      <a:pt x="4763" y="113347"/>
                    </a:lnTo>
                    <a:lnTo>
                      <a:pt x="5715" y="113347"/>
                    </a:lnTo>
                    <a:lnTo>
                      <a:pt x="6668" y="113347"/>
                    </a:lnTo>
                    <a:lnTo>
                      <a:pt x="7620" y="113347"/>
                    </a:lnTo>
                    <a:lnTo>
                      <a:pt x="8573" y="113347"/>
                    </a:lnTo>
                    <a:lnTo>
                      <a:pt x="10477" y="112395"/>
                    </a:lnTo>
                    <a:lnTo>
                      <a:pt x="12383" y="110490"/>
                    </a:lnTo>
                    <a:lnTo>
                      <a:pt x="13335" y="108585"/>
                    </a:lnTo>
                    <a:lnTo>
                      <a:pt x="16193" y="106680"/>
                    </a:lnTo>
                    <a:lnTo>
                      <a:pt x="18098" y="106680"/>
                    </a:lnTo>
                    <a:lnTo>
                      <a:pt x="20955" y="106680"/>
                    </a:lnTo>
                    <a:lnTo>
                      <a:pt x="27623" y="105727"/>
                    </a:lnTo>
                    <a:lnTo>
                      <a:pt x="30480" y="104775"/>
                    </a:lnTo>
                    <a:lnTo>
                      <a:pt x="86677" y="104775"/>
                    </a:lnTo>
                    <a:lnTo>
                      <a:pt x="86677" y="98107"/>
                    </a:lnTo>
                    <a:lnTo>
                      <a:pt x="86677" y="90488"/>
                    </a:lnTo>
                    <a:lnTo>
                      <a:pt x="87630" y="83820"/>
                    </a:lnTo>
                    <a:lnTo>
                      <a:pt x="90488" y="77152"/>
                    </a:lnTo>
                    <a:lnTo>
                      <a:pt x="91440" y="74295"/>
                    </a:lnTo>
                    <a:lnTo>
                      <a:pt x="97155" y="67627"/>
                    </a:lnTo>
                    <a:lnTo>
                      <a:pt x="98108" y="64770"/>
                    </a:lnTo>
                    <a:lnTo>
                      <a:pt x="99060" y="62865"/>
                    </a:lnTo>
                    <a:lnTo>
                      <a:pt x="100013" y="61913"/>
                    </a:lnTo>
                    <a:lnTo>
                      <a:pt x="100965" y="60960"/>
                    </a:lnTo>
                    <a:lnTo>
                      <a:pt x="103823" y="60960"/>
                    </a:lnTo>
                    <a:lnTo>
                      <a:pt x="104775" y="60007"/>
                    </a:lnTo>
                    <a:lnTo>
                      <a:pt x="104775" y="59055"/>
                    </a:lnTo>
                    <a:lnTo>
                      <a:pt x="104775" y="57150"/>
                    </a:lnTo>
                    <a:lnTo>
                      <a:pt x="104775" y="56197"/>
                    </a:lnTo>
                    <a:lnTo>
                      <a:pt x="105727" y="55245"/>
                    </a:lnTo>
                    <a:lnTo>
                      <a:pt x="107633" y="53340"/>
                    </a:lnTo>
                    <a:lnTo>
                      <a:pt x="107633" y="52388"/>
                    </a:lnTo>
                    <a:lnTo>
                      <a:pt x="108585" y="49530"/>
                    </a:lnTo>
                    <a:lnTo>
                      <a:pt x="108585" y="46672"/>
                    </a:lnTo>
                    <a:lnTo>
                      <a:pt x="106680" y="35242"/>
                    </a:lnTo>
                    <a:lnTo>
                      <a:pt x="105727" y="33338"/>
                    </a:lnTo>
                    <a:lnTo>
                      <a:pt x="104775" y="30480"/>
                    </a:lnTo>
                    <a:lnTo>
                      <a:pt x="99060" y="23813"/>
                    </a:lnTo>
                    <a:lnTo>
                      <a:pt x="97155" y="20955"/>
                    </a:lnTo>
                    <a:lnTo>
                      <a:pt x="97155" y="18097"/>
                    </a:lnTo>
                    <a:lnTo>
                      <a:pt x="97155" y="12382"/>
                    </a:lnTo>
                    <a:lnTo>
                      <a:pt x="96202" y="10477"/>
                    </a:lnTo>
                    <a:lnTo>
                      <a:pt x="95250" y="9525"/>
                    </a:lnTo>
                    <a:lnTo>
                      <a:pt x="93345" y="9525"/>
                    </a:lnTo>
                    <a:lnTo>
                      <a:pt x="93345" y="8572"/>
                    </a:lnTo>
                    <a:lnTo>
                      <a:pt x="92393" y="8572"/>
                    </a:lnTo>
                    <a:lnTo>
                      <a:pt x="92393" y="7620"/>
                    </a:lnTo>
                    <a:lnTo>
                      <a:pt x="92393" y="7620"/>
                    </a:lnTo>
                    <a:lnTo>
                      <a:pt x="92393" y="6667"/>
                    </a:lnTo>
                    <a:lnTo>
                      <a:pt x="90488" y="3810"/>
                    </a:lnTo>
                    <a:lnTo>
                      <a:pt x="87630" y="0"/>
                    </a:lnTo>
                    <a:lnTo>
                      <a:pt x="83820" y="4763"/>
                    </a:lnTo>
                    <a:lnTo>
                      <a:pt x="79058" y="8572"/>
                    </a:lnTo>
                    <a:lnTo>
                      <a:pt x="79058" y="8572"/>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17" name="Freeform: Shape 97">
                <a:extLst>
                  <a:ext uri="{FF2B5EF4-FFF2-40B4-BE49-F238E27FC236}">
                    <a16:creationId xmlns:a16="http://schemas.microsoft.com/office/drawing/2014/main" id="{9689E8E8-A1DC-C40E-9044-6CF92DAA4121}"/>
                  </a:ext>
                </a:extLst>
              </p:cNvPr>
              <p:cNvSpPr/>
              <p:nvPr/>
            </p:nvSpPr>
            <p:spPr>
              <a:xfrm>
                <a:off x="6504886" y="4365854"/>
                <a:ext cx="40059" cy="50895"/>
              </a:xfrm>
              <a:custGeom>
                <a:avLst/>
                <a:gdLst>
                  <a:gd name="connsiteX0" fmla="*/ 26670 w 36194"/>
                  <a:gd name="connsiteY0" fmla="*/ 952 h 42862"/>
                  <a:gd name="connsiteX1" fmla="*/ 24765 w 36194"/>
                  <a:gd name="connsiteY1" fmla="*/ 1905 h 42862"/>
                  <a:gd name="connsiteX2" fmla="*/ 22860 w 36194"/>
                  <a:gd name="connsiteY2" fmla="*/ 1905 h 42862"/>
                  <a:gd name="connsiteX3" fmla="*/ 20955 w 36194"/>
                  <a:gd name="connsiteY3" fmla="*/ 1905 h 42862"/>
                  <a:gd name="connsiteX4" fmla="*/ 19050 w 36194"/>
                  <a:gd name="connsiteY4" fmla="*/ 0 h 42862"/>
                  <a:gd name="connsiteX5" fmla="*/ 18098 w 36194"/>
                  <a:gd name="connsiteY5" fmla="*/ 0 h 42862"/>
                  <a:gd name="connsiteX6" fmla="*/ 18098 w 36194"/>
                  <a:gd name="connsiteY6" fmla="*/ 1905 h 42862"/>
                  <a:gd name="connsiteX7" fmla="*/ 17145 w 36194"/>
                  <a:gd name="connsiteY7" fmla="*/ 5715 h 42862"/>
                  <a:gd name="connsiteX8" fmla="*/ 17145 w 36194"/>
                  <a:gd name="connsiteY8" fmla="*/ 7620 h 42862"/>
                  <a:gd name="connsiteX9" fmla="*/ 15240 w 36194"/>
                  <a:gd name="connsiteY9" fmla="*/ 8573 h 42862"/>
                  <a:gd name="connsiteX10" fmla="*/ 12382 w 36194"/>
                  <a:gd name="connsiteY10" fmla="*/ 9525 h 42862"/>
                  <a:gd name="connsiteX11" fmla="*/ 9525 w 36194"/>
                  <a:gd name="connsiteY11" fmla="*/ 10477 h 42862"/>
                  <a:gd name="connsiteX12" fmla="*/ 6667 w 36194"/>
                  <a:gd name="connsiteY12" fmla="*/ 9525 h 42862"/>
                  <a:gd name="connsiteX13" fmla="*/ 2857 w 36194"/>
                  <a:gd name="connsiteY13" fmla="*/ 6668 h 42862"/>
                  <a:gd name="connsiteX14" fmla="*/ 952 w 36194"/>
                  <a:gd name="connsiteY14" fmla="*/ 5715 h 42862"/>
                  <a:gd name="connsiteX15" fmla="*/ 0 w 36194"/>
                  <a:gd name="connsiteY15" fmla="*/ 8573 h 42862"/>
                  <a:gd name="connsiteX16" fmla="*/ 0 w 36194"/>
                  <a:gd name="connsiteY16" fmla="*/ 9525 h 42862"/>
                  <a:gd name="connsiteX17" fmla="*/ 952 w 36194"/>
                  <a:gd name="connsiteY17" fmla="*/ 11430 h 42862"/>
                  <a:gd name="connsiteX18" fmla="*/ 2857 w 36194"/>
                  <a:gd name="connsiteY18" fmla="*/ 12383 h 42862"/>
                  <a:gd name="connsiteX19" fmla="*/ 3810 w 36194"/>
                  <a:gd name="connsiteY19" fmla="*/ 14288 h 42862"/>
                  <a:gd name="connsiteX20" fmla="*/ 3810 w 36194"/>
                  <a:gd name="connsiteY20" fmla="*/ 16193 h 42862"/>
                  <a:gd name="connsiteX21" fmla="*/ 3810 w 36194"/>
                  <a:gd name="connsiteY21" fmla="*/ 22860 h 42862"/>
                  <a:gd name="connsiteX22" fmla="*/ 3810 w 36194"/>
                  <a:gd name="connsiteY22" fmla="*/ 28575 h 42862"/>
                  <a:gd name="connsiteX23" fmla="*/ 7620 w 36194"/>
                  <a:gd name="connsiteY23" fmla="*/ 42863 h 42862"/>
                  <a:gd name="connsiteX24" fmla="*/ 13335 w 36194"/>
                  <a:gd name="connsiteY24" fmla="*/ 41910 h 42862"/>
                  <a:gd name="connsiteX25" fmla="*/ 17145 w 36194"/>
                  <a:gd name="connsiteY25" fmla="*/ 40005 h 42862"/>
                  <a:gd name="connsiteX26" fmla="*/ 20955 w 36194"/>
                  <a:gd name="connsiteY26" fmla="*/ 37148 h 42862"/>
                  <a:gd name="connsiteX27" fmla="*/ 33338 w 36194"/>
                  <a:gd name="connsiteY27" fmla="*/ 20002 h 42862"/>
                  <a:gd name="connsiteX28" fmla="*/ 35242 w 36194"/>
                  <a:gd name="connsiteY28" fmla="*/ 18098 h 42862"/>
                  <a:gd name="connsiteX29" fmla="*/ 36195 w 36194"/>
                  <a:gd name="connsiteY29" fmla="*/ 16193 h 42862"/>
                  <a:gd name="connsiteX30" fmla="*/ 35242 w 36194"/>
                  <a:gd name="connsiteY30" fmla="*/ 14288 h 42862"/>
                  <a:gd name="connsiteX31" fmla="*/ 34290 w 36194"/>
                  <a:gd name="connsiteY31" fmla="*/ 13335 h 42862"/>
                  <a:gd name="connsiteX32" fmla="*/ 30480 w 36194"/>
                  <a:gd name="connsiteY32" fmla="*/ 12383 h 42862"/>
                  <a:gd name="connsiteX33" fmla="*/ 29527 w 36194"/>
                  <a:gd name="connsiteY33" fmla="*/ 11430 h 42862"/>
                  <a:gd name="connsiteX34" fmla="*/ 28575 w 36194"/>
                  <a:gd name="connsiteY34" fmla="*/ 9525 h 42862"/>
                  <a:gd name="connsiteX35" fmla="*/ 28575 w 36194"/>
                  <a:gd name="connsiteY35" fmla="*/ 6668 h 42862"/>
                  <a:gd name="connsiteX36" fmla="*/ 29527 w 36194"/>
                  <a:gd name="connsiteY36" fmla="*/ 3810 h 42862"/>
                  <a:gd name="connsiteX37" fmla="*/ 30480 w 36194"/>
                  <a:gd name="connsiteY37" fmla="*/ 1905 h 42862"/>
                  <a:gd name="connsiteX38" fmla="*/ 28575 w 36194"/>
                  <a:gd name="connsiteY38" fmla="*/ 0 h 42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194" h="42862">
                    <a:moveTo>
                      <a:pt x="26670" y="952"/>
                    </a:moveTo>
                    <a:lnTo>
                      <a:pt x="24765" y="1905"/>
                    </a:lnTo>
                    <a:lnTo>
                      <a:pt x="22860" y="1905"/>
                    </a:lnTo>
                    <a:lnTo>
                      <a:pt x="20955" y="1905"/>
                    </a:lnTo>
                    <a:lnTo>
                      <a:pt x="19050" y="0"/>
                    </a:lnTo>
                    <a:lnTo>
                      <a:pt x="18098" y="0"/>
                    </a:lnTo>
                    <a:lnTo>
                      <a:pt x="18098" y="1905"/>
                    </a:lnTo>
                    <a:lnTo>
                      <a:pt x="17145" y="5715"/>
                    </a:lnTo>
                    <a:lnTo>
                      <a:pt x="17145" y="7620"/>
                    </a:lnTo>
                    <a:lnTo>
                      <a:pt x="15240" y="8573"/>
                    </a:lnTo>
                    <a:lnTo>
                      <a:pt x="12382" y="9525"/>
                    </a:lnTo>
                    <a:lnTo>
                      <a:pt x="9525" y="10477"/>
                    </a:lnTo>
                    <a:lnTo>
                      <a:pt x="6667" y="9525"/>
                    </a:lnTo>
                    <a:lnTo>
                      <a:pt x="2857" y="6668"/>
                    </a:lnTo>
                    <a:lnTo>
                      <a:pt x="952" y="5715"/>
                    </a:lnTo>
                    <a:lnTo>
                      <a:pt x="0" y="8573"/>
                    </a:lnTo>
                    <a:lnTo>
                      <a:pt x="0" y="9525"/>
                    </a:lnTo>
                    <a:lnTo>
                      <a:pt x="952" y="11430"/>
                    </a:lnTo>
                    <a:lnTo>
                      <a:pt x="2857" y="12383"/>
                    </a:lnTo>
                    <a:lnTo>
                      <a:pt x="3810" y="14288"/>
                    </a:lnTo>
                    <a:lnTo>
                      <a:pt x="3810" y="16193"/>
                    </a:lnTo>
                    <a:lnTo>
                      <a:pt x="3810" y="22860"/>
                    </a:lnTo>
                    <a:lnTo>
                      <a:pt x="3810" y="28575"/>
                    </a:lnTo>
                    <a:lnTo>
                      <a:pt x="7620" y="42863"/>
                    </a:lnTo>
                    <a:lnTo>
                      <a:pt x="13335" y="41910"/>
                    </a:lnTo>
                    <a:lnTo>
                      <a:pt x="17145" y="40005"/>
                    </a:lnTo>
                    <a:lnTo>
                      <a:pt x="20955" y="37148"/>
                    </a:lnTo>
                    <a:lnTo>
                      <a:pt x="33338" y="20002"/>
                    </a:lnTo>
                    <a:lnTo>
                      <a:pt x="35242" y="18098"/>
                    </a:lnTo>
                    <a:lnTo>
                      <a:pt x="36195" y="16193"/>
                    </a:lnTo>
                    <a:lnTo>
                      <a:pt x="35242" y="14288"/>
                    </a:lnTo>
                    <a:lnTo>
                      <a:pt x="34290" y="13335"/>
                    </a:lnTo>
                    <a:lnTo>
                      <a:pt x="30480" y="12383"/>
                    </a:lnTo>
                    <a:lnTo>
                      <a:pt x="29527" y="11430"/>
                    </a:lnTo>
                    <a:lnTo>
                      <a:pt x="28575" y="9525"/>
                    </a:lnTo>
                    <a:lnTo>
                      <a:pt x="28575" y="6668"/>
                    </a:lnTo>
                    <a:lnTo>
                      <a:pt x="29527" y="3810"/>
                    </a:lnTo>
                    <a:lnTo>
                      <a:pt x="30480" y="1905"/>
                    </a:lnTo>
                    <a:lnTo>
                      <a:pt x="28575" y="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18" name="Freeform: Shape 98">
                <a:extLst>
                  <a:ext uri="{FF2B5EF4-FFF2-40B4-BE49-F238E27FC236}">
                    <a16:creationId xmlns:a16="http://schemas.microsoft.com/office/drawing/2014/main" id="{299A888B-0E4F-FBFF-A17E-8B3B0F98927E}"/>
                  </a:ext>
                </a:extLst>
              </p:cNvPr>
              <p:cNvSpPr/>
              <p:nvPr/>
            </p:nvSpPr>
            <p:spPr>
              <a:xfrm>
                <a:off x="6500669" y="4336449"/>
                <a:ext cx="45331" cy="41846"/>
              </a:xfrm>
              <a:custGeom>
                <a:avLst/>
                <a:gdLst>
                  <a:gd name="connsiteX0" fmla="*/ 28575 w 40957"/>
                  <a:gd name="connsiteY0" fmla="*/ 1905 h 35242"/>
                  <a:gd name="connsiteX1" fmla="*/ 27623 w 40957"/>
                  <a:gd name="connsiteY1" fmla="*/ 3810 h 35242"/>
                  <a:gd name="connsiteX2" fmla="*/ 25717 w 40957"/>
                  <a:gd name="connsiteY2" fmla="*/ 5715 h 35242"/>
                  <a:gd name="connsiteX3" fmla="*/ 23813 w 40957"/>
                  <a:gd name="connsiteY3" fmla="*/ 6667 h 35242"/>
                  <a:gd name="connsiteX4" fmla="*/ 22860 w 40957"/>
                  <a:gd name="connsiteY4" fmla="*/ 6667 h 35242"/>
                  <a:gd name="connsiteX5" fmla="*/ 21908 w 40957"/>
                  <a:gd name="connsiteY5" fmla="*/ 6667 h 35242"/>
                  <a:gd name="connsiteX6" fmla="*/ 20955 w 40957"/>
                  <a:gd name="connsiteY6" fmla="*/ 6667 h 35242"/>
                  <a:gd name="connsiteX7" fmla="*/ 20002 w 40957"/>
                  <a:gd name="connsiteY7" fmla="*/ 6667 h 35242"/>
                  <a:gd name="connsiteX8" fmla="*/ 20002 w 40957"/>
                  <a:gd name="connsiteY8" fmla="*/ 5715 h 35242"/>
                  <a:gd name="connsiteX9" fmla="*/ 19050 w 40957"/>
                  <a:gd name="connsiteY9" fmla="*/ 5715 h 35242"/>
                  <a:gd name="connsiteX10" fmla="*/ 18098 w 40957"/>
                  <a:gd name="connsiteY10" fmla="*/ 5715 h 35242"/>
                  <a:gd name="connsiteX11" fmla="*/ 17145 w 40957"/>
                  <a:gd name="connsiteY11" fmla="*/ 5715 h 35242"/>
                  <a:gd name="connsiteX12" fmla="*/ 15240 w 40957"/>
                  <a:gd name="connsiteY12" fmla="*/ 5715 h 35242"/>
                  <a:gd name="connsiteX13" fmla="*/ 10477 w 40957"/>
                  <a:gd name="connsiteY13" fmla="*/ 9525 h 35242"/>
                  <a:gd name="connsiteX14" fmla="*/ 8573 w 40957"/>
                  <a:gd name="connsiteY14" fmla="*/ 10477 h 35242"/>
                  <a:gd name="connsiteX15" fmla="*/ 6667 w 40957"/>
                  <a:gd name="connsiteY15" fmla="*/ 13335 h 35242"/>
                  <a:gd name="connsiteX16" fmla="*/ 6667 w 40957"/>
                  <a:gd name="connsiteY16" fmla="*/ 15240 h 35242"/>
                  <a:gd name="connsiteX17" fmla="*/ 6667 w 40957"/>
                  <a:gd name="connsiteY17" fmla="*/ 18098 h 35242"/>
                  <a:gd name="connsiteX18" fmla="*/ 6667 w 40957"/>
                  <a:gd name="connsiteY18" fmla="*/ 20955 h 35242"/>
                  <a:gd name="connsiteX19" fmla="*/ 1905 w 40957"/>
                  <a:gd name="connsiteY19" fmla="*/ 26670 h 35242"/>
                  <a:gd name="connsiteX20" fmla="*/ 0 w 40957"/>
                  <a:gd name="connsiteY20" fmla="*/ 30480 h 35242"/>
                  <a:gd name="connsiteX21" fmla="*/ 3810 w 40957"/>
                  <a:gd name="connsiteY21" fmla="*/ 33338 h 35242"/>
                  <a:gd name="connsiteX22" fmla="*/ 4763 w 40957"/>
                  <a:gd name="connsiteY22" fmla="*/ 30480 h 35242"/>
                  <a:gd name="connsiteX23" fmla="*/ 6667 w 40957"/>
                  <a:gd name="connsiteY23" fmla="*/ 31433 h 35242"/>
                  <a:gd name="connsiteX24" fmla="*/ 10477 w 40957"/>
                  <a:gd name="connsiteY24" fmla="*/ 34290 h 35242"/>
                  <a:gd name="connsiteX25" fmla="*/ 13335 w 40957"/>
                  <a:gd name="connsiteY25" fmla="*/ 35242 h 35242"/>
                  <a:gd name="connsiteX26" fmla="*/ 16192 w 40957"/>
                  <a:gd name="connsiteY26" fmla="*/ 34290 h 35242"/>
                  <a:gd name="connsiteX27" fmla="*/ 19050 w 40957"/>
                  <a:gd name="connsiteY27" fmla="*/ 33338 h 35242"/>
                  <a:gd name="connsiteX28" fmla="*/ 20955 w 40957"/>
                  <a:gd name="connsiteY28" fmla="*/ 32385 h 35242"/>
                  <a:gd name="connsiteX29" fmla="*/ 20955 w 40957"/>
                  <a:gd name="connsiteY29" fmla="*/ 30480 h 35242"/>
                  <a:gd name="connsiteX30" fmla="*/ 21908 w 40957"/>
                  <a:gd name="connsiteY30" fmla="*/ 26670 h 35242"/>
                  <a:gd name="connsiteX31" fmla="*/ 21908 w 40957"/>
                  <a:gd name="connsiteY31" fmla="*/ 24765 h 35242"/>
                  <a:gd name="connsiteX32" fmla="*/ 22860 w 40957"/>
                  <a:gd name="connsiteY32" fmla="*/ 24765 h 35242"/>
                  <a:gd name="connsiteX33" fmla="*/ 24765 w 40957"/>
                  <a:gd name="connsiteY33" fmla="*/ 26670 h 35242"/>
                  <a:gd name="connsiteX34" fmla="*/ 26670 w 40957"/>
                  <a:gd name="connsiteY34" fmla="*/ 26670 h 35242"/>
                  <a:gd name="connsiteX35" fmla="*/ 28575 w 40957"/>
                  <a:gd name="connsiteY35" fmla="*/ 26670 h 35242"/>
                  <a:gd name="connsiteX36" fmla="*/ 30480 w 40957"/>
                  <a:gd name="connsiteY36" fmla="*/ 25717 h 35242"/>
                  <a:gd name="connsiteX37" fmla="*/ 32385 w 40957"/>
                  <a:gd name="connsiteY37" fmla="*/ 24765 h 35242"/>
                  <a:gd name="connsiteX38" fmla="*/ 34290 w 40957"/>
                  <a:gd name="connsiteY38" fmla="*/ 26670 h 35242"/>
                  <a:gd name="connsiteX39" fmla="*/ 39052 w 40957"/>
                  <a:gd name="connsiteY39" fmla="*/ 25717 h 35242"/>
                  <a:gd name="connsiteX40" fmla="*/ 40005 w 40957"/>
                  <a:gd name="connsiteY40" fmla="*/ 25717 h 35242"/>
                  <a:gd name="connsiteX41" fmla="*/ 40958 w 40957"/>
                  <a:gd name="connsiteY41" fmla="*/ 22860 h 35242"/>
                  <a:gd name="connsiteX42" fmla="*/ 40958 w 40957"/>
                  <a:gd name="connsiteY42" fmla="*/ 20955 h 35242"/>
                  <a:gd name="connsiteX43" fmla="*/ 40005 w 40957"/>
                  <a:gd name="connsiteY43" fmla="*/ 15240 h 35242"/>
                  <a:gd name="connsiteX44" fmla="*/ 39052 w 40957"/>
                  <a:gd name="connsiteY44" fmla="*/ 10477 h 35242"/>
                  <a:gd name="connsiteX45" fmla="*/ 38100 w 40957"/>
                  <a:gd name="connsiteY45" fmla="*/ 8573 h 35242"/>
                  <a:gd name="connsiteX46" fmla="*/ 37148 w 40957"/>
                  <a:gd name="connsiteY46" fmla="*/ 5715 h 35242"/>
                  <a:gd name="connsiteX47" fmla="*/ 34290 w 40957"/>
                  <a:gd name="connsiteY47" fmla="*/ 2858 h 35242"/>
                  <a:gd name="connsiteX48" fmla="*/ 33338 w 40957"/>
                  <a:gd name="connsiteY48" fmla="*/ 952 h 35242"/>
                  <a:gd name="connsiteX49" fmla="*/ 33338 w 40957"/>
                  <a:gd name="connsiteY49" fmla="*/ 0 h 35242"/>
                  <a:gd name="connsiteX50" fmla="*/ 31433 w 40957"/>
                  <a:gd name="connsiteY50" fmla="*/ 0 h 3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0957" h="35242">
                    <a:moveTo>
                      <a:pt x="28575" y="1905"/>
                    </a:moveTo>
                    <a:lnTo>
                      <a:pt x="27623" y="3810"/>
                    </a:lnTo>
                    <a:lnTo>
                      <a:pt x="25717" y="5715"/>
                    </a:lnTo>
                    <a:lnTo>
                      <a:pt x="23813" y="6667"/>
                    </a:lnTo>
                    <a:lnTo>
                      <a:pt x="22860" y="6667"/>
                    </a:lnTo>
                    <a:lnTo>
                      <a:pt x="21908" y="6667"/>
                    </a:lnTo>
                    <a:lnTo>
                      <a:pt x="20955" y="6667"/>
                    </a:lnTo>
                    <a:lnTo>
                      <a:pt x="20002" y="6667"/>
                    </a:lnTo>
                    <a:lnTo>
                      <a:pt x="20002" y="5715"/>
                    </a:lnTo>
                    <a:lnTo>
                      <a:pt x="19050" y="5715"/>
                    </a:lnTo>
                    <a:lnTo>
                      <a:pt x="18098" y="5715"/>
                    </a:lnTo>
                    <a:lnTo>
                      <a:pt x="17145" y="5715"/>
                    </a:lnTo>
                    <a:lnTo>
                      <a:pt x="15240" y="5715"/>
                    </a:lnTo>
                    <a:lnTo>
                      <a:pt x="10477" y="9525"/>
                    </a:lnTo>
                    <a:lnTo>
                      <a:pt x="8573" y="10477"/>
                    </a:lnTo>
                    <a:lnTo>
                      <a:pt x="6667" y="13335"/>
                    </a:lnTo>
                    <a:lnTo>
                      <a:pt x="6667" y="15240"/>
                    </a:lnTo>
                    <a:lnTo>
                      <a:pt x="6667" y="18098"/>
                    </a:lnTo>
                    <a:lnTo>
                      <a:pt x="6667" y="20955"/>
                    </a:lnTo>
                    <a:lnTo>
                      <a:pt x="1905" y="26670"/>
                    </a:lnTo>
                    <a:lnTo>
                      <a:pt x="0" y="30480"/>
                    </a:lnTo>
                    <a:lnTo>
                      <a:pt x="3810" y="33338"/>
                    </a:lnTo>
                    <a:lnTo>
                      <a:pt x="4763" y="30480"/>
                    </a:lnTo>
                    <a:lnTo>
                      <a:pt x="6667" y="31433"/>
                    </a:lnTo>
                    <a:lnTo>
                      <a:pt x="10477" y="34290"/>
                    </a:lnTo>
                    <a:lnTo>
                      <a:pt x="13335" y="35242"/>
                    </a:lnTo>
                    <a:lnTo>
                      <a:pt x="16192" y="34290"/>
                    </a:lnTo>
                    <a:lnTo>
                      <a:pt x="19050" y="33338"/>
                    </a:lnTo>
                    <a:lnTo>
                      <a:pt x="20955" y="32385"/>
                    </a:lnTo>
                    <a:lnTo>
                      <a:pt x="20955" y="30480"/>
                    </a:lnTo>
                    <a:lnTo>
                      <a:pt x="21908" y="26670"/>
                    </a:lnTo>
                    <a:lnTo>
                      <a:pt x="21908" y="24765"/>
                    </a:lnTo>
                    <a:lnTo>
                      <a:pt x="22860" y="24765"/>
                    </a:lnTo>
                    <a:lnTo>
                      <a:pt x="24765" y="26670"/>
                    </a:lnTo>
                    <a:lnTo>
                      <a:pt x="26670" y="26670"/>
                    </a:lnTo>
                    <a:lnTo>
                      <a:pt x="28575" y="26670"/>
                    </a:lnTo>
                    <a:lnTo>
                      <a:pt x="30480" y="25717"/>
                    </a:lnTo>
                    <a:lnTo>
                      <a:pt x="32385" y="24765"/>
                    </a:lnTo>
                    <a:lnTo>
                      <a:pt x="34290" y="26670"/>
                    </a:lnTo>
                    <a:lnTo>
                      <a:pt x="39052" y="25717"/>
                    </a:lnTo>
                    <a:lnTo>
                      <a:pt x="40005" y="25717"/>
                    </a:lnTo>
                    <a:lnTo>
                      <a:pt x="40958" y="22860"/>
                    </a:lnTo>
                    <a:lnTo>
                      <a:pt x="40958" y="20955"/>
                    </a:lnTo>
                    <a:lnTo>
                      <a:pt x="40005" y="15240"/>
                    </a:lnTo>
                    <a:lnTo>
                      <a:pt x="39052" y="10477"/>
                    </a:lnTo>
                    <a:lnTo>
                      <a:pt x="38100" y="8573"/>
                    </a:lnTo>
                    <a:lnTo>
                      <a:pt x="37148" y="5715"/>
                    </a:lnTo>
                    <a:lnTo>
                      <a:pt x="34290" y="2858"/>
                    </a:lnTo>
                    <a:lnTo>
                      <a:pt x="33338" y="952"/>
                    </a:lnTo>
                    <a:lnTo>
                      <a:pt x="33338" y="0"/>
                    </a:lnTo>
                    <a:lnTo>
                      <a:pt x="31433" y="0"/>
                    </a:lnTo>
                    <a:close/>
                  </a:path>
                </a:pathLst>
              </a:custGeom>
              <a:solidFill>
                <a:schemeClr val="accent2"/>
              </a:solidFill>
              <a:ln w="6350" cap="rnd">
                <a:solidFill>
                  <a:schemeClr val="bg1">
                    <a:alpha val="80000"/>
                  </a:schemeClr>
                </a:solidFill>
                <a:prstDash val="solid"/>
                <a:round/>
              </a:ln>
            </p:spPr>
            <p:txBody>
              <a:bodyPr rtlCol="0" anchor="ctr"/>
              <a:lstStyle/>
              <a:p>
                <a:endParaRPr lang="en-US"/>
              </a:p>
            </p:txBody>
          </p:sp>
          <p:sp>
            <p:nvSpPr>
              <p:cNvPr id="719" name="Freeform: Shape 99">
                <a:extLst>
                  <a:ext uri="{FF2B5EF4-FFF2-40B4-BE49-F238E27FC236}">
                    <a16:creationId xmlns:a16="http://schemas.microsoft.com/office/drawing/2014/main" id="{2F0A9AA5-05A9-EF98-FC3F-FCED30968DE2}"/>
                  </a:ext>
                </a:extLst>
              </p:cNvPr>
              <p:cNvSpPr/>
              <p:nvPr/>
            </p:nvSpPr>
            <p:spPr>
              <a:xfrm>
                <a:off x="6543891" y="4948320"/>
                <a:ext cx="29518" cy="40715"/>
              </a:xfrm>
              <a:custGeom>
                <a:avLst/>
                <a:gdLst>
                  <a:gd name="connsiteX0" fmla="*/ 14288 w 26670"/>
                  <a:gd name="connsiteY0" fmla="*/ 0 h 34289"/>
                  <a:gd name="connsiteX1" fmla="*/ 10477 w 26670"/>
                  <a:gd name="connsiteY1" fmla="*/ 0 h 34289"/>
                  <a:gd name="connsiteX2" fmla="*/ 7620 w 26670"/>
                  <a:gd name="connsiteY2" fmla="*/ 1905 h 34289"/>
                  <a:gd name="connsiteX3" fmla="*/ 4763 w 26670"/>
                  <a:gd name="connsiteY3" fmla="*/ 6667 h 34289"/>
                  <a:gd name="connsiteX4" fmla="*/ 1905 w 26670"/>
                  <a:gd name="connsiteY4" fmla="*/ 10477 h 34289"/>
                  <a:gd name="connsiteX5" fmla="*/ 0 w 26670"/>
                  <a:gd name="connsiteY5" fmla="*/ 14288 h 34289"/>
                  <a:gd name="connsiteX6" fmla="*/ 0 w 26670"/>
                  <a:gd name="connsiteY6" fmla="*/ 18097 h 34289"/>
                  <a:gd name="connsiteX7" fmla="*/ 952 w 26670"/>
                  <a:gd name="connsiteY7" fmla="*/ 21907 h 34289"/>
                  <a:gd name="connsiteX8" fmla="*/ 2858 w 26670"/>
                  <a:gd name="connsiteY8" fmla="*/ 25717 h 34289"/>
                  <a:gd name="connsiteX9" fmla="*/ 5715 w 26670"/>
                  <a:gd name="connsiteY9" fmla="*/ 29527 h 34289"/>
                  <a:gd name="connsiteX10" fmla="*/ 9525 w 26670"/>
                  <a:gd name="connsiteY10" fmla="*/ 32385 h 34289"/>
                  <a:gd name="connsiteX11" fmla="*/ 14288 w 26670"/>
                  <a:gd name="connsiteY11" fmla="*/ 33338 h 34289"/>
                  <a:gd name="connsiteX12" fmla="*/ 19050 w 26670"/>
                  <a:gd name="connsiteY12" fmla="*/ 34290 h 34289"/>
                  <a:gd name="connsiteX13" fmla="*/ 23813 w 26670"/>
                  <a:gd name="connsiteY13" fmla="*/ 34290 h 34289"/>
                  <a:gd name="connsiteX14" fmla="*/ 23813 w 26670"/>
                  <a:gd name="connsiteY14" fmla="*/ 30480 h 34289"/>
                  <a:gd name="connsiteX15" fmla="*/ 23813 w 26670"/>
                  <a:gd name="connsiteY15" fmla="*/ 26670 h 34289"/>
                  <a:gd name="connsiteX16" fmla="*/ 24765 w 26670"/>
                  <a:gd name="connsiteY16" fmla="*/ 23813 h 34289"/>
                  <a:gd name="connsiteX17" fmla="*/ 26670 w 26670"/>
                  <a:gd name="connsiteY17" fmla="*/ 23813 h 34289"/>
                  <a:gd name="connsiteX18" fmla="*/ 26670 w 26670"/>
                  <a:gd name="connsiteY18" fmla="*/ 12382 h 34289"/>
                  <a:gd name="connsiteX19" fmla="*/ 25718 w 26670"/>
                  <a:gd name="connsiteY19" fmla="*/ 6667 h 34289"/>
                  <a:gd name="connsiteX20" fmla="*/ 23813 w 26670"/>
                  <a:gd name="connsiteY20" fmla="*/ 3810 h 34289"/>
                  <a:gd name="connsiteX21" fmla="*/ 20002 w 26670"/>
                  <a:gd name="connsiteY21" fmla="*/ 3810 h 3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670" h="34289">
                    <a:moveTo>
                      <a:pt x="14288" y="0"/>
                    </a:moveTo>
                    <a:lnTo>
                      <a:pt x="10477" y="0"/>
                    </a:lnTo>
                    <a:lnTo>
                      <a:pt x="7620" y="1905"/>
                    </a:lnTo>
                    <a:lnTo>
                      <a:pt x="4763" y="6667"/>
                    </a:lnTo>
                    <a:lnTo>
                      <a:pt x="1905" y="10477"/>
                    </a:lnTo>
                    <a:lnTo>
                      <a:pt x="0" y="14288"/>
                    </a:lnTo>
                    <a:lnTo>
                      <a:pt x="0" y="18097"/>
                    </a:lnTo>
                    <a:lnTo>
                      <a:pt x="952" y="21907"/>
                    </a:lnTo>
                    <a:lnTo>
                      <a:pt x="2858" y="25717"/>
                    </a:lnTo>
                    <a:lnTo>
                      <a:pt x="5715" y="29527"/>
                    </a:lnTo>
                    <a:lnTo>
                      <a:pt x="9525" y="32385"/>
                    </a:lnTo>
                    <a:lnTo>
                      <a:pt x="14288" y="33338"/>
                    </a:lnTo>
                    <a:lnTo>
                      <a:pt x="19050" y="34290"/>
                    </a:lnTo>
                    <a:lnTo>
                      <a:pt x="23813" y="34290"/>
                    </a:lnTo>
                    <a:lnTo>
                      <a:pt x="23813" y="30480"/>
                    </a:lnTo>
                    <a:lnTo>
                      <a:pt x="23813" y="26670"/>
                    </a:lnTo>
                    <a:lnTo>
                      <a:pt x="24765" y="23813"/>
                    </a:lnTo>
                    <a:lnTo>
                      <a:pt x="26670" y="23813"/>
                    </a:lnTo>
                    <a:lnTo>
                      <a:pt x="26670" y="12382"/>
                    </a:lnTo>
                    <a:lnTo>
                      <a:pt x="25718" y="6667"/>
                    </a:lnTo>
                    <a:lnTo>
                      <a:pt x="23813" y="3810"/>
                    </a:lnTo>
                    <a:lnTo>
                      <a:pt x="20002" y="381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0" name="Freeform: Shape 100">
                <a:extLst>
                  <a:ext uri="{FF2B5EF4-FFF2-40B4-BE49-F238E27FC236}">
                    <a16:creationId xmlns:a16="http://schemas.microsoft.com/office/drawing/2014/main" id="{10650ACB-6C4D-FADD-18EB-F4332BA599C0}"/>
                  </a:ext>
                </a:extLst>
              </p:cNvPr>
              <p:cNvSpPr/>
              <p:nvPr/>
            </p:nvSpPr>
            <p:spPr>
              <a:xfrm>
                <a:off x="6303530" y="4742478"/>
                <a:ext cx="208734" cy="234117"/>
              </a:xfrm>
              <a:custGeom>
                <a:avLst/>
                <a:gdLst>
                  <a:gd name="connsiteX0" fmla="*/ 183832 w 188594"/>
                  <a:gd name="connsiteY0" fmla="*/ 91440 h 197167"/>
                  <a:gd name="connsiteX1" fmla="*/ 182880 w 188594"/>
                  <a:gd name="connsiteY1" fmla="*/ 90488 h 197167"/>
                  <a:gd name="connsiteX2" fmla="*/ 181927 w 188594"/>
                  <a:gd name="connsiteY2" fmla="*/ 89535 h 197167"/>
                  <a:gd name="connsiteX3" fmla="*/ 181927 w 188594"/>
                  <a:gd name="connsiteY3" fmla="*/ 88583 h 197167"/>
                  <a:gd name="connsiteX4" fmla="*/ 181927 w 188594"/>
                  <a:gd name="connsiteY4" fmla="*/ 87630 h 197167"/>
                  <a:gd name="connsiteX5" fmla="*/ 181927 w 188594"/>
                  <a:gd name="connsiteY5" fmla="*/ 86678 h 197167"/>
                  <a:gd name="connsiteX6" fmla="*/ 179070 w 188594"/>
                  <a:gd name="connsiteY6" fmla="*/ 84773 h 197167"/>
                  <a:gd name="connsiteX7" fmla="*/ 175260 w 188594"/>
                  <a:gd name="connsiteY7" fmla="*/ 82868 h 197167"/>
                  <a:gd name="connsiteX8" fmla="*/ 166688 w 188594"/>
                  <a:gd name="connsiteY8" fmla="*/ 80963 h 197167"/>
                  <a:gd name="connsiteX9" fmla="*/ 162877 w 188594"/>
                  <a:gd name="connsiteY9" fmla="*/ 80010 h 197167"/>
                  <a:gd name="connsiteX10" fmla="*/ 160972 w 188594"/>
                  <a:gd name="connsiteY10" fmla="*/ 79058 h 197167"/>
                  <a:gd name="connsiteX11" fmla="*/ 155257 w 188594"/>
                  <a:gd name="connsiteY11" fmla="*/ 70485 h 197167"/>
                  <a:gd name="connsiteX12" fmla="*/ 155257 w 188594"/>
                  <a:gd name="connsiteY12" fmla="*/ 69533 h 197167"/>
                  <a:gd name="connsiteX13" fmla="*/ 154305 w 188594"/>
                  <a:gd name="connsiteY13" fmla="*/ 66675 h 197167"/>
                  <a:gd name="connsiteX14" fmla="*/ 155257 w 188594"/>
                  <a:gd name="connsiteY14" fmla="*/ 65723 h 197167"/>
                  <a:gd name="connsiteX15" fmla="*/ 155257 w 188594"/>
                  <a:gd name="connsiteY15" fmla="*/ 61913 h 197167"/>
                  <a:gd name="connsiteX16" fmla="*/ 155257 w 188594"/>
                  <a:gd name="connsiteY16" fmla="*/ 60960 h 197167"/>
                  <a:gd name="connsiteX17" fmla="*/ 155257 w 188594"/>
                  <a:gd name="connsiteY17" fmla="*/ 58103 h 197167"/>
                  <a:gd name="connsiteX18" fmla="*/ 154305 w 188594"/>
                  <a:gd name="connsiteY18" fmla="*/ 58103 h 197167"/>
                  <a:gd name="connsiteX19" fmla="*/ 153352 w 188594"/>
                  <a:gd name="connsiteY19" fmla="*/ 57150 h 197167"/>
                  <a:gd name="connsiteX20" fmla="*/ 151447 w 188594"/>
                  <a:gd name="connsiteY20" fmla="*/ 57150 h 197167"/>
                  <a:gd name="connsiteX21" fmla="*/ 149542 w 188594"/>
                  <a:gd name="connsiteY21" fmla="*/ 57150 h 197167"/>
                  <a:gd name="connsiteX22" fmla="*/ 148590 w 188594"/>
                  <a:gd name="connsiteY22" fmla="*/ 57150 h 197167"/>
                  <a:gd name="connsiteX23" fmla="*/ 147638 w 188594"/>
                  <a:gd name="connsiteY23" fmla="*/ 56198 h 197167"/>
                  <a:gd name="connsiteX24" fmla="*/ 147638 w 188594"/>
                  <a:gd name="connsiteY24" fmla="*/ 56198 h 197167"/>
                  <a:gd name="connsiteX25" fmla="*/ 147638 w 188594"/>
                  <a:gd name="connsiteY25" fmla="*/ 56198 h 197167"/>
                  <a:gd name="connsiteX26" fmla="*/ 146685 w 188594"/>
                  <a:gd name="connsiteY26" fmla="*/ 55245 h 197167"/>
                  <a:gd name="connsiteX27" fmla="*/ 145732 w 188594"/>
                  <a:gd name="connsiteY27" fmla="*/ 53340 h 197167"/>
                  <a:gd name="connsiteX28" fmla="*/ 145732 w 188594"/>
                  <a:gd name="connsiteY28" fmla="*/ 51435 h 197167"/>
                  <a:gd name="connsiteX29" fmla="*/ 144780 w 188594"/>
                  <a:gd name="connsiteY29" fmla="*/ 50483 h 197167"/>
                  <a:gd name="connsiteX30" fmla="*/ 143827 w 188594"/>
                  <a:gd name="connsiteY30" fmla="*/ 48578 h 197167"/>
                  <a:gd name="connsiteX31" fmla="*/ 141922 w 188594"/>
                  <a:gd name="connsiteY31" fmla="*/ 47625 h 197167"/>
                  <a:gd name="connsiteX32" fmla="*/ 136207 w 188594"/>
                  <a:gd name="connsiteY32" fmla="*/ 45720 h 197167"/>
                  <a:gd name="connsiteX33" fmla="*/ 129540 w 188594"/>
                  <a:gd name="connsiteY33" fmla="*/ 40958 h 197167"/>
                  <a:gd name="connsiteX34" fmla="*/ 126682 w 188594"/>
                  <a:gd name="connsiteY34" fmla="*/ 39053 h 197167"/>
                  <a:gd name="connsiteX35" fmla="*/ 123825 w 188594"/>
                  <a:gd name="connsiteY35" fmla="*/ 36195 h 197167"/>
                  <a:gd name="connsiteX36" fmla="*/ 121920 w 188594"/>
                  <a:gd name="connsiteY36" fmla="*/ 33338 h 197167"/>
                  <a:gd name="connsiteX37" fmla="*/ 118110 w 188594"/>
                  <a:gd name="connsiteY37" fmla="*/ 22860 h 197167"/>
                  <a:gd name="connsiteX38" fmla="*/ 110490 w 188594"/>
                  <a:gd name="connsiteY38" fmla="*/ 11430 h 197167"/>
                  <a:gd name="connsiteX39" fmla="*/ 106680 w 188594"/>
                  <a:gd name="connsiteY39" fmla="*/ 4763 h 197167"/>
                  <a:gd name="connsiteX40" fmla="*/ 105727 w 188594"/>
                  <a:gd name="connsiteY40" fmla="*/ 0 h 197167"/>
                  <a:gd name="connsiteX41" fmla="*/ 103822 w 188594"/>
                  <a:gd name="connsiteY41" fmla="*/ 0 h 197167"/>
                  <a:gd name="connsiteX42" fmla="*/ 100965 w 188594"/>
                  <a:gd name="connsiteY42" fmla="*/ 0 h 197167"/>
                  <a:gd name="connsiteX43" fmla="*/ 99060 w 188594"/>
                  <a:gd name="connsiteY43" fmla="*/ 953 h 197167"/>
                  <a:gd name="connsiteX44" fmla="*/ 97155 w 188594"/>
                  <a:gd name="connsiteY44" fmla="*/ 953 h 197167"/>
                  <a:gd name="connsiteX45" fmla="*/ 96202 w 188594"/>
                  <a:gd name="connsiteY45" fmla="*/ 1905 h 197167"/>
                  <a:gd name="connsiteX46" fmla="*/ 94297 w 188594"/>
                  <a:gd name="connsiteY46" fmla="*/ 3810 h 197167"/>
                  <a:gd name="connsiteX47" fmla="*/ 93345 w 188594"/>
                  <a:gd name="connsiteY47" fmla="*/ 4763 h 197167"/>
                  <a:gd name="connsiteX48" fmla="*/ 91440 w 188594"/>
                  <a:gd name="connsiteY48" fmla="*/ 4763 h 197167"/>
                  <a:gd name="connsiteX49" fmla="*/ 91440 w 188594"/>
                  <a:gd name="connsiteY49" fmla="*/ 4763 h 197167"/>
                  <a:gd name="connsiteX50" fmla="*/ 90488 w 188594"/>
                  <a:gd name="connsiteY50" fmla="*/ 4763 h 197167"/>
                  <a:gd name="connsiteX51" fmla="*/ 89535 w 188594"/>
                  <a:gd name="connsiteY51" fmla="*/ 4763 h 197167"/>
                  <a:gd name="connsiteX52" fmla="*/ 85725 w 188594"/>
                  <a:gd name="connsiteY52" fmla="*/ 5715 h 197167"/>
                  <a:gd name="connsiteX53" fmla="*/ 82867 w 188594"/>
                  <a:gd name="connsiteY53" fmla="*/ 6668 h 197167"/>
                  <a:gd name="connsiteX54" fmla="*/ 80010 w 188594"/>
                  <a:gd name="connsiteY54" fmla="*/ 8573 h 197167"/>
                  <a:gd name="connsiteX55" fmla="*/ 77152 w 188594"/>
                  <a:gd name="connsiteY55" fmla="*/ 11430 h 197167"/>
                  <a:gd name="connsiteX56" fmla="*/ 73342 w 188594"/>
                  <a:gd name="connsiteY56" fmla="*/ 13335 h 197167"/>
                  <a:gd name="connsiteX57" fmla="*/ 71438 w 188594"/>
                  <a:gd name="connsiteY57" fmla="*/ 11430 h 197167"/>
                  <a:gd name="connsiteX58" fmla="*/ 70485 w 188594"/>
                  <a:gd name="connsiteY58" fmla="*/ 8573 h 197167"/>
                  <a:gd name="connsiteX59" fmla="*/ 66675 w 188594"/>
                  <a:gd name="connsiteY59" fmla="*/ 5715 h 197167"/>
                  <a:gd name="connsiteX60" fmla="*/ 63817 w 188594"/>
                  <a:gd name="connsiteY60" fmla="*/ 4763 h 197167"/>
                  <a:gd name="connsiteX61" fmla="*/ 59055 w 188594"/>
                  <a:gd name="connsiteY61" fmla="*/ 4763 h 197167"/>
                  <a:gd name="connsiteX62" fmla="*/ 30480 w 188594"/>
                  <a:gd name="connsiteY62" fmla="*/ 9525 h 197167"/>
                  <a:gd name="connsiteX63" fmla="*/ 21907 w 188594"/>
                  <a:gd name="connsiteY63" fmla="*/ 10478 h 197167"/>
                  <a:gd name="connsiteX64" fmla="*/ 20002 w 188594"/>
                  <a:gd name="connsiteY64" fmla="*/ 11430 h 197167"/>
                  <a:gd name="connsiteX65" fmla="*/ 20002 w 188594"/>
                  <a:gd name="connsiteY65" fmla="*/ 89535 h 197167"/>
                  <a:gd name="connsiteX66" fmla="*/ 20002 w 188594"/>
                  <a:gd name="connsiteY66" fmla="*/ 89535 h 197167"/>
                  <a:gd name="connsiteX67" fmla="*/ 0 w 188594"/>
                  <a:gd name="connsiteY67" fmla="*/ 89535 h 197167"/>
                  <a:gd name="connsiteX68" fmla="*/ 0 w 188594"/>
                  <a:gd name="connsiteY68" fmla="*/ 150495 h 197167"/>
                  <a:gd name="connsiteX69" fmla="*/ 5715 w 188594"/>
                  <a:gd name="connsiteY69" fmla="*/ 156210 h 197167"/>
                  <a:gd name="connsiteX70" fmla="*/ 10477 w 188594"/>
                  <a:gd name="connsiteY70" fmla="*/ 161925 h 197167"/>
                  <a:gd name="connsiteX71" fmla="*/ 14288 w 188594"/>
                  <a:gd name="connsiteY71" fmla="*/ 168593 h 197167"/>
                  <a:gd name="connsiteX72" fmla="*/ 16192 w 188594"/>
                  <a:gd name="connsiteY72" fmla="*/ 176213 h 197167"/>
                  <a:gd name="connsiteX73" fmla="*/ 16192 w 188594"/>
                  <a:gd name="connsiteY73" fmla="*/ 180023 h 197167"/>
                  <a:gd name="connsiteX74" fmla="*/ 16192 w 188594"/>
                  <a:gd name="connsiteY74" fmla="*/ 181928 h 197167"/>
                  <a:gd name="connsiteX75" fmla="*/ 14288 w 188594"/>
                  <a:gd name="connsiteY75" fmla="*/ 184785 h 197167"/>
                  <a:gd name="connsiteX76" fmla="*/ 13335 w 188594"/>
                  <a:gd name="connsiteY76" fmla="*/ 187643 h 197167"/>
                  <a:gd name="connsiteX77" fmla="*/ 12382 w 188594"/>
                  <a:gd name="connsiteY77" fmla="*/ 189548 h 197167"/>
                  <a:gd name="connsiteX78" fmla="*/ 12382 w 188594"/>
                  <a:gd name="connsiteY78" fmla="*/ 191453 h 197167"/>
                  <a:gd name="connsiteX79" fmla="*/ 13335 w 188594"/>
                  <a:gd name="connsiteY79" fmla="*/ 194310 h 197167"/>
                  <a:gd name="connsiteX80" fmla="*/ 13335 w 188594"/>
                  <a:gd name="connsiteY80" fmla="*/ 195263 h 197167"/>
                  <a:gd name="connsiteX81" fmla="*/ 15240 w 188594"/>
                  <a:gd name="connsiteY81" fmla="*/ 196215 h 197167"/>
                  <a:gd name="connsiteX82" fmla="*/ 16192 w 188594"/>
                  <a:gd name="connsiteY82" fmla="*/ 196215 h 197167"/>
                  <a:gd name="connsiteX83" fmla="*/ 19050 w 188594"/>
                  <a:gd name="connsiteY83" fmla="*/ 196215 h 197167"/>
                  <a:gd name="connsiteX84" fmla="*/ 30480 w 188594"/>
                  <a:gd name="connsiteY84" fmla="*/ 197168 h 197167"/>
                  <a:gd name="connsiteX85" fmla="*/ 33338 w 188594"/>
                  <a:gd name="connsiteY85" fmla="*/ 197168 h 197167"/>
                  <a:gd name="connsiteX86" fmla="*/ 34290 w 188594"/>
                  <a:gd name="connsiteY86" fmla="*/ 196215 h 197167"/>
                  <a:gd name="connsiteX87" fmla="*/ 35242 w 188594"/>
                  <a:gd name="connsiteY87" fmla="*/ 195263 h 197167"/>
                  <a:gd name="connsiteX88" fmla="*/ 36195 w 188594"/>
                  <a:gd name="connsiteY88" fmla="*/ 194310 h 197167"/>
                  <a:gd name="connsiteX89" fmla="*/ 37147 w 188594"/>
                  <a:gd name="connsiteY89" fmla="*/ 193358 h 197167"/>
                  <a:gd name="connsiteX90" fmla="*/ 38100 w 188594"/>
                  <a:gd name="connsiteY90" fmla="*/ 192405 h 197167"/>
                  <a:gd name="connsiteX91" fmla="*/ 40957 w 188594"/>
                  <a:gd name="connsiteY91" fmla="*/ 191453 h 197167"/>
                  <a:gd name="connsiteX92" fmla="*/ 42863 w 188594"/>
                  <a:gd name="connsiteY92" fmla="*/ 190500 h 197167"/>
                  <a:gd name="connsiteX93" fmla="*/ 46672 w 188594"/>
                  <a:gd name="connsiteY93" fmla="*/ 185738 h 197167"/>
                  <a:gd name="connsiteX94" fmla="*/ 48577 w 188594"/>
                  <a:gd name="connsiteY94" fmla="*/ 184785 h 197167"/>
                  <a:gd name="connsiteX95" fmla="*/ 52388 w 188594"/>
                  <a:gd name="connsiteY95" fmla="*/ 180975 h 197167"/>
                  <a:gd name="connsiteX96" fmla="*/ 53340 w 188594"/>
                  <a:gd name="connsiteY96" fmla="*/ 180023 h 197167"/>
                  <a:gd name="connsiteX97" fmla="*/ 54292 w 188594"/>
                  <a:gd name="connsiteY97" fmla="*/ 177165 h 197167"/>
                  <a:gd name="connsiteX98" fmla="*/ 57150 w 188594"/>
                  <a:gd name="connsiteY98" fmla="*/ 169545 h 197167"/>
                  <a:gd name="connsiteX99" fmla="*/ 58102 w 188594"/>
                  <a:gd name="connsiteY99" fmla="*/ 166688 h 197167"/>
                  <a:gd name="connsiteX100" fmla="*/ 60960 w 188594"/>
                  <a:gd name="connsiteY100" fmla="*/ 163830 h 197167"/>
                  <a:gd name="connsiteX101" fmla="*/ 63817 w 188594"/>
                  <a:gd name="connsiteY101" fmla="*/ 161925 h 197167"/>
                  <a:gd name="connsiteX102" fmla="*/ 66675 w 188594"/>
                  <a:gd name="connsiteY102" fmla="*/ 161925 h 197167"/>
                  <a:gd name="connsiteX103" fmla="*/ 70485 w 188594"/>
                  <a:gd name="connsiteY103" fmla="*/ 162878 h 197167"/>
                  <a:gd name="connsiteX104" fmla="*/ 72390 w 188594"/>
                  <a:gd name="connsiteY104" fmla="*/ 163830 h 197167"/>
                  <a:gd name="connsiteX105" fmla="*/ 77152 w 188594"/>
                  <a:gd name="connsiteY105" fmla="*/ 167640 h 197167"/>
                  <a:gd name="connsiteX106" fmla="*/ 78105 w 188594"/>
                  <a:gd name="connsiteY106" fmla="*/ 168593 h 197167"/>
                  <a:gd name="connsiteX107" fmla="*/ 82867 w 188594"/>
                  <a:gd name="connsiteY107" fmla="*/ 169545 h 197167"/>
                  <a:gd name="connsiteX108" fmla="*/ 89535 w 188594"/>
                  <a:gd name="connsiteY108" fmla="*/ 172403 h 197167"/>
                  <a:gd name="connsiteX109" fmla="*/ 92392 w 188594"/>
                  <a:gd name="connsiteY109" fmla="*/ 173355 h 197167"/>
                  <a:gd name="connsiteX110" fmla="*/ 96202 w 188594"/>
                  <a:gd name="connsiteY110" fmla="*/ 174308 h 197167"/>
                  <a:gd name="connsiteX111" fmla="*/ 103822 w 188594"/>
                  <a:gd name="connsiteY111" fmla="*/ 173355 h 197167"/>
                  <a:gd name="connsiteX112" fmla="*/ 107632 w 188594"/>
                  <a:gd name="connsiteY112" fmla="*/ 172403 h 197167"/>
                  <a:gd name="connsiteX113" fmla="*/ 110490 w 188594"/>
                  <a:gd name="connsiteY113" fmla="*/ 171450 h 197167"/>
                  <a:gd name="connsiteX114" fmla="*/ 113347 w 188594"/>
                  <a:gd name="connsiteY114" fmla="*/ 168593 h 197167"/>
                  <a:gd name="connsiteX115" fmla="*/ 114300 w 188594"/>
                  <a:gd name="connsiteY115" fmla="*/ 164783 h 197167"/>
                  <a:gd name="connsiteX116" fmla="*/ 118110 w 188594"/>
                  <a:gd name="connsiteY116" fmla="*/ 153353 h 197167"/>
                  <a:gd name="connsiteX117" fmla="*/ 120015 w 188594"/>
                  <a:gd name="connsiteY117" fmla="*/ 151448 h 197167"/>
                  <a:gd name="connsiteX118" fmla="*/ 121920 w 188594"/>
                  <a:gd name="connsiteY118" fmla="*/ 149543 h 197167"/>
                  <a:gd name="connsiteX119" fmla="*/ 128588 w 188594"/>
                  <a:gd name="connsiteY119" fmla="*/ 146685 h 197167"/>
                  <a:gd name="connsiteX120" fmla="*/ 132397 w 188594"/>
                  <a:gd name="connsiteY120" fmla="*/ 144780 h 197167"/>
                  <a:gd name="connsiteX121" fmla="*/ 135255 w 188594"/>
                  <a:gd name="connsiteY121" fmla="*/ 141923 h 197167"/>
                  <a:gd name="connsiteX122" fmla="*/ 137160 w 188594"/>
                  <a:gd name="connsiteY122" fmla="*/ 139065 h 197167"/>
                  <a:gd name="connsiteX123" fmla="*/ 139065 w 188594"/>
                  <a:gd name="connsiteY123" fmla="*/ 135255 h 197167"/>
                  <a:gd name="connsiteX124" fmla="*/ 140970 w 188594"/>
                  <a:gd name="connsiteY124" fmla="*/ 127635 h 197167"/>
                  <a:gd name="connsiteX125" fmla="*/ 142875 w 188594"/>
                  <a:gd name="connsiteY125" fmla="*/ 124778 h 197167"/>
                  <a:gd name="connsiteX126" fmla="*/ 144780 w 188594"/>
                  <a:gd name="connsiteY126" fmla="*/ 121920 h 197167"/>
                  <a:gd name="connsiteX127" fmla="*/ 155257 w 188594"/>
                  <a:gd name="connsiteY127" fmla="*/ 115253 h 197167"/>
                  <a:gd name="connsiteX128" fmla="*/ 159067 w 188594"/>
                  <a:gd name="connsiteY128" fmla="*/ 112395 h 197167"/>
                  <a:gd name="connsiteX129" fmla="*/ 163830 w 188594"/>
                  <a:gd name="connsiteY129" fmla="*/ 107633 h 197167"/>
                  <a:gd name="connsiteX130" fmla="*/ 166688 w 188594"/>
                  <a:gd name="connsiteY130" fmla="*/ 104775 h 197167"/>
                  <a:gd name="connsiteX131" fmla="*/ 170497 w 188594"/>
                  <a:gd name="connsiteY131" fmla="*/ 102870 h 197167"/>
                  <a:gd name="connsiteX132" fmla="*/ 174307 w 188594"/>
                  <a:gd name="connsiteY132" fmla="*/ 101918 h 197167"/>
                  <a:gd name="connsiteX133" fmla="*/ 178117 w 188594"/>
                  <a:gd name="connsiteY133" fmla="*/ 100013 h 197167"/>
                  <a:gd name="connsiteX134" fmla="*/ 180975 w 188594"/>
                  <a:gd name="connsiteY134" fmla="*/ 97155 h 197167"/>
                  <a:gd name="connsiteX135" fmla="*/ 184785 w 188594"/>
                  <a:gd name="connsiteY135" fmla="*/ 95250 h 197167"/>
                  <a:gd name="connsiteX136" fmla="*/ 188595 w 188594"/>
                  <a:gd name="connsiteY136" fmla="*/ 94298 h 197167"/>
                  <a:gd name="connsiteX137" fmla="*/ 187642 w 188594"/>
                  <a:gd name="connsiteY137" fmla="*/ 92393 h 197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88594" h="197167">
                    <a:moveTo>
                      <a:pt x="183832" y="91440"/>
                    </a:moveTo>
                    <a:lnTo>
                      <a:pt x="182880" y="90488"/>
                    </a:lnTo>
                    <a:lnTo>
                      <a:pt x="181927" y="89535"/>
                    </a:lnTo>
                    <a:lnTo>
                      <a:pt x="181927" y="88583"/>
                    </a:lnTo>
                    <a:lnTo>
                      <a:pt x="181927" y="87630"/>
                    </a:lnTo>
                    <a:lnTo>
                      <a:pt x="181927" y="86678"/>
                    </a:lnTo>
                    <a:lnTo>
                      <a:pt x="179070" y="84773"/>
                    </a:lnTo>
                    <a:lnTo>
                      <a:pt x="175260" y="82868"/>
                    </a:lnTo>
                    <a:lnTo>
                      <a:pt x="166688" y="80963"/>
                    </a:lnTo>
                    <a:lnTo>
                      <a:pt x="162877" y="80010"/>
                    </a:lnTo>
                    <a:lnTo>
                      <a:pt x="160972" y="79058"/>
                    </a:lnTo>
                    <a:lnTo>
                      <a:pt x="155257" y="70485"/>
                    </a:lnTo>
                    <a:lnTo>
                      <a:pt x="155257" y="69533"/>
                    </a:lnTo>
                    <a:lnTo>
                      <a:pt x="154305" y="66675"/>
                    </a:lnTo>
                    <a:lnTo>
                      <a:pt x="155257" y="65723"/>
                    </a:lnTo>
                    <a:lnTo>
                      <a:pt x="155257" y="61913"/>
                    </a:lnTo>
                    <a:lnTo>
                      <a:pt x="155257" y="60960"/>
                    </a:lnTo>
                    <a:lnTo>
                      <a:pt x="155257" y="58103"/>
                    </a:lnTo>
                    <a:lnTo>
                      <a:pt x="154305" y="58103"/>
                    </a:lnTo>
                    <a:lnTo>
                      <a:pt x="153352" y="57150"/>
                    </a:lnTo>
                    <a:lnTo>
                      <a:pt x="151447" y="57150"/>
                    </a:lnTo>
                    <a:lnTo>
                      <a:pt x="149542" y="57150"/>
                    </a:lnTo>
                    <a:lnTo>
                      <a:pt x="148590" y="57150"/>
                    </a:lnTo>
                    <a:lnTo>
                      <a:pt x="147638" y="56198"/>
                    </a:lnTo>
                    <a:lnTo>
                      <a:pt x="147638" y="56198"/>
                    </a:lnTo>
                    <a:lnTo>
                      <a:pt x="147638" y="56198"/>
                    </a:lnTo>
                    <a:lnTo>
                      <a:pt x="146685" y="55245"/>
                    </a:lnTo>
                    <a:lnTo>
                      <a:pt x="145732" y="53340"/>
                    </a:lnTo>
                    <a:lnTo>
                      <a:pt x="145732" y="51435"/>
                    </a:lnTo>
                    <a:lnTo>
                      <a:pt x="144780" y="50483"/>
                    </a:lnTo>
                    <a:lnTo>
                      <a:pt x="143827" y="48578"/>
                    </a:lnTo>
                    <a:lnTo>
                      <a:pt x="141922" y="47625"/>
                    </a:lnTo>
                    <a:lnTo>
                      <a:pt x="136207" y="45720"/>
                    </a:lnTo>
                    <a:lnTo>
                      <a:pt x="129540" y="40958"/>
                    </a:lnTo>
                    <a:lnTo>
                      <a:pt x="126682" y="39053"/>
                    </a:lnTo>
                    <a:lnTo>
                      <a:pt x="123825" y="36195"/>
                    </a:lnTo>
                    <a:lnTo>
                      <a:pt x="121920" y="33338"/>
                    </a:lnTo>
                    <a:lnTo>
                      <a:pt x="118110" y="22860"/>
                    </a:lnTo>
                    <a:lnTo>
                      <a:pt x="110490" y="11430"/>
                    </a:lnTo>
                    <a:lnTo>
                      <a:pt x="106680" y="4763"/>
                    </a:lnTo>
                    <a:lnTo>
                      <a:pt x="105727" y="0"/>
                    </a:lnTo>
                    <a:lnTo>
                      <a:pt x="103822" y="0"/>
                    </a:lnTo>
                    <a:lnTo>
                      <a:pt x="100965" y="0"/>
                    </a:lnTo>
                    <a:lnTo>
                      <a:pt x="99060" y="953"/>
                    </a:lnTo>
                    <a:lnTo>
                      <a:pt x="97155" y="953"/>
                    </a:lnTo>
                    <a:lnTo>
                      <a:pt x="96202" y="1905"/>
                    </a:lnTo>
                    <a:lnTo>
                      <a:pt x="94297" y="3810"/>
                    </a:lnTo>
                    <a:lnTo>
                      <a:pt x="93345" y="4763"/>
                    </a:lnTo>
                    <a:lnTo>
                      <a:pt x="91440" y="4763"/>
                    </a:lnTo>
                    <a:lnTo>
                      <a:pt x="91440" y="4763"/>
                    </a:lnTo>
                    <a:lnTo>
                      <a:pt x="90488" y="4763"/>
                    </a:lnTo>
                    <a:lnTo>
                      <a:pt x="89535" y="4763"/>
                    </a:lnTo>
                    <a:lnTo>
                      <a:pt x="85725" y="5715"/>
                    </a:lnTo>
                    <a:lnTo>
                      <a:pt x="82867" y="6668"/>
                    </a:lnTo>
                    <a:lnTo>
                      <a:pt x="80010" y="8573"/>
                    </a:lnTo>
                    <a:lnTo>
                      <a:pt x="77152" y="11430"/>
                    </a:lnTo>
                    <a:lnTo>
                      <a:pt x="73342" y="13335"/>
                    </a:lnTo>
                    <a:lnTo>
                      <a:pt x="71438" y="11430"/>
                    </a:lnTo>
                    <a:lnTo>
                      <a:pt x="70485" y="8573"/>
                    </a:lnTo>
                    <a:lnTo>
                      <a:pt x="66675" y="5715"/>
                    </a:lnTo>
                    <a:lnTo>
                      <a:pt x="63817" y="4763"/>
                    </a:lnTo>
                    <a:lnTo>
                      <a:pt x="59055" y="4763"/>
                    </a:lnTo>
                    <a:lnTo>
                      <a:pt x="30480" y="9525"/>
                    </a:lnTo>
                    <a:lnTo>
                      <a:pt x="21907" y="10478"/>
                    </a:lnTo>
                    <a:lnTo>
                      <a:pt x="20002" y="11430"/>
                    </a:lnTo>
                    <a:lnTo>
                      <a:pt x="20002" y="89535"/>
                    </a:lnTo>
                    <a:lnTo>
                      <a:pt x="20002" y="89535"/>
                    </a:lnTo>
                    <a:lnTo>
                      <a:pt x="0" y="89535"/>
                    </a:lnTo>
                    <a:lnTo>
                      <a:pt x="0" y="150495"/>
                    </a:lnTo>
                    <a:lnTo>
                      <a:pt x="5715" y="156210"/>
                    </a:lnTo>
                    <a:lnTo>
                      <a:pt x="10477" y="161925"/>
                    </a:lnTo>
                    <a:lnTo>
                      <a:pt x="14288" y="168593"/>
                    </a:lnTo>
                    <a:lnTo>
                      <a:pt x="16192" y="176213"/>
                    </a:lnTo>
                    <a:lnTo>
                      <a:pt x="16192" y="180023"/>
                    </a:lnTo>
                    <a:lnTo>
                      <a:pt x="16192" y="181928"/>
                    </a:lnTo>
                    <a:lnTo>
                      <a:pt x="14288" y="184785"/>
                    </a:lnTo>
                    <a:lnTo>
                      <a:pt x="13335" y="187643"/>
                    </a:lnTo>
                    <a:lnTo>
                      <a:pt x="12382" y="189548"/>
                    </a:lnTo>
                    <a:lnTo>
                      <a:pt x="12382" y="191453"/>
                    </a:lnTo>
                    <a:lnTo>
                      <a:pt x="13335" y="194310"/>
                    </a:lnTo>
                    <a:lnTo>
                      <a:pt x="13335" y="195263"/>
                    </a:lnTo>
                    <a:lnTo>
                      <a:pt x="15240" y="196215"/>
                    </a:lnTo>
                    <a:lnTo>
                      <a:pt x="16192" y="196215"/>
                    </a:lnTo>
                    <a:lnTo>
                      <a:pt x="19050" y="196215"/>
                    </a:lnTo>
                    <a:lnTo>
                      <a:pt x="30480" y="197168"/>
                    </a:lnTo>
                    <a:lnTo>
                      <a:pt x="33338" y="197168"/>
                    </a:lnTo>
                    <a:lnTo>
                      <a:pt x="34290" y="196215"/>
                    </a:lnTo>
                    <a:lnTo>
                      <a:pt x="35242" y="195263"/>
                    </a:lnTo>
                    <a:lnTo>
                      <a:pt x="36195" y="194310"/>
                    </a:lnTo>
                    <a:lnTo>
                      <a:pt x="37147" y="193358"/>
                    </a:lnTo>
                    <a:lnTo>
                      <a:pt x="38100" y="192405"/>
                    </a:lnTo>
                    <a:lnTo>
                      <a:pt x="40957" y="191453"/>
                    </a:lnTo>
                    <a:lnTo>
                      <a:pt x="42863" y="190500"/>
                    </a:lnTo>
                    <a:lnTo>
                      <a:pt x="46672" y="185738"/>
                    </a:lnTo>
                    <a:lnTo>
                      <a:pt x="48577" y="184785"/>
                    </a:lnTo>
                    <a:lnTo>
                      <a:pt x="52388" y="180975"/>
                    </a:lnTo>
                    <a:lnTo>
                      <a:pt x="53340" y="180023"/>
                    </a:lnTo>
                    <a:lnTo>
                      <a:pt x="54292" y="177165"/>
                    </a:lnTo>
                    <a:lnTo>
                      <a:pt x="57150" y="169545"/>
                    </a:lnTo>
                    <a:lnTo>
                      <a:pt x="58102" y="166688"/>
                    </a:lnTo>
                    <a:lnTo>
                      <a:pt x="60960" y="163830"/>
                    </a:lnTo>
                    <a:lnTo>
                      <a:pt x="63817" y="161925"/>
                    </a:lnTo>
                    <a:lnTo>
                      <a:pt x="66675" y="161925"/>
                    </a:lnTo>
                    <a:lnTo>
                      <a:pt x="70485" y="162878"/>
                    </a:lnTo>
                    <a:lnTo>
                      <a:pt x="72390" y="163830"/>
                    </a:lnTo>
                    <a:lnTo>
                      <a:pt x="77152" y="167640"/>
                    </a:lnTo>
                    <a:lnTo>
                      <a:pt x="78105" y="168593"/>
                    </a:lnTo>
                    <a:lnTo>
                      <a:pt x="82867" y="169545"/>
                    </a:lnTo>
                    <a:lnTo>
                      <a:pt x="89535" y="172403"/>
                    </a:lnTo>
                    <a:lnTo>
                      <a:pt x="92392" y="173355"/>
                    </a:lnTo>
                    <a:lnTo>
                      <a:pt x="96202" y="174308"/>
                    </a:lnTo>
                    <a:lnTo>
                      <a:pt x="103822" y="173355"/>
                    </a:lnTo>
                    <a:lnTo>
                      <a:pt x="107632" y="172403"/>
                    </a:lnTo>
                    <a:lnTo>
                      <a:pt x="110490" y="171450"/>
                    </a:lnTo>
                    <a:lnTo>
                      <a:pt x="113347" y="168593"/>
                    </a:lnTo>
                    <a:lnTo>
                      <a:pt x="114300" y="164783"/>
                    </a:lnTo>
                    <a:lnTo>
                      <a:pt x="118110" y="153353"/>
                    </a:lnTo>
                    <a:lnTo>
                      <a:pt x="120015" y="151448"/>
                    </a:lnTo>
                    <a:lnTo>
                      <a:pt x="121920" y="149543"/>
                    </a:lnTo>
                    <a:lnTo>
                      <a:pt x="128588" y="146685"/>
                    </a:lnTo>
                    <a:lnTo>
                      <a:pt x="132397" y="144780"/>
                    </a:lnTo>
                    <a:lnTo>
                      <a:pt x="135255" y="141923"/>
                    </a:lnTo>
                    <a:lnTo>
                      <a:pt x="137160" y="139065"/>
                    </a:lnTo>
                    <a:lnTo>
                      <a:pt x="139065" y="135255"/>
                    </a:lnTo>
                    <a:lnTo>
                      <a:pt x="140970" y="127635"/>
                    </a:lnTo>
                    <a:lnTo>
                      <a:pt x="142875" y="124778"/>
                    </a:lnTo>
                    <a:lnTo>
                      <a:pt x="144780" y="121920"/>
                    </a:lnTo>
                    <a:lnTo>
                      <a:pt x="155257" y="115253"/>
                    </a:lnTo>
                    <a:lnTo>
                      <a:pt x="159067" y="112395"/>
                    </a:lnTo>
                    <a:lnTo>
                      <a:pt x="163830" y="107633"/>
                    </a:lnTo>
                    <a:lnTo>
                      <a:pt x="166688" y="104775"/>
                    </a:lnTo>
                    <a:lnTo>
                      <a:pt x="170497" y="102870"/>
                    </a:lnTo>
                    <a:lnTo>
                      <a:pt x="174307" y="101918"/>
                    </a:lnTo>
                    <a:lnTo>
                      <a:pt x="178117" y="100013"/>
                    </a:lnTo>
                    <a:lnTo>
                      <a:pt x="180975" y="97155"/>
                    </a:lnTo>
                    <a:lnTo>
                      <a:pt x="184785" y="95250"/>
                    </a:lnTo>
                    <a:lnTo>
                      <a:pt x="188595" y="94298"/>
                    </a:lnTo>
                    <a:lnTo>
                      <a:pt x="187642" y="9239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1" name="Freeform: Shape 101">
                <a:extLst>
                  <a:ext uri="{FF2B5EF4-FFF2-40B4-BE49-F238E27FC236}">
                    <a16:creationId xmlns:a16="http://schemas.microsoft.com/office/drawing/2014/main" id="{97F57FE7-DBAE-9345-6535-79391B55FEE1}"/>
                  </a:ext>
                </a:extLst>
              </p:cNvPr>
              <p:cNvSpPr/>
              <p:nvPr/>
            </p:nvSpPr>
            <p:spPr>
              <a:xfrm>
                <a:off x="6420548" y="4688190"/>
                <a:ext cx="172892" cy="171911"/>
              </a:xfrm>
              <a:custGeom>
                <a:avLst/>
                <a:gdLst>
                  <a:gd name="connsiteX0" fmla="*/ 87630 w 156210"/>
                  <a:gd name="connsiteY0" fmla="*/ 952 h 144779"/>
                  <a:gd name="connsiteX1" fmla="*/ 79057 w 156210"/>
                  <a:gd name="connsiteY1" fmla="*/ 2857 h 144779"/>
                  <a:gd name="connsiteX2" fmla="*/ 73342 w 156210"/>
                  <a:gd name="connsiteY2" fmla="*/ 8572 h 144779"/>
                  <a:gd name="connsiteX3" fmla="*/ 72390 w 156210"/>
                  <a:gd name="connsiteY3" fmla="*/ 11430 h 144779"/>
                  <a:gd name="connsiteX4" fmla="*/ 72390 w 156210"/>
                  <a:gd name="connsiteY4" fmla="*/ 15240 h 144779"/>
                  <a:gd name="connsiteX5" fmla="*/ 71438 w 156210"/>
                  <a:gd name="connsiteY5" fmla="*/ 18097 h 144779"/>
                  <a:gd name="connsiteX6" fmla="*/ 67627 w 156210"/>
                  <a:gd name="connsiteY6" fmla="*/ 20002 h 144779"/>
                  <a:gd name="connsiteX7" fmla="*/ 57150 w 156210"/>
                  <a:gd name="connsiteY7" fmla="*/ 24765 h 144779"/>
                  <a:gd name="connsiteX8" fmla="*/ 53340 w 156210"/>
                  <a:gd name="connsiteY8" fmla="*/ 27622 h 144779"/>
                  <a:gd name="connsiteX9" fmla="*/ 48577 w 156210"/>
                  <a:gd name="connsiteY9" fmla="*/ 33338 h 144779"/>
                  <a:gd name="connsiteX10" fmla="*/ 43815 w 156210"/>
                  <a:gd name="connsiteY10" fmla="*/ 40957 h 144779"/>
                  <a:gd name="connsiteX11" fmla="*/ 38100 w 156210"/>
                  <a:gd name="connsiteY11" fmla="*/ 47625 h 144779"/>
                  <a:gd name="connsiteX12" fmla="*/ 30480 w 156210"/>
                  <a:gd name="connsiteY12" fmla="*/ 50482 h 144779"/>
                  <a:gd name="connsiteX13" fmla="*/ 28575 w 156210"/>
                  <a:gd name="connsiteY13" fmla="*/ 50482 h 144779"/>
                  <a:gd name="connsiteX14" fmla="*/ 25717 w 156210"/>
                  <a:gd name="connsiteY14" fmla="*/ 49530 h 144779"/>
                  <a:gd name="connsiteX15" fmla="*/ 23813 w 156210"/>
                  <a:gd name="connsiteY15" fmla="*/ 49530 h 144779"/>
                  <a:gd name="connsiteX16" fmla="*/ 21907 w 156210"/>
                  <a:gd name="connsiteY16" fmla="*/ 48577 h 144779"/>
                  <a:gd name="connsiteX17" fmla="*/ 20002 w 156210"/>
                  <a:gd name="connsiteY17" fmla="*/ 48577 h 144779"/>
                  <a:gd name="connsiteX18" fmla="*/ 17145 w 156210"/>
                  <a:gd name="connsiteY18" fmla="*/ 49530 h 144779"/>
                  <a:gd name="connsiteX19" fmla="*/ 15240 w 156210"/>
                  <a:gd name="connsiteY19" fmla="*/ 49530 h 144779"/>
                  <a:gd name="connsiteX20" fmla="*/ 13335 w 156210"/>
                  <a:gd name="connsiteY20" fmla="*/ 48577 h 144779"/>
                  <a:gd name="connsiteX21" fmla="*/ 9525 w 156210"/>
                  <a:gd name="connsiteY21" fmla="*/ 46672 h 144779"/>
                  <a:gd name="connsiteX22" fmla="*/ 7620 w 156210"/>
                  <a:gd name="connsiteY22" fmla="*/ 46672 h 144779"/>
                  <a:gd name="connsiteX23" fmla="*/ 6667 w 156210"/>
                  <a:gd name="connsiteY23" fmla="*/ 45720 h 144779"/>
                  <a:gd name="connsiteX24" fmla="*/ 2857 w 156210"/>
                  <a:gd name="connsiteY24" fmla="*/ 45720 h 144779"/>
                  <a:gd name="connsiteX25" fmla="*/ 0 w 156210"/>
                  <a:gd name="connsiteY25" fmla="*/ 45720 h 144779"/>
                  <a:gd name="connsiteX26" fmla="*/ 952 w 156210"/>
                  <a:gd name="connsiteY26" fmla="*/ 50482 h 144779"/>
                  <a:gd name="connsiteX27" fmla="*/ 4763 w 156210"/>
                  <a:gd name="connsiteY27" fmla="*/ 57150 h 144779"/>
                  <a:gd name="connsiteX28" fmla="*/ 12382 w 156210"/>
                  <a:gd name="connsiteY28" fmla="*/ 68580 h 144779"/>
                  <a:gd name="connsiteX29" fmla="*/ 16192 w 156210"/>
                  <a:gd name="connsiteY29" fmla="*/ 79057 h 144779"/>
                  <a:gd name="connsiteX30" fmla="*/ 18098 w 156210"/>
                  <a:gd name="connsiteY30" fmla="*/ 81915 h 144779"/>
                  <a:gd name="connsiteX31" fmla="*/ 20955 w 156210"/>
                  <a:gd name="connsiteY31" fmla="*/ 84772 h 144779"/>
                  <a:gd name="connsiteX32" fmla="*/ 23813 w 156210"/>
                  <a:gd name="connsiteY32" fmla="*/ 86677 h 144779"/>
                  <a:gd name="connsiteX33" fmla="*/ 30480 w 156210"/>
                  <a:gd name="connsiteY33" fmla="*/ 91440 h 144779"/>
                  <a:gd name="connsiteX34" fmla="*/ 36195 w 156210"/>
                  <a:gd name="connsiteY34" fmla="*/ 93345 h 144779"/>
                  <a:gd name="connsiteX35" fmla="*/ 38100 w 156210"/>
                  <a:gd name="connsiteY35" fmla="*/ 94297 h 144779"/>
                  <a:gd name="connsiteX36" fmla="*/ 39052 w 156210"/>
                  <a:gd name="connsiteY36" fmla="*/ 96202 h 144779"/>
                  <a:gd name="connsiteX37" fmla="*/ 40005 w 156210"/>
                  <a:gd name="connsiteY37" fmla="*/ 97155 h 144779"/>
                  <a:gd name="connsiteX38" fmla="*/ 40005 w 156210"/>
                  <a:gd name="connsiteY38" fmla="*/ 99060 h 144779"/>
                  <a:gd name="connsiteX39" fmla="*/ 40957 w 156210"/>
                  <a:gd name="connsiteY39" fmla="*/ 100965 h 144779"/>
                  <a:gd name="connsiteX40" fmla="*/ 41910 w 156210"/>
                  <a:gd name="connsiteY40" fmla="*/ 101917 h 144779"/>
                  <a:gd name="connsiteX41" fmla="*/ 41910 w 156210"/>
                  <a:gd name="connsiteY41" fmla="*/ 101917 h 144779"/>
                  <a:gd name="connsiteX42" fmla="*/ 41910 w 156210"/>
                  <a:gd name="connsiteY42" fmla="*/ 101917 h 144779"/>
                  <a:gd name="connsiteX43" fmla="*/ 42863 w 156210"/>
                  <a:gd name="connsiteY43" fmla="*/ 102870 h 144779"/>
                  <a:gd name="connsiteX44" fmla="*/ 43815 w 156210"/>
                  <a:gd name="connsiteY44" fmla="*/ 102870 h 144779"/>
                  <a:gd name="connsiteX45" fmla="*/ 45720 w 156210"/>
                  <a:gd name="connsiteY45" fmla="*/ 102870 h 144779"/>
                  <a:gd name="connsiteX46" fmla="*/ 47625 w 156210"/>
                  <a:gd name="connsiteY46" fmla="*/ 102870 h 144779"/>
                  <a:gd name="connsiteX47" fmla="*/ 48577 w 156210"/>
                  <a:gd name="connsiteY47" fmla="*/ 103822 h 144779"/>
                  <a:gd name="connsiteX48" fmla="*/ 49530 w 156210"/>
                  <a:gd name="connsiteY48" fmla="*/ 103822 h 144779"/>
                  <a:gd name="connsiteX49" fmla="*/ 49530 w 156210"/>
                  <a:gd name="connsiteY49" fmla="*/ 106680 h 144779"/>
                  <a:gd name="connsiteX50" fmla="*/ 49530 w 156210"/>
                  <a:gd name="connsiteY50" fmla="*/ 107632 h 144779"/>
                  <a:gd name="connsiteX51" fmla="*/ 49530 w 156210"/>
                  <a:gd name="connsiteY51" fmla="*/ 111442 h 144779"/>
                  <a:gd name="connsiteX52" fmla="*/ 48577 w 156210"/>
                  <a:gd name="connsiteY52" fmla="*/ 112395 h 144779"/>
                  <a:gd name="connsiteX53" fmla="*/ 49530 w 156210"/>
                  <a:gd name="connsiteY53" fmla="*/ 115252 h 144779"/>
                  <a:gd name="connsiteX54" fmla="*/ 49530 w 156210"/>
                  <a:gd name="connsiteY54" fmla="*/ 116205 h 144779"/>
                  <a:gd name="connsiteX55" fmla="*/ 55245 w 156210"/>
                  <a:gd name="connsiteY55" fmla="*/ 124777 h 144779"/>
                  <a:gd name="connsiteX56" fmla="*/ 57150 w 156210"/>
                  <a:gd name="connsiteY56" fmla="*/ 125730 h 144779"/>
                  <a:gd name="connsiteX57" fmla="*/ 60960 w 156210"/>
                  <a:gd name="connsiteY57" fmla="*/ 126682 h 144779"/>
                  <a:gd name="connsiteX58" fmla="*/ 69532 w 156210"/>
                  <a:gd name="connsiteY58" fmla="*/ 128588 h 144779"/>
                  <a:gd name="connsiteX59" fmla="*/ 73342 w 156210"/>
                  <a:gd name="connsiteY59" fmla="*/ 130492 h 144779"/>
                  <a:gd name="connsiteX60" fmla="*/ 76200 w 156210"/>
                  <a:gd name="connsiteY60" fmla="*/ 132397 h 144779"/>
                  <a:gd name="connsiteX61" fmla="*/ 76200 w 156210"/>
                  <a:gd name="connsiteY61" fmla="*/ 133350 h 144779"/>
                  <a:gd name="connsiteX62" fmla="*/ 76200 w 156210"/>
                  <a:gd name="connsiteY62" fmla="*/ 134302 h 144779"/>
                  <a:gd name="connsiteX63" fmla="*/ 76200 w 156210"/>
                  <a:gd name="connsiteY63" fmla="*/ 135255 h 144779"/>
                  <a:gd name="connsiteX64" fmla="*/ 77152 w 156210"/>
                  <a:gd name="connsiteY64" fmla="*/ 136207 h 144779"/>
                  <a:gd name="connsiteX65" fmla="*/ 78105 w 156210"/>
                  <a:gd name="connsiteY65" fmla="*/ 137160 h 144779"/>
                  <a:gd name="connsiteX66" fmla="*/ 81915 w 156210"/>
                  <a:gd name="connsiteY66" fmla="*/ 138113 h 144779"/>
                  <a:gd name="connsiteX67" fmla="*/ 82867 w 156210"/>
                  <a:gd name="connsiteY67" fmla="*/ 140017 h 144779"/>
                  <a:gd name="connsiteX68" fmla="*/ 88582 w 156210"/>
                  <a:gd name="connsiteY68" fmla="*/ 140017 h 144779"/>
                  <a:gd name="connsiteX69" fmla="*/ 103823 w 156210"/>
                  <a:gd name="connsiteY69" fmla="*/ 142875 h 144779"/>
                  <a:gd name="connsiteX70" fmla="*/ 113348 w 156210"/>
                  <a:gd name="connsiteY70" fmla="*/ 141922 h 144779"/>
                  <a:gd name="connsiteX71" fmla="*/ 117157 w 156210"/>
                  <a:gd name="connsiteY71" fmla="*/ 141922 h 144779"/>
                  <a:gd name="connsiteX72" fmla="*/ 121920 w 156210"/>
                  <a:gd name="connsiteY72" fmla="*/ 144780 h 144779"/>
                  <a:gd name="connsiteX73" fmla="*/ 125730 w 156210"/>
                  <a:gd name="connsiteY73" fmla="*/ 140970 h 144779"/>
                  <a:gd name="connsiteX74" fmla="*/ 137160 w 156210"/>
                  <a:gd name="connsiteY74" fmla="*/ 128588 h 144779"/>
                  <a:gd name="connsiteX75" fmla="*/ 142875 w 156210"/>
                  <a:gd name="connsiteY75" fmla="*/ 122872 h 144779"/>
                  <a:gd name="connsiteX76" fmla="*/ 143827 w 156210"/>
                  <a:gd name="connsiteY76" fmla="*/ 120967 h 144779"/>
                  <a:gd name="connsiteX77" fmla="*/ 143827 w 156210"/>
                  <a:gd name="connsiteY77" fmla="*/ 120015 h 144779"/>
                  <a:gd name="connsiteX78" fmla="*/ 142875 w 156210"/>
                  <a:gd name="connsiteY78" fmla="*/ 118110 h 144779"/>
                  <a:gd name="connsiteX79" fmla="*/ 142875 w 156210"/>
                  <a:gd name="connsiteY79" fmla="*/ 117157 h 144779"/>
                  <a:gd name="connsiteX80" fmla="*/ 143827 w 156210"/>
                  <a:gd name="connsiteY80" fmla="*/ 115252 h 144779"/>
                  <a:gd name="connsiteX81" fmla="*/ 144780 w 156210"/>
                  <a:gd name="connsiteY81" fmla="*/ 112395 h 144779"/>
                  <a:gd name="connsiteX82" fmla="*/ 145732 w 156210"/>
                  <a:gd name="connsiteY82" fmla="*/ 111442 h 144779"/>
                  <a:gd name="connsiteX83" fmla="*/ 145732 w 156210"/>
                  <a:gd name="connsiteY83" fmla="*/ 108585 h 144779"/>
                  <a:gd name="connsiteX84" fmla="*/ 146685 w 156210"/>
                  <a:gd name="connsiteY84" fmla="*/ 106680 h 144779"/>
                  <a:gd name="connsiteX85" fmla="*/ 150495 w 156210"/>
                  <a:gd name="connsiteY85" fmla="*/ 101917 h 144779"/>
                  <a:gd name="connsiteX86" fmla="*/ 152400 w 156210"/>
                  <a:gd name="connsiteY86" fmla="*/ 99060 h 144779"/>
                  <a:gd name="connsiteX87" fmla="*/ 154305 w 156210"/>
                  <a:gd name="connsiteY87" fmla="*/ 96202 h 144779"/>
                  <a:gd name="connsiteX88" fmla="*/ 155257 w 156210"/>
                  <a:gd name="connsiteY88" fmla="*/ 94297 h 144779"/>
                  <a:gd name="connsiteX89" fmla="*/ 155257 w 156210"/>
                  <a:gd name="connsiteY89" fmla="*/ 91440 h 144779"/>
                  <a:gd name="connsiteX90" fmla="*/ 156210 w 156210"/>
                  <a:gd name="connsiteY90" fmla="*/ 90488 h 144779"/>
                  <a:gd name="connsiteX91" fmla="*/ 155257 w 156210"/>
                  <a:gd name="connsiteY91" fmla="*/ 88582 h 144779"/>
                  <a:gd name="connsiteX92" fmla="*/ 154305 w 156210"/>
                  <a:gd name="connsiteY92" fmla="*/ 85725 h 144779"/>
                  <a:gd name="connsiteX93" fmla="*/ 153352 w 156210"/>
                  <a:gd name="connsiteY93" fmla="*/ 83820 h 144779"/>
                  <a:gd name="connsiteX94" fmla="*/ 152400 w 156210"/>
                  <a:gd name="connsiteY94" fmla="*/ 82867 h 144779"/>
                  <a:gd name="connsiteX95" fmla="*/ 152400 w 156210"/>
                  <a:gd name="connsiteY95" fmla="*/ 80963 h 144779"/>
                  <a:gd name="connsiteX96" fmla="*/ 152400 w 156210"/>
                  <a:gd name="connsiteY96" fmla="*/ 79057 h 144779"/>
                  <a:gd name="connsiteX97" fmla="*/ 152400 w 156210"/>
                  <a:gd name="connsiteY97" fmla="*/ 78105 h 144779"/>
                  <a:gd name="connsiteX98" fmla="*/ 152400 w 156210"/>
                  <a:gd name="connsiteY98" fmla="*/ 75247 h 144779"/>
                  <a:gd name="connsiteX99" fmla="*/ 153352 w 156210"/>
                  <a:gd name="connsiteY99" fmla="*/ 73342 h 144779"/>
                  <a:gd name="connsiteX100" fmla="*/ 152400 w 156210"/>
                  <a:gd name="connsiteY100" fmla="*/ 73342 h 144779"/>
                  <a:gd name="connsiteX101" fmla="*/ 152400 w 156210"/>
                  <a:gd name="connsiteY101" fmla="*/ 72390 h 144779"/>
                  <a:gd name="connsiteX102" fmla="*/ 150495 w 156210"/>
                  <a:gd name="connsiteY102" fmla="*/ 71438 h 144779"/>
                  <a:gd name="connsiteX103" fmla="*/ 150495 w 156210"/>
                  <a:gd name="connsiteY103" fmla="*/ 71438 h 144779"/>
                  <a:gd name="connsiteX104" fmla="*/ 150495 w 156210"/>
                  <a:gd name="connsiteY104" fmla="*/ 68580 h 144779"/>
                  <a:gd name="connsiteX105" fmla="*/ 150495 w 156210"/>
                  <a:gd name="connsiteY105" fmla="*/ 67627 h 144779"/>
                  <a:gd name="connsiteX106" fmla="*/ 152400 w 156210"/>
                  <a:gd name="connsiteY106" fmla="*/ 66675 h 144779"/>
                  <a:gd name="connsiteX107" fmla="*/ 153352 w 156210"/>
                  <a:gd name="connsiteY107" fmla="*/ 65722 h 144779"/>
                  <a:gd name="connsiteX108" fmla="*/ 155257 w 156210"/>
                  <a:gd name="connsiteY108" fmla="*/ 61913 h 144779"/>
                  <a:gd name="connsiteX109" fmla="*/ 155257 w 156210"/>
                  <a:gd name="connsiteY109" fmla="*/ 58102 h 144779"/>
                  <a:gd name="connsiteX110" fmla="*/ 155257 w 156210"/>
                  <a:gd name="connsiteY110" fmla="*/ 49530 h 144779"/>
                  <a:gd name="connsiteX111" fmla="*/ 155257 w 156210"/>
                  <a:gd name="connsiteY111" fmla="*/ 38100 h 144779"/>
                  <a:gd name="connsiteX112" fmla="*/ 155257 w 156210"/>
                  <a:gd name="connsiteY112" fmla="*/ 35242 h 144779"/>
                  <a:gd name="connsiteX113" fmla="*/ 154305 w 156210"/>
                  <a:gd name="connsiteY113" fmla="*/ 30480 h 144779"/>
                  <a:gd name="connsiteX114" fmla="*/ 153352 w 156210"/>
                  <a:gd name="connsiteY114" fmla="*/ 27622 h 144779"/>
                  <a:gd name="connsiteX115" fmla="*/ 154305 w 156210"/>
                  <a:gd name="connsiteY115" fmla="*/ 26670 h 144779"/>
                  <a:gd name="connsiteX116" fmla="*/ 155257 w 156210"/>
                  <a:gd name="connsiteY116" fmla="*/ 23813 h 144779"/>
                  <a:gd name="connsiteX117" fmla="*/ 155257 w 156210"/>
                  <a:gd name="connsiteY117" fmla="*/ 23813 h 144779"/>
                  <a:gd name="connsiteX118" fmla="*/ 154305 w 156210"/>
                  <a:gd name="connsiteY118" fmla="*/ 22860 h 144779"/>
                  <a:gd name="connsiteX119" fmla="*/ 154305 w 156210"/>
                  <a:gd name="connsiteY119" fmla="*/ 22860 h 144779"/>
                  <a:gd name="connsiteX120" fmla="*/ 153352 w 156210"/>
                  <a:gd name="connsiteY120" fmla="*/ 22860 h 144779"/>
                  <a:gd name="connsiteX121" fmla="*/ 152400 w 156210"/>
                  <a:gd name="connsiteY121" fmla="*/ 22860 h 144779"/>
                  <a:gd name="connsiteX122" fmla="*/ 150495 w 156210"/>
                  <a:gd name="connsiteY122" fmla="*/ 20955 h 144779"/>
                  <a:gd name="connsiteX123" fmla="*/ 148590 w 156210"/>
                  <a:gd name="connsiteY123" fmla="*/ 20002 h 144779"/>
                  <a:gd name="connsiteX124" fmla="*/ 146685 w 156210"/>
                  <a:gd name="connsiteY124" fmla="*/ 19050 h 144779"/>
                  <a:gd name="connsiteX125" fmla="*/ 144780 w 156210"/>
                  <a:gd name="connsiteY125" fmla="*/ 18097 h 144779"/>
                  <a:gd name="connsiteX126" fmla="*/ 142875 w 156210"/>
                  <a:gd name="connsiteY126" fmla="*/ 18097 h 144779"/>
                  <a:gd name="connsiteX127" fmla="*/ 137160 w 156210"/>
                  <a:gd name="connsiteY127" fmla="*/ 17145 h 144779"/>
                  <a:gd name="connsiteX128" fmla="*/ 135255 w 156210"/>
                  <a:gd name="connsiteY128" fmla="*/ 16192 h 144779"/>
                  <a:gd name="connsiteX129" fmla="*/ 134302 w 156210"/>
                  <a:gd name="connsiteY129" fmla="*/ 16192 h 144779"/>
                  <a:gd name="connsiteX130" fmla="*/ 131445 w 156210"/>
                  <a:gd name="connsiteY130" fmla="*/ 14288 h 144779"/>
                  <a:gd name="connsiteX131" fmla="*/ 126682 w 156210"/>
                  <a:gd name="connsiteY131" fmla="*/ 11430 h 144779"/>
                  <a:gd name="connsiteX132" fmla="*/ 120967 w 156210"/>
                  <a:gd name="connsiteY132" fmla="*/ 8572 h 144779"/>
                  <a:gd name="connsiteX133" fmla="*/ 118110 w 156210"/>
                  <a:gd name="connsiteY133" fmla="*/ 8572 h 144779"/>
                  <a:gd name="connsiteX134" fmla="*/ 108585 w 156210"/>
                  <a:gd name="connsiteY134" fmla="*/ 7620 h 144779"/>
                  <a:gd name="connsiteX135" fmla="*/ 105727 w 156210"/>
                  <a:gd name="connsiteY135" fmla="*/ 7620 h 144779"/>
                  <a:gd name="connsiteX136" fmla="*/ 103823 w 156210"/>
                  <a:gd name="connsiteY136" fmla="*/ 5715 h 144779"/>
                  <a:gd name="connsiteX137" fmla="*/ 103823 w 156210"/>
                  <a:gd name="connsiteY137" fmla="*/ 3810 h 144779"/>
                  <a:gd name="connsiteX138" fmla="*/ 103823 w 156210"/>
                  <a:gd name="connsiteY138" fmla="*/ 0 h 144779"/>
                  <a:gd name="connsiteX139" fmla="*/ 96202 w 156210"/>
                  <a:gd name="connsiteY139" fmla="*/ 0 h 14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56210" h="144779">
                    <a:moveTo>
                      <a:pt x="87630" y="952"/>
                    </a:moveTo>
                    <a:lnTo>
                      <a:pt x="79057" y="2857"/>
                    </a:lnTo>
                    <a:lnTo>
                      <a:pt x="73342" y="8572"/>
                    </a:lnTo>
                    <a:lnTo>
                      <a:pt x="72390" y="11430"/>
                    </a:lnTo>
                    <a:lnTo>
                      <a:pt x="72390" y="15240"/>
                    </a:lnTo>
                    <a:lnTo>
                      <a:pt x="71438" y="18097"/>
                    </a:lnTo>
                    <a:lnTo>
                      <a:pt x="67627" y="20002"/>
                    </a:lnTo>
                    <a:lnTo>
                      <a:pt x="57150" y="24765"/>
                    </a:lnTo>
                    <a:lnTo>
                      <a:pt x="53340" y="27622"/>
                    </a:lnTo>
                    <a:lnTo>
                      <a:pt x="48577" y="33338"/>
                    </a:lnTo>
                    <a:lnTo>
                      <a:pt x="43815" y="40957"/>
                    </a:lnTo>
                    <a:lnTo>
                      <a:pt x="38100" y="47625"/>
                    </a:lnTo>
                    <a:lnTo>
                      <a:pt x="30480" y="50482"/>
                    </a:lnTo>
                    <a:lnTo>
                      <a:pt x="28575" y="50482"/>
                    </a:lnTo>
                    <a:lnTo>
                      <a:pt x="25717" y="49530"/>
                    </a:lnTo>
                    <a:lnTo>
                      <a:pt x="23813" y="49530"/>
                    </a:lnTo>
                    <a:lnTo>
                      <a:pt x="21907" y="48577"/>
                    </a:lnTo>
                    <a:lnTo>
                      <a:pt x="20002" y="48577"/>
                    </a:lnTo>
                    <a:lnTo>
                      <a:pt x="17145" y="49530"/>
                    </a:lnTo>
                    <a:lnTo>
                      <a:pt x="15240" y="49530"/>
                    </a:lnTo>
                    <a:lnTo>
                      <a:pt x="13335" y="48577"/>
                    </a:lnTo>
                    <a:lnTo>
                      <a:pt x="9525" y="46672"/>
                    </a:lnTo>
                    <a:lnTo>
                      <a:pt x="7620" y="46672"/>
                    </a:lnTo>
                    <a:lnTo>
                      <a:pt x="6667" y="45720"/>
                    </a:lnTo>
                    <a:lnTo>
                      <a:pt x="2857" y="45720"/>
                    </a:lnTo>
                    <a:lnTo>
                      <a:pt x="0" y="45720"/>
                    </a:lnTo>
                    <a:lnTo>
                      <a:pt x="952" y="50482"/>
                    </a:lnTo>
                    <a:lnTo>
                      <a:pt x="4763" y="57150"/>
                    </a:lnTo>
                    <a:lnTo>
                      <a:pt x="12382" y="68580"/>
                    </a:lnTo>
                    <a:lnTo>
                      <a:pt x="16192" y="79057"/>
                    </a:lnTo>
                    <a:lnTo>
                      <a:pt x="18098" y="81915"/>
                    </a:lnTo>
                    <a:lnTo>
                      <a:pt x="20955" y="84772"/>
                    </a:lnTo>
                    <a:lnTo>
                      <a:pt x="23813" y="86677"/>
                    </a:lnTo>
                    <a:lnTo>
                      <a:pt x="30480" y="91440"/>
                    </a:lnTo>
                    <a:lnTo>
                      <a:pt x="36195" y="93345"/>
                    </a:lnTo>
                    <a:lnTo>
                      <a:pt x="38100" y="94297"/>
                    </a:lnTo>
                    <a:lnTo>
                      <a:pt x="39052" y="96202"/>
                    </a:lnTo>
                    <a:lnTo>
                      <a:pt x="40005" y="97155"/>
                    </a:lnTo>
                    <a:lnTo>
                      <a:pt x="40005" y="99060"/>
                    </a:lnTo>
                    <a:lnTo>
                      <a:pt x="40957" y="100965"/>
                    </a:lnTo>
                    <a:lnTo>
                      <a:pt x="41910" y="101917"/>
                    </a:lnTo>
                    <a:lnTo>
                      <a:pt x="41910" y="101917"/>
                    </a:lnTo>
                    <a:lnTo>
                      <a:pt x="41910" y="101917"/>
                    </a:lnTo>
                    <a:lnTo>
                      <a:pt x="42863" y="102870"/>
                    </a:lnTo>
                    <a:lnTo>
                      <a:pt x="43815" y="102870"/>
                    </a:lnTo>
                    <a:lnTo>
                      <a:pt x="45720" y="102870"/>
                    </a:lnTo>
                    <a:lnTo>
                      <a:pt x="47625" y="102870"/>
                    </a:lnTo>
                    <a:lnTo>
                      <a:pt x="48577" y="103822"/>
                    </a:lnTo>
                    <a:lnTo>
                      <a:pt x="49530" y="103822"/>
                    </a:lnTo>
                    <a:lnTo>
                      <a:pt x="49530" y="106680"/>
                    </a:lnTo>
                    <a:lnTo>
                      <a:pt x="49530" y="107632"/>
                    </a:lnTo>
                    <a:lnTo>
                      <a:pt x="49530" y="111442"/>
                    </a:lnTo>
                    <a:lnTo>
                      <a:pt x="48577" y="112395"/>
                    </a:lnTo>
                    <a:lnTo>
                      <a:pt x="49530" y="115252"/>
                    </a:lnTo>
                    <a:lnTo>
                      <a:pt x="49530" y="116205"/>
                    </a:lnTo>
                    <a:lnTo>
                      <a:pt x="55245" y="124777"/>
                    </a:lnTo>
                    <a:lnTo>
                      <a:pt x="57150" y="125730"/>
                    </a:lnTo>
                    <a:lnTo>
                      <a:pt x="60960" y="126682"/>
                    </a:lnTo>
                    <a:lnTo>
                      <a:pt x="69532" y="128588"/>
                    </a:lnTo>
                    <a:lnTo>
                      <a:pt x="73342" y="130492"/>
                    </a:lnTo>
                    <a:lnTo>
                      <a:pt x="76200" y="132397"/>
                    </a:lnTo>
                    <a:lnTo>
                      <a:pt x="76200" y="133350"/>
                    </a:lnTo>
                    <a:lnTo>
                      <a:pt x="76200" y="134302"/>
                    </a:lnTo>
                    <a:lnTo>
                      <a:pt x="76200" y="135255"/>
                    </a:lnTo>
                    <a:lnTo>
                      <a:pt x="77152" y="136207"/>
                    </a:lnTo>
                    <a:lnTo>
                      <a:pt x="78105" y="137160"/>
                    </a:lnTo>
                    <a:lnTo>
                      <a:pt x="81915" y="138113"/>
                    </a:lnTo>
                    <a:lnTo>
                      <a:pt x="82867" y="140017"/>
                    </a:lnTo>
                    <a:lnTo>
                      <a:pt x="88582" y="140017"/>
                    </a:lnTo>
                    <a:lnTo>
                      <a:pt x="103823" y="142875"/>
                    </a:lnTo>
                    <a:lnTo>
                      <a:pt x="113348" y="141922"/>
                    </a:lnTo>
                    <a:lnTo>
                      <a:pt x="117157" y="141922"/>
                    </a:lnTo>
                    <a:lnTo>
                      <a:pt x="121920" y="144780"/>
                    </a:lnTo>
                    <a:lnTo>
                      <a:pt x="125730" y="140970"/>
                    </a:lnTo>
                    <a:lnTo>
                      <a:pt x="137160" y="128588"/>
                    </a:lnTo>
                    <a:lnTo>
                      <a:pt x="142875" y="122872"/>
                    </a:lnTo>
                    <a:lnTo>
                      <a:pt x="143827" y="120967"/>
                    </a:lnTo>
                    <a:lnTo>
                      <a:pt x="143827" y="120015"/>
                    </a:lnTo>
                    <a:lnTo>
                      <a:pt x="142875" y="118110"/>
                    </a:lnTo>
                    <a:lnTo>
                      <a:pt x="142875" y="117157"/>
                    </a:lnTo>
                    <a:lnTo>
                      <a:pt x="143827" y="115252"/>
                    </a:lnTo>
                    <a:lnTo>
                      <a:pt x="144780" y="112395"/>
                    </a:lnTo>
                    <a:lnTo>
                      <a:pt x="145732" y="111442"/>
                    </a:lnTo>
                    <a:lnTo>
                      <a:pt x="145732" y="108585"/>
                    </a:lnTo>
                    <a:lnTo>
                      <a:pt x="146685" y="106680"/>
                    </a:lnTo>
                    <a:lnTo>
                      <a:pt x="150495" y="101917"/>
                    </a:lnTo>
                    <a:lnTo>
                      <a:pt x="152400" y="99060"/>
                    </a:lnTo>
                    <a:lnTo>
                      <a:pt x="154305" y="96202"/>
                    </a:lnTo>
                    <a:lnTo>
                      <a:pt x="155257" y="94297"/>
                    </a:lnTo>
                    <a:lnTo>
                      <a:pt x="155257" y="91440"/>
                    </a:lnTo>
                    <a:lnTo>
                      <a:pt x="156210" y="90488"/>
                    </a:lnTo>
                    <a:lnTo>
                      <a:pt x="155257" y="88582"/>
                    </a:lnTo>
                    <a:lnTo>
                      <a:pt x="154305" y="85725"/>
                    </a:lnTo>
                    <a:lnTo>
                      <a:pt x="153352" y="83820"/>
                    </a:lnTo>
                    <a:lnTo>
                      <a:pt x="152400" y="82867"/>
                    </a:lnTo>
                    <a:lnTo>
                      <a:pt x="152400" y="80963"/>
                    </a:lnTo>
                    <a:lnTo>
                      <a:pt x="152400" y="79057"/>
                    </a:lnTo>
                    <a:lnTo>
                      <a:pt x="152400" y="78105"/>
                    </a:lnTo>
                    <a:lnTo>
                      <a:pt x="152400" y="75247"/>
                    </a:lnTo>
                    <a:lnTo>
                      <a:pt x="153352" y="73342"/>
                    </a:lnTo>
                    <a:lnTo>
                      <a:pt x="152400" y="73342"/>
                    </a:lnTo>
                    <a:lnTo>
                      <a:pt x="152400" y="72390"/>
                    </a:lnTo>
                    <a:lnTo>
                      <a:pt x="150495" y="71438"/>
                    </a:lnTo>
                    <a:lnTo>
                      <a:pt x="150495" y="71438"/>
                    </a:lnTo>
                    <a:lnTo>
                      <a:pt x="150495" y="68580"/>
                    </a:lnTo>
                    <a:lnTo>
                      <a:pt x="150495" y="67627"/>
                    </a:lnTo>
                    <a:lnTo>
                      <a:pt x="152400" y="66675"/>
                    </a:lnTo>
                    <a:lnTo>
                      <a:pt x="153352" y="65722"/>
                    </a:lnTo>
                    <a:lnTo>
                      <a:pt x="155257" y="61913"/>
                    </a:lnTo>
                    <a:lnTo>
                      <a:pt x="155257" y="58102"/>
                    </a:lnTo>
                    <a:lnTo>
                      <a:pt x="155257" y="49530"/>
                    </a:lnTo>
                    <a:lnTo>
                      <a:pt x="155257" y="38100"/>
                    </a:lnTo>
                    <a:lnTo>
                      <a:pt x="155257" y="35242"/>
                    </a:lnTo>
                    <a:lnTo>
                      <a:pt x="154305" y="30480"/>
                    </a:lnTo>
                    <a:lnTo>
                      <a:pt x="153352" y="27622"/>
                    </a:lnTo>
                    <a:lnTo>
                      <a:pt x="154305" y="26670"/>
                    </a:lnTo>
                    <a:lnTo>
                      <a:pt x="155257" y="23813"/>
                    </a:lnTo>
                    <a:lnTo>
                      <a:pt x="155257" y="23813"/>
                    </a:lnTo>
                    <a:lnTo>
                      <a:pt x="154305" y="22860"/>
                    </a:lnTo>
                    <a:lnTo>
                      <a:pt x="154305" y="22860"/>
                    </a:lnTo>
                    <a:lnTo>
                      <a:pt x="153352" y="22860"/>
                    </a:lnTo>
                    <a:lnTo>
                      <a:pt x="152400" y="22860"/>
                    </a:lnTo>
                    <a:lnTo>
                      <a:pt x="150495" y="20955"/>
                    </a:lnTo>
                    <a:lnTo>
                      <a:pt x="148590" y="20002"/>
                    </a:lnTo>
                    <a:lnTo>
                      <a:pt x="146685" y="19050"/>
                    </a:lnTo>
                    <a:lnTo>
                      <a:pt x="144780" y="18097"/>
                    </a:lnTo>
                    <a:lnTo>
                      <a:pt x="142875" y="18097"/>
                    </a:lnTo>
                    <a:lnTo>
                      <a:pt x="137160" y="17145"/>
                    </a:lnTo>
                    <a:lnTo>
                      <a:pt x="135255" y="16192"/>
                    </a:lnTo>
                    <a:lnTo>
                      <a:pt x="134302" y="16192"/>
                    </a:lnTo>
                    <a:lnTo>
                      <a:pt x="131445" y="14288"/>
                    </a:lnTo>
                    <a:lnTo>
                      <a:pt x="126682" y="11430"/>
                    </a:lnTo>
                    <a:lnTo>
                      <a:pt x="120967" y="8572"/>
                    </a:lnTo>
                    <a:lnTo>
                      <a:pt x="118110" y="8572"/>
                    </a:lnTo>
                    <a:lnTo>
                      <a:pt x="108585" y="7620"/>
                    </a:lnTo>
                    <a:lnTo>
                      <a:pt x="105727" y="7620"/>
                    </a:lnTo>
                    <a:lnTo>
                      <a:pt x="103823" y="5715"/>
                    </a:lnTo>
                    <a:lnTo>
                      <a:pt x="103823" y="3810"/>
                    </a:lnTo>
                    <a:lnTo>
                      <a:pt x="103823" y="0"/>
                    </a:lnTo>
                    <a:lnTo>
                      <a:pt x="96202" y="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2" name="Freeform: Shape 102">
                <a:extLst>
                  <a:ext uri="{FF2B5EF4-FFF2-40B4-BE49-F238E27FC236}">
                    <a16:creationId xmlns:a16="http://schemas.microsoft.com/office/drawing/2014/main" id="{4BAF8CEF-A35C-FA65-0C06-9A3BCEF1331E}"/>
                  </a:ext>
                </a:extLst>
              </p:cNvPr>
              <p:cNvSpPr/>
              <p:nvPr/>
            </p:nvSpPr>
            <p:spPr>
              <a:xfrm>
                <a:off x="6347808" y="4507230"/>
                <a:ext cx="259337" cy="240903"/>
              </a:xfrm>
              <a:custGeom>
                <a:avLst/>
                <a:gdLst>
                  <a:gd name="connsiteX0" fmla="*/ 139065 w 234314"/>
                  <a:gd name="connsiteY0" fmla="*/ 5715 h 202882"/>
                  <a:gd name="connsiteX1" fmla="*/ 140017 w 234314"/>
                  <a:gd name="connsiteY1" fmla="*/ 8573 h 202882"/>
                  <a:gd name="connsiteX2" fmla="*/ 138113 w 234314"/>
                  <a:gd name="connsiteY2" fmla="*/ 12383 h 202882"/>
                  <a:gd name="connsiteX3" fmla="*/ 136208 w 234314"/>
                  <a:gd name="connsiteY3" fmla="*/ 15240 h 202882"/>
                  <a:gd name="connsiteX4" fmla="*/ 133350 w 234314"/>
                  <a:gd name="connsiteY4" fmla="*/ 17145 h 202882"/>
                  <a:gd name="connsiteX5" fmla="*/ 131445 w 234314"/>
                  <a:gd name="connsiteY5" fmla="*/ 19050 h 202882"/>
                  <a:gd name="connsiteX6" fmla="*/ 129540 w 234314"/>
                  <a:gd name="connsiteY6" fmla="*/ 20002 h 202882"/>
                  <a:gd name="connsiteX7" fmla="*/ 129540 w 234314"/>
                  <a:gd name="connsiteY7" fmla="*/ 21908 h 202882"/>
                  <a:gd name="connsiteX8" fmla="*/ 129540 w 234314"/>
                  <a:gd name="connsiteY8" fmla="*/ 23813 h 202882"/>
                  <a:gd name="connsiteX9" fmla="*/ 132398 w 234314"/>
                  <a:gd name="connsiteY9" fmla="*/ 27623 h 202882"/>
                  <a:gd name="connsiteX10" fmla="*/ 133350 w 234314"/>
                  <a:gd name="connsiteY10" fmla="*/ 29527 h 202882"/>
                  <a:gd name="connsiteX11" fmla="*/ 134302 w 234314"/>
                  <a:gd name="connsiteY11" fmla="*/ 33338 h 202882"/>
                  <a:gd name="connsiteX12" fmla="*/ 133350 w 234314"/>
                  <a:gd name="connsiteY12" fmla="*/ 48577 h 202882"/>
                  <a:gd name="connsiteX13" fmla="*/ 132398 w 234314"/>
                  <a:gd name="connsiteY13" fmla="*/ 52388 h 202882"/>
                  <a:gd name="connsiteX14" fmla="*/ 129540 w 234314"/>
                  <a:gd name="connsiteY14" fmla="*/ 62865 h 202882"/>
                  <a:gd name="connsiteX15" fmla="*/ 128588 w 234314"/>
                  <a:gd name="connsiteY15" fmla="*/ 66675 h 202882"/>
                  <a:gd name="connsiteX16" fmla="*/ 129540 w 234314"/>
                  <a:gd name="connsiteY16" fmla="*/ 69533 h 202882"/>
                  <a:gd name="connsiteX17" fmla="*/ 130492 w 234314"/>
                  <a:gd name="connsiteY17" fmla="*/ 73343 h 202882"/>
                  <a:gd name="connsiteX18" fmla="*/ 132398 w 234314"/>
                  <a:gd name="connsiteY18" fmla="*/ 75248 h 202882"/>
                  <a:gd name="connsiteX19" fmla="*/ 135255 w 234314"/>
                  <a:gd name="connsiteY19" fmla="*/ 78105 h 202882"/>
                  <a:gd name="connsiteX20" fmla="*/ 140970 w 234314"/>
                  <a:gd name="connsiteY20" fmla="*/ 82868 h 202882"/>
                  <a:gd name="connsiteX21" fmla="*/ 142875 w 234314"/>
                  <a:gd name="connsiteY21" fmla="*/ 83820 h 202882"/>
                  <a:gd name="connsiteX22" fmla="*/ 145733 w 234314"/>
                  <a:gd name="connsiteY22" fmla="*/ 85725 h 202882"/>
                  <a:gd name="connsiteX23" fmla="*/ 148590 w 234314"/>
                  <a:gd name="connsiteY23" fmla="*/ 85725 h 202882"/>
                  <a:gd name="connsiteX24" fmla="*/ 151448 w 234314"/>
                  <a:gd name="connsiteY24" fmla="*/ 85725 h 202882"/>
                  <a:gd name="connsiteX25" fmla="*/ 151448 w 234314"/>
                  <a:gd name="connsiteY25" fmla="*/ 84773 h 202882"/>
                  <a:gd name="connsiteX26" fmla="*/ 151448 w 234314"/>
                  <a:gd name="connsiteY26" fmla="*/ 83820 h 202882"/>
                  <a:gd name="connsiteX27" fmla="*/ 151448 w 234314"/>
                  <a:gd name="connsiteY27" fmla="*/ 82868 h 202882"/>
                  <a:gd name="connsiteX28" fmla="*/ 152400 w 234314"/>
                  <a:gd name="connsiteY28" fmla="*/ 81915 h 202882"/>
                  <a:gd name="connsiteX29" fmla="*/ 153352 w 234314"/>
                  <a:gd name="connsiteY29" fmla="*/ 80963 h 202882"/>
                  <a:gd name="connsiteX30" fmla="*/ 156210 w 234314"/>
                  <a:gd name="connsiteY30" fmla="*/ 80963 h 202882"/>
                  <a:gd name="connsiteX31" fmla="*/ 157163 w 234314"/>
                  <a:gd name="connsiteY31" fmla="*/ 80963 h 202882"/>
                  <a:gd name="connsiteX32" fmla="*/ 158115 w 234314"/>
                  <a:gd name="connsiteY32" fmla="*/ 103823 h 202882"/>
                  <a:gd name="connsiteX33" fmla="*/ 157163 w 234314"/>
                  <a:gd name="connsiteY33" fmla="*/ 105727 h 202882"/>
                  <a:gd name="connsiteX34" fmla="*/ 156210 w 234314"/>
                  <a:gd name="connsiteY34" fmla="*/ 107633 h 202882"/>
                  <a:gd name="connsiteX35" fmla="*/ 155258 w 234314"/>
                  <a:gd name="connsiteY35" fmla="*/ 106680 h 202882"/>
                  <a:gd name="connsiteX36" fmla="*/ 154305 w 234314"/>
                  <a:gd name="connsiteY36" fmla="*/ 104775 h 202882"/>
                  <a:gd name="connsiteX37" fmla="*/ 153352 w 234314"/>
                  <a:gd name="connsiteY37" fmla="*/ 103823 h 202882"/>
                  <a:gd name="connsiteX38" fmla="*/ 151448 w 234314"/>
                  <a:gd name="connsiteY38" fmla="*/ 103823 h 202882"/>
                  <a:gd name="connsiteX39" fmla="*/ 146685 w 234314"/>
                  <a:gd name="connsiteY39" fmla="*/ 105727 h 202882"/>
                  <a:gd name="connsiteX40" fmla="*/ 144780 w 234314"/>
                  <a:gd name="connsiteY40" fmla="*/ 106680 h 202882"/>
                  <a:gd name="connsiteX41" fmla="*/ 141923 w 234314"/>
                  <a:gd name="connsiteY41" fmla="*/ 105727 h 202882"/>
                  <a:gd name="connsiteX42" fmla="*/ 140017 w 234314"/>
                  <a:gd name="connsiteY42" fmla="*/ 103823 h 202882"/>
                  <a:gd name="connsiteX43" fmla="*/ 137160 w 234314"/>
                  <a:gd name="connsiteY43" fmla="*/ 98108 h 202882"/>
                  <a:gd name="connsiteX44" fmla="*/ 136208 w 234314"/>
                  <a:gd name="connsiteY44" fmla="*/ 97155 h 202882"/>
                  <a:gd name="connsiteX45" fmla="*/ 133350 w 234314"/>
                  <a:gd name="connsiteY45" fmla="*/ 95250 h 202882"/>
                  <a:gd name="connsiteX46" fmla="*/ 132398 w 234314"/>
                  <a:gd name="connsiteY46" fmla="*/ 93345 h 202882"/>
                  <a:gd name="connsiteX47" fmla="*/ 130492 w 234314"/>
                  <a:gd name="connsiteY47" fmla="*/ 91440 h 202882"/>
                  <a:gd name="connsiteX48" fmla="*/ 130492 w 234314"/>
                  <a:gd name="connsiteY48" fmla="*/ 90488 h 202882"/>
                  <a:gd name="connsiteX49" fmla="*/ 129540 w 234314"/>
                  <a:gd name="connsiteY49" fmla="*/ 88583 h 202882"/>
                  <a:gd name="connsiteX50" fmla="*/ 127635 w 234314"/>
                  <a:gd name="connsiteY50" fmla="*/ 86677 h 202882"/>
                  <a:gd name="connsiteX51" fmla="*/ 125730 w 234314"/>
                  <a:gd name="connsiteY51" fmla="*/ 85725 h 202882"/>
                  <a:gd name="connsiteX52" fmla="*/ 114300 w 234314"/>
                  <a:gd name="connsiteY52" fmla="*/ 81915 h 202882"/>
                  <a:gd name="connsiteX53" fmla="*/ 113348 w 234314"/>
                  <a:gd name="connsiteY53" fmla="*/ 81915 h 202882"/>
                  <a:gd name="connsiteX54" fmla="*/ 111442 w 234314"/>
                  <a:gd name="connsiteY54" fmla="*/ 80010 h 202882"/>
                  <a:gd name="connsiteX55" fmla="*/ 110490 w 234314"/>
                  <a:gd name="connsiteY55" fmla="*/ 78105 h 202882"/>
                  <a:gd name="connsiteX56" fmla="*/ 109538 w 234314"/>
                  <a:gd name="connsiteY56" fmla="*/ 76200 h 202882"/>
                  <a:gd name="connsiteX57" fmla="*/ 107633 w 234314"/>
                  <a:gd name="connsiteY57" fmla="*/ 74295 h 202882"/>
                  <a:gd name="connsiteX58" fmla="*/ 106680 w 234314"/>
                  <a:gd name="connsiteY58" fmla="*/ 73343 h 202882"/>
                  <a:gd name="connsiteX59" fmla="*/ 105727 w 234314"/>
                  <a:gd name="connsiteY59" fmla="*/ 72390 h 202882"/>
                  <a:gd name="connsiteX60" fmla="*/ 105727 w 234314"/>
                  <a:gd name="connsiteY60" fmla="*/ 70485 h 202882"/>
                  <a:gd name="connsiteX61" fmla="*/ 104775 w 234314"/>
                  <a:gd name="connsiteY61" fmla="*/ 69533 h 202882"/>
                  <a:gd name="connsiteX62" fmla="*/ 104775 w 234314"/>
                  <a:gd name="connsiteY62" fmla="*/ 68580 h 202882"/>
                  <a:gd name="connsiteX63" fmla="*/ 102870 w 234314"/>
                  <a:gd name="connsiteY63" fmla="*/ 69533 h 202882"/>
                  <a:gd name="connsiteX64" fmla="*/ 100965 w 234314"/>
                  <a:gd name="connsiteY64" fmla="*/ 71438 h 202882"/>
                  <a:gd name="connsiteX65" fmla="*/ 100965 w 234314"/>
                  <a:gd name="connsiteY65" fmla="*/ 73343 h 202882"/>
                  <a:gd name="connsiteX66" fmla="*/ 100013 w 234314"/>
                  <a:gd name="connsiteY66" fmla="*/ 75248 h 202882"/>
                  <a:gd name="connsiteX67" fmla="*/ 99060 w 234314"/>
                  <a:gd name="connsiteY67" fmla="*/ 76200 h 202882"/>
                  <a:gd name="connsiteX68" fmla="*/ 97155 w 234314"/>
                  <a:gd name="connsiteY68" fmla="*/ 77152 h 202882"/>
                  <a:gd name="connsiteX69" fmla="*/ 95250 w 234314"/>
                  <a:gd name="connsiteY69" fmla="*/ 77152 h 202882"/>
                  <a:gd name="connsiteX70" fmla="*/ 93345 w 234314"/>
                  <a:gd name="connsiteY70" fmla="*/ 77152 h 202882"/>
                  <a:gd name="connsiteX71" fmla="*/ 81915 w 234314"/>
                  <a:gd name="connsiteY71" fmla="*/ 75248 h 202882"/>
                  <a:gd name="connsiteX72" fmla="*/ 76200 w 234314"/>
                  <a:gd name="connsiteY72" fmla="*/ 74295 h 202882"/>
                  <a:gd name="connsiteX73" fmla="*/ 71438 w 234314"/>
                  <a:gd name="connsiteY73" fmla="*/ 72390 h 202882"/>
                  <a:gd name="connsiteX74" fmla="*/ 69533 w 234314"/>
                  <a:gd name="connsiteY74" fmla="*/ 71438 h 202882"/>
                  <a:gd name="connsiteX75" fmla="*/ 67627 w 234314"/>
                  <a:gd name="connsiteY75" fmla="*/ 69533 h 202882"/>
                  <a:gd name="connsiteX76" fmla="*/ 67627 w 234314"/>
                  <a:gd name="connsiteY76" fmla="*/ 67627 h 202882"/>
                  <a:gd name="connsiteX77" fmla="*/ 66675 w 234314"/>
                  <a:gd name="connsiteY77" fmla="*/ 64770 h 202882"/>
                  <a:gd name="connsiteX78" fmla="*/ 66675 w 234314"/>
                  <a:gd name="connsiteY78" fmla="*/ 62865 h 202882"/>
                  <a:gd name="connsiteX79" fmla="*/ 66675 w 234314"/>
                  <a:gd name="connsiteY79" fmla="*/ 61913 h 202882"/>
                  <a:gd name="connsiteX80" fmla="*/ 66675 w 234314"/>
                  <a:gd name="connsiteY80" fmla="*/ 61913 h 202882"/>
                  <a:gd name="connsiteX81" fmla="*/ 64770 w 234314"/>
                  <a:gd name="connsiteY81" fmla="*/ 61913 h 202882"/>
                  <a:gd name="connsiteX82" fmla="*/ 60008 w 234314"/>
                  <a:gd name="connsiteY82" fmla="*/ 62865 h 202882"/>
                  <a:gd name="connsiteX83" fmla="*/ 55245 w 234314"/>
                  <a:gd name="connsiteY83" fmla="*/ 64770 h 202882"/>
                  <a:gd name="connsiteX84" fmla="*/ 50483 w 234314"/>
                  <a:gd name="connsiteY84" fmla="*/ 65723 h 202882"/>
                  <a:gd name="connsiteX85" fmla="*/ 47625 w 234314"/>
                  <a:gd name="connsiteY85" fmla="*/ 63818 h 202882"/>
                  <a:gd name="connsiteX86" fmla="*/ 48577 w 234314"/>
                  <a:gd name="connsiteY86" fmla="*/ 62865 h 202882"/>
                  <a:gd name="connsiteX87" fmla="*/ 48577 w 234314"/>
                  <a:gd name="connsiteY87" fmla="*/ 60960 h 202882"/>
                  <a:gd name="connsiteX88" fmla="*/ 48577 w 234314"/>
                  <a:gd name="connsiteY88" fmla="*/ 60008 h 202882"/>
                  <a:gd name="connsiteX89" fmla="*/ 47625 w 234314"/>
                  <a:gd name="connsiteY89" fmla="*/ 59055 h 202882"/>
                  <a:gd name="connsiteX90" fmla="*/ 46673 w 234314"/>
                  <a:gd name="connsiteY90" fmla="*/ 59055 h 202882"/>
                  <a:gd name="connsiteX91" fmla="*/ 45720 w 234314"/>
                  <a:gd name="connsiteY91" fmla="*/ 58102 h 202882"/>
                  <a:gd name="connsiteX92" fmla="*/ 44767 w 234314"/>
                  <a:gd name="connsiteY92" fmla="*/ 58102 h 202882"/>
                  <a:gd name="connsiteX93" fmla="*/ 42863 w 234314"/>
                  <a:gd name="connsiteY93" fmla="*/ 55245 h 202882"/>
                  <a:gd name="connsiteX94" fmla="*/ 41910 w 234314"/>
                  <a:gd name="connsiteY94" fmla="*/ 54293 h 202882"/>
                  <a:gd name="connsiteX95" fmla="*/ 40005 w 234314"/>
                  <a:gd name="connsiteY95" fmla="*/ 54293 h 202882"/>
                  <a:gd name="connsiteX96" fmla="*/ 40958 w 234314"/>
                  <a:gd name="connsiteY96" fmla="*/ 59055 h 202882"/>
                  <a:gd name="connsiteX97" fmla="*/ 40958 w 234314"/>
                  <a:gd name="connsiteY97" fmla="*/ 62865 h 202882"/>
                  <a:gd name="connsiteX98" fmla="*/ 40005 w 234314"/>
                  <a:gd name="connsiteY98" fmla="*/ 75248 h 202882"/>
                  <a:gd name="connsiteX99" fmla="*/ 40005 w 234314"/>
                  <a:gd name="connsiteY99" fmla="*/ 83820 h 202882"/>
                  <a:gd name="connsiteX100" fmla="*/ 39052 w 234314"/>
                  <a:gd name="connsiteY100" fmla="*/ 89535 h 202882"/>
                  <a:gd name="connsiteX101" fmla="*/ 39052 w 234314"/>
                  <a:gd name="connsiteY101" fmla="*/ 92393 h 202882"/>
                  <a:gd name="connsiteX102" fmla="*/ 39052 w 234314"/>
                  <a:gd name="connsiteY102" fmla="*/ 94298 h 202882"/>
                  <a:gd name="connsiteX103" fmla="*/ 40005 w 234314"/>
                  <a:gd name="connsiteY103" fmla="*/ 96202 h 202882"/>
                  <a:gd name="connsiteX104" fmla="*/ 40005 w 234314"/>
                  <a:gd name="connsiteY104" fmla="*/ 97155 h 202882"/>
                  <a:gd name="connsiteX105" fmla="*/ 38100 w 234314"/>
                  <a:gd name="connsiteY105" fmla="*/ 98108 h 202882"/>
                  <a:gd name="connsiteX106" fmla="*/ 35242 w 234314"/>
                  <a:gd name="connsiteY106" fmla="*/ 98108 h 202882"/>
                  <a:gd name="connsiteX107" fmla="*/ 0 w 234314"/>
                  <a:gd name="connsiteY107" fmla="*/ 98108 h 202882"/>
                  <a:gd name="connsiteX108" fmla="*/ 952 w 234314"/>
                  <a:gd name="connsiteY108" fmla="*/ 160020 h 202882"/>
                  <a:gd name="connsiteX109" fmla="*/ 952 w 234314"/>
                  <a:gd name="connsiteY109" fmla="*/ 162877 h 202882"/>
                  <a:gd name="connsiteX110" fmla="*/ 1905 w 234314"/>
                  <a:gd name="connsiteY110" fmla="*/ 166688 h 202882"/>
                  <a:gd name="connsiteX111" fmla="*/ 2858 w 234314"/>
                  <a:gd name="connsiteY111" fmla="*/ 169545 h 202882"/>
                  <a:gd name="connsiteX112" fmla="*/ 3810 w 234314"/>
                  <a:gd name="connsiteY112" fmla="*/ 172402 h 202882"/>
                  <a:gd name="connsiteX113" fmla="*/ 28575 w 234314"/>
                  <a:gd name="connsiteY113" fmla="*/ 195263 h 202882"/>
                  <a:gd name="connsiteX114" fmla="*/ 38100 w 234314"/>
                  <a:gd name="connsiteY114" fmla="*/ 192405 h 202882"/>
                  <a:gd name="connsiteX115" fmla="*/ 48577 w 234314"/>
                  <a:gd name="connsiteY115" fmla="*/ 191452 h 202882"/>
                  <a:gd name="connsiteX116" fmla="*/ 58102 w 234314"/>
                  <a:gd name="connsiteY116" fmla="*/ 192405 h 202882"/>
                  <a:gd name="connsiteX117" fmla="*/ 65723 w 234314"/>
                  <a:gd name="connsiteY117" fmla="*/ 198120 h 202882"/>
                  <a:gd name="connsiteX118" fmla="*/ 68580 w 234314"/>
                  <a:gd name="connsiteY118" fmla="*/ 198120 h 202882"/>
                  <a:gd name="connsiteX119" fmla="*/ 72390 w 234314"/>
                  <a:gd name="connsiteY119" fmla="*/ 198120 h 202882"/>
                  <a:gd name="connsiteX120" fmla="*/ 73342 w 234314"/>
                  <a:gd name="connsiteY120" fmla="*/ 199073 h 202882"/>
                  <a:gd name="connsiteX121" fmla="*/ 75248 w 234314"/>
                  <a:gd name="connsiteY121" fmla="*/ 199073 h 202882"/>
                  <a:gd name="connsiteX122" fmla="*/ 79058 w 234314"/>
                  <a:gd name="connsiteY122" fmla="*/ 200977 h 202882"/>
                  <a:gd name="connsiteX123" fmla="*/ 80963 w 234314"/>
                  <a:gd name="connsiteY123" fmla="*/ 201930 h 202882"/>
                  <a:gd name="connsiteX124" fmla="*/ 82867 w 234314"/>
                  <a:gd name="connsiteY124" fmla="*/ 201930 h 202882"/>
                  <a:gd name="connsiteX125" fmla="*/ 85725 w 234314"/>
                  <a:gd name="connsiteY125" fmla="*/ 200977 h 202882"/>
                  <a:gd name="connsiteX126" fmla="*/ 87630 w 234314"/>
                  <a:gd name="connsiteY126" fmla="*/ 200977 h 202882"/>
                  <a:gd name="connsiteX127" fmla="*/ 89535 w 234314"/>
                  <a:gd name="connsiteY127" fmla="*/ 201930 h 202882"/>
                  <a:gd name="connsiteX128" fmla="*/ 91440 w 234314"/>
                  <a:gd name="connsiteY128" fmla="*/ 201930 h 202882"/>
                  <a:gd name="connsiteX129" fmla="*/ 94298 w 234314"/>
                  <a:gd name="connsiteY129" fmla="*/ 202882 h 202882"/>
                  <a:gd name="connsiteX130" fmla="*/ 96202 w 234314"/>
                  <a:gd name="connsiteY130" fmla="*/ 202882 h 202882"/>
                  <a:gd name="connsiteX131" fmla="*/ 103823 w 234314"/>
                  <a:gd name="connsiteY131" fmla="*/ 200025 h 202882"/>
                  <a:gd name="connsiteX132" fmla="*/ 109538 w 234314"/>
                  <a:gd name="connsiteY132" fmla="*/ 193357 h 202882"/>
                  <a:gd name="connsiteX133" fmla="*/ 114300 w 234314"/>
                  <a:gd name="connsiteY133" fmla="*/ 185738 h 202882"/>
                  <a:gd name="connsiteX134" fmla="*/ 119063 w 234314"/>
                  <a:gd name="connsiteY134" fmla="*/ 180023 h 202882"/>
                  <a:gd name="connsiteX135" fmla="*/ 122873 w 234314"/>
                  <a:gd name="connsiteY135" fmla="*/ 177165 h 202882"/>
                  <a:gd name="connsiteX136" fmla="*/ 133350 w 234314"/>
                  <a:gd name="connsiteY136" fmla="*/ 172402 h 202882"/>
                  <a:gd name="connsiteX137" fmla="*/ 137160 w 234314"/>
                  <a:gd name="connsiteY137" fmla="*/ 170498 h 202882"/>
                  <a:gd name="connsiteX138" fmla="*/ 138113 w 234314"/>
                  <a:gd name="connsiteY138" fmla="*/ 167640 h 202882"/>
                  <a:gd name="connsiteX139" fmla="*/ 138113 w 234314"/>
                  <a:gd name="connsiteY139" fmla="*/ 163830 h 202882"/>
                  <a:gd name="connsiteX140" fmla="*/ 139065 w 234314"/>
                  <a:gd name="connsiteY140" fmla="*/ 160973 h 202882"/>
                  <a:gd name="connsiteX141" fmla="*/ 144780 w 234314"/>
                  <a:gd name="connsiteY141" fmla="*/ 155257 h 202882"/>
                  <a:gd name="connsiteX142" fmla="*/ 153352 w 234314"/>
                  <a:gd name="connsiteY142" fmla="*/ 153352 h 202882"/>
                  <a:gd name="connsiteX143" fmla="*/ 161925 w 234314"/>
                  <a:gd name="connsiteY143" fmla="*/ 152400 h 202882"/>
                  <a:gd name="connsiteX144" fmla="*/ 169545 w 234314"/>
                  <a:gd name="connsiteY144" fmla="*/ 152400 h 202882"/>
                  <a:gd name="connsiteX145" fmla="*/ 168592 w 234314"/>
                  <a:gd name="connsiteY145" fmla="*/ 150495 h 202882"/>
                  <a:gd name="connsiteX146" fmla="*/ 166688 w 234314"/>
                  <a:gd name="connsiteY146" fmla="*/ 143827 h 202882"/>
                  <a:gd name="connsiteX147" fmla="*/ 165735 w 234314"/>
                  <a:gd name="connsiteY147" fmla="*/ 140970 h 202882"/>
                  <a:gd name="connsiteX148" fmla="*/ 166688 w 234314"/>
                  <a:gd name="connsiteY148" fmla="*/ 140018 h 202882"/>
                  <a:gd name="connsiteX149" fmla="*/ 167640 w 234314"/>
                  <a:gd name="connsiteY149" fmla="*/ 139065 h 202882"/>
                  <a:gd name="connsiteX150" fmla="*/ 170498 w 234314"/>
                  <a:gd name="connsiteY150" fmla="*/ 138113 h 202882"/>
                  <a:gd name="connsiteX151" fmla="*/ 225742 w 234314"/>
                  <a:gd name="connsiteY151" fmla="*/ 119063 h 202882"/>
                  <a:gd name="connsiteX152" fmla="*/ 224790 w 234314"/>
                  <a:gd name="connsiteY152" fmla="*/ 118110 h 202882"/>
                  <a:gd name="connsiteX153" fmla="*/ 223838 w 234314"/>
                  <a:gd name="connsiteY153" fmla="*/ 118110 h 202882"/>
                  <a:gd name="connsiteX154" fmla="*/ 222885 w 234314"/>
                  <a:gd name="connsiteY154" fmla="*/ 119063 h 202882"/>
                  <a:gd name="connsiteX155" fmla="*/ 220980 w 234314"/>
                  <a:gd name="connsiteY155" fmla="*/ 119063 h 202882"/>
                  <a:gd name="connsiteX156" fmla="*/ 220027 w 234314"/>
                  <a:gd name="connsiteY156" fmla="*/ 118110 h 202882"/>
                  <a:gd name="connsiteX157" fmla="*/ 218123 w 234314"/>
                  <a:gd name="connsiteY157" fmla="*/ 115252 h 202882"/>
                  <a:gd name="connsiteX158" fmla="*/ 217170 w 234314"/>
                  <a:gd name="connsiteY158" fmla="*/ 113348 h 202882"/>
                  <a:gd name="connsiteX159" fmla="*/ 217170 w 234314"/>
                  <a:gd name="connsiteY159" fmla="*/ 112395 h 202882"/>
                  <a:gd name="connsiteX160" fmla="*/ 217170 w 234314"/>
                  <a:gd name="connsiteY160" fmla="*/ 111443 h 202882"/>
                  <a:gd name="connsiteX161" fmla="*/ 216217 w 234314"/>
                  <a:gd name="connsiteY161" fmla="*/ 110490 h 202882"/>
                  <a:gd name="connsiteX162" fmla="*/ 215265 w 234314"/>
                  <a:gd name="connsiteY162" fmla="*/ 110490 h 202882"/>
                  <a:gd name="connsiteX163" fmla="*/ 218123 w 234314"/>
                  <a:gd name="connsiteY163" fmla="*/ 107633 h 202882"/>
                  <a:gd name="connsiteX164" fmla="*/ 220027 w 234314"/>
                  <a:gd name="connsiteY164" fmla="*/ 103823 h 202882"/>
                  <a:gd name="connsiteX165" fmla="*/ 220980 w 234314"/>
                  <a:gd name="connsiteY165" fmla="*/ 100013 h 202882"/>
                  <a:gd name="connsiteX166" fmla="*/ 221933 w 234314"/>
                  <a:gd name="connsiteY166" fmla="*/ 96202 h 202882"/>
                  <a:gd name="connsiteX167" fmla="*/ 221933 w 234314"/>
                  <a:gd name="connsiteY167" fmla="*/ 93345 h 202882"/>
                  <a:gd name="connsiteX168" fmla="*/ 221933 w 234314"/>
                  <a:gd name="connsiteY168" fmla="*/ 91440 h 202882"/>
                  <a:gd name="connsiteX169" fmla="*/ 222885 w 234314"/>
                  <a:gd name="connsiteY169" fmla="*/ 90488 h 202882"/>
                  <a:gd name="connsiteX170" fmla="*/ 224790 w 234314"/>
                  <a:gd name="connsiteY170" fmla="*/ 89535 h 202882"/>
                  <a:gd name="connsiteX171" fmla="*/ 229552 w 234314"/>
                  <a:gd name="connsiteY171" fmla="*/ 87630 h 202882"/>
                  <a:gd name="connsiteX172" fmla="*/ 230505 w 234314"/>
                  <a:gd name="connsiteY172" fmla="*/ 86677 h 202882"/>
                  <a:gd name="connsiteX173" fmla="*/ 232410 w 234314"/>
                  <a:gd name="connsiteY173" fmla="*/ 84773 h 202882"/>
                  <a:gd name="connsiteX174" fmla="*/ 228600 w 234314"/>
                  <a:gd name="connsiteY174" fmla="*/ 83820 h 202882"/>
                  <a:gd name="connsiteX175" fmla="*/ 227648 w 234314"/>
                  <a:gd name="connsiteY175" fmla="*/ 81915 h 202882"/>
                  <a:gd name="connsiteX176" fmla="*/ 227648 w 234314"/>
                  <a:gd name="connsiteY176" fmla="*/ 78105 h 202882"/>
                  <a:gd name="connsiteX177" fmla="*/ 227648 w 234314"/>
                  <a:gd name="connsiteY177" fmla="*/ 75248 h 202882"/>
                  <a:gd name="connsiteX178" fmla="*/ 227648 w 234314"/>
                  <a:gd name="connsiteY178" fmla="*/ 72390 h 202882"/>
                  <a:gd name="connsiteX179" fmla="*/ 226695 w 234314"/>
                  <a:gd name="connsiteY179" fmla="*/ 67627 h 202882"/>
                  <a:gd name="connsiteX180" fmla="*/ 226695 w 234314"/>
                  <a:gd name="connsiteY180" fmla="*/ 65723 h 202882"/>
                  <a:gd name="connsiteX181" fmla="*/ 226695 w 234314"/>
                  <a:gd name="connsiteY181" fmla="*/ 64770 h 202882"/>
                  <a:gd name="connsiteX182" fmla="*/ 228600 w 234314"/>
                  <a:gd name="connsiteY182" fmla="*/ 61913 h 202882"/>
                  <a:gd name="connsiteX183" fmla="*/ 229552 w 234314"/>
                  <a:gd name="connsiteY183" fmla="*/ 60960 h 202882"/>
                  <a:gd name="connsiteX184" fmla="*/ 228600 w 234314"/>
                  <a:gd name="connsiteY184" fmla="*/ 60008 h 202882"/>
                  <a:gd name="connsiteX185" fmla="*/ 227648 w 234314"/>
                  <a:gd name="connsiteY185" fmla="*/ 57150 h 202882"/>
                  <a:gd name="connsiteX186" fmla="*/ 227648 w 234314"/>
                  <a:gd name="connsiteY186" fmla="*/ 55245 h 202882"/>
                  <a:gd name="connsiteX187" fmla="*/ 228600 w 234314"/>
                  <a:gd name="connsiteY187" fmla="*/ 53340 h 202882"/>
                  <a:gd name="connsiteX188" fmla="*/ 232410 w 234314"/>
                  <a:gd name="connsiteY188" fmla="*/ 51435 h 202882"/>
                  <a:gd name="connsiteX189" fmla="*/ 233363 w 234314"/>
                  <a:gd name="connsiteY189" fmla="*/ 49530 h 202882"/>
                  <a:gd name="connsiteX190" fmla="*/ 234315 w 234314"/>
                  <a:gd name="connsiteY190" fmla="*/ 47625 h 202882"/>
                  <a:gd name="connsiteX191" fmla="*/ 234315 w 234314"/>
                  <a:gd name="connsiteY191" fmla="*/ 45720 h 202882"/>
                  <a:gd name="connsiteX192" fmla="*/ 233363 w 234314"/>
                  <a:gd name="connsiteY192" fmla="*/ 42863 h 202882"/>
                  <a:gd name="connsiteX193" fmla="*/ 232410 w 234314"/>
                  <a:gd name="connsiteY193" fmla="*/ 40958 h 202882"/>
                  <a:gd name="connsiteX194" fmla="*/ 231458 w 234314"/>
                  <a:gd name="connsiteY194" fmla="*/ 40005 h 202882"/>
                  <a:gd name="connsiteX195" fmla="*/ 229552 w 234314"/>
                  <a:gd name="connsiteY195" fmla="*/ 39052 h 202882"/>
                  <a:gd name="connsiteX196" fmla="*/ 228600 w 234314"/>
                  <a:gd name="connsiteY196" fmla="*/ 38100 h 202882"/>
                  <a:gd name="connsiteX197" fmla="*/ 228600 w 234314"/>
                  <a:gd name="connsiteY197" fmla="*/ 36195 h 202882"/>
                  <a:gd name="connsiteX198" fmla="*/ 228600 w 234314"/>
                  <a:gd name="connsiteY198" fmla="*/ 34290 h 202882"/>
                  <a:gd name="connsiteX199" fmla="*/ 227648 w 234314"/>
                  <a:gd name="connsiteY199" fmla="*/ 32385 h 202882"/>
                  <a:gd name="connsiteX200" fmla="*/ 225742 w 234314"/>
                  <a:gd name="connsiteY200" fmla="*/ 28575 h 202882"/>
                  <a:gd name="connsiteX201" fmla="*/ 224790 w 234314"/>
                  <a:gd name="connsiteY201" fmla="*/ 28575 h 202882"/>
                  <a:gd name="connsiteX202" fmla="*/ 223838 w 234314"/>
                  <a:gd name="connsiteY202" fmla="*/ 28575 h 202882"/>
                  <a:gd name="connsiteX203" fmla="*/ 223838 w 234314"/>
                  <a:gd name="connsiteY203" fmla="*/ 28575 h 202882"/>
                  <a:gd name="connsiteX204" fmla="*/ 222885 w 234314"/>
                  <a:gd name="connsiteY204" fmla="*/ 29527 h 202882"/>
                  <a:gd name="connsiteX205" fmla="*/ 221933 w 234314"/>
                  <a:gd name="connsiteY205" fmla="*/ 27623 h 202882"/>
                  <a:gd name="connsiteX206" fmla="*/ 221933 w 234314"/>
                  <a:gd name="connsiteY206" fmla="*/ 26670 h 202882"/>
                  <a:gd name="connsiteX207" fmla="*/ 220027 w 234314"/>
                  <a:gd name="connsiteY207" fmla="*/ 24765 h 202882"/>
                  <a:gd name="connsiteX208" fmla="*/ 217170 w 234314"/>
                  <a:gd name="connsiteY208" fmla="*/ 22860 h 202882"/>
                  <a:gd name="connsiteX209" fmla="*/ 209550 w 234314"/>
                  <a:gd name="connsiteY209" fmla="*/ 20002 h 202882"/>
                  <a:gd name="connsiteX210" fmla="*/ 202883 w 234314"/>
                  <a:gd name="connsiteY210" fmla="*/ 18098 h 202882"/>
                  <a:gd name="connsiteX211" fmla="*/ 200977 w 234314"/>
                  <a:gd name="connsiteY211" fmla="*/ 16193 h 202882"/>
                  <a:gd name="connsiteX212" fmla="*/ 197167 w 234314"/>
                  <a:gd name="connsiteY212" fmla="*/ 14288 h 202882"/>
                  <a:gd name="connsiteX213" fmla="*/ 194310 w 234314"/>
                  <a:gd name="connsiteY213" fmla="*/ 12383 h 202882"/>
                  <a:gd name="connsiteX214" fmla="*/ 192405 w 234314"/>
                  <a:gd name="connsiteY214" fmla="*/ 12383 h 202882"/>
                  <a:gd name="connsiteX215" fmla="*/ 192405 w 234314"/>
                  <a:gd name="connsiteY215" fmla="*/ 11430 h 202882"/>
                  <a:gd name="connsiteX216" fmla="*/ 191452 w 234314"/>
                  <a:gd name="connsiteY216" fmla="*/ 10477 h 202882"/>
                  <a:gd name="connsiteX217" fmla="*/ 191452 w 234314"/>
                  <a:gd name="connsiteY217" fmla="*/ 9525 h 202882"/>
                  <a:gd name="connsiteX218" fmla="*/ 190500 w 234314"/>
                  <a:gd name="connsiteY218" fmla="*/ 8573 h 202882"/>
                  <a:gd name="connsiteX219" fmla="*/ 189548 w 234314"/>
                  <a:gd name="connsiteY219" fmla="*/ 8573 h 202882"/>
                  <a:gd name="connsiteX220" fmla="*/ 188595 w 234314"/>
                  <a:gd name="connsiteY220" fmla="*/ 8573 h 202882"/>
                  <a:gd name="connsiteX221" fmla="*/ 187642 w 234314"/>
                  <a:gd name="connsiteY221" fmla="*/ 8573 h 202882"/>
                  <a:gd name="connsiteX222" fmla="*/ 186690 w 234314"/>
                  <a:gd name="connsiteY222" fmla="*/ 8573 h 202882"/>
                  <a:gd name="connsiteX223" fmla="*/ 182880 w 234314"/>
                  <a:gd name="connsiteY223" fmla="*/ 7620 h 202882"/>
                  <a:gd name="connsiteX224" fmla="*/ 180023 w 234314"/>
                  <a:gd name="connsiteY224" fmla="*/ 5715 h 202882"/>
                  <a:gd name="connsiteX225" fmla="*/ 178117 w 234314"/>
                  <a:gd name="connsiteY225" fmla="*/ 3810 h 202882"/>
                  <a:gd name="connsiteX226" fmla="*/ 176213 w 234314"/>
                  <a:gd name="connsiteY226" fmla="*/ 0 h 202882"/>
                  <a:gd name="connsiteX227" fmla="*/ 148590 w 234314"/>
                  <a:gd name="connsiteY227" fmla="*/ 3810 h 202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234314" h="202882">
                    <a:moveTo>
                      <a:pt x="139065" y="5715"/>
                    </a:moveTo>
                    <a:lnTo>
                      <a:pt x="140017" y="8573"/>
                    </a:lnTo>
                    <a:lnTo>
                      <a:pt x="138113" y="12383"/>
                    </a:lnTo>
                    <a:lnTo>
                      <a:pt x="136208" y="15240"/>
                    </a:lnTo>
                    <a:lnTo>
                      <a:pt x="133350" y="17145"/>
                    </a:lnTo>
                    <a:lnTo>
                      <a:pt x="131445" y="19050"/>
                    </a:lnTo>
                    <a:lnTo>
                      <a:pt x="129540" y="20002"/>
                    </a:lnTo>
                    <a:lnTo>
                      <a:pt x="129540" y="21908"/>
                    </a:lnTo>
                    <a:lnTo>
                      <a:pt x="129540" y="23813"/>
                    </a:lnTo>
                    <a:lnTo>
                      <a:pt x="132398" y="27623"/>
                    </a:lnTo>
                    <a:lnTo>
                      <a:pt x="133350" y="29527"/>
                    </a:lnTo>
                    <a:lnTo>
                      <a:pt x="134302" y="33338"/>
                    </a:lnTo>
                    <a:lnTo>
                      <a:pt x="133350" y="48577"/>
                    </a:lnTo>
                    <a:lnTo>
                      <a:pt x="132398" y="52388"/>
                    </a:lnTo>
                    <a:lnTo>
                      <a:pt x="129540" y="62865"/>
                    </a:lnTo>
                    <a:lnTo>
                      <a:pt x="128588" y="66675"/>
                    </a:lnTo>
                    <a:lnTo>
                      <a:pt x="129540" y="69533"/>
                    </a:lnTo>
                    <a:lnTo>
                      <a:pt x="130492" y="73343"/>
                    </a:lnTo>
                    <a:lnTo>
                      <a:pt x="132398" y="75248"/>
                    </a:lnTo>
                    <a:lnTo>
                      <a:pt x="135255" y="78105"/>
                    </a:lnTo>
                    <a:lnTo>
                      <a:pt x="140970" y="82868"/>
                    </a:lnTo>
                    <a:lnTo>
                      <a:pt x="142875" y="83820"/>
                    </a:lnTo>
                    <a:lnTo>
                      <a:pt x="145733" y="85725"/>
                    </a:lnTo>
                    <a:lnTo>
                      <a:pt x="148590" y="85725"/>
                    </a:lnTo>
                    <a:lnTo>
                      <a:pt x="151448" y="85725"/>
                    </a:lnTo>
                    <a:lnTo>
                      <a:pt x="151448" y="84773"/>
                    </a:lnTo>
                    <a:lnTo>
                      <a:pt x="151448" y="83820"/>
                    </a:lnTo>
                    <a:lnTo>
                      <a:pt x="151448" y="82868"/>
                    </a:lnTo>
                    <a:lnTo>
                      <a:pt x="152400" y="81915"/>
                    </a:lnTo>
                    <a:lnTo>
                      <a:pt x="153352" y="80963"/>
                    </a:lnTo>
                    <a:lnTo>
                      <a:pt x="156210" y="80963"/>
                    </a:lnTo>
                    <a:lnTo>
                      <a:pt x="157163" y="80963"/>
                    </a:lnTo>
                    <a:lnTo>
                      <a:pt x="158115" y="103823"/>
                    </a:lnTo>
                    <a:lnTo>
                      <a:pt x="157163" y="105727"/>
                    </a:lnTo>
                    <a:lnTo>
                      <a:pt x="156210" y="107633"/>
                    </a:lnTo>
                    <a:lnTo>
                      <a:pt x="155258" y="106680"/>
                    </a:lnTo>
                    <a:lnTo>
                      <a:pt x="154305" y="104775"/>
                    </a:lnTo>
                    <a:lnTo>
                      <a:pt x="153352" y="103823"/>
                    </a:lnTo>
                    <a:lnTo>
                      <a:pt x="151448" y="103823"/>
                    </a:lnTo>
                    <a:lnTo>
                      <a:pt x="146685" y="105727"/>
                    </a:lnTo>
                    <a:lnTo>
                      <a:pt x="144780" y="106680"/>
                    </a:lnTo>
                    <a:lnTo>
                      <a:pt x="141923" y="105727"/>
                    </a:lnTo>
                    <a:lnTo>
                      <a:pt x="140017" y="103823"/>
                    </a:lnTo>
                    <a:lnTo>
                      <a:pt x="137160" y="98108"/>
                    </a:lnTo>
                    <a:lnTo>
                      <a:pt x="136208" y="97155"/>
                    </a:lnTo>
                    <a:lnTo>
                      <a:pt x="133350" y="95250"/>
                    </a:lnTo>
                    <a:lnTo>
                      <a:pt x="132398" y="93345"/>
                    </a:lnTo>
                    <a:lnTo>
                      <a:pt x="130492" y="91440"/>
                    </a:lnTo>
                    <a:lnTo>
                      <a:pt x="130492" y="90488"/>
                    </a:lnTo>
                    <a:lnTo>
                      <a:pt x="129540" y="88583"/>
                    </a:lnTo>
                    <a:lnTo>
                      <a:pt x="127635" y="86677"/>
                    </a:lnTo>
                    <a:lnTo>
                      <a:pt x="125730" y="85725"/>
                    </a:lnTo>
                    <a:lnTo>
                      <a:pt x="114300" y="81915"/>
                    </a:lnTo>
                    <a:lnTo>
                      <a:pt x="113348" y="81915"/>
                    </a:lnTo>
                    <a:lnTo>
                      <a:pt x="111442" y="80010"/>
                    </a:lnTo>
                    <a:lnTo>
                      <a:pt x="110490" y="78105"/>
                    </a:lnTo>
                    <a:lnTo>
                      <a:pt x="109538" y="76200"/>
                    </a:lnTo>
                    <a:lnTo>
                      <a:pt x="107633" y="74295"/>
                    </a:lnTo>
                    <a:lnTo>
                      <a:pt x="106680" y="73343"/>
                    </a:lnTo>
                    <a:lnTo>
                      <a:pt x="105727" y="72390"/>
                    </a:lnTo>
                    <a:lnTo>
                      <a:pt x="105727" y="70485"/>
                    </a:lnTo>
                    <a:lnTo>
                      <a:pt x="104775" y="69533"/>
                    </a:lnTo>
                    <a:lnTo>
                      <a:pt x="104775" y="68580"/>
                    </a:lnTo>
                    <a:lnTo>
                      <a:pt x="102870" y="69533"/>
                    </a:lnTo>
                    <a:lnTo>
                      <a:pt x="100965" y="71438"/>
                    </a:lnTo>
                    <a:lnTo>
                      <a:pt x="100965" y="73343"/>
                    </a:lnTo>
                    <a:lnTo>
                      <a:pt x="100013" y="75248"/>
                    </a:lnTo>
                    <a:lnTo>
                      <a:pt x="99060" y="76200"/>
                    </a:lnTo>
                    <a:lnTo>
                      <a:pt x="97155" y="77152"/>
                    </a:lnTo>
                    <a:lnTo>
                      <a:pt x="95250" y="77152"/>
                    </a:lnTo>
                    <a:lnTo>
                      <a:pt x="93345" y="77152"/>
                    </a:lnTo>
                    <a:lnTo>
                      <a:pt x="81915" y="75248"/>
                    </a:lnTo>
                    <a:lnTo>
                      <a:pt x="76200" y="74295"/>
                    </a:lnTo>
                    <a:lnTo>
                      <a:pt x="71438" y="72390"/>
                    </a:lnTo>
                    <a:lnTo>
                      <a:pt x="69533" y="71438"/>
                    </a:lnTo>
                    <a:lnTo>
                      <a:pt x="67627" y="69533"/>
                    </a:lnTo>
                    <a:lnTo>
                      <a:pt x="67627" y="67627"/>
                    </a:lnTo>
                    <a:lnTo>
                      <a:pt x="66675" y="64770"/>
                    </a:lnTo>
                    <a:lnTo>
                      <a:pt x="66675" y="62865"/>
                    </a:lnTo>
                    <a:lnTo>
                      <a:pt x="66675" y="61913"/>
                    </a:lnTo>
                    <a:lnTo>
                      <a:pt x="66675" y="61913"/>
                    </a:lnTo>
                    <a:lnTo>
                      <a:pt x="64770" y="61913"/>
                    </a:lnTo>
                    <a:lnTo>
                      <a:pt x="60008" y="62865"/>
                    </a:lnTo>
                    <a:lnTo>
                      <a:pt x="55245" y="64770"/>
                    </a:lnTo>
                    <a:lnTo>
                      <a:pt x="50483" y="65723"/>
                    </a:lnTo>
                    <a:lnTo>
                      <a:pt x="47625" y="63818"/>
                    </a:lnTo>
                    <a:lnTo>
                      <a:pt x="48577" y="62865"/>
                    </a:lnTo>
                    <a:lnTo>
                      <a:pt x="48577" y="60960"/>
                    </a:lnTo>
                    <a:lnTo>
                      <a:pt x="48577" y="60008"/>
                    </a:lnTo>
                    <a:lnTo>
                      <a:pt x="47625" y="59055"/>
                    </a:lnTo>
                    <a:lnTo>
                      <a:pt x="46673" y="59055"/>
                    </a:lnTo>
                    <a:lnTo>
                      <a:pt x="45720" y="58102"/>
                    </a:lnTo>
                    <a:lnTo>
                      <a:pt x="44767" y="58102"/>
                    </a:lnTo>
                    <a:lnTo>
                      <a:pt x="42863" y="55245"/>
                    </a:lnTo>
                    <a:lnTo>
                      <a:pt x="41910" y="54293"/>
                    </a:lnTo>
                    <a:lnTo>
                      <a:pt x="40005" y="54293"/>
                    </a:lnTo>
                    <a:lnTo>
                      <a:pt x="40958" y="59055"/>
                    </a:lnTo>
                    <a:lnTo>
                      <a:pt x="40958" y="62865"/>
                    </a:lnTo>
                    <a:lnTo>
                      <a:pt x="40005" y="75248"/>
                    </a:lnTo>
                    <a:lnTo>
                      <a:pt x="40005" y="83820"/>
                    </a:lnTo>
                    <a:lnTo>
                      <a:pt x="39052" y="89535"/>
                    </a:lnTo>
                    <a:lnTo>
                      <a:pt x="39052" y="92393"/>
                    </a:lnTo>
                    <a:lnTo>
                      <a:pt x="39052" y="94298"/>
                    </a:lnTo>
                    <a:lnTo>
                      <a:pt x="40005" y="96202"/>
                    </a:lnTo>
                    <a:lnTo>
                      <a:pt x="40005" y="97155"/>
                    </a:lnTo>
                    <a:lnTo>
                      <a:pt x="38100" y="98108"/>
                    </a:lnTo>
                    <a:lnTo>
                      <a:pt x="35242" y="98108"/>
                    </a:lnTo>
                    <a:lnTo>
                      <a:pt x="0" y="98108"/>
                    </a:lnTo>
                    <a:lnTo>
                      <a:pt x="952" y="160020"/>
                    </a:lnTo>
                    <a:lnTo>
                      <a:pt x="952" y="162877"/>
                    </a:lnTo>
                    <a:lnTo>
                      <a:pt x="1905" y="166688"/>
                    </a:lnTo>
                    <a:lnTo>
                      <a:pt x="2858" y="169545"/>
                    </a:lnTo>
                    <a:lnTo>
                      <a:pt x="3810" y="172402"/>
                    </a:lnTo>
                    <a:lnTo>
                      <a:pt x="28575" y="195263"/>
                    </a:lnTo>
                    <a:lnTo>
                      <a:pt x="38100" y="192405"/>
                    </a:lnTo>
                    <a:lnTo>
                      <a:pt x="48577" y="191452"/>
                    </a:lnTo>
                    <a:lnTo>
                      <a:pt x="58102" y="192405"/>
                    </a:lnTo>
                    <a:lnTo>
                      <a:pt x="65723" y="198120"/>
                    </a:lnTo>
                    <a:lnTo>
                      <a:pt x="68580" y="198120"/>
                    </a:lnTo>
                    <a:lnTo>
                      <a:pt x="72390" y="198120"/>
                    </a:lnTo>
                    <a:lnTo>
                      <a:pt x="73342" y="199073"/>
                    </a:lnTo>
                    <a:lnTo>
                      <a:pt x="75248" y="199073"/>
                    </a:lnTo>
                    <a:lnTo>
                      <a:pt x="79058" y="200977"/>
                    </a:lnTo>
                    <a:lnTo>
                      <a:pt x="80963" y="201930"/>
                    </a:lnTo>
                    <a:lnTo>
                      <a:pt x="82867" y="201930"/>
                    </a:lnTo>
                    <a:lnTo>
                      <a:pt x="85725" y="200977"/>
                    </a:lnTo>
                    <a:lnTo>
                      <a:pt x="87630" y="200977"/>
                    </a:lnTo>
                    <a:lnTo>
                      <a:pt x="89535" y="201930"/>
                    </a:lnTo>
                    <a:lnTo>
                      <a:pt x="91440" y="201930"/>
                    </a:lnTo>
                    <a:lnTo>
                      <a:pt x="94298" y="202882"/>
                    </a:lnTo>
                    <a:lnTo>
                      <a:pt x="96202" y="202882"/>
                    </a:lnTo>
                    <a:lnTo>
                      <a:pt x="103823" y="200025"/>
                    </a:lnTo>
                    <a:lnTo>
                      <a:pt x="109538" y="193357"/>
                    </a:lnTo>
                    <a:lnTo>
                      <a:pt x="114300" y="185738"/>
                    </a:lnTo>
                    <a:lnTo>
                      <a:pt x="119063" y="180023"/>
                    </a:lnTo>
                    <a:lnTo>
                      <a:pt x="122873" y="177165"/>
                    </a:lnTo>
                    <a:lnTo>
                      <a:pt x="133350" y="172402"/>
                    </a:lnTo>
                    <a:lnTo>
                      <a:pt x="137160" y="170498"/>
                    </a:lnTo>
                    <a:lnTo>
                      <a:pt x="138113" y="167640"/>
                    </a:lnTo>
                    <a:lnTo>
                      <a:pt x="138113" y="163830"/>
                    </a:lnTo>
                    <a:lnTo>
                      <a:pt x="139065" y="160973"/>
                    </a:lnTo>
                    <a:lnTo>
                      <a:pt x="144780" y="155257"/>
                    </a:lnTo>
                    <a:lnTo>
                      <a:pt x="153352" y="153352"/>
                    </a:lnTo>
                    <a:lnTo>
                      <a:pt x="161925" y="152400"/>
                    </a:lnTo>
                    <a:lnTo>
                      <a:pt x="169545" y="152400"/>
                    </a:lnTo>
                    <a:lnTo>
                      <a:pt x="168592" y="150495"/>
                    </a:lnTo>
                    <a:lnTo>
                      <a:pt x="166688" y="143827"/>
                    </a:lnTo>
                    <a:lnTo>
                      <a:pt x="165735" y="140970"/>
                    </a:lnTo>
                    <a:lnTo>
                      <a:pt x="166688" y="140018"/>
                    </a:lnTo>
                    <a:lnTo>
                      <a:pt x="167640" y="139065"/>
                    </a:lnTo>
                    <a:lnTo>
                      <a:pt x="170498" y="138113"/>
                    </a:lnTo>
                    <a:lnTo>
                      <a:pt x="225742" y="119063"/>
                    </a:lnTo>
                    <a:lnTo>
                      <a:pt x="224790" y="118110"/>
                    </a:lnTo>
                    <a:lnTo>
                      <a:pt x="223838" y="118110"/>
                    </a:lnTo>
                    <a:lnTo>
                      <a:pt x="222885" y="119063"/>
                    </a:lnTo>
                    <a:lnTo>
                      <a:pt x="220980" y="119063"/>
                    </a:lnTo>
                    <a:lnTo>
                      <a:pt x="220027" y="118110"/>
                    </a:lnTo>
                    <a:lnTo>
                      <a:pt x="218123" y="115252"/>
                    </a:lnTo>
                    <a:lnTo>
                      <a:pt x="217170" y="113348"/>
                    </a:lnTo>
                    <a:lnTo>
                      <a:pt x="217170" y="112395"/>
                    </a:lnTo>
                    <a:lnTo>
                      <a:pt x="217170" y="111443"/>
                    </a:lnTo>
                    <a:lnTo>
                      <a:pt x="216217" y="110490"/>
                    </a:lnTo>
                    <a:lnTo>
                      <a:pt x="215265" y="110490"/>
                    </a:lnTo>
                    <a:lnTo>
                      <a:pt x="218123" y="107633"/>
                    </a:lnTo>
                    <a:lnTo>
                      <a:pt x="220027" y="103823"/>
                    </a:lnTo>
                    <a:lnTo>
                      <a:pt x="220980" y="100013"/>
                    </a:lnTo>
                    <a:lnTo>
                      <a:pt x="221933" y="96202"/>
                    </a:lnTo>
                    <a:lnTo>
                      <a:pt x="221933" y="93345"/>
                    </a:lnTo>
                    <a:lnTo>
                      <a:pt x="221933" y="91440"/>
                    </a:lnTo>
                    <a:lnTo>
                      <a:pt x="222885" y="90488"/>
                    </a:lnTo>
                    <a:lnTo>
                      <a:pt x="224790" y="89535"/>
                    </a:lnTo>
                    <a:lnTo>
                      <a:pt x="229552" y="87630"/>
                    </a:lnTo>
                    <a:lnTo>
                      <a:pt x="230505" y="86677"/>
                    </a:lnTo>
                    <a:lnTo>
                      <a:pt x="232410" y="84773"/>
                    </a:lnTo>
                    <a:lnTo>
                      <a:pt x="228600" y="83820"/>
                    </a:lnTo>
                    <a:lnTo>
                      <a:pt x="227648" y="81915"/>
                    </a:lnTo>
                    <a:lnTo>
                      <a:pt x="227648" y="78105"/>
                    </a:lnTo>
                    <a:lnTo>
                      <a:pt x="227648" y="75248"/>
                    </a:lnTo>
                    <a:lnTo>
                      <a:pt x="227648" y="72390"/>
                    </a:lnTo>
                    <a:lnTo>
                      <a:pt x="226695" y="67627"/>
                    </a:lnTo>
                    <a:lnTo>
                      <a:pt x="226695" y="65723"/>
                    </a:lnTo>
                    <a:lnTo>
                      <a:pt x="226695" y="64770"/>
                    </a:lnTo>
                    <a:lnTo>
                      <a:pt x="228600" y="61913"/>
                    </a:lnTo>
                    <a:lnTo>
                      <a:pt x="229552" y="60960"/>
                    </a:lnTo>
                    <a:lnTo>
                      <a:pt x="228600" y="60008"/>
                    </a:lnTo>
                    <a:lnTo>
                      <a:pt x="227648" y="57150"/>
                    </a:lnTo>
                    <a:lnTo>
                      <a:pt x="227648" y="55245"/>
                    </a:lnTo>
                    <a:lnTo>
                      <a:pt x="228600" y="53340"/>
                    </a:lnTo>
                    <a:lnTo>
                      <a:pt x="232410" y="51435"/>
                    </a:lnTo>
                    <a:lnTo>
                      <a:pt x="233363" y="49530"/>
                    </a:lnTo>
                    <a:lnTo>
                      <a:pt x="234315" y="47625"/>
                    </a:lnTo>
                    <a:lnTo>
                      <a:pt x="234315" y="45720"/>
                    </a:lnTo>
                    <a:lnTo>
                      <a:pt x="233363" y="42863"/>
                    </a:lnTo>
                    <a:lnTo>
                      <a:pt x="232410" y="40958"/>
                    </a:lnTo>
                    <a:lnTo>
                      <a:pt x="231458" y="40005"/>
                    </a:lnTo>
                    <a:lnTo>
                      <a:pt x="229552" y="39052"/>
                    </a:lnTo>
                    <a:lnTo>
                      <a:pt x="228600" y="38100"/>
                    </a:lnTo>
                    <a:lnTo>
                      <a:pt x="228600" y="36195"/>
                    </a:lnTo>
                    <a:lnTo>
                      <a:pt x="228600" y="34290"/>
                    </a:lnTo>
                    <a:lnTo>
                      <a:pt x="227648" y="32385"/>
                    </a:lnTo>
                    <a:lnTo>
                      <a:pt x="225742" y="28575"/>
                    </a:lnTo>
                    <a:lnTo>
                      <a:pt x="224790" y="28575"/>
                    </a:lnTo>
                    <a:lnTo>
                      <a:pt x="223838" y="28575"/>
                    </a:lnTo>
                    <a:lnTo>
                      <a:pt x="223838" y="28575"/>
                    </a:lnTo>
                    <a:lnTo>
                      <a:pt x="222885" y="29527"/>
                    </a:lnTo>
                    <a:lnTo>
                      <a:pt x="221933" y="27623"/>
                    </a:lnTo>
                    <a:lnTo>
                      <a:pt x="221933" y="26670"/>
                    </a:lnTo>
                    <a:lnTo>
                      <a:pt x="220027" y="24765"/>
                    </a:lnTo>
                    <a:lnTo>
                      <a:pt x="217170" y="22860"/>
                    </a:lnTo>
                    <a:lnTo>
                      <a:pt x="209550" y="20002"/>
                    </a:lnTo>
                    <a:lnTo>
                      <a:pt x="202883" y="18098"/>
                    </a:lnTo>
                    <a:lnTo>
                      <a:pt x="200977" y="16193"/>
                    </a:lnTo>
                    <a:lnTo>
                      <a:pt x="197167" y="14288"/>
                    </a:lnTo>
                    <a:lnTo>
                      <a:pt x="194310" y="12383"/>
                    </a:lnTo>
                    <a:lnTo>
                      <a:pt x="192405" y="12383"/>
                    </a:lnTo>
                    <a:lnTo>
                      <a:pt x="192405" y="11430"/>
                    </a:lnTo>
                    <a:lnTo>
                      <a:pt x="191452" y="10477"/>
                    </a:lnTo>
                    <a:lnTo>
                      <a:pt x="191452" y="9525"/>
                    </a:lnTo>
                    <a:lnTo>
                      <a:pt x="190500" y="8573"/>
                    </a:lnTo>
                    <a:lnTo>
                      <a:pt x="189548" y="8573"/>
                    </a:lnTo>
                    <a:lnTo>
                      <a:pt x="188595" y="8573"/>
                    </a:lnTo>
                    <a:lnTo>
                      <a:pt x="187642" y="8573"/>
                    </a:lnTo>
                    <a:lnTo>
                      <a:pt x="186690" y="8573"/>
                    </a:lnTo>
                    <a:lnTo>
                      <a:pt x="182880" y="7620"/>
                    </a:lnTo>
                    <a:lnTo>
                      <a:pt x="180023" y="5715"/>
                    </a:lnTo>
                    <a:lnTo>
                      <a:pt x="178117" y="3810"/>
                    </a:lnTo>
                    <a:lnTo>
                      <a:pt x="176213" y="0"/>
                    </a:lnTo>
                    <a:lnTo>
                      <a:pt x="148590" y="381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3" name="Freeform: Shape 103">
                <a:extLst>
                  <a:ext uri="{FF2B5EF4-FFF2-40B4-BE49-F238E27FC236}">
                    <a16:creationId xmlns:a16="http://schemas.microsoft.com/office/drawing/2014/main" id="{F1C82D92-957D-9DCF-786A-7607782ACAF5}"/>
                  </a:ext>
                </a:extLst>
              </p:cNvPr>
              <p:cNvSpPr/>
              <p:nvPr/>
            </p:nvSpPr>
            <p:spPr>
              <a:xfrm>
                <a:off x="6120096" y="4722120"/>
                <a:ext cx="300452" cy="309893"/>
              </a:xfrm>
              <a:custGeom>
                <a:avLst/>
                <a:gdLst>
                  <a:gd name="connsiteX0" fmla="*/ 100013 w 271462"/>
                  <a:gd name="connsiteY0" fmla="*/ 250507 h 260984"/>
                  <a:gd name="connsiteX1" fmla="*/ 101917 w 271462"/>
                  <a:gd name="connsiteY1" fmla="*/ 248602 h 260984"/>
                  <a:gd name="connsiteX2" fmla="*/ 103823 w 271462"/>
                  <a:gd name="connsiteY2" fmla="*/ 242888 h 260984"/>
                  <a:gd name="connsiteX3" fmla="*/ 104775 w 271462"/>
                  <a:gd name="connsiteY3" fmla="*/ 240982 h 260984"/>
                  <a:gd name="connsiteX4" fmla="*/ 107632 w 271462"/>
                  <a:gd name="connsiteY4" fmla="*/ 241935 h 260984"/>
                  <a:gd name="connsiteX5" fmla="*/ 109538 w 271462"/>
                  <a:gd name="connsiteY5" fmla="*/ 242888 h 260984"/>
                  <a:gd name="connsiteX6" fmla="*/ 111442 w 271462"/>
                  <a:gd name="connsiteY6" fmla="*/ 244792 h 260984"/>
                  <a:gd name="connsiteX7" fmla="*/ 112395 w 271462"/>
                  <a:gd name="connsiteY7" fmla="*/ 246697 h 260984"/>
                  <a:gd name="connsiteX8" fmla="*/ 113348 w 271462"/>
                  <a:gd name="connsiteY8" fmla="*/ 248602 h 260984"/>
                  <a:gd name="connsiteX9" fmla="*/ 113348 w 271462"/>
                  <a:gd name="connsiteY9" fmla="*/ 249555 h 260984"/>
                  <a:gd name="connsiteX10" fmla="*/ 113348 w 271462"/>
                  <a:gd name="connsiteY10" fmla="*/ 251460 h 260984"/>
                  <a:gd name="connsiteX11" fmla="*/ 113348 w 271462"/>
                  <a:gd name="connsiteY11" fmla="*/ 253365 h 260984"/>
                  <a:gd name="connsiteX12" fmla="*/ 114300 w 271462"/>
                  <a:gd name="connsiteY12" fmla="*/ 254317 h 260984"/>
                  <a:gd name="connsiteX13" fmla="*/ 115252 w 271462"/>
                  <a:gd name="connsiteY13" fmla="*/ 255270 h 260984"/>
                  <a:gd name="connsiteX14" fmla="*/ 116205 w 271462"/>
                  <a:gd name="connsiteY14" fmla="*/ 256222 h 260984"/>
                  <a:gd name="connsiteX15" fmla="*/ 118110 w 271462"/>
                  <a:gd name="connsiteY15" fmla="*/ 257175 h 260984"/>
                  <a:gd name="connsiteX16" fmla="*/ 124777 w 271462"/>
                  <a:gd name="connsiteY16" fmla="*/ 259080 h 260984"/>
                  <a:gd name="connsiteX17" fmla="*/ 148590 w 271462"/>
                  <a:gd name="connsiteY17" fmla="*/ 260985 h 260984"/>
                  <a:gd name="connsiteX18" fmla="*/ 150495 w 271462"/>
                  <a:gd name="connsiteY18" fmla="*/ 260032 h 260984"/>
                  <a:gd name="connsiteX19" fmla="*/ 151448 w 271462"/>
                  <a:gd name="connsiteY19" fmla="*/ 259080 h 260984"/>
                  <a:gd name="connsiteX20" fmla="*/ 153352 w 271462"/>
                  <a:gd name="connsiteY20" fmla="*/ 256222 h 260984"/>
                  <a:gd name="connsiteX21" fmla="*/ 155257 w 271462"/>
                  <a:gd name="connsiteY21" fmla="*/ 254317 h 260984"/>
                  <a:gd name="connsiteX22" fmla="*/ 159067 w 271462"/>
                  <a:gd name="connsiteY22" fmla="*/ 252413 h 260984"/>
                  <a:gd name="connsiteX23" fmla="*/ 161925 w 271462"/>
                  <a:gd name="connsiteY23" fmla="*/ 250507 h 260984"/>
                  <a:gd name="connsiteX24" fmla="*/ 165735 w 271462"/>
                  <a:gd name="connsiteY24" fmla="*/ 250507 h 260984"/>
                  <a:gd name="connsiteX25" fmla="*/ 165735 w 271462"/>
                  <a:gd name="connsiteY25" fmla="*/ 167640 h 260984"/>
                  <a:gd name="connsiteX26" fmla="*/ 165735 w 271462"/>
                  <a:gd name="connsiteY26" fmla="*/ 106680 h 260984"/>
                  <a:gd name="connsiteX27" fmla="*/ 185738 w 271462"/>
                  <a:gd name="connsiteY27" fmla="*/ 106680 h 260984"/>
                  <a:gd name="connsiteX28" fmla="*/ 185738 w 271462"/>
                  <a:gd name="connsiteY28" fmla="*/ 106680 h 260984"/>
                  <a:gd name="connsiteX29" fmla="*/ 185738 w 271462"/>
                  <a:gd name="connsiteY29" fmla="*/ 28575 h 260984"/>
                  <a:gd name="connsiteX30" fmla="*/ 187642 w 271462"/>
                  <a:gd name="connsiteY30" fmla="*/ 27622 h 260984"/>
                  <a:gd name="connsiteX31" fmla="*/ 196215 w 271462"/>
                  <a:gd name="connsiteY31" fmla="*/ 26670 h 260984"/>
                  <a:gd name="connsiteX32" fmla="*/ 224790 w 271462"/>
                  <a:gd name="connsiteY32" fmla="*/ 21907 h 260984"/>
                  <a:gd name="connsiteX33" fmla="*/ 229552 w 271462"/>
                  <a:gd name="connsiteY33" fmla="*/ 21907 h 260984"/>
                  <a:gd name="connsiteX34" fmla="*/ 232410 w 271462"/>
                  <a:gd name="connsiteY34" fmla="*/ 22860 h 260984"/>
                  <a:gd name="connsiteX35" fmla="*/ 236220 w 271462"/>
                  <a:gd name="connsiteY35" fmla="*/ 25717 h 260984"/>
                  <a:gd name="connsiteX36" fmla="*/ 237173 w 271462"/>
                  <a:gd name="connsiteY36" fmla="*/ 28575 h 260984"/>
                  <a:gd name="connsiteX37" fmla="*/ 239077 w 271462"/>
                  <a:gd name="connsiteY37" fmla="*/ 30480 h 260984"/>
                  <a:gd name="connsiteX38" fmla="*/ 242888 w 271462"/>
                  <a:gd name="connsiteY38" fmla="*/ 28575 h 260984"/>
                  <a:gd name="connsiteX39" fmla="*/ 245745 w 271462"/>
                  <a:gd name="connsiteY39" fmla="*/ 25717 h 260984"/>
                  <a:gd name="connsiteX40" fmla="*/ 248602 w 271462"/>
                  <a:gd name="connsiteY40" fmla="*/ 23813 h 260984"/>
                  <a:gd name="connsiteX41" fmla="*/ 251460 w 271462"/>
                  <a:gd name="connsiteY41" fmla="*/ 22860 h 260984"/>
                  <a:gd name="connsiteX42" fmla="*/ 255270 w 271462"/>
                  <a:gd name="connsiteY42" fmla="*/ 21907 h 260984"/>
                  <a:gd name="connsiteX43" fmla="*/ 256223 w 271462"/>
                  <a:gd name="connsiteY43" fmla="*/ 21907 h 260984"/>
                  <a:gd name="connsiteX44" fmla="*/ 257175 w 271462"/>
                  <a:gd name="connsiteY44" fmla="*/ 21907 h 260984"/>
                  <a:gd name="connsiteX45" fmla="*/ 257175 w 271462"/>
                  <a:gd name="connsiteY45" fmla="*/ 21907 h 260984"/>
                  <a:gd name="connsiteX46" fmla="*/ 259080 w 271462"/>
                  <a:gd name="connsiteY46" fmla="*/ 21907 h 260984"/>
                  <a:gd name="connsiteX47" fmla="*/ 260032 w 271462"/>
                  <a:gd name="connsiteY47" fmla="*/ 20955 h 260984"/>
                  <a:gd name="connsiteX48" fmla="*/ 261938 w 271462"/>
                  <a:gd name="connsiteY48" fmla="*/ 19050 h 260984"/>
                  <a:gd name="connsiteX49" fmla="*/ 262890 w 271462"/>
                  <a:gd name="connsiteY49" fmla="*/ 18097 h 260984"/>
                  <a:gd name="connsiteX50" fmla="*/ 264795 w 271462"/>
                  <a:gd name="connsiteY50" fmla="*/ 18097 h 260984"/>
                  <a:gd name="connsiteX51" fmla="*/ 266700 w 271462"/>
                  <a:gd name="connsiteY51" fmla="*/ 17145 h 260984"/>
                  <a:gd name="connsiteX52" fmla="*/ 269557 w 271462"/>
                  <a:gd name="connsiteY52" fmla="*/ 17145 h 260984"/>
                  <a:gd name="connsiteX53" fmla="*/ 271463 w 271462"/>
                  <a:gd name="connsiteY53" fmla="*/ 17145 h 260984"/>
                  <a:gd name="connsiteX54" fmla="*/ 263842 w 271462"/>
                  <a:gd name="connsiteY54" fmla="*/ 11430 h 260984"/>
                  <a:gd name="connsiteX55" fmla="*/ 254317 w 271462"/>
                  <a:gd name="connsiteY55" fmla="*/ 10477 h 260984"/>
                  <a:gd name="connsiteX56" fmla="*/ 243840 w 271462"/>
                  <a:gd name="connsiteY56" fmla="*/ 11430 h 260984"/>
                  <a:gd name="connsiteX57" fmla="*/ 234315 w 271462"/>
                  <a:gd name="connsiteY57" fmla="*/ 14288 h 260984"/>
                  <a:gd name="connsiteX58" fmla="*/ 198120 w 271462"/>
                  <a:gd name="connsiteY58" fmla="*/ 20002 h 260984"/>
                  <a:gd name="connsiteX59" fmla="*/ 180975 w 271462"/>
                  <a:gd name="connsiteY59" fmla="*/ 20955 h 260984"/>
                  <a:gd name="connsiteX60" fmla="*/ 171450 w 271462"/>
                  <a:gd name="connsiteY60" fmla="*/ 19050 h 260984"/>
                  <a:gd name="connsiteX61" fmla="*/ 144780 w 271462"/>
                  <a:gd name="connsiteY61" fmla="*/ 17145 h 260984"/>
                  <a:gd name="connsiteX62" fmla="*/ 141923 w 271462"/>
                  <a:gd name="connsiteY62" fmla="*/ 16192 h 260984"/>
                  <a:gd name="connsiteX63" fmla="*/ 140017 w 271462"/>
                  <a:gd name="connsiteY63" fmla="*/ 14288 h 260984"/>
                  <a:gd name="connsiteX64" fmla="*/ 137160 w 271462"/>
                  <a:gd name="connsiteY64" fmla="*/ 10477 h 260984"/>
                  <a:gd name="connsiteX65" fmla="*/ 135255 w 271462"/>
                  <a:gd name="connsiteY65" fmla="*/ 9525 h 260984"/>
                  <a:gd name="connsiteX66" fmla="*/ 134302 w 271462"/>
                  <a:gd name="connsiteY66" fmla="*/ 8572 h 260984"/>
                  <a:gd name="connsiteX67" fmla="*/ 54292 w 271462"/>
                  <a:gd name="connsiteY67" fmla="*/ 8572 h 260984"/>
                  <a:gd name="connsiteX68" fmla="*/ 46673 w 271462"/>
                  <a:gd name="connsiteY68" fmla="*/ 8572 h 260984"/>
                  <a:gd name="connsiteX69" fmla="*/ 40957 w 271462"/>
                  <a:gd name="connsiteY69" fmla="*/ 6667 h 260984"/>
                  <a:gd name="connsiteX70" fmla="*/ 36195 w 271462"/>
                  <a:gd name="connsiteY70" fmla="*/ 2857 h 260984"/>
                  <a:gd name="connsiteX71" fmla="*/ 32385 w 271462"/>
                  <a:gd name="connsiteY71" fmla="*/ 952 h 260984"/>
                  <a:gd name="connsiteX72" fmla="*/ 27623 w 271462"/>
                  <a:gd name="connsiteY72" fmla="*/ 0 h 260984"/>
                  <a:gd name="connsiteX73" fmla="*/ 21907 w 271462"/>
                  <a:gd name="connsiteY73" fmla="*/ 1905 h 260984"/>
                  <a:gd name="connsiteX74" fmla="*/ 19050 w 271462"/>
                  <a:gd name="connsiteY74" fmla="*/ 3810 h 260984"/>
                  <a:gd name="connsiteX75" fmla="*/ 16192 w 271462"/>
                  <a:gd name="connsiteY75" fmla="*/ 3810 h 260984"/>
                  <a:gd name="connsiteX76" fmla="*/ 13335 w 271462"/>
                  <a:gd name="connsiteY76" fmla="*/ 4763 h 260984"/>
                  <a:gd name="connsiteX77" fmla="*/ 10477 w 271462"/>
                  <a:gd name="connsiteY77" fmla="*/ 4763 h 260984"/>
                  <a:gd name="connsiteX78" fmla="*/ 9525 w 271462"/>
                  <a:gd name="connsiteY78" fmla="*/ 4763 h 260984"/>
                  <a:gd name="connsiteX79" fmla="*/ 6667 w 271462"/>
                  <a:gd name="connsiteY79" fmla="*/ 3810 h 260984"/>
                  <a:gd name="connsiteX80" fmla="*/ 5715 w 271462"/>
                  <a:gd name="connsiteY80" fmla="*/ 3810 h 260984"/>
                  <a:gd name="connsiteX81" fmla="*/ 3810 w 271462"/>
                  <a:gd name="connsiteY81" fmla="*/ 3810 h 260984"/>
                  <a:gd name="connsiteX82" fmla="*/ 1905 w 271462"/>
                  <a:gd name="connsiteY82" fmla="*/ 5715 h 260984"/>
                  <a:gd name="connsiteX83" fmla="*/ 0 w 271462"/>
                  <a:gd name="connsiteY83" fmla="*/ 5715 h 260984"/>
                  <a:gd name="connsiteX84" fmla="*/ 0 w 271462"/>
                  <a:gd name="connsiteY84" fmla="*/ 14288 h 260984"/>
                  <a:gd name="connsiteX85" fmla="*/ 1905 w 271462"/>
                  <a:gd name="connsiteY85" fmla="*/ 21907 h 260984"/>
                  <a:gd name="connsiteX86" fmla="*/ 5715 w 271462"/>
                  <a:gd name="connsiteY86" fmla="*/ 29527 h 260984"/>
                  <a:gd name="connsiteX87" fmla="*/ 16192 w 271462"/>
                  <a:gd name="connsiteY87" fmla="*/ 42863 h 260984"/>
                  <a:gd name="connsiteX88" fmla="*/ 30480 w 271462"/>
                  <a:gd name="connsiteY88" fmla="*/ 71438 h 260984"/>
                  <a:gd name="connsiteX89" fmla="*/ 32385 w 271462"/>
                  <a:gd name="connsiteY89" fmla="*/ 79057 h 260984"/>
                  <a:gd name="connsiteX90" fmla="*/ 34290 w 271462"/>
                  <a:gd name="connsiteY90" fmla="*/ 82867 h 260984"/>
                  <a:gd name="connsiteX91" fmla="*/ 52388 w 271462"/>
                  <a:gd name="connsiteY91" fmla="*/ 111442 h 260984"/>
                  <a:gd name="connsiteX92" fmla="*/ 55245 w 271462"/>
                  <a:gd name="connsiteY92" fmla="*/ 119063 h 260984"/>
                  <a:gd name="connsiteX93" fmla="*/ 55245 w 271462"/>
                  <a:gd name="connsiteY93" fmla="*/ 126682 h 260984"/>
                  <a:gd name="connsiteX94" fmla="*/ 54292 w 271462"/>
                  <a:gd name="connsiteY94" fmla="*/ 125730 h 260984"/>
                  <a:gd name="connsiteX95" fmla="*/ 53340 w 271462"/>
                  <a:gd name="connsiteY95" fmla="*/ 129540 h 260984"/>
                  <a:gd name="connsiteX96" fmla="*/ 55245 w 271462"/>
                  <a:gd name="connsiteY96" fmla="*/ 142875 h 260984"/>
                  <a:gd name="connsiteX97" fmla="*/ 55245 w 271462"/>
                  <a:gd name="connsiteY97" fmla="*/ 152400 h 260984"/>
                  <a:gd name="connsiteX98" fmla="*/ 56198 w 271462"/>
                  <a:gd name="connsiteY98" fmla="*/ 157163 h 260984"/>
                  <a:gd name="connsiteX99" fmla="*/ 60960 w 271462"/>
                  <a:gd name="connsiteY99" fmla="*/ 169545 h 260984"/>
                  <a:gd name="connsiteX100" fmla="*/ 61913 w 271462"/>
                  <a:gd name="connsiteY100" fmla="*/ 173355 h 260984"/>
                  <a:gd name="connsiteX101" fmla="*/ 61913 w 271462"/>
                  <a:gd name="connsiteY101" fmla="*/ 182880 h 260984"/>
                  <a:gd name="connsiteX102" fmla="*/ 64770 w 271462"/>
                  <a:gd name="connsiteY102" fmla="*/ 200977 h 260984"/>
                  <a:gd name="connsiteX103" fmla="*/ 65723 w 271462"/>
                  <a:gd name="connsiteY103" fmla="*/ 202882 h 260984"/>
                  <a:gd name="connsiteX104" fmla="*/ 67627 w 271462"/>
                  <a:gd name="connsiteY104" fmla="*/ 206692 h 260984"/>
                  <a:gd name="connsiteX105" fmla="*/ 67627 w 271462"/>
                  <a:gd name="connsiteY105" fmla="*/ 207645 h 260984"/>
                  <a:gd name="connsiteX106" fmla="*/ 68580 w 271462"/>
                  <a:gd name="connsiteY106" fmla="*/ 214313 h 260984"/>
                  <a:gd name="connsiteX107" fmla="*/ 70485 w 271462"/>
                  <a:gd name="connsiteY107" fmla="*/ 221932 h 260984"/>
                  <a:gd name="connsiteX108" fmla="*/ 72390 w 271462"/>
                  <a:gd name="connsiteY108" fmla="*/ 225742 h 260984"/>
                  <a:gd name="connsiteX109" fmla="*/ 76200 w 271462"/>
                  <a:gd name="connsiteY109" fmla="*/ 234315 h 260984"/>
                  <a:gd name="connsiteX110" fmla="*/ 81915 w 271462"/>
                  <a:gd name="connsiteY110" fmla="*/ 241935 h 260984"/>
                  <a:gd name="connsiteX111" fmla="*/ 87630 w 271462"/>
                  <a:gd name="connsiteY111" fmla="*/ 248602 h 260984"/>
                  <a:gd name="connsiteX112" fmla="*/ 94298 w 271462"/>
                  <a:gd name="connsiteY112" fmla="*/ 254317 h 260984"/>
                  <a:gd name="connsiteX113" fmla="*/ 96202 w 271462"/>
                  <a:gd name="connsiteY113" fmla="*/ 252413 h 26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271462" h="260984">
                    <a:moveTo>
                      <a:pt x="100013" y="250507"/>
                    </a:moveTo>
                    <a:lnTo>
                      <a:pt x="101917" y="248602"/>
                    </a:lnTo>
                    <a:lnTo>
                      <a:pt x="103823" y="242888"/>
                    </a:lnTo>
                    <a:lnTo>
                      <a:pt x="104775" y="240982"/>
                    </a:lnTo>
                    <a:lnTo>
                      <a:pt x="107632" y="241935"/>
                    </a:lnTo>
                    <a:lnTo>
                      <a:pt x="109538" y="242888"/>
                    </a:lnTo>
                    <a:lnTo>
                      <a:pt x="111442" y="244792"/>
                    </a:lnTo>
                    <a:lnTo>
                      <a:pt x="112395" y="246697"/>
                    </a:lnTo>
                    <a:lnTo>
                      <a:pt x="113348" y="248602"/>
                    </a:lnTo>
                    <a:lnTo>
                      <a:pt x="113348" y="249555"/>
                    </a:lnTo>
                    <a:lnTo>
                      <a:pt x="113348" y="251460"/>
                    </a:lnTo>
                    <a:lnTo>
                      <a:pt x="113348" y="253365"/>
                    </a:lnTo>
                    <a:lnTo>
                      <a:pt x="114300" y="254317"/>
                    </a:lnTo>
                    <a:lnTo>
                      <a:pt x="115252" y="255270"/>
                    </a:lnTo>
                    <a:lnTo>
                      <a:pt x="116205" y="256222"/>
                    </a:lnTo>
                    <a:lnTo>
                      <a:pt x="118110" y="257175"/>
                    </a:lnTo>
                    <a:lnTo>
                      <a:pt x="124777" y="259080"/>
                    </a:lnTo>
                    <a:lnTo>
                      <a:pt x="148590" y="260985"/>
                    </a:lnTo>
                    <a:lnTo>
                      <a:pt x="150495" y="260032"/>
                    </a:lnTo>
                    <a:lnTo>
                      <a:pt x="151448" y="259080"/>
                    </a:lnTo>
                    <a:lnTo>
                      <a:pt x="153352" y="256222"/>
                    </a:lnTo>
                    <a:lnTo>
                      <a:pt x="155257" y="254317"/>
                    </a:lnTo>
                    <a:lnTo>
                      <a:pt x="159067" y="252413"/>
                    </a:lnTo>
                    <a:lnTo>
                      <a:pt x="161925" y="250507"/>
                    </a:lnTo>
                    <a:lnTo>
                      <a:pt x="165735" y="250507"/>
                    </a:lnTo>
                    <a:lnTo>
                      <a:pt x="165735" y="167640"/>
                    </a:lnTo>
                    <a:lnTo>
                      <a:pt x="165735" y="106680"/>
                    </a:lnTo>
                    <a:lnTo>
                      <a:pt x="185738" y="106680"/>
                    </a:lnTo>
                    <a:lnTo>
                      <a:pt x="185738" y="106680"/>
                    </a:lnTo>
                    <a:lnTo>
                      <a:pt x="185738" y="28575"/>
                    </a:lnTo>
                    <a:lnTo>
                      <a:pt x="187642" y="27622"/>
                    </a:lnTo>
                    <a:lnTo>
                      <a:pt x="196215" y="26670"/>
                    </a:lnTo>
                    <a:lnTo>
                      <a:pt x="224790" y="21907"/>
                    </a:lnTo>
                    <a:lnTo>
                      <a:pt x="229552" y="21907"/>
                    </a:lnTo>
                    <a:lnTo>
                      <a:pt x="232410" y="22860"/>
                    </a:lnTo>
                    <a:lnTo>
                      <a:pt x="236220" y="25717"/>
                    </a:lnTo>
                    <a:lnTo>
                      <a:pt x="237173" y="28575"/>
                    </a:lnTo>
                    <a:lnTo>
                      <a:pt x="239077" y="30480"/>
                    </a:lnTo>
                    <a:lnTo>
                      <a:pt x="242888" y="28575"/>
                    </a:lnTo>
                    <a:lnTo>
                      <a:pt x="245745" y="25717"/>
                    </a:lnTo>
                    <a:lnTo>
                      <a:pt x="248602" y="23813"/>
                    </a:lnTo>
                    <a:lnTo>
                      <a:pt x="251460" y="22860"/>
                    </a:lnTo>
                    <a:lnTo>
                      <a:pt x="255270" y="21907"/>
                    </a:lnTo>
                    <a:lnTo>
                      <a:pt x="256223" y="21907"/>
                    </a:lnTo>
                    <a:lnTo>
                      <a:pt x="257175" y="21907"/>
                    </a:lnTo>
                    <a:lnTo>
                      <a:pt x="257175" y="21907"/>
                    </a:lnTo>
                    <a:lnTo>
                      <a:pt x="259080" y="21907"/>
                    </a:lnTo>
                    <a:lnTo>
                      <a:pt x="260032" y="20955"/>
                    </a:lnTo>
                    <a:lnTo>
                      <a:pt x="261938" y="19050"/>
                    </a:lnTo>
                    <a:lnTo>
                      <a:pt x="262890" y="18097"/>
                    </a:lnTo>
                    <a:lnTo>
                      <a:pt x="264795" y="18097"/>
                    </a:lnTo>
                    <a:lnTo>
                      <a:pt x="266700" y="17145"/>
                    </a:lnTo>
                    <a:lnTo>
                      <a:pt x="269557" y="17145"/>
                    </a:lnTo>
                    <a:lnTo>
                      <a:pt x="271463" y="17145"/>
                    </a:lnTo>
                    <a:lnTo>
                      <a:pt x="263842" y="11430"/>
                    </a:lnTo>
                    <a:lnTo>
                      <a:pt x="254317" y="10477"/>
                    </a:lnTo>
                    <a:lnTo>
                      <a:pt x="243840" y="11430"/>
                    </a:lnTo>
                    <a:lnTo>
                      <a:pt x="234315" y="14288"/>
                    </a:lnTo>
                    <a:lnTo>
                      <a:pt x="198120" y="20002"/>
                    </a:lnTo>
                    <a:lnTo>
                      <a:pt x="180975" y="20955"/>
                    </a:lnTo>
                    <a:lnTo>
                      <a:pt x="171450" y="19050"/>
                    </a:lnTo>
                    <a:lnTo>
                      <a:pt x="144780" y="17145"/>
                    </a:lnTo>
                    <a:lnTo>
                      <a:pt x="141923" y="16192"/>
                    </a:lnTo>
                    <a:lnTo>
                      <a:pt x="140017" y="14288"/>
                    </a:lnTo>
                    <a:lnTo>
                      <a:pt x="137160" y="10477"/>
                    </a:lnTo>
                    <a:lnTo>
                      <a:pt x="135255" y="9525"/>
                    </a:lnTo>
                    <a:lnTo>
                      <a:pt x="134302" y="8572"/>
                    </a:lnTo>
                    <a:lnTo>
                      <a:pt x="54292" y="8572"/>
                    </a:lnTo>
                    <a:lnTo>
                      <a:pt x="46673" y="8572"/>
                    </a:lnTo>
                    <a:lnTo>
                      <a:pt x="40957" y="6667"/>
                    </a:lnTo>
                    <a:lnTo>
                      <a:pt x="36195" y="2857"/>
                    </a:lnTo>
                    <a:lnTo>
                      <a:pt x="32385" y="952"/>
                    </a:lnTo>
                    <a:lnTo>
                      <a:pt x="27623" y="0"/>
                    </a:lnTo>
                    <a:lnTo>
                      <a:pt x="21907" y="1905"/>
                    </a:lnTo>
                    <a:lnTo>
                      <a:pt x="19050" y="3810"/>
                    </a:lnTo>
                    <a:lnTo>
                      <a:pt x="16192" y="3810"/>
                    </a:lnTo>
                    <a:lnTo>
                      <a:pt x="13335" y="4763"/>
                    </a:lnTo>
                    <a:lnTo>
                      <a:pt x="10477" y="4763"/>
                    </a:lnTo>
                    <a:lnTo>
                      <a:pt x="9525" y="4763"/>
                    </a:lnTo>
                    <a:lnTo>
                      <a:pt x="6667" y="3810"/>
                    </a:lnTo>
                    <a:lnTo>
                      <a:pt x="5715" y="3810"/>
                    </a:lnTo>
                    <a:lnTo>
                      <a:pt x="3810" y="3810"/>
                    </a:lnTo>
                    <a:lnTo>
                      <a:pt x="1905" y="5715"/>
                    </a:lnTo>
                    <a:lnTo>
                      <a:pt x="0" y="5715"/>
                    </a:lnTo>
                    <a:lnTo>
                      <a:pt x="0" y="14288"/>
                    </a:lnTo>
                    <a:lnTo>
                      <a:pt x="1905" y="21907"/>
                    </a:lnTo>
                    <a:lnTo>
                      <a:pt x="5715" y="29527"/>
                    </a:lnTo>
                    <a:lnTo>
                      <a:pt x="16192" y="42863"/>
                    </a:lnTo>
                    <a:lnTo>
                      <a:pt x="30480" y="71438"/>
                    </a:lnTo>
                    <a:lnTo>
                      <a:pt x="32385" y="79057"/>
                    </a:lnTo>
                    <a:lnTo>
                      <a:pt x="34290" y="82867"/>
                    </a:lnTo>
                    <a:lnTo>
                      <a:pt x="52388" y="111442"/>
                    </a:lnTo>
                    <a:lnTo>
                      <a:pt x="55245" y="119063"/>
                    </a:lnTo>
                    <a:lnTo>
                      <a:pt x="55245" y="126682"/>
                    </a:lnTo>
                    <a:lnTo>
                      <a:pt x="54292" y="125730"/>
                    </a:lnTo>
                    <a:lnTo>
                      <a:pt x="53340" y="129540"/>
                    </a:lnTo>
                    <a:lnTo>
                      <a:pt x="55245" y="142875"/>
                    </a:lnTo>
                    <a:lnTo>
                      <a:pt x="55245" y="152400"/>
                    </a:lnTo>
                    <a:lnTo>
                      <a:pt x="56198" y="157163"/>
                    </a:lnTo>
                    <a:lnTo>
                      <a:pt x="60960" y="169545"/>
                    </a:lnTo>
                    <a:lnTo>
                      <a:pt x="61913" y="173355"/>
                    </a:lnTo>
                    <a:lnTo>
                      <a:pt x="61913" y="182880"/>
                    </a:lnTo>
                    <a:lnTo>
                      <a:pt x="64770" y="200977"/>
                    </a:lnTo>
                    <a:lnTo>
                      <a:pt x="65723" y="202882"/>
                    </a:lnTo>
                    <a:lnTo>
                      <a:pt x="67627" y="206692"/>
                    </a:lnTo>
                    <a:lnTo>
                      <a:pt x="67627" y="207645"/>
                    </a:lnTo>
                    <a:lnTo>
                      <a:pt x="68580" y="214313"/>
                    </a:lnTo>
                    <a:lnTo>
                      <a:pt x="70485" y="221932"/>
                    </a:lnTo>
                    <a:lnTo>
                      <a:pt x="72390" y="225742"/>
                    </a:lnTo>
                    <a:lnTo>
                      <a:pt x="76200" y="234315"/>
                    </a:lnTo>
                    <a:lnTo>
                      <a:pt x="81915" y="241935"/>
                    </a:lnTo>
                    <a:lnTo>
                      <a:pt x="87630" y="248602"/>
                    </a:lnTo>
                    <a:lnTo>
                      <a:pt x="94298" y="254317"/>
                    </a:lnTo>
                    <a:lnTo>
                      <a:pt x="96202" y="25241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4" name="Freeform: Shape 104">
                <a:extLst>
                  <a:ext uri="{FF2B5EF4-FFF2-40B4-BE49-F238E27FC236}">
                    <a16:creationId xmlns:a16="http://schemas.microsoft.com/office/drawing/2014/main" id="{54F6B090-C097-2E4A-2F31-00B893ED818B}"/>
                  </a:ext>
                </a:extLst>
              </p:cNvPr>
              <p:cNvSpPr/>
              <p:nvPr/>
            </p:nvSpPr>
            <p:spPr>
              <a:xfrm>
                <a:off x="6052626" y="4255017"/>
                <a:ext cx="128614" cy="149291"/>
              </a:xfrm>
              <a:custGeom>
                <a:avLst/>
                <a:gdLst>
                  <a:gd name="connsiteX0" fmla="*/ 50483 w 116204"/>
                  <a:gd name="connsiteY0" fmla="*/ 121920 h 125729"/>
                  <a:gd name="connsiteX1" fmla="*/ 51435 w 116204"/>
                  <a:gd name="connsiteY1" fmla="*/ 120967 h 125729"/>
                  <a:gd name="connsiteX2" fmla="*/ 52388 w 116204"/>
                  <a:gd name="connsiteY2" fmla="*/ 120015 h 125729"/>
                  <a:gd name="connsiteX3" fmla="*/ 55245 w 116204"/>
                  <a:gd name="connsiteY3" fmla="*/ 118110 h 125729"/>
                  <a:gd name="connsiteX4" fmla="*/ 56198 w 116204"/>
                  <a:gd name="connsiteY4" fmla="*/ 118110 h 125729"/>
                  <a:gd name="connsiteX5" fmla="*/ 57150 w 116204"/>
                  <a:gd name="connsiteY5" fmla="*/ 118110 h 125729"/>
                  <a:gd name="connsiteX6" fmla="*/ 58102 w 116204"/>
                  <a:gd name="connsiteY6" fmla="*/ 119063 h 125729"/>
                  <a:gd name="connsiteX7" fmla="*/ 59055 w 116204"/>
                  <a:gd name="connsiteY7" fmla="*/ 120015 h 125729"/>
                  <a:gd name="connsiteX8" fmla="*/ 60960 w 116204"/>
                  <a:gd name="connsiteY8" fmla="*/ 120967 h 125729"/>
                  <a:gd name="connsiteX9" fmla="*/ 61913 w 116204"/>
                  <a:gd name="connsiteY9" fmla="*/ 120967 h 125729"/>
                  <a:gd name="connsiteX10" fmla="*/ 62865 w 116204"/>
                  <a:gd name="connsiteY10" fmla="*/ 120967 h 125729"/>
                  <a:gd name="connsiteX11" fmla="*/ 63817 w 116204"/>
                  <a:gd name="connsiteY11" fmla="*/ 120015 h 125729"/>
                  <a:gd name="connsiteX12" fmla="*/ 63817 w 116204"/>
                  <a:gd name="connsiteY12" fmla="*/ 120015 h 125729"/>
                  <a:gd name="connsiteX13" fmla="*/ 62865 w 116204"/>
                  <a:gd name="connsiteY13" fmla="*/ 119063 h 125729"/>
                  <a:gd name="connsiteX14" fmla="*/ 62865 w 116204"/>
                  <a:gd name="connsiteY14" fmla="*/ 118110 h 125729"/>
                  <a:gd name="connsiteX15" fmla="*/ 64770 w 116204"/>
                  <a:gd name="connsiteY15" fmla="*/ 115252 h 125729"/>
                  <a:gd name="connsiteX16" fmla="*/ 64770 w 116204"/>
                  <a:gd name="connsiteY16" fmla="*/ 114300 h 125729"/>
                  <a:gd name="connsiteX17" fmla="*/ 63817 w 116204"/>
                  <a:gd name="connsiteY17" fmla="*/ 113347 h 125729"/>
                  <a:gd name="connsiteX18" fmla="*/ 61913 w 116204"/>
                  <a:gd name="connsiteY18" fmla="*/ 111442 h 125729"/>
                  <a:gd name="connsiteX19" fmla="*/ 60960 w 116204"/>
                  <a:gd name="connsiteY19" fmla="*/ 110490 h 125729"/>
                  <a:gd name="connsiteX20" fmla="*/ 60008 w 116204"/>
                  <a:gd name="connsiteY20" fmla="*/ 108585 h 125729"/>
                  <a:gd name="connsiteX21" fmla="*/ 60960 w 116204"/>
                  <a:gd name="connsiteY21" fmla="*/ 106680 h 125729"/>
                  <a:gd name="connsiteX22" fmla="*/ 60008 w 116204"/>
                  <a:gd name="connsiteY22" fmla="*/ 104775 h 125729"/>
                  <a:gd name="connsiteX23" fmla="*/ 57150 w 116204"/>
                  <a:gd name="connsiteY23" fmla="*/ 103822 h 125729"/>
                  <a:gd name="connsiteX24" fmla="*/ 57150 w 116204"/>
                  <a:gd name="connsiteY24" fmla="*/ 101917 h 125729"/>
                  <a:gd name="connsiteX25" fmla="*/ 57150 w 116204"/>
                  <a:gd name="connsiteY25" fmla="*/ 96202 h 125729"/>
                  <a:gd name="connsiteX26" fmla="*/ 58102 w 116204"/>
                  <a:gd name="connsiteY26" fmla="*/ 94297 h 125729"/>
                  <a:gd name="connsiteX27" fmla="*/ 59055 w 116204"/>
                  <a:gd name="connsiteY27" fmla="*/ 94297 h 125729"/>
                  <a:gd name="connsiteX28" fmla="*/ 64770 w 116204"/>
                  <a:gd name="connsiteY28" fmla="*/ 94297 h 125729"/>
                  <a:gd name="connsiteX29" fmla="*/ 70485 w 116204"/>
                  <a:gd name="connsiteY29" fmla="*/ 95250 h 125729"/>
                  <a:gd name="connsiteX30" fmla="*/ 72390 w 116204"/>
                  <a:gd name="connsiteY30" fmla="*/ 95250 h 125729"/>
                  <a:gd name="connsiteX31" fmla="*/ 75248 w 116204"/>
                  <a:gd name="connsiteY31" fmla="*/ 93345 h 125729"/>
                  <a:gd name="connsiteX32" fmla="*/ 76200 w 116204"/>
                  <a:gd name="connsiteY32" fmla="*/ 91440 h 125729"/>
                  <a:gd name="connsiteX33" fmla="*/ 75248 w 116204"/>
                  <a:gd name="connsiteY33" fmla="*/ 90488 h 125729"/>
                  <a:gd name="connsiteX34" fmla="*/ 75248 w 116204"/>
                  <a:gd name="connsiteY34" fmla="*/ 88582 h 125729"/>
                  <a:gd name="connsiteX35" fmla="*/ 75248 w 116204"/>
                  <a:gd name="connsiteY35" fmla="*/ 86677 h 125729"/>
                  <a:gd name="connsiteX36" fmla="*/ 78105 w 116204"/>
                  <a:gd name="connsiteY36" fmla="*/ 83820 h 125729"/>
                  <a:gd name="connsiteX37" fmla="*/ 81915 w 116204"/>
                  <a:gd name="connsiteY37" fmla="*/ 86677 h 125729"/>
                  <a:gd name="connsiteX38" fmla="*/ 85725 w 116204"/>
                  <a:gd name="connsiteY38" fmla="*/ 91440 h 125729"/>
                  <a:gd name="connsiteX39" fmla="*/ 88583 w 116204"/>
                  <a:gd name="connsiteY39" fmla="*/ 94297 h 125729"/>
                  <a:gd name="connsiteX40" fmla="*/ 91440 w 116204"/>
                  <a:gd name="connsiteY40" fmla="*/ 95250 h 125729"/>
                  <a:gd name="connsiteX41" fmla="*/ 94298 w 116204"/>
                  <a:gd name="connsiteY41" fmla="*/ 95250 h 125729"/>
                  <a:gd name="connsiteX42" fmla="*/ 96202 w 116204"/>
                  <a:gd name="connsiteY42" fmla="*/ 94297 h 125729"/>
                  <a:gd name="connsiteX43" fmla="*/ 99060 w 116204"/>
                  <a:gd name="connsiteY43" fmla="*/ 92392 h 125729"/>
                  <a:gd name="connsiteX44" fmla="*/ 100965 w 116204"/>
                  <a:gd name="connsiteY44" fmla="*/ 91440 h 125729"/>
                  <a:gd name="connsiteX45" fmla="*/ 101917 w 116204"/>
                  <a:gd name="connsiteY45" fmla="*/ 90488 h 125729"/>
                  <a:gd name="connsiteX46" fmla="*/ 102870 w 116204"/>
                  <a:gd name="connsiteY46" fmla="*/ 91440 h 125729"/>
                  <a:gd name="connsiteX47" fmla="*/ 103823 w 116204"/>
                  <a:gd name="connsiteY47" fmla="*/ 94297 h 125729"/>
                  <a:gd name="connsiteX48" fmla="*/ 104775 w 116204"/>
                  <a:gd name="connsiteY48" fmla="*/ 95250 h 125729"/>
                  <a:gd name="connsiteX49" fmla="*/ 103823 w 116204"/>
                  <a:gd name="connsiteY49" fmla="*/ 95250 h 125729"/>
                  <a:gd name="connsiteX50" fmla="*/ 103823 w 116204"/>
                  <a:gd name="connsiteY50" fmla="*/ 96202 h 125729"/>
                  <a:gd name="connsiteX51" fmla="*/ 105727 w 116204"/>
                  <a:gd name="connsiteY51" fmla="*/ 96202 h 125729"/>
                  <a:gd name="connsiteX52" fmla="*/ 106680 w 116204"/>
                  <a:gd name="connsiteY52" fmla="*/ 97155 h 125729"/>
                  <a:gd name="connsiteX53" fmla="*/ 107633 w 116204"/>
                  <a:gd name="connsiteY53" fmla="*/ 96202 h 125729"/>
                  <a:gd name="connsiteX54" fmla="*/ 108585 w 116204"/>
                  <a:gd name="connsiteY54" fmla="*/ 96202 h 125729"/>
                  <a:gd name="connsiteX55" fmla="*/ 109538 w 116204"/>
                  <a:gd name="connsiteY55" fmla="*/ 95250 h 125729"/>
                  <a:gd name="connsiteX56" fmla="*/ 110490 w 116204"/>
                  <a:gd name="connsiteY56" fmla="*/ 94297 h 125729"/>
                  <a:gd name="connsiteX57" fmla="*/ 110490 w 116204"/>
                  <a:gd name="connsiteY57" fmla="*/ 90488 h 125729"/>
                  <a:gd name="connsiteX58" fmla="*/ 111442 w 116204"/>
                  <a:gd name="connsiteY58" fmla="*/ 88582 h 125729"/>
                  <a:gd name="connsiteX59" fmla="*/ 114300 w 116204"/>
                  <a:gd name="connsiteY59" fmla="*/ 83820 h 125729"/>
                  <a:gd name="connsiteX60" fmla="*/ 115252 w 116204"/>
                  <a:gd name="connsiteY60" fmla="*/ 80963 h 125729"/>
                  <a:gd name="connsiteX61" fmla="*/ 115252 w 116204"/>
                  <a:gd name="connsiteY61" fmla="*/ 79057 h 125729"/>
                  <a:gd name="connsiteX62" fmla="*/ 115252 w 116204"/>
                  <a:gd name="connsiteY62" fmla="*/ 70485 h 125729"/>
                  <a:gd name="connsiteX63" fmla="*/ 115252 w 116204"/>
                  <a:gd name="connsiteY63" fmla="*/ 67627 h 125729"/>
                  <a:gd name="connsiteX64" fmla="*/ 116205 w 116204"/>
                  <a:gd name="connsiteY64" fmla="*/ 61913 h 125729"/>
                  <a:gd name="connsiteX65" fmla="*/ 116205 w 116204"/>
                  <a:gd name="connsiteY65" fmla="*/ 59055 h 125729"/>
                  <a:gd name="connsiteX66" fmla="*/ 115252 w 116204"/>
                  <a:gd name="connsiteY66" fmla="*/ 57150 h 125729"/>
                  <a:gd name="connsiteX67" fmla="*/ 113348 w 116204"/>
                  <a:gd name="connsiteY67" fmla="*/ 56197 h 125729"/>
                  <a:gd name="connsiteX68" fmla="*/ 110490 w 116204"/>
                  <a:gd name="connsiteY68" fmla="*/ 54292 h 125729"/>
                  <a:gd name="connsiteX69" fmla="*/ 104775 w 116204"/>
                  <a:gd name="connsiteY69" fmla="*/ 51435 h 125729"/>
                  <a:gd name="connsiteX70" fmla="*/ 104775 w 116204"/>
                  <a:gd name="connsiteY70" fmla="*/ 50482 h 125729"/>
                  <a:gd name="connsiteX71" fmla="*/ 103823 w 116204"/>
                  <a:gd name="connsiteY71" fmla="*/ 47625 h 125729"/>
                  <a:gd name="connsiteX72" fmla="*/ 103823 w 116204"/>
                  <a:gd name="connsiteY72" fmla="*/ 44767 h 125729"/>
                  <a:gd name="connsiteX73" fmla="*/ 104775 w 116204"/>
                  <a:gd name="connsiteY73" fmla="*/ 41910 h 125729"/>
                  <a:gd name="connsiteX74" fmla="*/ 105727 w 116204"/>
                  <a:gd name="connsiteY74" fmla="*/ 39052 h 125729"/>
                  <a:gd name="connsiteX75" fmla="*/ 107633 w 116204"/>
                  <a:gd name="connsiteY75" fmla="*/ 36195 h 125729"/>
                  <a:gd name="connsiteX76" fmla="*/ 109538 w 116204"/>
                  <a:gd name="connsiteY76" fmla="*/ 35242 h 125729"/>
                  <a:gd name="connsiteX77" fmla="*/ 111442 w 116204"/>
                  <a:gd name="connsiteY77" fmla="*/ 34290 h 125729"/>
                  <a:gd name="connsiteX78" fmla="*/ 113348 w 116204"/>
                  <a:gd name="connsiteY78" fmla="*/ 33338 h 125729"/>
                  <a:gd name="connsiteX79" fmla="*/ 114300 w 116204"/>
                  <a:gd name="connsiteY79" fmla="*/ 31432 h 125729"/>
                  <a:gd name="connsiteX80" fmla="*/ 115252 w 116204"/>
                  <a:gd name="connsiteY80" fmla="*/ 28575 h 125729"/>
                  <a:gd name="connsiteX81" fmla="*/ 114300 w 116204"/>
                  <a:gd name="connsiteY81" fmla="*/ 26670 h 125729"/>
                  <a:gd name="connsiteX82" fmla="*/ 113348 w 116204"/>
                  <a:gd name="connsiteY82" fmla="*/ 23813 h 125729"/>
                  <a:gd name="connsiteX83" fmla="*/ 111442 w 116204"/>
                  <a:gd name="connsiteY83" fmla="*/ 21907 h 125729"/>
                  <a:gd name="connsiteX84" fmla="*/ 106680 w 116204"/>
                  <a:gd name="connsiteY84" fmla="*/ 19050 h 125729"/>
                  <a:gd name="connsiteX85" fmla="*/ 100965 w 116204"/>
                  <a:gd name="connsiteY85" fmla="*/ 20002 h 125729"/>
                  <a:gd name="connsiteX86" fmla="*/ 95250 w 116204"/>
                  <a:gd name="connsiteY86" fmla="*/ 21907 h 125729"/>
                  <a:gd name="connsiteX87" fmla="*/ 90488 w 116204"/>
                  <a:gd name="connsiteY87" fmla="*/ 20955 h 125729"/>
                  <a:gd name="connsiteX88" fmla="*/ 91440 w 116204"/>
                  <a:gd name="connsiteY88" fmla="*/ 19050 h 125729"/>
                  <a:gd name="connsiteX89" fmla="*/ 90488 w 116204"/>
                  <a:gd name="connsiteY89" fmla="*/ 17145 h 125729"/>
                  <a:gd name="connsiteX90" fmla="*/ 90488 w 116204"/>
                  <a:gd name="connsiteY90" fmla="*/ 15240 h 125729"/>
                  <a:gd name="connsiteX91" fmla="*/ 89535 w 116204"/>
                  <a:gd name="connsiteY91" fmla="*/ 13335 h 125729"/>
                  <a:gd name="connsiteX92" fmla="*/ 89535 w 116204"/>
                  <a:gd name="connsiteY92" fmla="*/ 10477 h 125729"/>
                  <a:gd name="connsiteX93" fmla="*/ 91440 w 116204"/>
                  <a:gd name="connsiteY93" fmla="*/ 5715 h 125729"/>
                  <a:gd name="connsiteX94" fmla="*/ 92392 w 116204"/>
                  <a:gd name="connsiteY94" fmla="*/ 2857 h 125729"/>
                  <a:gd name="connsiteX95" fmla="*/ 86677 w 116204"/>
                  <a:gd name="connsiteY95" fmla="*/ 952 h 125729"/>
                  <a:gd name="connsiteX96" fmla="*/ 74295 w 116204"/>
                  <a:gd name="connsiteY96" fmla="*/ 0 h 125729"/>
                  <a:gd name="connsiteX97" fmla="*/ 53340 w 116204"/>
                  <a:gd name="connsiteY97" fmla="*/ 952 h 125729"/>
                  <a:gd name="connsiteX98" fmla="*/ 53340 w 116204"/>
                  <a:gd name="connsiteY98" fmla="*/ 952 h 125729"/>
                  <a:gd name="connsiteX99" fmla="*/ 52388 w 116204"/>
                  <a:gd name="connsiteY99" fmla="*/ 2857 h 125729"/>
                  <a:gd name="connsiteX100" fmla="*/ 52388 w 116204"/>
                  <a:gd name="connsiteY100" fmla="*/ 2857 h 125729"/>
                  <a:gd name="connsiteX101" fmla="*/ 53340 w 116204"/>
                  <a:gd name="connsiteY101" fmla="*/ 26670 h 125729"/>
                  <a:gd name="connsiteX102" fmla="*/ 26670 w 116204"/>
                  <a:gd name="connsiteY102" fmla="*/ 26670 h 125729"/>
                  <a:gd name="connsiteX103" fmla="*/ 24765 w 116204"/>
                  <a:gd name="connsiteY103" fmla="*/ 26670 h 125729"/>
                  <a:gd name="connsiteX104" fmla="*/ 22860 w 116204"/>
                  <a:gd name="connsiteY104" fmla="*/ 26670 h 125729"/>
                  <a:gd name="connsiteX105" fmla="*/ 21908 w 116204"/>
                  <a:gd name="connsiteY105" fmla="*/ 26670 h 125729"/>
                  <a:gd name="connsiteX106" fmla="*/ 20955 w 116204"/>
                  <a:gd name="connsiteY106" fmla="*/ 25717 h 125729"/>
                  <a:gd name="connsiteX107" fmla="*/ 19050 w 116204"/>
                  <a:gd name="connsiteY107" fmla="*/ 24765 h 125729"/>
                  <a:gd name="connsiteX108" fmla="*/ 18098 w 116204"/>
                  <a:gd name="connsiteY108" fmla="*/ 25717 h 125729"/>
                  <a:gd name="connsiteX109" fmla="*/ 18098 w 116204"/>
                  <a:gd name="connsiteY109" fmla="*/ 27622 h 125729"/>
                  <a:gd name="connsiteX110" fmla="*/ 18098 w 116204"/>
                  <a:gd name="connsiteY110" fmla="*/ 30480 h 125729"/>
                  <a:gd name="connsiteX111" fmla="*/ 19050 w 116204"/>
                  <a:gd name="connsiteY111" fmla="*/ 32385 h 125729"/>
                  <a:gd name="connsiteX112" fmla="*/ 18098 w 116204"/>
                  <a:gd name="connsiteY112" fmla="*/ 34290 h 125729"/>
                  <a:gd name="connsiteX113" fmla="*/ 18098 w 116204"/>
                  <a:gd name="connsiteY113" fmla="*/ 35242 h 125729"/>
                  <a:gd name="connsiteX114" fmla="*/ 17145 w 116204"/>
                  <a:gd name="connsiteY114" fmla="*/ 34290 h 125729"/>
                  <a:gd name="connsiteX115" fmla="*/ 16192 w 116204"/>
                  <a:gd name="connsiteY115" fmla="*/ 33338 h 125729"/>
                  <a:gd name="connsiteX116" fmla="*/ 14288 w 116204"/>
                  <a:gd name="connsiteY116" fmla="*/ 34290 h 125729"/>
                  <a:gd name="connsiteX117" fmla="*/ 13335 w 116204"/>
                  <a:gd name="connsiteY117" fmla="*/ 35242 h 125729"/>
                  <a:gd name="connsiteX118" fmla="*/ 13335 w 116204"/>
                  <a:gd name="connsiteY118" fmla="*/ 37147 h 125729"/>
                  <a:gd name="connsiteX119" fmla="*/ 14288 w 116204"/>
                  <a:gd name="connsiteY119" fmla="*/ 38100 h 125729"/>
                  <a:gd name="connsiteX120" fmla="*/ 16192 w 116204"/>
                  <a:gd name="connsiteY120" fmla="*/ 40005 h 125729"/>
                  <a:gd name="connsiteX121" fmla="*/ 19050 w 116204"/>
                  <a:gd name="connsiteY121" fmla="*/ 41910 h 125729"/>
                  <a:gd name="connsiteX122" fmla="*/ 20955 w 116204"/>
                  <a:gd name="connsiteY122" fmla="*/ 41910 h 125729"/>
                  <a:gd name="connsiteX123" fmla="*/ 23813 w 116204"/>
                  <a:gd name="connsiteY123" fmla="*/ 41910 h 125729"/>
                  <a:gd name="connsiteX124" fmla="*/ 25717 w 116204"/>
                  <a:gd name="connsiteY124" fmla="*/ 42863 h 125729"/>
                  <a:gd name="connsiteX125" fmla="*/ 24765 w 116204"/>
                  <a:gd name="connsiteY125" fmla="*/ 42863 h 125729"/>
                  <a:gd name="connsiteX126" fmla="*/ 22860 w 116204"/>
                  <a:gd name="connsiteY126" fmla="*/ 43815 h 125729"/>
                  <a:gd name="connsiteX127" fmla="*/ 22860 w 116204"/>
                  <a:gd name="connsiteY127" fmla="*/ 44767 h 125729"/>
                  <a:gd name="connsiteX128" fmla="*/ 21908 w 116204"/>
                  <a:gd name="connsiteY128" fmla="*/ 45720 h 125729"/>
                  <a:gd name="connsiteX129" fmla="*/ 19050 w 116204"/>
                  <a:gd name="connsiteY129" fmla="*/ 44767 h 125729"/>
                  <a:gd name="connsiteX130" fmla="*/ 16192 w 116204"/>
                  <a:gd name="connsiteY130" fmla="*/ 43815 h 125729"/>
                  <a:gd name="connsiteX131" fmla="*/ 14288 w 116204"/>
                  <a:gd name="connsiteY131" fmla="*/ 42863 h 125729"/>
                  <a:gd name="connsiteX132" fmla="*/ 13335 w 116204"/>
                  <a:gd name="connsiteY132" fmla="*/ 40005 h 125729"/>
                  <a:gd name="connsiteX133" fmla="*/ 11430 w 116204"/>
                  <a:gd name="connsiteY133" fmla="*/ 42863 h 125729"/>
                  <a:gd name="connsiteX134" fmla="*/ 11430 w 116204"/>
                  <a:gd name="connsiteY134" fmla="*/ 53340 h 125729"/>
                  <a:gd name="connsiteX135" fmla="*/ 9525 w 116204"/>
                  <a:gd name="connsiteY135" fmla="*/ 57150 h 125729"/>
                  <a:gd name="connsiteX136" fmla="*/ 6667 w 116204"/>
                  <a:gd name="connsiteY136" fmla="*/ 59055 h 125729"/>
                  <a:gd name="connsiteX137" fmla="*/ 4763 w 116204"/>
                  <a:gd name="connsiteY137" fmla="*/ 60007 h 125729"/>
                  <a:gd name="connsiteX138" fmla="*/ 1905 w 116204"/>
                  <a:gd name="connsiteY138" fmla="*/ 60007 h 125729"/>
                  <a:gd name="connsiteX139" fmla="*/ 0 w 116204"/>
                  <a:gd name="connsiteY139" fmla="*/ 59055 h 125729"/>
                  <a:gd name="connsiteX140" fmla="*/ 4763 w 116204"/>
                  <a:gd name="connsiteY140" fmla="*/ 69532 h 125729"/>
                  <a:gd name="connsiteX141" fmla="*/ 8573 w 116204"/>
                  <a:gd name="connsiteY141" fmla="*/ 73342 h 125729"/>
                  <a:gd name="connsiteX142" fmla="*/ 13335 w 116204"/>
                  <a:gd name="connsiteY142" fmla="*/ 73342 h 125729"/>
                  <a:gd name="connsiteX143" fmla="*/ 11430 w 116204"/>
                  <a:gd name="connsiteY143" fmla="*/ 76200 h 125729"/>
                  <a:gd name="connsiteX144" fmla="*/ 12383 w 116204"/>
                  <a:gd name="connsiteY144" fmla="*/ 77152 h 125729"/>
                  <a:gd name="connsiteX145" fmla="*/ 15240 w 116204"/>
                  <a:gd name="connsiteY145" fmla="*/ 78105 h 125729"/>
                  <a:gd name="connsiteX146" fmla="*/ 16192 w 116204"/>
                  <a:gd name="connsiteY146" fmla="*/ 79057 h 125729"/>
                  <a:gd name="connsiteX147" fmla="*/ 13335 w 116204"/>
                  <a:gd name="connsiteY147" fmla="*/ 80010 h 125729"/>
                  <a:gd name="connsiteX148" fmla="*/ 10477 w 116204"/>
                  <a:gd name="connsiteY148" fmla="*/ 78105 h 125729"/>
                  <a:gd name="connsiteX149" fmla="*/ 6667 w 116204"/>
                  <a:gd name="connsiteY149" fmla="*/ 73342 h 125729"/>
                  <a:gd name="connsiteX150" fmla="*/ 7620 w 116204"/>
                  <a:gd name="connsiteY150" fmla="*/ 75247 h 125729"/>
                  <a:gd name="connsiteX151" fmla="*/ 9525 w 116204"/>
                  <a:gd name="connsiteY151" fmla="*/ 80963 h 125729"/>
                  <a:gd name="connsiteX152" fmla="*/ 11430 w 116204"/>
                  <a:gd name="connsiteY152" fmla="*/ 81915 h 125729"/>
                  <a:gd name="connsiteX153" fmla="*/ 12383 w 116204"/>
                  <a:gd name="connsiteY153" fmla="*/ 82867 h 125729"/>
                  <a:gd name="connsiteX154" fmla="*/ 14288 w 116204"/>
                  <a:gd name="connsiteY154" fmla="*/ 83820 h 125729"/>
                  <a:gd name="connsiteX155" fmla="*/ 15240 w 116204"/>
                  <a:gd name="connsiteY155" fmla="*/ 84772 h 125729"/>
                  <a:gd name="connsiteX156" fmla="*/ 15240 w 116204"/>
                  <a:gd name="connsiteY156" fmla="*/ 86677 h 125729"/>
                  <a:gd name="connsiteX157" fmla="*/ 14288 w 116204"/>
                  <a:gd name="connsiteY157" fmla="*/ 85725 h 125729"/>
                  <a:gd name="connsiteX158" fmla="*/ 13335 w 116204"/>
                  <a:gd name="connsiteY158" fmla="*/ 85725 h 125729"/>
                  <a:gd name="connsiteX159" fmla="*/ 12383 w 116204"/>
                  <a:gd name="connsiteY159" fmla="*/ 84772 h 125729"/>
                  <a:gd name="connsiteX160" fmla="*/ 16192 w 116204"/>
                  <a:gd name="connsiteY160" fmla="*/ 91440 h 125729"/>
                  <a:gd name="connsiteX161" fmla="*/ 18098 w 116204"/>
                  <a:gd name="connsiteY161" fmla="*/ 93345 h 125729"/>
                  <a:gd name="connsiteX162" fmla="*/ 20002 w 116204"/>
                  <a:gd name="connsiteY162" fmla="*/ 94297 h 125729"/>
                  <a:gd name="connsiteX163" fmla="*/ 24765 w 116204"/>
                  <a:gd name="connsiteY163" fmla="*/ 97155 h 125729"/>
                  <a:gd name="connsiteX164" fmla="*/ 27623 w 116204"/>
                  <a:gd name="connsiteY164" fmla="*/ 98107 h 125729"/>
                  <a:gd name="connsiteX165" fmla="*/ 25717 w 116204"/>
                  <a:gd name="connsiteY165" fmla="*/ 98107 h 125729"/>
                  <a:gd name="connsiteX166" fmla="*/ 23813 w 116204"/>
                  <a:gd name="connsiteY166" fmla="*/ 98107 h 125729"/>
                  <a:gd name="connsiteX167" fmla="*/ 21908 w 116204"/>
                  <a:gd name="connsiteY167" fmla="*/ 97155 h 125729"/>
                  <a:gd name="connsiteX168" fmla="*/ 20002 w 116204"/>
                  <a:gd name="connsiteY168" fmla="*/ 96202 h 125729"/>
                  <a:gd name="connsiteX169" fmla="*/ 23813 w 116204"/>
                  <a:gd name="connsiteY169" fmla="*/ 100013 h 125729"/>
                  <a:gd name="connsiteX170" fmla="*/ 32385 w 116204"/>
                  <a:gd name="connsiteY170" fmla="*/ 107632 h 125729"/>
                  <a:gd name="connsiteX171" fmla="*/ 43815 w 116204"/>
                  <a:gd name="connsiteY171" fmla="*/ 120015 h 125729"/>
                  <a:gd name="connsiteX172" fmla="*/ 46673 w 116204"/>
                  <a:gd name="connsiteY172" fmla="*/ 123825 h 125729"/>
                  <a:gd name="connsiteX173" fmla="*/ 48577 w 116204"/>
                  <a:gd name="connsiteY173" fmla="*/ 125730 h 125729"/>
                  <a:gd name="connsiteX174" fmla="*/ 49530 w 116204"/>
                  <a:gd name="connsiteY174" fmla="*/ 123825 h 12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16204" h="125729">
                    <a:moveTo>
                      <a:pt x="50483" y="121920"/>
                    </a:moveTo>
                    <a:lnTo>
                      <a:pt x="51435" y="120967"/>
                    </a:lnTo>
                    <a:lnTo>
                      <a:pt x="52388" y="120015"/>
                    </a:lnTo>
                    <a:lnTo>
                      <a:pt x="55245" y="118110"/>
                    </a:lnTo>
                    <a:lnTo>
                      <a:pt x="56198" y="118110"/>
                    </a:lnTo>
                    <a:lnTo>
                      <a:pt x="57150" y="118110"/>
                    </a:lnTo>
                    <a:lnTo>
                      <a:pt x="58102" y="119063"/>
                    </a:lnTo>
                    <a:lnTo>
                      <a:pt x="59055" y="120015"/>
                    </a:lnTo>
                    <a:lnTo>
                      <a:pt x="60960" y="120967"/>
                    </a:lnTo>
                    <a:lnTo>
                      <a:pt x="61913" y="120967"/>
                    </a:lnTo>
                    <a:lnTo>
                      <a:pt x="62865" y="120967"/>
                    </a:lnTo>
                    <a:lnTo>
                      <a:pt x="63817" y="120015"/>
                    </a:lnTo>
                    <a:lnTo>
                      <a:pt x="63817" y="120015"/>
                    </a:lnTo>
                    <a:lnTo>
                      <a:pt x="62865" y="119063"/>
                    </a:lnTo>
                    <a:lnTo>
                      <a:pt x="62865" y="118110"/>
                    </a:lnTo>
                    <a:lnTo>
                      <a:pt x="64770" y="115252"/>
                    </a:lnTo>
                    <a:lnTo>
                      <a:pt x="64770" y="114300"/>
                    </a:lnTo>
                    <a:lnTo>
                      <a:pt x="63817" y="113347"/>
                    </a:lnTo>
                    <a:lnTo>
                      <a:pt x="61913" y="111442"/>
                    </a:lnTo>
                    <a:lnTo>
                      <a:pt x="60960" y="110490"/>
                    </a:lnTo>
                    <a:lnTo>
                      <a:pt x="60008" y="108585"/>
                    </a:lnTo>
                    <a:lnTo>
                      <a:pt x="60960" y="106680"/>
                    </a:lnTo>
                    <a:lnTo>
                      <a:pt x="60008" y="104775"/>
                    </a:lnTo>
                    <a:lnTo>
                      <a:pt x="57150" y="103822"/>
                    </a:lnTo>
                    <a:lnTo>
                      <a:pt x="57150" y="101917"/>
                    </a:lnTo>
                    <a:lnTo>
                      <a:pt x="57150" y="96202"/>
                    </a:lnTo>
                    <a:lnTo>
                      <a:pt x="58102" y="94297"/>
                    </a:lnTo>
                    <a:lnTo>
                      <a:pt x="59055" y="94297"/>
                    </a:lnTo>
                    <a:lnTo>
                      <a:pt x="64770" y="94297"/>
                    </a:lnTo>
                    <a:lnTo>
                      <a:pt x="70485" y="95250"/>
                    </a:lnTo>
                    <a:lnTo>
                      <a:pt x="72390" y="95250"/>
                    </a:lnTo>
                    <a:lnTo>
                      <a:pt x="75248" y="93345"/>
                    </a:lnTo>
                    <a:lnTo>
                      <a:pt x="76200" y="91440"/>
                    </a:lnTo>
                    <a:lnTo>
                      <a:pt x="75248" y="90488"/>
                    </a:lnTo>
                    <a:lnTo>
                      <a:pt x="75248" y="88582"/>
                    </a:lnTo>
                    <a:lnTo>
                      <a:pt x="75248" y="86677"/>
                    </a:lnTo>
                    <a:lnTo>
                      <a:pt x="78105" y="83820"/>
                    </a:lnTo>
                    <a:lnTo>
                      <a:pt x="81915" y="86677"/>
                    </a:lnTo>
                    <a:lnTo>
                      <a:pt x="85725" y="91440"/>
                    </a:lnTo>
                    <a:lnTo>
                      <a:pt x="88583" y="94297"/>
                    </a:lnTo>
                    <a:lnTo>
                      <a:pt x="91440" y="95250"/>
                    </a:lnTo>
                    <a:lnTo>
                      <a:pt x="94298" y="95250"/>
                    </a:lnTo>
                    <a:lnTo>
                      <a:pt x="96202" y="94297"/>
                    </a:lnTo>
                    <a:lnTo>
                      <a:pt x="99060" y="92392"/>
                    </a:lnTo>
                    <a:lnTo>
                      <a:pt x="100965" y="91440"/>
                    </a:lnTo>
                    <a:lnTo>
                      <a:pt x="101917" y="90488"/>
                    </a:lnTo>
                    <a:lnTo>
                      <a:pt x="102870" y="91440"/>
                    </a:lnTo>
                    <a:lnTo>
                      <a:pt x="103823" y="94297"/>
                    </a:lnTo>
                    <a:lnTo>
                      <a:pt x="104775" y="95250"/>
                    </a:lnTo>
                    <a:lnTo>
                      <a:pt x="103823" y="95250"/>
                    </a:lnTo>
                    <a:lnTo>
                      <a:pt x="103823" y="96202"/>
                    </a:lnTo>
                    <a:lnTo>
                      <a:pt x="105727" y="96202"/>
                    </a:lnTo>
                    <a:lnTo>
                      <a:pt x="106680" y="97155"/>
                    </a:lnTo>
                    <a:lnTo>
                      <a:pt x="107633" y="96202"/>
                    </a:lnTo>
                    <a:lnTo>
                      <a:pt x="108585" y="96202"/>
                    </a:lnTo>
                    <a:lnTo>
                      <a:pt x="109538" y="95250"/>
                    </a:lnTo>
                    <a:lnTo>
                      <a:pt x="110490" y="94297"/>
                    </a:lnTo>
                    <a:lnTo>
                      <a:pt x="110490" y="90488"/>
                    </a:lnTo>
                    <a:lnTo>
                      <a:pt x="111442" y="88582"/>
                    </a:lnTo>
                    <a:lnTo>
                      <a:pt x="114300" y="83820"/>
                    </a:lnTo>
                    <a:lnTo>
                      <a:pt x="115252" y="80963"/>
                    </a:lnTo>
                    <a:lnTo>
                      <a:pt x="115252" y="79057"/>
                    </a:lnTo>
                    <a:lnTo>
                      <a:pt x="115252" y="70485"/>
                    </a:lnTo>
                    <a:lnTo>
                      <a:pt x="115252" y="67627"/>
                    </a:lnTo>
                    <a:lnTo>
                      <a:pt x="116205" y="61913"/>
                    </a:lnTo>
                    <a:lnTo>
                      <a:pt x="116205" y="59055"/>
                    </a:lnTo>
                    <a:lnTo>
                      <a:pt x="115252" y="57150"/>
                    </a:lnTo>
                    <a:lnTo>
                      <a:pt x="113348" y="56197"/>
                    </a:lnTo>
                    <a:lnTo>
                      <a:pt x="110490" y="54292"/>
                    </a:lnTo>
                    <a:lnTo>
                      <a:pt x="104775" y="51435"/>
                    </a:lnTo>
                    <a:lnTo>
                      <a:pt x="104775" y="50482"/>
                    </a:lnTo>
                    <a:lnTo>
                      <a:pt x="103823" y="47625"/>
                    </a:lnTo>
                    <a:lnTo>
                      <a:pt x="103823" y="44767"/>
                    </a:lnTo>
                    <a:lnTo>
                      <a:pt x="104775" y="41910"/>
                    </a:lnTo>
                    <a:lnTo>
                      <a:pt x="105727" y="39052"/>
                    </a:lnTo>
                    <a:lnTo>
                      <a:pt x="107633" y="36195"/>
                    </a:lnTo>
                    <a:lnTo>
                      <a:pt x="109538" y="35242"/>
                    </a:lnTo>
                    <a:lnTo>
                      <a:pt x="111442" y="34290"/>
                    </a:lnTo>
                    <a:lnTo>
                      <a:pt x="113348" y="33338"/>
                    </a:lnTo>
                    <a:lnTo>
                      <a:pt x="114300" y="31432"/>
                    </a:lnTo>
                    <a:lnTo>
                      <a:pt x="115252" y="28575"/>
                    </a:lnTo>
                    <a:lnTo>
                      <a:pt x="114300" y="26670"/>
                    </a:lnTo>
                    <a:lnTo>
                      <a:pt x="113348" y="23813"/>
                    </a:lnTo>
                    <a:lnTo>
                      <a:pt x="111442" y="21907"/>
                    </a:lnTo>
                    <a:lnTo>
                      <a:pt x="106680" y="19050"/>
                    </a:lnTo>
                    <a:lnTo>
                      <a:pt x="100965" y="20002"/>
                    </a:lnTo>
                    <a:lnTo>
                      <a:pt x="95250" y="21907"/>
                    </a:lnTo>
                    <a:lnTo>
                      <a:pt x="90488" y="20955"/>
                    </a:lnTo>
                    <a:lnTo>
                      <a:pt x="91440" y="19050"/>
                    </a:lnTo>
                    <a:lnTo>
                      <a:pt x="90488" y="17145"/>
                    </a:lnTo>
                    <a:lnTo>
                      <a:pt x="90488" y="15240"/>
                    </a:lnTo>
                    <a:lnTo>
                      <a:pt x="89535" y="13335"/>
                    </a:lnTo>
                    <a:lnTo>
                      <a:pt x="89535" y="10477"/>
                    </a:lnTo>
                    <a:lnTo>
                      <a:pt x="91440" y="5715"/>
                    </a:lnTo>
                    <a:lnTo>
                      <a:pt x="92392" y="2857"/>
                    </a:lnTo>
                    <a:lnTo>
                      <a:pt x="86677" y="952"/>
                    </a:lnTo>
                    <a:lnTo>
                      <a:pt x="74295" y="0"/>
                    </a:lnTo>
                    <a:lnTo>
                      <a:pt x="53340" y="952"/>
                    </a:lnTo>
                    <a:lnTo>
                      <a:pt x="53340" y="952"/>
                    </a:lnTo>
                    <a:lnTo>
                      <a:pt x="52388" y="2857"/>
                    </a:lnTo>
                    <a:lnTo>
                      <a:pt x="52388" y="2857"/>
                    </a:lnTo>
                    <a:lnTo>
                      <a:pt x="53340" y="26670"/>
                    </a:lnTo>
                    <a:lnTo>
                      <a:pt x="26670" y="26670"/>
                    </a:lnTo>
                    <a:lnTo>
                      <a:pt x="24765" y="26670"/>
                    </a:lnTo>
                    <a:lnTo>
                      <a:pt x="22860" y="26670"/>
                    </a:lnTo>
                    <a:lnTo>
                      <a:pt x="21908" y="26670"/>
                    </a:lnTo>
                    <a:lnTo>
                      <a:pt x="20955" y="25717"/>
                    </a:lnTo>
                    <a:lnTo>
                      <a:pt x="19050" y="24765"/>
                    </a:lnTo>
                    <a:lnTo>
                      <a:pt x="18098" y="25717"/>
                    </a:lnTo>
                    <a:lnTo>
                      <a:pt x="18098" y="27622"/>
                    </a:lnTo>
                    <a:lnTo>
                      <a:pt x="18098" y="30480"/>
                    </a:lnTo>
                    <a:lnTo>
                      <a:pt x="19050" y="32385"/>
                    </a:lnTo>
                    <a:lnTo>
                      <a:pt x="18098" y="34290"/>
                    </a:lnTo>
                    <a:lnTo>
                      <a:pt x="18098" y="35242"/>
                    </a:lnTo>
                    <a:lnTo>
                      <a:pt x="17145" y="34290"/>
                    </a:lnTo>
                    <a:lnTo>
                      <a:pt x="16192" y="33338"/>
                    </a:lnTo>
                    <a:lnTo>
                      <a:pt x="14288" y="34290"/>
                    </a:lnTo>
                    <a:lnTo>
                      <a:pt x="13335" y="35242"/>
                    </a:lnTo>
                    <a:lnTo>
                      <a:pt x="13335" y="37147"/>
                    </a:lnTo>
                    <a:lnTo>
                      <a:pt x="14288" y="38100"/>
                    </a:lnTo>
                    <a:lnTo>
                      <a:pt x="16192" y="40005"/>
                    </a:lnTo>
                    <a:lnTo>
                      <a:pt x="19050" y="41910"/>
                    </a:lnTo>
                    <a:lnTo>
                      <a:pt x="20955" y="41910"/>
                    </a:lnTo>
                    <a:lnTo>
                      <a:pt x="23813" y="41910"/>
                    </a:lnTo>
                    <a:lnTo>
                      <a:pt x="25717" y="42863"/>
                    </a:lnTo>
                    <a:lnTo>
                      <a:pt x="24765" y="42863"/>
                    </a:lnTo>
                    <a:lnTo>
                      <a:pt x="22860" y="43815"/>
                    </a:lnTo>
                    <a:lnTo>
                      <a:pt x="22860" y="44767"/>
                    </a:lnTo>
                    <a:lnTo>
                      <a:pt x="21908" y="45720"/>
                    </a:lnTo>
                    <a:lnTo>
                      <a:pt x="19050" y="44767"/>
                    </a:lnTo>
                    <a:lnTo>
                      <a:pt x="16192" y="43815"/>
                    </a:lnTo>
                    <a:lnTo>
                      <a:pt x="14288" y="42863"/>
                    </a:lnTo>
                    <a:lnTo>
                      <a:pt x="13335" y="40005"/>
                    </a:lnTo>
                    <a:lnTo>
                      <a:pt x="11430" y="42863"/>
                    </a:lnTo>
                    <a:lnTo>
                      <a:pt x="11430" y="53340"/>
                    </a:lnTo>
                    <a:lnTo>
                      <a:pt x="9525" y="57150"/>
                    </a:lnTo>
                    <a:lnTo>
                      <a:pt x="6667" y="59055"/>
                    </a:lnTo>
                    <a:lnTo>
                      <a:pt x="4763" y="60007"/>
                    </a:lnTo>
                    <a:lnTo>
                      <a:pt x="1905" y="60007"/>
                    </a:lnTo>
                    <a:lnTo>
                      <a:pt x="0" y="59055"/>
                    </a:lnTo>
                    <a:lnTo>
                      <a:pt x="4763" y="69532"/>
                    </a:lnTo>
                    <a:lnTo>
                      <a:pt x="8573" y="73342"/>
                    </a:lnTo>
                    <a:lnTo>
                      <a:pt x="13335" y="73342"/>
                    </a:lnTo>
                    <a:lnTo>
                      <a:pt x="11430" y="76200"/>
                    </a:lnTo>
                    <a:lnTo>
                      <a:pt x="12383" y="77152"/>
                    </a:lnTo>
                    <a:lnTo>
                      <a:pt x="15240" y="78105"/>
                    </a:lnTo>
                    <a:lnTo>
                      <a:pt x="16192" y="79057"/>
                    </a:lnTo>
                    <a:lnTo>
                      <a:pt x="13335" y="80010"/>
                    </a:lnTo>
                    <a:lnTo>
                      <a:pt x="10477" y="78105"/>
                    </a:lnTo>
                    <a:lnTo>
                      <a:pt x="6667" y="73342"/>
                    </a:lnTo>
                    <a:lnTo>
                      <a:pt x="7620" y="75247"/>
                    </a:lnTo>
                    <a:lnTo>
                      <a:pt x="9525" y="80963"/>
                    </a:lnTo>
                    <a:lnTo>
                      <a:pt x="11430" y="81915"/>
                    </a:lnTo>
                    <a:lnTo>
                      <a:pt x="12383" y="82867"/>
                    </a:lnTo>
                    <a:lnTo>
                      <a:pt x="14288" y="83820"/>
                    </a:lnTo>
                    <a:lnTo>
                      <a:pt x="15240" y="84772"/>
                    </a:lnTo>
                    <a:lnTo>
                      <a:pt x="15240" y="86677"/>
                    </a:lnTo>
                    <a:lnTo>
                      <a:pt x="14288" y="85725"/>
                    </a:lnTo>
                    <a:lnTo>
                      <a:pt x="13335" y="85725"/>
                    </a:lnTo>
                    <a:lnTo>
                      <a:pt x="12383" y="84772"/>
                    </a:lnTo>
                    <a:lnTo>
                      <a:pt x="16192" y="91440"/>
                    </a:lnTo>
                    <a:lnTo>
                      <a:pt x="18098" y="93345"/>
                    </a:lnTo>
                    <a:lnTo>
                      <a:pt x="20002" y="94297"/>
                    </a:lnTo>
                    <a:lnTo>
                      <a:pt x="24765" y="97155"/>
                    </a:lnTo>
                    <a:lnTo>
                      <a:pt x="27623" y="98107"/>
                    </a:lnTo>
                    <a:lnTo>
                      <a:pt x="25717" y="98107"/>
                    </a:lnTo>
                    <a:lnTo>
                      <a:pt x="23813" y="98107"/>
                    </a:lnTo>
                    <a:lnTo>
                      <a:pt x="21908" y="97155"/>
                    </a:lnTo>
                    <a:lnTo>
                      <a:pt x="20002" y="96202"/>
                    </a:lnTo>
                    <a:lnTo>
                      <a:pt x="23813" y="100013"/>
                    </a:lnTo>
                    <a:lnTo>
                      <a:pt x="32385" y="107632"/>
                    </a:lnTo>
                    <a:lnTo>
                      <a:pt x="43815" y="120015"/>
                    </a:lnTo>
                    <a:lnTo>
                      <a:pt x="46673" y="123825"/>
                    </a:lnTo>
                    <a:lnTo>
                      <a:pt x="48577" y="125730"/>
                    </a:lnTo>
                    <a:lnTo>
                      <a:pt x="49530" y="12382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5" name="Freeform: Shape 105">
                <a:extLst>
                  <a:ext uri="{FF2B5EF4-FFF2-40B4-BE49-F238E27FC236}">
                    <a16:creationId xmlns:a16="http://schemas.microsoft.com/office/drawing/2014/main" id="{0E9F5B06-85D4-FE77-889B-26488AC77EB7}"/>
                  </a:ext>
                </a:extLst>
              </p:cNvPr>
              <p:cNvSpPr/>
              <p:nvPr/>
            </p:nvSpPr>
            <p:spPr>
              <a:xfrm>
                <a:off x="6120096" y="4417880"/>
                <a:ext cx="271987" cy="335907"/>
              </a:xfrm>
              <a:custGeom>
                <a:avLst/>
                <a:gdLst>
                  <a:gd name="connsiteX0" fmla="*/ 1905 w 245744"/>
                  <a:gd name="connsiteY0" fmla="*/ 261938 h 282892"/>
                  <a:gd name="connsiteX1" fmla="*/ 0 w 245744"/>
                  <a:gd name="connsiteY1" fmla="*/ 261938 h 282892"/>
                  <a:gd name="connsiteX2" fmla="*/ 952 w 245744"/>
                  <a:gd name="connsiteY2" fmla="*/ 243840 h 282892"/>
                  <a:gd name="connsiteX3" fmla="*/ 0 w 245744"/>
                  <a:gd name="connsiteY3" fmla="*/ 236220 h 282892"/>
                  <a:gd name="connsiteX4" fmla="*/ 0 w 245744"/>
                  <a:gd name="connsiteY4" fmla="*/ 234315 h 282892"/>
                  <a:gd name="connsiteX5" fmla="*/ 952 w 245744"/>
                  <a:gd name="connsiteY5" fmla="*/ 232410 h 282892"/>
                  <a:gd name="connsiteX6" fmla="*/ 2857 w 245744"/>
                  <a:gd name="connsiteY6" fmla="*/ 229553 h 282892"/>
                  <a:gd name="connsiteX7" fmla="*/ 3810 w 245744"/>
                  <a:gd name="connsiteY7" fmla="*/ 227648 h 282892"/>
                  <a:gd name="connsiteX8" fmla="*/ 5715 w 245744"/>
                  <a:gd name="connsiteY8" fmla="*/ 222885 h 282892"/>
                  <a:gd name="connsiteX9" fmla="*/ 14288 w 245744"/>
                  <a:gd name="connsiteY9" fmla="*/ 186690 h 282892"/>
                  <a:gd name="connsiteX10" fmla="*/ 15240 w 245744"/>
                  <a:gd name="connsiteY10" fmla="*/ 182880 h 282892"/>
                  <a:gd name="connsiteX11" fmla="*/ 16192 w 245744"/>
                  <a:gd name="connsiteY11" fmla="*/ 180975 h 282892"/>
                  <a:gd name="connsiteX12" fmla="*/ 18098 w 245744"/>
                  <a:gd name="connsiteY12" fmla="*/ 179070 h 282892"/>
                  <a:gd name="connsiteX13" fmla="*/ 21907 w 245744"/>
                  <a:gd name="connsiteY13" fmla="*/ 174308 h 282892"/>
                  <a:gd name="connsiteX14" fmla="*/ 23813 w 245744"/>
                  <a:gd name="connsiteY14" fmla="*/ 172403 h 282892"/>
                  <a:gd name="connsiteX15" fmla="*/ 25717 w 245744"/>
                  <a:gd name="connsiteY15" fmla="*/ 168593 h 282892"/>
                  <a:gd name="connsiteX16" fmla="*/ 26670 w 245744"/>
                  <a:gd name="connsiteY16" fmla="*/ 167640 h 282892"/>
                  <a:gd name="connsiteX17" fmla="*/ 33338 w 245744"/>
                  <a:gd name="connsiteY17" fmla="*/ 162878 h 282892"/>
                  <a:gd name="connsiteX18" fmla="*/ 35242 w 245744"/>
                  <a:gd name="connsiteY18" fmla="*/ 160973 h 282892"/>
                  <a:gd name="connsiteX19" fmla="*/ 37148 w 245744"/>
                  <a:gd name="connsiteY19" fmla="*/ 158115 h 282892"/>
                  <a:gd name="connsiteX20" fmla="*/ 40005 w 245744"/>
                  <a:gd name="connsiteY20" fmla="*/ 150495 h 282892"/>
                  <a:gd name="connsiteX21" fmla="*/ 41910 w 245744"/>
                  <a:gd name="connsiteY21" fmla="*/ 140970 h 282892"/>
                  <a:gd name="connsiteX22" fmla="*/ 41910 w 245744"/>
                  <a:gd name="connsiteY22" fmla="*/ 131445 h 282892"/>
                  <a:gd name="connsiteX23" fmla="*/ 39052 w 245744"/>
                  <a:gd name="connsiteY23" fmla="*/ 123825 h 282892"/>
                  <a:gd name="connsiteX24" fmla="*/ 31432 w 245744"/>
                  <a:gd name="connsiteY24" fmla="*/ 110490 h 282892"/>
                  <a:gd name="connsiteX25" fmla="*/ 29527 w 245744"/>
                  <a:gd name="connsiteY25" fmla="*/ 105728 h 282892"/>
                  <a:gd name="connsiteX26" fmla="*/ 26670 w 245744"/>
                  <a:gd name="connsiteY26" fmla="*/ 96203 h 282892"/>
                  <a:gd name="connsiteX27" fmla="*/ 25717 w 245744"/>
                  <a:gd name="connsiteY27" fmla="*/ 94298 h 282892"/>
                  <a:gd name="connsiteX28" fmla="*/ 24765 w 245744"/>
                  <a:gd name="connsiteY28" fmla="*/ 92393 h 282892"/>
                  <a:gd name="connsiteX29" fmla="*/ 24765 w 245744"/>
                  <a:gd name="connsiteY29" fmla="*/ 90488 h 282892"/>
                  <a:gd name="connsiteX30" fmla="*/ 26670 w 245744"/>
                  <a:gd name="connsiteY30" fmla="*/ 89535 h 282892"/>
                  <a:gd name="connsiteX31" fmla="*/ 26670 w 245744"/>
                  <a:gd name="connsiteY31" fmla="*/ 90488 h 282892"/>
                  <a:gd name="connsiteX32" fmla="*/ 25717 w 245744"/>
                  <a:gd name="connsiteY32" fmla="*/ 92393 h 282892"/>
                  <a:gd name="connsiteX33" fmla="*/ 29527 w 245744"/>
                  <a:gd name="connsiteY33" fmla="*/ 88583 h 282892"/>
                  <a:gd name="connsiteX34" fmla="*/ 31432 w 245744"/>
                  <a:gd name="connsiteY34" fmla="*/ 85725 h 282892"/>
                  <a:gd name="connsiteX35" fmla="*/ 32385 w 245744"/>
                  <a:gd name="connsiteY35" fmla="*/ 81915 h 282892"/>
                  <a:gd name="connsiteX36" fmla="*/ 31432 w 245744"/>
                  <a:gd name="connsiteY36" fmla="*/ 77153 h 282892"/>
                  <a:gd name="connsiteX37" fmla="*/ 23813 w 245744"/>
                  <a:gd name="connsiteY37" fmla="*/ 60960 h 282892"/>
                  <a:gd name="connsiteX38" fmla="*/ 20955 w 245744"/>
                  <a:gd name="connsiteY38" fmla="*/ 52388 h 282892"/>
                  <a:gd name="connsiteX39" fmla="*/ 20002 w 245744"/>
                  <a:gd name="connsiteY39" fmla="*/ 49530 h 282892"/>
                  <a:gd name="connsiteX40" fmla="*/ 13335 w 245744"/>
                  <a:gd name="connsiteY40" fmla="*/ 40005 h 282892"/>
                  <a:gd name="connsiteX41" fmla="*/ 12382 w 245744"/>
                  <a:gd name="connsiteY41" fmla="*/ 38100 h 282892"/>
                  <a:gd name="connsiteX42" fmla="*/ 11430 w 245744"/>
                  <a:gd name="connsiteY42" fmla="*/ 36195 h 282892"/>
                  <a:gd name="connsiteX43" fmla="*/ 11430 w 245744"/>
                  <a:gd name="connsiteY43" fmla="*/ 34290 h 282892"/>
                  <a:gd name="connsiteX44" fmla="*/ 11430 w 245744"/>
                  <a:gd name="connsiteY44" fmla="*/ 33338 h 282892"/>
                  <a:gd name="connsiteX45" fmla="*/ 12382 w 245744"/>
                  <a:gd name="connsiteY45" fmla="*/ 33338 h 282892"/>
                  <a:gd name="connsiteX46" fmla="*/ 18098 w 245744"/>
                  <a:gd name="connsiteY46" fmla="*/ 32385 h 282892"/>
                  <a:gd name="connsiteX47" fmla="*/ 20955 w 245744"/>
                  <a:gd name="connsiteY47" fmla="*/ 31433 h 282892"/>
                  <a:gd name="connsiteX48" fmla="*/ 23813 w 245744"/>
                  <a:gd name="connsiteY48" fmla="*/ 30480 h 282892"/>
                  <a:gd name="connsiteX49" fmla="*/ 26670 w 245744"/>
                  <a:gd name="connsiteY49" fmla="*/ 28575 h 282892"/>
                  <a:gd name="connsiteX50" fmla="*/ 36195 w 245744"/>
                  <a:gd name="connsiteY50" fmla="*/ 27623 h 282892"/>
                  <a:gd name="connsiteX51" fmla="*/ 86677 w 245744"/>
                  <a:gd name="connsiteY51" fmla="*/ 27623 h 282892"/>
                  <a:gd name="connsiteX52" fmla="*/ 95250 w 245744"/>
                  <a:gd name="connsiteY52" fmla="*/ 30480 h 282892"/>
                  <a:gd name="connsiteX53" fmla="*/ 100013 w 245744"/>
                  <a:gd name="connsiteY53" fmla="*/ 38100 h 282892"/>
                  <a:gd name="connsiteX54" fmla="*/ 101917 w 245744"/>
                  <a:gd name="connsiteY54" fmla="*/ 46673 h 282892"/>
                  <a:gd name="connsiteX55" fmla="*/ 104775 w 245744"/>
                  <a:gd name="connsiteY55" fmla="*/ 54293 h 282892"/>
                  <a:gd name="connsiteX56" fmla="*/ 113348 w 245744"/>
                  <a:gd name="connsiteY56" fmla="*/ 69533 h 282892"/>
                  <a:gd name="connsiteX57" fmla="*/ 116205 w 245744"/>
                  <a:gd name="connsiteY57" fmla="*/ 72390 h 282892"/>
                  <a:gd name="connsiteX58" fmla="*/ 119063 w 245744"/>
                  <a:gd name="connsiteY58" fmla="*/ 74295 h 282892"/>
                  <a:gd name="connsiteX59" fmla="*/ 121920 w 245744"/>
                  <a:gd name="connsiteY59" fmla="*/ 75248 h 282892"/>
                  <a:gd name="connsiteX60" fmla="*/ 125730 w 245744"/>
                  <a:gd name="connsiteY60" fmla="*/ 75248 h 282892"/>
                  <a:gd name="connsiteX61" fmla="*/ 129540 w 245744"/>
                  <a:gd name="connsiteY61" fmla="*/ 74295 h 282892"/>
                  <a:gd name="connsiteX62" fmla="*/ 133350 w 245744"/>
                  <a:gd name="connsiteY62" fmla="*/ 73343 h 282892"/>
                  <a:gd name="connsiteX63" fmla="*/ 137160 w 245744"/>
                  <a:gd name="connsiteY63" fmla="*/ 72390 h 282892"/>
                  <a:gd name="connsiteX64" fmla="*/ 140970 w 245744"/>
                  <a:gd name="connsiteY64" fmla="*/ 72390 h 282892"/>
                  <a:gd name="connsiteX65" fmla="*/ 144780 w 245744"/>
                  <a:gd name="connsiteY65" fmla="*/ 73343 h 282892"/>
                  <a:gd name="connsiteX66" fmla="*/ 146685 w 245744"/>
                  <a:gd name="connsiteY66" fmla="*/ 73343 h 282892"/>
                  <a:gd name="connsiteX67" fmla="*/ 148590 w 245744"/>
                  <a:gd name="connsiteY67" fmla="*/ 73343 h 282892"/>
                  <a:gd name="connsiteX68" fmla="*/ 151448 w 245744"/>
                  <a:gd name="connsiteY68" fmla="*/ 72390 h 282892"/>
                  <a:gd name="connsiteX69" fmla="*/ 152400 w 245744"/>
                  <a:gd name="connsiteY69" fmla="*/ 71438 h 282892"/>
                  <a:gd name="connsiteX70" fmla="*/ 153352 w 245744"/>
                  <a:gd name="connsiteY70" fmla="*/ 67628 h 282892"/>
                  <a:gd name="connsiteX71" fmla="*/ 155257 w 245744"/>
                  <a:gd name="connsiteY71" fmla="*/ 59055 h 282892"/>
                  <a:gd name="connsiteX72" fmla="*/ 157163 w 245744"/>
                  <a:gd name="connsiteY72" fmla="*/ 55245 h 282892"/>
                  <a:gd name="connsiteX73" fmla="*/ 160973 w 245744"/>
                  <a:gd name="connsiteY73" fmla="*/ 53340 h 282892"/>
                  <a:gd name="connsiteX74" fmla="*/ 164782 w 245744"/>
                  <a:gd name="connsiteY74" fmla="*/ 52388 h 282892"/>
                  <a:gd name="connsiteX75" fmla="*/ 170498 w 245744"/>
                  <a:gd name="connsiteY75" fmla="*/ 51435 h 282892"/>
                  <a:gd name="connsiteX76" fmla="*/ 175260 w 245744"/>
                  <a:gd name="connsiteY76" fmla="*/ 51435 h 282892"/>
                  <a:gd name="connsiteX77" fmla="*/ 178117 w 245744"/>
                  <a:gd name="connsiteY77" fmla="*/ 52388 h 282892"/>
                  <a:gd name="connsiteX78" fmla="*/ 178117 w 245744"/>
                  <a:gd name="connsiteY78" fmla="*/ 54293 h 282892"/>
                  <a:gd name="connsiteX79" fmla="*/ 177165 w 245744"/>
                  <a:gd name="connsiteY79" fmla="*/ 56198 h 282892"/>
                  <a:gd name="connsiteX80" fmla="*/ 177165 w 245744"/>
                  <a:gd name="connsiteY80" fmla="*/ 58103 h 282892"/>
                  <a:gd name="connsiteX81" fmla="*/ 178117 w 245744"/>
                  <a:gd name="connsiteY81" fmla="*/ 60008 h 282892"/>
                  <a:gd name="connsiteX82" fmla="*/ 180023 w 245744"/>
                  <a:gd name="connsiteY82" fmla="*/ 60008 h 282892"/>
                  <a:gd name="connsiteX83" fmla="*/ 197167 w 245744"/>
                  <a:gd name="connsiteY83" fmla="*/ 59055 h 282892"/>
                  <a:gd name="connsiteX84" fmla="*/ 200977 w 245744"/>
                  <a:gd name="connsiteY84" fmla="*/ 60008 h 282892"/>
                  <a:gd name="connsiteX85" fmla="*/ 202882 w 245744"/>
                  <a:gd name="connsiteY85" fmla="*/ 62865 h 282892"/>
                  <a:gd name="connsiteX86" fmla="*/ 202882 w 245744"/>
                  <a:gd name="connsiteY86" fmla="*/ 65723 h 282892"/>
                  <a:gd name="connsiteX87" fmla="*/ 201930 w 245744"/>
                  <a:gd name="connsiteY87" fmla="*/ 71438 h 282892"/>
                  <a:gd name="connsiteX88" fmla="*/ 201930 w 245744"/>
                  <a:gd name="connsiteY88" fmla="*/ 74295 h 282892"/>
                  <a:gd name="connsiteX89" fmla="*/ 201930 w 245744"/>
                  <a:gd name="connsiteY89" fmla="*/ 76200 h 282892"/>
                  <a:gd name="connsiteX90" fmla="*/ 202882 w 245744"/>
                  <a:gd name="connsiteY90" fmla="*/ 80963 h 282892"/>
                  <a:gd name="connsiteX91" fmla="*/ 202882 w 245744"/>
                  <a:gd name="connsiteY91" fmla="*/ 82868 h 282892"/>
                  <a:gd name="connsiteX92" fmla="*/ 202882 w 245744"/>
                  <a:gd name="connsiteY92" fmla="*/ 87630 h 282892"/>
                  <a:gd name="connsiteX93" fmla="*/ 200977 w 245744"/>
                  <a:gd name="connsiteY93" fmla="*/ 98108 h 282892"/>
                  <a:gd name="connsiteX94" fmla="*/ 200977 w 245744"/>
                  <a:gd name="connsiteY94" fmla="*/ 102870 h 282892"/>
                  <a:gd name="connsiteX95" fmla="*/ 202882 w 245744"/>
                  <a:gd name="connsiteY95" fmla="*/ 106680 h 282892"/>
                  <a:gd name="connsiteX96" fmla="*/ 207645 w 245744"/>
                  <a:gd name="connsiteY96" fmla="*/ 114300 h 282892"/>
                  <a:gd name="connsiteX97" fmla="*/ 209550 w 245744"/>
                  <a:gd name="connsiteY97" fmla="*/ 118110 h 282892"/>
                  <a:gd name="connsiteX98" fmla="*/ 210502 w 245744"/>
                  <a:gd name="connsiteY98" fmla="*/ 120015 h 282892"/>
                  <a:gd name="connsiteX99" fmla="*/ 210502 w 245744"/>
                  <a:gd name="connsiteY99" fmla="*/ 121920 h 282892"/>
                  <a:gd name="connsiteX100" fmla="*/ 210502 w 245744"/>
                  <a:gd name="connsiteY100" fmla="*/ 129540 h 282892"/>
                  <a:gd name="connsiteX101" fmla="*/ 210502 w 245744"/>
                  <a:gd name="connsiteY101" fmla="*/ 130493 h 282892"/>
                  <a:gd name="connsiteX102" fmla="*/ 210502 w 245744"/>
                  <a:gd name="connsiteY102" fmla="*/ 130493 h 282892"/>
                  <a:gd name="connsiteX103" fmla="*/ 209550 w 245744"/>
                  <a:gd name="connsiteY103" fmla="*/ 130493 h 282892"/>
                  <a:gd name="connsiteX104" fmla="*/ 208598 w 245744"/>
                  <a:gd name="connsiteY104" fmla="*/ 131445 h 282892"/>
                  <a:gd name="connsiteX105" fmla="*/ 208598 w 245744"/>
                  <a:gd name="connsiteY105" fmla="*/ 132398 h 282892"/>
                  <a:gd name="connsiteX106" fmla="*/ 208598 w 245744"/>
                  <a:gd name="connsiteY106" fmla="*/ 137160 h 282892"/>
                  <a:gd name="connsiteX107" fmla="*/ 210502 w 245744"/>
                  <a:gd name="connsiteY107" fmla="*/ 138113 h 282892"/>
                  <a:gd name="connsiteX108" fmla="*/ 216217 w 245744"/>
                  <a:gd name="connsiteY108" fmla="*/ 136208 h 282892"/>
                  <a:gd name="connsiteX109" fmla="*/ 218123 w 245744"/>
                  <a:gd name="connsiteY109" fmla="*/ 136208 h 282892"/>
                  <a:gd name="connsiteX110" fmla="*/ 222885 w 245744"/>
                  <a:gd name="connsiteY110" fmla="*/ 137160 h 282892"/>
                  <a:gd name="connsiteX111" fmla="*/ 225742 w 245744"/>
                  <a:gd name="connsiteY111" fmla="*/ 137160 h 282892"/>
                  <a:gd name="connsiteX112" fmla="*/ 227648 w 245744"/>
                  <a:gd name="connsiteY112" fmla="*/ 137160 h 282892"/>
                  <a:gd name="connsiteX113" fmla="*/ 231457 w 245744"/>
                  <a:gd name="connsiteY113" fmla="*/ 136208 h 282892"/>
                  <a:gd name="connsiteX114" fmla="*/ 233363 w 245744"/>
                  <a:gd name="connsiteY114" fmla="*/ 136208 h 282892"/>
                  <a:gd name="connsiteX115" fmla="*/ 237173 w 245744"/>
                  <a:gd name="connsiteY115" fmla="*/ 136208 h 282892"/>
                  <a:gd name="connsiteX116" fmla="*/ 240030 w 245744"/>
                  <a:gd name="connsiteY116" fmla="*/ 136208 h 282892"/>
                  <a:gd name="connsiteX117" fmla="*/ 242888 w 245744"/>
                  <a:gd name="connsiteY117" fmla="*/ 136208 h 282892"/>
                  <a:gd name="connsiteX118" fmla="*/ 244792 w 245744"/>
                  <a:gd name="connsiteY118" fmla="*/ 134303 h 282892"/>
                  <a:gd name="connsiteX119" fmla="*/ 245745 w 245744"/>
                  <a:gd name="connsiteY119" fmla="*/ 139065 h 282892"/>
                  <a:gd name="connsiteX120" fmla="*/ 245745 w 245744"/>
                  <a:gd name="connsiteY120" fmla="*/ 142875 h 282892"/>
                  <a:gd name="connsiteX121" fmla="*/ 244792 w 245744"/>
                  <a:gd name="connsiteY121" fmla="*/ 156210 h 282892"/>
                  <a:gd name="connsiteX122" fmla="*/ 244792 w 245744"/>
                  <a:gd name="connsiteY122" fmla="*/ 163830 h 282892"/>
                  <a:gd name="connsiteX123" fmla="*/ 243840 w 245744"/>
                  <a:gd name="connsiteY123" fmla="*/ 169545 h 282892"/>
                  <a:gd name="connsiteX124" fmla="*/ 243840 w 245744"/>
                  <a:gd name="connsiteY124" fmla="*/ 172403 h 282892"/>
                  <a:gd name="connsiteX125" fmla="*/ 243840 w 245744"/>
                  <a:gd name="connsiteY125" fmla="*/ 175260 h 282892"/>
                  <a:gd name="connsiteX126" fmla="*/ 244792 w 245744"/>
                  <a:gd name="connsiteY126" fmla="*/ 177165 h 282892"/>
                  <a:gd name="connsiteX127" fmla="*/ 244792 w 245744"/>
                  <a:gd name="connsiteY127" fmla="*/ 178118 h 282892"/>
                  <a:gd name="connsiteX128" fmla="*/ 242888 w 245744"/>
                  <a:gd name="connsiteY128" fmla="*/ 179070 h 282892"/>
                  <a:gd name="connsiteX129" fmla="*/ 240030 w 245744"/>
                  <a:gd name="connsiteY129" fmla="*/ 179070 h 282892"/>
                  <a:gd name="connsiteX130" fmla="*/ 205740 w 245744"/>
                  <a:gd name="connsiteY130" fmla="*/ 179070 h 282892"/>
                  <a:gd name="connsiteX131" fmla="*/ 205740 w 245744"/>
                  <a:gd name="connsiteY131" fmla="*/ 240983 h 282892"/>
                  <a:gd name="connsiteX132" fmla="*/ 205740 w 245744"/>
                  <a:gd name="connsiteY132" fmla="*/ 243840 h 282892"/>
                  <a:gd name="connsiteX133" fmla="*/ 206692 w 245744"/>
                  <a:gd name="connsiteY133" fmla="*/ 246698 h 282892"/>
                  <a:gd name="connsiteX134" fmla="*/ 207645 w 245744"/>
                  <a:gd name="connsiteY134" fmla="*/ 250508 h 282892"/>
                  <a:gd name="connsiteX135" fmla="*/ 208598 w 245744"/>
                  <a:gd name="connsiteY135" fmla="*/ 252413 h 282892"/>
                  <a:gd name="connsiteX136" fmla="*/ 233363 w 245744"/>
                  <a:gd name="connsiteY136" fmla="*/ 275273 h 282892"/>
                  <a:gd name="connsiteX137" fmla="*/ 197167 w 245744"/>
                  <a:gd name="connsiteY137" fmla="*/ 281940 h 282892"/>
                  <a:gd name="connsiteX138" fmla="*/ 180023 w 245744"/>
                  <a:gd name="connsiteY138" fmla="*/ 282892 h 282892"/>
                  <a:gd name="connsiteX139" fmla="*/ 170498 w 245744"/>
                  <a:gd name="connsiteY139" fmla="*/ 280988 h 282892"/>
                  <a:gd name="connsiteX140" fmla="*/ 143827 w 245744"/>
                  <a:gd name="connsiteY140" fmla="*/ 279083 h 282892"/>
                  <a:gd name="connsiteX141" fmla="*/ 140970 w 245744"/>
                  <a:gd name="connsiteY141" fmla="*/ 278130 h 282892"/>
                  <a:gd name="connsiteX142" fmla="*/ 139065 w 245744"/>
                  <a:gd name="connsiteY142" fmla="*/ 276225 h 282892"/>
                  <a:gd name="connsiteX143" fmla="*/ 136207 w 245744"/>
                  <a:gd name="connsiteY143" fmla="*/ 272415 h 282892"/>
                  <a:gd name="connsiteX144" fmla="*/ 134302 w 245744"/>
                  <a:gd name="connsiteY144" fmla="*/ 270510 h 282892"/>
                  <a:gd name="connsiteX145" fmla="*/ 133350 w 245744"/>
                  <a:gd name="connsiteY145" fmla="*/ 269558 h 282892"/>
                  <a:gd name="connsiteX146" fmla="*/ 54292 w 245744"/>
                  <a:gd name="connsiteY146" fmla="*/ 269558 h 282892"/>
                  <a:gd name="connsiteX147" fmla="*/ 45720 w 245744"/>
                  <a:gd name="connsiteY147" fmla="*/ 269558 h 282892"/>
                  <a:gd name="connsiteX148" fmla="*/ 40957 w 245744"/>
                  <a:gd name="connsiteY148" fmla="*/ 267653 h 282892"/>
                  <a:gd name="connsiteX149" fmla="*/ 36195 w 245744"/>
                  <a:gd name="connsiteY149" fmla="*/ 264795 h 282892"/>
                  <a:gd name="connsiteX150" fmla="*/ 32385 w 245744"/>
                  <a:gd name="connsiteY150" fmla="*/ 262890 h 282892"/>
                  <a:gd name="connsiteX151" fmla="*/ 27623 w 245744"/>
                  <a:gd name="connsiteY151" fmla="*/ 261938 h 282892"/>
                  <a:gd name="connsiteX152" fmla="*/ 21907 w 245744"/>
                  <a:gd name="connsiteY152" fmla="*/ 263842 h 282892"/>
                  <a:gd name="connsiteX153" fmla="*/ 19050 w 245744"/>
                  <a:gd name="connsiteY153" fmla="*/ 264795 h 282892"/>
                  <a:gd name="connsiteX154" fmla="*/ 16192 w 245744"/>
                  <a:gd name="connsiteY154" fmla="*/ 265748 h 282892"/>
                  <a:gd name="connsiteX155" fmla="*/ 13335 w 245744"/>
                  <a:gd name="connsiteY155" fmla="*/ 266700 h 282892"/>
                  <a:gd name="connsiteX156" fmla="*/ 10477 w 245744"/>
                  <a:gd name="connsiteY156" fmla="*/ 266700 h 282892"/>
                  <a:gd name="connsiteX157" fmla="*/ 9525 w 245744"/>
                  <a:gd name="connsiteY157" fmla="*/ 266700 h 282892"/>
                  <a:gd name="connsiteX158" fmla="*/ 6667 w 245744"/>
                  <a:gd name="connsiteY158" fmla="*/ 265748 h 282892"/>
                  <a:gd name="connsiteX159" fmla="*/ 5715 w 245744"/>
                  <a:gd name="connsiteY159" fmla="*/ 265748 h 282892"/>
                  <a:gd name="connsiteX160" fmla="*/ 4763 w 245744"/>
                  <a:gd name="connsiteY160" fmla="*/ 265748 h 282892"/>
                  <a:gd name="connsiteX161" fmla="*/ 1905 w 245744"/>
                  <a:gd name="connsiteY161" fmla="*/ 261938 h 282892"/>
                  <a:gd name="connsiteX162" fmla="*/ 14288 w 245744"/>
                  <a:gd name="connsiteY162" fmla="*/ 23813 h 282892"/>
                  <a:gd name="connsiteX163" fmla="*/ 15240 w 245744"/>
                  <a:gd name="connsiteY163" fmla="*/ 21908 h 282892"/>
                  <a:gd name="connsiteX164" fmla="*/ 15240 w 245744"/>
                  <a:gd name="connsiteY164" fmla="*/ 20003 h 282892"/>
                  <a:gd name="connsiteX165" fmla="*/ 14288 w 245744"/>
                  <a:gd name="connsiteY165" fmla="*/ 15240 h 282892"/>
                  <a:gd name="connsiteX166" fmla="*/ 14288 w 245744"/>
                  <a:gd name="connsiteY166" fmla="*/ 13335 h 282892"/>
                  <a:gd name="connsiteX167" fmla="*/ 14288 w 245744"/>
                  <a:gd name="connsiteY167" fmla="*/ 12383 h 282892"/>
                  <a:gd name="connsiteX168" fmla="*/ 14288 w 245744"/>
                  <a:gd name="connsiteY168" fmla="*/ 11430 h 282892"/>
                  <a:gd name="connsiteX169" fmla="*/ 15240 w 245744"/>
                  <a:gd name="connsiteY169" fmla="*/ 10478 h 282892"/>
                  <a:gd name="connsiteX170" fmla="*/ 19050 w 245744"/>
                  <a:gd name="connsiteY170" fmla="*/ 7620 h 282892"/>
                  <a:gd name="connsiteX171" fmla="*/ 25717 w 245744"/>
                  <a:gd name="connsiteY171" fmla="*/ 2858 h 282892"/>
                  <a:gd name="connsiteX172" fmla="*/ 22860 w 245744"/>
                  <a:gd name="connsiteY172" fmla="*/ 953 h 282892"/>
                  <a:gd name="connsiteX173" fmla="*/ 20955 w 245744"/>
                  <a:gd name="connsiteY173" fmla="*/ 0 h 282892"/>
                  <a:gd name="connsiteX174" fmla="*/ 18098 w 245744"/>
                  <a:gd name="connsiteY174" fmla="*/ 0 h 282892"/>
                  <a:gd name="connsiteX175" fmla="*/ 14288 w 245744"/>
                  <a:gd name="connsiteY175" fmla="*/ 1905 h 282892"/>
                  <a:gd name="connsiteX176" fmla="*/ 4763 w 245744"/>
                  <a:gd name="connsiteY176" fmla="*/ 10478 h 282892"/>
                  <a:gd name="connsiteX177" fmla="*/ 6667 w 245744"/>
                  <a:gd name="connsiteY177" fmla="*/ 14288 h 282892"/>
                  <a:gd name="connsiteX178" fmla="*/ 7620 w 245744"/>
                  <a:gd name="connsiteY178" fmla="*/ 16193 h 282892"/>
                  <a:gd name="connsiteX179" fmla="*/ 8573 w 245744"/>
                  <a:gd name="connsiteY179" fmla="*/ 18098 h 282892"/>
                  <a:gd name="connsiteX180" fmla="*/ 8573 w 245744"/>
                  <a:gd name="connsiteY180" fmla="*/ 20003 h 282892"/>
                  <a:gd name="connsiteX181" fmla="*/ 8573 w 245744"/>
                  <a:gd name="connsiteY181" fmla="*/ 21908 h 282892"/>
                  <a:gd name="connsiteX182" fmla="*/ 8573 w 245744"/>
                  <a:gd name="connsiteY182" fmla="*/ 23813 h 282892"/>
                  <a:gd name="connsiteX183" fmla="*/ 9525 w 245744"/>
                  <a:gd name="connsiteY183" fmla="*/ 25718 h 282892"/>
                  <a:gd name="connsiteX184" fmla="*/ 13335 w 245744"/>
                  <a:gd name="connsiteY184" fmla="*/ 24765 h 282892"/>
                  <a:gd name="connsiteX185" fmla="*/ 14288 w 245744"/>
                  <a:gd name="connsiteY185" fmla="*/ 23813 h 282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245744" h="282892">
                    <a:moveTo>
                      <a:pt x="1905" y="261938"/>
                    </a:moveTo>
                    <a:lnTo>
                      <a:pt x="0" y="261938"/>
                    </a:lnTo>
                    <a:lnTo>
                      <a:pt x="952" y="243840"/>
                    </a:lnTo>
                    <a:lnTo>
                      <a:pt x="0" y="236220"/>
                    </a:lnTo>
                    <a:lnTo>
                      <a:pt x="0" y="234315"/>
                    </a:lnTo>
                    <a:lnTo>
                      <a:pt x="952" y="232410"/>
                    </a:lnTo>
                    <a:lnTo>
                      <a:pt x="2857" y="229553"/>
                    </a:lnTo>
                    <a:lnTo>
                      <a:pt x="3810" y="227648"/>
                    </a:lnTo>
                    <a:lnTo>
                      <a:pt x="5715" y="222885"/>
                    </a:lnTo>
                    <a:lnTo>
                      <a:pt x="14288" y="186690"/>
                    </a:lnTo>
                    <a:lnTo>
                      <a:pt x="15240" y="182880"/>
                    </a:lnTo>
                    <a:lnTo>
                      <a:pt x="16192" y="180975"/>
                    </a:lnTo>
                    <a:lnTo>
                      <a:pt x="18098" y="179070"/>
                    </a:lnTo>
                    <a:lnTo>
                      <a:pt x="21907" y="174308"/>
                    </a:lnTo>
                    <a:lnTo>
                      <a:pt x="23813" y="172403"/>
                    </a:lnTo>
                    <a:lnTo>
                      <a:pt x="25717" y="168593"/>
                    </a:lnTo>
                    <a:lnTo>
                      <a:pt x="26670" y="167640"/>
                    </a:lnTo>
                    <a:lnTo>
                      <a:pt x="33338" y="162878"/>
                    </a:lnTo>
                    <a:lnTo>
                      <a:pt x="35242" y="160973"/>
                    </a:lnTo>
                    <a:lnTo>
                      <a:pt x="37148" y="158115"/>
                    </a:lnTo>
                    <a:lnTo>
                      <a:pt x="40005" y="150495"/>
                    </a:lnTo>
                    <a:lnTo>
                      <a:pt x="41910" y="140970"/>
                    </a:lnTo>
                    <a:lnTo>
                      <a:pt x="41910" y="131445"/>
                    </a:lnTo>
                    <a:lnTo>
                      <a:pt x="39052" y="123825"/>
                    </a:lnTo>
                    <a:lnTo>
                      <a:pt x="31432" y="110490"/>
                    </a:lnTo>
                    <a:lnTo>
                      <a:pt x="29527" y="105728"/>
                    </a:lnTo>
                    <a:lnTo>
                      <a:pt x="26670" y="96203"/>
                    </a:lnTo>
                    <a:lnTo>
                      <a:pt x="25717" y="94298"/>
                    </a:lnTo>
                    <a:lnTo>
                      <a:pt x="24765" y="92393"/>
                    </a:lnTo>
                    <a:lnTo>
                      <a:pt x="24765" y="90488"/>
                    </a:lnTo>
                    <a:lnTo>
                      <a:pt x="26670" y="89535"/>
                    </a:lnTo>
                    <a:lnTo>
                      <a:pt x="26670" y="90488"/>
                    </a:lnTo>
                    <a:lnTo>
                      <a:pt x="25717" y="92393"/>
                    </a:lnTo>
                    <a:lnTo>
                      <a:pt x="29527" y="88583"/>
                    </a:lnTo>
                    <a:lnTo>
                      <a:pt x="31432" y="85725"/>
                    </a:lnTo>
                    <a:lnTo>
                      <a:pt x="32385" y="81915"/>
                    </a:lnTo>
                    <a:lnTo>
                      <a:pt x="31432" y="77153"/>
                    </a:lnTo>
                    <a:lnTo>
                      <a:pt x="23813" y="60960"/>
                    </a:lnTo>
                    <a:lnTo>
                      <a:pt x="20955" y="52388"/>
                    </a:lnTo>
                    <a:lnTo>
                      <a:pt x="20002" y="49530"/>
                    </a:lnTo>
                    <a:lnTo>
                      <a:pt x="13335" y="40005"/>
                    </a:lnTo>
                    <a:lnTo>
                      <a:pt x="12382" y="38100"/>
                    </a:lnTo>
                    <a:lnTo>
                      <a:pt x="11430" y="36195"/>
                    </a:lnTo>
                    <a:lnTo>
                      <a:pt x="11430" y="34290"/>
                    </a:lnTo>
                    <a:lnTo>
                      <a:pt x="11430" y="33338"/>
                    </a:lnTo>
                    <a:lnTo>
                      <a:pt x="12382" y="33338"/>
                    </a:lnTo>
                    <a:lnTo>
                      <a:pt x="18098" y="32385"/>
                    </a:lnTo>
                    <a:lnTo>
                      <a:pt x="20955" y="31433"/>
                    </a:lnTo>
                    <a:lnTo>
                      <a:pt x="23813" y="30480"/>
                    </a:lnTo>
                    <a:lnTo>
                      <a:pt x="26670" y="28575"/>
                    </a:lnTo>
                    <a:lnTo>
                      <a:pt x="36195" y="27623"/>
                    </a:lnTo>
                    <a:lnTo>
                      <a:pt x="86677" y="27623"/>
                    </a:lnTo>
                    <a:lnTo>
                      <a:pt x="95250" y="30480"/>
                    </a:lnTo>
                    <a:lnTo>
                      <a:pt x="100013" y="38100"/>
                    </a:lnTo>
                    <a:lnTo>
                      <a:pt x="101917" y="46673"/>
                    </a:lnTo>
                    <a:lnTo>
                      <a:pt x="104775" y="54293"/>
                    </a:lnTo>
                    <a:lnTo>
                      <a:pt x="113348" y="69533"/>
                    </a:lnTo>
                    <a:lnTo>
                      <a:pt x="116205" y="72390"/>
                    </a:lnTo>
                    <a:lnTo>
                      <a:pt x="119063" y="74295"/>
                    </a:lnTo>
                    <a:lnTo>
                      <a:pt x="121920" y="75248"/>
                    </a:lnTo>
                    <a:lnTo>
                      <a:pt x="125730" y="75248"/>
                    </a:lnTo>
                    <a:lnTo>
                      <a:pt x="129540" y="74295"/>
                    </a:lnTo>
                    <a:lnTo>
                      <a:pt x="133350" y="73343"/>
                    </a:lnTo>
                    <a:lnTo>
                      <a:pt x="137160" y="72390"/>
                    </a:lnTo>
                    <a:lnTo>
                      <a:pt x="140970" y="72390"/>
                    </a:lnTo>
                    <a:lnTo>
                      <a:pt x="144780" y="73343"/>
                    </a:lnTo>
                    <a:lnTo>
                      <a:pt x="146685" y="73343"/>
                    </a:lnTo>
                    <a:lnTo>
                      <a:pt x="148590" y="73343"/>
                    </a:lnTo>
                    <a:lnTo>
                      <a:pt x="151448" y="72390"/>
                    </a:lnTo>
                    <a:lnTo>
                      <a:pt x="152400" y="71438"/>
                    </a:lnTo>
                    <a:lnTo>
                      <a:pt x="153352" y="67628"/>
                    </a:lnTo>
                    <a:lnTo>
                      <a:pt x="155257" y="59055"/>
                    </a:lnTo>
                    <a:lnTo>
                      <a:pt x="157163" y="55245"/>
                    </a:lnTo>
                    <a:lnTo>
                      <a:pt x="160973" y="53340"/>
                    </a:lnTo>
                    <a:lnTo>
                      <a:pt x="164782" y="52388"/>
                    </a:lnTo>
                    <a:lnTo>
                      <a:pt x="170498" y="51435"/>
                    </a:lnTo>
                    <a:lnTo>
                      <a:pt x="175260" y="51435"/>
                    </a:lnTo>
                    <a:lnTo>
                      <a:pt x="178117" y="52388"/>
                    </a:lnTo>
                    <a:lnTo>
                      <a:pt x="178117" y="54293"/>
                    </a:lnTo>
                    <a:lnTo>
                      <a:pt x="177165" y="56198"/>
                    </a:lnTo>
                    <a:lnTo>
                      <a:pt x="177165" y="58103"/>
                    </a:lnTo>
                    <a:lnTo>
                      <a:pt x="178117" y="60008"/>
                    </a:lnTo>
                    <a:lnTo>
                      <a:pt x="180023" y="60008"/>
                    </a:lnTo>
                    <a:lnTo>
                      <a:pt x="197167" y="59055"/>
                    </a:lnTo>
                    <a:lnTo>
                      <a:pt x="200977" y="60008"/>
                    </a:lnTo>
                    <a:lnTo>
                      <a:pt x="202882" y="62865"/>
                    </a:lnTo>
                    <a:lnTo>
                      <a:pt x="202882" y="65723"/>
                    </a:lnTo>
                    <a:lnTo>
                      <a:pt x="201930" y="71438"/>
                    </a:lnTo>
                    <a:lnTo>
                      <a:pt x="201930" y="74295"/>
                    </a:lnTo>
                    <a:lnTo>
                      <a:pt x="201930" y="76200"/>
                    </a:lnTo>
                    <a:lnTo>
                      <a:pt x="202882" y="80963"/>
                    </a:lnTo>
                    <a:lnTo>
                      <a:pt x="202882" y="82868"/>
                    </a:lnTo>
                    <a:lnTo>
                      <a:pt x="202882" y="87630"/>
                    </a:lnTo>
                    <a:lnTo>
                      <a:pt x="200977" y="98108"/>
                    </a:lnTo>
                    <a:lnTo>
                      <a:pt x="200977" y="102870"/>
                    </a:lnTo>
                    <a:lnTo>
                      <a:pt x="202882" y="106680"/>
                    </a:lnTo>
                    <a:lnTo>
                      <a:pt x="207645" y="114300"/>
                    </a:lnTo>
                    <a:lnTo>
                      <a:pt x="209550" y="118110"/>
                    </a:lnTo>
                    <a:lnTo>
                      <a:pt x="210502" y="120015"/>
                    </a:lnTo>
                    <a:lnTo>
                      <a:pt x="210502" y="121920"/>
                    </a:lnTo>
                    <a:lnTo>
                      <a:pt x="210502" y="129540"/>
                    </a:lnTo>
                    <a:lnTo>
                      <a:pt x="210502" y="130493"/>
                    </a:lnTo>
                    <a:lnTo>
                      <a:pt x="210502" y="130493"/>
                    </a:lnTo>
                    <a:lnTo>
                      <a:pt x="209550" y="130493"/>
                    </a:lnTo>
                    <a:lnTo>
                      <a:pt x="208598" y="131445"/>
                    </a:lnTo>
                    <a:lnTo>
                      <a:pt x="208598" y="132398"/>
                    </a:lnTo>
                    <a:lnTo>
                      <a:pt x="208598" y="137160"/>
                    </a:lnTo>
                    <a:lnTo>
                      <a:pt x="210502" y="138113"/>
                    </a:lnTo>
                    <a:lnTo>
                      <a:pt x="216217" y="136208"/>
                    </a:lnTo>
                    <a:lnTo>
                      <a:pt x="218123" y="136208"/>
                    </a:lnTo>
                    <a:lnTo>
                      <a:pt x="222885" y="137160"/>
                    </a:lnTo>
                    <a:lnTo>
                      <a:pt x="225742" y="137160"/>
                    </a:lnTo>
                    <a:lnTo>
                      <a:pt x="227648" y="137160"/>
                    </a:lnTo>
                    <a:lnTo>
                      <a:pt x="231457" y="136208"/>
                    </a:lnTo>
                    <a:lnTo>
                      <a:pt x="233363" y="136208"/>
                    </a:lnTo>
                    <a:lnTo>
                      <a:pt x="237173" y="136208"/>
                    </a:lnTo>
                    <a:lnTo>
                      <a:pt x="240030" y="136208"/>
                    </a:lnTo>
                    <a:lnTo>
                      <a:pt x="242888" y="136208"/>
                    </a:lnTo>
                    <a:lnTo>
                      <a:pt x="244792" y="134303"/>
                    </a:lnTo>
                    <a:lnTo>
                      <a:pt x="245745" y="139065"/>
                    </a:lnTo>
                    <a:lnTo>
                      <a:pt x="245745" y="142875"/>
                    </a:lnTo>
                    <a:lnTo>
                      <a:pt x="244792" y="156210"/>
                    </a:lnTo>
                    <a:lnTo>
                      <a:pt x="244792" y="163830"/>
                    </a:lnTo>
                    <a:lnTo>
                      <a:pt x="243840" y="169545"/>
                    </a:lnTo>
                    <a:lnTo>
                      <a:pt x="243840" y="172403"/>
                    </a:lnTo>
                    <a:lnTo>
                      <a:pt x="243840" y="175260"/>
                    </a:lnTo>
                    <a:lnTo>
                      <a:pt x="244792" y="177165"/>
                    </a:lnTo>
                    <a:lnTo>
                      <a:pt x="244792" y="178118"/>
                    </a:lnTo>
                    <a:lnTo>
                      <a:pt x="242888" y="179070"/>
                    </a:lnTo>
                    <a:lnTo>
                      <a:pt x="240030" y="179070"/>
                    </a:lnTo>
                    <a:lnTo>
                      <a:pt x="205740" y="179070"/>
                    </a:lnTo>
                    <a:lnTo>
                      <a:pt x="205740" y="240983"/>
                    </a:lnTo>
                    <a:lnTo>
                      <a:pt x="205740" y="243840"/>
                    </a:lnTo>
                    <a:lnTo>
                      <a:pt x="206692" y="246698"/>
                    </a:lnTo>
                    <a:lnTo>
                      <a:pt x="207645" y="250508"/>
                    </a:lnTo>
                    <a:lnTo>
                      <a:pt x="208598" y="252413"/>
                    </a:lnTo>
                    <a:lnTo>
                      <a:pt x="233363" y="275273"/>
                    </a:lnTo>
                    <a:lnTo>
                      <a:pt x="197167" y="281940"/>
                    </a:lnTo>
                    <a:lnTo>
                      <a:pt x="180023" y="282892"/>
                    </a:lnTo>
                    <a:lnTo>
                      <a:pt x="170498" y="280988"/>
                    </a:lnTo>
                    <a:lnTo>
                      <a:pt x="143827" y="279083"/>
                    </a:lnTo>
                    <a:lnTo>
                      <a:pt x="140970" y="278130"/>
                    </a:lnTo>
                    <a:lnTo>
                      <a:pt x="139065" y="276225"/>
                    </a:lnTo>
                    <a:lnTo>
                      <a:pt x="136207" y="272415"/>
                    </a:lnTo>
                    <a:lnTo>
                      <a:pt x="134302" y="270510"/>
                    </a:lnTo>
                    <a:lnTo>
                      <a:pt x="133350" y="269558"/>
                    </a:lnTo>
                    <a:lnTo>
                      <a:pt x="54292" y="269558"/>
                    </a:lnTo>
                    <a:lnTo>
                      <a:pt x="45720" y="269558"/>
                    </a:lnTo>
                    <a:lnTo>
                      <a:pt x="40957" y="267653"/>
                    </a:lnTo>
                    <a:lnTo>
                      <a:pt x="36195" y="264795"/>
                    </a:lnTo>
                    <a:lnTo>
                      <a:pt x="32385" y="262890"/>
                    </a:lnTo>
                    <a:lnTo>
                      <a:pt x="27623" y="261938"/>
                    </a:lnTo>
                    <a:lnTo>
                      <a:pt x="21907" y="263842"/>
                    </a:lnTo>
                    <a:lnTo>
                      <a:pt x="19050" y="264795"/>
                    </a:lnTo>
                    <a:lnTo>
                      <a:pt x="16192" y="265748"/>
                    </a:lnTo>
                    <a:lnTo>
                      <a:pt x="13335" y="266700"/>
                    </a:lnTo>
                    <a:lnTo>
                      <a:pt x="10477" y="266700"/>
                    </a:lnTo>
                    <a:lnTo>
                      <a:pt x="9525" y="266700"/>
                    </a:lnTo>
                    <a:lnTo>
                      <a:pt x="6667" y="265748"/>
                    </a:lnTo>
                    <a:lnTo>
                      <a:pt x="5715" y="265748"/>
                    </a:lnTo>
                    <a:lnTo>
                      <a:pt x="4763" y="265748"/>
                    </a:lnTo>
                    <a:lnTo>
                      <a:pt x="1905" y="261938"/>
                    </a:lnTo>
                    <a:close/>
                    <a:moveTo>
                      <a:pt x="14288" y="23813"/>
                    </a:moveTo>
                    <a:lnTo>
                      <a:pt x="15240" y="21908"/>
                    </a:lnTo>
                    <a:lnTo>
                      <a:pt x="15240" y="20003"/>
                    </a:lnTo>
                    <a:lnTo>
                      <a:pt x="14288" y="15240"/>
                    </a:lnTo>
                    <a:lnTo>
                      <a:pt x="14288" y="13335"/>
                    </a:lnTo>
                    <a:lnTo>
                      <a:pt x="14288" y="12383"/>
                    </a:lnTo>
                    <a:lnTo>
                      <a:pt x="14288" y="11430"/>
                    </a:lnTo>
                    <a:lnTo>
                      <a:pt x="15240" y="10478"/>
                    </a:lnTo>
                    <a:lnTo>
                      <a:pt x="19050" y="7620"/>
                    </a:lnTo>
                    <a:lnTo>
                      <a:pt x="25717" y="2858"/>
                    </a:lnTo>
                    <a:lnTo>
                      <a:pt x="22860" y="953"/>
                    </a:lnTo>
                    <a:lnTo>
                      <a:pt x="20955" y="0"/>
                    </a:lnTo>
                    <a:lnTo>
                      <a:pt x="18098" y="0"/>
                    </a:lnTo>
                    <a:lnTo>
                      <a:pt x="14288" y="1905"/>
                    </a:lnTo>
                    <a:lnTo>
                      <a:pt x="4763" y="10478"/>
                    </a:lnTo>
                    <a:lnTo>
                      <a:pt x="6667" y="14288"/>
                    </a:lnTo>
                    <a:lnTo>
                      <a:pt x="7620" y="16193"/>
                    </a:lnTo>
                    <a:lnTo>
                      <a:pt x="8573" y="18098"/>
                    </a:lnTo>
                    <a:lnTo>
                      <a:pt x="8573" y="20003"/>
                    </a:lnTo>
                    <a:lnTo>
                      <a:pt x="8573" y="21908"/>
                    </a:lnTo>
                    <a:lnTo>
                      <a:pt x="8573" y="23813"/>
                    </a:lnTo>
                    <a:lnTo>
                      <a:pt x="9525" y="25718"/>
                    </a:lnTo>
                    <a:lnTo>
                      <a:pt x="13335" y="24765"/>
                    </a:lnTo>
                    <a:lnTo>
                      <a:pt x="14288" y="2381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6" name="Freeform: Shape 106">
                <a:extLst>
                  <a:ext uri="{FF2B5EF4-FFF2-40B4-BE49-F238E27FC236}">
                    <a16:creationId xmlns:a16="http://schemas.microsoft.com/office/drawing/2014/main" id="{31C55F93-9E72-17F0-5B2B-9067569675C4}"/>
                  </a:ext>
                </a:extLst>
              </p:cNvPr>
              <p:cNvSpPr/>
              <p:nvPr/>
            </p:nvSpPr>
            <p:spPr>
              <a:xfrm>
                <a:off x="6106391" y="4223348"/>
                <a:ext cx="166567" cy="206973"/>
              </a:xfrm>
              <a:custGeom>
                <a:avLst/>
                <a:gdLst>
                  <a:gd name="connsiteX0" fmla="*/ 31433 w 150495"/>
                  <a:gd name="connsiteY0" fmla="*/ 163830 h 174307"/>
                  <a:gd name="connsiteX1" fmla="*/ 34290 w 150495"/>
                  <a:gd name="connsiteY1" fmla="*/ 162877 h 174307"/>
                  <a:gd name="connsiteX2" fmla="*/ 36195 w 150495"/>
                  <a:gd name="connsiteY2" fmla="*/ 164783 h 174307"/>
                  <a:gd name="connsiteX3" fmla="*/ 39052 w 150495"/>
                  <a:gd name="connsiteY3" fmla="*/ 166688 h 174307"/>
                  <a:gd name="connsiteX4" fmla="*/ 40958 w 150495"/>
                  <a:gd name="connsiteY4" fmla="*/ 166688 h 174307"/>
                  <a:gd name="connsiteX5" fmla="*/ 41910 w 150495"/>
                  <a:gd name="connsiteY5" fmla="*/ 167640 h 174307"/>
                  <a:gd name="connsiteX6" fmla="*/ 42863 w 150495"/>
                  <a:gd name="connsiteY6" fmla="*/ 168592 h 174307"/>
                  <a:gd name="connsiteX7" fmla="*/ 44768 w 150495"/>
                  <a:gd name="connsiteY7" fmla="*/ 169545 h 174307"/>
                  <a:gd name="connsiteX8" fmla="*/ 46673 w 150495"/>
                  <a:gd name="connsiteY8" fmla="*/ 170498 h 174307"/>
                  <a:gd name="connsiteX9" fmla="*/ 48577 w 150495"/>
                  <a:gd name="connsiteY9" fmla="*/ 169545 h 174307"/>
                  <a:gd name="connsiteX10" fmla="*/ 50483 w 150495"/>
                  <a:gd name="connsiteY10" fmla="*/ 168592 h 174307"/>
                  <a:gd name="connsiteX11" fmla="*/ 51435 w 150495"/>
                  <a:gd name="connsiteY11" fmla="*/ 166688 h 174307"/>
                  <a:gd name="connsiteX12" fmla="*/ 52388 w 150495"/>
                  <a:gd name="connsiteY12" fmla="*/ 165735 h 174307"/>
                  <a:gd name="connsiteX13" fmla="*/ 52388 w 150495"/>
                  <a:gd name="connsiteY13" fmla="*/ 164783 h 174307"/>
                  <a:gd name="connsiteX14" fmla="*/ 52388 w 150495"/>
                  <a:gd name="connsiteY14" fmla="*/ 163830 h 174307"/>
                  <a:gd name="connsiteX15" fmla="*/ 53340 w 150495"/>
                  <a:gd name="connsiteY15" fmla="*/ 162877 h 174307"/>
                  <a:gd name="connsiteX16" fmla="*/ 53340 w 150495"/>
                  <a:gd name="connsiteY16" fmla="*/ 162877 h 174307"/>
                  <a:gd name="connsiteX17" fmla="*/ 54293 w 150495"/>
                  <a:gd name="connsiteY17" fmla="*/ 162877 h 174307"/>
                  <a:gd name="connsiteX18" fmla="*/ 55245 w 150495"/>
                  <a:gd name="connsiteY18" fmla="*/ 163830 h 174307"/>
                  <a:gd name="connsiteX19" fmla="*/ 56198 w 150495"/>
                  <a:gd name="connsiteY19" fmla="*/ 163830 h 174307"/>
                  <a:gd name="connsiteX20" fmla="*/ 62865 w 150495"/>
                  <a:gd name="connsiteY20" fmla="*/ 160020 h 174307"/>
                  <a:gd name="connsiteX21" fmla="*/ 64770 w 150495"/>
                  <a:gd name="connsiteY21" fmla="*/ 160020 h 174307"/>
                  <a:gd name="connsiteX22" fmla="*/ 66675 w 150495"/>
                  <a:gd name="connsiteY22" fmla="*/ 162877 h 174307"/>
                  <a:gd name="connsiteX23" fmla="*/ 65723 w 150495"/>
                  <a:gd name="connsiteY23" fmla="*/ 166688 h 174307"/>
                  <a:gd name="connsiteX24" fmla="*/ 66675 w 150495"/>
                  <a:gd name="connsiteY24" fmla="*/ 170498 h 174307"/>
                  <a:gd name="connsiteX25" fmla="*/ 70485 w 150495"/>
                  <a:gd name="connsiteY25" fmla="*/ 171450 h 174307"/>
                  <a:gd name="connsiteX26" fmla="*/ 73343 w 150495"/>
                  <a:gd name="connsiteY26" fmla="*/ 170498 h 174307"/>
                  <a:gd name="connsiteX27" fmla="*/ 76200 w 150495"/>
                  <a:gd name="connsiteY27" fmla="*/ 168592 h 174307"/>
                  <a:gd name="connsiteX28" fmla="*/ 80010 w 150495"/>
                  <a:gd name="connsiteY28" fmla="*/ 163830 h 174307"/>
                  <a:gd name="connsiteX29" fmla="*/ 84773 w 150495"/>
                  <a:gd name="connsiteY29" fmla="*/ 159067 h 174307"/>
                  <a:gd name="connsiteX30" fmla="*/ 89535 w 150495"/>
                  <a:gd name="connsiteY30" fmla="*/ 155258 h 174307"/>
                  <a:gd name="connsiteX31" fmla="*/ 92393 w 150495"/>
                  <a:gd name="connsiteY31" fmla="*/ 153352 h 174307"/>
                  <a:gd name="connsiteX32" fmla="*/ 94298 w 150495"/>
                  <a:gd name="connsiteY32" fmla="*/ 152400 h 174307"/>
                  <a:gd name="connsiteX33" fmla="*/ 96202 w 150495"/>
                  <a:gd name="connsiteY33" fmla="*/ 151448 h 174307"/>
                  <a:gd name="connsiteX34" fmla="*/ 98108 w 150495"/>
                  <a:gd name="connsiteY34" fmla="*/ 148590 h 174307"/>
                  <a:gd name="connsiteX35" fmla="*/ 100013 w 150495"/>
                  <a:gd name="connsiteY35" fmla="*/ 145733 h 174307"/>
                  <a:gd name="connsiteX36" fmla="*/ 100965 w 150495"/>
                  <a:gd name="connsiteY36" fmla="*/ 141923 h 174307"/>
                  <a:gd name="connsiteX37" fmla="*/ 101918 w 150495"/>
                  <a:gd name="connsiteY37" fmla="*/ 138113 h 174307"/>
                  <a:gd name="connsiteX38" fmla="*/ 102870 w 150495"/>
                  <a:gd name="connsiteY38" fmla="*/ 134302 h 174307"/>
                  <a:gd name="connsiteX39" fmla="*/ 101918 w 150495"/>
                  <a:gd name="connsiteY39" fmla="*/ 123825 h 174307"/>
                  <a:gd name="connsiteX40" fmla="*/ 101918 w 150495"/>
                  <a:gd name="connsiteY40" fmla="*/ 120015 h 174307"/>
                  <a:gd name="connsiteX41" fmla="*/ 102870 w 150495"/>
                  <a:gd name="connsiteY41" fmla="*/ 117158 h 174307"/>
                  <a:gd name="connsiteX42" fmla="*/ 104775 w 150495"/>
                  <a:gd name="connsiteY42" fmla="*/ 114300 h 174307"/>
                  <a:gd name="connsiteX43" fmla="*/ 107633 w 150495"/>
                  <a:gd name="connsiteY43" fmla="*/ 112395 h 174307"/>
                  <a:gd name="connsiteX44" fmla="*/ 109538 w 150495"/>
                  <a:gd name="connsiteY44" fmla="*/ 109538 h 174307"/>
                  <a:gd name="connsiteX45" fmla="*/ 111443 w 150495"/>
                  <a:gd name="connsiteY45" fmla="*/ 106680 h 174307"/>
                  <a:gd name="connsiteX46" fmla="*/ 114300 w 150495"/>
                  <a:gd name="connsiteY46" fmla="*/ 100965 h 174307"/>
                  <a:gd name="connsiteX47" fmla="*/ 116205 w 150495"/>
                  <a:gd name="connsiteY47" fmla="*/ 98108 h 174307"/>
                  <a:gd name="connsiteX48" fmla="*/ 118110 w 150495"/>
                  <a:gd name="connsiteY48" fmla="*/ 96202 h 174307"/>
                  <a:gd name="connsiteX49" fmla="*/ 124777 w 150495"/>
                  <a:gd name="connsiteY49" fmla="*/ 92392 h 174307"/>
                  <a:gd name="connsiteX50" fmla="*/ 127635 w 150495"/>
                  <a:gd name="connsiteY50" fmla="*/ 90488 h 174307"/>
                  <a:gd name="connsiteX51" fmla="*/ 130493 w 150495"/>
                  <a:gd name="connsiteY51" fmla="*/ 87630 h 174307"/>
                  <a:gd name="connsiteX52" fmla="*/ 132398 w 150495"/>
                  <a:gd name="connsiteY52" fmla="*/ 86677 h 174307"/>
                  <a:gd name="connsiteX53" fmla="*/ 133350 w 150495"/>
                  <a:gd name="connsiteY53" fmla="*/ 84773 h 174307"/>
                  <a:gd name="connsiteX54" fmla="*/ 133350 w 150495"/>
                  <a:gd name="connsiteY54" fmla="*/ 83820 h 174307"/>
                  <a:gd name="connsiteX55" fmla="*/ 133350 w 150495"/>
                  <a:gd name="connsiteY55" fmla="*/ 81915 h 174307"/>
                  <a:gd name="connsiteX56" fmla="*/ 132398 w 150495"/>
                  <a:gd name="connsiteY56" fmla="*/ 80963 h 174307"/>
                  <a:gd name="connsiteX57" fmla="*/ 132398 w 150495"/>
                  <a:gd name="connsiteY57" fmla="*/ 79058 h 174307"/>
                  <a:gd name="connsiteX58" fmla="*/ 133350 w 150495"/>
                  <a:gd name="connsiteY58" fmla="*/ 75248 h 174307"/>
                  <a:gd name="connsiteX59" fmla="*/ 136208 w 150495"/>
                  <a:gd name="connsiteY59" fmla="*/ 68580 h 174307"/>
                  <a:gd name="connsiteX60" fmla="*/ 136208 w 150495"/>
                  <a:gd name="connsiteY60" fmla="*/ 64770 h 174307"/>
                  <a:gd name="connsiteX61" fmla="*/ 136208 w 150495"/>
                  <a:gd name="connsiteY61" fmla="*/ 54292 h 174307"/>
                  <a:gd name="connsiteX62" fmla="*/ 136208 w 150495"/>
                  <a:gd name="connsiteY62" fmla="*/ 50483 h 174307"/>
                  <a:gd name="connsiteX63" fmla="*/ 137160 w 150495"/>
                  <a:gd name="connsiteY63" fmla="*/ 48577 h 174307"/>
                  <a:gd name="connsiteX64" fmla="*/ 139065 w 150495"/>
                  <a:gd name="connsiteY64" fmla="*/ 44767 h 174307"/>
                  <a:gd name="connsiteX65" fmla="*/ 139065 w 150495"/>
                  <a:gd name="connsiteY65" fmla="*/ 42863 h 174307"/>
                  <a:gd name="connsiteX66" fmla="*/ 140018 w 150495"/>
                  <a:gd name="connsiteY66" fmla="*/ 40005 h 174307"/>
                  <a:gd name="connsiteX67" fmla="*/ 140018 w 150495"/>
                  <a:gd name="connsiteY67" fmla="*/ 36195 h 174307"/>
                  <a:gd name="connsiteX68" fmla="*/ 140018 w 150495"/>
                  <a:gd name="connsiteY68" fmla="*/ 33338 h 174307"/>
                  <a:gd name="connsiteX69" fmla="*/ 141923 w 150495"/>
                  <a:gd name="connsiteY69" fmla="*/ 25717 h 174307"/>
                  <a:gd name="connsiteX70" fmla="*/ 146685 w 150495"/>
                  <a:gd name="connsiteY70" fmla="*/ 19050 h 174307"/>
                  <a:gd name="connsiteX71" fmla="*/ 150495 w 150495"/>
                  <a:gd name="connsiteY71" fmla="*/ 11430 h 174307"/>
                  <a:gd name="connsiteX72" fmla="*/ 150495 w 150495"/>
                  <a:gd name="connsiteY72" fmla="*/ 3810 h 174307"/>
                  <a:gd name="connsiteX73" fmla="*/ 148590 w 150495"/>
                  <a:gd name="connsiteY73" fmla="*/ 1905 h 174307"/>
                  <a:gd name="connsiteX74" fmla="*/ 147638 w 150495"/>
                  <a:gd name="connsiteY74" fmla="*/ 952 h 174307"/>
                  <a:gd name="connsiteX75" fmla="*/ 141923 w 150495"/>
                  <a:gd name="connsiteY75" fmla="*/ 1905 h 174307"/>
                  <a:gd name="connsiteX76" fmla="*/ 140970 w 150495"/>
                  <a:gd name="connsiteY76" fmla="*/ 1905 h 174307"/>
                  <a:gd name="connsiteX77" fmla="*/ 140018 w 150495"/>
                  <a:gd name="connsiteY77" fmla="*/ 1905 h 174307"/>
                  <a:gd name="connsiteX78" fmla="*/ 130493 w 150495"/>
                  <a:gd name="connsiteY78" fmla="*/ 0 h 174307"/>
                  <a:gd name="connsiteX79" fmla="*/ 126683 w 150495"/>
                  <a:gd name="connsiteY79" fmla="*/ 0 h 174307"/>
                  <a:gd name="connsiteX80" fmla="*/ 113348 w 150495"/>
                  <a:gd name="connsiteY80" fmla="*/ 2858 h 174307"/>
                  <a:gd name="connsiteX81" fmla="*/ 109538 w 150495"/>
                  <a:gd name="connsiteY81" fmla="*/ 4763 h 174307"/>
                  <a:gd name="connsiteX82" fmla="*/ 107633 w 150495"/>
                  <a:gd name="connsiteY82" fmla="*/ 9525 h 174307"/>
                  <a:gd name="connsiteX83" fmla="*/ 107633 w 150495"/>
                  <a:gd name="connsiteY83" fmla="*/ 11430 h 174307"/>
                  <a:gd name="connsiteX84" fmla="*/ 107633 w 150495"/>
                  <a:gd name="connsiteY84" fmla="*/ 15240 h 174307"/>
                  <a:gd name="connsiteX85" fmla="*/ 107633 w 150495"/>
                  <a:gd name="connsiteY85" fmla="*/ 17145 h 174307"/>
                  <a:gd name="connsiteX86" fmla="*/ 105727 w 150495"/>
                  <a:gd name="connsiteY86" fmla="*/ 20002 h 174307"/>
                  <a:gd name="connsiteX87" fmla="*/ 101918 w 150495"/>
                  <a:gd name="connsiteY87" fmla="*/ 27623 h 174307"/>
                  <a:gd name="connsiteX88" fmla="*/ 100965 w 150495"/>
                  <a:gd name="connsiteY88" fmla="*/ 29527 h 174307"/>
                  <a:gd name="connsiteX89" fmla="*/ 100013 w 150495"/>
                  <a:gd name="connsiteY89" fmla="*/ 31433 h 174307"/>
                  <a:gd name="connsiteX90" fmla="*/ 100013 w 150495"/>
                  <a:gd name="connsiteY90" fmla="*/ 32385 h 174307"/>
                  <a:gd name="connsiteX91" fmla="*/ 100013 w 150495"/>
                  <a:gd name="connsiteY91" fmla="*/ 35242 h 174307"/>
                  <a:gd name="connsiteX92" fmla="*/ 100013 w 150495"/>
                  <a:gd name="connsiteY92" fmla="*/ 37148 h 174307"/>
                  <a:gd name="connsiteX93" fmla="*/ 100965 w 150495"/>
                  <a:gd name="connsiteY93" fmla="*/ 38100 h 174307"/>
                  <a:gd name="connsiteX94" fmla="*/ 100013 w 150495"/>
                  <a:gd name="connsiteY94" fmla="*/ 39052 h 174307"/>
                  <a:gd name="connsiteX95" fmla="*/ 98108 w 150495"/>
                  <a:gd name="connsiteY95" fmla="*/ 39052 h 174307"/>
                  <a:gd name="connsiteX96" fmla="*/ 96202 w 150495"/>
                  <a:gd name="connsiteY96" fmla="*/ 38100 h 174307"/>
                  <a:gd name="connsiteX97" fmla="*/ 91440 w 150495"/>
                  <a:gd name="connsiteY97" fmla="*/ 35242 h 174307"/>
                  <a:gd name="connsiteX98" fmla="*/ 88583 w 150495"/>
                  <a:gd name="connsiteY98" fmla="*/ 34290 h 174307"/>
                  <a:gd name="connsiteX99" fmla="*/ 76200 w 150495"/>
                  <a:gd name="connsiteY99" fmla="*/ 32385 h 174307"/>
                  <a:gd name="connsiteX100" fmla="*/ 72390 w 150495"/>
                  <a:gd name="connsiteY100" fmla="*/ 31433 h 174307"/>
                  <a:gd name="connsiteX101" fmla="*/ 70485 w 150495"/>
                  <a:gd name="connsiteY101" fmla="*/ 30480 h 174307"/>
                  <a:gd name="connsiteX102" fmla="*/ 67627 w 150495"/>
                  <a:gd name="connsiteY102" fmla="*/ 30480 h 174307"/>
                  <a:gd name="connsiteX103" fmla="*/ 43815 w 150495"/>
                  <a:gd name="connsiteY103" fmla="*/ 29527 h 174307"/>
                  <a:gd name="connsiteX104" fmla="*/ 42863 w 150495"/>
                  <a:gd name="connsiteY104" fmla="*/ 32385 h 174307"/>
                  <a:gd name="connsiteX105" fmla="*/ 40958 w 150495"/>
                  <a:gd name="connsiteY105" fmla="*/ 37148 h 174307"/>
                  <a:gd name="connsiteX106" fmla="*/ 40958 w 150495"/>
                  <a:gd name="connsiteY106" fmla="*/ 40005 h 174307"/>
                  <a:gd name="connsiteX107" fmla="*/ 41910 w 150495"/>
                  <a:gd name="connsiteY107" fmla="*/ 41910 h 174307"/>
                  <a:gd name="connsiteX108" fmla="*/ 41910 w 150495"/>
                  <a:gd name="connsiteY108" fmla="*/ 43815 h 174307"/>
                  <a:gd name="connsiteX109" fmla="*/ 42863 w 150495"/>
                  <a:gd name="connsiteY109" fmla="*/ 45720 h 174307"/>
                  <a:gd name="connsiteX110" fmla="*/ 41910 w 150495"/>
                  <a:gd name="connsiteY110" fmla="*/ 47625 h 174307"/>
                  <a:gd name="connsiteX111" fmla="*/ 46673 w 150495"/>
                  <a:gd name="connsiteY111" fmla="*/ 48577 h 174307"/>
                  <a:gd name="connsiteX112" fmla="*/ 52388 w 150495"/>
                  <a:gd name="connsiteY112" fmla="*/ 46673 h 174307"/>
                  <a:gd name="connsiteX113" fmla="*/ 58102 w 150495"/>
                  <a:gd name="connsiteY113" fmla="*/ 45720 h 174307"/>
                  <a:gd name="connsiteX114" fmla="*/ 62865 w 150495"/>
                  <a:gd name="connsiteY114" fmla="*/ 48577 h 174307"/>
                  <a:gd name="connsiteX115" fmla="*/ 64770 w 150495"/>
                  <a:gd name="connsiteY115" fmla="*/ 50483 h 174307"/>
                  <a:gd name="connsiteX116" fmla="*/ 65723 w 150495"/>
                  <a:gd name="connsiteY116" fmla="*/ 53340 h 174307"/>
                  <a:gd name="connsiteX117" fmla="*/ 66675 w 150495"/>
                  <a:gd name="connsiteY117" fmla="*/ 55245 h 174307"/>
                  <a:gd name="connsiteX118" fmla="*/ 65723 w 150495"/>
                  <a:gd name="connsiteY118" fmla="*/ 58102 h 174307"/>
                  <a:gd name="connsiteX119" fmla="*/ 64770 w 150495"/>
                  <a:gd name="connsiteY119" fmla="*/ 60008 h 174307"/>
                  <a:gd name="connsiteX120" fmla="*/ 62865 w 150495"/>
                  <a:gd name="connsiteY120" fmla="*/ 60960 h 174307"/>
                  <a:gd name="connsiteX121" fmla="*/ 60960 w 150495"/>
                  <a:gd name="connsiteY121" fmla="*/ 61913 h 174307"/>
                  <a:gd name="connsiteX122" fmla="*/ 59055 w 150495"/>
                  <a:gd name="connsiteY122" fmla="*/ 62865 h 174307"/>
                  <a:gd name="connsiteX123" fmla="*/ 57150 w 150495"/>
                  <a:gd name="connsiteY123" fmla="*/ 65723 h 174307"/>
                  <a:gd name="connsiteX124" fmla="*/ 56198 w 150495"/>
                  <a:gd name="connsiteY124" fmla="*/ 68580 h 174307"/>
                  <a:gd name="connsiteX125" fmla="*/ 55245 w 150495"/>
                  <a:gd name="connsiteY125" fmla="*/ 71438 h 174307"/>
                  <a:gd name="connsiteX126" fmla="*/ 55245 w 150495"/>
                  <a:gd name="connsiteY126" fmla="*/ 74295 h 174307"/>
                  <a:gd name="connsiteX127" fmla="*/ 56198 w 150495"/>
                  <a:gd name="connsiteY127" fmla="*/ 77152 h 174307"/>
                  <a:gd name="connsiteX128" fmla="*/ 56198 w 150495"/>
                  <a:gd name="connsiteY128" fmla="*/ 78105 h 174307"/>
                  <a:gd name="connsiteX129" fmla="*/ 61913 w 150495"/>
                  <a:gd name="connsiteY129" fmla="*/ 80963 h 174307"/>
                  <a:gd name="connsiteX130" fmla="*/ 64770 w 150495"/>
                  <a:gd name="connsiteY130" fmla="*/ 82867 h 174307"/>
                  <a:gd name="connsiteX131" fmla="*/ 66675 w 150495"/>
                  <a:gd name="connsiteY131" fmla="*/ 83820 h 174307"/>
                  <a:gd name="connsiteX132" fmla="*/ 67627 w 150495"/>
                  <a:gd name="connsiteY132" fmla="*/ 85725 h 174307"/>
                  <a:gd name="connsiteX133" fmla="*/ 67627 w 150495"/>
                  <a:gd name="connsiteY133" fmla="*/ 88583 h 174307"/>
                  <a:gd name="connsiteX134" fmla="*/ 66675 w 150495"/>
                  <a:gd name="connsiteY134" fmla="*/ 94298 h 174307"/>
                  <a:gd name="connsiteX135" fmla="*/ 66675 w 150495"/>
                  <a:gd name="connsiteY135" fmla="*/ 97155 h 174307"/>
                  <a:gd name="connsiteX136" fmla="*/ 66675 w 150495"/>
                  <a:gd name="connsiteY136" fmla="*/ 105727 h 174307"/>
                  <a:gd name="connsiteX137" fmla="*/ 66675 w 150495"/>
                  <a:gd name="connsiteY137" fmla="*/ 107633 h 174307"/>
                  <a:gd name="connsiteX138" fmla="*/ 65723 w 150495"/>
                  <a:gd name="connsiteY138" fmla="*/ 110490 h 174307"/>
                  <a:gd name="connsiteX139" fmla="*/ 62865 w 150495"/>
                  <a:gd name="connsiteY139" fmla="*/ 115252 h 174307"/>
                  <a:gd name="connsiteX140" fmla="*/ 61913 w 150495"/>
                  <a:gd name="connsiteY140" fmla="*/ 117158 h 174307"/>
                  <a:gd name="connsiteX141" fmla="*/ 61913 w 150495"/>
                  <a:gd name="connsiteY141" fmla="*/ 120967 h 174307"/>
                  <a:gd name="connsiteX142" fmla="*/ 60960 w 150495"/>
                  <a:gd name="connsiteY142" fmla="*/ 121920 h 174307"/>
                  <a:gd name="connsiteX143" fmla="*/ 60008 w 150495"/>
                  <a:gd name="connsiteY143" fmla="*/ 122873 h 174307"/>
                  <a:gd name="connsiteX144" fmla="*/ 59055 w 150495"/>
                  <a:gd name="connsiteY144" fmla="*/ 122873 h 174307"/>
                  <a:gd name="connsiteX145" fmla="*/ 58102 w 150495"/>
                  <a:gd name="connsiteY145" fmla="*/ 123825 h 174307"/>
                  <a:gd name="connsiteX146" fmla="*/ 57150 w 150495"/>
                  <a:gd name="connsiteY146" fmla="*/ 122873 h 174307"/>
                  <a:gd name="connsiteX147" fmla="*/ 55245 w 150495"/>
                  <a:gd name="connsiteY147" fmla="*/ 122873 h 174307"/>
                  <a:gd name="connsiteX148" fmla="*/ 55245 w 150495"/>
                  <a:gd name="connsiteY148" fmla="*/ 121920 h 174307"/>
                  <a:gd name="connsiteX149" fmla="*/ 56198 w 150495"/>
                  <a:gd name="connsiteY149" fmla="*/ 121920 h 174307"/>
                  <a:gd name="connsiteX150" fmla="*/ 55245 w 150495"/>
                  <a:gd name="connsiteY150" fmla="*/ 120967 h 174307"/>
                  <a:gd name="connsiteX151" fmla="*/ 54293 w 150495"/>
                  <a:gd name="connsiteY151" fmla="*/ 118110 h 174307"/>
                  <a:gd name="connsiteX152" fmla="*/ 53340 w 150495"/>
                  <a:gd name="connsiteY152" fmla="*/ 117158 h 174307"/>
                  <a:gd name="connsiteX153" fmla="*/ 52388 w 150495"/>
                  <a:gd name="connsiteY153" fmla="*/ 118110 h 174307"/>
                  <a:gd name="connsiteX154" fmla="*/ 50483 w 150495"/>
                  <a:gd name="connsiteY154" fmla="*/ 119063 h 174307"/>
                  <a:gd name="connsiteX155" fmla="*/ 47625 w 150495"/>
                  <a:gd name="connsiteY155" fmla="*/ 120967 h 174307"/>
                  <a:gd name="connsiteX156" fmla="*/ 45720 w 150495"/>
                  <a:gd name="connsiteY156" fmla="*/ 121920 h 174307"/>
                  <a:gd name="connsiteX157" fmla="*/ 42863 w 150495"/>
                  <a:gd name="connsiteY157" fmla="*/ 121920 h 174307"/>
                  <a:gd name="connsiteX158" fmla="*/ 40005 w 150495"/>
                  <a:gd name="connsiteY158" fmla="*/ 120967 h 174307"/>
                  <a:gd name="connsiteX159" fmla="*/ 37148 w 150495"/>
                  <a:gd name="connsiteY159" fmla="*/ 118110 h 174307"/>
                  <a:gd name="connsiteX160" fmla="*/ 33338 w 150495"/>
                  <a:gd name="connsiteY160" fmla="*/ 113348 h 174307"/>
                  <a:gd name="connsiteX161" fmla="*/ 29527 w 150495"/>
                  <a:gd name="connsiteY161" fmla="*/ 110490 h 174307"/>
                  <a:gd name="connsiteX162" fmla="*/ 26670 w 150495"/>
                  <a:gd name="connsiteY162" fmla="*/ 113348 h 174307"/>
                  <a:gd name="connsiteX163" fmla="*/ 26670 w 150495"/>
                  <a:gd name="connsiteY163" fmla="*/ 115252 h 174307"/>
                  <a:gd name="connsiteX164" fmla="*/ 26670 w 150495"/>
                  <a:gd name="connsiteY164" fmla="*/ 117158 h 174307"/>
                  <a:gd name="connsiteX165" fmla="*/ 27623 w 150495"/>
                  <a:gd name="connsiteY165" fmla="*/ 118110 h 174307"/>
                  <a:gd name="connsiteX166" fmla="*/ 26670 w 150495"/>
                  <a:gd name="connsiteY166" fmla="*/ 120015 h 174307"/>
                  <a:gd name="connsiteX167" fmla="*/ 23813 w 150495"/>
                  <a:gd name="connsiteY167" fmla="*/ 121920 h 174307"/>
                  <a:gd name="connsiteX168" fmla="*/ 21908 w 150495"/>
                  <a:gd name="connsiteY168" fmla="*/ 121920 h 174307"/>
                  <a:gd name="connsiteX169" fmla="*/ 16193 w 150495"/>
                  <a:gd name="connsiteY169" fmla="*/ 120967 h 174307"/>
                  <a:gd name="connsiteX170" fmla="*/ 10477 w 150495"/>
                  <a:gd name="connsiteY170" fmla="*/ 120967 h 174307"/>
                  <a:gd name="connsiteX171" fmla="*/ 9525 w 150495"/>
                  <a:gd name="connsiteY171" fmla="*/ 120967 h 174307"/>
                  <a:gd name="connsiteX172" fmla="*/ 8573 w 150495"/>
                  <a:gd name="connsiteY172" fmla="*/ 122873 h 174307"/>
                  <a:gd name="connsiteX173" fmla="*/ 8573 w 150495"/>
                  <a:gd name="connsiteY173" fmla="*/ 128588 h 174307"/>
                  <a:gd name="connsiteX174" fmla="*/ 8573 w 150495"/>
                  <a:gd name="connsiteY174" fmla="*/ 130492 h 174307"/>
                  <a:gd name="connsiteX175" fmla="*/ 11430 w 150495"/>
                  <a:gd name="connsiteY175" fmla="*/ 131445 h 174307"/>
                  <a:gd name="connsiteX176" fmla="*/ 12383 w 150495"/>
                  <a:gd name="connsiteY176" fmla="*/ 133350 h 174307"/>
                  <a:gd name="connsiteX177" fmla="*/ 11430 w 150495"/>
                  <a:gd name="connsiteY177" fmla="*/ 135255 h 174307"/>
                  <a:gd name="connsiteX178" fmla="*/ 12383 w 150495"/>
                  <a:gd name="connsiteY178" fmla="*/ 137160 h 174307"/>
                  <a:gd name="connsiteX179" fmla="*/ 13335 w 150495"/>
                  <a:gd name="connsiteY179" fmla="*/ 138113 h 174307"/>
                  <a:gd name="connsiteX180" fmla="*/ 15240 w 150495"/>
                  <a:gd name="connsiteY180" fmla="*/ 140017 h 174307"/>
                  <a:gd name="connsiteX181" fmla="*/ 16193 w 150495"/>
                  <a:gd name="connsiteY181" fmla="*/ 140970 h 174307"/>
                  <a:gd name="connsiteX182" fmla="*/ 16193 w 150495"/>
                  <a:gd name="connsiteY182" fmla="*/ 141923 h 174307"/>
                  <a:gd name="connsiteX183" fmla="*/ 14288 w 150495"/>
                  <a:gd name="connsiteY183" fmla="*/ 144780 h 174307"/>
                  <a:gd name="connsiteX184" fmla="*/ 14288 w 150495"/>
                  <a:gd name="connsiteY184" fmla="*/ 145733 h 174307"/>
                  <a:gd name="connsiteX185" fmla="*/ 15240 w 150495"/>
                  <a:gd name="connsiteY185" fmla="*/ 146685 h 174307"/>
                  <a:gd name="connsiteX186" fmla="*/ 15240 w 150495"/>
                  <a:gd name="connsiteY186" fmla="*/ 146685 h 174307"/>
                  <a:gd name="connsiteX187" fmla="*/ 14288 w 150495"/>
                  <a:gd name="connsiteY187" fmla="*/ 147638 h 174307"/>
                  <a:gd name="connsiteX188" fmla="*/ 13335 w 150495"/>
                  <a:gd name="connsiteY188" fmla="*/ 147638 h 174307"/>
                  <a:gd name="connsiteX189" fmla="*/ 12383 w 150495"/>
                  <a:gd name="connsiteY189" fmla="*/ 147638 h 174307"/>
                  <a:gd name="connsiteX190" fmla="*/ 10477 w 150495"/>
                  <a:gd name="connsiteY190" fmla="*/ 146685 h 174307"/>
                  <a:gd name="connsiteX191" fmla="*/ 9525 w 150495"/>
                  <a:gd name="connsiteY191" fmla="*/ 145733 h 174307"/>
                  <a:gd name="connsiteX192" fmla="*/ 8573 w 150495"/>
                  <a:gd name="connsiteY192" fmla="*/ 144780 h 174307"/>
                  <a:gd name="connsiteX193" fmla="*/ 7620 w 150495"/>
                  <a:gd name="connsiteY193" fmla="*/ 144780 h 174307"/>
                  <a:gd name="connsiteX194" fmla="*/ 6668 w 150495"/>
                  <a:gd name="connsiteY194" fmla="*/ 144780 h 174307"/>
                  <a:gd name="connsiteX195" fmla="*/ 3810 w 150495"/>
                  <a:gd name="connsiteY195" fmla="*/ 146685 h 174307"/>
                  <a:gd name="connsiteX196" fmla="*/ 2858 w 150495"/>
                  <a:gd name="connsiteY196" fmla="*/ 147638 h 174307"/>
                  <a:gd name="connsiteX197" fmla="*/ 1905 w 150495"/>
                  <a:gd name="connsiteY197" fmla="*/ 148590 h 174307"/>
                  <a:gd name="connsiteX198" fmla="*/ 952 w 150495"/>
                  <a:gd name="connsiteY198" fmla="*/ 150495 h 174307"/>
                  <a:gd name="connsiteX199" fmla="*/ 0 w 150495"/>
                  <a:gd name="connsiteY199" fmla="*/ 152400 h 174307"/>
                  <a:gd name="connsiteX200" fmla="*/ 9525 w 150495"/>
                  <a:gd name="connsiteY200" fmla="*/ 160973 h 174307"/>
                  <a:gd name="connsiteX201" fmla="*/ 12383 w 150495"/>
                  <a:gd name="connsiteY201" fmla="*/ 163830 h 174307"/>
                  <a:gd name="connsiteX202" fmla="*/ 13335 w 150495"/>
                  <a:gd name="connsiteY202" fmla="*/ 166688 h 174307"/>
                  <a:gd name="connsiteX203" fmla="*/ 14288 w 150495"/>
                  <a:gd name="connsiteY203" fmla="*/ 169545 h 174307"/>
                  <a:gd name="connsiteX204" fmla="*/ 16193 w 150495"/>
                  <a:gd name="connsiteY204" fmla="*/ 171450 h 174307"/>
                  <a:gd name="connsiteX205" fmla="*/ 18098 w 150495"/>
                  <a:gd name="connsiteY205" fmla="*/ 174308 h 174307"/>
                  <a:gd name="connsiteX206" fmla="*/ 27623 w 150495"/>
                  <a:gd name="connsiteY206" fmla="*/ 165735 h 17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150495" h="174307">
                    <a:moveTo>
                      <a:pt x="31433" y="163830"/>
                    </a:moveTo>
                    <a:lnTo>
                      <a:pt x="34290" y="162877"/>
                    </a:lnTo>
                    <a:lnTo>
                      <a:pt x="36195" y="164783"/>
                    </a:lnTo>
                    <a:lnTo>
                      <a:pt x="39052" y="166688"/>
                    </a:lnTo>
                    <a:lnTo>
                      <a:pt x="40958" y="166688"/>
                    </a:lnTo>
                    <a:lnTo>
                      <a:pt x="41910" y="167640"/>
                    </a:lnTo>
                    <a:lnTo>
                      <a:pt x="42863" y="168592"/>
                    </a:lnTo>
                    <a:lnTo>
                      <a:pt x="44768" y="169545"/>
                    </a:lnTo>
                    <a:lnTo>
                      <a:pt x="46673" y="170498"/>
                    </a:lnTo>
                    <a:lnTo>
                      <a:pt x="48577" y="169545"/>
                    </a:lnTo>
                    <a:lnTo>
                      <a:pt x="50483" y="168592"/>
                    </a:lnTo>
                    <a:lnTo>
                      <a:pt x="51435" y="166688"/>
                    </a:lnTo>
                    <a:lnTo>
                      <a:pt x="52388" y="165735"/>
                    </a:lnTo>
                    <a:lnTo>
                      <a:pt x="52388" y="164783"/>
                    </a:lnTo>
                    <a:lnTo>
                      <a:pt x="52388" y="163830"/>
                    </a:lnTo>
                    <a:lnTo>
                      <a:pt x="53340" y="162877"/>
                    </a:lnTo>
                    <a:lnTo>
                      <a:pt x="53340" y="162877"/>
                    </a:lnTo>
                    <a:lnTo>
                      <a:pt x="54293" y="162877"/>
                    </a:lnTo>
                    <a:lnTo>
                      <a:pt x="55245" y="163830"/>
                    </a:lnTo>
                    <a:lnTo>
                      <a:pt x="56198" y="163830"/>
                    </a:lnTo>
                    <a:lnTo>
                      <a:pt x="62865" y="160020"/>
                    </a:lnTo>
                    <a:lnTo>
                      <a:pt x="64770" y="160020"/>
                    </a:lnTo>
                    <a:lnTo>
                      <a:pt x="66675" y="162877"/>
                    </a:lnTo>
                    <a:lnTo>
                      <a:pt x="65723" y="166688"/>
                    </a:lnTo>
                    <a:lnTo>
                      <a:pt x="66675" y="170498"/>
                    </a:lnTo>
                    <a:lnTo>
                      <a:pt x="70485" y="171450"/>
                    </a:lnTo>
                    <a:lnTo>
                      <a:pt x="73343" y="170498"/>
                    </a:lnTo>
                    <a:lnTo>
                      <a:pt x="76200" y="168592"/>
                    </a:lnTo>
                    <a:lnTo>
                      <a:pt x="80010" y="163830"/>
                    </a:lnTo>
                    <a:lnTo>
                      <a:pt x="84773" y="159067"/>
                    </a:lnTo>
                    <a:lnTo>
                      <a:pt x="89535" y="155258"/>
                    </a:lnTo>
                    <a:lnTo>
                      <a:pt x="92393" y="153352"/>
                    </a:lnTo>
                    <a:lnTo>
                      <a:pt x="94298" y="152400"/>
                    </a:lnTo>
                    <a:lnTo>
                      <a:pt x="96202" y="151448"/>
                    </a:lnTo>
                    <a:lnTo>
                      <a:pt x="98108" y="148590"/>
                    </a:lnTo>
                    <a:lnTo>
                      <a:pt x="100013" y="145733"/>
                    </a:lnTo>
                    <a:lnTo>
                      <a:pt x="100965" y="141923"/>
                    </a:lnTo>
                    <a:lnTo>
                      <a:pt x="101918" y="138113"/>
                    </a:lnTo>
                    <a:lnTo>
                      <a:pt x="102870" y="134302"/>
                    </a:lnTo>
                    <a:lnTo>
                      <a:pt x="101918" y="123825"/>
                    </a:lnTo>
                    <a:lnTo>
                      <a:pt x="101918" y="120015"/>
                    </a:lnTo>
                    <a:lnTo>
                      <a:pt x="102870" y="117158"/>
                    </a:lnTo>
                    <a:lnTo>
                      <a:pt x="104775" y="114300"/>
                    </a:lnTo>
                    <a:lnTo>
                      <a:pt x="107633" y="112395"/>
                    </a:lnTo>
                    <a:lnTo>
                      <a:pt x="109538" y="109538"/>
                    </a:lnTo>
                    <a:lnTo>
                      <a:pt x="111443" y="106680"/>
                    </a:lnTo>
                    <a:lnTo>
                      <a:pt x="114300" y="100965"/>
                    </a:lnTo>
                    <a:lnTo>
                      <a:pt x="116205" y="98108"/>
                    </a:lnTo>
                    <a:lnTo>
                      <a:pt x="118110" y="96202"/>
                    </a:lnTo>
                    <a:lnTo>
                      <a:pt x="124777" y="92392"/>
                    </a:lnTo>
                    <a:lnTo>
                      <a:pt x="127635" y="90488"/>
                    </a:lnTo>
                    <a:lnTo>
                      <a:pt x="130493" y="87630"/>
                    </a:lnTo>
                    <a:lnTo>
                      <a:pt x="132398" y="86677"/>
                    </a:lnTo>
                    <a:lnTo>
                      <a:pt x="133350" y="84773"/>
                    </a:lnTo>
                    <a:lnTo>
                      <a:pt x="133350" y="83820"/>
                    </a:lnTo>
                    <a:lnTo>
                      <a:pt x="133350" y="81915"/>
                    </a:lnTo>
                    <a:lnTo>
                      <a:pt x="132398" y="80963"/>
                    </a:lnTo>
                    <a:lnTo>
                      <a:pt x="132398" y="79058"/>
                    </a:lnTo>
                    <a:lnTo>
                      <a:pt x="133350" y="75248"/>
                    </a:lnTo>
                    <a:lnTo>
                      <a:pt x="136208" y="68580"/>
                    </a:lnTo>
                    <a:lnTo>
                      <a:pt x="136208" y="64770"/>
                    </a:lnTo>
                    <a:lnTo>
                      <a:pt x="136208" y="54292"/>
                    </a:lnTo>
                    <a:lnTo>
                      <a:pt x="136208" y="50483"/>
                    </a:lnTo>
                    <a:lnTo>
                      <a:pt x="137160" y="48577"/>
                    </a:lnTo>
                    <a:lnTo>
                      <a:pt x="139065" y="44767"/>
                    </a:lnTo>
                    <a:lnTo>
                      <a:pt x="139065" y="42863"/>
                    </a:lnTo>
                    <a:lnTo>
                      <a:pt x="140018" y="40005"/>
                    </a:lnTo>
                    <a:lnTo>
                      <a:pt x="140018" y="36195"/>
                    </a:lnTo>
                    <a:lnTo>
                      <a:pt x="140018" y="33338"/>
                    </a:lnTo>
                    <a:lnTo>
                      <a:pt x="141923" y="25717"/>
                    </a:lnTo>
                    <a:lnTo>
                      <a:pt x="146685" y="19050"/>
                    </a:lnTo>
                    <a:lnTo>
                      <a:pt x="150495" y="11430"/>
                    </a:lnTo>
                    <a:lnTo>
                      <a:pt x="150495" y="3810"/>
                    </a:lnTo>
                    <a:lnTo>
                      <a:pt x="148590" y="1905"/>
                    </a:lnTo>
                    <a:lnTo>
                      <a:pt x="147638" y="952"/>
                    </a:lnTo>
                    <a:lnTo>
                      <a:pt x="141923" y="1905"/>
                    </a:lnTo>
                    <a:lnTo>
                      <a:pt x="140970" y="1905"/>
                    </a:lnTo>
                    <a:lnTo>
                      <a:pt x="140018" y="1905"/>
                    </a:lnTo>
                    <a:lnTo>
                      <a:pt x="130493" y="0"/>
                    </a:lnTo>
                    <a:lnTo>
                      <a:pt x="126683" y="0"/>
                    </a:lnTo>
                    <a:lnTo>
                      <a:pt x="113348" y="2858"/>
                    </a:lnTo>
                    <a:lnTo>
                      <a:pt x="109538" y="4763"/>
                    </a:lnTo>
                    <a:lnTo>
                      <a:pt x="107633" y="9525"/>
                    </a:lnTo>
                    <a:lnTo>
                      <a:pt x="107633" y="11430"/>
                    </a:lnTo>
                    <a:lnTo>
                      <a:pt x="107633" y="15240"/>
                    </a:lnTo>
                    <a:lnTo>
                      <a:pt x="107633" y="17145"/>
                    </a:lnTo>
                    <a:lnTo>
                      <a:pt x="105727" y="20002"/>
                    </a:lnTo>
                    <a:lnTo>
                      <a:pt x="101918" y="27623"/>
                    </a:lnTo>
                    <a:lnTo>
                      <a:pt x="100965" y="29527"/>
                    </a:lnTo>
                    <a:lnTo>
                      <a:pt x="100013" y="31433"/>
                    </a:lnTo>
                    <a:lnTo>
                      <a:pt x="100013" y="32385"/>
                    </a:lnTo>
                    <a:lnTo>
                      <a:pt x="100013" y="35242"/>
                    </a:lnTo>
                    <a:lnTo>
                      <a:pt x="100013" y="37148"/>
                    </a:lnTo>
                    <a:lnTo>
                      <a:pt x="100965" y="38100"/>
                    </a:lnTo>
                    <a:lnTo>
                      <a:pt x="100013" y="39052"/>
                    </a:lnTo>
                    <a:lnTo>
                      <a:pt x="98108" y="39052"/>
                    </a:lnTo>
                    <a:lnTo>
                      <a:pt x="96202" y="38100"/>
                    </a:lnTo>
                    <a:lnTo>
                      <a:pt x="91440" y="35242"/>
                    </a:lnTo>
                    <a:lnTo>
                      <a:pt x="88583" y="34290"/>
                    </a:lnTo>
                    <a:lnTo>
                      <a:pt x="76200" y="32385"/>
                    </a:lnTo>
                    <a:lnTo>
                      <a:pt x="72390" y="31433"/>
                    </a:lnTo>
                    <a:lnTo>
                      <a:pt x="70485" y="30480"/>
                    </a:lnTo>
                    <a:lnTo>
                      <a:pt x="67627" y="30480"/>
                    </a:lnTo>
                    <a:lnTo>
                      <a:pt x="43815" y="29527"/>
                    </a:lnTo>
                    <a:lnTo>
                      <a:pt x="42863" y="32385"/>
                    </a:lnTo>
                    <a:lnTo>
                      <a:pt x="40958" y="37148"/>
                    </a:lnTo>
                    <a:lnTo>
                      <a:pt x="40958" y="40005"/>
                    </a:lnTo>
                    <a:lnTo>
                      <a:pt x="41910" y="41910"/>
                    </a:lnTo>
                    <a:lnTo>
                      <a:pt x="41910" y="43815"/>
                    </a:lnTo>
                    <a:lnTo>
                      <a:pt x="42863" y="45720"/>
                    </a:lnTo>
                    <a:lnTo>
                      <a:pt x="41910" y="47625"/>
                    </a:lnTo>
                    <a:lnTo>
                      <a:pt x="46673" y="48577"/>
                    </a:lnTo>
                    <a:lnTo>
                      <a:pt x="52388" y="46673"/>
                    </a:lnTo>
                    <a:lnTo>
                      <a:pt x="58102" y="45720"/>
                    </a:lnTo>
                    <a:lnTo>
                      <a:pt x="62865" y="48577"/>
                    </a:lnTo>
                    <a:lnTo>
                      <a:pt x="64770" y="50483"/>
                    </a:lnTo>
                    <a:lnTo>
                      <a:pt x="65723" y="53340"/>
                    </a:lnTo>
                    <a:lnTo>
                      <a:pt x="66675" y="55245"/>
                    </a:lnTo>
                    <a:lnTo>
                      <a:pt x="65723" y="58102"/>
                    </a:lnTo>
                    <a:lnTo>
                      <a:pt x="64770" y="60008"/>
                    </a:lnTo>
                    <a:lnTo>
                      <a:pt x="62865" y="60960"/>
                    </a:lnTo>
                    <a:lnTo>
                      <a:pt x="60960" y="61913"/>
                    </a:lnTo>
                    <a:lnTo>
                      <a:pt x="59055" y="62865"/>
                    </a:lnTo>
                    <a:lnTo>
                      <a:pt x="57150" y="65723"/>
                    </a:lnTo>
                    <a:lnTo>
                      <a:pt x="56198" y="68580"/>
                    </a:lnTo>
                    <a:lnTo>
                      <a:pt x="55245" y="71438"/>
                    </a:lnTo>
                    <a:lnTo>
                      <a:pt x="55245" y="74295"/>
                    </a:lnTo>
                    <a:lnTo>
                      <a:pt x="56198" y="77152"/>
                    </a:lnTo>
                    <a:lnTo>
                      <a:pt x="56198" y="78105"/>
                    </a:lnTo>
                    <a:lnTo>
                      <a:pt x="61913" y="80963"/>
                    </a:lnTo>
                    <a:lnTo>
                      <a:pt x="64770" y="82867"/>
                    </a:lnTo>
                    <a:lnTo>
                      <a:pt x="66675" y="83820"/>
                    </a:lnTo>
                    <a:lnTo>
                      <a:pt x="67627" y="85725"/>
                    </a:lnTo>
                    <a:lnTo>
                      <a:pt x="67627" y="88583"/>
                    </a:lnTo>
                    <a:lnTo>
                      <a:pt x="66675" y="94298"/>
                    </a:lnTo>
                    <a:lnTo>
                      <a:pt x="66675" y="97155"/>
                    </a:lnTo>
                    <a:lnTo>
                      <a:pt x="66675" y="105727"/>
                    </a:lnTo>
                    <a:lnTo>
                      <a:pt x="66675" y="107633"/>
                    </a:lnTo>
                    <a:lnTo>
                      <a:pt x="65723" y="110490"/>
                    </a:lnTo>
                    <a:lnTo>
                      <a:pt x="62865" y="115252"/>
                    </a:lnTo>
                    <a:lnTo>
                      <a:pt x="61913" y="117158"/>
                    </a:lnTo>
                    <a:lnTo>
                      <a:pt x="61913" y="120967"/>
                    </a:lnTo>
                    <a:lnTo>
                      <a:pt x="60960" y="121920"/>
                    </a:lnTo>
                    <a:lnTo>
                      <a:pt x="60008" y="122873"/>
                    </a:lnTo>
                    <a:lnTo>
                      <a:pt x="59055" y="122873"/>
                    </a:lnTo>
                    <a:lnTo>
                      <a:pt x="58102" y="123825"/>
                    </a:lnTo>
                    <a:lnTo>
                      <a:pt x="57150" y="122873"/>
                    </a:lnTo>
                    <a:lnTo>
                      <a:pt x="55245" y="122873"/>
                    </a:lnTo>
                    <a:lnTo>
                      <a:pt x="55245" y="121920"/>
                    </a:lnTo>
                    <a:lnTo>
                      <a:pt x="56198" y="121920"/>
                    </a:lnTo>
                    <a:lnTo>
                      <a:pt x="55245" y="120967"/>
                    </a:lnTo>
                    <a:lnTo>
                      <a:pt x="54293" y="118110"/>
                    </a:lnTo>
                    <a:lnTo>
                      <a:pt x="53340" y="117158"/>
                    </a:lnTo>
                    <a:lnTo>
                      <a:pt x="52388" y="118110"/>
                    </a:lnTo>
                    <a:lnTo>
                      <a:pt x="50483" y="119063"/>
                    </a:lnTo>
                    <a:lnTo>
                      <a:pt x="47625" y="120967"/>
                    </a:lnTo>
                    <a:lnTo>
                      <a:pt x="45720" y="121920"/>
                    </a:lnTo>
                    <a:lnTo>
                      <a:pt x="42863" y="121920"/>
                    </a:lnTo>
                    <a:lnTo>
                      <a:pt x="40005" y="120967"/>
                    </a:lnTo>
                    <a:lnTo>
                      <a:pt x="37148" y="118110"/>
                    </a:lnTo>
                    <a:lnTo>
                      <a:pt x="33338" y="113348"/>
                    </a:lnTo>
                    <a:lnTo>
                      <a:pt x="29527" y="110490"/>
                    </a:lnTo>
                    <a:lnTo>
                      <a:pt x="26670" y="113348"/>
                    </a:lnTo>
                    <a:lnTo>
                      <a:pt x="26670" y="115252"/>
                    </a:lnTo>
                    <a:lnTo>
                      <a:pt x="26670" y="117158"/>
                    </a:lnTo>
                    <a:lnTo>
                      <a:pt x="27623" y="118110"/>
                    </a:lnTo>
                    <a:lnTo>
                      <a:pt x="26670" y="120015"/>
                    </a:lnTo>
                    <a:lnTo>
                      <a:pt x="23813" y="121920"/>
                    </a:lnTo>
                    <a:lnTo>
                      <a:pt x="21908" y="121920"/>
                    </a:lnTo>
                    <a:lnTo>
                      <a:pt x="16193" y="120967"/>
                    </a:lnTo>
                    <a:lnTo>
                      <a:pt x="10477" y="120967"/>
                    </a:lnTo>
                    <a:lnTo>
                      <a:pt x="9525" y="120967"/>
                    </a:lnTo>
                    <a:lnTo>
                      <a:pt x="8573" y="122873"/>
                    </a:lnTo>
                    <a:lnTo>
                      <a:pt x="8573" y="128588"/>
                    </a:lnTo>
                    <a:lnTo>
                      <a:pt x="8573" y="130492"/>
                    </a:lnTo>
                    <a:lnTo>
                      <a:pt x="11430" y="131445"/>
                    </a:lnTo>
                    <a:lnTo>
                      <a:pt x="12383" y="133350"/>
                    </a:lnTo>
                    <a:lnTo>
                      <a:pt x="11430" y="135255"/>
                    </a:lnTo>
                    <a:lnTo>
                      <a:pt x="12383" y="137160"/>
                    </a:lnTo>
                    <a:lnTo>
                      <a:pt x="13335" y="138113"/>
                    </a:lnTo>
                    <a:lnTo>
                      <a:pt x="15240" y="140017"/>
                    </a:lnTo>
                    <a:lnTo>
                      <a:pt x="16193" y="140970"/>
                    </a:lnTo>
                    <a:lnTo>
                      <a:pt x="16193" y="141923"/>
                    </a:lnTo>
                    <a:lnTo>
                      <a:pt x="14288" y="144780"/>
                    </a:lnTo>
                    <a:lnTo>
                      <a:pt x="14288" y="145733"/>
                    </a:lnTo>
                    <a:lnTo>
                      <a:pt x="15240" y="146685"/>
                    </a:lnTo>
                    <a:lnTo>
                      <a:pt x="15240" y="146685"/>
                    </a:lnTo>
                    <a:lnTo>
                      <a:pt x="14288" y="147638"/>
                    </a:lnTo>
                    <a:lnTo>
                      <a:pt x="13335" y="147638"/>
                    </a:lnTo>
                    <a:lnTo>
                      <a:pt x="12383" y="147638"/>
                    </a:lnTo>
                    <a:lnTo>
                      <a:pt x="10477" y="146685"/>
                    </a:lnTo>
                    <a:lnTo>
                      <a:pt x="9525" y="145733"/>
                    </a:lnTo>
                    <a:lnTo>
                      <a:pt x="8573" y="144780"/>
                    </a:lnTo>
                    <a:lnTo>
                      <a:pt x="7620" y="144780"/>
                    </a:lnTo>
                    <a:lnTo>
                      <a:pt x="6668" y="144780"/>
                    </a:lnTo>
                    <a:lnTo>
                      <a:pt x="3810" y="146685"/>
                    </a:lnTo>
                    <a:lnTo>
                      <a:pt x="2858" y="147638"/>
                    </a:lnTo>
                    <a:lnTo>
                      <a:pt x="1905" y="148590"/>
                    </a:lnTo>
                    <a:lnTo>
                      <a:pt x="952" y="150495"/>
                    </a:lnTo>
                    <a:lnTo>
                      <a:pt x="0" y="152400"/>
                    </a:lnTo>
                    <a:lnTo>
                      <a:pt x="9525" y="160973"/>
                    </a:lnTo>
                    <a:lnTo>
                      <a:pt x="12383" y="163830"/>
                    </a:lnTo>
                    <a:lnTo>
                      <a:pt x="13335" y="166688"/>
                    </a:lnTo>
                    <a:lnTo>
                      <a:pt x="14288" y="169545"/>
                    </a:lnTo>
                    <a:lnTo>
                      <a:pt x="16193" y="171450"/>
                    </a:lnTo>
                    <a:lnTo>
                      <a:pt x="18098" y="174308"/>
                    </a:lnTo>
                    <a:lnTo>
                      <a:pt x="27623" y="16573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7" name="Freeform: Shape 107">
                <a:extLst>
                  <a:ext uri="{FF2B5EF4-FFF2-40B4-BE49-F238E27FC236}">
                    <a16:creationId xmlns:a16="http://schemas.microsoft.com/office/drawing/2014/main" id="{F3D81E58-E129-799E-C358-62D5383CDE5A}"/>
                  </a:ext>
                </a:extLst>
              </p:cNvPr>
              <p:cNvSpPr/>
              <p:nvPr/>
            </p:nvSpPr>
            <p:spPr>
              <a:xfrm>
                <a:off x="6528079" y="4561518"/>
                <a:ext cx="239307" cy="416208"/>
              </a:xfrm>
              <a:custGeom>
                <a:avLst/>
                <a:gdLst>
                  <a:gd name="connsiteX0" fmla="*/ 195263 w 216217"/>
                  <a:gd name="connsiteY0" fmla="*/ 9525 h 350519"/>
                  <a:gd name="connsiteX1" fmla="*/ 187643 w 216217"/>
                  <a:gd name="connsiteY1" fmla="*/ 12382 h 350519"/>
                  <a:gd name="connsiteX2" fmla="*/ 178118 w 216217"/>
                  <a:gd name="connsiteY2" fmla="*/ 15240 h 350519"/>
                  <a:gd name="connsiteX3" fmla="*/ 174307 w 216217"/>
                  <a:gd name="connsiteY3" fmla="*/ 17145 h 350519"/>
                  <a:gd name="connsiteX4" fmla="*/ 170498 w 216217"/>
                  <a:gd name="connsiteY4" fmla="*/ 19050 h 350519"/>
                  <a:gd name="connsiteX5" fmla="*/ 169545 w 216217"/>
                  <a:gd name="connsiteY5" fmla="*/ 19050 h 350519"/>
                  <a:gd name="connsiteX6" fmla="*/ 162877 w 216217"/>
                  <a:gd name="connsiteY6" fmla="*/ 17145 h 350519"/>
                  <a:gd name="connsiteX7" fmla="*/ 160973 w 216217"/>
                  <a:gd name="connsiteY7" fmla="*/ 17145 h 350519"/>
                  <a:gd name="connsiteX8" fmla="*/ 159068 w 216217"/>
                  <a:gd name="connsiteY8" fmla="*/ 17145 h 350519"/>
                  <a:gd name="connsiteX9" fmla="*/ 158115 w 216217"/>
                  <a:gd name="connsiteY9" fmla="*/ 18098 h 350519"/>
                  <a:gd name="connsiteX10" fmla="*/ 157163 w 216217"/>
                  <a:gd name="connsiteY10" fmla="*/ 19050 h 350519"/>
                  <a:gd name="connsiteX11" fmla="*/ 156210 w 216217"/>
                  <a:gd name="connsiteY11" fmla="*/ 20002 h 350519"/>
                  <a:gd name="connsiteX12" fmla="*/ 155257 w 216217"/>
                  <a:gd name="connsiteY12" fmla="*/ 20955 h 350519"/>
                  <a:gd name="connsiteX13" fmla="*/ 151448 w 216217"/>
                  <a:gd name="connsiteY13" fmla="*/ 23813 h 350519"/>
                  <a:gd name="connsiteX14" fmla="*/ 147638 w 216217"/>
                  <a:gd name="connsiteY14" fmla="*/ 24765 h 350519"/>
                  <a:gd name="connsiteX15" fmla="*/ 143827 w 216217"/>
                  <a:gd name="connsiteY15" fmla="*/ 23813 h 350519"/>
                  <a:gd name="connsiteX16" fmla="*/ 140018 w 216217"/>
                  <a:gd name="connsiteY16" fmla="*/ 22860 h 350519"/>
                  <a:gd name="connsiteX17" fmla="*/ 136207 w 216217"/>
                  <a:gd name="connsiteY17" fmla="*/ 22860 h 350519"/>
                  <a:gd name="connsiteX18" fmla="*/ 128588 w 216217"/>
                  <a:gd name="connsiteY18" fmla="*/ 25717 h 350519"/>
                  <a:gd name="connsiteX19" fmla="*/ 124777 w 216217"/>
                  <a:gd name="connsiteY19" fmla="*/ 25717 h 350519"/>
                  <a:gd name="connsiteX20" fmla="*/ 122873 w 216217"/>
                  <a:gd name="connsiteY20" fmla="*/ 24765 h 350519"/>
                  <a:gd name="connsiteX21" fmla="*/ 120015 w 216217"/>
                  <a:gd name="connsiteY21" fmla="*/ 21907 h 350519"/>
                  <a:gd name="connsiteX22" fmla="*/ 118110 w 216217"/>
                  <a:gd name="connsiteY22" fmla="*/ 20955 h 350519"/>
                  <a:gd name="connsiteX23" fmla="*/ 115252 w 216217"/>
                  <a:gd name="connsiteY23" fmla="*/ 20002 h 350519"/>
                  <a:gd name="connsiteX24" fmla="*/ 113348 w 216217"/>
                  <a:gd name="connsiteY24" fmla="*/ 20002 h 350519"/>
                  <a:gd name="connsiteX25" fmla="*/ 112395 w 216217"/>
                  <a:gd name="connsiteY25" fmla="*/ 20955 h 350519"/>
                  <a:gd name="connsiteX26" fmla="*/ 110490 w 216217"/>
                  <a:gd name="connsiteY26" fmla="*/ 21907 h 350519"/>
                  <a:gd name="connsiteX27" fmla="*/ 107632 w 216217"/>
                  <a:gd name="connsiteY27" fmla="*/ 21907 h 350519"/>
                  <a:gd name="connsiteX28" fmla="*/ 97155 w 216217"/>
                  <a:gd name="connsiteY28" fmla="*/ 20955 h 350519"/>
                  <a:gd name="connsiteX29" fmla="*/ 93345 w 216217"/>
                  <a:gd name="connsiteY29" fmla="*/ 20955 h 350519"/>
                  <a:gd name="connsiteX30" fmla="*/ 91440 w 216217"/>
                  <a:gd name="connsiteY30" fmla="*/ 21907 h 350519"/>
                  <a:gd name="connsiteX31" fmla="*/ 90488 w 216217"/>
                  <a:gd name="connsiteY31" fmla="*/ 23813 h 350519"/>
                  <a:gd name="connsiteX32" fmla="*/ 86677 w 216217"/>
                  <a:gd name="connsiteY32" fmla="*/ 32385 h 350519"/>
                  <a:gd name="connsiteX33" fmla="*/ 86677 w 216217"/>
                  <a:gd name="connsiteY33" fmla="*/ 35242 h 350519"/>
                  <a:gd name="connsiteX34" fmla="*/ 90488 w 216217"/>
                  <a:gd name="connsiteY34" fmla="*/ 58102 h 350519"/>
                  <a:gd name="connsiteX35" fmla="*/ 91440 w 216217"/>
                  <a:gd name="connsiteY35" fmla="*/ 60007 h 350519"/>
                  <a:gd name="connsiteX36" fmla="*/ 97155 w 216217"/>
                  <a:gd name="connsiteY36" fmla="*/ 62865 h 350519"/>
                  <a:gd name="connsiteX37" fmla="*/ 101918 w 216217"/>
                  <a:gd name="connsiteY37" fmla="*/ 66675 h 350519"/>
                  <a:gd name="connsiteX38" fmla="*/ 106680 w 216217"/>
                  <a:gd name="connsiteY38" fmla="*/ 72390 h 350519"/>
                  <a:gd name="connsiteX39" fmla="*/ 111443 w 216217"/>
                  <a:gd name="connsiteY39" fmla="*/ 79057 h 350519"/>
                  <a:gd name="connsiteX40" fmla="*/ 114300 w 216217"/>
                  <a:gd name="connsiteY40" fmla="*/ 84773 h 350519"/>
                  <a:gd name="connsiteX41" fmla="*/ 115252 w 216217"/>
                  <a:gd name="connsiteY41" fmla="*/ 87630 h 350519"/>
                  <a:gd name="connsiteX42" fmla="*/ 115252 w 216217"/>
                  <a:gd name="connsiteY42" fmla="*/ 90488 h 350519"/>
                  <a:gd name="connsiteX43" fmla="*/ 114300 w 216217"/>
                  <a:gd name="connsiteY43" fmla="*/ 96202 h 350519"/>
                  <a:gd name="connsiteX44" fmla="*/ 114300 w 216217"/>
                  <a:gd name="connsiteY44" fmla="*/ 106680 h 350519"/>
                  <a:gd name="connsiteX45" fmla="*/ 114300 w 216217"/>
                  <a:gd name="connsiteY45" fmla="*/ 110490 h 350519"/>
                  <a:gd name="connsiteX46" fmla="*/ 113348 w 216217"/>
                  <a:gd name="connsiteY46" fmla="*/ 114300 h 350519"/>
                  <a:gd name="connsiteX47" fmla="*/ 111443 w 216217"/>
                  <a:gd name="connsiteY47" fmla="*/ 115252 h 350519"/>
                  <a:gd name="connsiteX48" fmla="*/ 108585 w 216217"/>
                  <a:gd name="connsiteY48" fmla="*/ 115252 h 350519"/>
                  <a:gd name="connsiteX49" fmla="*/ 105727 w 216217"/>
                  <a:gd name="connsiteY49" fmla="*/ 117157 h 350519"/>
                  <a:gd name="connsiteX50" fmla="*/ 104775 w 216217"/>
                  <a:gd name="connsiteY50" fmla="*/ 119062 h 350519"/>
                  <a:gd name="connsiteX51" fmla="*/ 103823 w 216217"/>
                  <a:gd name="connsiteY51" fmla="*/ 121920 h 350519"/>
                  <a:gd name="connsiteX52" fmla="*/ 102870 w 216217"/>
                  <a:gd name="connsiteY52" fmla="*/ 124777 h 350519"/>
                  <a:gd name="connsiteX53" fmla="*/ 102870 w 216217"/>
                  <a:gd name="connsiteY53" fmla="*/ 126682 h 350519"/>
                  <a:gd name="connsiteX54" fmla="*/ 104775 w 216217"/>
                  <a:gd name="connsiteY54" fmla="*/ 133350 h 350519"/>
                  <a:gd name="connsiteX55" fmla="*/ 104775 w 216217"/>
                  <a:gd name="connsiteY55" fmla="*/ 136207 h 350519"/>
                  <a:gd name="connsiteX56" fmla="*/ 102870 w 216217"/>
                  <a:gd name="connsiteY56" fmla="*/ 138112 h 350519"/>
                  <a:gd name="connsiteX57" fmla="*/ 100965 w 216217"/>
                  <a:gd name="connsiteY57" fmla="*/ 138112 h 350519"/>
                  <a:gd name="connsiteX58" fmla="*/ 100965 w 216217"/>
                  <a:gd name="connsiteY58" fmla="*/ 136207 h 350519"/>
                  <a:gd name="connsiteX59" fmla="*/ 100965 w 216217"/>
                  <a:gd name="connsiteY59" fmla="*/ 134302 h 350519"/>
                  <a:gd name="connsiteX60" fmla="*/ 100965 w 216217"/>
                  <a:gd name="connsiteY60" fmla="*/ 132398 h 350519"/>
                  <a:gd name="connsiteX61" fmla="*/ 99060 w 216217"/>
                  <a:gd name="connsiteY61" fmla="*/ 130493 h 350519"/>
                  <a:gd name="connsiteX62" fmla="*/ 91440 w 216217"/>
                  <a:gd name="connsiteY62" fmla="*/ 123825 h 350519"/>
                  <a:gd name="connsiteX63" fmla="*/ 88583 w 216217"/>
                  <a:gd name="connsiteY63" fmla="*/ 120015 h 350519"/>
                  <a:gd name="connsiteX64" fmla="*/ 87630 w 216217"/>
                  <a:gd name="connsiteY64" fmla="*/ 118110 h 350519"/>
                  <a:gd name="connsiteX65" fmla="*/ 84773 w 216217"/>
                  <a:gd name="connsiteY65" fmla="*/ 112395 h 350519"/>
                  <a:gd name="connsiteX66" fmla="*/ 83820 w 216217"/>
                  <a:gd name="connsiteY66" fmla="*/ 110490 h 350519"/>
                  <a:gd name="connsiteX67" fmla="*/ 83820 w 216217"/>
                  <a:gd name="connsiteY67" fmla="*/ 108585 h 350519"/>
                  <a:gd name="connsiteX68" fmla="*/ 84773 w 216217"/>
                  <a:gd name="connsiteY68" fmla="*/ 105727 h 350519"/>
                  <a:gd name="connsiteX69" fmla="*/ 88583 w 216217"/>
                  <a:gd name="connsiteY69" fmla="*/ 100012 h 350519"/>
                  <a:gd name="connsiteX70" fmla="*/ 89535 w 216217"/>
                  <a:gd name="connsiteY70" fmla="*/ 97155 h 350519"/>
                  <a:gd name="connsiteX71" fmla="*/ 89535 w 216217"/>
                  <a:gd name="connsiteY71" fmla="*/ 94298 h 350519"/>
                  <a:gd name="connsiteX72" fmla="*/ 89535 w 216217"/>
                  <a:gd name="connsiteY72" fmla="*/ 91440 h 350519"/>
                  <a:gd name="connsiteX73" fmla="*/ 89535 w 216217"/>
                  <a:gd name="connsiteY73" fmla="*/ 88582 h 350519"/>
                  <a:gd name="connsiteX74" fmla="*/ 88583 w 216217"/>
                  <a:gd name="connsiteY74" fmla="*/ 85725 h 350519"/>
                  <a:gd name="connsiteX75" fmla="*/ 86677 w 216217"/>
                  <a:gd name="connsiteY75" fmla="*/ 82867 h 350519"/>
                  <a:gd name="connsiteX76" fmla="*/ 84773 w 216217"/>
                  <a:gd name="connsiteY76" fmla="*/ 81915 h 350519"/>
                  <a:gd name="connsiteX77" fmla="*/ 81915 w 216217"/>
                  <a:gd name="connsiteY77" fmla="*/ 81915 h 350519"/>
                  <a:gd name="connsiteX78" fmla="*/ 73343 w 216217"/>
                  <a:gd name="connsiteY78" fmla="*/ 83820 h 350519"/>
                  <a:gd name="connsiteX79" fmla="*/ 70485 w 216217"/>
                  <a:gd name="connsiteY79" fmla="*/ 83820 h 350519"/>
                  <a:gd name="connsiteX80" fmla="*/ 68580 w 216217"/>
                  <a:gd name="connsiteY80" fmla="*/ 83820 h 350519"/>
                  <a:gd name="connsiteX81" fmla="*/ 65723 w 216217"/>
                  <a:gd name="connsiteY81" fmla="*/ 81915 h 350519"/>
                  <a:gd name="connsiteX82" fmla="*/ 61913 w 216217"/>
                  <a:gd name="connsiteY82" fmla="*/ 76200 h 350519"/>
                  <a:gd name="connsiteX83" fmla="*/ 60008 w 216217"/>
                  <a:gd name="connsiteY83" fmla="*/ 73342 h 350519"/>
                  <a:gd name="connsiteX84" fmla="*/ 3810 w 216217"/>
                  <a:gd name="connsiteY84" fmla="*/ 92392 h 350519"/>
                  <a:gd name="connsiteX85" fmla="*/ 952 w 216217"/>
                  <a:gd name="connsiteY85" fmla="*/ 93345 h 350519"/>
                  <a:gd name="connsiteX86" fmla="*/ 0 w 216217"/>
                  <a:gd name="connsiteY86" fmla="*/ 94298 h 350519"/>
                  <a:gd name="connsiteX87" fmla="*/ 0 w 216217"/>
                  <a:gd name="connsiteY87" fmla="*/ 96202 h 350519"/>
                  <a:gd name="connsiteX88" fmla="*/ 952 w 216217"/>
                  <a:gd name="connsiteY88" fmla="*/ 99060 h 350519"/>
                  <a:gd name="connsiteX89" fmla="*/ 2858 w 216217"/>
                  <a:gd name="connsiteY89" fmla="*/ 105727 h 350519"/>
                  <a:gd name="connsiteX90" fmla="*/ 2858 w 216217"/>
                  <a:gd name="connsiteY90" fmla="*/ 108585 h 350519"/>
                  <a:gd name="connsiteX91" fmla="*/ 2858 w 216217"/>
                  <a:gd name="connsiteY91" fmla="*/ 112395 h 350519"/>
                  <a:gd name="connsiteX92" fmla="*/ 2858 w 216217"/>
                  <a:gd name="connsiteY92" fmla="*/ 114300 h 350519"/>
                  <a:gd name="connsiteX93" fmla="*/ 3810 w 216217"/>
                  <a:gd name="connsiteY93" fmla="*/ 115252 h 350519"/>
                  <a:gd name="connsiteX94" fmla="*/ 6668 w 216217"/>
                  <a:gd name="connsiteY94" fmla="*/ 116205 h 350519"/>
                  <a:gd name="connsiteX95" fmla="*/ 16193 w 216217"/>
                  <a:gd name="connsiteY95" fmla="*/ 116205 h 350519"/>
                  <a:gd name="connsiteX96" fmla="*/ 19050 w 216217"/>
                  <a:gd name="connsiteY96" fmla="*/ 117157 h 350519"/>
                  <a:gd name="connsiteX97" fmla="*/ 24765 w 216217"/>
                  <a:gd name="connsiteY97" fmla="*/ 120015 h 350519"/>
                  <a:gd name="connsiteX98" fmla="*/ 29527 w 216217"/>
                  <a:gd name="connsiteY98" fmla="*/ 122873 h 350519"/>
                  <a:gd name="connsiteX99" fmla="*/ 32385 w 216217"/>
                  <a:gd name="connsiteY99" fmla="*/ 124777 h 350519"/>
                  <a:gd name="connsiteX100" fmla="*/ 33338 w 216217"/>
                  <a:gd name="connsiteY100" fmla="*/ 125730 h 350519"/>
                  <a:gd name="connsiteX101" fmla="*/ 35243 w 216217"/>
                  <a:gd name="connsiteY101" fmla="*/ 126682 h 350519"/>
                  <a:gd name="connsiteX102" fmla="*/ 40958 w 216217"/>
                  <a:gd name="connsiteY102" fmla="*/ 127635 h 350519"/>
                  <a:gd name="connsiteX103" fmla="*/ 42863 w 216217"/>
                  <a:gd name="connsiteY103" fmla="*/ 128587 h 350519"/>
                  <a:gd name="connsiteX104" fmla="*/ 44768 w 216217"/>
                  <a:gd name="connsiteY104" fmla="*/ 129540 h 350519"/>
                  <a:gd name="connsiteX105" fmla="*/ 46673 w 216217"/>
                  <a:gd name="connsiteY105" fmla="*/ 130493 h 350519"/>
                  <a:gd name="connsiteX106" fmla="*/ 48577 w 216217"/>
                  <a:gd name="connsiteY106" fmla="*/ 131445 h 350519"/>
                  <a:gd name="connsiteX107" fmla="*/ 50483 w 216217"/>
                  <a:gd name="connsiteY107" fmla="*/ 132398 h 350519"/>
                  <a:gd name="connsiteX108" fmla="*/ 51435 w 216217"/>
                  <a:gd name="connsiteY108" fmla="*/ 132398 h 350519"/>
                  <a:gd name="connsiteX109" fmla="*/ 52388 w 216217"/>
                  <a:gd name="connsiteY109" fmla="*/ 132398 h 350519"/>
                  <a:gd name="connsiteX110" fmla="*/ 53340 w 216217"/>
                  <a:gd name="connsiteY110" fmla="*/ 132398 h 350519"/>
                  <a:gd name="connsiteX111" fmla="*/ 54293 w 216217"/>
                  <a:gd name="connsiteY111" fmla="*/ 133350 h 350519"/>
                  <a:gd name="connsiteX112" fmla="*/ 54293 w 216217"/>
                  <a:gd name="connsiteY112" fmla="*/ 134302 h 350519"/>
                  <a:gd name="connsiteX113" fmla="*/ 53340 w 216217"/>
                  <a:gd name="connsiteY113" fmla="*/ 136207 h 350519"/>
                  <a:gd name="connsiteX114" fmla="*/ 53340 w 216217"/>
                  <a:gd name="connsiteY114" fmla="*/ 137160 h 350519"/>
                  <a:gd name="connsiteX115" fmla="*/ 53340 w 216217"/>
                  <a:gd name="connsiteY115" fmla="*/ 140018 h 350519"/>
                  <a:gd name="connsiteX116" fmla="*/ 55245 w 216217"/>
                  <a:gd name="connsiteY116" fmla="*/ 145732 h 350519"/>
                  <a:gd name="connsiteX117" fmla="*/ 55245 w 216217"/>
                  <a:gd name="connsiteY117" fmla="*/ 148590 h 350519"/>
                  <a:gd name="connsiteX118" fmla="*/ 54293 w 216217"/>
                  <a:gd name="connsiteY118" fmla="*/ 160020 h 350519"/>
                  <a:gd name="connsiteX119" fmla="*/ 54293 w 216217"/>
                  <a:gd name="connsiteY119" fmla="*/ 167640 h 350519"/>
                  <a:gd name="connsiteX120" fmla="*/ 54293 w 216217"/>
                  <a:gd name="connsiteY120" fmla="*/ 171450 h 350519"/>
                  <a:gd name="connsiteX121" fmla="*/ 56198 w 216217"/>
                  <a:gd name="connsiteY121" fmla="*/ 172402 h 350519"/>
                  <a:gd name="connsiteX122" fmla="*/ 55245 w 216217"/>
                  <a:gd name="connsiteY122" fmla="*/ 174307 h 350519"/>
                  <a:gd name="connsiteX123" fmla="*/ 54293 w 216217"/>
                  <a:gd name="connsiteY123" fmla="*/ 175260 h 350519"/>
                  <a:gd name="connsiteX124" fmla="*/ 53340 w 216217"/>
                  <a:gd name="connsiteY124" fmla="*/ 176212 h 350519"/>
                  <a:gd name="connsiteX125" fmla="*/ 53340 w 216217"/>
                  <a:gd name="connsiteY125" fmla="*/ 178118 h 350519"/>
                  <a:gd name="connsiteX126" fmla="*/ 53340 w 216217"/>
                  <a:gd name="connsiteY126" fmla="*/ 178118 h 350519"/>
                  <a:gd name="connsiteX127" fmla="*/ 55245 w 216217"/>
                  <a:gd name="connsiteY127" fmla="*/ 179070 h 350519"/>
                  <a:gd name="connsiteX128" fmla="*/ 55245 w 216217"/>
                  <a:gd name="connsiteY128" fmla="*/ 180023 h 350519"/>
                  <a:gd name="connsiteX129" fmla="*/ 55245 w 216217"/>
                  <a:gd name="connsiteY129" fmla="*/ 180975 h 350519"/>
                  <a:gd name="connsiteX130" fmla="*/ 55245 w 216217"/>
                  <a:gd name="connsiteY130" fmla="*/ 182880 h 350519"/>
                  <a:gd name="connsiteX131" fmla="*/ 55245 w 216217"/>
                  <a:gd name="connsiteY131" fmla="*/ 185737 h 350519"/>
                  <a:gd name="connsiteX132" fmla="*/ 55245 w 216217"/>
                  <a:gd name="connsiteY132" fmla="*/ 186690 h 350519"/>
                  <a:gd name="connsiteX133" fmla="*/ 55245 w 216217"/>
                  <a:gd name="connsiteY133" fmla="*/ 187643 h 350519"/>
                  <a:gd name="connsiteX134" fmla="*/ 55245 w 216217"/>
                  <a:gd name="connsiteY134" fmla="*/ 189548 h 350519"/>
                  <a:gd name="connsiteX135" fmla="*/ 55245 w 216217"/>
                  <a:gd name="connsiteY135" fmla="*/ 190500 h 350519"/>
                  <a:gd name="connsiteX136" fmla="*/ 56198 w 216217"/>
                  <a:gd name="connsiteY136" fmla="*/ 192405 h 350519"/>
                  <a:gd name="connsiteX137" fmla="*/ 58102 w 216217"/>
                  <a:gd name="connsiteY137" fmla="*/ 195262 h 350519"/>
                  <a:gd name="connsiteX138" fmla="*/ 59055 w 216217"/>
                  <a:gd name="connsiteY138" fmla="*/ 197168 h 350519"/>
                  <a:gd name="connsiteX139" fmla="*/ 59055 w 216217"/>
                  <a:gd name="connsiteY139" fmla="*/ 199073 h 350519"/>
                  <a:gd name="connsiteX140" fmla="*/ 58102 w 216217"/>
                  <a:gd name="connsiteY140" fmla="*/ 200977 h 350519"/>
                  <a:gd name="connsiteX141" fmla="*/ 57150 w 216217"/>
                  <a:gd name="connsiteY141" fmla="*/ 203835 h 350519"/>
                  <a:gd name="connsiteX142" fmla="*/ 55245 w 216217"/>
                  <a:gd name="connsiteY142" fmla="*/ 206693 h 350519"/>
                  <a:gd name="connsiteX143" fmla="*/ 53340 w 216217"/>
                  <a:gd name="connsiteY143" fmla="*/ 209550 h 350519"/>
                  <a:gd name="connsiteX144" fmla="*/ 49530 w 216217"/>
                  <a:gd name="connsiteY144" fmla="*/ 215265 h 350519"/>
                  <a:gd name="connsiteX145" fmla="*/ 49530 w 216217"/>
                  <a:gd name="connsiteY145" fmla="*/ 216218 h 350519"/>
                  <a:gd name="connsiteX146" fmla="*/ 48577 w 216217"/>
                  <a:gd name="connsiteY146" fmla="*/ 219075 h 350519"/>
                  <a:gd name="connsiteX147" fmla="*/ 47625 w 216217"/>
                  <a:gd name="connsiteY147" fmla="*/ 220980 h 350519"/>
                  <a:gd name="connsiteX148" fmla="*/ 45720 w 216217"/>
                  <a:gd name="connsiteY148" fmla="*/ 223837 h 350519"/>
                  <a:gd name="connsiteX149" fmla="*/ 44768 w 216217"/>
                  <a:gd name="connsiteY149" fmla="*/ 225743 h 350519"/>
                  <a:gd name="connsiteX150" fmla="*/ 44768 w 216217"/>
                  <a:gd name="connsiteY150" fmla="*/ 226695 h 350519"/>
                  <a:gd name="connsiteX151" fmla="*/ 45720 w 216217"/>
                  <a:gd name="connsiteY151" fmla="*/ 228600 h 350519"/>
                  <a:gd name="connsiteX152" fmla="*/ 45720 w 216217"/>
                  <a:gd name="connsiteY152" fmla="*/ 229552 h 350519"/>
                  <a:gd name="connsiteX153" fmla="*/ 44768 w 216217"/>
                  <a:gd name="connsiteY153" fmla="*/ 231457 h 350519"/>
                  <a:gd name="connsiteX154" fmla="*/ 39052 w 216217"/>
                  <a:gd name="connsiteY154" fmla="*/ 237173 h 350519"/>
                  <a:gd name="connsiteX155" fmla="*/ 27623 w 216217"/>
                  <a:gd name="connsiteY155" fmla="*/ 249555 h 350519"/>
                  <a:gd name="connsiteX156" fmla="*/ 23813 w 216217"/>
                  <a:gd name="connsiteY156" fmla="*/ 253365 h 350519"/>
                  <a:gd name="connsiteX157" fmla="*/ 24765 w 216217"/>
                  <a:gd name="connsiteY157" fmla="*/ 258127 h 350519"/>
                  <a:gd name="connsiteX158" fmla="*/ 30480 w 216217"/>
                  <a:gd name="connsiteY158" fmla="*/ 278130 h 350519"/>
                  <a:gd name="connsiteX159" fmla="*/ 36195 w 216217"/>
                  <a:gd name="connsiteY159" fmla="*/ 289560 h 350519"/>
                  <a:gd name="connsiteX160" fmla="*/ 37148 w 216217"/>
                  <a:gd name="connsiteY160" fmla="*/ 294323 h 350519"/>
                  <a:gd name="connsiteX161" fmla="*/ 38100 w 216217"/>
                  <a:gd name="connsiteY161" fmla="*/ 299085 h 350519"/>
                  <a:gd name="connsiteX162" fmla="*/ 38100 w 216217"/>
                  <a:gd name="connsiteY162" fmla="*/ 320040 h 350519"/>
                  <a:gd name="connsiteX163" fmla="*/ 37148 w 216217"/>
                  <a:gd name="connsiteY163" fmla="*/ 328612 h 350519"/>
                  <a:gd name="connsiteX164" fmla="*/ 37148 w 216217"/>
                  <a:gd name="connsiteY164" fmla="*/ 331470 h 350519"/>
                  <a:gd name="connsiteX165" fmla="*/ 39052 w 216217"/>
                  <a:gd name="connsiteY165" fmla="*/ 334328 h 350519"/>
                  <a:gd name="connsiteX166" fmla="*/ 40005 w 216217"/>
                  <a:gd name="connsiteY166" fmla="*/ 340043 h 350519"/>
                  <a:gd name="connsiteX167" fmla="*/ 40005 w 216217"/>
                  <a:gd name="connsiteY167" fmla="*/ 350520 h 350519"/>
                  <a:gd name="connsiteX168" fmla="*/ 43815 w 216217"/>
                  <a:gd name="connsiteY168" fmla="*/ 350520 h 350519"/>
                  <a:gd name="connsiteX169" fmla="*/ 55245 w 216217"/>
                  <a:gd name="connsiteY169" fmla="*/ 350520 h 350519"/>
                  <a:gd name="connsiteX170" fmla="*/ 56198 w 216217"/>
                  <a:gd name="connsiteY170" fmla="*/ 333375 h 350519"/>
                  <a:gd name="connsiteX171" fmla="*/ 55245 w 216217"/>
                  <a:gd name="connsiteY171" fmla="*/ 334328 h 350519"/>
                  <a:gd name="connsiteX172" fmla="*/ 56198 w 216217"/>
                  <a:gd name="connsiteY172" fmla="*/ 334328 h 350519"/>
                  <a:gd name="connsiteX173" fmla="*/ 56198 w 216217"/>
                  <a:gd name="connsiteY173" fmla="*/ 335280 h 350519"/>
                  <a:gd name="connsiteX174" fmla="*/ 56198 w 216217"/>
                  <a:gd name="connsiteY174" fmla="*/ 336232 h 350519"/>
                  <a:gd name="connsiteX175" fmla="*/ 54293 w 216217"/>
                  <a:gd name="connsiteY175" fmla="*/ 334328 h 350519"/>
                  <a:gd name="connsiteX176" fmla="*/ 53340 w 216217"/>
                  <a:gd name="connsiteY176" fmla="*/ 332423 h 350519"/>
                  <a:gd name="connsiteX177" fmla="*/ 53340 w 216217"/>
                  <a:gd name="connsiteY177" fmla="*/ 330518 h 350519"/>
                  <a:gd name="connsiteX178" fmla="*/ 54293 w 216217"/>
                  <a:gd name="connsiteY178" fmla="*/ 327660 h 350519"/>
                  <a:gd name="connsiteX179" fmla="*/ 56198 w 216217"/>
                  <a:gd name="connsiteY179" fmla="*/ 323850 h 350519"/>
                  <a:gd name="connsiteX180" fmla="*/ 58102 w 216217"/>
                  <a:gd name="connsiteY180" fmla="*/ 320993 h 350519"/>
                  <a:gd name="connsiteX181" fmla="*/ 60960 w 216217"/>
                  <a:gd name="connsiteY181" fmla="*/ 318135 h 350519"/>
                  <a:gd name="connsiteX182" fmla="*/ 63818 w 216217"/>
                  <a:gd name="connsiteY182" fmla="*/ 316230 h 350519"/>
                  <a:gd name="connsiteX183" fmla="*/ 70485 w 216217"/>
                  <a:gd name="connsiteY183" fmla="*/ 312420 h 350519"/>
                  <a:gd name="connsiteX184" fmla="*/ 92393 w 216217"/>
                  <a:gd name="connsiteY184" fmla="*/ 303848 h 350519"/>
                  <a:gd name="connsiteX185" fmla="*/ 98108 w 216217"/>
                  <a:gd name="connsiteY185" fmla="*/ 300990 h 350519"/>
                  <a:gd name="connsiteX186" fmla="*/ 104775 w 216217"/>
                  <a:gd name="connsiteY186" fmla="*/ 296228 h 350519"/>
                  <a:gd name="connsiteX187" fmla="*/ 109538 w 216217"/>
                  <a:gd name="connsiteY187" fmla="*/ 289560 h 350519"/>
                  <a:gd name="connsiteX188" fmla="*/ 110490 w 216217"/>
                  <a:gd name="connsiteY188" fmla="*/ 282893 h 350519"/>
                  <a:gd name="connsiteX189" fmla="*/ 109538 w 216217"/>
                  <a:gd name="connsiteY189" fmla="*/ 281940 h 350519"/>
                  <a:gd name="connsiteX190" fmla="*/ 108585 w 216217"/>
                  <a:gd name="connsiteY190" fmla="*/ 281940 h 350519"/>
                  <a:gd name="connsiteX191" fmla="*/ 107632 w 216217"/>
                  <a:gd name="connsiteY191" fmla="*/ 281940 h 350519"/>
                  <a:gd name="connsiteX192" fmla="*/ 106680 w 216217"/>
                  <a:gd name="connsiteY192" fmla="*/ 279082 h 350519"/>
                  <a:gd name="connsiteX193" fmla="*/ 106680 w 216217"/>
                  <a:gd name="connsiteY193" fmla="*/ 275273 h 350519"/>
                  <a:gd name="connsiteX194" fmla="*/ 109538 w 216217"/>
                  <a:gd name="connsiteY194" fmla="*/ 267653 h 350519"/>
                  <a:gd name="connsiteX195" fmla="*/ 110490 w 216217"/>
                  <a:gd name="connsiteY195" fmla="*/ 263843 h 350519"/>
                  <a:gd name="connsiteX196" fmla="*/ 110490 w 216217"/>
                  <a:gd name="connsiteY196" fmla="*/ 261937 h 350519"/>
                  <a:gd name="connsiteX197" fmla="*/ 109538 w 216217"/>
                  <a:gd name="connsiteY197" fmla="*/ 258127 h 350519"/>
                  <a:gd name="connsiteX198" fmla="*/ 109538 w 216217"/>
                  <a:gd name="connsiteY198" fmla="*/ 256223 h 350519"/>
                  <a:gd name="connsiteX199" fmla="*/ 110490 w 216217"/>
                  <a:gd name="connsiteY199" fmla="*/ 250507 h 350519"/>
                  <a:gd name="connsiteX200" fmla="*/ 110490 w 216217"/>
                  <a:gd name="connsiteY200" fmla="*/ 248602 h 350519"/>
                  <a:gd name="connsiteX201" fmla="*/ 109538 w 216217"/>
                  <a:gd name="connsiteY201" fmla="*/ 245745 h 350519"/>
                  <a:gd name="connsiteX202" fmla="*/ 108585 w 216217"/>
                  <a:gd name="connsiteY202" fmla="*/ 246698 h 350519"/>
                  <a:gd name="connsiteX203" fmla="*/ 107632 w 216217"/>
                  <a:gd name="connsiteY203" fmla="*/ 252412 h 350519"/>
                  <a:gd name="connsiteX204" fmla="*/ 106680 w 216217"/>
                  <a:gd name="connsiteY204" fmla="*/ 249555 h 350519"/>
                  <a:gd name="connsiteX205" fmla="*/ 105727 w 216217"/>
                  <a:gd name="connsiteY205" fmla="*/ 237173 h 350519"/>
                  <a:gd name="connsiteX206" fmla="*/ 100965 w 216217"/>
                  <a:gd name="connsiteY206" fmla="*/ 220980 h 350519"/>
                  <a:gd name="connsiteX207" fmla="*/ 99060 w 216217"/>
                  <a:gd name="connsiteY207" fmla="*/ 217170 h 350519"/>
                  <a:gd name="connsiteX208" fmla="*/ 94298 w 216217"/>
                  <a:gd name="connsiteY208" fmla="*/ 210502 h 350519"/>
                  <a:gd name="connsiteX209" fmla="*/ 93345 w 216217"/>
                  <a:gd name="connsiteY209" fmla="*/ 207645 h 350519"/>
                  <a:gd name="connsiteX210" fmla="*/ 93345 w 216217"/>
                  <a:gd name="connsiteY210" fmla="*/ 203835 h 350519"/>
                  <a:gd name="connsiteX211" fmla="*/ 94298 w 216217"/>
                  <a:gd name="connsiteY211" fmla="*/ 200025 h 350519"/>
                  <a:gd name="connsiteX212" fmla="*/ 94298 w 216217"/>
                  <a:gd name="connsiteY212" fmla="*/ 196215 h 350519"/>
                  <a:gd name="connsiteX213" fmla="*/ 92393 w 216217"/>
                  <a:gd name="connsiteY213" fmla="*/ 193357 h 350519"/>
                  <a:gd name="connsiteX214" fmla="*/ 94298 w 216217"/>
                  <a:gd name="connsiteY214" fmla="*/ 194310 h 350519"/>
                  <a:gd name="connsiteX215" fmla="*/ 95250 w 216217"/>
                  <a:gd name="connsiteY215" fmla="*/ 195262 h 350519"/>
                  <a:gd name="connsiteX216" fmla="*/ 96202 w 216217"/>
                  <a:gd name="connsiteY216" fmla="*/ 195262 h 350519"/>
                  <a:gd name="connsiteX217" fmla="*/ 98108 w 216217"/>
                  <a:gd name="connsiteY217" fmla="*/ 195262 h 350519"/>
                  <a:gd name="connsiteX218" fmla="*/ 100965 w 216217"/>
                  <a:gd name="connsiteY218" fmla="*/ 193357 h 350519"/>
                  <a:gd name="connsiteX219" fmla="*/ 103823 w 216217"/>
                  <a:gd name="connsiteY219" fmla="*/ 190500 h 350519"/>
                  <a:gd name="connsiteX220" fmla="*/ 112395 w 216217"/>
                  <a:gd name="connsiteY220" fmla="*/ 180975 h 350519"/>
                  <a:gd name="connsiteX221" fmla="*/ 114300 w 216217"/>
                  <a:gd name="connsiteY221" fmla="*/ 179070 h 350519"/>
                  <a:gd name="connsiteX222" fmla="*/ 117157 w 216217"/>
                  <a:gd name="connsiteY222" fmla="*/ 177165 h 350519"/>
                  <a:gd name="connsiteX223" fmla="*/ 119063 w 216217"/>
                  <a:gd name="connsiteY223" fmla="*/ 176212 h 350519"/>
                  <a:gd name="connsiteX224" fmla="*/ 120968 w 216217"/>
                  <a:gd name="connsiteY224" fmla="*/ 175260 h 350519"/>
                  <a:gd name="connsiteX225" fmla="*/ 122873 w 216217"/>
                  <a:gd name="connsiteY225" fmla="*/ 174307 h 350519"/>
                  <a:gd name="connsiteX226" fmla="*/ 122873 w 216217"/>
                  <a:gd name="connsiteY226" fmla="*/ 172402 h 350519"/>
                  <a:gd name="connsiteX227" fmla="*/ 124777 w 216217"/>
                  <a:gd name="connsiteY227" fmla="*/ 172402 h 350519"/>
                  <a:gd name="connsiteX228" fmla="*/ 127635 w 216217"/>
                  <a:gd name="connsiteY228" fmla="*/ 169545 h 350519"/>
                  <a:gd name="connsiteX229" fmla="*/ 138113 w 216217"/>
                  <a:gd name="connsiteY229" fmla="*/ 154305 h 350519"/>
                  <a:gd name="connsiteX230" fmla="*/ 140970 w 216217"/>
                  <a:gd name="connsiteY230" fmla="*/ 151448 h 350519"/>
                  <a:gd name="connsiteX231" fmla="*/ 147638 w 216217"/>
                  <a:gd name="connsiteY231" fmla="*/ 146685 h 350519"/>
                  <a:gd name="connsiteX232" fmla="*/ 155257 w 216217"/>
                  <a:gd name="connsiteY232" fmla="*/ 141923 h 350519"/>
                  <a:gd name="connsiteX233" fmla="*/ 162877 w 216217"/>
                  <a:gd name="connsiteY233" fmla="*/ 138112 h 350519"/>
                  <a:gd name="connsiteX234" fmla="*/ 176213 w 216217"/>
                  <a:gd name="connsiteY234" fmla="*/ 134302 h 350519"/>
                  <a:gd name="connsiteX235" fmla="*/ 179070 w 216217"/>
                  <a:gd name="connsiteY235" fmla="*/ 133350 h 350519"/>
                  <a:gd name="connsiteX236" fmla="*/ 192405 w 216217"/>
                  <a:gd name="connsiteY236" fmla="*/ 124777 h 350519"/>
                  <a:gd name="connsiteX237" fmla="*/ 195263 w 216217"/>
                  <a:gd name="connsiteY237" fmla="*/ 121920 h 350519"/>
                  <a:gd name="connsiteX238" fmla="*/ 195263 w 216217"/>
                  <a:gd name="connsiteY238" fmla="*/ 120968 h 350519"/>
                  <a:gd name="connsiteX239" fmla="*/ 194310 w 216217"/>
                  <a:gd name="connsiteY239" fmla="*/ 119062 h 350519"/>
                  <a:gd name="connsiteX240" fmla="*/ 194310 w 216217"/>
                  <a:gd name="connsiteY240" fmla="*/ 118110 h 350519"/>
                  <a:gd name="connsiteX241" fmla="*/ 195263 w 216217"/>
                  <a:gd name="connsiteY241" fmla="*/ 117157 h 350519"/>
                  <a:gd name="connsiteX242" fmla="*/ 197168 w 216217"/>
                  <a:gd name="connsiteY242" fmla="*/ 117157 h 350519"/>
                  <a:gd name="connsiteX243" fmla="*/ 198120 w 216217"/>
                  <a:gd name="connsiteY243" fmla="*/ 117157 h 350519"/>
                  <a:gd name="connsiteX244" fmla="*/ 199073 w 216217"/>
                  <a:gd name="connsiteY244" fmla="*/ 116205 h 350519"/>
                  <a:gd name="connsiteX245" fmla="*/ 200977 w 216217"/>
                  <a:gd name="connsiteY245" fmla="*/ 112395 h 350519"/>
                  <a:gd name="connsiteX246" fmla="*/ 208598 w 216217"/>
                  <a:gd name="connsiteY246" fmla="*/ 102870 h 350519"/>
                  <a:gd name="connsiteX247" fmla="*/ 210502 w 216217"/>
                  <a:gd name="connsiteY247" fmla="*/ 99060 h 350519"/>
                  <a:gd name="connsiteX248" fmla="*/ 211455 w 216217"/>
                  <a:gd name="connsiteY248" fmla="*/ 97155 h 350519"/>
                  <a:gd name="connsiteX249" fmla="*/ 212407 w 216217"/>
                  <a:gd name="connsiteY249" fmla="*/ 92392 h 350519"/>
                  <a:gd name="connsiteX250" fmla="*/ 213360 w 216217"/>
                  <a:gd name="connsiteY250" fmla="*/ 91440 h 350519"/>
                  <a:gd name="connsiteX251" fmla="*/ 215265 w 216217"/>
                  <a:gd name="connsiteY251" fmla="*/ 88582 h 350519"/>
                  <a:gd name="connsiteX252" fmla="*/ 216218 w 216217"/>
                  <a:gd name="connsiteY252" fmla="*/ 87630 h 350519"/>
                  <a:gd name="connsiteX253" fmla="*/ 216218 w 216217"/>
                  <a:gd name="connsiteY253" fmla="*/ 84773 h 350519"/>
                  <a:gd name="connsiteX254" fmla="*/ 215265 w 216217"/>
                  <a:gd name="connsiteY254" fmla="*/ 80963 h 350519"/>
                  <a:gd name="connsiteX255" fmla="*/ 214313 w 216217"/>
                  <a:gd name="connsiteY255" fmla="*/ 79057 h 350519"/>
                  <a:gd name="connsiteX256" fmla="*/ 212407 w 216217"/>
                  <a:gd name="connsiteY256" fmla="*/ 81915 h 350519"/>
                  <a:gd name="connsiteX257" fmla="*/ 212407 w 216217"/>
                  <a:gd name="connsiteY257" fmla="*/ 80010 h 350519"/>
                  <a:gd name="connsiteX258" fmla="*/ 213360 w 216217"/>
                  <a:gd name="connsiteY258" fmla="*/ 79057 h 350519"/>
                  <a:gd name="connsiteX259" fmla="*/ 214313 w 216217"/>
                  <a:gd name="connsiteY259" fmla="*/ 78105 h 350519"/>
                  <a:gd name="connsiteX260" fmla="*/ 214313 w 216217"/>
                  <a:gd name="connsiteY260" fmla="*/ 77152 h 350519"/>
                  <a:gd name="connsiteX261" fmla="*/ 214313 w 216217"/>
                  <a:gd name="connsiteY261" fmla="*/ 76200 h 350519"/>
                  <a:gd name="connsiteX262" fmla="*/ 213360 w 216217"/>
                  <a:gd name="connsiteY262" fmla="*/ 76200 h 350519"/>
                  <a:gd name="connsiteX263" fmla="*/ 212407 w 216217"/>
                  <a:gd name="connsiteY263" fmla="*/ 76200 h 350519"/>
                  <a:gd name="connsiteX264" fmla="*/ 211455 w 216217"/>
                  <a:gd name="connsiteY264" fmla="*/ 75248 h 350519"/>
                  <a:gd name="connsiteX265" fmla="*/ 210502 w 216217"/>
                  <a:gd name="connsiteY265" fmla="*/ 72390 h 350519"/>
                  <a:gd name="connsiteX266" fmla="*/ 210502 w 216217"/>
                  <a:gd name="connsiteY266" fmla="*/ 62865 h 350519"/>
                  <a:gd name="connsiteX267" fmla="*/ 211455 w 216217"/>
                  <a:gd name="connsiteY267" fmla="*/ 55245 h 350519"/>
                  <a:gd name="connsiteX268" fmla="*/ 211455 w 216217"/>
                  <a:gd name="connsiteY268" fmla="*/ 53340 h 350519"/>
                  <a:gd name="connsiteX269" fmla="*/ 210502 w 216217"/>
                  <a:gd name="connsiteY269" fmla="*/ 52388 h 350519"/>
                  <a:gd name="connsiteX270" fmla="*/ 209550 w 216217"/>
                  <a:gd name="connsiteY270" fmla="*/ 51435 h 350519"/>
                  <a:gd name="connsiteX271" fmla="*/ 208598 w 216217"/>
                  <a:gd name="connsiteY271" fmla="*/ 51435 h 350519"/>
                  <a:gd name="connsiteX272" fmla="*/ 208598 w 216217"/>
                  <a:gd name="connsiteY272" fmla="*/ 51435 h 350519"/>
                  <a:gd name="connsiteX273" fmla="*/ 208598 w 216217"/>
                  <a:gd name="connsiteY273" fmla="*/ 50482 h 350519"/>
                  <a:gd name="connsiteX274" fmla="*/ 209550 w 216217"/>
                  <a:gd name="connsiteY274" fmla="*/ 49530 h 350519"/>
                  <a:gd name="connsiteX275" fmla="*/ 210502 w 216217"/>
                  <a:gd name="connsiteY275" fmla="*/ 48577 h 350519"/>
                  <a:gd name="connsiteX276" fmla="*/ 211455 w 216217"/>
                  <a:gd name="connsiteY276" fmla="*/ 47625 h 350519"/>
                  <a:gd name="connsiteX277" fmla="*/ 211455 w 216217"/>
                  <a:gd name="connsiteY277" fmla="*/ 44767 h 350519"/>
                  <a:gd name="connsiteX278" fmla="*/ 210502 w 216217"/>
                  <a:gd name="connsiteY278" fmla="*/ 37148 h 350519"/>
                  <a:gd name="connsiteX279" fmla="*/ 209550 w 216217"/>
                  <a:gd name="connsiteY279" fmla="*/ 20002 h 350519"/>
                  <a:gd name="connsiteX280" fmla="*/ 209550 w 216217"/>
                  <a:gd name="connsiteY280" fmla="*/ 17145 h 350519"/>
                  <a:gd name="connsiteX281" fmla="*/ 209550 w 216217"/>
                  <a:gd name="connsiteY281" fmla="*/ 14288 h 350519"/>
                  <a:gd name="connsiteX282" fmla="*/ 210502 w 216217"/>
                  <a:gd name="connsiteY282" fmla="*/ 10477 h 350519"/>
                  <a:gd name="connsiteX283" fmla="*/ 211455 w 216217"/>
                  <a:gd name="connsiteY283" fmla="*/ 8573 h 350519"/>
                  <a:gd name="connsiteX284" fmla="*/ 212407 w 216217"/>
                  <a:gd name="connsiteY284" fmla="*/ 6667 h 350519"/>
                  <a:gd name="connsiteX285" fmla="*/ 211455 w 216217"/>
                  <a:gd name="connsiteY285" fmla="*/ 6667 h 350519"/>
                  <a:gd name="connsiteX286" fmla="*/ 210502 w 216217"/>
                  <a:gd name="connsiteY286" fmla="*/ 5715 h 350519"/>
                  <a:gd name="connsiteX287" fmla="*/ 209550 w 216217"/>
                  <a:gd name="connsiteY287" fmla="*/ 5715 h 350519"/>
                  <a:gd name="connsiteX288" fmla="*/ 210502 w 216217"/>
                  <a:gd name="connsiteY288" fmla="*/ 5715 h 350519"/>
                  <a:gd name="connsiteX289" fmla="*/ 211455 w 216217"/>
                  <a:gd name="connsiteY289" fmla="*/ 4763 h 350519"/>
                  <a:gd name="connsiteX290" fmla="*/ 212407 w 216217"/>
                  <a:gd name="connsiteY290" fmla="*/ 3810 h 350519"/>
                  <a:gd name="connsiteX291" fmla="*/ 211455 w 216217"/>
                  <a:gd name="connsiteY291" fmla="*/ 2857 h 350519"/>
                  <a:gd name="connsiteX292" fmla="*/ 210502 w 216217"/>
                  <a:gd name="connsiteY292" fmla="*/ 1905 h 350519"/>
                  <a:gd name="connsiteX293" fmla="*/ 209550 w 216217"/>
                  <a:gd name="connsiteY293" fmla="*/ 952 h 350519"/>
                  <a:gd name="connsiteX294" fmla="*/ 208598 w 216217"/>
                  <a:gd name="connsiteY294" fmla="*/ 0 h 350519"/>
                  <a:gd name="connsiteX295" fmla="*/ 201930 w 216217"/>
                  <a:gd name="connsiteY295" fmla="*/ 4763 h 350519"/>
                  <a:gd name="connsiteX296" fmla="*/ 195263 w 216217"/>
                  <a:gd name="connsiteY296" fmla="*/ 9525 h 350519"/>
                  <a:gd name="connsiteX297" fmla="*/ 90488 w 216217"/>
                  <a:gd name="connsiteY297" fmla="*/ 32385 h 350519"/>
                  <a:gd name="connsiteX298" fmla="*/ 90488 w 216217"/>
                  <a:gd name="connsiteY298" fmla="*/ 32385 h 350519"/>
                  <a:gd name="connsiteX299" fmla="*/ 90488 w 216217"/>
                  <a:gd name="connsiteY299" fmla="*/ 32385 h 350519"/>
                  <a:gd name="connsiteX300" fmla="*/ 91440 w 216217"/>
                  <a:gd name="connsiteY300" fmla="*/ 31432 h 350519"/>
                  <a:gd name="connsiteX301" fmla="*/ 90488 w 216217"/>
                  <a:gd name="connsiteY301" fmla="*/ 32385 h 350519"/>
                  <a:gd name="connsiteX302" fmla="*/ 93345 w 216217"/>
                  <a:gd name="connsiteY302" fmla="*/ 33338 h 350519"/>
                  <a:gd name="connsiteX303" fmla="*/ 93345 w 216217"/>
                  <a:gd name="connsiteY303" fmla="*/ 33338 h 350519"/>
                  <a:gd name="connsiteX304" fmla="*/ 93345 w 216217"/>
                  <a:gd name="connsiteY304" fmla="*/ 31432 h 350519"/>
                  <a:gd name="connsiteX305" fmla="*/ 94298 w 216217"/>
                  <a:gd name="connsiteY305" fmla="*/ 32385 h 350519"/>
                  <a:gd name="connsiteX306" fmla="*/ 93345 w 216217"/>
                  <a:gd name="connsiteY306" fmla="*/ 33338 h 350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Lst>
                <a:rect l="l" t="t" r="r" b="b"/>
                <a:pathLst>
                  <a:path w="216217" h="350519">
                    <a:moveTo>
                      <a:pt x="195263" y="9525"/>
                    </a:moveTo>
                    <a:lnTo>
                      <a:pt x="187643" y="12382"/>
                    </a:lnTo>
                    <a:lnTo>
                      <a:pt x="178118" y="15240"/>
                    </a:lnTo>
                    <a:lnTo>
                      <a:pt x="174307" y="17145"/>
                    </a:lnTo>
                    <a:lnTo>
                      <a:pt x="170498" y="19050"/>
                    </a:lnTo>
                    <a:lnTo>
                      <a:pt x="169545" y="19050"/>
                    </a:lnTo>
                    <a:lnTo>
                      <a:pt x="162877" y="17145"/>
                    </a:lnTo>
                    <a:lnTo>
                      <a:pt x="160973" y="17145"/>
                    </a:lnTo>
                    <a:lnTo>
                      <a:pt x="159068" y="17145"/>
                    </a:lnTo>
                    <a:lnTo>
                      <a:pt x="158115" y="18098"/>
                    </a:lnTo>
                    <a:lnTo>
                      <a:pt x="157163" y="19050"/>
                    </a:lnTo>
                    <a:lnTo>
                      <a:pt x="156210" y="20002"/>
                    </a:lnTo>
                    <a:lnTo>
                      <a:pt x="155257" y="20955"/>
                    </a:lnTo>
                    <a:lnTo>
                      <a:pt x="151448" y="23813"/>
                    </a:lnTo>
                    <a:lnTo>
                      <a:pt x="147638" y="24765"/>
                    </a:lnTo>
                    <a:lnTo>
                      <a:pt x="143827" y="23813"/>
                    </a:lnTo>
                    <a:lnTo>
                      <a:pt x="140018" y="22860"/>
                    </a:lnTo>
                    <a:lnTo>
                      <a:pt x="136207" y="22860"/>
                    </a:lnTo>
                    <a:lnTo>
                      <a:pt x="128588" y="25717"/>
                    </a:lnTo>
                    <a:lnTo>
                      <a:pt x="124777" y="25717"/>
                    </a:lnTo>
                    <a:lnTo>
                      <a:pt x="122873" y="24765"/>
                    </a:lnTo>
                    <a:lnTo>
                      <a:pt x="120015" y="21907"/>
                    </a:lnTo>
                    <a:lnTo>
                      <a:pt x="118110" y="20955"/>
                    </a:lnTo>
                    <a:lnTo>
                      <a:pt x="115252" y="20002"/>
                    </a:lnTo>
                    <a:lnTo>
                      <a:pt x="113348" y="20002"/>
                    </a:lnTo>
                    <a:lnTo>
                      <a:pt x="112395" y="20955"/>
                    </a:lnTo>
                    <a:lnTo>
                      <a:pt x="110490" y="21907"/>
                    </a:lnTo>
                    <a:lnTo>
                      <a:pt x="107632" y="21907"/>
                    </a:lnTo>
                    <a:lnTo>
                      <a:pt x="97155" y="20955"/>
                    </a:lnTo>
                    <a:lnTo>
                      <a:pt x="93345" y="20955"/>
                    </a:lnTo>
                    <a:lnTo>
                      <a:pt x="91440" y="21907"/>
                    </a:lnTo>
                    <a:lnTo>
                      <a:pt x="90488" y="23813"/>
                    </a:lnTo>
                    <a:lnTo>
                      <a:pt x="86677" y="32385"/>
                    </a:lnTo>
                    <a:lnTo>
                      <a:pt x="86677" y="35242"/>
                    </a:lnTo>
                    <a:lnTo>
                      <a:pt x="90488" y="58102"/>
                    </a:lnTo>
                    <a:lnTo>
                      <a:pt x="91440" y="60007"/>
                    </a:lnTo>
                    <a:lnTo>
                      <a:pt x="97155" y="62865"/>
                    </a:lnTo>
                    <a:lnTo>
                      <a:pt x="101918" y="66675"/>
                    </a:lnTo>
                    <a:lnTo>
                      <a:pt x="106680" y="72390"/>
                    </a:lnTo>
                    <a:lnTo>
                      <a:pt x="111443" y="79057"/>
                    </a:lnTo>
                    <a:lnTo>
                      <a:pt x="114300" y="84773"/>
                    </a:lnTo>
                    <a:lnTo>
                      <a:pt x="115252" y="87630"/>
                    </a:lnTo>
                    <a:lnTo>
                      <a:pt x="115252" y="90488"/>
                    </a:lnTo>
                    <a:lnTo>
                      <a:pt x="114300" y="96202"/>
                    </a:lnTo>
                    <a:lnTo>
                      <a:pt x="114300" y="106680"/>
                    </a:lnTo>
                    <a:lnTo>
                      <a:pt x="114300" y="110490"/>
                    </a:lnTo>
                    <a:lnTo>
                      <a:pt x="113348" y="114300"/>
                    </a:lnTo>
                    <a:lnTo>
                      <a:pt x="111443" y="115252"/>
                    </a:lnTo>
                    <a:lnTo>
                      <a:pt x="108585" y="115252"/>
                    </a:lnTo>
                    <a:lnTo>
                      <a:pt x="105727" y="117157"/>
                    </a:lnTo>
                    <a:lnTo>
                      <a:pt x="104775" y="119062"/>
                    </a:lnTo>
                    <a:lnTo>
                      <a:pt x="103823" y="121920"/>
                    </a:lnTo>
                    <a:lnTo>
                      <a:pt x="102870" y="124777"/>
                    </a:lnTo>
                    <a:lnTo>
                      <a:pt x="102870" y="126682"/>
                    </a:lnTo>
                    <a:lnTo>
                      <a:pt x="104775" y="133350"/>
                    </a:lnTo>
                    <a:lnTo>
                      <a:pt x="104775" y="136207"/>
                    </a:lnTo>
                    <a:lnTo>
                      <a:pt x="102870" y="138112"/>
                    </a:lnTo>
                    <a:lnTo>
                      <a:pt x="100965" y="138112"/>
                    </a:lnTo>
                    <a:lnTo>
                      <a:pt x="100965" y="136207"/>
                    </a:lnTo>
                    <a:lnTo>
                      <a:pt x="100965" y="134302"/>
                    </a:lnTo>
                    <a:lnTo>
                      <a:pt x="100965" y="132398"/>
                    </a:lnTo>
                    <a:lnTo>
                      <a:pt x="99060" y="130493"/>
                    </a:lnTo>
                    <a:lnTo>
                      <a:pt x="91440" y="123825"/>
                    </a:lnTo>
                    <a:lnTo>
                      <a:pt x="88583" y="120015"/>
                    </a:lnTo>
                    <a:lnTo>
                      <a:pt x="87630" y="118110"/>
                    </a:lnTo>
                    <a:lnTo>
                      <a:pt x="84773" y="112395"/>
                    </a:lnTo>
                    <a:lnTo>
                      <a:pt x="83820" y="110490"/>
                    </a:lnTo>
                    <a:lnTo>
                      <a:pt x="83820" y="108585"/>
                    </a:lnTo>
                    <a:lnTo>
                      <a:pt x="84773" y="105727"/>
                    </a:lnTo>
                    <a:lnTo>
                      <a:pt x="88583" y="100012"/>
                    </a:lnTo>
                    <a:lnTo>
                      <a:pt x="89535" y="97155"/>
                    </a:lnTo>
                    <a:lnTo>
                      <a:pt x="89535" y="94298"/>
                    </a:lnTo>
                    <a:lnTo>
                      <a:pt x="89535" y="91440"/>
                    </a:lnTo>
                    <a:lnTo>
                      <a:pt x="89535" y="88582"/>
                    </a:lnTo>
                    <a:lnTo>
                      <a:pt x="88583" y="85725"/>
                    </a:lnTo>
                    <a:lnTo>
                      <a:pt x="86677" y="82867"/>
                    </a:lnTo>
                    <a:lnTo>
                      <a:pt x="84773" y="81915"/>
                    </a:lnTo>
                    <a:lnTo>
                      <a:pt x="81915" y="81915"/>
                    </a:lnTo>
                    <a:lnTo>
                      <a:pt x="73343" y="83820"/>
                    </a:lnTo>
                    <a:lnTo>
                      <a:pt x="70485" y="83820"/>
                    </a:lnTo>
                    <a:lnTo>
                      <a:pt x="68580" y="83820"/>
                    </a:lnTo>
                    <a:lnTo>
                      <a:pt x="65723" y="81915"/>
                    </a:lnTo>
                    <a:lnTo>
                      <a:pt x="61913" y="76200"/>
                    </a:lnTo>
                    <a:lnTo>
                      <a:pt x="60008" y="73342"/>
                    </a:lnTo>
                    <a:lnTo>
                      <a:pt x="3810" y="92392"/>
                    </a:lnTo>
                    <a:lnTo>
                      <a:pt x="952" y="93345"/>
                    </a:lnTo>
                    <a:lnTo>
                      <a:pt x="0" y="94298"/>
                    </a:lnTo>
                    <a:lnTo>
                      <a:pt x="0" y="96202"/>
                    </a:lnTo>
                    <a:lnTo>
                      <a:pt x="952" y="99060"/>
                    </a:lnTo>
                    <a:lnTo>
                      <a:pt x="2858" y="105727"/>
                    </a:lnTo>
                    <a:lnTo>
                      <a:pt x="2858" y="108585"/>
                    </a:lnTo>
                    <a:lnTo>
                      <a:pt x="2858" y="112395"/>
                    </a:lnTo>
                    <a:lnTo>
                      <a:pt x="2858" y="114300"/>
                    </a:lnTo>
                    <a:lnTo>
                      <a:pt x="3810" y="115252"/>
                    </a:lnTo>
                    <a:lnTo>
                      <a:pt x="6668" y="116205"/>
                    </a:lnTo>
                    <a:lnTo>
                      <a:pt x="16193" y="116205"/>
                    </a:lnTo>
                    <a:lnTo>
                      <a:pt x="19050" y="117157"/>
                    </a:lnTo>
                    <a:lnTo>
                      <a:pt x="24765" y="120015"/>
                    </a:lnTo>
                    <a:lnTo>
                      <a:pt x="29527" y="122873"/>
                    </a:lnTo>
                    <a:lnTo>
                      <a:pt x="32385" y="124777"/>
                    </a:lnTo>
                    <a:lnTo>
                      <a:pt x="33338" y="125730"/>
                    </a:lnTo>
                    <a:lnTo>
                      <a:pt x="35243" y="126682"/>
                    </a:lnTo>
                    <a:lnTo>
                      <a:pt x="40958" y="127635"/>
                    </a:lnTo>
                    <a:lnTo>
                      <a:pt x="42863" y="128587"/>
                    </a:lnTo>
                    <a:lnTo>
                      <a:pt x="44768" y="129540"/>
                    </a:lnTo>
                    <a:lnTo>
                      <a:pt x="46673" y="130493"/>
                    </a:lnTo>
                    <a:lnTo>
                      <a:pt x="48577" y="131445"/>
                    </a:lnTo>
                    <a:lnTo>
                      <a:pt x="50483" y="132398"/>
                    </a:lnTo>
                    <a:lnTo>
                      <a:pt x="51435" y="132398"/>
                    </a:lnTo>
                    <a:lnTo>
                      <a:pt x="52388" y="132398"/>
                    </a:lnTo>
                    <a:lnTo>
                      <a:pt x="53340" y="132398"/>
                    </a:lnTo>
                    <a:lnTo>
                      <a:pt x="54293" y="133350"/>
                    </a:lnTo>
                    <a:lnTo>
                      <a:pt x="54293" y="134302"/>
                    </a:lnTo>
                    <a:lnTo>
                      <a:pt x="53340" y="136207"/>
                    </a:lnTo>
                    <a:lnTo>
                      <a:pt x="53340" y="137160"/>
                    </a:lnTo>
                    <a:lnTo>
                      <a:pt x="53340" y="140018"/>
                    </a:lnTo>
                    <a:lnTo>
                      <a:pt x="55245" y="145732"/>
                    </a:lnTo>
                    <a:lnTo>
                      <a:pt x="55245" y="148590"/>
                    </a:lnTo>
                    <a:lnTo>
                      <a:pt x="54293" y="160020"/>
                    </a:lnTo>
                    <a:lnTo>
                      <a:pt x="54293" y="167640"/>
                    </a:lnTo>
                    <a:lnTo>
                      <a:pt x="54293" y="171450"/>
                    </a:lnTo>
                    <a:lnTo>
                      <a:pt x="56198" y="172402"/>
                    </a:lnTo>
                    <a:lnTo>
                      <a:pt x="55245" y="174307"/>
                    </a:lnTo>
                    <a:lnTo>
                      <a:pt x="54293" y="175260"/>
                    </a:lnTo>
                    <a:lnTo>
                      <a:pt x="53340" y="176212"/>
                    </a:lnTo>
                    <a:lnTo>
                      <a:pt x="53340" y="178118"/>
                    </a:lnTo>
                    <a:lnTo>
                      <a:pt x="53340" y="178118"/>
                    </a:lnTo>
                    <a:lnTo>
                      <a:pt x="55245" y="179070"/>
                    </a:lnTo>
                    <a:lnTo>
                      <a:pt x="55245" y="180023"/>
                    </a:lnTo>
                    <a:lnTo>
                      <a:pt x="55245" y="180975"/>
                    </a:lnTo>
                    <a:lnTo>
                      <a:pt x="55245" y="182880"/>
                    </a:lnTo>
                    <a:lnTo>
                      <a:pt x="55245" y="185737"/>
                    </a:lnTo>
                    <a:lnTo>
                      <a:pt x="55245" y="186690"/>
                    </a:lnTo>
                    <a:lnTo>
                      <a:pt x="55245" y="187643"/>
                    </a:lnTo>
                    <a:lnTo>
                      <a:pt x="55245" y="189548"/>
                    </a:lnTo>
                    <a:lnTo>
                      <a:pt x="55245" y="190500"/>
                    </a:lnTo>
                    <a:lnTo>
                      <a:pt x="56198" y="192405"/>
                    </a:lnTo>
                    <a:lnTo>
                      <a:pt x="58102" y="195262"/>
                    </a:lnTo>
                    <a:lnTo>
                      <a:pt x="59055" y="197168"/>
                    </a:lnTo>
                    <a:lnTo>
                      <a:pt x="59055" y="199073"/>
                    </a:lnTo>
                    <a:lnTo>
                      <a:pt x="58102" y="200977"/>
                    </a:lnTo>
                    <a:lnTo>
                      <a:pt x="57150" y="203835"/>
                    </a:lnTo>
                    <a:lnTo>
                      <a:pt x="55245" y="206693"/>
                    </a:lnTo>
                    <a:lnTo>
                      <a:pt x="53340" y="209550"/>
                    </a:lnTo>
                    <a:lnTo>
                      <a:pt x="49530" y="215265"/>
                    </a:lnTo>
                    <a:lnTo>
                      <a:pt x="49530" y="216218"/>
                    </a:lnTo>
                    <a:lnTo>
                      <a:pt x="48577" y="219075"/>
                    </a:lnTo>
                    <a:lnTo>
                      <a:pt x="47625" y="220980"/>
                    </a:lnTo>
                    <a:lnTo>
                      <a:pt x="45720" y="223837"/>
                    </a:lnTo>
                    <a:lnTo>
                      <a:pt x="44768" y="225743"/>
                    </a:lnTo>
                    <a:lnTo>
                      <a:pt x="44768" y="226695"/>
                    </a:lnTo>
                    <a:lnTo>
                      <a:pt x="45720" y="228600"/>
                    </a:lnTo>
                    <a:lnTo>
                      <a:pt x="45720" y="229552"/>
                    </a:lnTo>
                    <a:lnTo>
                      <a:pt x="44768" y="231457"/>
                    </a:lnTo>
                    <a:lnTo>
                      <a:pt x="39052" y="237173"/>
                    </a:lnTo>
                    <a:lnTo>
                      <a:pt x="27623" y="249555"/>
                    </a:lnTo>
                    <a:lnTo>
                      <a:pt x="23813" y="253365"/>
                    </a:lnTo>
                    <a:lnTo>
                      <a:pt x="24765" y="258127"/>
                    </a:lnTo>
                    <a:lnTo>
                      <a:pt x="30480" y="278130"/>
                    </a:lnTo>
                    <a:lnTo>
                      <a:pt x="36195" y="289560"/>
                    </a:lnTo>
                    <a:lnTo>
                      <a:pt x="37148" y="294323"/>
                    </a:lnTo>
                    <a:lnTo>
                      <a:pt x="38100" y="299085"/>
                    </a:lnTo>
                    <a:lnTo>
                      <a:pt x="38100" y="320040"/>
                    </a:lnTo>
                    <a:lnTo>
                      <a:pt x="37148" y="328612"/>
                    </a:lnTo>
                    <a:lnTo>
                      <a:pt x="37148" y="331470"/>
                    </a:lnTo>
                    <a:lnTo>
                      <a:pt x="39052" y="334328"/>
                    </a:lnTo>
                    <a:lnTo>
                      <a:pt x="40005" y="340043"/>
                    </a:lnTo>
                    <a:lnTo>
                      <a:pt x="40005" y="350520"/>
                    </a:lnTo>
                    <a:lnTo>
                      <a:pt x="43815" y="350520"/>
                    </a:lnTo>
                    <a:lnTo>
                      <a:pt x="55245" y="350520"/>
                    </a:lnTo>
                    <a:lnTo>
                      <a:pt x="56198" y="333375"/>
                    </a:lnTo>
                    <a:lnTo>
                      <a:pt x="55245" y="334328"/>
                    </a:lnTo>
                    <a:lnTo>
                      <a:pt x="56198" y="334328"/>
                    </a:lnTo>
                    <a:lnTo>
                      <a:pt x="56198" y="335280"/>
                    </a:lnTo>
                    <a:lnTo>
                      <a:pt x="56198" y="336232"/>
                    </a:lnTo>
                    <a:lnTo>
                      <a:pt x="54293" y="334328"/>
                    </a:lnTo>
                    <a:lnTo>
                      <a:pt x="53340" y="332423"/>
                    </a:lnTo>
                    <a:lnTo>
                      <a:pt x="53340" y="330518"/>
                    </a:lnTo>
                    <a:lnTo>
                      <a:pt x="54293" y="327660"/>
                    </a:lnTo>
                    <a:lnTo>
                      <a:pt x="56198" y="323850"/>
                    </a:lnTo>
                    <a:lnTo>
                      <a:pt x="58102" y="320993"/>
                    </a:lnTo>
                    <a:lnTo>
                      <a:pt x="60960" y="318135"/>
                    </a:lnTo>
                    <a:lnTo>
                      <a:pt x="63818" y="316230"/>
                    </a:lnTo>
                    <a:lnTo>
                      <a:pt x="70485" y="312420"/>
                    </a:lnTo>
                    <a:lnTo>
                      <a:pt x="92393" y="303848"/>
                    </a:lnTo>
                    <a:lnTo>
                      <a:pt x="98108" y="300990"/>
                    </a:lnTo>
                    <a:lnTo>
                      <a:pt x="104775" y="296228"/>
                    </a:lnTo>
                    <a:lnTo>
                      <a:pt x="109538" y="289560"/>
                    </a:lnTo>
                    <a:lnTo>
                      <a:pt x="110490" y="282893"/>
                    </a:lnTo>
                    <a:lnTo>
                      <a:pt x="109538" y="281940"/>
                    </a:lnTo>
                    <a:lnTo>
                      <a:pt x="108585" y="281940"/>
                    </a:lnTo>
                    <a:lnTo>
                      <a:pt x="107632" y="281940"/>
                    </a:lnTo>
                    <a:lnTo>
                      <a:pt x="106680" y="279082"/>
                    </a:lnTo>
                    <a:lnTo>
                      <a:pt x="106680" y="275273"/>
                    </a:lnTo>
                    <a:lnTo>
                      <a:pt x="109538" y="267653"/>
                    </a:lnTo>
                    <a:lnTo>
                      <a:pt x="110490" y="263843"/>
                    </a:lnTo>
                    <a:lnTo>
                      <a:pt x="110490" y="261937"/>
                    </a:lnTo>
                    <a:lnTo>
                      <a:pt x="109538" y="258127"/>
                    </a:lnTo>
                    <a:lnTo>
                      <a:pt x="109538" y="256223"/>
                    </a:lnTo>
                    <a:lnTo>
                      <a:pt x="110490" y="250507"/>
                    </a:lnTo>
                    <a:lnTo>
                      <a:pt x="110490" y="248602"/>
                    </a:lnTo>
                    <a:lnTo>
                      <a:pt x="109538" y="245745"/>
                    </a:lnTo>
                    <a:lnTo>
                      <a:pt x="108585" y="246698"/>
                    </a:lnTo>
                    <a:lnTo>
                      <a:pt x="107632" y="252412"/>
                    </a:lnTo>
                    <a:lnTo>
                      <a:pt x="106680" y="249555"/>
                    </a:lnTo>
                    <a:lnTo>
                      <a:pt x="105727" y="237173"/>
                    </a:lnTo>
                    <a:lnTo>
                      <a:pt x="100965" y="220980"/>
                    </a:lnTo>
                    <a:lnTo>
                      <a:pt x="99060" y="217170"/>
                    </a:lnTo>
                    <a:lnTo>
                      <a:pt x="94298" y="210502"/>
                    </a:lnTo>
                    <a:lnTo>
                      <a:pt x="93345" y="207645"/>
                    </a:lnTo>
                    <a:lnTo>
                      <a:pt x="93345" y="203835"/>
                    </a:lnTo>
                    <a:lnTo>
                      <a:pt x="94298" y="200025"/>
                    </a:lnTo>
                    <a:lnTo>
                      <a:pt x="94298" y="196215"/>
                    </a:lnTo>
                    <a:lnTo>
                      <a:pt x="92393" y="193357"/>
                    </a:lnTo>
                    <a:lnTo>
                      <a:pt x="94298" y="194310"/>
                    </a:lnTo>
                    <a:lnTo>
                      <a:pt x="95250" y="195262"/>
                    </a:lnTo>
                    <a:lnTo>
                      <a:pt x="96202" y="195262"/>
                    </a:lnTo>
                    <a:lnTo>
                      <a:pt x="98108" y="195262"/>
                    </a:lnTo>
                    <a:lnTo>
                      <a:pt x="100965" y="193357"/>
                    </a:lnTo>
                    <a:lnTo>
                      <a:pt x="103823" y="190500"/>
                    </a:lnTo>
                    <a:lnTo>
                      <a:pt x="112395" y="180975"/>
                    </a:lnTo>
                    <a:lnTo>
                      <a:pt x="114300" y="179070"/>
                    </a:lnTo>
                    <a:lnTo>
                      <a:pt x="117157" y="177165"/>
                    </a:lnTo>
                    <a:lnTo>
                      <a:pt x="119063" y="176212"/>
                    </a:lnTo>
                    <a:lnTo>
                      <a:pt x="120968" y="175260"/>
                    </a:lnTo>
                    <a:lnTo>
                      <a:pt x="122873" y="174307"/>
                    </a:lnTo>
                    <a:lnTo>
                      <a:pt x="122873" y="172402"/>
                    </a:lnTo>
                    <a:lnTo>
                      <a:pt x="124777" y="172402"/>
                    </a:lnTo>
                    <a:lnTo>
                      <a:pt x="127635" y="169545"/>
                    </a:lnTo>
                    <a:lnTo>
                      <a:pt x="138113" y="154305"/>
                    </a:lnTo>
                    <a:lnTo>
                      <a:pt x="140970" y="151448"/>
                    </a:lnTo>
                    <a:lnTo>
                      <a:pt x="147638" y="146685"/>
                    </a:lnTo>
                    <a:lnTo>
                      <a:pt x="155257" y="141923"/>
                    </a:lnTo>
                    <a:lnTo>
                      <a:pt x="162877" y="138112"/>
                    </a:lnTo>
                    <a:lnTo>
                      <a:pt x="176213" y="134302"/>
                    </a:lnTo>
                    <a:lnTo>
                      <a:pt x="179070" y="133350"/>
                    </a:lnTo>
                    <a:lnTo>
                      <a:pt x="192405" y="124777"/>
                    </a:lnTo>
                    <a:lnTo>
                      <a:pt x="195263" y="121920"/>
                    </a:lnTo>
                    <a:lnTo>
                      <a:pt x="195263" y="120968"/>
                    </a:lnTo>
                    <a:lnTo>
                      <a:pt x="194310" y="119062"/>
                    </a:lnTo>
                    <a:lnTo>
                      <a:pt x="194310" y="118110"/>
                    </a:lnTo>
                    <a:lnTo>
                      <a:pt x="195263" y="117157"/>
                    </a:lnTo>
                    <a:lnTo>
                      <a:pt x="197168" y="117157"/>
                    </a:lnTo>
                    <a:lnTo>
                      <a:pt x="198120" y="117157"/>
                    </a:lnTo>
                    <a:lnTo>
                      <a:pt x="199073" y="116205"/>
                    </a:lnTo>
                    <a:lnTo>
                      <a:pt x="200977" y="112395"/>
                    </a:lnTo>
                    <a:lnTo>
                      <a:pt x="208598" y="102870"/>
                    </a:lnTo>
                    <a:lnTo>
                      <a:pt x="210502" y="99060"/>
                    </a:lnTo>
                    <a:lnTo>
                      <a:pt x="211455" y="97155"/>
                    </a:lnTo>
                    <a:lnTo>
                      <a:pt x="212407" y="92392"/>
                    </a:lnTo>
                    <a:lnTo>
                      <a:pt x="213360" y="91440"/>
                    </a:lnTo>
                    <a:lnTo>
                      <a:pt x="215265" y="88582"/>
                    </a:lnTo>
                    <a:lnTo>
                      <a:pt x="216218" y="87630"/>
                    </a:lnTo>
                    <a:lnTo>
                      <a:pt x="216218" y="84773"/>
                    </a:lnTo>
                    <a:lnTo>
                      <a:pt x="215265" y="80963"/>
                    </a:lnTo>
                    <a:lnTo>
                      <a:pt x="214313" y="79057"/>
                    </a:lnTo>
                    <a:lnTo>
                      <a:pt x="212407" y="81915"/>
                    </a:lnTo>
                    <a:lnTo>
                      <a:pt x="212407" y="80010"/>
                    </a:lnTo>
                    <a:lnTo>
                      <a:pt x="213360" y="79057"/>
                    </a:lnTo>
                    <a:lnTo>
                      <a:pt x="214313" y="78105"/>
                    </a:lnTo>
                    <a:lnTo>
                      <a:pt x="214313" y="77152"/>
                    </a:lnTo>
                    <a:lnTo>
                      <a:pt x="214313" y="76200"/>
                    </a:lnTo>
                    <a:lnTo>
                      <a:pt x="213360" y="76200"/>
                    </a:lnTo>
                    <a:lnTo>
                      <a:pt x="212407" y="76200"/>
                    </a:lnTo>
                    <a:lnTo>
                      <a:pt x="211455" y="75248"/>
                    </a:lnTo>
                    <a:lnTo>
                      <a:pt x="210502" y="72390"/>
                    </a:lnTo>
                    <a:lnTo>
                      <a:pt x="210502" y="62865"/>
                    </a:lnTo>
                    <a:lnTo>
                      <a:pt x="211455" y="55245"/>
                    </a:lnTo>
                    <a:lnTo>
                      <a:pt x="211455" y="53340"/>
                    </a:lnTo>
                    <a:lnTo>
                      <a:pt x="210502" y="52388"/>
                    </a:lnTo>
                    <a:lnTo>
                      <a:pt x="209550" y="51435"/>
                    </a:lnTo>
                    <a:lnTo>
                      <a:pt x="208598" y="51435"/>
                    </a:lnTo>
                    <a:lnTo>
                      <a:pt x="208598" y="51435"/>
                    </a:lnTo>
                    <a:lnTo>
                      <a:pt x="208598" y="50482"/>
                    </a:lnTo>
                    <a:lnTo>
                      <a:pt x="209550" y="49530"/>
                    </a:lnTo>
                    <a:lnTo>
                      <a:pt x="210502" y="48577"/>
                    </a:lnTo>
                    <a:lnTo>
                      <a:pt x="211455" y="47625"/>
                    </a:lnTo>
                    <a:lnTo>
                      <a:pt x="211455" y="44767"/>
                    </a:lnTo>
                    <a:lnTo>
                      <a:pt x="210502" y="37148"/>
                    </a:lnTo>
                    <a:lnTo>
                      <a:pt x="209550" y="20002"/>
                    </a:lnTo>
                    <a:lnTo>
                      <a:pt x="209550" y="17145"/>
                    </a:lnTo>
                    <a:lnTo>
                      <a:pt x="209550" y="14288"/>
                    </a:lnTo>
                    <a:lnTo>
                      <a:pt x="210502" y="10477"/>
                    </a:lnTo>
                    <a:lnTo>
                      <a:pt x="211455" y="8573"/>
                    </a:lnTo>
                    <a:lnTo>
                      <a:pt x="212407" y="6667"/>
                    </a:lnTo>
                    <a:lnTo>
                      <a:pt x="211455" y="6667"/>
                    </a:lnTo>
                    <a:lnTo>
                      <a:pt x="210502" y="5715"/>
                    </a:lnTo>
                    <a:lnTo>
                      <a:pt x="209550" y="5715"/>
                    </a:lnTo>
                    <a:lnTo>
                      <a:pt x="210502" y="5715"/>
                    </a:lnTo>
                    <a:lnTo>
                      <a:pt x="211455" y="4763"/>
                    </a:lnTo>
                    <a:lnTo>
                      <a:pt x="212407" y="3810"/>
                    </a:lnTo>
                    <a:lnTo>
                      <a:pt x="211455" y="2857"/>
                    </a:lnTo>
                    <a:lnTo>
                      <a:pt x="210502" y="1905"/>
                    </a:lnTo>
                    <a:lnTo>
                      <a:pt x="209550" y="952"/>
                    </a:lnTo>
                    <a:lnTo>
                      <a:pt x="208598" y="0"/>
                    </a:lnTo>
                    <a:lnTo>
                      <a:pt x="201930" y="4763"/>
                    </a:lnTo>
                    <a:lnTo>
                      <a:pt x="195263" y="9525"/>
                    </a:lnTo>
                    <a:close/>
                    <a:moveTo>
                      <a:pt x="90488" y="32385"/>
                    </a:moveTo>
                    <a:lnTo>
                      <a:pt x="90488" y="32385"/>
                    </a:lnTo>
                    <a:lnTo>
                      <a:pt x="90488" y="32385"/>
                    </a:lnTo>
                    <a:lnTo>
                      <a:pt x="91440" y="31432"/>
                    </a:lnTo>
                    <a:lnTo>
                      <a:pt x="90488" y="32385"/>
                    </a:lnTo>
                    <a:close/>
                    <a:moveTo>
                      <a:pt x="93345" y="33338"/>
                    </a:moveTo>
                    <a:lnTo>
                      <a:pt x="93345" y="33338"/>
                    </a:lnTo>
                    <a:lnTo>
                      <a:pt x="93345" y="31432"/>
                    </a:lnTo>
                    <a:lnTo>
                      <a:pt x="94298" y="32385"/>
                    </a:lnTo>
                    <a:lnTo>
                      <a:pt x="93345" y="33338"/>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28" name="Freeform: Shape 108">
                <a:extLst>
                  <a:ext uri="{FF2B5EF4-FFF2-40B4-BE49-F238E27FC236}">
                    <a16:creationId xmlns:a16="http://schemas.microsoft.com/office/drawing/2014/main" id="{A6D3BCA4-856D-C99D-97E9-4DD4C9091925}"/>
                  </a:ext>
                </a:extLst>
              </p:cNvPr>
              <p:cNvSpPr/>
              <p:nvPr/>
            </p:nvSpPr>
            <p:spPr>
              <a:xfrm>
                <a:off x="6130638" y="4183763"/>
                <a:ext cx="423795" cy="451269"/>
              </a:xfrm>
              <a:custGeom>
                <a:avLst/>
                <a:gdLst>
                  <a:gd name="connsiteX0" fmla="*/ 77152 w 382904"/>
                  <a:gd name="connsiteY0" fmla="*/ 224790 h 380047"/>
                  <a:gd name="connsiteX1" fmla="*/ 85725 w 382904"/>
                  <a:gd name="connsiteY1" fmla="*/ 226695 h 380047"/>
                  <a:gd name="connsiteX2" fmla="*/ 90488 w 382904"/>
                  <a:gd name="connsiteY2" fmla="*/ 234315 h 380047"/>
                  <a:gd name="connsiteX3" fmla="*/ 92392 w 382904"/>
                  <a:gd name="connsiteY3" fmla="*/ 242888 h 380047"/>
                  <a:gd name="connsiteX4" fmla="*/ 96202 w 382904"/>
                  <a:gd name="connsiteY4" fmla="*/ 250508 h 380047"/>
                  <a:gd name="connsiteX5" fmla="*/ 104775 w 382904"/>
                  <a:gd name="connsiteY5" fmla="*/ 265748 h 380047"/>
                  <a:gd name="connsiteX6" fmla="*/ 106680 w 382904"/>
                  <a:gd name="connsiteY6" fmla="*/ 268605 h 380047"/>
                  <a:gd name="connsiteX7" fmla="*/ 109538 w 382904"/>
                  <a:gd name="connsiteY7" fmla="*/ 269558 h 380047"/>
                  <a:gd name="connsiteX8" fmla="*/ 113348 w 382904"/>
                  <a:gd name="connsiteY8" fmla="*/ 270510 h 380047"/>
                  <a:gd name="connsiteX9" fmla="*/ 117157 w 382904"/>
                  <a:gd name="connsiteY9" fmla="*/ 270510 h 380047"/>
                  <a:gd name="connsiteX10" fmla="*/ 120967 w 382904"/>
                  <a:gd name="connsiteY10" fmla="*/ 269558 h 380047"/>
                  <a:gd name="connsiteX11" fmla="*/ 124777 w 382904"/>
                  <a:gd name="connsiteY11" fmla="*/ 268605 h 380047"/>
                  <a:gd name="connsiteX12" fmla="*/ 128588 w 382904"/>
                  <a:gd name="connsiteY12" fmla="*/ 267653 h 380047"/>
                  <a:gd name="connsiteX13" fmla="*/ 132398 w 382904"/>
                  <a:gd name="connsiteY13" fmla="*/ 267653 h 380047"/>
                  <a:gd name="connsiteX14" fmla="*/ 136207 w 382904"/>
                  <a:gd name="connsiteY14" fmla="*/ 268605 h 380047"/>
                  <a:gd name="connsiteX15" fmla="*/ 138113 w 382904"/>
                  <a:gd name="connsiteY15" fmla="*/ 268605 h 380047"/>
                  <a:gd name="connsiteX16" fmla="*/ 140017 w 382904"/>
                  <a:gd name="connsiteY16" fmla="*/ 267653 h 380047"/>
                  <a:gd name="connsiteX17" fmla="*/ 142875 w 382904"/>
                  <a:gd name="connsiteY17" fmla="*/ 267653 h 380047"/>
                  <a:gd name="connsiteX18" fmla="*/ 142875 w 382904"/>
                  <a:gd name="connsiteY18" fmla="*/ 265748 h 380047"/>
                  <a:gd name="connsiteX19" fmla="*/ 143827 w 382904"/>
                  <a:gd name="connsiteY19" fmla="*/ 261938 h 380047"/>
                  <a:gd name="connsiteX20" fmla="*/ 146685 w 382904"/>
                  <a:gd name="connsiteY20" fmla="*/ 253365 h 380047"/>
                  <a:gd name="connsiteX21" fmla="*/ 148590 w 382904"/>
                  <a:gd name="connsiteY21" fmla="*/ 250508 h 380047"/>
                  <a:gd name="connsiteX22" fmla="*/ 152400 w 382904"/>
                  <a:gd name="connsiteY22" fmla="*/ 247650 h 380047"/>
                  <a:gd name="connsiteX23" fmla="*/ 155257 w 382904"/>
                  <a:gd name="connsiteY23" fmla="*/ 247650 h 380047"/>
                  <a:gd name="connsiteX24" fmla="*/ 160973 w 382904"/>
                  <a:gd name="connsiteY24" fmla="*/ 246698 h 380047"/>
                  <a:gd name="connsiteX25" fmla="*/ 165735 w 382904"/>
                  <a:gd name="connsiteY25" fmla="*/ 245745 h 380047"/>
                  <a:gd name="connsiteX26" fmla="*/ 168592 w 382904"/>
                  <a:gd name="connsiteY26" fmla="*/ 246698 h 380047"/>
                  <a:gd name="connsiteX27" fmla="*/ 168592 w 382904"/>
                  <a:gd name="connsiteY27" fmla="*/ 248602 h 380047"/>
                  <a:gd name="connsiteX28" fmla="*/ 167640 w 382904"/>
                  <a:gd name="connsiteY28" fmla="*/ 250508 h 380047"/>
                  <a:gd name="connsiteX29" fmla="*/ 167640 w 382904"/>
                  <a:gd name="connsiteY29" fmla="*/ 251460 h 380047"/>
                  <a:gd name="connsiteX30" fmla="*/ 168592 w 382904"/>
                  <a:gd name="connsiteY30" fmla="*/ 253365 h 380047"/>
                  <a:gd name="connsiteX31" fmla="*/ 170498 w 382904"/>
                  <a:gd name="connsiteY31" fmla="*/ 254317 h 380047"/>
                  <a:gd name="connsiteX32" fmla="*/ 187642 w 382904"/>
                  <a:gd name="connsiteY32" fmla="*/ 253365 h 380047"/>
                  <a:gd name="connsiteX33" fmla="*/ 191452 w 382904"/>
                  <a:gd name="connsiteY33" fmla="*/ 254317 h 380047"/>
                  <a:gd name="connsiteX34" fmla="*/ 193357 w 382904"/>
                  <a:gd name="connsiteY34" fmla="*/ 257175 h 380047"/>
                  <a:gd name="connsiteX35" fmla="*/ 193357 w 382904"/>
                  <a:gd name="connsiteY35" fmla="*/ 260033 h 380047"/>
                  <a:gd name="connsiteX36" fmla="*/ 192405 w 382904"/>
                  <a:gd name="connsiteY36" fmla="*/ 265748 h 380047"/>
                  <a:gd name="connsiteX37" fmla="*/ 192405 w 382904"/>
                  <a:gd name="connsiteY37" fmla="*/ 267653 h 380047"/>
                  <a:gd name="connsiteX38" fmla="*/ 193357 w 382904"/>
                  <a:gd name="connsiteY38" fmla="*/ 270510 h 380047"/>
                  <a:gd name="connsiteX39" fmla="*/ 194310 w 382904"/>
                  <a:gd name="connsiteY39" fmla="*/ 274320 h 380047"/>
                  <a:gd name="connsiteX40" fmla="*/ 195263 w 382904"/>
                  <a:gd name="connsiteY40" fmla="*/ 277178 h 380047"/>
                  <a:gd name="connsiteX41" fmla="*/ 194310 w 382904"/>
                  <a:gd name="connsiteY41" fmla="*/ 281940 h 380047"/>
                  <a:gd name="connsiteX42" fmla="*/ 193357 w 382904"/>
                  <a:gd name="connsiteY42" fmla="*/ 292417 h 380047"/>
                  <a:gd name="connsiteX43" fmla="*/ 193357 w 382904"/>
                  <a:gd name="connsiteY43" fmla="*/ 297180 h 380047"/>
                  <a:gd name="connsiteX44" fmla="*/ 194310 w 382904"/>
                  <a:gd name="connsiteY44" fmla="*/ 301942 h 380047"/>
                  <a:gd name="connsiteX45" fmla="*/ 200025 w 382904"/>
                  <a:gd name="connsiteY45" fmla="*/ 308610 h 380047"/>
                  <a:gd name="connsiteX46" fmla="*/ 201930 w 382904"/>
                  <a:gd name="connsiteY46" fmla="*/ 312420 h 380047"/>
                  <a:gd name="connsiteX47" fmla="*/ 201930 w 382904"/>
                  <a:gd name="connsiteY47" fmla="*/ 314325 h 380047"/>
                  <a:gd name="connsiteX48" fmla="*/ 202882 w 382904"/>
                  <a:gd name="connsiteY48" fmla="*/ 316230 h 380047"/>
                  <a:gd name="connsiteX49" fmla="*/ 202882 w 382904"/>
                  <a:gd name="connsiteY49" fmla="*/ 323850 h 380047"/>
                  <a:gd name="connsiteX50" fmla="*/ 202882 w 382904"/>
                  <a:gd name="connsiteY50" fmla="*/ 324803 h 380047"/>
                  <a:gd name="connsiteX51" fmla="*/ 201930 w 382904"/>
                  <a:gd name="connsiteY51" fmla="*/ 325755 h 380047"/>
                  <a:gd name="connsiteX52" fmla="*/ 201930 w 382904"/>
                  <a:gd name="connsiteY52" fmla="*/ 325755 h 380047"/>
                  <a:gd name="connsiteX53" fmla="*/ 200977 w 382904"/>
                  <a:gd name="connsiteY53" fmla="*/ 326708 h 380047"/>
                  <a:gd name="connsiteX54" fmla="*/ 200025 w 382904"/>
                  <a:gd name="connsiteY54" fmla="*/ 326708 h 380047"/>
                  <a:gd name="connsiteX55" fmla="*/ 200025 w 382904"/>
                  <a:gd name="connsiteY55" fmla="*/ 331470 h 380047"/>
                  <a:gd name="connsiteX56" fmla="*/ 202882 w 382904"/>
                  <a:gd name="connsiteY56" fmla="*/ 332423 h 380047"/>
                  <a:gd name="connsiteX57" fmla="*/ 207645 w 382904"/>
                  <a:gd name="connsiteY57" fmla="*/ 330517 h 380047"/>
                  <a:gd name="connsiteX58" fmla="*/ 210502 w 382904"/>
                  <a:gd name="connsiteY58" fmla="*/ 330517 h 380047"/>
                  <a:gd name="connsiteX59" fmla="*/ 215265 w 382904"/>
                  <a:gd name="connsiteY59" fmla="*/ 331470 h 380047"/>
                  <a:gd name="connsiteX60" fmla="*/ 218123 w 382904"/>
                  <a:gd name="connsiteY60" fmla="*/ 331470 h 380047"/>
                  <a:gd name="connsiteX61" fmla="*/ 220027 w 382904"/>
                  <a:gd name="connsiteY61" fmla="*/ 330517 h 380047"/>
                  <a:gd name="connsiteX62" fmla="*/ 223838 w 382904"/>
                  <a:gd name="connsiteY62" fmla="*/ 329565 h 380047"/>
                  <a:gd name="connsiteX63" fmla="*/ 225742 w 382904"/>
                  <a:gd name="connsiteY63" fmla="*/ 328613 h 380047"/>
                  <a:gd name="connsiteX64" fmla="*/ 228600 w 382904"/>
                  <a:gd name="connsiteY64" fmla="*/ 328613 h 380047"/>
                  <a:gd name="connsiteX65" fmla="*/ 231457 w 382904"/>
                  <a:gd name="connsiteY65" fmla="*/ 329565 h 380047"/>
                  <a:gd name="connsiteX66" fmla="*/ 234315 w 382904"/>
                  <a:gd name="connsiteY66" fmla="*/ 328613 h 380047"/>
                  <a:gd name="connsiteX67" fmla="*/ 236220 w 382904"/>
                  <a:gd name="connsiteY67" fmla="*/ 326708 h 380047"/>
                  <a:gd name="connsiteX68" fmla="*/ 238125 w 382904"/>
                  <a:gd name="connsiteY68" fmla="*/ 326708 h 380047"/>
                  <a:gd name="connsiteX69" fmla="*/ 239077 w 382904"/>
                  <a:gd name="connsiteY69" fmla="*/ 327660 h 380047"/>
                  <a:gd name="connsiteX70" fmla="*/ 240982 w 382904"/>
                  <a:gd name="connsiteY70" fmla="*/ 330517 h 380047"/>
                  <a:gd name="connsiteX71" fmla="*/ 241935 w 382904"/>
                  <a:gd name="connsiteY71" fmla="*/ 330517 h 380047"/>
                  <a:gd name="connsiteX72" fmla="*/ 242888 w 382904"/>
                  <a:gd name="connsiteY72" fmla="*/ 331470 h 380047"/>
                  <a:gd name="connsiteX73" fmla="*/ 243840 w 382904"/>
                  <a:gd name="connsiteY73" fmla="*/ 331470 h 380047"/>
                  <a:gd name="connsiteX74" fmla="*/ 244792 w 382904"/>
                  <a:gd name="connsiteY74" fmla="*/ 332423 h 380047"/>
                  <a:gd name="connsiteX75" fmla="*/ 244792 w 382904"/>
                  <a:gd name="connsiteY75" fmla="*/ 333375 h 380047"/>
                  <a:gd name="connsiteX76" fmla="*/ 244792 w 382904"/>
                  <a:gd name="connsiteY76" fmla="*/ 335280 h 380047"/>
                  <a:gd name="connsiteX77" fmla="*/ 243840 w 382904"/>
                  <a:gd name="connsiteY77" fmla="*/ 336233 h 380047"/>
                  <a:gd name="connsiteX78" fmla="*/ 246698 w 382904"/>
                  <a:gd name="connsiteY78" fmla="*/ 338138 h 380047"/>
                  <a:gd name="connsiteX79" fmla="*/ 251460 w 382904"/>
                  <a:gd name="connsiteY79" fmla="*/ 337185 h 380047"/>
                  <a:gd name="connsiteX80" fmla="*/ 256223 w 382904"/>
                  <a:gd name="connsiteY80" fmla="*/ 335280 h 380047"/>
                  <a:gd name="connsiteX81" fmla="*/ 260985 w 382904"/>
                  <a:gd name="connsiteY81" fmla="*/ 334328 h 380047"/>
                  <a:gd name="connsiteX82" fmla="*/ 262890 w 382904"/>
                  <a:gd name="connsiteY82" fmla="*/ 334328 h 380047"/>
                  <a:gd name="connsiteX83" fmla="*/ 262890 w 382904"/>
                  <a:gd name="connsiteY83" fmla="*/ 334328 h 380047"/>
                  <a:gd name="connsiteX84" fmla="*/ 262890 w 382904"/>
                  <a:gd name="connsiteY84" fmla="*/ 335280 h 380047"/>
                  <a:gd name="connsiteX85" fmla="*/ 262890 w 382904"/>
                  <a:gd name="connsiteY85" fmla="*/ 337185 h 380047"/>
                  <a:gd name="connsiteX86" fmla="*/ 263842 w 382904"/>
                  <a:gd name="connsiteY86" fmla="*/ 340042 h 380047"/>
                  <a:gd name="connsiteX87" fmla="*/ 263842 w 382904"/>
                  <a:gd name="connsiteY87" fmla="*/ 341948 h 380047"/>
                  <a:gd name="connsiteX88" fmla="*/ 265748 w 382904"/>
                  <a:gd name="connsiteY88" fmla="*/ 343853 h 380047"/>
                  <a:gd name="connsiteX89" fmla="*/ 267653 w 382904"/>
                  <a:gd name="connsiteY89" fmla="*/ 344805 h 380047"/>
                  <a:gd name="connsiteX90" fmla="*/ 272415 w 382904"/>
                  <a:gd name="connsiteY90" fmla="*/ 346710 h 380047"/>
                  <a:gd name="connsiteX91" fmla="*/ 278130 w 382904"/>
                  <a:gd name="connsiteY91" fmla="*/ 347663 h 380047"/>
                  <a:gd name="connsiteX92" fmla="*/ 289560 w 382904"/>
                  <a:gd name="connsiteY92" fmla="*/ 349567 h 380047"/>
                  <a:gd name="connsiteX93" fmla="*/ 291465 w 382904"/>
                  <a:gd name="connsiteY93" fmla="*/ 349567 h 380047"/>
                  <a:gd name="connsiteX94" fmla="*/ 293370 w 382904"/>
                  <a:gd name="connsiteY94" fmla="*/ 349567 h 380047"/>
                  <a:gd name="connsiteX95" fmla="*/ 295275 w 382904"/>
                  <a:gd name="connsiteY95" fmla="*/ 348615 h 380047"/>
                  <a:gd name="connsiteX96" fmla="*/ 296228 w 382904"/>
                  <a:gd name="connsiteY96" fmla="*/ 347663 h 380047"/>
                  <a:gd name="connsiteX97" fmla="*/ 297180 w 382904"/>
                  <a:gd name="connsiteY97" fmla="*/ 345758 h 380047"/>
                  <a:gd name="connsiteX98" fmla="*/ 297180 w 382904"/>
                  <a:gd name="connsiteY98" fmla="*/ 343853 h 380047"/>
                  <a:gd name="connsiteX99" fmla="*/ 299085 w 382904"/>
                  <a:gd name="connsiteY99" fmla="*/ 341948 h 380047"/>
                  <a:gd name="connsiteX100" fmla="*/ 300990 w 382904"/>
                  <a:gd name="connsiteY100" fmla="*/ 340995 h 380047"/>
                  <a:gd name="connsiteX101" fmla="*/ 300990 w 382904"/>
                  <a:gd name="connsiteY101" fmla="*/ 341948 h 380047"/>
                  <a:gd name="connsiteX102" fmla="*/ 301942 w 382904"/>
                  <a:gd name="connsiteY102" fmla="*/ 342900 h 380047"/>
                  <a:gd name="connsiteX103" fmla="*/ 301942 w 382904"/>
                  <a:gd name="connsiteY103" fmla="*/ 344805 h 380047"/>
                  <a:gd name="connsiteX104" fmla="*/ 302895 w 382904"/>
                  <a:gd name="connsiteY104" fmla="*/ 345758 h 380047"/>
                  <a:gd name="connsiteX105" fmla="*/ 303848 w 382904"/>
                  <a:gd name="connsiteY105" fmla="*/ 346710 h 380047"/>
                  <a:gd name="connsiteX106" fmla="*/ 305753 w 382904"/>
                  <a:gd name="connsiteY106" fmla="*/ 348615 h 380047"/>
                  <a:gd name="connsiteX107" fmla="*/ 306705 w 382904"/>
                  <a:gd name="connsiteY107" fmla="*/ 350520 h 380047"/>
                  <a:gd name="connsiteX108" fmla="*/ 307657 w 382904"/>
                  <a:gd name="connsiteY108" fmla="*/ 352425 h 380047"/>
                  <a:gd name="connsiteX109" fmla="*/ 309563 w 382904"/>
                  <a:gd name="connsiteY109" fmla="*/ 354330 h 380047"/>
                  <a:gd name="connsiteX110" fmla="*/ 310515 w 382904"/>
                  <a:gd name="connsiteY110" fmla="*/ 354330 h 380047"/>
                  <a:gd name="connsiteX111" fmla="*/ 321945 w 382904"/>
                  <a:gd name="connsiteY111" fmla="*/ 358140 h 380047"/>
                  <a:gd name="connsiteX112" fmla="*/ 323850 w 382904"/>
                  <a:gd name="connsiteY112" fmla="*/ 359092 h 380047"/>
                  <a:gd name="connsiteX113" fmla="*/ 325755 w 382904"/>
                  <a:gd name="connsiteY113" fmla="*/ 360998 h 380047"/>
                  <a:gd name="connsiteX114" fmla="*/ 326707 w 382904"/>
                  <a:gd name="connsiteY114" fmla="*/ 362903 h 380047"/>
                  <a:gd name="connsiteX115" fmla="*/ 326707 w 382904"/>
                  <a:gd name="connsiteY115" fmla="*/ 363855 h 380047"/>
                  <a:gd name="connsiteX116" fmla="*/ 328613 w 382904"/>
                  <a:gd name="connsiteY116" fmla="*/ 365760 h 380047"/>
                  <a:gd name="connsiteX117" fmla="*/ 329565 w 382904"/>
                  <a:gd name="connsiteY117" fmla="*/ 367665 h 380047"/>
                  <a:gd name="connsiteX118" fmla="*/ 332423 w 382904"/>
                  <a:gd name="connsiteY118" fmla="*/ 369570 h 380047"/>
                  <a:gd name="connsiteX119" fmla="*/ 333375 w 382904"/>
                  <a:gd name="connsiteY119" fmla="*/ 370523 h 380047"/>
                  <a:gd name="connsiteX120" fmla="*/ 336232 w 382904"/>
                  <a:gd name="connsiteY120" fmla="*/ 376238 h 380047"/>
                  <a:gd name="connsiteX121" fmla="*/ 338138 w 382904"/>
                  <a:gd name="connsiteY121" fmla="*/ 378142 h 380047"/>
                  <a:gd name="connsiteX122" fmla="*/ 340995 w 382904"/>
                  <a:gd name="connsiteY122" fmla="*/ 379095 h 380047"/>
                  <a:gd name="connsiteX123" fmla="*/ 342900 w 382904"/>
                  <a:gd name="connsiteY123" fmla="*/ 378142 h 380047"/>
                  <a:gd name="connsiteX124" fmla="*/ 347663 w 382904"/>
                  <a:gd name="connsiteY124" fmla="*/ 376238 h 380047"/>
                  <a:gd name="connsiteX125" fmla="*/ 349567 w 382904"/>
                  <a:gd name="connsiteY125" fmla="*/ 376238 h 380047"/>
                  <a:gd name="connsiteX126" fmla="*/ 350520 w 382904"/>
                  <a:gd name="connsiteY126" fmla="*/ 377190 h 380047"/>
                  <a:gd name="connsiteX127" fmla="*/ 351473 w 382904"/>
                  <a:gd name="connsiteY127" fmla="*/ 379095 h 380047"/>
                  <a:gd name="connsiteX128" fmla="*/ 352425 w 382904"/>
                  <a:gd name="connsiteY128" fmla="*/ 380048 h 380047"/>
                  <a:gd name="connsiteX129" fmla="*/ 353378 w 382904"/>
                  <a:gd name="connsiteY129" fmla="*/ 378142 h 380047"/>
                  <a:gd name="connsiteX130" fmla="*/ 354330 w 382904"/>
                  <a:gd name="connsiteY130" fmla="*/ 376238 h 380047"/>
                  <a:gd name="connsiteX131" fmla="*/ 353378 w 382904"/>
                  <a:gd name="connsiteY131" fmla="*/ 353378 h 380047"/>
                  <a:gd name="connsiteX132" fmla="*/ 352425 w 382904"/>
                  <a:gd name="connsiteY132" fmla="*/ 353378 h 380047"/>
                  <a:gd name="connsiteX133" fmla="*/ 349567 w 382904"/>
                  <a:gd name="connsiteY133" fmla="*/ 353378 h 380047"/>
                  <a:gd name="connsiteX134" fmla="*/ 348615 w 382904"/>
                  <a:gd name="connsiteY134" fmla="*/ 354330 h 380047"/>
                  <a:gd name="connsiteX135" fmla="*/ 347663 w 382904"/>
                  <a:gd name="connsiteY135" fmla="*/ 355283 h 380047"/>
                  <a:gd name="connsiteX136" fmla="*/ 347663 w 382904"/>
                  <a:gd name="connsiteY136" fmla="*/ 356235 h 380047"/>
                  <a:gd name="connsiteX137" fmla="*/ 347663 w 382904"/>
                  <a:gd name="connsiteY137" fmla="*/ 357188 h 380047"/>
                  <a:gd name="connsiteX138" fmla="*/ 347663 w 382904"/>
                  <a:gd name="connsiteY138" fmla="*/ 358140 h 380047"/>
                  <a:gd name="connsiteX139" fmla="*/ 344805 w 382904"/>
                  <a:gd name="connsiteY139" fmla="*/ 358140 h 380047"/>
                  <a:gd name="connsiteX140" fmla="*/ 341948 w 382904"/>
                  <a:gd name="connsiteY140" fmla="*/ 358140 h 380047"/>
                  <a:gd name="connsiteX141" fmla="*/ 339090 w 382904"/>
                  <a:gd name="connsiteY141" fmla="*/ 356235 h 380047"/>
                  <a:gd name="connsiteX142" fmla="*/ 337185 w 382904"/>
                  <a:gd name="connsiteY142" fmla="*/ 355283 h 380047"/>
                  <a:gd name="connsiteX143" fmla="*/ 331470 w 382904"/>
                  <a:gd name="connsiteY143" fmla="*/ 350520 h 380047"/>
                  <a:gd name="connsiteX144" fmla="*/ 328613 w 382904"/>
                  <a:gd name="connsiteY144" fmla="*/ 347663 h 380047"/>
                  <a:gd name="connsiteX145" fmla="*/ 326707 w 382904"/>
                  <a:gd name="connsiteY145" fmla="*/ 345758 h 380047"/>
                  <a:gd name="connsiteX146" fmla="*/ 325755 w 382904"/>
                  <a:gd name="connsiteY146" fmla="*/ 341948 h 380047"/>
                  <a:gd name="connsiteX147" fmla="*/ 324803 w 382904"/>
                  <a:gd name="connsiteY147" fmla="*/ 339090 h 380047"/>
                  <a:gd name="connsiteX148" fmla="*/ 325755 w 382904"/>
                  <a:gd name="connsiteY148" fmla="*/ 335280 h 380047"/>
                  <a:gd name="connsiteX149" fmla="*/ 328613 w 382904"/>
                  <a:gd name="connsiteY149" fmla="*/ 324803 h 380047"/>
                  <a:gd name="connsiteX150" fmla="*/ 329565 w 382904"/>
                  <a:gd name="connsiteY150" fmla="*/ 320992 h 380047"/>
                  <a:gd name="connsiteX151" fmla="*/ 330517 w 382904"/>
                  <a:gd name="connsiteY151" fmla="*/ 305753 h 380047"/>
                  <a:gd name="connsiteX152" fmla="*/ 329565 w 382904"/>
                  <a:gd name="connsiteY152" fmla="*/ 301942 h 380047"/>
                  <a:gd name="connsiteX153" fmla="*/ 328613 w 382904"/>
                  <a:gd name="connsiteY153" fmla="*/ 300038 h 380047"/>
                  <a:gd name="connsiteX154" fmla="*/ 325755 w 382904"/>
                  <a:gd name="connsiteY154" fmla="*/ 296228 h 380047"/>
                  <a:gd name="connsiteX155" fmla="*/ 325755 w 382904"/>
                  <a:gd name="connsiteY155" fmla="*/ 294323 h 380047"/>
                  <a:gd name="connsiteX156" fmla="*/ 325755 w 382904"/>
                  <a:gd name="connsiteY156" fmla="*/ 292417 h 380047"/>
                  <a:gd name="connsiteX157" fmla="*/ 327660 w 382904"/>
                  <a:gd name="connsiteY157" fmla="*/ 291465 h 380047"/>
                  <a:gd name="connsiteX158" fmla="*/ 329565 w 382904"/>
                  <a:gd name="connsiteY158" fmla="*/ 289560 h 380047"/>
                  <a:gd name="connsiteX159" fmla="*/ 332423 w 382904"/>
                  <a:gd name="connsiteY159" fmla="*/ 287655 h 380047"/>
                  <a:gd name="connsiteX160" fmla="*/ 334328 w 382904"/>
                  <a:gd name="connsiteY160" fmla="*/ 284798 h 380047"/>
                  <a:gd name="connsiteX161" fmla="*/ 336232 w 382904"/>
                  <a:gd name="connsiteY161" fmla="*/ 280988 h 380047"/>
                  <a:gd name="connsiteX162" fmla="*/ 335280 w 382904"/>
                  <a:gd name="connsiteY162" fmla="*/ 278130 h 380047"/>
                  <a:gd name="connsiteX163" fmla="*/ 344805 w 382904"/>
                  <a:gd name="connsiteY163" fmla="*/ 276225 h 380047"/>
                  <a:gd name="connsiteX164" fmla="*/ 372428 w 382904"/>
                  <a:gd name="connsiteY164" fmla="*/ 272415 h 380047"/>
                  <a:gd name="connsiteX165" fmla="*/ 368617 w 382904"/>
                  <a:gd name="connsiteY165" fmla="*/ 261938 h 380047"/>
                  <a:gd name="connsiteX166" fmla="*/ 363855 w 382904"/>
                  <a:gd name="connsiteY166" fmla="*/ 251460 h 380047"/>
                  <a:gd name="connsiteX167" fmla="*/ 360045 w 382904"/>
                  <a:gd name="connsiteY167" fmla="*/ 246698 h 380047"/>
                  <a:gd name="connsiteX168" fmla="*/ 352425 w 382904"/>
                  <a:gd name="connsiteY168" fmla="*/ 240030 h 380047"/>
                  <a:gd name="connsiteX169" fmla="*/ 349567 w 382904"/>
                  <a:gd name="connsiteY169" fmla="*/ 235267 h 380047"/>
                  <a:gd name="connsiteX170" fmla="*/ 347663 w 382904"/>
                  <a:gd name="connsiteY170" fmla="*/ 230505 h 380047"/>
                  <a:gd name="connsiteX171" fmla="*/ 348615 w 382904"/>
                  <a:gd name="connsiteY171" fmla="*/ 220980 h 380047"/>
                  <a:gd name="connsiteX172" fmla="*/ 347663 w 382904"/>
                  <a:gd name="connsiteY172" fmla="*/ 216217 h 380047"/>
                  <a:gd name="connsiteX173" fmla="*/ 344805 w 382904"/>
                  <a:gd name="connsiteY173" fmla="*/ 208598 h 380047"/>
                  <a:gd name="connsiteX174" fmla="*/ 343853 w 382904"/>
                  <a:gd name="connsiteY174" fmla="*/ 206692 h 380047"/>
                  <a:gd name="connsiteX175" fmla="*/ 343853 w 382904"/>
                  <a:gd name="connsiteY175" fmla="*/ 203835 h 380047"/>
                  <a:gd name="connsiteX176" fmla="*/ 345757 w 382904"/>
                  <a:gd name="connsiteY176" fmla="*/ 199073 h 380047"/>
                  <a:gd name="connsiteX177" fmla="*/ 345757 w 382904"/>
                  <a:gd name="connsiteY177" fmla="*/ 196215 h 380047"/>
                  <a:gd name="connsiteX178" fmla="*/ 341948 w 382904"/>
                  <a:gd name="connsiteY178" fmla="*/ 181927 h 380047"/>
                  <a:gd name="connsiteX179" fmla="*/ 341948 w 382904"/>
                  <a:gd name="connsiteY179" fmla="*/ 176213 h 380047"/>
                  <a:gd name="connsiteX180" fmla="*/ 341948 w 382904"/>
                  <a:gd name="connsiteY180" fmla="*/ 169545 h 380047"/>
                  <a:gd name="connsiteX181" fmla="*/ 341948 w 382904"/>
                  <a:gd name="connsiteY181" fmla="*/ 167640 h 380047"/>
                  <a:gd name="connsiteX182" fmla="*/ 340995 w 382904"/>
                  <a:gd name="connsiteY182" fmla="*/ 165735 h 380047"/>
                  <a:gd name="connsiteX183" fmla="*/ 339090 w 382904"/>
                  <a:gd name="connsiteY183" fmla="*/ 164783 h 380047"/>
                  <a:gd name="connsiteX184" fmla="*/ 338138 w 382904"/>
                  <a:gd name="connsiteY184" fmla="*/ 162877 h 380047"/>
                  <a:gd name="connsiteX185" fmla="*/ 338138 w 382904"/>
                  <a:gd name="connsiteY185" fmla="*/ 161925 h 380047"/>
                  <a:gd name="connsiteX186" fmla="*/ 334328 w 382904"/>
                  <a:gd name="connsiteY186" fmla="*/ 159067 h 380047"/>
                  <a:gd name="connsiteX187" fmla="*/ 336232 w 382904"/>
                  <a:gd name="connsiteY187" fmla="*/ 155258 h 380047"/>
                  <a:gd name="connsiteX188" fmla="*/ 340995 w 382904"/>
                  <a:gd name="connsiteY188" fmla="*/ 149542 h 380047"/>
                  <a:gd name="connsiteX189" fmla="*/ 340995 w 382904"/>
                  <a:gd name="connsiteY189" fmla="*/ 146685 h 380047"/>
                  <a:gd name="connsiteX190" fmla="*/ 340995 w 382904"/>
                  <a:gd name="connsiteY190" fmla="*/ 143827 h 380047"/>
                  <a:gd name="connsiteX191" fmla="*/ 340995 w 382904"/>
                  <a:gd name="connsiteY191" fmla="*/ 141923 h 380047"/>
                  <a:gd name="connsiteX192" fmla="*/ 342900 w 382904"/>
                  <a:gd name="connsiteY192" fmla="*/ 139065 h 380047"/>
                  <a:gd name="connsiteX193" fmla="*/ 344805 w 382904"/>
                  <a:gd name="connsiteY193" fmla="*/ 138113 h 380047"/>
                  <a:gd name="connsiteX194" fmla="*/ 349567 w 382904"/>
                  <a:gd name="connsiteY194" fmla="*/ 134302 h 380047"/>
                  <a:gd name="connsiteX195" fmla="*/ 349567 w 382904"/>
                  <a:gd name="connsiteY195" fmla="*/ 120967 h 380047"/>
                  <a:gd name="connsiteX196" fmla="*/ 351473 w 382904"/>
                  <a:gd name="connsiteY196" fmla="*/ 108585 h 380047"/>
                  <a:gd name="connsiteX197" fmla="*/ 352425 w 382904"/>
                  <a:gd name="connsiteY197" fmla="*/ 105727 h 380047"/>
                  <a:gd name="connsiteX198" fmla="*/ 355282 w 382904"/>
                  <a:gd name="connsiteY198" fmla="*/ 100013 h 380047"/>
                  <a:gd name="connsiteX199" fmla="*/ 356235 w 382904"/>
                  <a:gd name="connsiteY199" fmla="*/ 97155 h 380047"/>
                  <a:gd name="connsiteX200" fmla="*/ 356235 w 382904"/>
                  <a:gd name="connsiteY200" fmla="*/ 96202 h 380047"/>
                  <a:gd name="connsiteX201" fmla="*/ 356235 w 382904"/>
                  <a:gd name="connsiteY201" fmla="*/ 92392 h 380047"/>
                  <a:gd name="connsiteX202" fmla="*/ 356235 w 382904"/>
                  <a:gd name="connsiteY202" fmla="*/ 90488 h 380047"/>
                  <a:gd name="connsiteX203" fmla="*/ 357188 w 382904"/>
                  <a:gd name="connsiteY203" fmla="*/ 89535 h 380047"/>
                  <a:gd name="connsiteX204" fmla="*/ 379095 w 382904"/>
                  <a:gd name="connsiteY204" fmla="*/ 72390 h 380047"/>
                  <a:gd name="connsiteX205" fmla="*/ 381953 w 382904"/>
                  <a:gd name="connsiteY205" fmla="*/ 66675 h 380047"/>
                  <a:gd name="connsiteX206" fmla="*/ 382905 w 382904"/>
                  <a:gd name="connsiteY206" fmla="*/ 64770 h 380047"/>
                  <a:gd name="connsiteX207" fmla="*/ 382905 w 382904"/>
                  <a:gd name="connsiteY207" fmla="*/ 62865 h 380047"/>
                  <a:gd name="connsiteX208" fmla="*/ 381953 w 382904"/>
                  <a:gd name="connsiteY208" fmla="*/ 61913 h 380047"/>
                  <a:gd name="connsiteX209" fmla="*/ 380048 w 382904"/>
                  <a:gd name="connsiteY209" fmla="*/ 60960 h 380047"/>
                  <a:gd name="connsiteX210" fmla="*/ 378142 w 382904"/>
                  <a:gd name="connsiteY210" fmla="*/ 60008 h 380047"/>
                  <a:gd name="connsiteX211" fmla="*/ 373380 w 382904"/>
                  <a:gd name="connsiteY211" fmla="*/ 58102 h 380047"/>
                  <a:gd name="connsiteX212" fmla="*/ 372428 w 382904"/>
                  <a:gd name="connsiteY212" fmla="*/ 57150 h 380047"/>
                  <a:gd name="connsiteX213" fmla="*/ 372428 w 382904"/>
                  <a:gd name="connsiteY213" fmla="*/ 55245 h 380047"/>
                  <a:gd name="connsiteX214" fmla="*/ 373380 w 382904"/>
                  <a:gd name="connsiteY214" fmla="*/ 53340 h 380047"/>
                  <a:gd name="connsiteX215" fmla="*/ 374332 w 382904"/>
                  <a:gd name="connsiteY215" fmla="*/ 51435 h 380047"/>
                  <a:gd name="connsiteX216" fmla="*/ 374332 w 382904"/>
                  <a:gd name="connsiteY216" fmla="*/ 49530 h 380047"/>
                  <a:gd name="connsiteX217" fmla="*/ 374332 w 382904"/>
                  <a:gd name="connsiteY217" fmla="*/ 48577 h 380047"/>
                  <a:gd name="connsiteX218" fmla="*/ 373380 w 382904"/>
                  <a:gd name="connsiteY218" fmla="*/ 46673 h 380047"/>
                  <a:gd name="connsiteX219" fmla="*/ 373380 w 382904"/>
                  <a:gd name="connsiteY219" fmla="*/ 46673 h 380047"/>
                  <a:gd name="connsiteX220" fmla="*/ 375285 w 382904"/>
                  <a:gd name="connsiteY220" fmla="*/ 38100 h 380047"/>
                  <a:gd name="connsiteX221" fmla="*/ 374332 w 382904"/>
                  <a:gd name="connsiteY221" fmla="*/ 36195 h 380047"/>
                  <a:gd name="connsiteX222" fmla="*/ 374332 w 382904"/>
                  <a:gd name="connsiteY222" fmla="*/ 35242 h 380047"/>
                  <a:gd name="connsiteX223" fmla="*/ 373380 w 382904"/>
                  <a:gd name="connsiteY223" fmla="*/ 35242 h 380047"/>
                  <a:gd name="connsiteX224" fmla="*/ 373380 w 382904"/>
                  <a:gd name="connsiteY224" fmla="*/ 34290 h 380047"/>
                  <a:gd name="connsiteX225" fmla="*/ 372428 w 382904"/>
                  <a:gd name="connsiteY225" fmla="*/ 33338 h 380047"/>
                  <a:gd name="connsiteX226" fmla="*/ 371475 w 382904"/>
                  <a:gd name="connsiteY226" fmla="*/ 33338 h 380047"/>
                  <a:gd name="connsiteX227" fmla="*/ 371475 w 382904"/>
                  <a:gd name="connsiteY227" fmla="*/ 33338 h 380047"/>
                  <a:gd name="connsiteX228" fmla="*/ 370523 w 382904"/>
                  <a:gd name="connsiteY228" fmla="*/ 33338 h 380047"/>
                  <a:gd name="connsiteX229" fmla="*/ 369570 w 382904"/>
                  <a:gd name="connsiteY229" fmla="*/ 33338 h 380047"/>
                  <a:gd name="connsiteX230" fmla="*/ 369570 w 382904"/>
                  <a:gd name="connsiteY230" fmla="*/ 33338 h 380047"/>
                  <a:gd name="connsiteX231" fmla="*/ 368617 w 382904"/>
                  <a:gd name="connsiteY231" fmla="*/ 33338 h 380047"/>
                  <a:gd name="connsiteX232" fmla="*/ 368617 w 382904"/>
                  <a:gd name="connsiteY232" fmla="*/ 32385 h 380047"/>
                  <a:gd name="connsiteX233" fmla="*/ 368617 w 382904"/>
                  <a:gd name="connsiteY233" fmla="*/ 32385 h 380047"/>
                  <a:gd name="connsiteX234" fmla="*/ 368617 w 382904"/>
                  <a:gd name="connsiteY234" fmla="*/ 32385 h 380047"/>
                  <a:gd name="connsiteX235" fmla="*/ 368617 w 382904"/>
                  <a:gd name="connsiteY235" fmla="*/ 32385 h 380047"/>
                  <a:gd name="connsiteX236" fmla="*/ 368617 w 382904"/>
                  <a:gd name="connsiteY236" fmla="*/ 31433 h 380047"/>
                  <a:gd name="connsiteX237" fmla="*/ 368617 w 382904"/>
                  <a:gd name="connsiteY237" fmla="*/ 30480 h 380047"/>
                  <a:gd name="connsiteX238" fmla="*/ 367665 w 382904"/>
                  <a:gd name="connsiteY238" fmla="*/ 29527 h 380047"/>
                  <a:gd name="connsiteX239" fmla="*/ 367665 w 382904"/>
                  <a:gd name="connsiteY239" fmla="*/ 29527 h 380047"/>
                  <a:gd name="connsiteX240" fmla="*/ 366713 w 382904"/>
                  <a:gd name="connsiteY240" fmla="*/ 28575 h 380047"/>
                  <a:gd name="connsiteX241" fmla="*/ 365760 w 382904"/>
                  <a:gd name="connsiteY241" fmla="*/ 28575 h 380047"/>
                  <a:gd name="connsiteX242" fmla="*/ 361950 w 382904"/>
                  <a:gd name="connsiteY242" fmla="*/ 26670 h 380047"/>
                  <a:gd name="connsiteX243" fmla="*/ 358140 w 382904"/>
                  <a:gd name="connsiteY243" fmla="*/ 22860 h 380047"/>
                  <a:gd name="connsiteX244" fmla="*/ 355282 w 382904"/>
                  <a:gd name="connsiteY244" fmla="*/ 20002 h 380047"/>
                  <a:gd name="connsiteX245" fmla="*/ 354330 w 382904"/>
                  <a:gd name="connsiteY245" fmla="*/ 18098 h 380047"/>
                  <a:gd name="connsiteX246" fmla="*/ 350520 w 382904"/>
                  <a:gd name="connsiteY246" fmla="*/ 14288 h 380047"/>
                  <a:gd name="connsiteX247" fmla="*/ 350520 w 382904"/>
                  <a:gd name="connsiteY247" fmla="*/ 14288 h 380047"/>
                  <a:gd name="connsiteX248" fmla="*/ 348615 w 382904"/>
                  <a:gd name="connsiteY248" fmla="*/ 13335 h 380047"/>
                  <a:gd name="connsiteX249" fmla="*/ 347663 w 382904"/>
                  <a:gd name="connsiteY249" fmla="*/ 13335 h 380047"/>
                  <a:gd name="connsiteX250" fmla="*/ 346710 w 382904"/>
                  <a:gd name="connsiteY250" fmla="*/ 14288 h 380047"/>
                  <a:gd name="connsiteX251" fmla="*/ 345757 w 382904"/>
                  <a:gd name="connsiteY251" fmla="*/ 15240 h 380047"/>
                  <a:gd name="connsiteX252" fmla="*/ 345757 w 382904"/>
                  <a:gd name="connsiteY252" fmla="*/ 16192 h 380047"/>
                  <a:gd name="connsiteX253" fmla="*/ 343853 w 382904"/>
                  <a:gd name="connsiteY253" fmla="*/ 17145 h 380047"/>
                  <a:gd name="connsiteX254" fmla="*/ 342900 w 382904"/>
                  <a:gd name="connsiteY254" fmla="*/ 18098 h 380047"/>
                  <a:gd name="connsiteX255" fmla="*/ 341948 w 382904"/>
                  <a:gd name="connsiteY255" fmla="*/ 18098 h 380047"/>
                  <a:gd name="connsiteX256" fmla="*/ 340995 w 382904"/>
                  <a:gd name="connsiteY256" fmla="*/ 18098 h 380047"/>
                  <a:gd name="connsiteX257" fmla="*/ 339090 w 382904"/>
                  <a:gd name="connsiteY257" fmla="*/ 17145 h 380047"/>
                  <a:gd name="connsiteX258" fmla="*/ 336232 w 382904"/>
                  <a:gd name="connsiteY258" fmla="*/ 16192 h 380047"/>
                  <a:gd name="connsiteX259" fmla="*/ 334328 w 382904"/>
                  <a:gd name="connsiteY259" fmla="*/ 16192 h 380047"/>
                  <a:gd name="connsiteX260" fmla="*/ 332423 w 382904"/>
                  <a:gd name="connsiteY260" fmla="*/ 16192 h 380047"/>
                  <a:gd name="connsiteX261" fmla="*/ 325755 w 382904"/>
                  <a:gd name="connsiteY261" fmla="*/ 20002 h 380047"/>
                  <a:gd name="connsiteX262" fmla="*/ 322898 w 382904"/>
                  <a:gd name="connsiteY262" fmla="*/ 19050 h 380047"/>
                  <a:gd name="connsiteX263" fmla="*/ 321945 w 382904"/>
                  <a:gd name="connsiteY263" fmla="*/ 19050 h 380047"/>
                  <a:gd name="connsiteX264" fmla="*/ 320992 w 382904"/>
                  <a:gd name="connsiteY264" fmla="*/ 19050 h 380047"/>
                  <a:gd name="connsiteX265" fmla="*/ 320992 w 382904"/>
                  <a:gd name="connsiteY265" fmla="*/ 19050 h 380047"/>
                  <a:gd name="connsiteX266" fmla="*/ 320040 w 382904"/>
                  <a:gd name="connsiteY266" fmla="*/ 18098 h 380047"/>
                  <a:gd name="connsiteX267" fmla="*/ 319088 w 382904"/>
                  <a:gd name="connsiteY267" fmla="*/ 17145 h 380047"/>
                  <a:gd name="connsiteX268" fmla="*/ 318135 w 382904"/>
                  <a:gd name="connsiteY268" fmla="*/ 16192 h 380047"/>
                  <a:gd name="connsiteX269" fmla="*/ 316230 w 382904"/>
                  <a:gd name="connsiteY269" fmla="*/ 15240 h 380047"/>
                  <a:gd name="connsiteX270" fmla="*/ 314325 w 382904"/>
                  <a:gd name="connsiteY270" fmla="*/ 14288 h 380047"/>
                  <a:gd name="connsiteX271" fmla="*/ 313373 w 382904"/>
                  <a:gd name="connsiteY271" fmla="*/ 13335 h 380047"/>
                  <a:gd name="connsiteX272" fmla="*/ 313373 w 382904"/>
                  <a:gd name="connsiteY272" fmla="*/ 13335 h 380047"/>
                  <a:gd name="connsiteX273" fmla="*/ 312420 w 382904"/>
                  <a:gd name="connsiteY273" fmla="*/ 11430 h 380047"/>
                  <a:gd name="connsiteX274" fmla="*/ 311467 w 382904"/>
                  <a:gd name="connsiteY274" fmla="*/ 10477 h 380047"/>
                  <a:gd name="connsiteX275" fmla="*/ 310515 w 382904"/>
                  <a:gd name="connsiteY275" fmla="*/ 9525 h 380047"/>
                  <a:gd name="connsiteX276" fmla="*/ 308610 w 382904"/>
                  <a:gd name="connsiteY276" fmla="*/ 7620 h 380047"/>
                  <a:gd name="connsiteX277" fmla="*/ 306705 w 382904"/>
                  <a:gd name="connsiteY277" fmla="*/ 6667 h 380047"/>
                  <a:gd name="connsiteX278" fmla="*/ 305753 w 382904"/>
                  <a:gd name="connsiteY278" fmla="*/ 5715 h 380047"/>
                  <a:gd name="connsiteX279" fmla="*/ 305753 w 382904"/>
                  <a:gd name="connsiteY279" fmla="*/ 3810 h 380047"/>
                  <a:gd name="connsiteX280" fmla="*/ 302895 w 382904"/>
                  <a:gd name="connsiteY280" fmla="*/ 2858 h 380047"/>
                  <a:gd name="connsiteX281" fmla="*/ 300990 w 382904"/>
                  <a:gd name="connsiteY281" fmla="*/ 2858 h 380047"/>
                  <a:gd name="connsiteX282" fmla="*/ 299085 w 382904"/>
                  <a:gd name="connsiteY282" fmla="*/ 2858 h 380047"/>
                  <a:gd name="connsiteX283" fmla="*/ 297180 w 382904"/>
                  <a:gd name="connsiteY283" fmla="*/ 2858 h 380047"/>
                  <a:gd name="connsiteX284" fmla="*/ 293370 w 382904"/>
                  <a:gd name="connsiteY284" fmla="*/ 3810 h 380047"/>
                  <a:gd name="connsiteX285" fmla="*/ 291465 w 382904"/>
                  <a:gd name="connsiteY285" fmla="*/ 4763 h 380047"/>
                  <a:gd name="connsiteX286" fmla="*/ 288607 w 382904"/>
                  <a:gd name="connsiteY286" fmla="*/ 3810 h 380047"/>
                  <a:gd name="connsiteX287" fmla="*/ 277178 w 382904"/>
                  <a:gd name="connsiteY287" fmla="*/ 952 h 380047"/>
                  <a:gd name="connsiteX288" fmla="*/ 270510 w 382904"/>
                  <a:gd name="connsiteY288" fmla="*/ 0 h 380047"/>
                  <a:gd name="connsiteX289" fmla="*/ 265748 w 382904"/>
                  <a:gd name="connsiteY289" fmla="*/ 952 h 380047"/>
                  <a:gd name="connsiteX290" fmla="*/ 263842 w 382904"/>
                  <a:gd name="connsiteY290" fmla="*/ 1905 h 380047"/>
                  <a:gd name="connsiteX291" fmla="*/ 262890 w 382904"/>
                  <a:gd name="connsiteY291" fmla="*/ 3810 h 380047"/>
                  <a:gd name="connsiteX292" fmla="*/ 260985 w 382904"/>
                  <a:gd name="connsiteY292" fmla="*/ 5715 h 380047"/>
                  <a:gd name="connsiteX293" fmla="*/ 259080 w 382904"/>
                  <a:gd name="connsiteY293" fmla="*/ 6667 h 380047"/>
                  <a:gd name="connsiteX294" fmla="*/ 256223 w 382904"/>
                  <a:gd name="connsiteY294" fmla="*/ 6667 h 380047"/>
                  <a:gd name="connsiteX295" fmla="*/ 253365 w 382904"/>
                  <a:gd name="connsiteY295" fmla="*/ 6667 h 380047"/>
                  <a:gd name="connsiteX296" fmla="*/ 247650 w 382904"/>
                  <a:gd name="connsiteY296" fmla="*/ 6667 h 380047"/>
                  <a:gd name="connsiteX297" fmla="*/ 241935 w 382904"/>
                  <a:gd name="connsiteY297" fmla="*/ 6667 h 380047"/>
                  <a:gd name="connsiteX298" fmla="*/ 231457 w 382904"/>
                  <a:gd name="connsiteY298" fmla="*/ 10477 h 380047"/>
                  <a:gd name="connsiteX299" fmla="*/ 226695 w 382904"/>
                  <a:gd name="connsiteY299" fmla="*/ 12383 h 380047"/>
                  <a:gd name="connsiteX300" fmla="*/ 220980 w 382904"/>
                  <a:gd name="connsiteY300" fmla="*/ 12383 h 380047"/>
                  <a:gd name="connsiteX301" fmla="*/ 217170 w 382904"/>
                  <a:gd name="connsiteY301" fmla="*/ 12383 h 380047"/>
                  <a:gd name="connsiteX302" fmla="*/ 213360 w 382904"/>
                  <a:gd name="connsiteY302" fmla="*/ 13335 h 380047"/>
                  <a:gd name="connsiteX303" fmla="*/ 209550 w 382904"/>
                  <a:gd name="connsiteY303" fmla="*/ 17145 h 380047"/>
                  <a:gd name="connsiteX304" fmla="*/ 207645 w 382904"/>
                  <a:gd name="connsiteY304" fmla="*/ 20955 h 380047"/>
                  <a:gd name="connsiteX305" fmla="*/ 206692 w 382904"/>
                  <a:gd name="connsiteY305" fmla="*/ 22860 h 380047"/>
                  <a:gd name="connsiteX306" fmla="*/ 205740 w 382904"/>
                  <a:gd name="connsiteY306" fmla="*/ 23813 h 380047"/>
                  <a:gd name="connsiteX307" fmla="*/ 202882 w 382904"/>
                  <a:gd name="connsiteY307" fmla="*/ 23813 h 380047"/>
                  <a:gd name="connsiteX308" fmla="*/ 196215 w 382904"/>
                  <a:gd name="connsiteY308" fmla="*/ 21908 h 380047"/>
                  <a:gd name="connsiteX309" fmla="*/ 192405 w 382904"/>
                  <a:gd name="connsiteY309" fmla="*/ 20955 h 380047"/>
                  <a:gd name="connsiteX310" fmla="*/ 187642 w 382904"/>
                  <a:gd name="connsiteY310" fmla="*/ 20002 h 380047"/>
                  <a:gd name="connsiteX311" fmla="*/ 170498 w 382904"/>
                  <a:gd name="connsiteY311" fmla="*/ 17145 h 380047"/>
                  <a:gd name="connsiteX312" fmla="*/ 168592 w 382904"/>
                  <a:gd name="connsiteY312" fmla="*/ 16192 h 380047"/>
                  <a:gd name="connsiteX313" fmla="*/ 166688 w 382904"/>
                  <a:gd name="connsiteY313" fmla="*/ 15240 h 380047"/>
                  <a:gd name="connsiteX314" fmla="*/ 162877 w 382904"/>
                  <a:gd name="connsiteY314" fmla="*/ 10477 h 380047"/>
                  <a:gd name="connsiteX315" fmla="*/ 160020 w 382904"/>
                  <a:gd name="connsiteY315" fmla="*/ 9525 h 380047"/>
                  <a:gd name="connsiteX316" fmla="*/ 154305 w 382904"/>
                  <a:gd name="connsiteY316" fmla="*/ 5715 h 380047"/>
                  <a:gd name="connsiteX317" fmla="*/ 147638 w 382904"/>
                  <a:gd name="connsiteY317" fmla="*/ 3810 h 380047"/>
                  <a:gd name="connsiteX318" fmla="*/ 141923 w 382904"/>
                  <a:gd name="connsiteY318" fmla="*/ 5715 h 380047"/>
                  <a:gd name="connsiteX319" fmla="*/ 138113 w 382904"/>
                  <a:gd name="connsiteY319" fmla="*/ 10477 h 380047"/>
                  <a:gd name="connsiteX320" fmla="*/ 133350 w 382904"/>
                  <a:gd name="connsiteY320" fmla="*/ 15240 h 380047"/>
                  <a:gd name="connsiteX321" fmla="*/ 129540 w 382904"/>
                  <a:gd name="connsiteY321" fmla="*/ 19050 h 380047"/>
                  <a:gd name="connsiteX322" fmla="*/ 128588 w 382904"/>
                  <a:gd name="connsiteY322" fmla="*/ 20955 h 380047"/>
                  <a:gd name="connsiteX323" fmla="*/ 128588 w 382904"/>
                  <a:gd name="connsiteY323" fmla="*/ 33338 h 380047"/>
                  <a:gd name="connsiteX324" fmla="*/ 128588 w 382904"/>
                  <a:gd name="connsiteY324" fmla="*/ 37148 h 380047"/>
                  <a:gd name="connsiteX325" fmla="*/ 128588 w 382904"/>
                  <a:gd name="connsiteY325" fmla="*/ 44767 h 380047"/>
                  <a:gd name="connsiteX326" fmla="*/ 124777 w 382904"/>
                  <a:gd name="connsiteY326" fmla="*/ 52388 h 380047"/>
                  <a:gd name="connsiteX327" fmla="*/ 120015 w 382904"/>
                  <a:gd name="connsiteY327" fmla="*/ 59055 h 380047"/>
                  <a:gd name="connsiteX328" fmla="*/ 118110 w 382904"/>
                  <a:gd name="connsiteY328" fmla="*/ 66675 h 380047"/>
                  <a:gd name="connsiteX329" fmla="*/ 118110 w 382904"/>
                  <a:gd name="connsiteY329" fmla="*/ 69533 h 380047"/>
                  <a:gd name="connsiteX330" fmla="*/ 118110 w 382904"/>
                  <a:gd name="connsiteY330" fmla="*/ 73342 h 380047"/>
                  <a:gd name="connsiteX331" fmla="*/ 117157 w 382904"/>
                  <a:gd name="connsiteY331" fmla="*/ 76200 h 380047"/>
                  <a:gd name="connsiteX332" fmla="*/ 117157 w 382904"/>
                  <a:gd name="connsiteY332" fmla="*/ 78105 h 380047"/>
                  <a:gd name="connsiteX333" fmla="*/ 115252 w 382904"/>
                  <a:gd name="connsiteY333" fmla="*/ 81915 h 380047"/>
                  <a:gd name="connsiteX334" fmla="*/ 114300 w 382904"/>
                  <a:gd name="connsiteY334" fmla="*/ 83820 h 380047"/>
                  <a:gd name="connsiteX335" fmla="*/ 114300 w 382904"/>
                  <a:gd name="connsiteY335" fmla="*/ 87630 h 380047"/>
                  <a:gd name="connsiteX336" fmla="*/ 114300 w 382904"/>
                  <a:gd name="connsiteY336" fmla="*/ 98108 h 380047"/>
                  <a:gd name="connsiteX337" fmla="*/ 114300 w 382904"/>
                  <a:gd name="connsiteY337" fmla="*/ 101917 h 380047"/>
                  <a:gd name="connsiteX338" fmla="*/ 111442 w 382904"/>
                  <a:gd name="connsiteY338" fmla="*/ 108585 h 380047"/>
                  <a:gd name="connsiteX339" fmla="*/ 110490 w 382904"/>
                  <a:gd name="connsiteY339" fmla="*/ 112395 h 380047"/>
                  <a:gd name="connsiteX340" fmla="*/ 110490 w 382904"/>
                  <a:gd name="connsiteY340" fmla="*/ 114300 h 380047"/>
                  <a:gd name="connsiteX341" fmla="*/ 111442 w 382904"/>
                  <a:gd name="connsiteY341" fmla="*/ 115252 h 380047"/>
                  <a:gd name="connsiteX342" fmla="*/ 111442 w 382904"/>
                  <a:gd name="connsiteY342" fmla="*/ 117158 h 380047"/>
                  <a:gd name="connsiteX343" fmla="*/ 111442 w 382904"/>
                  <a:gd name="connsiteY343" fmla="*/ 118110 h 380047"/>
                  <a:gd name="connsiteX344" fmla="*/ 110490 w 382904"/>
                  <a:gd name="connsiteY344" fmla="*/ 120015 h 380047"/>
                  <a:gd name="connsiteX345" fmla="*/ 108585 w 382904"/>
                  <a:gd name="connsiteY345" fmla="*/ 120967 h 380047"/>
                  <a:gd name="connsiteX346" fmla="*/ 105727 w 382904"/>
                  <a:gd name="connsiteY346" fmla="*/ 123825 h 380047"/>
                  <a:gd name="connsiteX347" fmla="*/ 102870 w 382904"/>
                  <a:gd name="connsiteY347" fmla="*/ 125730 h 380047"/>
                  <a:gd name="connsiteX348" fmla="*/ 96202 w 382904"/>
                  <a:gd name="connsiteY348" fmla="*/ 129540 h 380047"/>
                  <a:gd name="connsiteX349" fmla="*/ 94298 w 382904"/>
                  <a:gd name="connsiteY349" fmla="*/ 131445 h 380047"/>
                  <a:gd name="connsiteX350" fmla="*/ 92392 w 382904"/>
                  <a:gd name="connsiteY350" fmla="*/ 134302 h 380047"/>
                  <a:gd name="connsiteX351" fmla="*/ 89535 w 382904"/>
                  <a:gd name="connsiteY351" fmla="*/ 140017 h 380047"/>
                  <a:gd name="connsiteX352" fmla="*/ 87630 w 382904"/>
                  <a:gd name="connsiteY352" fmla="*/ 142875 h 380047"/>
                  <a:gd name="connsiteX353" fmla="*/ 85725 w 382904"/>
                  <a:gd name="connsiteY353" fmla="*/ 145733 h 380047"/>
                  <a:gd name="connsiteX354" fmla="*/ 82867 w 382904"/>
                  <a:gd name="connsiteY354" fmla="*/ 147638 h 380047"/>
                  <a:gd name="connsiteX355" fmla="*/ 80963 w 382904"/>
                  <a:gd name="connsiteY355" fmla="*/ 150495 h 380047"/>
                  <a:gd name="connsiteX356" fmla="*/ 80010 w 382904"/>
                  <a:gd name="connsiteY356" fmla="*/ 153352 h 380047"/>
                  <a:gd name="connsiteX357" fmla="*/ 80010 w 382904"/>
                  <a:gd name="connsiteY357" fmla="*/ 157163 h 380047"/>
                  <a:gd name="connsiteX358" fmla="*/ 80963 w 382904"/>
                  <a:gd name="connsiteY358" fmla="*/ 167640 h 380047"/>
                  <a:gd name="connsiteX359" fmla="*/ 80010 w 382904"/>
                  <a:gd name="connsiteY359" fmla="*/ 171450 h 380047"/>
                  <a:gd name="connsiteX360" fmla="*/ 79057 w 382904"/>
                  <a:gd name="connsiteY360" fmla="*/ 175260 h 380047"/>
                  <a:gd name="connsiteX361" fmla="*/ 78105 w 382904"/>
                  <a:gd name="connsiteY361" fmla="*/ 179070 h 380047"/>
                  <a:gd name="connsiteX362" fmla="*/ 76200 w 382904"/>
                  <a:gd name="connsiteY362" fmla="*/ 181927 h 380047"/>
                  <a:gd name="connsiteX363" fmla="*/ 74295 w 382904"/>
                  <a:gd name="connsiteY363" fmla="*/ 184785 h 380047"/>
                  <a:gd name="connsiteX364" fmla="*/ 72390 w 382904"/>
                  <a:gd name="connsiteY364" fmla="*/ 185738 h 380047"/>
                  <a:gd name="connsiteX365" fmla="*/ 70485 w 382904"/>
                  <a:gd name="connsiteY365" fmla="*/ 186690 h 380047"/>
                  <a:gd name="connsiteX366" fmla="*/ 67627 w 382904"/>
                  <a:gd name="connsiteY366" fmla="*/ 188595 h 380047"/>
                  <a:gd name="connsiteX367" fmla="*/ 62865 w 382904"/>
                  <a:gd name="connsiteY367" fmla="*/ 192405 h 380047"/>
                  <a:gd name="connsiteX368" fmla="*/ 58102 w 382904"/>
                  <a:gd name="connsiteY368" fmla="*/ 197167 h 380047"/>
                  <a:gd name="connsiteX369" fmla="*/ 54292 w 382904"/>
                  <a:gd name="connsiteY369" fmla="*/ 201930 h 380047"/>
                  <a:gd name="connsiteX370" fmla="*/ 51435 w 382904"/>
                  <a:gd name="connsiteY370" fmla="*/ 203835 h 380047"/>
                  <a:gd name="connsiteX371" fmla="*/ 48577 w 382904"/>
                  <a:gd name="connsiteY371" fmla="*/ 204788 h 380047"/>
                  <a:gd name="connsiteX372" fmla="*/ 44767 w 382904"/>
                  <a:gd name="connsiteY372" fmla="*/ 203835 h 380047"/>
                  <a:gd name="connsiteX373" fmla="*/ 43815 w 382904"/>
                  <a:gd name="connsiteY373" fmla="*/ 200025 h 380047"/>
                  <a:gd name="connsiteX374" fmla="*/ 44767 w 382904"/>
                  <a:gd name="connsiteY374" fmla="*/ 196215 h 380047"/>
                  <a:gd name="connsiteX375" fmla="*/ 42863 w 382904"/>
                  <a:gd name="connsiteY375" fmla="*/ 193358 h 380047"/>
                  <a:gd name="connsiteX376" fmla="*/ 40957 w 382904"/>
                  <a:gd name="connsiteY376" fmla="*/ 193358 h 380047"/>
                  <a:gd name="connsiteX377" fmla="*/ 34290 w 382904"/>
                  <a:gd name="connsiteY377" fmla="*/ 197167 h 380047"/>
                  <a:gd name="connsiteX378" fmla="*/ 33338 w 382904"/>
                  <a:gd name="connsiteY378" fmla="*/ 197167 h 380047"/>
                  <a:gd name="connsiteX379" fmla="*/ 32385 w 382904"/>
                  <a:gd name="connsiteY379" fmla="*/ 196215 h 380047"/>
                  <a:gd name="connsiteX380" fmla="*/ 31432 w 382904"/>
                  <a:gd name="connsiteY380" fmla="*/ 196215 h 380047"/>
                  <a:gd name="connsiteX381" fmla="*/ 31432 w 382904"/>
                  <a:gd name="connsiteY381" fmla="*/ 196215 h 380047"/>
                  <a:gd name="connsiteX382" fmla="*/ 30480 w 382904"/>
                  <a:gd name="connsiteY382" fmla="*/ 197167 h 380047"/>
                  <a:gd name="connsiteX383" fmla="*/ 30480 w 382904"/>
                  <a:gd name="connsiteY383" fmla="*/ 198120 h 380047"/>
                  <a:gd name="connsiteX384" fmla="*/ 30480 w 382904"/>
                  <a:gd name="connsiteY384" fmla="*/ 199073 h 380047"/>
                  <a:gd name="connsiteX385" fmla="*/ 29527 w 382904"/>
                  <a:gd name="connsiteY385" fmla="*/ 200025 h 380047"/>
                  <a:gd name="connsiteX386" fmla="*/ 28575 w 382904"/>
                  <a:gd name="connsiteY386" fmla="*/ 201930 h 380047"/>
                  <a:gd name="connsiteX387" fmla="*/ 26670 w 382904"/>
                  <a:gd name="connsiteY387" fmla="*/ 202883 h 380047"/>
                  <a:gd name="connsiteX388" fmla="*/ 24765 w 382904"/>
                  <a:gd name="connsiteY388" fmla="*/ 203835 h 380047"/>
                  <a:gd name="connsiteX389" fmla="*/ 22860 w 382904"/>
                  <a:gd name="connsiteY389" fmla="*/ 202883 h 380047"/>
                  <a:gd name="connsiteX390" fmla="*/ 20955 w 382904"/>
                  <a:gd name="connsiteY390" fmla="*/ 201930 h 380047"/>
                  <a:gd name="connsiteX391" fmla="*/ 20002 w 382904"/>
                  <a:gd name="connsiteY391" fmla="*/ 200977 h 380047"/>
                  <a:gd name="connsiteX392" fmla="*/ 19050 w 382904"/>
                  <a:gd name="connsiteY392" fmla="*/ 200025 h 380047"/>
                  <a:gd name="connsiteX393" fmla="*/ 17145 w 382904"/>
                  <a:gd name="connsiteY393" fmla="*/ 200025 h 380047"/>
                  <a:gd name="connsiteX394" fmla="*/ 10477 w 382904"/>
                  <a:gd name="connsiteY394" fmla="*/ 204788 h 380047"/>
                  <a:gd name="connsiteX395" fmla="*/ 7620 w 382904"/>
                  <a:gd name="connsiteY395" fmla="*/ 207645 h 380047"/>
                  <a:gd name="connsiteX396" fmla="*/ 6667 w 382904"/>
                  <a:gd name="connsiteY396" fmla="*/ 208598 h 380047"/>
                  <a:gd name="connsiteX397" fmla="*/ 5715 w 382904"/>
                  <a:gd name="connsiteY397" fmla="*/ 208598 h 380047"/>
                  <a:gd name="connsiteX398" fmla="*/ 5715 w 382904"/>
                  <a:gd name="connsiteY398" fmla="*/ 209550 h 380047"/>
                  <a:gd name="connsiteX399" fmla="*/ 5715 w 382904"/>
                  <a:gd name="connsiteY399" fmla="*/ 212408 h 380047"/>
                  <a:gd name="connsiteX400" fmla="*/ 6667 w 382904"/>
                  <a:gd name="connsiteY400" fmla="*/ 217170 h 380047"/>
                  <a:gd name="connsiteX401" fmla="*/ 5715 w 382904"/>
                  <a:gd name="connsiteY401" fmla="*/ 219075 h 380047"/>
                  <a:gd name="connsiteX402" fmla="*/ 4763 w 382904"/>
                  <a:gd name="connsiteY402" fmla="*/ 220980 h 380047"/>
                  <a:gd name="connsiteX403" fmla="*/ 3810 w 382904"/>
                  <a:gd name="connsiteY403" fmla="*/ 221933 h 380047"/>
                  <a:gd name="connsiteX404" fmla="*/ 0 w 382904"/>
                  <a:gd name="connsiteY404" fmla="*/ 222885 h 380047"/>
                  <a:gd name="connsiteX405" fmla="*/ 3810 w 382904"/>
                  <a:gd name="connsiteY405" fmla="*/ 226695 h 380047"/>
                  <a:gd name="connsiteX406" fmla="*/ 8573 w 382904"/>
                  <a:gd name="connsiteY406" fmla="*/ 226695 h 380047"/>
                  <a:gd name="connsiteX407" fmla="*/ 12382 w 382904"/>
                  <a:gd name="connsiteY407" fmla="*/ 224790 h 380047"/>
                  <a:gd name="connsiteX408" fmla="*/ 17145 w 382904"/>
                  <a:gd name="connsiteY408" fmla="*/ 224790 h 380047"/>
                  <a:gd name="connsiteX409" fmla="*/ 26670 w 382904"/>
                  <a:gd name="connsiteY409" fmla="*/ 223838 h 380047"/>
                  <a:gd name="connsiteX410" fmla="*/ 77152 w 382904"/>
                  <a:gd name="connsiteY410" fmla="*/ 224790 h 380047"/>
                  <a:gd name="connsiteX411" fmla="*/ 77152 w 382904"/>
                  <a:gd name="connsiteY411" fmla="*/ 224790 h 380047"/>
                  <a:gd name="connsiteX412" fmla="*/ 77152 w 382904"/>
                  <a:gd name="connsiteY412" fmla="*/ 224790 h 380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382904" h="380047">
                    <a:moveTo>
                      <a:pt x="77152" y="224790"/>
                    </a:moveTo>
                    <a:lnTo>
                      <a:pt x="85725" y="226695"/>
                    </a:lnTo>
                    <a:lnTo>
                      <a:pt x="90488" y="234315"/>
                    </a:lnTo>
                    <a:lnTo>
                      <a:pt x="92392" y="242888"/>
                    </a:lnTo>
                    <a:lnTo>
                      <a:pt x="96202" y="250508"/>
                    </a:lnTo>
                    <a:lnTo>
                      <a:pt x="104775" y="265748"/>
                    </a:lnTo>
                    <a:lnTo>
                      <a:pt x="106680" y="268605"/>
                    </a:lnTo>
                    <a:lnTo>
                      <a:pt x="109538" y="269558"/>
                    </a:lnTo>
                    <a:lnTo>
                      <a:pt x="113348" y="270510"/>
                    </a:lnTo>
                    <a:lnTo>
                      <a:pt x="117157" y="270510"/>
                    </a:lnTo>
                    <a:lnTo>
                      <a:pt x="120967" y="269558"/>
                    </a:lnTo>
                    <a:lnTo>
                      <a:pt x="124777" y="268605"/>
                    </a:lnTo>
                    <a:lnTo>
                      <a:pt x="128588" y="267653"/>
                    </a:lnTo>
                    <a:lnTo>
                      <a:pt x="132398" y="267653"/>
                    </a:lnTo>
                    <a:lnTo>
                      <a:pt x="136207" y="268605"/>
                    </a:lnTo>
                    <a:lnTo>
                      <a:pt x="138113" y="268605"/>
                    </a:lnTo>
                    <a:lnTo>
                      <a:pt x="140017" y="267653"/>
                    </a:lnTo>
                    <a:lnTo>
                      <a:pt x="142875" y="267653"/>
                    </a:lnTo>
                    <a:lnTo>
                      <a:pt x="142875" y="265748"/>
                    </a:lnTo>
                    <a:lnTo>
                      <a:pt x="143827" y="261938"/>
                    </a:lnTo>
                    <a:lnTo>
                      <a:pt x="146685" y="253365"/>
                    </a:lnTo>
                    <a:lnTo>
                      <a:pt x="148590" y="250508"/>
                    </a:lnTo>
                    <a:lnTo>
                      <a:pt x="152400" y="247650"/>
                    </a:lnTo>
                    <a:lnTo>
                      <a:pt x="155257" y="247650"/>
                    </a:lnTo>
                    <a:lnTo>
                      <a:pt x="160973" y="246698"/>
                    </a:lnTo>
                    <a:lnTo>
                      <a:pt x="165735" y="245745"/>
                    </a:lnTo>
                    <a:lnTo>
                      <a:pt x="168592" y="246698"/>
                    </a:lnTo>
                    <a:lnTo>
                      <a:pt x="168592" y="248602"/>
                    </a:lnTo>
                    <a:lnTo>
                      <a:pt x="167640" y="250508"/>
                    </a:lnTo>
                    <a:lnTo>
                      <a:pt x="167640" y="251460"/>
                    </a:lnTo>
                    <a:lnTo>
                      <a:pt x="168592" y="253365"/>
                    </a:lnTo>
                    <a:lnTo>
                      <a:pt x="170498" y="254317"/>
                    </a:lnTo>
                    <a:lnTo>
                      <a:pt x="187642" y="253365"/>
                    </a:lnTo>
                    <a:lnTo>
                      <a:pt x="191452" y="254317"/>
                    </a:lnTo>
                    <a:lnTo>
                      <a:pt x="193357" y="257175"/>
                    </a:lnTo>
                    <a:lnTo>
                      <a:pt x="193357" y="260033"/>
                    </a:lnTo>
                    <a:lnTo>
                      <a:pt x="192405" y="265748"/>
                    </a:lnTo>
                    <a:lnTo>
                      <a:pt x="192405" y="267653"/>
                    </a:lnTo>
                    <a:lnTo>
                      <a:pt x="193357" y="270510"/>
                    </a:lnTo>
                    <a:lnTo>
                      <a:pt x="194310" y="274320"/>
                    </a:lnTo>
                    <a:lnTo>
                      <a:pt x="195263" y="277178"/>
                    </a:lnTo>
                    <a:lnTo>
                      <a:pt x="194310" y="281940"/>
                    </a:lnTo>
                    <a:lnTo>
                      <a:pt x="193357" y="292417"/>
                    </a:lnTo>
                    <a:lnTo>
                      <a:pt x="193357" y="297180"/>
                    </a:lnTo>
                    <a:lnTo>
                      <a:pt x="194310" y="301942"/>
                    </a:lnTo>
                    <a:lnTo>
                      <a:pt x="200025" y="308610"/>
                    </a:lnTo>
                    <a:lnTo>
                      <a:pt x="201930" y="312420"/>
                    </a:lnTo>
                    <a:lnTo>
                      <a:pt x="201930" y="314325"/>
                    </a:lnTo>
                    <a:lnTo>
                      <a:pt x="202882" y="316230"/>
                    </a:lnTo>
                    <a:lnTo>
                      <a:pt x="202882" y="323850"/>
                    </a:lnTo>
                    <a:lnTo>
                      <a:pt x="202882" y="324803"/>
                    </a:lnTo>
                    <a:lnTo>
                      <a:pt x="201930" y="325755"/>
                    </a:lnTo>
                    <a:lnTo>
                      <a:pt x="201930" y="325755"/>
                    </a:lnTo>
                    <a:lnTo>
                      <a:pt x="200977" y="326708"/>
                    </a:lnTo>
                    <a:lnTo>
                      <a:pt x="200025" y="326708"/>
                    </a:lnTo>
                    <a:lnTo>
                      <a:pt x="200025" y="331470"/>
                    </a:lnTo>
                    <a:lnTo>
                      <a:pt x="202882" y="332423"/>
                    </a:lnTo>
                    <a:lnTo>
                      <a:pt x="207645" y="330517"/>
                    </a:lnTo>
                    <a:lnTo>
                      <a:pt x="210502" y="330517"/>
                    </a:lnTo>
                    <a:lnTo>
                      <a:pt x="215265" y="331470"/>
                    </a:lnTo>
                    <a:lnTo>
                      <a:pt x="218123" y="331470"/>
                    </a:lnTo>
                    <a:lnTo>
                      <a:pt x="220027" y="330517"/>
                    </a:lnTo>
                    <a:lnTo>
                      <a:pt x="223838" y="329565"/>
                    </a:lnTo>
                    <a:lnTo>
                      <a:pt x="225742" y="328613"/>
                    </a:lnTo>
                    <a:lnTo>
                      <a:pt x="228600" y="328613"/>
                    </a:lnTo>
                    <a:lnTo>
                      <a:pt x="231457" y="329565"/>
                    </a:lnTo>
                    <a:lnTo>
                      <a:pt x="234315" y="328613"/>
                    </a:lnTo>
                    <a:lnTo>
                      <a:pt x="236220" y="326708"/>
                    </a:lnTo>
                    <a:lnTo>
                      <a:pt x="238125" y="326708"/>
                    </a:lnTo>
                    <a:lnTo>
                      <a:pt x="239077" y="327660"/>
                    </a:lnTo>
                    <a:lnTo>
                      <a:pt x="240982" y="330517"/>
                    </a:lnTo>
                    <a:lnTo>
                      <a:pt x="241935" y="330517"/>
                    </a:lnTo>
                    <a:lnTo>
                      <a:pt x="242888" y="331470"/>
                    </a:lnTo>
                    <a:lnTo>
                      <a:pt x="243840" y="331470"/>
                    </a:lnTo>
                    <a:lnTo>
                      <a:pt x="244792" y="332423"/>
                    </a:lnTo>
                    <a:lnTo>
                      <a:pt x="244792" y="333375"/>
                    </a:lnTo>
                    <a:lnTo>
                      <a:pt x="244792" y="335280"/>
                    </a:lnTo>
                    <a:lnTo>
                      <a:pt x="243840" y="336233"/>
                    </a:lnTo>
                    <a:lnTo>
                      <a:pt x="246698" y="338138"/>
                    </a:lnTo>
                    <a:lnTo>
                      <a:pt x="251460" y="337185"/>
                    </a:lnTo>
                    <a:lnTo>
                      <a:pt x="256223" y="335280"/>
                    </a:lnTo>
                    <a:lnTo>
                      <a:pt x="260985" y="334328"/>
                    </a:lnTo>
                    <a:lnTo>
                      <a:pt x="262890" y="334328"/>
                    </a:lnTo>
                    <a:lnTo>
                      <a:pt x="262890" y="334328"/>
                    </a:lnTo>
                    <a:lnTo>
                      <a:pt x="262890" y="335280"/>
                    </a:lnTo>
                    <a:lnTo>
                      <a:pt x="262890" y="337185"/>
                    </a:lnTo>
                    <a:lnTo>
                      <a:pt x="263842" y="340042"/>
                    </a:lnTo>
                    <a:lnTo>
                      <a:pt x="263842" y="341948"/>
                    </a:lnTo>
                    <a:lnTo>
                      <a:pt x="265748" y="343853"/>
                    </a:lnTo>
                    <a:lnTo>
                      <a:pt x="267653" y="344805"/>
                    </a:lnTo>
                    <a:lnTo>
                      <a:pt x="272415" y="346710"/>
                    </a:lnTo>
                    <a:lnTo>
                      <a:pt x="278130" y="347663"/>
                    </a:lnTo>
                    <a:lnTo>
                      <a:pt x="289560" y="349567"/>
                    </a:lnTo>
                    <a:lnTo>
                      <a:pt x="291465" y="349567"/>
                    </a:lnTo>
                    <a:lnTo>
                      <a:pt x="293370" y="349567"/>
                    </a:lnTo>
                    <a:lnTo>
                      <a:pt x="295275" y="348615"/>
                    </a:lnTo>
                    <a:lnTo>
                      <a:pt x="296228" y="347663"/>
                    </a:lnTo>
                    <a:lnTo>
                      <a:pt x="297180" y="345758"/>
                    </a:lnTo>
                    <a:lnTo>
                      <a:pt x="297180" y="343853"/>
                    </a:lnTo>
                    <a:lnTo>
                      <a:pt x="299085" y="341948"/>
                    </a:lnTo>
                    <a:lnTo>
                      <a:pt x="300990" y="340995"/>
                    </a:lnTo>
                    <a:lnTo>
                      <a:pt x="300990" y="341948"/>
                    </a:lnTo>
                    <a:lnTo>
                      <a:pt x="301942" y="342900"/>
                    </a:lnTo>
                    <a:lnTo>
                      <a:pt x="301942" y="344805"/>
                    </a:lnTo>
                    <a:lnTo>
                      <a:pt x="302895" y="345758"/>
                    </a:lnTo>
                    <a:lnTo>
                      <a:pt x="303848" y="346710"/>
                    </a:lnTo>
                    <a:lnTo>
                      <a:pt x="305753" y="348615"/>
                    </a:lnTo>
                    <a:lnTo>
                      <a:pt x="306705" y="350520"/>
                    </a:lnTo>
                    <a:lnTo>
                      <a:pt x="307657" y="352425"/>
                    </a:lnTo>
                    <a:lnTo>
                      <a:pt x="309563" y="354330"/>
                    </a:lnTo>
                    <a:lnTo>
                      <a:pt x="310515" y="354330"/>
                    </a:lnTo>
                    <a:lnTo>
                      <a:pt x="321945" y="358140"/>
                    </a:lnTo>
                    <a:lnTo>
                      <a:pt x="323850" y="359092"/>
                    </a:lnTo>
                    <a:lnTo>
                      <a:pt x="325755" y="360998"/>
                    </a:lnTo>
                    <a:lnTo>
                      <a:pt x="326707" y="362903"/>
                    </a:lnTo>
                    <a:lnTo>
                      <a:pt x="326707" y="363855"/>
                    </a:lnTo>
                    <a:lnTo>
                      <a:pt x="328613" y="365760"/>
                    </a:lnTo>
                    <a:lnTo>
                      <a:pt x="329565" y="367665"/>
                    </a:lnTo>
                    <a:lnTo>
                      <a:pt x="332423" y="369570"/>
                    </a:lnTo>
                    <a:lnTo>
                      <a:pt x="333375" y="370523"/>
                    </a:lnTo>
                    <a:lnTo>
                      <a:pt x="336232" y="376238"/>
                    </a:lnTo>
                    <a:lnTo>
                      <a:pt x="338138" y="378142"/>
                    </a:lnTo>
                    <a:lnTo>
                      <a:pt x="340995" y="379095"/>
                    </a:lnTo>
                    <a:lnTo>
                      <a:pt x="342900" y="378142"/>
                    </a:lnTo>
                    <a:lnTo>
                      <a:pt x="347663" y="376238"/>
                    </a:lnTo>
                    <a:lnTo>
                      <a:pt x="349567" y="376238"/>
                    </a:lnTo>
                    <a:lnTo>
                      <a:pt x="350520" y="377190"/>
                    </a:lnTo>
                    <a:lnTo>
                      <a:pt x="351473" y="379095"/>
                    </a:lnTo>
                    <a:lnTo>
                      <a:pt x="352425" y="380048"/>
                    </a:lnTo>
                    <a:lnTo>
                      <a:pt x="353378" y="378142"/>
                    </a:lnTo>
                    <a:lnTo>
                      <a:pt x="354330" y="376238"/>
                    </a:lnTo>
                    <a:lnTo>
                      <a:pt x="353378" y="353378"/>
                    </a:lnTo>
                    <a:lnTo>
                      <a:pt x="352425" y="353378"/>
                    </a:lnTo>
                    <a:lnTo>
                      <a:pt x="349567" y="353378"/>
                    </a:lnTo>
                    <a:lnTo>
                      <a:pt x="348615" y="354330"/>
                    </a:lnTo>
                    <a:lnTo>
                      <a:pt x="347663" y="355283"/>
                    </a:lnTo>
                    <a:lnTo>
                      <a:pt x="347663" y="356235"/>
                    </a:lnTo>
                    <a:lnTo>
                      <a:pt x="347663" y="357188"/>
                    </a:lnTo>
                    <a:lnTo>
                      <a:pt x="347663" y="358140"/>
                    </a:lnTo>
                    <a:lnTo>
                      <a:pt x="344805" y="358140"/>
                    </a:lnTo>
                    <a:lnTo>
                      <a:pt x="341948" y="358140"/>
                    </a:lnTo>
                    <a:lnTo>
                      <a:pt x="339090" y="356235"/>
                    </a:lnTo>
                    <a:lnTo>
                      <a:pt x="337185" y="355283"/>
                    </a:lnTo>
                    <a:lnTo>
                      <a:pt x="331470" y="350520"/>
                    </a:lnTo>
                    <a:lnTo>
                      <a:pt x="328613" y="347663"/>
                    </a:lnTo>
                    <a:lnTo>
                      <a:pt x="326707" y="345758"/>
                    </a:lnTo>
                    <a:lnTo>
                      <a:pt x="325755" y="341948"/>
                    </a:lnTo>
                    <a:lnTo>
                      <a:pt x="324803" y="339090"/>
                    </a:lnTo>
                    <a:lnTo>
                      <a:pt x="325755" y="335280"/>
                    </a:lnTo>
                    <a:lnTo>
                      <a:pt x="328613" y="324803"/>
                    </a:lnTo>
                    <a:lnTo>
                      <a:pt x="329565" y="320992"/>
                    </a:lnTo>
                    <a:lnTo>
                      <a:pt x="330517" y="305753"/>
                    </a:lnTo>
                    <a:lnTo>
                      <a:pt x="329565" y="301942"/>
                    </a:lnTo>
                    <a:lnTo>
                      <a:pt x="328613" y="300038"/>
                    </a:lnTo>
                    <a:lnTo>
                      <a:pt x="325755" y="296228"/>
                    </a:lnTo>
                    <a:lnTo>
                      <a:pt x="325755" y="294323"/>
                    </a:lnTo>
                    <a:lnTo>
                      <a:pt x="325755" y="292417"/>
                    </a:lnTo>
                    <a:lnTo>
                      <a:pt x="327660" y="291465"/>
                    </a:lnTo>
                    <a:lnTo>
                      <a:pt x="329565" y="289560"/>
                    </a:lnTo>
                    <a:lnTo>
                      <a:pt x="332423" y="287655"/>
                    </a:lnTo>
                    <a:lnTo>
                      <a:pt x="334328" y="284798"/>
                    </a:lnTo>
                    <a:lnTo>
                      <a:pt x="336232" y="280988"/>
                    </a:lnTo>
                    <a:lnTo>
                      <a:pt x="335280" y="278130"/>
                    </a:lnTo>
                    <a:lnTo>
                      <a:pt x="344805" y="276225"/>
                    </a:lnTo>
                    <a:lnTo>
                      <a:pt x="372428" y="272415"/>
                    </a:lnTo>
                    <a:lnTo>
                      <a:pt x="368617" y="261938"/>
                    </a:lnTo>
                    <a:lnTo>
                      <a:pt x="363855" y="251460"/>
                    </a:lnTo>
                    <a:lnTo>
                      <a:pt x="360045" y="246698"/>
                    </a:lnTo>
                    <a:lnTo>
                      <a:pt x="352425" y="240030"/>
                    </a:lnTo>
                    <a:lnTo>
                      <a:pt x="349567" y="235267"/>
                    </a:lnTo>
                    <a:lnTo>
                      <a:pt x="347663" y="230505"/>
                    </a:lnTo>
                    <a:lnTo>
                      <a:pt x="348615" y="220980"/>
                    </a:lnTo>
                    <a:lnTo>
                      <a:pt x="347663" y="216217"/>
                    </a:lnTo>
                    <a:lnTo>
                      <a:pt x="344805" y="208598"/>
                    </a:lnTo>
                    <a:lnTo>
                      <a:pt x="343853" y="206692"/>
                    </a:lnTo>
                    <a:lnTo>
                      <a:pt x="343853" y="203835"/>
                    </a:lnTo>
                    <a:lnTo>
                      <a:pt x="345757" y="199073"/>
                    </a:lnTo>
                    <a:lnTo>
                      <a:pt x="345757" y="196215"/>
                    </a:lnTo>
                    <a:lnTo>
                      <a:pt x="341948" y="181927"/>
                    </a:lnTo>
                    <a:lnTo>
                      <a:pt x="341948" y="176213"/>
                    </a:lnTo>
                    <a:lnTo>
                      <a:pt x="341948" y="169545"/>
                    </a:lnTo>
                    <a:lnTo>
                      <a:pt x="341948" y="167640"/>
                    </a:lnTo>
                    <a:lnTo>
                      <a:pt x="340995" y="165735"/>
                    </a:lnTo>
                    <a:lnTo>
                      <a:pt x="339090" y="164783"/>
                    </a:lnTo>
                    <a:lnTo>
                      <a:pt x="338138" y="162877"/>
                    </a:lnTo>
                    <a:lnTo>
                      <a:pt x="338138" y="161925"/>
                    </a:lnTo>
                    <a:lnTo>
                      <a:pt x="334328" y="159067"/>
                    </a:lnTo>
                    <a:lnTo>
                      <a:pt x="336232" y="155258"/>
                    </a:lnTo>
                    <a:lnTo>
                      <a:pt x="340995" y="149542"/>
                    </a:lnTo>
                    <a:lnTo>
                      <a:pt x="340995" y="146685"/>
                    </a:lnTo>
                    <a:lnTo>
                      <a:pt x="340995" y="143827"/>
                    </a:lnTo>
                    <a:lnTo>
                      <a:pt x="340995" y="141923"/>
                    </a:lnTo>
                    <a:lnTo>
                      <a:pt x="342900" y="139065"/>
                    </a:lnTo>
                    <a:lnTo>
                      <a:pt x="344805" y="138113"/>
                    </a:lnTo>
                    <a:lnTo>
                      <a:pt x="349567" y="134302"/>
                    </a:lnTo>
                    <a:lnTo>
                      <a:pt x="349567" y="120967"/>
                    </a:lnTo>
                    <a:lnTo>
                      <a:pt x="351473" y="108585"/>
                    </a:lnTo>
                    <a:lnTo>
                      <a:pt x="352425" y="105727"/>
                    </a:lnTo>
                    <a:lnTo>
                      <a:pt x="355282" y="100013"/>
                    </a:lnTo>
                    <a:lnTo>
                      <a:pt x="356235" y="97155"/>
                    </a:lnTo>
                    <a:lnTo>
                      <a:pt x="356235" y="96202"/>
                    </a:lnTo>
                    <a:lnTo>
                      <a:pt x="356235" y="92392"/>
                    </a:lnTo>
                    <a:lnTo>
                      <a:pt x="356235" y="90488"/>
                    </a:lnTo>
                    <a:lnTo>
                      <a:pt x="357188" y="89535"/>
                    </a:lnTo>
                    <a:lnTo>
                      <a:pt x="379095" y="72390"/>
                    </a:lnTo>
                    <a:lnTo>
                      <a:pt x="381953" y="66675"/>
                    </a:lnTo>
                    <a:lnTo>
                      <a:pt x="382905" y="64770"/>
                    </a:lnTo>
                    <a:lnTo>
                      <a:pt x="382905" y="62865"/>
                    </a:lnTo>
                    <a:lnTo>
                      <a:pt x="381953" y="61913"/>
                    </a:lnTo>
                    <a:lnTo>
                      <a:pt x="380048" y="60960"/>
                    </a:lnTo>
                    <a:lnTo>
                      <a:pt x="378142" y="60008"/>
                    </a:lnTo>
                    <a:lnTo>
                      <a:pt x="373380" y="58102"/>
                    </a:lnTo>
                    <a:lnTo>
                      <a:pt x="372428" y="57150"/>
                    </a:lnTo>
                    <a:lnTo>
                      <a:pt x="372428" y="55245"/>
                    </a:lnTo>
                    <a:lnTo>
                      <a:pt x="373380" y="53340"/>
                    </a:lnTo>
                    <a:lnTo>
                      <a:pt x="374332" y="51435"/>
                    </a:lnTo>
                    <a:lnTo>
                      <a:pt x="374332" y="49530"/>
                    </a:lnTo>
                    <a:lnTo>
                      <a:pt x="374332" y="48577"/>
                    </a:lnTo>
                    <a:lnTo>
                      <a:pt x="373380" y="46673"/>
                    </a:lnTo>
                    <a:lnTo>
                      <a:pt x="373380" y="46673"/>
                    </a:lnTo>
                    <a:lnTo>
                      <a:pt x="375285" y="38100"/>
                    </a:lnTo>
                    <a:lnTo>
                      <a:pt x="374332" y="36195"/>
                    </a:lnTo>
                    <a:lnTo>
                      <a:pt x="374332" y="35242"/>
                    </a:lnTo>
                    <a:lnTo>
                      <a:pt x="373380" y="35242"/>
                    </a:lnTo>
                    <a:lnTo>
                      <a:pt x="373380" y="34290"/>
                    </a:lnTo>
                    <a:lnTo>
                      <a:pt x="372428" y="33338"/>
                    </a:lnTo>
                    <a:lnTo>
                      <a:pt x="371475" y="33338"/>
                    </a:lnTo>
                    <a:lnTo>
                      <a:pt x="371475" y="33338"/>
                    </a:lnTo>
                    <a:lnTo>
                      <a:pt x="370523" y="33338"/>
                    </a:lnTo>
                    <a:lnTo>
                      <a:pt x="369570" y="33338"/>
                    </a:lnTo>
                    <a:lnTo>
                      <a:pt x="369570" y="33338"/>
                    </a:lnTo>
                    <a:lnTo>
                      <a:pt x="368617" y="33338"/>
                    </a:lnTo>
                    <a:lnTo>
                      <a:pt x="368617" y="32385"/>
                    </a:lnTo>
                    <a:lnTo>
                      <a:pt x="368617" y="32385"/>
                    </a:lnTo>
                    <a:lnTo>
                      <a:pt x="368617" y="32385"/>
                    </a:lnTo>
                    <a:lnTo>
                      <a:pt x="368617" y="32385"/>
                    </a:lnTo>
                    <a:lnTo>
                      <a:pt x="368617" y="31433"/>
                    </a:lnTo>
                    <a:lnTo>
                      <a:pt x="368617" y="30480"/>
                    </a:lnTo>
                    <a:lnTo>
                      <a:pt x="367665" y="29527"/>
                    </a:lnTo>
                    <a:lnTo>
                      <a:pt x="367665" y="29527"/>
                    </a:lnTo>
                    <a:lnTo>
                      <a:pt x="366713" y="28575"/>
                    </a:lnTo>
                    <a:lnTo>
                      <a:pt x="365760" y="28575"/>
                    </a:lnTo>
                    <a:lnTo>
                      <a:pt x="361950" y="26670"/>
                    </a:lnTo>
                    <a:lnTo>
                      <a:pt x="358140" y="22860"/>
                    </a:lnTo>
                    <a:lnTo>
                      <a:pt x="355282" y="20002"/>
                    </a:lnTo>
                    <a:lnTo>
                      <a:pt x="354330" y="18098"/>
                    </a:lnTo>
                    <a:lnTo>
                      <a:pt x="350520" y="14288"/>
                    </a:lnTo>
                    <a:lnTo>
                      <a:pt x="350520" y="14288"/>
                    </a:lnTo>
                    <a:lnTo>
                      <a:pt x="348615" y="13335"/>
                    </a:lnTo>
                    <a:lnTo>
                      <a:pt x="347663" y="13335"/>
                    </a:lnTo>
                    <a:lnTo>
                      <a:pt x="346710" y="14288"/>
                    </a:lnTo>
                    <a:lnTo>
                      <a:pt x="345757" y="15240"/>
                    </a:lnTo>
                    <a:lnTo>
                      <a:pt x="345757" y="16192"/>
                    </a:lnTo>
                    <a:lnTo>
                      <a:pt x="343853" y="17145"/>
                    </a:lnTo>
                    <a:lnTo>
                      <a:pt x="342900" y="18098"/>
                    </a:lnTo>
                    <a:lnTo>
                      <a:pt x="341948" y="18098"/>
                    </a:lnTo>
                    <a:lnTo>
                      <a:pt x="340995" y="18098"/>
                    </a:lnTo>
                    <a:lnTo>
                      <a:pt x="339090" y="17145"/>
                    </a:lnTo>
                    <a:lnTo>
                      <a:pt x="336232" y="16192"/>
                    </a:lnTo>
                    <a:lnTo>
                      <a:pt x="334328" y="16192"/>
                    </a:lnTo>
                    <a:lnTo>
                      <a:pt x="332423" y="16192"/>
                    </a:lnTo>
                    <a:lnTo>
                      <a:pt x="325755" y="20002"/>
                    </a:lnTo>
                    <a:lnTo>
                      <a:pt x="322898" y="19050"/>
                    </a:lnTo>
                    <a:lnTo>
                      <a:pt x="321945" y="19050"/>
                    </a:lnTo>
                    <a:lnTo>
                      <a:pt x="320992" y="19050"/>
                    </a:lnTo>
                    <a:lnTo>
                      <a:pt x="320992" y="19050"/>
                    </a:lnTo>
                    <a:lnTo>
                      <a:pt x="320040" y="18098"/>
                    </a:lnTo>
                    <a:lnTo>
                      <a:pt x="319088" y="17145"/>
                    </a:lnTo>
                    <a:lnTo>
                      <a:pt x="318135" y="16192"/>
                    </a:lnTo>
                    <a:lnTo>
                      <a:pt x="316230" y="15240"/>
                    </a:lnTo>
                    <a:lnTo>
                      <a:pt x="314325" y="14288"/>
                    </a:lnTo>
                    <a:lnTo>
                      <a:pt x="313373" y="13335"/>
                    </a:lnTo>
                    <a:lnTo>
                      <a:pt x="313373" y="13335"/>
                    </a:lnTo>
                    <a:lnTo>
                      <a:pt x="312420" y="11430"/>
                    </a:lnTo>
                    <a:lnTo>
                      <a:pt x="311467" y="10477"/>
                    </a:lnTo>
                    <a:lnTo>
                      <a:pt x="310515" y="9525"/>
                    </a:lnTo>
                    <a:lnTo>
                      <a:pt x="308610" y="7620"/>
                    </a:lnTo>
                    <a:lnTo>
                      <a:pt x="306705" y="6667"/>
                    </a:lnTo>
                    <a:lnTo>
                      <a:pt x="305753" y="5715"/>
                    </a:lnTo>
                    <a:lnTo>
                      <a:pt x="305753" y="3810"/>
                    </a:lnTo>
                    <a:lnTo>
                      <a:pt x="302895" y="2858"/>
                    </a:lnTo>
                    <a:lnTo>
                      <a:pt x="300990" y="2858"/>
                    </a:lnTo>
                    <a:lnTo>
                      <a:pt x="299085" y="2858"/>
                    </a:lnTo>
                    <a:lnTo>
                      <a:pt x="297180" y="2858"/>
                    </a:lnTo>
                    <a:lnTo>
                      <a:pt x="293370" y="3810"/>
                    </a:lnTo>
                    <a:lnTo>
                      <a:pt x="291465" y="4763"/>
                    </a:lnTo>
                    <a:lnTo>
                      <a:pt x="288607" y="3810"/>
                    </a:lnTo>
                    <a:lnTo>
                      <a:pt x="277178" y="952"/>
                    </a:lnTo>
                    <a:lnTo>
                      <a:pt x="270510" y="0"/>
                    </a:lnTo>
                    <a:lnTo>
                      <a:pt x="265748" y="952"/>
                    </a:lnTo>
                    <a:lnTo>
                      <a:pt x="263842" y="1905"/>
                    </a:lnTo>
                    <a:lnTo>
                      <a:pt x="262890" y="3810"/>
                    </a:lnTo>
                    <a:lnTo>
                      <a:pt x="260985" y="5715"/>
                    </a:lnTo>
                    <a:lnTo>
                      <a:pt x="259080" y="6667"/>
                    </a:lnTo>
                    <a:lnTo>
                      <a:pt x="256223" y="6667"/>
                    </a:lnTo>
                    <a:lnTo>
                      <a:pt x="253365" y="6667"/>
                    </a:lnTo>
                    <a:lnTo>
                      <a:pt x="247650" y="6667"/>
                    </a:lnTo>
                    <a:lnTo>
                      <a:pt x="241935" y="6667"/>
                    </a:lnTo>
                    <a:lnTo>
                      <a:pt x="231457" y="10477"/>
                    </a:lnTo>
                    <a:lnTo>
                      <a:pt x="226695" y="12383"/>
                    </a:lnTo>
                    <a:lnTo>
                      <a:pt x="220980" y="12383"/>
                    </a:lnTo>
                    <a:lnTo>
                      <a:pt x="217170" y="12383"/>
                    </a:lnTo>
                    <a:lnTo>
                      <a:pt x="213360" y="13335"/>
                    </a:lnTo>
                    <a:lnTo>
                      <a:pt x="209550" y="17145"/>
                    </a:lnTo>
                    <a:lnTo>
                      <a:pt x="207645" y="20955"/>
                    </a:lnTo>
                    <a:lnTo>
                      <a:pt x="206692" y="22860"/>
                    </a:lnTo>
                    <a:lnTo>
                      <a:pt x="205740" y="23813"/>
                    </a:lnTo>
                    <a:lnTo>
                      <a:pt x="202882" y="23813"/>
                    </a:lnTo>
                    <a:lnTo>
                      <a:pt x="196215" y="21908"/>
                    </a:lnTo>
                    <a:lnTo>
                      <a:pt x="192405" y="20955"/>
                    </a:lnTo>
                    <a:lnTo>
                      <a:pt x="187642" y="20002"/>
                    </a:lnTo>
                    <a:lnTo>
                      <a:pt x="170498" y="17145"/>
                    </a:lnTo>
                    <a:lnTo>
                      <a:pt x="168592" y="16192"/>
                    </a:lnTo>
                    <a:lnTo>
                      <a:pt x="166688" y="15240"/>
                    </a:lnTo>
                    <a:lnTo>
                      <a:pt x="162877" y="10477"/>
                    </a:lnTo>
                    <a:lnTo>
                      <a:pt x="160020" y="9525"/>
                    </a:lnTo>
                    <a:lnTo>
                      <a:pt x="154305" y="5715"/>
                    </a:lnTo>
                    <a:lnTo>
                      <a:pt x="147638" y="3810"/>
                    </a:lnTo>
                    <a:lnTo>
                      <a:pt x="141923" y="5715"/>
                    </a:lnTo>
                    <a:lnTo>
                      <a:pt x="138113" y="10477"/>
                    </a:lnTo>
                    <a:lnTo>
                      <a:pt x="133350" y="15240"/>
                    </a:lnTo>
                    <a:lnTo>
                      <a:pt x="129540" y="19050"/>
                    </a:lnTo>
                    <a:lnTo>
                      <a:pt x="128588" y="20955"/>
                    </a:lnTo>
                    <a:lnTo>
                      <a:pt x="128588" y="33338"/>
                    </a:lnTo>
                    <a:lnTo>
                      <a:pt x="128588" y="37148"/>
                    </a:lnTo>
                    <a:lnTo>
                      <a:pt x="128588" y="44767"/>
                    </a:lnTo>
                    <a:lnTo>
                      <a:pt x="124777" y="52388"/>
                    </a:lnTo>
                    <a:lnTo>
                      <a:pt x="120015" y="59055"/>
                    </a:lnTo>
                    <a:lnTo>
                      <a:pt x="118110" y="66675"/>
                    </a:lnTo>
                    <a:lnTo>
                      <a:pt x="118110" y="69533"/>
                    </a:lnTo>
                    <a:lnTo>
                      <a:pt x="118110" y="73342"/>
                    </a:lnTo>
                    <a:lnTo>
                      <a:pt x="117157" y="76200"/>
                    </a:lnTo>
                    <a:lnTo>
                      <a:pt x="117157" y="78105"/>
                    </a:lnTo>
                    <a:lnTo>
                      <a:pt x="115252" y="81915"/>
                    </a:lnTo>
                    <a:lnTo>
                      <a:pt x="114300" y="83820"/>
                    </a:lnTo>
                    <a:lnTo>
                      <a:pt x="114300" y="87630"/>
                    </a:lnTo>
                    <a:lnTo>
                      <a:pt x="114300" y="98108"/>
                    </a:lnTo>
                    <a:lnTo>
                      <a:pt x="114300" y="101917"/>
                    </a:lnTo>
                    <a:lnTo>
                      <a:pt x="111442" y="108585"/>
                    </a:lnTo>
                    <a:lnTo>
                      <a:pt x="110490" y="112395"/>
                    </a:lnTo>
                    <a:lnTo>
                      <a:pt x="110490" y="114300"/>
                    </a:lnTo>
                    <a:lnTo>
                      <a:pt x="111442" y="115252"/>
                    </a:lnTo>
                    <a:lnTo>
                      <a:pt x="111442" y="117158"/>
                    </a:lnTo>
                    <a:lnTo>
                      <a:pt x="111442" y="118110"/>
                    </a:lnTo>
                    <a:lnTo>
                      <a:pt x="110490" y="120015"/>
                    </a:lnTo>
                    <a:lnTo>
                      <a:pt x="108585" y="120967"/>
                    </a:lnTo>
                    <a:lnTo>
                      <a:pt x="105727" y="123825"/>
                    </a:lnTo>
                    <a:lnTo>
                      <a:pt x="102870" y="125730"/>
                    </a:lnTo>
                    <a:lnTo>
                      <a:pt x="96202" y="129540"/>
                    </a:lnTo>
                    <a:lnTo>
                      <a:pt x="94298" y="131445"/>
                    </a:lnTo>
                    <a:lnTo>
                      <a:pt x="92392" y="134302"/>
                    </a:lnTo>
                    <a:lnTo>
                      <a:pt x="89535" y="140017"/>
                    </a:lnTo>
                    <a:lnTo>
                      <a:pt x="87630" y="142875"/>
                    </a:lnTo>
                    <a:lnTo>
                      <a:pt x="85725" y="145733"/>
                    </a:lnTo>
                    <a:lnTo>
                      <a:pt x="82867" y="147638"/>
                    </a:lnTo>
                    <a:lnTo>
                      <a:pt x="80963" y="150495"/>
                    </a:lnTo>
                    <a:lnTo>
                      <a:pt x="80010" y="153352"/>
                    </a:lnTo>
                    <a:lnTo>
                      <a:pt x="80010" y="157163"/>
                    </a:lnTo>
                    <a:lnTo>
                      <a:pt x="80963" y="167640"/>
                    </a:lnTo>
                    <a:lnTo>
                      <a:pt x="80010" y="171450"/>
                    </a:lnTo>
                    <a:lnTo>
                      <a:pt x="79057" y="175260"/>
                    </a:lnTo>
                    <a:lnTo>
                      <a:pt x="78105" y="179070"/>
                    </a:lnTo>
                    <a:lnTo>
                      <a:pt x="76200" y="181927"/>
                    </a:lnTo>
                    <a:lnTo>
                      <a:pt x="74295" y="184785"/>
                    </a:lnTo>
                    <a:lnTo>
                      <a:pt x="72390" y="185738"/>
                    </a:lnTo>
                    <a:lnTo>
                      <a:pt x="70485" y="186690"/>
                    </a:lnTo>
                    <a:lnTo>
                      <a:pt x="67627" y="188595"/>
                    </a:lnTo>
                    <a:lnTo>
                      <a:pt x="62865" y="192405"/>
                    </a:lnTo>
                    <a:lnTo>
                      <a:pt x="58102" y="197167"/>
                    </a:lnTo>
                    <a:lnTo>
                      <a:pt x="54292" y="201930"/>
                    </a:lnTo>
                    <a:lnTo>
                      <a:pt x="51435" y="203835"/>
                    </a:lnTo>
                    <a:lnTo>
                      <a:pt x="48577" y="204788"/>
                    </a:lnTo>
                    <a:lnTo>
                      <a:pt x="44767" y="203835"/>
                    </a:lnTo>
                    <a:lnTo>
                      <a:pt x="43815" y="200025"/>
                    </a:lnTo>
                    <a:lnTo>
                      <a:pt x="44767" y="196215"/>
                    </a:lnTo>
                    <a:lnTo>
                      <a:pt x="42863" y="193358"/>
                    </a:lnTo>
                    <a:lnTo>
                      <a:pt x="40957" y="193358"/>
                    </a:lnTo>
                    <a:lnTo>
                      <a:pt x="34290" y="197167"/>
                    </a:lnTo>
                    <a:lnTo>
                      <a:pt x="33338" y="197167"/>
                    </a:lnTo>
                    <a:lnTo>
                      <a:pt x="32385" y="196215"/>
                    </a:lnTo>
                    <a:lnTo>
                      <a:pt x="31432" y="196215"/>
                    </a:lnTo>
                    <a:lnTo>
                      <a:pt x="31432" y="196215"/>
                    </a:lnTo>
                    <a:lnTo>
                      <a:pt x="30480" y="197167"/>
                    </a:lnTo>
                    <a:lnTo>
                      <a:pt x="30480" y="198120"/>
                    </a:lnTo>
                    <a:lnTo>
                      <a:pt x="30480" y="199073"/>
                    </a:lnTo>
                    <a:lnTo>
                      <a:pt x="29527" y="200025"/>
                    </a:lnTo>
                    <a:lnTo>
                      <a:pt x="28575" y="201930"/>
                    </a:lnTo>
                    <a:lnTo>
                      <a:pt x="26670" y="202883"/>
                    </a:lnTo>
                    <a:lnTo>
                      <a:pt x="24765" y="203835"/>
                    </a:lnTo>
                    <a:lnTo>
                      <a:pt x="22860" y="202883"/>
                    </a:lnTo>
                    <a:lnTo>
                      <a:pt x="20955" y="201930"/>
                    </a:lnTo>
                    <a:lnTo>
                      <a:pt x="20002" y="200977"/>
                    </a:lnTo>
                    <a:lnTo>
                      <a:pt x="19050" y="200025"/>
                    </a:lnTo>
                    <a:lnTo>
                      <a:pt x="17145" y="200025"/>
                    </a:lnTo>
                    <a:lnTo>
                      <a:pt x="10477" y="204788"/>
                    </a:lnTo>
                    <a:lnTo>
                      <a:pt x="7620" y="207645"/>
                    </a:lnTo>
                    <a:lnTo>
                      <a:pt x="6667" y="208598"/>
                    </a:lnTo>
                    <a:lnTo>
                      <a:pt x="5715" y="208598"/>
                    </a:lnTo>
                    <a:lnTo>
                      <a:pt x="5715" y="209550"/>
                    </a:lnTo>
                    <a:lnTo>
                      <a:pt x="5715" y="212408"/>
                    </a:lnTo>
                    <a:lnTo>
                      <a:pt x="6667" y="217170"/>
                    </a:lnTo>
                    <a:lnTo>
                      <a:pt x="5715" y="219075"/>
                    </a:lnTo>
                    <a:lnTo>
                      <a:pt x="4763" y="220980"/>
                    </a:lnTo>
                    <a:lnTo>
                      <a:pt x="3810" y="221933"/>
                    </a:lnTo>
                    <a:lnTo>
                      <a:pt x="0" y="222885"/>
                    </a:lnTo>
                    <a:lnTo>
                      <a:pt x="3810" y="226695"/>
                    </a:lnTo>
                    <a:lnTo>
                      <a:pt x="8573" y="226695"/>
                    </a:lnTo>
                    <a:lnTo>
                      <a:pt x="12382" y="224790"/>
                    </a:lnTo>
                    <a:lnTo>
                      <a:pt x="17145" y="224790"/>
                    </a:lnTo>
                    <a:lnTo>
                      <a:pt x="26670" y="223838"/>
                    </a:lnTo>
                    <a:lnTo>
                      <a:pt x="77152" y="224790"/>
                    </a:lnTo>
                    <a:lnTo>
                      <a:pt x="77152" y="224790"/>
                    </a:lnTo>
                    <a:lnTo>
                      <a:pt x="77152" y="224790"/>
                    </a:lnTo>
                    <a:close/>
                  </a:path>
                </a:pathLst>
              </a:custGeom>
              <a:solidFill>
                <a:schemeClr val="accent1"/>
              </a:solidFill>
              <a:ln w="6350" cap="rnd">
                <a:solidFill>
                  <a:schemeClr val="bg1">
                    <a:alpha val="80000"/>
                  </a:schemeClr>
                </a:solidFill>
                <a:prstDash val="solid"/>
                <a:round/>
              </a:ln>
            </p:spPr>
            <p:txBody>
              <a:bodyPr rtlCol="0" anchor="ctr"/>
              <a:lstStyle/>
              <a:p>
                <a:endParaRPr lang="en-US"/>
              </a:p>
            </p:txBody>
          </p:sp>
          <p:sp>
            <p:nvSpPr>
              <p:cNvPr id="729" name="Freeform: Shape 109">
                <a:extLst>
                  <a:ext uri="{FF2B5EF4-FFF2-40B4-BE49-F238E27FC236}">
                    <a16:creationId xmlns:a16="http://schemas.microsoft.com/office/drawing/2014/main" id="{3C7A77D1-846C-2C9D-B839-BB60816074F5}"/>
                  </a:ext>
                </a:extLst>
              </p:cNvPr>
              <p:cNvSpPr/>
              <p:nvPr/>
            </p:nvSpPr>
            <p:spPr>
              <a:xfrm>
                <a:off x="6218138" y="4856710"/>
                <a:ext cx="367922" cy="333645"/>
              </a:xfrm>
              <a:custGeom>
                <a:avLst/>
                <a:gdLst>
                  <a:gd name="connsiteX0" fmla="*/ 320993 w 332422"/>
                  <a:gd name="connsiteY0" fmla="*/ 100965 h 280987"/>
                  <a:gd name="connsiteX1" fmla="*/ 319088 w 332422"/>
                  <a:gd name="connsiteY1" fmla="*/ 100965 h 280987"/>
                  <a:gd name="connsiteX2" fmla="*/ 318135 w 332422"/>
                  <a:gd name="connsiteY2" fmla="*/ 103822 h 280987"/>
                  <a:gd name="connsiteX3" fmla="*/ 318135 w 332422"/>
                  <a:gd name="connsiteY3" fmla="*/ 107633 h 280987"/>
                  <a:gd name="connsiteX4" fmla="*/ 318135 w 332422"/>
                  <a:gd name="connsiteY4" fmla="*/ 110490 h 280987"/>
                  <a:gd name="connsiteX5" fmla="*/ 313373 w 332422"/>
                  <a:gd name="connsiteY5" fmla="*/ 110490 h 280987"/>
                  <a:gd name="connsiteX6" fmla="*/ 308610 w 332422"/>
                  <a:gd name="connsiteY6" fmla="*/ 110490 h 280987"/>
                  <a:gd name="connsiteX7" fmla="*/ 303848 w 332422"/>
                  <a:gd name="connsiteY7" fmla="*/ 109538 h 280987"/>
                  <a:gd name="connsiteX8" fmla="*/ 300038 w 332422"/>
                  <a:gd name="connsiteY8" fmla="*/ 106680 h 280987"/>
                  <a:gd name="connsiteX9" fmla="*/ 297180 w 332422"/>
                  <a:gd name="connsiteY9" fmla="*/ 103822 h 280987"/>
                  <a:gd name="connsiteX10" fmla="*/ 295275 w 332422"/>
                  <a:gd name="connsiteY10" fmla="*/ 100013 h 280987"/>
                  <a:gd name="connsiteX11" fmla="*/ 294323 w 332422"/>
                  <a:gd name="connsiteY11" fmla="*/ 96203 h 280987"/>
                  <a:gd name="connsiteX12" fmla="*/ 294323 w 332422"/>
                  <a:gd name="connsiteY12" fmla="*/ 92392 h 280987"/>
                  <a:gd name="connsiteX13" fmla="*/ 296228 w 332422"/>
                  <a:gd name="connsiteY13" fmla="*/ 88583 h 280987"/>
                  <a:gd name="connsiteX14" fmla="*/ 299085 w 332422"/>
                  <a:gd name="connsiteY14" fmla="*/ 83820 h 280987"/>
                  <a:gd name="connsiteX15" fmla="*/ 301943 w 332422"/>
                  <a:gd name="connsiteY15" fmla="*/ 80010 h 280987"/>
                  <a:gd name="connsiteX16" fmla="*/ 304800 w 332422"/>
                  <a:gd name="connsiteY16" fmla="*/ 78105 h 280987"/>
                  <a:gd name="connsiteX17" fmla="*/ 308610 w 332422"/>
                  <a:gd name="connsiteY17" fmla="*/ 78105 h 280987"/>
                  <a:gd name="connsiteX18" fmla="*/ 315278 w 332422"/>
                  <a:gd name="connsiteY18" fmla="*/ 81915 h 280987"/>
                  <a:gd name="connsiteX19" fmla="*/ 318135 w 332422"/>
                  <a:gd name="connsiteY19" fmla="*/ 81915 h 280987"/>
                  <a:gd name="connsiteX20" fmla="*/ 318135 w 332422"/>
                  <a:gd name="connsiteY20" fmla="*/ 79058 h 280987"/>
                  <a:gd name="connsiteX21" fmla="*/ 319088 w 332422"/>
                  <a:gd name="connsiteY21" fmla="*/ 70485 h 280987"/>
                  <a:gd name="connsiteX22" fmla="*/ 319088 w 332422"/>
                  <a:gd name="connsiteY22" fmla="*/ 49530 h 280987"/>
                  <a:gd name="connsiteX23" fmla="*/ 318135 w 332422"/>
                  <a:gd name="connsiteY23" fmla="*/ 44767 h 280987"/>
                  <a:gd name="connsiteX24" fmla="*/ 317183 w 332422"/>
                  <a:gd name="connsiteY24" fmla="*/ 40005 h 280987"/>
                  <a:gd name="connsiteX25" fmla="*/ 311468 w 332422"/>
                  <a:gd name="connsiteY25" fmla="*/ 28575 h 280987"/>
                  <a:gd name="connsiteX26" fmla="*/ 305753 w 332422"/>
                  <a:gd name="connsiteY26" fmla="*/ 8572 h 280987"/>
                  <a:gd name="connsiteX27" fmla="*/ 304800 w 332422"/>
                  <a:gd name="connsiteY27" fmla="*/ 3810 h 280987"/>
                  <a:gd name="connsiteX28" fmla="*/ 300990 w 332422"/>
                  <a:gd name="connsiteY28" fmla="*/ 1905 h 280987"/>
                  <a:gd name="connsiteX29" fmla="*/ 296228 w 332422"/>
                  <a:gd name="connsiteY29" fmla="*/ 1905 h 280987"/>
                  <a:gd name="connsiteX30" fmla="*/ 286703 w 332422"/>
                  <a:gd name="connsiteY30" fmla="*/ 2858 h 280987"/>
                  <a:gd name="connsiteX31" fmla="*/ 271463 w 332422"/>
                  <a:gd name="connsiteY31" fmla="*/ 0 h 280987"/>
                  <a:gd name="connsiteX32" fmla="*/ 265748 w 332422"/>
                  <a:gd name="connsiteY32" fmla="*/ 0 h 280987"/>
                  <a:gd name="connsiteX33" fmla="*/ 260985 w 332422"/>
                  <a:gd name="connsiteY33" fmla="*/ 953 h 280987"/>
                  <a:gd name="connsiteX34" fmla="*/ 258128 w 332422"/>
                  <a:gd name="connsiteY34" fmla="*/ 2858 h 280987"/>
                  <a:gd name="connsiteX35" fmla="*/ 255270 w 332422"/>
                  <a:gd name="connsiteY35" fmla="*/ 4763 h 280987"/>
                  <a:gd name="connsiteX36" fmla="*/ 251460 w 332422"/>
                  <a:gd name="connsiteY36" fmla="*/ 6667 h 280987"/>
                  <a:gd name="connsiteX37" fmla="*/ 246698 w 332422"/>
                  <a:gd name="connsiteY37" fmla="*/ 8572 h 280987"/>
                  <a:gd name="connsiteX38" fmla="*/ 242888 w 332422"/>
                  <a:gd name="connsiteY38" fmla="*/ 10478 h 280987"/>
                  <a:gd name="connsiteX39" fmla="*/ 240030 w 332422"/>
                  <a:gd name="connsiteY39" fmla="*/ 12383 h 280987"/>
                  <a:gd name="connsiteX40" fmla="*/ 235268 w 332422"/>
                  <a:gd name="connsiteY40" fmla="*/ 18097 h 280987"/>
                  <a:gd name="connsiteX41" fmla="*/ 231458 w 332422"/>
                  <a:gd name="connsiteY41" fmla="*/ 20955 h 280987"/>
                  <a:gd name="connsiteX42" fmla="*/ 220980 w 332422"/>
                  <a:gd name="connsiteY42" fmla="*/ 27622 h 280987"/>
                  <a:gd name="connsiteX43" fmla="*/ 219075 w 332422"/>
                  <a:gd name="connsiteY43" fmla="*/ 29528 h 280987"/>
                  <a:gd name="connsiteX44" fmla="*/ 217170 w 332422"/>
                  <a:gd name="connsiteY44" fmla="*/ 33338 h 280987"/>
                  <a:gd name="connsiteX45" fmla="*/ 215265 w 332422"/>
                  <a:gd name="connsiteY45" fmla="*/ 40958 h 280987"/>
                  <a:gd name="connsiteX46" fmla="*/ 213360 w 332422"/>
                  <a:gd name="connsiteY46" fmla="*/ 44767 h 280987"/>
                  <a:gd name="connsiteX47" fmla="*/ 210503 w 332422"/>
                  <a:gd name="connsiteY47" fmla="*/ 47625 h 280987"/>
                  <a:gd name="connsiteX48" fmla="*/ 207645 w 332422"/>
                  <a:gd name="connsiteY48" fmla="*/ 50483 h 280987"/>
                  <a:gd name="connsiteX49" fmla="*/ 204788 w 332422"/>
                  <a:gd name="connsiteY49" fmla="*/ 52388 h 280987"/>
                  <a:gd name="connsiteX50" fmla="*/ 198120 w 332422"/>
                  <a:gd name="connsiteY50" fmla="*/ 55245 h 280987"/>
                  <a:gd name="connsiteX51" fmla="*/ 196215 w 332422"/>
                  <a:gd name="connsiteY51" fmla="*/ 57150 h 280987"/>
                  <a:gd name="connsiteX52" fmla="*/ 195263 w 332422"/>
                  <a:gd name="connsiteY52" fmla="*/ 60008 h 280987"/>
                  <a:gd name="connsiteX53" fmla="*/ 191453 w 332422"/>
                  <a:gd name="connsiteY53" fmla="*/ 71438 h 280987"/>
                  <a:gd name="connsiteX54" fmla="*/ 189548 w 332422"/>
                  <a:gd name="connsiteY54" fmla="*/ 75247 h 280987"/>
                  <a:gd name="connsiteX55" fmla="*/ 186690 w 332422"/>
                  <a:gd name="connsiteY55" fmla="*/ 78105 h 280987"/>
                  <a:gd name="connsiteX56" fmla="*/ 183833 w 332422"/>
                  <a:gd name="connsiteY56" fmla="*/ 79058 h 280987"/>
                  <a:gd name="connsiteX57" fmla="*/ 180023 w 332422"/>
                  <a:gd name="connsiteY57" fmla="*/ 80010 h 280987"/>
                  <a:gd name="connsiteX58" fmla="*/ 172403 w 332422"/>
                  <a:gd name="connsiteY58" fmla="*/ 80963 h 280987"/>
                  <a:gd name="connsiteX59" fmla="*/ 168593 w 332422"/>
                  <a:gd name="connsiteY59" fmla="*/ 80963 h 280987"/>
                  <a:gd name="connsiteX60" fmla="*/ 164783 w 332422"/>
                  <a:gd name="connsiteY60" fmla="*/ 80010 h 280987"/>
                  <a:gd name="connsiteX61" fmla="*/ 158115 w 332422"/>
                  <a:gd name="connsiteY61" fmla="*/ 77153 h 280987"/>
                  <a:gd name="connsiteX62" fmla="*/ 153353 w 332422"/>
                  <a:gd name="connsiteY62" fmla="*/ 75247 h 280987"/>
                  <a:gd name="connsiteX63" fmla="*/ 151448 w 332422"/>
                  <a:gd name="connsiteY63" fmla="*/ 74295 h 280987"/>
                  <a:gd name="connsiteX64" fmla="*/ 146685 w 332422"/>
                  <a:gd name="connsiteY64" fmla="*/ 70485 h 280987"/>
                  <a:gd name="connsiteX65" fmla="*/ 144780 w 332422"/>
                  <a:gd name="connsiteY65" fmla="*/ 69533 h 280987"/>
                  <a:gd name="connsiteX66" fmla="*/ 140970 w 332422"/>
                  <a:gd name="connsiteY66" fmla="*/ 68580 h 280987"/>
                  <a:gd name="connsiteX67" fmla="*/ 137160 w 332422"/>
                  <a:gd name="connsiteY67" fmla="*/ 68580 h 280987"/>
                  <a:gd name="connsiteX68" fmla="*/ 134303 w 332422"/>
                  <a:gd name="connsiteY68" fmla="*/ 69533 h 280987"/>
                  <a:gd name="connsiteX69" fmla="*/ 131445 w 332422"/>
                  <a:gd name="connsiteY69" fmla="*/ 72390 h 280987"/>
                  <a:gd name="connsiteX70" fmla="*/ 130493 w 332422"/>
                  <a:gd name="connsiteY70" fmla="*/ 76200 h 280987"/>
                  <a:gd name="connsiteX71" fmla="*/ 128588 w 332422"/>
                  <a:gd name="connsiteY71" fmla="*/ 83820 h 280987"/>
                  <a:gd name="connsiteX72" fmla="*/ 126683 w 332422"/>
                  <a:gd name="connsiteY72" fmla="*/ 86678 h 280987"/>
                  <a:gd name="connsiteX73" fmla="*/ 125730 w 332422"/>
                  <a:gd name="connsiteY73" fmla="*/ 87630 h 280987"/>
                  <a:gd name="connsiteX74" fmla="*/ 121920 w 332422"/>
                  <a:gd name="connsiteY74" fmla="*/ 90488 h 280987"/>
                  <a:gd name="connsiteX75" fmla="*/ 120015 w 332422"/>
                  <a:gd name="connsiteY75" fmla="*/ 92392 h 280987"/>
                  <a:gd name="connsiteX76" fmla="*/ 116205 w 332422"/>
                  <a:gd name="connsiteY76" fmla="*/ 97155 h 280987"/>
                  <a:gd name="connsiteX77" fmla="*/ 115253 w 332422"/>
                  <a:gd name="connsiteY77" fmla="*/ 98108 h 280987"/>
                  <a:gd name="connsiteX78" fmla="*/ 112395 w 332422"/>
                  <a:gd name="connsiteY78" fmla="*/ 99060 h 280987"/>
                  <a:gd name="connsiteX79" fmla="*/ 110490 w 332422"/>
                  <a:gd name="connsiteY79" fmla="*/ 100013 h 280987"/>
                  <a:gd name="connsiteX80" fmla="*/ 109538 w 332422"/>
                  <a:gd name="connsiteY80" fmla="*/ 100965 h 280987"/>
                  <a:gd name="connsiteX81" fmla="*/ 108585 w 332422"/>
                  <a:gd name="connsiteY81" fmla="*/ 101917 h 280987"/>
                  <a:gd name="connsiteX82" fmla="*/ 107633 w 332422"/>
                  <a:gd name="connsiteY82" fmla="*/ 102870 h 280987"/>
                  <a:gd name="connsiteX83" fmla="*/ 106680 w 332422"/>
                  <a:gd name="connsiteY83" fmla="*/ 103822 h 280987"/>
                  <a:gd name="connsiteX84" fmla="*/ 103823 w 332422"/>
                  <a:gd name="connsiteY84" fmla="*/ 103822 h 280987"/>
                  <a:gd name="connsiteX85" fmla="*/ 92393 w 332422"/>
                  <a:gd name="connsiteY85" fmla="*/ 102870 h 280987"/>
                  <a:gd name="connsiteX86" fmla="*/ 89535 w 332422"/>
                  <a:gd name="connsiteY86" fmla="*/ 102870 h 280987"/>
                  <a:gd name="connsiteX87" fmla="*/ 88583 w 332422"/>
                  <a:gd name="connsiteY87" fmla="*/ 102870 h 280987"/>
                  <a:gd name="connsiteX88" fmla="*/ 87630 w 332422"/>
                  <a:gd name="connsiteY88" fmla="*/ 101917 h 280987"/>
                  <a:gd name="connsiteX89" fmla="*/ 86678 w 332422"/>
                  <a:gd name="connsiteY89" fmla="*/ 100013 h 280987"/>
                  <a:gd name="connsiteX90" fmla="*/ 86678 w 332422"/>
                  <a:gd name="connsiteY90" fmla="*/ 98108 h 280987"/>
                  <a:gd name="connsiteX91" fmla="*/ 86678 w 332422"/>
                  <a:gd name="connsiteY91" fmla="*/ 96203 h 280987"/>
                  <a:gd name="connsiteX92" fmla="*/ 86678 w 332422"/>
                  <a:gd name="connsiteY92" fmla="*/ 94297 h 280987"/>
                  <a:gd name="connsiteX93" fmla="*/ 87630 w 332422"/>
                  <a:gd name="connsiteY93" fmla="*/ 91440 h 280987"/>
                  <a:gd name="connsiteX94" fmla="*/ 89535 w 332422"/>
                  <a:gd name="connsiteY94" fmla="*/ 88583 h 280987"/>
                  <a:gd name="connsiteX95" fmla="*/ 90488 w 332422"/>
                  <a:gd name="connsiteY95" fmla="*/ 85725 h 280987"/>
                  <a:gd name="connsiteX96" fmla="*/ 90488 w 332422"/>
                  <a:gd name="connsiteY96" fmla="*/ 81915 h 280987"/>
                  <a:gd name="connsiteX97" fmla="*/ 87630 w 332422"/>
                  <a:gd name="connsiteY97" fmla="*/ 74295 h 280987"/>
                  <a:gd name="connsiteX98" fmla="*/ 83820 w 332422"/>
                  <a:gd name="connsiteY98" fmla="*/ 67628 h 280987"/>
                  <a:gd name="connsiteX99" fmla="*/ 79058 w 332422"/>
                  <a:gd name="connsiteY99" fmla="*/ 61913 h 280987"/>
                  <a:gd name="connsiteX100" fmla="*/ 73343 w 332422"/>
                  <a:gd name="connsiteY100" fmla="*/ 57150 h 280987"/>
                  <a:gd name="connsiteX101" fmla="*/ 73343 w 332422"/>
                  <a:gd name="connsiteY101" fmla="*/ 140017 h 280987"/>
                  <a:gd name="connsiteX102" fmla="*/ 69533 w 332422"/>
                  <a:gd name="connsiteY102" fmla="*/ 140017 h 280987"/>
                  <a:gd name="connsiteX103" fmla="*/ 65723 w 332422"/>
                  <a:gd name="connsiteY103" fmla="*/ 140970 h 280987"/>
                  <a:gd name="connsiteX104" fmla="*/ 62865 w 332422"/>
                  <a:gd name="connsiteY104" fmla="*/ 142875 h 280987"/>
                  <a:gd name="connsiteX105" fmla="*/ 60008 w 332422"/>
                  <a:gd name="connsiteY105" fmla="*/ 144780 h 280987"/>
                  <a:gd name="connsiteX106" fmla="*/ 58103 w 332422"/>
                  <a:gd name="connsiteY106" fmla="*/ 146685 h 280987"/>
                  <a:gd name="connsiteX107" fmla="*/ 57150 w 332422"/>
                  <a:gd name="connsiteY107" fmla="*/ 147638 h 280987"/>
                  <a:gd name="connsiteX108" fmla="*/ 55245 w 332422"/>
                  <a:gd name="connsiteY108" fmla="*/ 148590 h 280987"/>
                  <a:gd name="connsiteX109" fmla="*/ 31433 w 332422"/>
                  <a:gd name="connsiteY109" fmla="*/ 146685 h 280987"/>
                  <a:gd name="connsiteX110" fmla="*/ 24765 w 332422"/>
                  <a:gd name="connsiteY110" fmla="*/ 144780 h 280987"/>
                  <a:gd name="connsiteX111" fmla="*/ 22860 w 332422"/>
                  <a:gd name="connsiteY111" fmla="*/ 143828 h 280987"/>
                  <a:gd name="connsiteX112" fmla="*/ 21908 w 332422"/>
                  <a:gd name="connsiteY112" fmla="*/ 142875 h 280987"/>
                  <a:gd name="connsiteX113" fmla="*/ 20955 w 332422"/>
                  <a:gd name="connsiteY113" fmla="*/ 141922 h 280987"/>
                  <a:gd name="connsiteX114" fmla="*/ 20003 w 332422"/>
                  <a:gd name="connsiteY114" fmla="*/ 140017 h 280987"/>
                  <a:gd name="connsiteX115" fmla="*/ 20003 w 332422"/>
                  <a:gd name="connsiteY115" fmla="*/ 139065 h 280987"/>
                  <a:gd name="connsiteX116" fmla="*/ 20003 w 332422"/>
                  <a:gd name="connsiteY116" fmla="*/ 137160 h 280987"/>
                  <a:gd name="connsiteX117" fmla="*/ 20003 w 332422"/>
                  <a:gd name="connsiteY117" fmla="*/ 136208 h 280987"/>
                  <a:gd name="connsiteX118" fmla="*/ 19050 w 332422"/>
                  <a:gd name="connsiteY118" fmla="*/ 134303 h 280987"/>
                  <a:gd name="connsiteX119" fmla="*/ 18098 w 332422"/>
                  <a:gd name="connsiteY119" fmla="*/ 132397 h 280987"/>
                  <a:gd name="connsiteX120" fmla="*/ 16193 w 332422"/>
                  <a:gd name="connsiteY120" fmla="*/ 130492 h 280987"/>
                  <a:gd name="connsiteX121" fmla="*/ 14288 w 332422"/>
                  <a:gd name="connsiteY121" fmla="*/ 129540 h 280987"/>
                  <a:gd name="connsiteX122" fmla="*/ 11430 w 332422"/>
                  <a:gd name="connsiteY122" fmla="*/ 129540 h 280987"/>
                  <a:gd name="connsiteX123" fmla="*/ 9525 w 332422"/>
                  <a:gd name="connsiteY123" fmla="*/ 131445 h 280987"/>
                  <a:gd name="connsiteX124" fmla="*/ 7620 w 332422"/>
                  <a:gd name="connsiteY124" fmla="*/ 137160 h 280987"/>
                  <a:gd name="connsiteX125" fmla="*/ 5715 w 332422"/>
                  <a:gd name="connsiteY125" fmla="*/ 139065 h 280987"/>
                  <a:gd name="connsiteX126" fmla="*/ 1905 w 332422"/>
                  <a:gd name="connsiteY126" fmla="*/ 140970 h 280987"/>
                  <a:gd name="connsiteX127" fmla="*/ 0 w 332422"/>
                  <a:gd name="connsiteY127" fmla="*/ 142875 h 280987"/>
                  <a:gd name="connsiteX128" fmla="*/ 4763 w 332422"/>
                  <a:gd name="connsiteY128" fmla="*/ 148590 h 280987"/>
                  <a:gd name="connsiteX129" fmla="*/ 8573 w 332422"/>
                  <a:gd name="connsiteY129" fmla="*/ 156210 h 280987"/>
                  <a:gd name="connsiteX130" fmla="*/ 19050 w 332422"/>
                  <a:gd name="connsiteY130" fmla="*/ 184785 h 280987"/>
                  <a:gd name="connsiteX131" fmla="*/ 34290 w 332422"/>
                  <a:gd name="connsiteY131" fmla="*/ 210503 h 280987"/>
                  <a:gd name="connsiteX132" fmla="*/ 37148 w 332422"/>
                  <a:gd name="connsiteY132" fmla="*/ 218122 h 280987"/>
                  <a:gd name="connsiteX133" fmla="*/ 37148 w 332422"/>
                  <a:gd name="connsiteY133" fmla="*/ 226695 h 280987"/>
                  <a:gd name="connsiteX134" fmla="*/ 37148 w 332422"/>
                  <a:gd name="connsiteY134" fmla="*/ 228600 h 280987"/>
                  <a:gd name="connsiteX135" fmla="*/ 37148 w 332422"/>
                  <a:gd name="connsiteY135" fmla="*/ 230505 h 280987"/>
                  <a:gd name="connsiteX136" fmla="*/ 36195 w 332422"/>
                  <a:gd name="connsiteY136" fmla="*/ 231458 h 280987"/>
                  <a:gd name="connsiteX137" fmla="*/ 35243 w 332422"/>
                  <a:gd name="connsiteY137" fmla="*/ 232410 h 280987"/>
                  <a:gd name="connsiteX138" fmla="*/ 33338 w 332422"/>
                  <a:gd name="connsiteY138" fmla="*/ 233363 h 280987"/>
                  <a:gd name="connsiteX139" fmla="*/ 31433 w 332422"/>
                  <a:gd name="connsiteY139" fmla="*/ 233363 h 280987"/>
                  <a:gd name="connsiteX140" fmla="*/ 30480 w 332422"/>
                  <a:gd name="connsiteY140" fmla="*/ 233363 h 280987"/>
                  <a:gd name="connsiteX141" fmla="*/ 29528 w 332422"/>
                  <a:gd name="connsiteY141" fmla="*/ 233363 h 280987"/>
                  <a:gd name="connsiteX142" fmla="*/ 27623 w 332422"/>
                  <a:gd name="connsiteY142" fmla="*/ 236220 h 280987"/>
                  <a:gd name="connsiteX143" fmla="*/ 28575 w 332422"/>
                  <a:gd name="connsiteY143" fmla="*/ 239078 h 280987"/>
                  <a:gd name="connsiteX144" fmla="*/ 37148 w 332422"/>
                  <a:gd name="connsiteY144" fmla="*/ 250508 h 280987"/>
                  <a:gd name="connsiteX145" fmla="*/ 39053 w 332422"/>
                  <a:gd name="connsiteY145" fmla="*/ 254317 h 280987"/>
                  <a:gd name="connsiteX146" fmla="*/ 40005 w 332422"/>
                  <a:gd name="connsiteY146" fmla="*/ 258128 h 280987"/>
                  <a:gd name="connsiteX147" fmla="*/ 40005 w 332422"/>
                  <a:gd name="connsiteY147" fmla="*/ 260033 h 280987"/>
                  <a:gd name="connsiteX148" fmla="*/ 38100 w 332422"/>
                  <a:gd name="connsiteY148" fmla="*/ 262890 h 280987"/>
                  <a:gd name="connsiteX149" fmla="*/ 38100 w 332422"/>
                  <a:gd name="connsiteY149" fmla="*/ 264795 h 280987"/>
                  <a:gd name="connsiteX150" fmla="*/ 38100 w 332422"/>
                  <a:gd name="connsiteY150" fmla="*/ 266700 h 280987"/>
                  <a:gd name="connsiteX151" fmla="*/ 39053 w 332422"/>
                  <a:gd name="connsiteY151" fmla="*/ 268605 h 280987"/>
                  <a:gd name="connsiteX152" fmla="*/ 40005 w 332422"/>
                  <a:gd name="connsiteY152" fmla="*/ 270510 h 280987"/>
                  <a:gd name="connsiteX153" fmla="*/ 40958 w 332422"/>
                  <a:gd name="connsiteY153" fmla="*/ 271463 h 280987"/>
                  <a:gd name="connsiteX154" fmla="*/ 40958 w 332422"/>
                  <a:gd name="connsiteY154" fmla="*/ 268605 h 280987"/>
                  <a:gd name="connsiteX155" fmla="*/ 40958 w 332422"/>
                  <a:gd name="connsiteY155" fmla="*/ 266700 h 280987"/>
                  <a:gd name="connsiteX156" fmla="*/ 41910 w 332422"/>
                  <a:gd name="connsiteY156" fmla="*/ 265747 h 280987"/>
                  <a:gd name="connsiteX157" fmla="*/ 43815 w 332422"/>
                  <a:gd name="connsiteY157" fmla="*/ 265747 h 280987"/>
                  <a:gd name="connsiteX158" fmla="*/ 45720 w 332422"/>
                  <a:gd name="connsiteY158" fmla="*/ 266700 h 280987"/>
                  <a:gd name="connsiteX159" fmla="*/ 46673 w 332422"/>
                  <a:gd name="connsiteY159" fmla="*/ 267653 h 280987"/>
                  <a:gd name="connsiteX160" fmla="*/ 46673 w 332422"/>
                  <a:gd name="connsiteY160" fmla="*/ 269558 h 280987"/>
                  <a:gd name="connsiteX161" fmla="*/ 47625 w 332422"/>
                  <a:gd name="connsiteY161" fmla="*/ 271463 h 280987"/>
                  <a:gd name="connsiteX162" fmla="*/ 48578 w 332422"/>
                  <a:gd name="connsiteY162" fmla="*/ 272415 h 280987"/>
                  <a:gd name="connsiteX163" fmla="*/ 48578 w 332422"/>
                  <a:gd name="connsiteY163" fmla="*/ 272415 h 280987"/>
                  <a:gd name="connsiteX164" fmla="*/ 49530 w 332422"/>
                  <a:gd name="connsiteY164" fmla="*/ 272415 h 280987"/>
                  <a:gd name="connsiteX165" fmla="*/ 50483 w 332422"/>
                  <a:gd name="connsiteY165" fmla="*/ 272415 h 280987"/>
                  <a:gd name="connsiteX166" fmla="*/ 54293 w 332422"/>
                  <a:gd name="connsiteY166" fmla="*/ 272415 h 280987"/>
                  <a:gd name="connsiteX167" fmla="*/ 56198 w 332422"/>
                  <a:gd name="connsiteY167" fmla="*/ 273367 h 280987"/>
                  <a:gd name="connsiteX168" fmla="*/ 58103 w 332422"/>
                  <a:gd name="connsiteY168" fmla="*/ 274320 h 280987"/>
                  <a:gd name="connsiteX169" fmla="*/ 59055 w 332422"/>
                  <a:gd name="connsiteY169" fmla="*/ 276225 h 280987"/>
                  <a:gd name="connsiteX170" fmla="*/ 58103 w 332422"/>
                  <a:gd name="connsiteY170" fmla="*/ 278130 h 280987"/>
                  <a:gd name="connsiteX171" fmla="*/ 61913 w 332422"/>
                  <a:gd name="connsiteY171" fmla="*/ 278130 h 280987"/>
                  <a:gd name="connsiteX172" fmla="*/ 69533 w 332422"/>
                  <a:gd name="connsiteY172" fmla="*/ 280988 h 280987"/>
                  <a:gd name="connsiteX173" fmla="*/ 73343 w 332422"/>
                  <a:gd name="connsiteY173" fmla="*/ 280988 h 280987"/>
                  <a:gd name="connsiteX174" fmla="*/ 75248 w 332422"/>
                  <a:gd name="connsiteY174" fmla="*/ 280035 h 280987"/>
                  <a:gd name="connsiteX175" fmla="*/ 79058 w 332422"/>
                  <a:gd name="connsiteY175" fmla="*/ 276225 h 280987"/>
                  <a:gd name="connsiteX176" fmla="*/ 80963 w 332422"/>
                  <a:gd name="connsiteY176" fmla="*/ 275272 h 280987"/>
                  <a:gd name="connsiteX177" fmla="*/ 82868 w 332422"/>
                  <a:gd name="connsiteY177" fmla="*/ 274320 h 280987"/>
                  <a:gd name="connsiteX178" fmla="*/ 87630 w 332422"/>
                  <a:gd name="connsiteY178" fmla="*/ 273367 h 280987"/>
                  <a:gd name="connsiteX179" fmla="*/ 89535 w 332422"/>
                  <a:gd name="connsiteY179" fmla="*/ 273367 h 280987"/>
                  <a:gd name="connsiteX180" fmla="*/ 93345 w 332422"/>
                  <a:gd name="connsiteY180" fmla="*/ 273367 h 280987"/>
                  <a:gd name="connsiteX181" fmla="*/ 100965 w 332422"/>
                  <a:gd name="connsiteY181" fmla="*/ 273367 h 280987"/>
                  <a:gd name="connsiteX182" fmla="*/ 104775 w 332422"/>
                  <a:gd name="connsiteY182" fmla="*/ 273367 h 280987"/>
                  <a:gd name="connsiteX183" fmla="*/ 108585 w 332422"/>
                  <a:gd name="connsiteY183" fmla="*/ 272415 h 280987"/>
                  <a:gd name="connsiteX184" fmla="*/ 116205 w 332422"/>
                  <a:gd name="connsiteY184" fmla="*/ 267653 h 280987"/>
                  <a:gd name="connsiteX185" fmla="*/ 120015 w 332422"/>
                  <a:gd name="connsiteY185" fmla="*/ 265747 h 280987"/>
                  <a:gd name="connsiteX186" fmla="*/ 124778 w 332422"/>
                  <a:gd name="connsiteY186" fmla="*/ 265747 h 280987"/>
                  <a:gd name="connsiteX187" fmla="*/ 133350 w 332422"/>
                  <a:gd name="connsiteY187" fmla="*/ 266700 h 280987"/>
                  <a:gd name="connsiteX188" fmla="*/ 138113 w 332422"/>
                  <a:gd name="connsiteY188" fmla="*/ 266700 h 280987"/>
                  <a:gd name="connsiteX189" fmla="*/ 140018 w 332422"/>
                  <a:gd name="connsiteY189" fmla="*/ 266700 h 280987"/>
                  <a:gd name="connsiteX190" fmla="*/ 143828 w 332422"/>
                  <a:gd name="connsiteY190" fmla="*/ 265747 h 280987"/>
                  <a:gd name="connsiteX191" fmla="*/ 145733 w 332422"/>
                  <a:gd name="connsiteY191" fmla="*/ 265747 h 280987"/>
                  <a:gd name="connsiteX192" fmla="*/ 148590 w 332422"/>
                  <a:gd name="connsiteY192" fmla="*/ 265747 h 280987"/>
                  <a:gd name="connsiteX193" fmla="*/ 154305 w 332422"/>
                  <a:gd name="connsiteY193" fmla="*/ 266700 h 280987"/>
                  <a:gd name="connsiteX194" fmla="*/ 159068 w 332422"/>
                  <a:gd name="connsiteY194" fmla="*/ 267653 h 280987"/>
                  <a:gd name="connsiteX195" fmla="*/ 163830 w 332422"/>
                  <a:gd name="connsiteY195" fmla="*/ 269558 h 280987"/>
                  <a:gd name="connsiteX196" fmla="*/ 165735 w 332422"/>
                  <a:gd name="connsiteY196" fmla="*/ 270510 h 280987"/>
                  <a:gd name="connsiteX197" fmla="*/ 168593 w 332422"/>
                  <a:gd name="connsiteY197" fmla="*/ 270510 h 280987"/>
                  <a:gd name="connsiteX198" fmla="*/ 170498 w 332422"/>
                  <a:gd name="connsiteY198" fmla="*/ 269558 h 280987"/>
                  <a:gd name="connsiteX199" fmla="*/ 171450 w 332422"/>
                  <a:gd name="connsiteY199" fmla="*/ 268605 h 280987"/>
                  <a:gd name="connsiteX200" fmla="*/ 173355 w 332422"/>
                  <a:gd name="connsiteY200" fmla="*/ 267653 h 280987"/>
                  <a:gd name="connsiteX201" fmla="*/ 175260 w 332422"/>
                  <a:gd name="connsiteY201" fmla="*/ 266700 h 280987"/>
                  <a:gd name="connsiteX202" fmla="*/ 176213 w 332422"/>
                  <a:gd name="connsiteY202" fmla="*/ 265747 h 280987"/>
                  <a:gd name="connsiteX203" fmla="*/ 178118 w 332422"/>
                  <a:gd name="connsiteY203" fmla="*/ 265747 h 280987"/>
                  <a:gd name="connsiteX204" fmla="*/ 180023 w 332422"/>
                  <a:gd name="connsiteY204" fmla="*/ 265747 h 280987"/>
                  <a:gd name="connsiteX205" fmla="*/ 183833 w 332422"/>
                  <a:gd name="connsiteY205" fmla="*/ 266700 h 280987"/>
                  <a:gd name="connsiteX206" fmla="*/ 185738 w 332422"/>
                  <a:gd name="connsiteY206" fmla="*/ 266700 h 280987"/>
                  <a:gd name="connsiteX207" fmla="*/ 187643 w 332422"/>
                  <a:gd name="connsiteY207" fmla="*/ 265747 h 280987"/>
                  <a:gd name="connsiteX208" fmla="*/ 188595 w 332422"/>
                  <a:gd name="connsiteY208" fmla="*/ 264795 h 280987"/>
                  <a:gd name="connsiteX209" fmla="*/ 188595 w 332422"/>
                  <a:gd name="connsiteY209" fmla="*/ 262890 h 280987"/>
                  <a:gd name="connsiteX210" fmla="*/ 189548 w 332422"/>
                  <a:gd name="connsiteY210" fmla="*/ 260985 h 280987"/>
                  <a:gd name="connsiteX211" fmla="*/ 191453 w 332422"/>
                  <a:gd name="connsiteY211" fmla="*/ 259080 h 280987"/>
                  <a:gd name="connsiteX212" fmla="*/ 194310 w 332422"/>
                  <a:gd name="connsiteY212" fmla="*/ 258128 h 280987"/>
                  <a:gd name="connsiteX213" fmla="*/ 197168 w 332422"/>
                  <a:gd name="connsiteY213" fmla="*/ 258128 h 280987"/>
                  <a:gd name="connsiteX214" fmla="*/ 200025 w 332422"/>
                  <a:gd name="connsiteY214" fmla="*/ 258128 h 280987"/>
                  <a:gd name="connsiteX215" fmla="*/ 202883 w 332422"/>
                  <a:gd name="connsiteY215" fmla="*/ 258128 h 280987"/>
                  <a:gd name="connsiteX216" fmla="*/ 206693 w 332422"/>
                  <a:gd name="connsiteY216" fmla="*/ 257175 h 280987"/>
                  <a:gd name="connsiteX217" fmla="*/ 210503 w 332422"/>
                  <a:gd name="connsiteY217" fmla="*/ 256222 h 280987"/>
                  <a:gd name="connsiteX218" fmla="*/ 217170 w 332422"/>
                  <a:gd name="connsiteY218" fmla="*/ 252413 h 280987"/>
                  <a:gd name="connsiteX219" fmla="*/ 224790 w 332422"/>
                  <a:gd name="connsiteY219" fmla="*/ 247650 h 280987"/>
                  <a:gd name="connsiteX220" fmla="*/ 253365 w 332422"/>
                  <a:gd name="connsiteY220" fmla="*/ 223838 h 280987"/>
                  <a:gd name="connsiteX221" fmla="*/ 280035 w 332422"/>
                  <a:gd name="connsiteY221" fmla="*/ 197167 h 280987"/>
                  <a:gd name="connsiteX222" fmla="*/ 302895 w 332422"/>
                  <a:gd name="connsiteY222" fmla="*/ 160972 h 280987"/>
                  <a:gd name="connsiteX223" fmla="*/ 305753 w 332422"/>
                  <a:gd name="connsiteY223" fmla="*/ 157163 h 280987"/>
                  <a:gd name="connsiteX224" fmla="*/ 309563 w 332422"/>
                  <a:gd name="connsiteY224" fmla="*/ 154305 h 280987"/>
                  <a:gd name="connsiteX225" fmla="*/ 317183 w 332422"/>
                  <a:gd name="connsiteY225" fmla="*/ 149542 h 280987"/>
                  <a:gd name="connsiteX226" fmla="*/ 320993 w 332422"/>
                  <a:gd name="connsiteY226" fmla="*/ 145733 h 280987"/>
                  <a:gd name="connsiteX227" fmla="*/ 323850 w 332422"/>
                  <a:gd name="connsiteY227" fmla="*/ 140970 h 280987"/>
                  <a:gd name="connsiteX228" fmla="*/ 325755 w 332422"/>
                  <a:gd name="connsiteY228" fmla="*/ 135255 h 280987"/>
                  <a:gd name="connsiteX229" fmla="*/ 327660 w 332422"/>
                  <a:gd name="connsiteY229" fmla="*/ 123825 h 280987"/>
                  <a:gd name="connsiteX230" fmla="*/ 331470 w 332422"/>
                  <a:gd name="connsiteY230" fmla="*/ 110490 h 280987"/>
                  <a:gd name="connsiteX231" fmla="*/ 332423 w 332422"/>
                  <a:gd name="connsiteY231" fmla="*/ 105728 h 280987"/>
                  <a:gd name="connsiteX232" fmla="*/ 320993 w 332422"/>
                  <a:gd name="connsiteY232" fmla="*/ 105728 h 280987"/>
                  <a:gd name="connsiteX233" fmla="*/ 320993 w 332422"/>
                  <a:gd name="connsiteY233" fmla="*/ 100965 h 280987"/>
                  <a:gd name="connsiteX234" fmla="*/ 265748 w 332422"/>
                  <a:gd name="connsiteY234" fmla="*/ 157163 h 280987"/>
                  <a:gd name="connsiteX235" fmla="*/ 264795 w 332422"/>
                  <a:gd name="connsiteY235" fmla="*/ 160020 h 280987"/>
                  <a:gd name="connsiteX236" fmla="*/ 260033 w 332422"/>
                  <a:gd name="connsiteY236" fmla="*/ 168592 h 280987"/>
                  <a:gd name="connsiteX237" fmla="*/ 258128 w 332422"/>
                  <a:gd name="connsiteY237" fmla="*/ 170497 h 280987"/>
                  <a:gd name="connsiteX238" fmla="*/ 254318 w 332422"/>
                  <a:gd name="connsiteY238" fmla="*/ 172403 h 280987"/>
                  <a:gd name="connsiteX239" fmla="*/ 248603 w 332422"/>
                  <a:gd name="connsiteY239" fmla="*/ 173355 h 280987"/>
                  <a:gd name="connsiteX240" fmla="*/ 245745 w 332422"/>
                  <a:gd name="connsiteY240" fmla="*/ 174308 h 280987"/>
                  <a:gd name="connsiteX241" fmla="*/ 243840 w 332422"/>
                  <a:gd name="connsiteY241" fmla="*/ 177165 h 280987"/>
                  <a:gd name="connsiteX242" fmla="*/ 240030 w 332422"/>
                  <a:gd name="connsiteY242" fmla="*/ 182880 h 280987"/>
                  <a:gd name="connsiteX243" fmla="*/ 238125 w 332422"/>
                  <a:gd name="connsiteY243" fmla="*/ 183833 h 280987"/>
                  <a:gd name="connsiteX244" fmla="*/ 234315 w 332422"/>
                  <a:gd name="connsiteY244" fmla="*/ 182880 h 280987"/>
                  <a:gd name="connsiteX245" fmla="*/ 229553 w 332422"/>
                  <a:gd name="connsiteY245" fmla="*/ 179070 h 280987"/>
                  <a:gd name="connsiteX246" fmla="*/ 225743 w 332422"/>
                  <a:gd name="connsiteY246" fmla="*/ 174308 h 280987"/>
                  <a:gd name="connsiteX247" fmla="*/ 222885 w 332422"/>
                  <a:gd name="connsiteY247" fmla="*/ 168592 h 280987"/>
                  <a:gd name="connsiteX248" fmla="*/ 220028 w 332422"/>
                  <a:gd name="connsiteY248" fmla="*/ 162878 h 280987"/>
                  <a:gd name="connsiteX249" fmla="*/ 220980 w 332422"/>
                  <a:gd name="connsiteY249" fmla="*/ 161925 h 280987"/>
                  <a:gd name="connsiteX250" fmla="*/ 222885 w 332422"/>
                  <a:gd name="connsiteY250" fmla="*/ 160972 h 280987"/>
                  <a:gd name="connsiteX251" fmla="*/ 224790 w 332422"/>
                  <a:gd name="connsiteY251" fmla="*/ 160020 h 280987"/>
                  <a:gd name="connsiteX252" fmla="*/ 226695 w 332422"/>
                  <a:gd name="connsiteY252" fmla="*/ 159067 h 280987"/>
                  <a:gd name="connsiteX253" fmla="*/ 227648 w 332422"/>
                  <a:gd name="connsiteY253" fmla="*/ 158115 h 280987"/>
                  <a:gd name="connsiteX254" fmla="*/ 230505 w 332422"/>
                  <a:gd name="connsiteY254" fmla="*/ 153353 h 280987"/>
                  <a:gd name="connsiteX255" fmla="*/ 233363 w 332422"/>
                  <a:gd name="connsiteY255" fmla="*/ 149542 h 280987"/>
                  <a:gd name="connsiteX256" fmla="*/ 236220 w 332422"/>
                  <a:gd name="connsiteY256" fmla="*/ 146685 h 280987"/>
                  <a:gd name="connsiteX257" fmla="*/ 240030 w 332422"/>
                  <a:gd name="connsiteY257" fmla="*/ 144780 h 280987"/>
                  <a:gd name="connsiteX258" fmla="*/ 247650 w 332422"/>
                  <a:gd name="connsiteY258" fmla="*/ 140970 h 280987"/>
                  <a:gd name="connsiteX259" fmla="*/ 250508 w 332422"/>
                  <a:gd name="connsiteY259" fmla="*/ 140017 h 280987"/>
                  <a:gd name="connsiteX260" fmla="*/ 252413 w 332422"/>
                  <a:gd name="connsiteY260" fmla="*/ 140970 h 280987"/>
                  <a:gd name="connsiteX261" fmla="*/ 263843 w 332422"/>
                  <a:gd name="connsiteY261" fmla="*/ 149542 h 280987"/>
                  <a:gd name="connsiteX262" fmla="*/ 265748 w 332422"/>
                  <a:gd name="connsiteY262" fmla="*/ 151447 h 280987"/>
                  <a:gd name="connsiteX263" fmla="*/ 266700 w 332422"/>
                  <a:gd name="connsiteY263" fmla="*/ 154305 h 280987"/>
                  <a:gd name="connsiteX264" fmla="*/ 265748 w 332422"/>
                  <a:gd name="connsiteY264" fmla="*/ 157163 h 28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332422" h="280987">
                    <a:moveTo>
                      <a:pt x="320993" y="100965"/>
                    </a:moveTo>
                    <a:lnTo>
                      <a:pt x="319088" y="100965"/>
                    </a:lnTo>
                    <a:lnTo>
                      <a:pt x="318135" y="103822"/>
                    </a:lnTo>
                    <a:lnTo>
                      <a:pt x="318135" y="107633"/>
                    </a:lnTo>
                    <a:lnTo>
                      <a:pt x="318135" y="110490"/>
                    </a:lnTo>
                    <a:lnTo>
                      <a:pt x="313373" y="110490"/>
                    </a:lnTo>
                    <a:lnTo>
                      <a:pt x="308610" y="110490"/>
                    </a:lnTo>
                    <a:lnTo>
                      <a:pt x="303848" y="109538"/>
                    </a:lnTo>
                    <a:lnTo>
                      <a:pt x="300038" y="106680"/>
                    </a:lnTo>
                    <a:lnTo>
                      <a:pt x="297180" y="103822"/>
                    </a:lnTo>
                    <a:lnTo>
                      <a:pt x="295275" y="100013"/>
                    </a:lnTo>
                    <a:lnTo>
                      <a:pt x="294323" y="96203"/>
                    </a:lnTo>
                    <a:lnTo>
                      <a:pt x="294323" y="92392"/>
                    </a:lnTo>
                    <a:lnTo>
                      <a:pt x="296228" y="88583"/>
                    </a:lnTo>
                    <a:lnTo>
                      <a:pt x="299085" y="83820"/>
                    </a:lnTo>
                    <a:lnTo>
                      <a:pt x="301943" y="80010"/>
                    </a:lnTo>
                    <a:lnTo>
                      <a:pt x="304800" y="78105"/>
                    </a:lnTo>
                    <a:lnTo>
                      <a:pt x="308610" y="78105"/>
                    </a:lnTo>
                    <a:lnTo>
                      <a:pt x="315278" y="81915"/>
                    </a:lnTo>
                    <a:lnTo>
                      <a:pt x="318135" y="81915"/>
                    </a:lnTo>
                    <a:lnTo>
                      <a:pt x="318135" y="79058"/>
                    </a:lnTo>
                    <a:lnTo>
                      <a:pt x="319088" y="70485"/>
                    </a:lnTo>
                    <a:lnTo>
                      <a:pt x="319088" y="49530"/>
                    </a:lnTo>
                    <a:lnTo>
                      <a:pt x="318135" y="44767"/>
                    </a:lnTo>
                    <a:lnTo>
                      <a:pt x="317183" y="40005"/>
                    </a:lnTo>
                    <a:lnTo>
                      <a:pt x="311468" y="28575"/>
                    </a:lnTo>
                    <a:lnTo>
                      <a:pt x="305753" y="8572"/>
                    </a:lnTo>
                    <a:lnTo>
                      <a:pt x="304800" y="3810"/>
                    </a:lnTo>
                    <a:lnTo>
                      <a:pt x="300990" y="1905"/>
                    </a:lnTo>
                    <a:lnTo>
                      <a:pt x="296228" y="1905"/>
                    </a:lnTo>
                    <a:lnTo>
                      <a:pt x="286703" y="2858"/>
                    </a:lnTo>
                    <a:lnTo>
                      <a:pt x="271463" y="0"/>
                    </a:lnTo>
                    <a:lnTo>
                      <a:pt x="265748" y="0"/>
                    </a:lnTo>
                    <a:lnTo>
                      <a:pt x="260985" y="953"/>
                    </a:lnTo>
                    <a:lnTo>
                      <a:pt x="258128" y="2858"/>
                    </a:lnTo>
                    <a:lnTo>
                      <a:pt x="255270" y="4763"/>
                    </a:lnTo>
                    <a:lnTo>
                      <a:pt x="251460" y="6667"/>
                    </a:lnTo>
                    <a:lnTo>
                      <a:pt x="246698" y="8572"/>
                    </a:lnTo>
                    <a:lnTo>
                      <a:pt x="242888" y="10478"/>
                    </a:lnTo>
                    <a:lnTo>
                      <a:pt x="240030" y="12383"/>
                    </a:lnTo>
                    <a:lnTo>
                      <a:pt x="235268" y="18097"/>
                    </a:lnTo>
                    <a:lnTo>
                      <a:pt x="231458" y="20955"/>
                    </a:lnTo>
                    <a:lnTo>
                      <a:pt x="220980" y="27622"/>
                    </a:lnTo>
                    <a:lnTo>
                      <a:pt x="219075" y="29528"/>
                    </a:lnTo>
                    <a:lnTo>
                      <a:pt x="217170" y="33338"/>
                    </a:lnTo>
                    <a:lnTo>
                      <a:pt x="215265" y="40958"/>
                    </a:lnTo>
                    <a:lnTo>
                      <a:pt x="213360" y="44767"/>
                    </a:lnTo>
                    <a:lnTo>
                      <a:pt x="210503" y="47625"/>
                    </a:lnTo>
                    <a:lnTo>
                      <a:pt x="207645" y="50483"/>
                    </a:lnTo>
                    <a:lnTo>
                      <a:pt x="204788" y="52388"/>
                    </a:lnTo>
                    <a:lnTo>
                      <a:pt x="198120" y="55245"/>
                    </a:lnTo>
                    <a:lnTo>
                      <a:pt x="196215" y="57150"/>
                    </a:lnTo>
                    <a:lnTo>
                      <a:pt x="195263" y="60008"/>
                    </a:lnTo>
                    <a:lnTo>
                      <a:pt x="191453" y="71438"/>
                    </a:lnTo>
                    <a:lnTo>
                      <a:pt x="189548" y="75247"/>
                    </a:lnTo>
                    <a:lnTo>
                      <a:pt x="186690" y="78105"/>
                    </a:lnTo>
                    <a:lnTo>
                      <a:pt x="183833" y="79058"/>
                    </a:lnTo>
                    <a:lnTo>
                      <a:pt x="180023" y="80010"/>
                    </a:lnTo>
                    <a:lnTo>
                      <a:pt x="172403" y="80963"/>
                    </a:lnTo>
                    <a:lnTo>
                      <a:pt x="168593" y="80963"/>
                    </a:lnTo>
                    <a:lnTo>
                      <a:pt x="164783" y="80010"/>
                    </a:lnTo>
                    <a:lnTo>
                      <a:pt x="158115" y="77153"/>
                    </a:lnTo>
                    <a:lnTo>
                      <a:pt x="153353" y="75247"/>
                    </a:lnTo>
                    <a:lnTo>
                      <a:pt x="151448" y="74295"/>
                    </a:lnTo>
                    <a:lnTo>
                      <a:pt x="146685" y="70485"/>
                    </a:lnTo>
                    <a:lnTo>
                      <a:pt x="144780" y="69533"/>
                    </a:lnTo>
                    <a:lnTo>
                      <a:pt x="140970" y="68580"/>
                    </a:lnTo>
                    <a:lnTo>
                      <a:pt x="137160" y="68580"/>
                    </a:lnTo>
                    <a:lnTo>
                      <a:pt x="134303" y="69533"/>
                    </a:lnTo>
                    <a:lnTo>
                      <a:pt x="131445" y="72390"/>
                    </a:lnTo>
                    <a:lnTo>
                      <a:pt x="130493" y="76200"/>
                    </a:lnTo>
                    <a:lnTo>
                      <a:pt x="128588" y="83820"/>
                    </a:lnTo>
                    <a:lnTo>
                      <a:pt x="126683" y="86678"/>
                    </a:lnTo>
                    <a:lnTo>
                      <a:pt x="125730" y="87630"/>
                    </a:lnTo>
                    <a:lnTo>
                      <a:pt x="121920" y="90488"/>
                    </a:lnTo>
                    <a:lnTo>
                      <a:pt x="120015" y="92392"/>
                    </a:lnTo>
                    <a:lnTo>
                      <a:pt x="116205" y="97155"/>
                    </a:lnTo>
                    <a:lnTo>
                      <a:pt x="115253" y="98108"/>
                    </a:lnTo>
                    <a:lnTo>
                      <a:pt x="112395" y="99060"/>
                    </a:lnTo>
                    <a:lnTo>
                      <a:pt x="110490" y="100013"/>
                    </a:lnTo>
                    <a:lnTo>
                      <a:pt x="109538" y="100965"/>
                    </a:lnTo>
                    <a:lnTo>
                      <a:pt x="108585" y="101917"/>
                    </a:lnTo>
                    <a:lnTo>
                      <a:pt x="107633" y="102870"/>
                    </a:lnTo>
                    <a:lnTo>
                      <a:pt x="106680" y="103822"/>
                    </a:lnTo>
                    <a:lnTo>
                      <a:pt x="103823" y="103822"/>
                    </a:lnTo>
                    <a:lnTo>
                      <a:pt x="92393" y="102870"/>
                    </a:lnTo>
                    <a:lnTo>
                      <a:pt x="89535" y="102870"/>
                    </a:lnTo>
                    <a:lnTo>
                      <a:pt x="88583" y="102870"/>
                    </a:lnTo>
                    <a:lnTo>
                      <a:pt x="87630" y="101917"/>
                    </a:lnTo>
                    <a:lnTo>
                      <a:pt x="86678" y="100013"/>
                    </a:lnTo>
                    <a:lnTo>
                      <a:pt x="86678" y="98108"/>
                    </a:lnTo>
                    <a:lnTo>
                      <a:pt x="86678" y="96203"/>
                    </a:lnTo>
                    <a:lnTo>
                      <a:pt x="86678" y="94297"/>
                    </a:lnTo>
                    <a:lnTo>
                      <a:pt x="87630" y="91440"/>
                    </a:lnTo>
                    <a:lnTo>
                      <a:pt x="89535" y="88583"/>
                    </a:lnTo>
                    <a:lnTo>
                      <a:pt x="90488" y="85725"/>
                    </a:lnTo>
                    <a:lnTo>
                      <a:pt x="90488" y="81915"/>
                    </a:lnTo>
                    <a:lnTo>
                      <a:pt x="87630" y="74295"/>
                    </a:lnTo>
                    <a:lnTo>
                      <a:pt x="83820" y="67628"/>
                    </a:lnTo>
                    <a:lnTo>
                      <a:pt x="79058" y="61913"/>
                    </a:lnTo>
                    <a:lnTo>
                      <a:pt x="73343" y="57150"/>
                    </a:lnTo>
                    <a:lnTo>
                      <a:pt x="73343" y="140017"/>
                    </a:lnTo>
                    <a:lnTo>
                      <a:pt x="69533" y="140017"/>
                    </a:lnTo>
                    <a:lnTo>
                      <a:pt x="65723" y="140970"/>
                    </a:lnTo>
                    <a:lnTo>
                      <a:pt x="62865" y="142875"/>
                    </a:lnTo>
                    <a:lnTo>
                      <a:pt x="60008" y="144780"/>
                    </a:lnTo>
                    <a:lnTo>
                      <a:pt x="58103" y="146685"/>
                    </a:lnTo>
                    <a:lnTo>
                      <a:pt x="57150" y="147638"/>
                    </a:lnTo>
                    <a:lnTo>
                      <a:pt x="55245" y="148590"/>
                    </a:lnTo>
                    <a:lnTo>
                      <a:pt x="31433" y="146685"/>
                    </a:lnTo>
                    <a:lnTo>
                      <a:pt x="24765" y="144780"/>
                    </a:lnTo>
                    <a:lnTo>
                      <a:pt x="22860" y="143828"/>
                    </a:lnTo>
                    <a:lnTo>
                      <a:pt x="21908" y="142875"/>
                    </a:lnTo>
                    <a:lnTo>
                      <a:pt x="20955" y="141922"/>
                    </a:lnTo>
                    <a:lnTo>
                      <a:pt x="20003" y="140017"/>
                    </a:lnTo>
                    <a:lnTo>
                      <a:pt x="20003" y="139065"/>
                    </a:lnTo>
                    <a:lnTo>
                      <a:pt x="20003" y="137160"/>
                    </a:lnTo>
                    <a:lnTo>
                      <a:pt x="20003" y="136208"/>
                    </a:lnTo>
                    <a:lnTo>
                      <a:pt x="19050" y="134303"/>
                    </a:lnTo>
                    <a:lnTo>
                      <a:pt x="18098" y="132397"/>
                    </a:lnTo>
                    <a:lnTo>
                      <a:pt x="16193" y="130492"/>
                    </a:lnTo>
                    <a:lnTo>
                      <a:pt x="14288" y="129540"/>
                    </a:lnTo>
                    <a:lnTo>
                      <a:pt x="11430" y="129540"/>
                    </a:lnTo>
                    <a:lnTo>
                      <a:pt x="9525" y="131445"/>
                    </a:lnTo>
                    <a:lnTo>
                      <a:pt x="7620" y="137160"/>
                    </a:lnTo>
                    <a:lnTo>
                      <a:pt x="5715" y="139065"/>
                    </a:lnTo>
                    <a:lnTo>
                      <a:pt x="1905" y="140970"/>
                    </a:lnTo>
                    <a:lnTo>
                      <a:pt x="0" y="142875"/>
                    </a:lnTo>
                    <a:lnTo>
                      <a:pt x="4763" y="148590"/>
                    </a:lnTo>
                    <a:lnTo>
                      <a:pt x="8573" y="156210"/>
                    </a:lnTo>
                    <a:lnTo>
                      <a:pt x="19050" y="184785"/>
                    </a:lnTo>
                    <a:lnTo>
                      <a:pt x="34290" y="210503"/>
                    </a:lnTo>
                    <a:lnTo>
                      <a:pt x="37148" y="218122"/>
                    </a:lnTo>
                    <a:lnTo>
                      <a:pt x="37148" y="226695"/>
                    </a:lnTo>
                    <a:lnTo>
                      <a:pt x="37148" y="228600"/>
                    </a:lnTo>
                    <a:lnTo>
                      <a:pt x="37148" y="230505"/>
                    </a:lnTo>
                    <a:lnTo>
                      <a:pt x="36195" y="231458"/>
                    </a:lnTo>
                    <a:lnTo>
                      <a:pt x="35243" y="232410"/>
                    </a:lnTo>
                    <a:lnTo>
                      <a:pt x="33338" y="233363"/>
                    </a:lnTo>
                    <a:lnTo>
                      <a:pt x="31433" y="233363"/>
                    </a:lnTo>
                    <a:lnTo>
                      <a:pt x="30480" y="233363"/>
                    </a:lnTo>
                    <a:lnTo>
                      <a:pt x="29528" y="233363"/>
                    </a:lnTo>
                    <a:lnTo>
                      <a:pt x="27623" y="236220"/>
                    </a:lnTo>
                    <a:lnTo>
                      <a:pt x="28575" y="239078"/>
                    </a:lnTo>
                    <a:lnTo>
                      <a:pt x="37148" y="250508"/>
                    </a:lnTo>
                    <a:lnTo>
                      <a:pt x="39053" y="254317"/>
                    </a:lnTo>
                    <a:lnTo>
                      <a:pt x="40005" y="258128"/>
                    </a:lnTo>
                    <a:lnTo>
                      <a:pt x="40005" y="260033"/>
                    </a:lnTo>
                    <a:lnTo>
                      <a:pt x="38100" y="262890"/>
                    </a:lnTo>
                    <a:lnTo>
                      <a:pt x="38100" y="264795"/>
                    </a:lnTo>
                    <a:lnTo>
                      <a:pt x="38100" y="266700"/>
                    </a:lnTo>
                    <a:lnTo>
                      <a:pt x="39053" y="268605"/>
                    </a:lnTo>
                    <a:lnTo>
                      <a:pt x="40005" y="270510"/>
                    </a:lnTo>
                    <a:lnTo>
                      <a:pt x="40958" y="271463"/>
                    </a:lnTo>
                    <a:lnTo>
                      <a:pt x="40958" y="268605"/>
                    </a:lnTo>
                    <a:lnTo>
                      <a:pt x="40958" y="266700"/>
                    </a:lnTo>
                    <a:lnTo>
                      <a:pt x="41910" y="265747"/>
                    </a:lnTo>
                    <a:lnTo>
                      <a:pt x="43815" y="265747"/>
                    </a:lnTo>
                    <a:lnTo>
                      <a:pt x="45720" y="266700"/>
                    </a:lnTo>
                    <a:lnTo>
                      <a:pt x="46673" y="267653"/>
                    </a:lnTo>
                    <a:lnTo>
                      <a:pt x="46673" y="269558"/>
                    </a:lnTo>
                    <a:lnTo>
                      <a:pt x="47625" y="271463"/>
                    </a:lnTo>
                    <a:lnTo>
                      <a:pt x="48578" y="272415"/>
                    </a:lnTo>
                    <a:lnTo>
                      <a:pt x="48578" y="272415"/>
                    </a:lnTo>
                    <a:lnTo>
                      <a:pt x="49530" y="272415"/>
                    </a:lnTo>
                    <a:lnTo>
                      <a:pt x="50483" y="272415"/>
                    </a:lnTo>
                    <a:lnTo>
                      <a:pt x="54293" y="272415"/>
                    </a:lnTo>
                    <a:lnTo>
                      <a:pt x="56198" y="273367"/>
                    </a:lnTo>
                    <a:lnTo>
                      <a:pt x="58103" y="274320"/>
                    </a:lnTo>
                    <a:lnTo>
                      <a:pt x="59055" y="276225"/>
                    </a:lnTo>
                    <a:lnTo>
                      <a:pt x="58103" y="278130"/>
                    </a:lnTo>
                    <a:lnTo>
                      <a:pt x="61913" y="278130"/>
                    </a:lnTo>
                    <a:lnTo>
                      <a:pt x="69533" y="280988"/>
                    </a:lnTo>
                    <a:lnTo>
                      <a:pt x="73343" y="280988"/>
                    </a:lnTo>
                    <a:lnTo>
                      <a:pt x="75248" y="280035"/>
                    </a:lnTo>
                    <a:lnTo>
                      <a:pt x="79058" y="276225"/>
                    </a:lnTo>
                    <a:lnTo>
                      <a:pt x="80963" y="275272"/>
                    </a:lnTo>
                    <a:lnTo>
                      <a:pt x="82868" y="274320"/>
                    </a:lnTo>
                    <a:lnTo>
                      <a:pt x="87630" y="273367"/>
                    </a:lnTo>
                    <a:lnTo>
                      <a:pt x="89535" y="273367"/>
                    </a:lnTo>
                    <a:lnTo>
                      <a:pt x="93345" y="273367"/>
                    </a:lnTo>
                    <a:lnTo>
                      <a:pt x="100965" y="273367"/>
                    </a:lnTo>
                    <a:lnTo>
                      <a:pt x="104775" y="273367"/>
                    </a:lnTo>
                    <a:lnTo>
                      <a:pt x="108585" y="272415"/>
                    </a:lnTo>
                    <a:lnTo>
                      <a:pt x="116205" y="267653"/>
                    </a:lnTo>
                    <a:lnTo>
                      <a:pt x="120015" y="265747"/>
                    </a:lnTo>
                    <a:lnTo>
                      <a:pt x="124778" y="265747"/>
                    </a:lnTo>
                    <a:lnTo>
                      <a:pt x="133350" y="266700"/>
                    </a:lnTo>
                    <a:lnTo>
                      <a:pt x="138113" y="266700"/>
                    </a:lnTo>
                    <a:lnTo>
                      <a:pt x="140018" y="266700"/>
                    </a:lnTo>
                    <a:lnTo>
                      <a:pt x="143828" y="265747"/>
                    </a:lnTo>
                    <a:lnTo>
                      <a:pt x="145733" y="265747"/>
                    </a:lnTo>
                    <a:lnTo>
                      <a:pt x="148590" y="265747"/>
                    </a:lnTo>
                    <a:lnTo>
                      <a:pt x="154305" y="266700"/>
                    </a:lnTo>
                    <a:lnTo>
                      <a:pt x="159068" y="267653"/>
                    </a:lnTo>
                    <a:lnTo>
                      <a:pt x="163830" y="269558"/>
                    </a:lnTo>
                    <a:lnTo>
                      <a:pt x="165735" y="270510"/>
                    </a:lnTo>
                    <a:lnTo>
                      <a:pt x="168593" y="270510"/>
                    </a:lnTo>
                    <a:lnTo>
                      <a:pt x="170498" y="269558"/>
                    </a:lnTo>
                    <a:lnTo>
                      <a:pt x="171450" y="268605"/>
                    </a:lnTo>
                    <a:lnTo>
                      <a:pt x="173355" y="267653"/>
                    </a:lnTo>
                    <a:lnTo>
                      <a:pt x="175260" y="266700"/>
                    </a:lnTo>
                    <a:lnTo>
                      <a:pt x="176213" y="265747"/>
                    </a:lnTo>
                    <a:lnTo>
                      <a:pt x="178118" y="265747"/>
                    </a:lnTo>
                    <a:lnTo>
                      <a:pt x="180023" y="265747"/>
                    </a:lnTo>
                    <a:lnTo>
                      <a:pt x="183833" y="266700"/>
                    </a:lnTo>
                    <a:lnTo>
                      <a:pt x="185738" y="266700"/>
                    </a:lnTo>
                    <a:lnTo>
                      <a:pt x="187643" y="265747"/>
                    </a:lnTo>
                    <a:lnTo>
                      <a:pt x="188595" y="264795"/>
                    </a:lnTo>
                    <a:lnTo>
                      <a:pt x="188595" y="262890"/>
                    </a:lnTo>
                    <a:lnTo>
                      <a:pt x="189548" y="260985"/>
                    </a:lnTo>
                    <a:lnTo>
                      <a:pt x="191453" y="259080"/>
                    </a:lnTo>
                    <a:lnTo>
                      <a:pt x="194310" y="258128"/>
                    </a:lnTo>
                    <a:lnTo>
                      <a:pt x="197168" y="258128"/>
                    </a:lnTo>
                    <a:lnTo>
                      <a:pt x="200025" y="258128"/>
                    </a:lnTo>
                    <a:lnTo>
                      <a:pt x="202883" y="258128"/>
                    </a:lnTo>
                    <a:lnTo>
                      <a:pt x="206693" y="257175"/>
                    </a:lnTo>
                    <a:lnTo>
                      <a:pt x="210503" y="256222"/>
                    </a:lnTo>
                    <a:lnTo>
                      <a:pt x="217170" y="252413"/>
                    </a:lnTo>
                    <a:lnTo>
                      <a:pt x="224790" y="247650"/>
                    </a:lnTo>
                    <a:lnTo>
                      <a:pt x="253365" y="223838"/>
                    </a:lnTo>
                    <a:lnTo>
                      <a:pt x="280035" y="197167"/>
                    </a:lnTo>
                    <a:lnTo>
                      <a:pt x="302895" y="160972"/>
                    </a:lnTo>
                    <a:lnTo>
                      <a:pt x="305753" y="157163"/>
                    </a:lnTo>
                    <a:lnTo>
                      <a:pt x="309563" y="154305"/>
                    </a:lnTo>
                    <a:lnTo>
                      <a:pt x="317183" y="149542"/>
                    </a:lnTo>
                    <a:lnTo>
                      <a:pt x="320993" y="145733"/>
                    </a:lnTo>
                    <a:lnTo>
                      <a:pt x="323850" y="140970"/>
                    </a:lnTo>
                    <a:lnTo>
                      <a:pt x="325755" y="135255"/>
                    </a:lnTo>
                    <a:lnTo>
                      <a:pt x="327660" y="123825"/>
                    </a:lnTo>
                    <a:lnTo>
                      <a:pt x="331470" y="110490"/>
                    </a:lnTo>
                    <a:lnTo>
                      <a:pt x="332423" y="105728"/>
                    </a:lnTo>
                    <a:lnTo>
                      <a:pt x="320993" y="105728"/>
                    </a:lnTo>
                    <a:lnTo>
                      <a:pt x="320993" y="100965"/>
                    </a:lnTo>
                    <a:close/>
                    <a:moveTo>
                      <a:pt x="265748" y="157163"/>
                    </a:moveTo>
                    <a:lnTo>
                      <a:pt x="264795" y="160020"/>
                    </a:lnTo>
                    <a:lnTo>
                      <a:pt x="260033" y="168592"/>
                    </a:lnTo>
                    <a:lnTo>
                      <a:pt x="258128" y="170497"/>
                    </a:lnTo>
                    <a:lnTo>
                      <a:pt x="254318" y="172403"/>
                    </a:lnTo>
                    <a:lnTo>
                      <a:pt x="248603" y="173355"/>
                    </a:lnTo>
                    <a:lnTo>
                      <a:pt x="245745" y="174308"/>
                    </a:lnTo>
                    <a:lnTo>
                      <a:pt x="243840" y="177165"/>
                    </a:lnTo>
                    <a:lnTo>
                      <a:pt x="240030" y="182880"/>
                    </a:lnTo>
                    <a:lnTo>
                      <a:pt x="238125" y="183833"/>
                    </a:lnTo>
                    <a:lnTo>
                      <a:pt x="234315" y="182880"/>
                    </a:lnTo>
                    <a:lnTo>
                      <a:pt x="229553" y="179070"/>
                    </a:lnTo>
                    <a:lnTo>
                      <a:pt x="225743" y="174308"/>
                    </a:lnTo>
                    <a:lnTo>
                      <a:pt x="222885" y="168592"/>
                    </a:lnTo>
                    <a:lnTo>
                      <a:pt x="220028" y="162878"/>
                    </a:lnTo>
                    <a:lnTo>
                      <a:pt x="220980" y="161925"/>
                    </a:lnTo>
                    <a:lnTo>
                      <a:pt x="222885" y="160972"/>
                    </a:lnTo>
                    <a:lnTo>
                      <a:pt x="224790" y="160020"/>
                    </a:lnTo>
                    <a:lnTo>
                      <a:pt x="226695" y="159067"/>
                    </a:lnTo>
                    <a:lnTo>
                      <a:pt x="227648" y="158115"/>
                    </a:lnTo>
                    <a:lnTo>
                      <a:pt x="230505" y="153353"/>
                    </a:lnTo>
                    <a:lnTo>
                      <a:pt x="233363" y="149542"/>
                    </a:lnTo>
                    <a:lnTo>
                      <a:pt x="236220" y="146685"/>
                    </a:lnTo>
                    <a:lnTo>
                      <a:pt x="240030" y="144780"/>
                    </a:lnTo>
                    <a:lnTo>
                      <a:pt x="247650" y="140970"/>
                    </a:lnTo>
                    <a:lnTo>
                      <a:pt x="250508" y="140017"/>
                    </a:lnTo>
                    <a:lnTo>
                      <a:pt x="252413" y="140970"/>
                    </a:lnTo>
                    <a:lnTo>
                      <a:pt x="263843" y="149542"/>
                    </a:lnTo>
                    <a:lnTo>
                      <a:pt x="265748" y="151447"/>
                    </a:lnTo>
                    <a:lnTo>
                      <a:pt x="266700" y="154305"/>
                    </a:lnTo>
                    <a:lnTo>
                      <a:pt x="265748" y="157163"/>
                    </a:lnTo>
                    <a:close/>
                  </a:path>
                </a:pathLst>
              </a:custGeom>
              <a:solidFill>
                <a:schemeClr val="accent1"/>
              </a:solidFill>
              <a:ln w="6350" cap="rnd">
                <a:solidFill>
                  <a:schemeClr val="bg1">
                    <a:alpha val="80000"/>
                  </a:schemeClr>
                </a:solidFill>
                <a:prstDash val="solid"/>
                <a:round/>
              </a:ln>
            </p:spPr>
            <p:txBody>
              <a:bodyPr rtlCol="0" anchor="ctr"/>
              <a:lstStyle/>
              <a:p>
                <a:endParaRPr lang="en-US"/>
              </a:p>
            </p:txBody>
          </p:sp>
          <p:sp>
            <p:nvSpPr>
              <p:cNvPr id="730" name="Freeform: Shape 110">
                <a:extLst>
                  <a:ext uri="{FF2B5EF4-FFF2-40B4-BE49-F238E27FC236}">
                    <a16:creationId xmlns:a16="http://schemas.microsoft.com/office/drawing/2014/main" id="{24932B8B-F2B6-08CF-07A7-B9B3F83AA148}"/>
                  </a:ext>
                </a:extLst>
              </p:cNvPr>
              <p:cNvSpPr/>
              <p:nvPr/>
            </p:nvSpPr>
            <p:spPr>
              <a:xfrm>
                <a:off x="6408952" y="3518733"/>
                <a:ext cx="270934" cy="253343"/>
              </a:xfrm>
              <a:custGeom>
                <a:avLst/>
                <a:gdLst>
                  <a:gd name="connsiteX0" fmla="*/ 200025 w 244792"/>
                  <a:gd name="connsiteY0" fmla="*/ 31432 h 213359"/>
                  <a:gd name="connsiteX1" fmla="*/ 197167 w 244792"/>
                  <a:gd name="connsiteY1" fmla="*/ 25717 h 213359"/>
                  <a:gd name="connsiteX2" fmla="*/ 197167 w 244792"/>
                  <a:gd name="connsiteY2" fmla="*/ 24765 h 213359"/>
                  <a:gd name="connsiteX3" fmla="*/ 196215 w 244792"/>
                  <a:gd name="connsiteY3" fmla="*/ 22860 h 213359"/>
                  <a:gd name="connsiteX4" fmla="*/ 195263 w 244792"/>
                  <a:gd name="connsiteY4" fmla="*/ 20002 h 213359"/>
                  <a:gd name="connsiteX5" fmla="*/ 194310 w 244792"/>
                  <a:gd name="connsiteY5" fmla="*/ 16192 h 213359"/>
                  <a:gd name="connsiteX6" fmla="*/ 191452 w 244792"/>
                  <a:gd name="connsiteY6" fmla="*/ 8572 h 213359"/>
                  <a:gd name="connsiteX7" fmla="*/ 190500 w 244792"/>
                  <a:gd name="connsiteY7" fmla="*/ 7620 h 213359"/>
                  <a:gd name="connsiteX8" fmla="*/ 190500 w 244792"/>
                  <a:gd name="connsiteY8" fmla="*/ 6667 h 213359"/>
                  <a:gd name="connsiteX9" fmla="*/ 187642 w 244792"/>
                  <a:gd name="connsiteY9" fmla="*/ 8572 h 213359"/>
                  <a:gd name="connsiteX10" fmla="*/ 184785 w 244792"/>
                  <a:gd name="connsiteY10" fmla="*/ 9525 h 213359"/>
                  <a:gd name="connsiteX11" fmla="*/ 181927 w 244792"/>
                  <a:gd name="connsiteY11" fmla="*/ 10477 h 213359"/>
                  <a:gd name="connsiteX12" fmla="*/ 173355 w 244792"/>
                  <a:gd name="connsiteY12" fmla="*/ 11430 h 213359"/>
                  <a:gd name="connsiteX13" fmla="*/ 172402 w 244792"/>
                  <a:gd name="connsiteY13" fmla="*/ 11430 h 213359"/>
                  <a:gd name="connsiteX14" fmla="*/ 171450 w 244792"/>
                  <a:gd name="connsiteY14" fmla="*/ 11430 h 213359"/>
                  <a:gd name="connsiteX15" fmla="*/ 169545 w 244792"/>
                  <a:gd name="connsiteY15" fmla="*/ 10477 h 213359"/>
                  <a:gd name="connsiteX16" fmla="*/ 166688 w 244792"/>
                  <a:gd name="connsiteY16" fmla="*/ 11430 h 213359"/>
                  <a:gd name="connsiteX17" fmla="*/ 160972 w 244792"/>
                  <a:gd name="connsiteY17" fmla="*/ 12382 h 213359"/>
                  <a:gd name="connsiteX18" fmla="*/ 158115 w 244792"/>
                  <a:gd name="connsiteY18" fmla="*/ 12382 h 213359"/>
                  <a:gd name="connsiteX19" fmla="*/ 156210 w 244792"/>
                  <a:gd name="connsiteY19" fmla="*/ 11430 h 213359"/>
                  <a:gd name="connsiteX20" fmla="*/ 153352 w 244792"/>
                  <a:gd name="connsiteY20" fmla="*/ 8572 h 213359"/>
                  <a:gd name="connsiteX21" fmla="*/ 150495 w 244792"/>
                  <a:gd name="connsiteY21" fmla="*/ 7620 h 213359"/>
                  <a:gd name="connsiteX22" fmla="*/ 151447 w 244792"/>
                  <a:gd name="connsiteY22" fmla="*/ 9525 h 213359"/>
                  <a:gd name="connsiteX23" fmla="*/ 151447 w 244792"/>
                  <a:gd name="connsiteY23" fmla="*/ 10477 h 213359"/>
                  <a:gd name="connsiteX24" fmla="*/ 150495 w 244792"/>
                  <a:gd name="connsiteY24" fmla="*/ 11430 h 213359"/>
                  <a:gd name="connsiteX25" fmla="*/ 148590 w 244792"/>
                  <a:gd name="connsiteY25" fmla="*/ 11430 h 213359"/>
                  <a:gd name="connsiteX26" fmla="*/ 147638 w 244792"/>
                  <a:gd name="connsiteY26" fmla="*/ 11430 h 213359"/>
                  <a:gd name="connsiteX27" fmla="*/ 145732 w 244792"/>
                  <a:gd name="connsiteY27" fmla="*/ 8572 h 213359"/>
                  <a:gd name="connsiteX28" fmla="*/ 144780 w 244792"/>
                  <a:gd name="connsiteY28" fmla="*/ 8572 h 213359"/>
                  <a:gd name="connsiteX29" fmla="*/ 142875 w 244792"/>
                  <a:gd name="connsiteY29" fmla="*/ 7620 h 213359"/>
                  <a:gd name="connsiteX30" fmla="*/ 141922 w 244792"/>
                  <a:gd name="connsiteY30" fmla="*/ 7620 h 213359"/>
                  <a:gd name="connsiteX31" fmla="*/ 142875 w 244792"/>
                  <a:gd name="connsiteY31" fmla="*/ 6667 h 213359"/>
                  <a:gd name="connsiteX32" fmla="*/ 143827 w 244792"/>
                  <a:gd name="connsiteY32" fmla="*/ 5715 h 213359"/>
                  <a:gd name="connsiteX33" fmla="*/ 143827 w 244792"/>
                  <a:gd name="connsiteY33" fmla="*/ 4763 h 213359"/>
                  <a:gd name="connsiteX34" fmla="*/ 143827 w 244792"/>
                  <a:gd name="connsiteY34" fmla="*/ 3810 h 213359"/>
                  <a:gd name="connsiteX35" fmla="*/ 146685 w 244792"/>
                  <a:gd name="connsiteY35" fmla="*/ 5715 h 213359"/>
                  <a:gd name="connsiteX36" fmla="*/ 147638 w 244792"/>
                  <a:gd name="connsiteY36" fmla="*/ 5715 h 213359"/>
                  <a:gd name="connsiteX37" fmla="*/ 149542 w 244792"/>
                  <a:gd name="connsiteY37" fmla="*/ 6667 h 213359"/>
                  <a:gd name="connsiteX38" fmla="*/ 147638 w 244792"/>
                  <a:gd name="connsiteY38" fmla="*/ 4763 h 213359"/>
                  <a:gd name="connsiteX39" fmla="*/ 145732 w 244792"/>
                  <a:gd name="connsiteY39" fmla="*/ 3810 h 213359"/>
                  <a:gd name="connsiteX40" fmla="*/ 143827 w 244792"/>
                  <a:gd name="connsiteY40" fmla="*/ 2857 h 213359"/>
                  <a:gd name="connsiteX41" fmla="*/ 139065 w 244792"/>
                  <a:gd name="connsiteY41" fmla="*/ 2857 h 213359"/>
                  <a:gd name="connsiteX42" fmla="*/ 136207 w 244792"/>
                  <a:gd name="connsiteY42" fmla="*/ 2857 h 213359"/>
                  <a:gd name="connsiteX43" fmla="*/ 131445 w 244792"/>
                  <a:gd name="connsiteY43" fmla="*/ 1905 h 213359"/>
                  <a:gd name="connsiteX44" fmla="*/ 127635 w 244792"/>
                  <a:gd name="connsiteY44" fmla="*/ 1905 h 213359"/>
                  <a:gd name="connsiteX45" fmla="*/ 121920 w 244792"/>
                  <a:gd name="connsiteY45" fmla="*/ 4763 h 213359"/>
                  <a:gd name="connsiteX46" fmla="*/ 117157 w 244792"/>
                  <a:gd name="connsiteY46" fmla="*/ 4763 h 213359"/>
                  <a:gd name="connsiteX47" fmla="*/ 121920 w 244792"/>
                  <a:gd name="connsiteY47" fmla="*/ 3810 h 213359"/>
                  <a:gd name="connsiteX48" fmla="*/ 122872 w 244792"/>
                  <a:gd name="connsiteY48" fmla="*/ 2857 h 213359"/>
                  <a:gd name="connsiteX49" fmla="*/ 124777 w 244792"/>
                  <a:gd name="connsiteY49" fmla="*/ 1905 h 213359"/>
                  <a:gd name="connsiteX50" fmla="*/ 117157 w 244792"/>
                  <a:gd name="connsiteY50" fmla="*/ 2857 h 213359"/>
                  <a:gd name="connsiteX51" fmla="*/ 115252 w 244792"/>
                  <a:gd name="connsiteY51" fmla="*/ 3810 h 213359"/>
                  <a:gd name="connsiteX52" fmla="*/ 114300 w 244792"/>
                  <a:gd name="connsiteY52" fmla="*/ 4763 h 213359"/>
                  <a:gd name="connsiteX53" fmla="*/ 112395 w 244792"/>
                  <a:gd name="connsiteY53" fmla="*/ 6667 h 213359"/>
                  <a:gd name="connsiteX54" fmla="*/ 111442 w 244792"/>
                  <a:gd name="connsiteY54" fmla="*/ 6667 h 213359"/>
                  <a:gd name="connsiteX55" fmla="*/ 102870 w 244792"/>
                  <a:gd name="connsiteY55" fmla="*/ 11430 h 213359"/>
                  <a:gd name="connsiteX56" fmla="*/ 96202 w 244792"/>
                  <a:gd name="connsiteY56" fmla="*/ 15240 h 213359"/>
                  <a:gd name="connsiteX57" fmla="*/ 92392 w 244792"/>
                  <a:gd name="connsiteY57" fmla="*/ 16192 h 213359"/>
                  <a:gd name="connsiteX58" fmla="*/ 89535 w 244792"/>
                  <a:gd name="connsiteY58" fmla="*/ 17145 h 213359"/>
                  <a:gd name="connsiteX59" fmla="*/ 85725 w 244792"/>
                  <a:gd name="connsiteY59" fmla="*/ 17145 h 213359"/>
                  <a:gd name="connsiteX60" fmla="*/ 74295 w 244792"/>
                  <a:gd name="connsiteY60" fmla="*/ 13335 h 213359"/>
                  <a:gd name="connsiteX61" fmla="*/ 62865 w 244792"/>
                  <a:gd name="connsiteY61" fmla="*/ 10477 h 213359"/>
                  <a:gd name="connsiteX62" fmla="*/ 48577 w 244792"/>
                  <a:gd name="connsiteY62" fmla="*/ 5715 h 213359"/>
                  <a:gd name="connsiteX63" fmla="*/ 27622 w 244792"/>
                  <a:gd name="connsiteY63" fmla="*/ 952 h 213359"/>
                  <a:gd name="connsiteX64" fmla="*/ 23813 w 244792"/>
                  <a:gd name="connsiteY64" fmla="*/ 952 h 213359"/>
                  <a:gd name="connsiteX65" fmla="*/ 15240 w 244792"/>
                  <a:gd name="connsiteY65" fmla="*/ 2857 h 213359"/>
                  <a:gd name="connsiteX66" fmla="*/ 11430 w 244792"/>
                  <a:gd name="connsiteY66" fmla="*/ 2857 h 213359"/>
                  <a:gd name="connsiteX67" fmla="*/ 8572 w 244792"/>
                  <a:gd name="connsiteY67" fmla="*/ 0 h 213359"/>
                  <a:gd name="connsiteX68" fmla="*/ 5715 w 244792"/>
                  <a:gd name="connsiteY68" fmla="*/ 2857 h 213359"/>
                  <a:gd name="connsiteX69" fmla="*/ 3810 w 244792"/>
                  <a:gd name="connsiteY69" fmla="*/ 5715 h 213359"/>
                  <a:gd name="connsiteX70" fmla="*/ 2857 w 244792"/>
                  <a:gd name="connsiteY70" fmla="*/ 9525 h 213359"/>
                  <a:gd name="connsiteX71" fmla="*/ 3810 w 244792"/>
                  <a:gd name="connsiteY71" fmla="*/ 13335 h 213359"/>
                  <a:gd name="connsiteX72" fmla="*/ 4763 w 244792"/>
                  <a:gd name="connsiteY72" fmla="*/ 18097 h 213359"/>
                  <a:gd name="connsiteX73" fmla="*/ 4763 w 244792"/>
                  <a:gd name="connsiteY73" fmla="*/ 20002 h 213359"/>
                  <a:gd name="connsiteX74" fmla="*/ 4763 w 244792"/>
                  <a:gd name="connsiteY74" fmla="*/ 22860 h 213359"/>
                  <a:gd name="connsiteX75" fmla="*/ 2857 w 244792"/>
                  <a:gd name="connsiteY75" fmla="*/ 24765 h 213359"/>
                  <a:gd name="connsiteX76" fmla="*/ 952 w 244792"/>
                  <a:gd name="connsiteY76" fmla="*/ 29527 h 213359"/>
                  <a:gd name="connsiteX77" fmla="*/ 0 w 244792"/>
                  <a:gd name="connsiteY77" fmla="*/ 31432 h 213359"/>
                  <a:gd name="connsiteX78" fmla="*/ 0 w 244792"/>
                  <a:gd name="connsiteY78" fmla="*/ 33338 h 213359"/>
                  <a:gd name="connsiteX79" fmla="*/ 1905 w 244792"/>
                  <a:gd name="connsiteY79" fmla="*/ 40005 h 213359"/>
                  <a:gd name="connsiteX80" fmla="*/ 4763 w 244792"/>
                  <a:gd name="connsiteY80" fmla="*/ 50482 h 213359"/>
                  <a:gd name="connsiteX81" fmla="*/ 5715 w 244792"/>
                  <a:gd name="connsiteY81" fmla="*/ 53340 h 213359"/>
                  <a:gd name="connsiteX82" fmla="*/ 5715 w 244792"/>
                  <a:gd name="connsiteY82" fmla="*/ 213360 h 213359"/>
                  <a:gd name="connsiteX83" fmla="*/ 7620 w 244792"/>
                  <a:gd name="connsiteY83" fmla="*/ 213360 h 213359"/>
                  <a:gd name="connsiteX84" fmla="*/ 10477 w 244792"/>
                  <a:gd name="connsiteY84" fmla="*/ 213360 h 213359"/>
                  <a:gd name="connsiteX85" fmla="*/ 15240 w 244792"/>
                  <a:gd name="connsiteY85" fmla="*/ 213360 h 213359"/>
                  <a:gd name="connsiteX86" fmla="*/ 19050 w 244792"/>
                  <a:gd name="connsiteY86" fmla="*/ 213360 h 213359"/>
                  <a:gd name="connsiteX87" fmla="*/ 24765 w 244792"/>
                  <a:gd name="connsiteY87" fmla="*/ 213360 h 213359"/>
                  <a:gd name="connsiteX88" fmla="*/ 34290 w 244792"/>
                  <a:gd name="connsiteY88" fmla="*/ 213360 h 213359"/>
                  <a:gd name="connsiteX89" fmla="*/ 36195 w 244792"/>
                  <a:gd name="connsiteY89" fmla="*/ 213360 h 213359"/>
                  <a:gd name="connsiteX90" fmla="*/ 40005 w 244792"/>
                  <a:gd name="connsiteY90" fmla="*/ 213360 h 213359"/>
                  <a:gd name="connsiteX91" fmla="*/ 43815 w 244792"/>
                  <a:gd name="connsiteY91" fmla="*/ 213360 h 213359"/>
                  <a:gd name="connsiteX92" fmla="*/ 55245 w 244792"/>
                  <a:gd name="connsiteY92" fmla="*/ 213360 h 213359"/>
                  <a:gd name="connsiteX93" fmla="*/ 59055 w 244792"/>
                  <a:gd name="connsiteY93" fmla="*/ 213360 h 213359"/>
                  <a:gd name="connsiteX94" fmla="*/ 60960 w 244792"/>
                  <a:gd name="connsiteY94" fmla="*/ 213360 h 213359"/>
                  <a:gd name="connsiteX95" fmla="*/ 64770 w 244792"/>
                  <a:gd name="connsiteY95" fmla="*/ 213360 h 213359"/>
                  <a:gd name="connsiteX96" fmla="*/ 66675 w 244792"/>
                  <a:gd name="connsiteY96" fmla="*/ 213360 h 213359"/>
                  <a:gd name="connsiteX97" fmla="*/ 74295 w 244792"/>
                  <a:gd name="connsiteY97" fmla="*/ 213360 h 213359"/>
                  <a:gd name="connsiteX98" fmla="*/ 76200 w 244792"/>
                  <a:gd name="connsiteY98" fmla="*/ 213360 h 213359"/>
                  <a:gd name="connsiteX99" fmla="*/ 80010 w 244792"/>
                  <a:gd name="connsiteY99" fmla="*/ 213360 h 213359"/>
                  <a:gd name="connsiteX100" fmla="*/ 83820 w 244792"/>
                  <a:gd name="connsiteY100" fmla="*/ 213360 h 213359"/>
                  <a:gd name="connsiteX101" fmla="*/ 87630 w 244792"/>
                  <a:gd name="connsiteY101" fmla="*/ 213360 h 213359"/>
                  <a:gd name="connsiteX102" fmla="*/ 87630 w 244792"/>
                  <a:gd name="connsiteY102" fmla="*/ 213360 h 213359"/>
                  <a:gd name="connsiteX103" fmla="*/ 91440 w 244792"/>
                  <a:gd name="connsiteY103" fmla="*/ 213360 h 213359"/>
                  <a:gd name="connsiteX104" fmla="*/ 95250 w 244792"/>
                  <a:gd name="connsiteY104" fmla="*/ 213360 h 213359"/>
                  <a:gd name="connsiteX105" fmla="*/ 97155 w 244792"/>
                  <a:gd name="connsiteY105" fmla="*/ 213360 h 213359"/>
                  <a:gd name="connsiteX106" fmla="*/ 104775 w 244792"/>
                  <a:gd name="connsiteY106" fmla="*/ 213360 h 213359"/>
                  <a:gd name="connsiteX107" fmla="*/ 112395 w 244792"/>
                  <a:gd name="connsiteY107" fmla="*/ 213360 h 213359"/>
                  <a:gd name="connsiteX108" fmla="*/ 117157 w 244792"/>
                  <a:gd name="connsiteY108" fmla="*/ 213360 h 213359"/>
                  <a:gd name="connsiteX109" fmla="*/ 118110 w 244792"/>
                  <a:gd name="connsiteY109" fmla="*/ 213360 h 213359"/>
                  <a:gd name="connsiteX110" fmla="*/ 122872 w 244792"/>
                  <a:gd name="connsiteY110" fmla="*/ 213360 h 213359"/>
                  <a:gd name="connsiteX111" fmla="*/ 124777 w 244792"/>
                  <a:gd name="connsiteY111" fmla="*/ 213360 h 213359"/>
                  <a:gd name="connsiteX112" fmla="*/ 128588 w 244792"/>
                  <a:gd name="connsiteY112" fmla="*/ 213360 h 213359"/>
                  <a:gd name="connsiteX113" fmla="*/ 130492 w 244792"/>
                  <a:gd name="connsiteY113" fmla="*/ 213360 h 213359"/>
                  <a:gd name="connsiteX114" fmla="*/ 131445 w 244792"/>
                  <a:gd name="connsiteY114" fmla="*/ 213360 h 213359"/>
                  <a:gd name="connsiteX115" fmla="*/ 132397 w 244792"/>
                  <a:gd name="connsiteY115" fmla="*/ 211455 h 213359"/>
                  <a:gd name="connsiteX116" fmla="*/ 132397 w 244792"/>
                  <a:gd name="connsiteY116" fmla="*/ 210502 h 213359"/>
                  <a:gd name="connsiteX117" fmla="*/ 133350 w 244792"/>
                  <a:gd name="connsiteY117" fmla="*/ 209550 h 213359"/>
                  <a:gd name="connsiteX118" fmla="*/ 133350 w 244792"/>
                  <a:gd name="connsiteY118" fmla="*/ 209550 h 213359"/>
                  <a:gd name="connsiteX119" fmla="*/ 134302 w 244792"/>
                  <a:gd name="connsiteY119" fmla="*/ 208597 h 213359"/>
                  <a:gd name="connsiteX120" fmla="*/ 134302 w 244792"/>
                  <a:gd name="connsiteY120" fmla="*/ 208597 h 213359"/>
                  <a:gd name="connsiteX121" fmla="*/ 135255 w 244792"/>
                  <a:gd name="connsiteY121" fmla="*/ 208597 h 213359"/>
                  <a:gd name="connsiteX122" fmla="*/ 135255 w 244792"/>
                  <a:gd name="connsiteY122" fmla="*/ 208597 h 213359"/>
                  <a:gd name="connsiteX123" fmla="*/ 135255 w 244792"/>
                  <a:gd name="connsiteY123" fmla="*/ 208597 h 213359"/>
                  <a:gd name="connsiteX124" fmla="*/ 135255 w 244792"/>
                  <a:gd name="connsiteY124" fmla="*/ 208597 h 213359"/>
                  <a:gd name="connsiteX125" fmla="*/ 136207 w 244792"/>
                  <a:gd name="connsiteY125" fmla="*/ 209550 h 213359"/>
                  <a:gd name="connsiteX126" fmla="*/ 135255 w 244792"/>
                  <a:gd name="connsiteY126" fmla="*/ 213360 h 213359"/>
                  <a:gd name="connsiteX127" fmla="*/ 145732 w 244792"/>
                  <a:gd name="connsiteY127" fmla="*/ 213360 h 213359"/>
                  <a:gd name="connsiteX128" fmla="*/ 152400 w 244792"/>
                  <a:gd name="connsiteY128" fmla="*/ 213360 h 213359"/>
                  <a:gd name="connsiteX129" fmla="*/ 161925 w 244792"/>
                  <a:gd name="connsiteY129" fmla="*/ 213360 h 213359"/>
                  <a:gd name="connsiteX130" fmla="*/ 184785 w 244792"/>
                  <a:gd name="connsiteY130" fmla="*/ 213360 h 213359"/>
                  <a:gd name="connsiteX131" fmla="*/ 195263 w 244792"/>
                  <a:gd name="connsiteY131" fmla="*/ 213360 h 213359"/>
                  <a:gd name="connsiteX132" fmla="*/ 207645 w 244792"/>
                  <a:gd name="connsiteY132" fmla="*/ 213360 h 213359"/>
                  <a:gd name="connsiteX133" fmla="*/ 211455 w 244792"/>
                  <a:gd name="connsiteY133" fmla="*/ 213360 h 213359"/>
                  <a:gd name="connsiteX134" fmla="*/ 218122 w 244792"/>
                  <a:gd name="connsiteY134" fmla="*/ 213360 h 213359"/>
                  <a:gd name="connsiteX135" fmla="*/ 227647 w 244792"/>
                  <a:gd name="connsiteY135" fmla="*/ 213360 h 213359"/>
                  <a:gd name="connsiteX136" fmla="*/ 231458 w 244792"/>
                  <a:gd name="connsiteY136" fmla="*/ 213360 h 213359"/>
                  <a:gd name="connsiteX137" fmla="*/ 238125 w 244792"/>
                  <a:gd name="connsiteY137" fmla="*/ 213360 h 213359"/>
                  <a:gd name="connsiteX138" fmla="*/ 244792 w 244792"/>
                  <a:gd name="connsiteY138" fmla="*/ 213360 h 213359"/>
                  <a:gd name="connsiteX139" fmla="*/ 242888 w 244792"/>
                  <a:gd name="connsiteY139" fmla="*/ 210502 h 213359"/>
                  <a:gd name="connsiteX140" fmla="*/ 240030 w 244792"/>
                  <a:gd name="connsiteY140" fmla="*/ 207645 h 213359"/>
                  <a:gd name="connsiteX141" fmla="*/ 230505 w 244792"/>
                  <a:gd name="connsiteY141" fmla="*/ 200025 h 213359"/>
                  <a:gd name="connsiteX142" fmla="*/ 224790 w 244792"/>
                  <a:gd name="connsiteY142" fmla="*/ 196215 h 213359"/>
                  <a:gd name="connsiteX143" fmla="*/ 221933 w 244792"/>
                  <a:gd name="connsiteY143" fmla="*/ 193358 h 213359"/>
                  <a:gd name="connsiteX144" fmla="*/ 219075 w 244792"/>
                  <a:gd name="connsiteY144" fmla="*/ 187643 h 213359"/>
                  <a:gd name="connsiteX145" fmla="*/ 217170 w 244792"/>
                  <a:gd name="connsiteY145" fmla="*/ 180022 h 213359"/>
                  <a:gd name="connsiteX146" fmla="*/ 217170 w 244792"/>
                  <a:gd name="connsiteY146" fmla="*/ 172402 h 213359"/>
                  <a:gd name="connsiteX147" fmla="*/ 222885 w 244792"/>
                  <a:gd name="connsiteY147" fmla="*/ 170497 h 213359"/>
                  <a:gd name="connsiteX148" fmla="*/ 213360 w 244792"/>
                  <a:gd name="connsiteY148" fmla="*/ 161925 h 213359"/>
                  <a:gd name="connsiteX149" fmla="*/ 210502 w 244792"/>
                  <a:gd name="connsiteY149" fmla="*/ 159068 h 213359"/>
                  <a:gd name="connsiteX150" fmla="*/ 185738 w 244792"/>
                  <a:gd name="connsiteY150" fmla="*/ 110490 h 213359"/>
                  <a:gd name="connsiteX151" fmla="*/ 184785 w 244792"/>
                  <a:gd name="connsiteY151" fmla="*/ 107632 h 213359"/>
                  <a:gd name="connsiteX152" fmla="*/ 183832 w 244792"/>
                  <a:gd name="connsiteY152" fmla="*/ 100013 h 213359"/>
                  <a:gd name="connsiteX153" fmla="*/ 182880 w 244792"/>
                  <a:gd name="connsiteY153" fmla="*/ 96202 h 213359"/>
                  <a:gd name="connsiteX154" fmla="*/ 179070 w 244792"/>
                  <a:gd name="connsiteY154" fmla="*/ 92393 h 213359"/>
                  <a:gd name="connsiteX155" fmla="*/ 178117 w 244792"/>
                  <a:gd name="connsiteY155" fmla="*/ 90488 h 213359"/>
                  <a:gd name="connsiteX156" fmla="*/ 178117 w 244792"/>
                  <a:gd name="connsiteY156" fmla="*/ 88582 h 213359"/>
                  <a:gd name="connsiteX157" fmla="*/ 178117 w 244792"/>
                  <a:gd name="connsiteY157" fmla="*/ 84772 h 213359"/>
                  <a:gd name="connsiteX158" fmla="*/ 177165 w 244792"/>
                  <a:gd name="connsiteY158" fmla="*/ 82868 h 213359"/>
                  <a:gd name="connsiteX159" fmla="*/ 176213 w 244792"/>
                  <a:gd name="connsiteY159" fmla="*/ 80010 h 213359"/>
                  <a:gd name="connsiteX160" fmla="*/ 170497 w 244792"/>
                  <a:gd name="connsiteY160" fmla="*/ 74295 h 213359"/>
                  <a:gd name="connsiteX161" fmla="*/ 161925 w 244792"/>
                  <a:gd name="connsiteY161" fmla="*/ 62865 h 213359"/>
                  <a:gd name="connsiteX162" fmla="*/ 160020 w 244792"/>
                  <a:gd name="connsiteY162" fmla="*/ 60007 h 213359"/>
                  <a:gd name="connsiteX163" fmla="*/ 159067 w 244792"/>
                  <a:gd name="connsiteY163" fmla="*/ 56197 h 213359"/>
                  <a:gd name="connsiteX164" fmla="*/ 158115 w 244792"/>
                  <a:gd name="connsiteY164" fmla="*/ 50482 h 213359"/>
                  <a:gd name="connsiteX165" fmla="*/ 155257 w 244792"/>
                  <a:gd name="connsiteY165" fmla="*/ 44767 h 213359"/>
                  <a:gd name="connsiteX166" fmla="*/ 154305 w 244792"/>
                  <a:gd name="connsiteY166" fmla="*/ 40957 h 213359"/>
                  <a:gd name="connsiteX167" fmla="*/ 155257 w 244792"/>
                  <a:gd name="connsiteY167" fmla="*/ 38100 h 213359"/>
                  <a:gd name="connsiteX168" fmla="*/ 158115 w 244792"/>
                  <a:gd name="connsiteY168" fmla="*/ 36195 h 213359"/>
                  <a:gd name="connsiteX169" fmla="*/ 159067 w 244792"/>
                  <a:gd name="connsiteY169" fmla="*/ 39052 h 213359"/>
                  <a:gd name="connsiteX170" fmla="*/ 160972 w 244792"/>
                  <a:gd name="connsiteY170" fmla="*/ 45720 h 213359"/>
                  <a:gd name="connsiteX171" fmla="*/ 161925 w 244792"/>
                  <a:gd name="connsiteY171" fmla="*/ 48577 h 213359"/>
                  <a:gd name="connsiteX172" fmla="*/ 163830 w 244792"/>
                  <a:gd name="connsiteY172" fmla="*/ 50482 h 213359"/>
                  <a:gd name="connsiteX173" fmla="*/ 167640 w 244792"/>
                  <a:gd name="connsiteY173" fmla="*/ 55245 h 213359"/>
                  <a:gd name="connsiteX174" fmla="*/ 169545 w 244792"/>
                  <a:gd name="connsiteY174" fmla="*/ 58102 h 213359"/>
                  <a:gd name="connsiteX175" fmla="*/ 170497 w 244792"/>
                  <a:gd name="connsiteY175" fmla="*/ 60960 h 213359"/>
                  <a:gd name="connsiteX176" fmla="*/ 171450 w 244792"/>
                  <a:gd name="connsiteY176" fmla="*/ 63818 h 213359"/>
                  <a:gd name="connsiteX177" fmla="*/ 172402 w 244792"/>
                  <a:gd name="connsiteY177" fmla="*/ 66675 h 213359"/>
                  <a:gd name="connsiteX178" fmla="*/ 173355 w 244792"/>
                  <a:gd name="connsiteY178" fmla="*/ 69532 h 213359"/>
                  <a:gd name="connsiteX179" fmla="*/ 184785 w 244792"/>
                  <a:gd name="connsiteY179" fmla="*/ 81915 h 213359"/>
                  <a:gd name="connsiteX180" fmla="*/ 186690 w 244792"/>
                  <a:gd name="connsiteY180" fmla="*/ 82868 h 213359"/>
                  <a:gd name="connsiteX181" fmla="*/ 187642 w 244792"/>
                  <a:gd name="connsiteY181" fmla="*/ 83820 h 213359"/>
                  <a:gd name="connsiteX182" fmla="*/ 189547 w 244792"/>
                  <a:gd name="connsiteY182" fmla="*/ 84772 h 213359"/>
                  <a:gd name="connsiteX183" fmla="*/ 190500 w 244792"/>
                  <a:gd name="connsiteY183" fmla="*/ 84772 h 213359"/>
                  <a:gd name="connsiteX184" fmla="*/ 191452 w 244792"/>
                  <a:gd name="connsiteY184" fmla="*/ 84772 h 213359"/>
                  <a:gd name="connsiteX185" fmla="*/ 192405 w 244792"/>
                  <a:gd name="connsiteY185" fmla="*/ 82868 h 213359"/>
                  <a:gd name="connsiteX186" fmla="*/ 194310 w 244792"/>
                  <a:gd name="connsiteY186" fmla="*/ 80963 h 213359"/>
                  <a:gd name="connsiteX187" fmla="*/ 195263 w 244792"/>
                  <a:gd name="connsiteY187" fmla="*/ 77152 h 213359"/>
                  <a:gd name="connsiteX188" fmla="*/ 196215 w 244792"/>
                  <a:gd name="connsiteY188" fmla="*/ 71438 h 213359"/>
                  <a:gd name="connsiteX189" fmla="*/ 197167 w 244792"/>
                  <a:gd name="connsiteY189" fmla="*/ 68580 h 213359"/>
                  <a:gd name="connsiteX190" fmla="*/ 199072 w 244792"/>
                  <a:gd name="connsiteY190" fmla="*/ 61913 h 213359"/>
                  <a:gd name="connsiteX191" fmla="*/ 200977 w 244792"/>
                  <a:gd name="connsiteY191" fmla="*/ 52388 h 213359"/>
                  <a:gd name="connsiteX192" fmla="*/ 202882 w 244792"/>
                  <a:gd name="connsiteY192" fmla="*/ 49530 h 213359"/>
                  <a:gd name="connsiteX193" fmla="*/ 204788 w 244792"/>
                  <a:gd name="connsiteY193" fmla="*/ 46672 h 213359"/>
                  <a:gd name="connsiteX194" fmla="*/ 203835 w 244792"/>
                  <a:gd name="connsiteY194" fmla="*/ 44767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244792" h="213359">
                    <a:moveTo>
                      <a:pt x="200025" y="31432"/>
                    </a:moveTo>
                    <a:lnTo>
                      <a:pt x="197167" y="25717"/>
                    </a:lnTo>
                    <a:lnTo>
                      <a:pt x="197167" y="24765"/>
                    </a:lnTo>
                    <a:lnTo>
                      <a:pt x="196215" y="22860"/>
                    </a:lnTo>
                    <a:lnTo>
                      <a:pt x="195263" y="20002"/>
                    </a:lnTo>
                    <a:lnTo>
                      <a:pt x="194310" y="16192"/>
                    </a:lnTo>
                    <a:lnTo>
                      <a:pt x="191452" y="8572"/>
                    </a:lnTo>
                    <a:lnTo>
                      <a:pt x="190500" y="7620"/>
                    </a:lnTo>
                    <a:lnTo>
                      <a:pt x="190500" y="6667"/>
                    </a:lnTo>
                    <a:lnTo>
                      <a:pt x="187642" y="8572"/>
                    </a:lnTo>
                    <a:lnTo>
                      <a:pt x="184785" y="9525"/>
                    </a:lnTo>
                    <a:lnTo>
                      <a:pt x="181927" y="10477"/>
                    </a:lnTo>
                    <a:lnTo>
                      <a:pt x="173355" y="11430"/>
                    </a:lnTo>
                    <a:lnTo>
                      <a:pt x="172402" y="11430"/>
                    </a:lnTo>
                    <a:lnTo>
                      <a:pt x="171450" y="11430"/>
                    </a:lnTo>
                    <a:lnTo>
                      <a:pt x="169545" y="10477"/>
                    </a:lnTo>
                    <a:lnTo>
                      <a:pt x="166688" y="11430"/>
                    </a:lnTo>
                    <a:lnTo>
                      <a:pt x="160972" y="12382"/>
                    </a:lnTo>
                    <a:lnTo>
                      <a:pt x="158115" y="12382"/>
                    </a:lnTo>
                    <a:lnTo>
                      <a:pt x="156210" y="11430"/>
                    </a:lnTo>
                    <a:lnTo>
                      <a:pt x="153352" y="8572"/>
                    </a:lnTo>
                    <a:lnTo>
                      <a:pt x="150495" y="7620"/>
                    </a:lnTo>
                    <a:lnTo>
                      <a:pt x="151447" y="9525"/>
                    </a:lnTo>
                    <a:lnTo>
                      <a:pt x="151447" y="10477"/>
                    </a:lnTo>
                    <a:lnTo>
                      <a:pt x="150495" y="11430"/>
                    </a:lnTo>
                    <a:lnTo>
                      <a:pt x="148590" y="11430"/>
                    </a:lnTo>
                    <a:lnTo>
                      <a:pt x="147638" y="11430"/>
                    </a:lnTo>
                    <a:lnTo>
                      <a:pt x="145732" y="8572"/>
                    </a:lnTo>
                    <a:lnTo>
                      <a:pt x="144780" y="8572"/>
                    </a:lnTo>
                    <a:lnTo>
                      <a:pt x="142875" y="7620"/>
                    </a:lnTo>
                    <a:lnTo>
                      <a:pt x="141922" y="7620"/>
                    </a:lnTo>
                    <a:lnTo>
                      <a:pt x="142875" y="6667"/>
                    </a:lnTo>
                    <a:lnTo>
                      <a:pt x="143827" y="5715"/>
                    </a:lnTo>
                    <a:lnTo>
                      <a:pt x="143827" y="4763"/>
                    </a:lnTo>
                    <a:lnTo>
                      <a:pt x="143827" y="3810"/>
                    </a:lnTo>
                    <a:lnTo>
                      <a:pt x="146685" y="5715"/>
                    </a:lnTo>
                    <a:lnTo>
                      <a:pt x="147638" y="5715"/>
                    </a:lnTo>
                    <a:lnTo>
                      <a:pt x="149542" y="6667"/>
                    </a:lnTo>
                    <a:lnTo>
                      <a:pt x="147638" y="4763"/>
                    </a:lnTo>
                    <a:lnTo>
                      <a:pt x="145732" y="3810"/>
                    </a:lnTo>
                    <a:lnTo>
                      <a:pt x="143827" y="2857"/>
                    </a:lnTo>
                    <a:lnTo>
                      <a:pt x="139065" y="2857"/>
                    </a:lnTo>
                    <a:lnTo>
                      <a:pt x="136207" y="2857"/>
                    </a:lnTo>
                    <a:lnTo>
                      <a:pt x="131445" y="1905"/>
                    </a:lnTo>
                    <a:lnTo>
                      <a:pt x="127635" y="1905"/>
                    </a:lnTo>
                    <a:lnTo>
                      <a:pt x="121920" y="4763"/>
                    </a:lnTo>
                    <a:lnTo>
                      <a:pt x="117157" y="4763"/>
                    </a:lnTo>
                    <a:lnTo>
                      <a:pt x="121920" y="3810"/>
                    </a:lnTo>
                    <a:lnTo>
                      <a:pt x="122872" y="2857"/>
                    </a:lnTo>
                    <a:lnTo>
                      <a:pt x="124777" y="1905"/>
                    </a:lnTo>
                    <a:lnTo>
                      <a:pt x="117157" y="2857"/>
                    </a:lnTo>
                    <a:lnTo>
                      <a:pt x="115252" y="3810"/>
                    </a:lnTo>
                    <a:lnTo>
                      <a:pt x="114300" y="4763"/>
                    </a:lnTo>
                    <a:lnTo>
                      <a:pt x="112395" y="6667"/>
                    </a:lnTo>
                    <a:lnTo>
                      <a:pt x="111442" y="6667"/>
                    </a:lnTo>
                    <a:lnTo>
                      <a:pt x="102870" y="11430"/>
                    </a:lnTo>
                    <a:lnTo>
                      <a:pt x="96202" y="15240"/>
                    </a:lnTo>
                    <a:lnTo>
                      <a:pt x="92392" y="16192"/>
                    </a:lnTo>
                    <a:lnTo>
                      <a:pt x="89535" y="17145"/>
                    </a:lnTo>
                    <a:lnTo>
                      <a:pt x="85725" y="17145"/>
                    </a:lnTo>
                    <a:lnTo>
                      <a:pt x="74295" y="13335"/>
                    </a:lnTo>
                    <a:lnTo>
                      <a:pt x="62865" y="10477"/>
                    </a:lnTo>
                    <a:lnTo>
                      <a:pt x="48577" y="5715"/>
                    </a:lnTo>
                    <a:lnTo>
                      <a:pt x="27622" y="952"/>
                    </a:lnTo>
                    <a:lnTo>
                      <a:pt x="23813" y="952"/>
                    </a:lnTo>
                    <a:lnTo>
                      <a:pt x="15240" y="2857"/>
                    </a:lnTo>
                    <a:lnTo>
                      <a:pt x="11430" y="2857"/>
                    </a:lnTo>
                    <a:lnTo>
                      <a:pt x="8572" y="0"/>
                    </a:lnTo>
                    <a:lnTo>
                      <a:pt x="5715" y="2857"/>
                    </a:lnTo>
                    <a:lnTo>
                      <a:pt x="3810" y="5715"/>
                    </a:lnTo>
                    <a:lnTo>
                      <a:pt x="2857" y="9525"/>
                    </a:lnTo>
                    <a:lnTo>
                      <a:pt x="3810" y="13335"/>
                    </a:lnTo>
                    <a:lnTo>
                      <a:pt x="4763" y="18097"/>
                    </a:lnTo>
                    <a:lnTo>
                      <a:pt x="4763" y="20002"/>
                    </a:lnTo>
                    <a:lnTo>
                      <a:pt x="4763" y="22860"/>
                    </a:lnTo>
                    <a:lnTo>
                      <a:pt x="2857" y="24765"/>
                    </a:lnTo>
                    <a:lnTo>
                      <a:pt x="952" y="29527"/>
                    </a:lnTo>
                    <a:lnTo>
                      <a:pt x="0" y="31432"/>
                    </a:lnTo>
                    <a:lnTo>
                      <a:pt x="0" y="33338"/>
                    </a:lnTo>
                    <a:lnTo>
                      <a:pt x="1905" y="40005"/>
                    </a:lnTo>
                    <a:lnTo>
                      <a:pt x="4763" y="50482"/>
                    </a:lnTo>
                    <a:lnTo>
                      <a:pt x="5715" y="53340"/>
                    </a:lnTo>
                    <a:lnTo>
                      <a:pt x="5715" y="213360"/>
                    </a:lnTo>
                    <a:lnTo>
                      <a:pt x="7620" y="213360"/>
                    </a:lnTo>
                    <a:lnTo>
                      <a:pt x="10477" y="213360"/>
                    </a:lnTo>
                    <a:lnTo>
                      <a:pt x="15240" y="213360"/>
                    </a:lnTo>
                    <a:lnTo>
                      <a:pt x="19050" y="213360"/>
                    </a:lnTo>
                    <a:lnTo>
                      <a:pt x="24765" y="213360"/>
                    </a:lnTo>
                    <a:lnTo>
                      <a:pt x="34290" y="213360"/>
                    </a:lnTo>
                    <a:lnTo>
                      <a:pt x="36195" y="213360"/>
                    </a:lnTo>
                    <a:lnTo>
                      <a:pt x="40005" y="213360"/>
                    </a:lnTo>
                    <a:lnTo>
                      <a:pt x="43815" y="213360"/>
                    </a:lnTo>
                    <a:lnTo>
                      <a:pt x="55245" y="213360"/>
                    </a:lnTo>
                    <a:lnTo>
                      <a:pt x="59055" y="213360"/>
                    </a:lnTo>
                    <a:lnTo>
                      <a:pt x="60960" y="213360"/>
                    </a:lnTo>
                    <a:lnTo>
                      <a:pt x="64770" y="213360"/>
                    </a:lnTo>
                    <a:lnTo>
                      <a:pt x="66675" y="213360"/>
                    </a:lnTo>
                    <a:lnTo>
                      <a:pt x="74295" y="213360"/>
                    </a:lnTo>
                    <a:lnTo>
                      <a:pt x="76200" y="213360"/>
                    </a:lnTo>
                    <a:lnTo>
                      <a:pt x="80010" y="213360"/>
                    </a:lnTo>
                    <a:lnTo>
                      <a:pt x="83820" y="213360"/>
                    </a:lnTo>
                    <a:lnTo>
                      <a:pt x="87630" y="213360"/>
                    </a:lnTo>
                    <a:lnTo>
                      <a:pt x="87630" y="213360"/>
                    </a:lnTo>
                    <a:lnTo>
                      <a:pt x="91440" y="213360"/>
                    </a:lnTo>
                    <a:lnTo>
                      <a:pt x="95250" y="213360"/>
                    </a:lnTo>
                    <a:lnTo>
                      <a:pt x="97155" y="213360"/>
                    </a:lnTo>
                    <a:lnTo>
                      <a:pt x="104775" y="213360"/>
                    </a:lnTo>
                    <a:lnTo>
                      <a:pt x="112395" y="213360"/>
                    </a:lnTo>
                    <a:lnTo>
                      <a:pt x="117157" y="213360"/>
                    </a:lnTo>
                    <a:lnTo>
                      <a:pt x="118110" y="213360"/>
                    </a:lnTo>
                    <a:lnTo>
                      <a:pt x="122872" y="213360"/>
                    </a:lnTo>
                    <a:lnTo>
                      <a:pt x="124777" y="213360"/>
                    </a:lnTo>
                    <a:lnTo>
                      <a:pt x="128588" y="213360"/>
                    </a:lnTo>
                    <a:lnTo>
                      <a:pt x="130492" y="213360"/>
                    </a:lnTo>
                    <a:lnTo>
                      <a:pt x="131445" y="213360"/>
                    </a:lnTo>
                    <a:lnTo>
                      <a:pt x="132397" y="211455"/>
                    </a:lnTo>
                    <a:lnTo>
                      <a:pt x="132397" y="210502"/>
                    </a:lnTo>
                    <a:lnTo>
                      <a:pt x="133350" y="209550"/>
                    </a:lnTo>
                    <a:lnTo>
                      <a:pt x="133350" y="209550"/>
                    </a:lnTo>
                    <a:lnTo>
                      <a:pt x="134302" y="208597"/>
                    </a:lnTo>
                    <a:lnTo>
                      <a:pt x="134302" y="208597"/>
                    </a:lnTo>
                    <a:lnTo>
                      <a:pt x="135255" y="208597"/>
                    </a:lnTo>
                    <a:lnTo>
                      <a:pt x="135255" y="208597"/>
                    </a:lnTo>
                    <a:lnTo>
                      <a:pt x="135255" y="208597"/>
                    </a:lnTo>
                    <a:lnTo>
                      <a:pt x="135255" y="208597"/>
                    </a:lnTo>
                    <a:lnTo>
                      <a:pt x="136207" y="209550"/>
                    </a:lnTo>
                    <a:lnTo>
                      <a:pt x="135255" y="213360"/>
                    </a:lnTo>
                    <a:lnTo>
                      <a:pt x="145732" y="213360"/>
                    </a:lnTo>
                    <a:lnTo>
                      <a:pt x="152400" y="213360"/>
                    </a:lnTo>
                    <a:lnTo>
                      <a:pt x="161925" y="213360"/>
                    </a:lnTo>
                    <a:lnTo>
                      <a:pt x="184785" y="213360"/>
                    </a:lnTo>
                    <a:lnTo>
                      <a:pt x="195263" y="213360"/>
                    </a:lnTo>
                    <a:lnTo>
                      <a:pt x="207645" y="213360"/>
                    </a:lnTo>
                    <a:lnTo>
                      <a:pt x="211455" y="213360"/>
                    </a:lnTo>
                    <a:lnTo>
                      <a:pt x="218122" y="213360"/>
                    </a:lnTo>
                    <a:lnTo>
                      <a:pt x="227647" y="213360"/>
                    </a:lnTo>
                    <a:lnTo>
                      <a:pt x="231458" y="213360"/>
                    </a:lnTo>
                    <a:lnTo>
                      <a:pt x="238125" y="213360"/>
                    </a:lnTo>
                    <a:lnTo>
                      <a:pt x="244792" y="213360"/>
                    </a:lnTo>
                    <a:lnTo>
                      <a:pt x="242888" y="210502"/>
                    </a:lnTo>
                    <a:lnTo>
                      <a:pt x="240030" y="207645"/>
                    </a:lnTo>
                    <a:lnTo>
                      <a:pt x="230505" y="200025"/>
                    </a:lnTo>
                    <a:lnTo>
                      <a:pt x="224790" y="196215"/>
                    </a:lnTo>
                    <a:lnTo>
                      <a:pt x="221933" y="193358"/>
                    </a:lnTo>
                    <a:lnTo>
                      <a:pt x="219075" y="187643"/>
                    </a:lnTo>
                    <a:lnTo>
                      <a:pt x="217170" y="180022"/>
                    </a:lnTo>
                    <a:lnTo>
                      <a:pt x="217170" y="172402"/>
                    </a:lnTo>
                    <a:lnTo>
                      <a:pt x="222885" y="170497"/>
                    </a:lnTo>
                    <a:lnTo>
                      <a:pt x="213360" y="161925"/>
                    </a:lnTo>
                    <a:lnTo>
                      <a:pt x="210502" y="159068"/>
                    </a:lnTo>
                    <a:lnTo>
                      <a:pt x="185738" y="110490"/>
                    </a:lnTo>
                    <a:lnTo>
                      <a:pt x="184785" y="107632"/>
                    </a:lnTo>
                    <a:lnTo>
                      <a:pt x="183832" y="100013"/>
                    </a:lnTo>
                    <a:lnTo>
                      <a:pt x="182880" y="96202"/>
                    </a:lnTo>
                    <a:lnTo>
                      <a:pt x="179070" y="92393"/>
                    </a:lnTo>
                    <a:lnTo>
                      <a:pt x="178117" y="90488"/>
                    </a:lnTo>
                    <a:lnTo>
                      <a:pt x="178117" y="88582"/>
                    </a:lnTo>
                    <a:lnTo>
                      <a:pt x="178117" y="84772"/>
                    </a:lnTo>
                    <a:lnTo>
                      <a:pt x="177165" y="82868"/>
                    </a:lnTo>
                    <a:lnTo>
                      <a:pt x="176213" y="80010"/>
                    </a:lnTo>
                    <a:lnTo>
                      <a:pt x="170497" y="74295"/>
                    </a:lnTo>
                    <a:lnTo>
                      <a:pt x="161925" y="62865"/>
                    </a:lnTo>
                    <a:lnTo>
                      <a:pt x="160020" y="60007"/>
                    </a:lnTo>
                    <a:lnTo>
                      <a:pt x="159067" y="56197"/>
                    </a:lnTo>
                    <a:lnTo>
                      <a:pt x="158115" y="50482"/>
                    </a:lnTo>
                    <a:lnTo>
                      <a:pt x="155257" y="44767"/>
                    </a:lnTo>
                    <a:lnTo>
                      <a:pt x="154305" y="40957"/>
                    </a:lnTo>
                    <a:lnTo>
                      <a:pt x="155257" y="38100"/>
                    </a:lnTo>
                    <a:lnTo>
                      <a:pt x="158115" y="36195"/>
                    </a:lnTo>
                    <a:lnTo>
                      <a:pt x="159067" y="39052"/>
                    </a:lnTo>
                    <a:lnTo>
                      <a:pt x="160972" y="45720"/>
                    </a:lnTo>
                    <a:lnTo>
                      <a:pt x="161925" y="48577"/>
                    </a:lnTo>
                    <a:lnTo>
                      <a:pt x="163830" y="50482"/>
                    </a:lnTo>
                    <a:lnTo>
                      <a:pt x="167640" y="55245"/>
                    </a:lnTo>
                    <a:lnTo>
                      <a:pt x="169545" y="58102"/>
                    </a:lnTo>
                    <a:lnTo>
                      <a:pt x="170497" y="60960"/>
                    </a:lnTo>
                    <a:lnTo>
                      <a:pt x="171450" y="63818"/>
                    </a:lnTo>
                    <a:lnTo>
                      <a:pt x="172402" y="66675"/>
                    </a:lnTo>
                    <a:lnTo>
                      <a:pt x="173355" y="69532"/>
                    </a:lnTo>
                    <a:lnTo>
                      <a:pt x="184785" y="81915"/>
                    </a:lnTo>
                    <a:lnTo>
                      <a:pt x="186690" y="82868"/>
                    </a:lnTo>
                    <a:lnTo>
                      <a:pt x="187642" y="83820"/>
                    </a:lnTo>
                    <a:lnTo>
                      <a:pt x="189547" y="84772"/>
                    </a:lnTo>
                    <a:lnTo>
                      <a:pt x="190500" y="84772"/>
                    </a:lnTo>
                    <a:lnTo>
                      <a:pt x="191452" y="84772"/>
                    </a:lnTo>
                    <a:lnTo>
                      <a:pt x="192405" y="82868"/>
                    </a:lnTo>
                    <a:lnTo>
                      <a:pt x="194310" y="80963"/>
                    </a:lnTo>
                    <a:lnTo>
                      <a:pt x="195263" y="77152"/>
                    </a:lnTo>
                    <a:lnTo>
                      <a:pt x="196215" y="71438"/>
                    </a:lnTo>
                    <a:lnTo>
                      <a:pt x="197167" y="68580"/>
                    </a:lnTo>
                    <a:lnTo>
                      <a:pt x="199072" y="61913"/>
                    </a:lnTo>
                    <a:lnTo>
                      <a:pt x="200977" y="52388"/>
                    </a:lnTo>
                    <a:lnTo>
                      <a:pt x="202882" y="49530"/>
                    </a:lnTo>
                    <a:lnTo>
                      <a:pt x="204788" y="46672"/>
                    </a:lnTo>
                    <a:lnTo>
                      <a:pt x="203835" y="44767"/>
                    </a:lnTo>
                    <a:close/>
                  </a:path>
                </a:pathLst>
              </a:custGeom>
              <a:solidFill>
                <a:schemeClr val="accent1"/>
              </a:solidFill>
              <a:ln w="6350" cap="rnd">
                <a:solidFill>
                  <a:schemeClr val="bg1">
                    <a:alpha val="80000"/>
                  </a:schemeClr>
                </a:solidFill>
                <a:prstDash val="solid"/>
                <a:round/>
              </a:ln>
            </p:spPr>
            <p:txBody>
              <a:bodyPr rtlCol="0" anchor="ctr"/>
              <a:lstStyle/>
              <a:p>
                <a:endParaRPr lang="en-US"/>
              </a:p>
            </p:txBody>
          </p:sp>
          <p:sp>
            <p:nvSpPr>
              <p:cNvPr id="731" name="Freeform: Shape 111">
                <a:extLst>
                  <a:ext uri="{FF2B5EF4-FFF2-40B4-BE49-F238E27FC236}">
                    <a16:creationId xmlns:a16="http://schemas.microsoft.com/office/drawing/2014/main" id="{2D64FB2E-C181-CB7D-0C91-CDA5A68CE451}"/>
                  </a:ext>
                </a:extLst>
              </p:cNvPr>
              <p:cNvSpPr/>
              <p:nvPr/>
            </p:nvSpPr>
            <p:spPr>
              <a:xfrm>
                <a:off x="6788471" y="4005064"/>
                <a:ext cx="35842" cy="42978"/>
              </a:xfrm>
              <a:custGeom>
                <a:avLst/>
                <a:gdLst>
                  <a:gd name="connsiteX0" fmla="*/ 21908 w 32384"/>
                  <a:gd name="connsiteY0" fmla="*/ 953 h 36195"/>
                  <a:gd name="connsiteX1" fmla="*/ 20955 w 32384"/>
                  <a:gd name="connsiteY1" fmla="*/ 2858 h 36195"/>
                  <a:gd name="connsiteX2" fmla="*/ 20002 w 32384"/>
                  <a:gd name="connsiteY2" fmla="*/ 4763 h 36195"/>
                  <a:gd name="connsiteX3" fmla="*/ 19050 w 32384"/>
                  <a:gd name="connsiteY3" fmla="*/ 5715 h 36195"/>
                  <a:gd name="connsiteX4" fmla="*/ 17145 w 32384"/>
                  <a:gd name="connsiteY4" fmla="*/ 5715 h 36195"/>
                  <a:gd name="connsiteX5" fmla="*/ 16192 w 32384"/>
                  <a:gd name="connsiteY5" fmla="*/ 4763 h 36195"/>
                  <a:gd name="connsiteX6" fmla="*/ 14288 w 32384"/>
                  <a:gd name="connsiteY6" fmla="*/ 3810 h 36195"/>
                  <a:gd name="connsiteX7" fmla="*/ 12383 w 32384"/>
                  <a:gd name="connsiteY7" fmla="*/ 4763 h 36195"/>
                  <a:gd name="connsiteX8" fmla="*/ 2858 w 32384"/>
                  <a:gd name="connsiteY8" fmla="*/ 17145 h 36195"/>
                  <a:gd name="connsiteX9" fmla="*/ 952 w 32384"/>
                  <a:gd name="connsiteY9" fmla="*/ 23813 h 36195"/>
                  <a:gd name="connsiteX10" fmla="*/ 0 w 32384"/>
                  <a:gd name="connsiteY10" fmla="*/ 31433 h 36195"/>
                  <a:gd name="connsiteX11" fmla="*/ 952 w 32384"/>
                  <a:gd name="connsiteY11" fmla="*/ 33338 h 36195"/>
                  <a:gd name="connsiteX12" fmla="*/ 952 w 32384"/>
                  <a:gd name="connsiteY12" fmla="*/ 34290 h 36195"/>
                  <a:gd name="connsiteX13" fmla="*/ 1905 w 32384"/>
                  <a:gd name="connsiteY13" fmla="*/ 35243 h 36195"/>
                  <a:gd name="connsiteX14" fmla="*/ 3810 w 32384"/>
                  <a:gd name="connsiteY14" fmla="*/ 36195 h 36195"/>
                  <a:gd name="connsiteX15" fmla="*/ 5715 w 32384"/>
                  <a:gd name="connsiteY15" fmla="*/ 36195 h 36195"/>
                  <a:gd name="connsiteX16" fmla="*/ 16192 w 32384"/>
                  <a:gd name="connsiteY16" fmla="*/ 33338 h 36195"/>
                  <a:gd name="connsiteX17" fmla="*/ 18097 w 32384"/>
                  <a:gd name="connsiteY17" fmla="*/ 33338 h 36195"/>
                  <a:gd name="connsiteX18" fmla="*/ 19050 w 32384"/>
                  <a:gd name="connsiteY18" fmla="*/ 33338 h 36195"/>
                  <a:gd name="connsiteX19" fmla="*/ 20002 w 32384"/>
                  <a:gd name="connsiteY19" fmla="*/ 34290 h 36195"/>
                  <a:gd name="connsiteX20" fmla="*/ 21908 w 32384"/>
                  <a:gd name="connsiteY20" fmla="*/ 34290 h 36195"/>
                  <a:gd name="connsiteX21" fmla="*/ 22860 w 32384"/>
                  <a:gd name="connsiteY21" fmla="*/ 34290 h 36195"/>
                  <a:gd name="connsiteX22" fmla="*/ 25717 w 32384"/>
                  <a:gd name="connsiteY22" fmla="*/ 30480 h 36195"/>
                  <a:gd name="connsiteX23" fmla="*/ 28575 w 32384"/>
                  <a:gd name="connsiteY23" fmla="*/ 26670 h 36195"/>
                  <a:gd name="connsiteX24" fmla="*/ 29527 w 32384"/>
                  <a:gd name="connsiteY24" fmla="*/ 24765 h 36195"/>
                  <a:gd name="connsiteX25" fmla="*/ 25717 w 32384"/>
                  <a:gd name="connsiteY25" fmla="*/ 22860 h 36195"/>
                  <a:gd name="connsiteX26" fmla="*/ 17145 w 32384"/>
                  <a:gd name="connsiteY26" fmla="*/ 23813 h 36195"/>
                  <a:gd name="connsiteX27" fmla="*/ 15240 w 32384"/>
                  <a:gd name="connsiteY27" fmla="*/ 22860 h 36195"/>
                  <a:gd name="connsiteX28" fmla="*/ 17145 w 32384"/>
                  <a:gd name="connsiteY28" fmla="*/ 22860 h 36195"/>
                  <a:gd name="connsiteX29" fmla="*/ 20002 w 32384"/>
                  <a:gd name="connsiteY29" fmla="*/ 21908 h 36195"/>
                  <a:gd name="connsiteX30" fmla="*/ 23813 w 32384"/>
                  <a:gd name="connsiteY30" fmla="*/ 18098 h 36195"/>
                  <a:gd name="connsiteX31" fmla="*/ 27622 w 32384"/>
                  <a:gd name="connsiteY31" fmla="*/ 16193 h 36195"/>
                  <a:gd name="connsiteX32" fmla="*/ 29527 w 32384"/>
                  <a:gd name="connsiteY32" fmla="*/ 15240 h 36195"/>
                  <a:gd name="connsiteX33" fmla="*/ 31433 w 32384"/>
                  <a:gd name="connsiteY33" fmla="*/ 14288 h 36195"/>
                  <a:gd name="connsiteX34" fmla="*/ 32385 w 32384"/>
                  <a:gd name="connsiteY34" fmla="*/ 9525 h 36195"/>
                  <a:gd name="connsiteX35" fmla="*/ 31433 w 32384"/>
                  <a:gd name="connsiteY35" fmla="*/ 6668 h 36195"/>
                  <a:gd name="connsiteX36" fmla="*/ 26670 w 32384"/>
                  <a:gd name="connsiteY36" fmla="*/ 0 h 36195"/>
                  <a:gd name="connsiteX37" fmla="*/ 22860 w 32384"/>
                  <a:gd name="connsiteY37" fmla="*/ 953 h 36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2384" h="36195">
                    <a:moveTo>
                      <a:pt x="21908" y="953"/>
                    </a:moveTo>
                    <a:lnTo>
                      <a:pt x="20955" y="2858"/>
                    </a:lnTo>
                    <a:lnTo>
                      <a:pt x="20002" y="4763"/>
                    </a:lnTo>
                    <a:lnTo>
                      <a:pt x="19050" y="5715"/>
                    </a:lnTo>
                    <a:lnTo>
                      <a:pt x="17145" y="5715"/>
                    </a:lnTo>
                    <a:lnTo>
                      <a:pt x="16192" y="4763"/>
                    </a:lnTo>
                    <a:lnTo>
                      <a:pt x="14288" y="3810"/>
                    </a:lnTo>
                    <a:lnTo>
                      <a:pt x="12383" y="4763"/>
                    </a:lnTo>
                    <a:lnTo>
                      <a:pt x="2858" y="17145"/>
                    </a:lnTo>
                    <a:lnTo>
                      <a:pt x="952" y="23813"/>
                    </a:lnTo>
                    <a:lnTo>
                      <a:pt x="0" y="31433"/>
                    </a:lnTo>
                    <a:lnTo>
                      <a:pt x="952" y="33338"/>
                    </a:lnTo>
                    <a:lnTo>
                      <a:pt x="952" y="34290"/>
                    </a:lnTo>
                    <a:lnTo>
                      <a:pt x="1905" y="35243"/>
                    </a:lnTo>
                    <a:lnTo>
                      <a:pt x="3810" y="36195"/>
                    </a:lnTo>
                    <a:lnTo>
                      <a:pt x="5715" y="36195"/>
                    </a:lnTo>
                    <a:lnTo>
                      <a:pt x="16192" y="33338"/>
                    </a:lnTo>
                    <a:lnTo>
                      <a:pt x="18097" y="33338"/>
                    </a:lnTo>
                    <a:lnTo>
                      <a:pt x="19050" y="33338"/>
                    </a:lnTo>
                    <a:lnTo>
                      <a:pt x="20002" y="34290"/>
                    </a:lnTo>
                    <a:lnTo>
                      <a:pt x="21908" y="34290"/>
                    </a:lnTo>
                    <a:lnTo>
                      <a:pt x="22860" y="34290"/>
                    </a:lnTo>
                    <a:lnTo>
                      <a:pt x="25717" y="30480"/>
                    </a:lnTo>
                    <a:lnTo>
                      <a:pt x="28575" y="26670"/>
                    </a:lnTo>
                    <a:lnTo>
                      <a:pt x="29527" y="24765"/>
                    </a:lnTo>
                    <a:lnTo>
                      <a:pt x="25717" y="22860"/>
                    </a:lnTo>
                    <a:lnTo>
                      <a:pt x="17145" y="23813"/>
                    </a:lnTo>
                    <a:lnTo>
                      <a:pt x="15240" y="22860"/>
                    </a:lnTo>
                    <a:lnTo>
                      <a:pt x="17145" y="22860"/>
                    </a:lnTo>
                    <a:lnTo>
                      <a:pt x="20002" y="21908"/>
                    </a:lnTo>
                    <a:lnTo>
                      <a:pt x="23813" y="18098"/>
                    </a:lnTo>
                    <a:lnTo>
                      <a:pt x="27622" y="16193"/>
                    </a:lnTo>
                    <a:lnTo>
                      <a:pt x="29527" y="15240"/>
                    </a:lnTo>
                    <a:lnTo>
                      <a:pt x="31433" y="14288"/>
                    </a:lnTo>
                    <a:lnTo>
                      <a:pt x="32385" y="9525"/>
                    </a:lnTo>
                    <a:lnTo>
                      <a:pt x="31433" y="6668"/>
                    </a:lnTo>
                    <a:lnTo>
                      <a:pt x="26670" y="0"/>
                    </a:lnTo>
                    <a:lnTo>
                      <a:pt x="22860" y="95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32" name="Freeform: Shape 112">
                <a:extLst>
                  <a:ext uri="{FF2B5EF4-FFF2-40B4-BE49-F238E27FC236}">
                    <a16:creationId xmlns:a16="http://schemas.microsoft.com/office/drawing/2014/main" id="{CC7DDB3B-F579-6008-441B-DFE8B2FB5B15}"/>
                  </a:ext>
                </a:extLst>
              </p:cNvPr>
              <p:cNvSpPr/>
              <p:nvPr/>
            </p:nvSpPr>
            <p:spPr>
              <a:xfrm>
                <a:off x="6067385" y="3479149"/>
                <a:ext cx="351054" cy="356265"/>
              </a:xfrm>
              <a:custGeom>
                <a:avLst/>
                <a:gdLst>
                  <a:gd name="connsiteX0" fmla="*/ 313373 w 317182"/>
                  <a:gd name="connsiteY0" fmla="*/ 289560 h 300037"/>
                  <a:gd name="connsiteX1" fmla="*/ 314325 w 317182"/>
                  <a:gd name="connsiteY1" fmla="*/ 289560 h 300037"/>
                  <a:gd name="connsiteX2" fmla="*/ 314325 w 317182"/>
                  <a:gd name="connsiteY2" fmla="*/ 262890 h 300037"/>
                  <a:gd name="connsiteX3" fmla="*/ 314325 w 317182"/>
                  <a:gd name="connsiteY3" fmla="*/ 254318 h 300037"/>
                  <a:gd name="connsiteX4" fmla="*/ 314325 w 317182"/>
                  <a:gd name="connsiteY4" fmla="*/ 246697 h 300037"/>
                  <a:gd name="connsiteX5" fmla="*/ 314325 w 317182"/>
                  <a:gd name="connsiteY5" fmla="*/ 86677 h 300037"/>
                  <a:gd name="connsiteX6" fmla="*/ 313373 w 317182"/>
                  <a:gd name="connsiteY6" fmla="*/ 83820 h 300037"/>
                  <a:gd name="connsiteX7" fmla="*/ 310515 w 317182"/>
                  <a:gd name="connsiteY7" fmla="*/ 73342 h 300037"/>
                  <a:gd name="connsiteX8" fmla="*/ 308610 w 317182"/>
                  <a:gd name="connsiteY8" fmla="*/ 66675 h 300037"/>
                  <a:gd name="connsiteX9" fmla="*/ 308610 w 317182"/>
                  <a:gd name="connsiteY9" fmla="*/ 64770 h 300037"/>
                  <a:gd name="connsiteX10" fmla="*/ 309563 w 317182"/>
                  <a:gd name="connsiteY10" fmla="*/ 62865 h 300037"/>
                  <a:gd name="connsiteX11" fmla="*/ 311467 w 317182"/>
                  <a:gd name="connsiteY11" fmla="*/ 58102 h 300037"/>
                  <a:gd name="connsiteX12" fmla="*/ 313373 w 317182"/>
                  <a:gd name="connsiteY12" fmla="*/ 56197 h 300037"/>
                  <a:gd name="connsiteX13" fmla="*/ 313373 w 317182"/>
                  <a:gd name="connsiteY13" fmla="*/ 53340 h 300037"/>
                  <a:gd name="connsiteX14" fmla="*/ 313373 w 317182"/>
                  <a:gd name="connsiteY14" fmla="*/ 51435 h 300037"/>
                  <a:gd name="connsiteX15" fmla="*/ 312420 w 317182"/>
                  <a:gd name="connsiteY15" fmla="*/ 46672 h 300037"/>
                  <a:gd name="connsiteX16" fmla="*/ 311467 w 317182"/>
                  <a:gd name="connsiteY16" fmla="*/ 42863 h 300037"/>
                  <a:gd name="connsiteX17" fmla="*/ 312420 w 317182"/>
                  <a:gd name="connsiteY17" fmla="*/ 39052 h 300037"/>
                  <a:gd name="connsiteX18" fmla="*/ 314325 w 317182"/>
                  <a:gd name="connsiteY18" fmla="*/ 36195 h 300037"/>
                  <a:gd name="connsiteX19" fmla="*/ 317182 w 317182"/>
                  <a:gd name="connsiteY19" fmla="*/ 33338 h 300037"/>
                  <a:gd name="connsiteX20" fmla="*/ 314325 w 317182"/>
                  <a:gd name="connsiteY20" fmla="*/ 28575 h 300037"/>
                  <a:gd name="connsiteX21" fmla="*/ 312420 w 317182"/>
                  <a:gd name="connsiteY21" fmla="*/ 26670 h 300037"/>
                  <a:gd name="connsiteX22" fmla="*/ 308610 w 317182"/>
                  <a:gd name="connsiteY22" fmla="*/ 25717 h 300037"/>
                  <a:gd name="connsiteX23" fmla="*/ 299085 w 317182"/>
                  <a:gd name="connsiteY23" fmla="*/ 24765 h 300037"/>
                  <a:gd name="connsiteX24" fmla="*/ 290513 w 317182"/>
                  <a:gd name="connsiteY24" fmla="*/ 22860 h 300037"/>
                  <a:gd name="connsiteX25" fmla="*/ 285750 w 317182"/>
                  <a:gd name="connsiteY25" fmla="*/ 21907 h 300037"/>
                  <a:gd name="connsiteX26" fmla="*/ 280988 w 317182"/>
                  <a:gd name="connsiteY26" fmla="*/ 20955 h 300037"/>
                  <a:gd name="connsiteX27" fmla="*/ 278130 w 317182"/>
                  <a:gd name="connsiteY27" fmla="*/ 20002 h 300037"/>
                  <a:gd name="connsiteX28" fmla="*/ 276225 w 317182"/>
                  <a:gd name="connsiteY28" fmla="*/ 18097 h 300037"/>
                  <a:gd name="connsiteX29" fmla="*/ 275273 w 317182"/>
                  <a:gd name="connsiteY29" fmla="*/ 16192 h 300037"/>
                  <a:gd name="connsiteX30" fmla="*/ 276225 w 317182"/>
                  <a:gd name="connsiteY30" fmla="*/ 15240 h 300037"/>
                  <a:gd name="connsiteX31" fmla="*/ 275273 w 317182"/>
                  <a:gd name="connsiteY31" fmla="*/ 13335 h 300037"/>
                  <a:gd name="connsiteX32" fmla="*/ 274320 w 317182"/>
                  <a:gd name="connsiteY32" fmla="*/ 11430 h 300037"/>
                  <a:gd name="connsiteX33" fmla="*/ 270510 w 317182"/>
                  <a:gd name="connsiteY33" fmla="*/ 9525 h 300037"/>
                  <a:gd name="connsiteX34" fmla="*/ 265748 w 317182"/>
                  <a:gd name="connsiteY34" fmla="*/ 7620 h 300037"/>
                  <a:gd name="connsiteX35" fmla="*/ 260032 w 317182"/>
                  <a:gd name="connsiteY35" fmla="*/ 6667 h 300037"/>
                  <a:gd name="connsiteX36" fmla="*/ 248602 w 317182"/>
                  <a:gd name="connsiteY36" fmla="*/ 4763 h 300037"/>
                  <a:gd name="connsiteX37" fmla="*/ 246698 w 317182"/>
                  <a:gd name="connsiteY37" fmla="*/ 5715 h 300037"/>
                  <a:gd name="connsiteX38" fmla="*/ 244792 w 317182"/>
                  <a:gd name="connsiteY38" fmla="*/ 5715 h 300037"/>
                  <a:gd name="connsiteX39" fmla="*/ 241935 w 317182"/>
                  <a:gd name="connsiteY39" fmla="*/ 8572 h 300037"/>
                  <a:gd name="connsiteX40" fmla="*/ 240030 w 317182"/>
                  <a:gd name="connsiteY40" fmla="*/ 8572 h 300037"/>
                  <a:gd name="connsiteX41" fmla="*/ 231457 w 317182"/>
                  <a:gd name="connsiteY41" fmla="*/ 11430 h 300037"/>
                  <a:gd name="connsiteX42" fmla="*/ 226695 w 317182"/>
                  <a:gd name="connsiteY42" fmla="*/ 12382 h 300037"/>
                  <a:gd name="connsiteX43" fmla="*/ 222885 w 317182"/>
                  <a:gd name="connsiteY43" fmla="*/ 15240 h 300037"/>
                  <a:gd name="connsiteX44" fmla="*/ 220027 w 317182"/>
                  <a:gd name="connsiteY44" fmla="*/ 17145 h 300037"/>
                  <a:gd name="connsiteX45" fmla="*/ 217170 w 317182"/>
                  <a:gd name="connsiteY45" fmla="*/ 20002 h 300037"/>
                  <a:gd name="connsiteX46" fmla="*/ 214313 w 317182"/>
                  <a:gd name="connsiteY46" fmla="*/ 22860 h 300037"/>
                  <a:gd name="connsiteX47" fmla="*/ 213360 w 317182"/>
                  <a:gd name="connsiteY47" fmla="*/ 26670 h 300037"/>
                  <a:gd name="connsiteX48" fmla="*/ 212407 w 317182"/>
                  <a:gd name="connsiteY48" fmla="*/ 31432 h 300037"/>
                  <a:gd name="connsiteX49" fmla="*/ 213360 w 317182"/>
                  <a:gd name="connsiteY49" fmla="*/ 35242 h 300037"/>
                  <a:gd name="connsiteX50" fmla="*/ 215265 w 317182"/>
                  <a:gd name="connsiteY50" fmla="*/ 39052 h 300037"/>
                  <a:gd name="connsiteX51" fmla="*/ 216217 w 317182"/>
                  <a:gd name="connsiteY51" fmla="*/ 42863 h 300037"/>
                  <a:gd name="connsiteX52" fmla="*/ 215265 w 317182"/>
                  <a:gd name="connsiteY52" fmla="*/ 50482 h 300037"/>
                  <a:gd name="connsiteX53" fmla="*/ 209550 w 317182"/>
                  <a:gd name="connsiteY53" fmla="*/ 57150 h 300037"/>
                  <a:gd name="connsiteX54" fmla="*/ 202882 w 317182"/>
                  <a:gd name="connsiteY54" fmla="*/ 61913 h 300037"/>
                  <a:gd name="connsiteX55" fmla="*/ 195263 w 317182"/>
                  <a:gd name="connsiteY55" fmla="*/ 62865 h 300037"/>
                  <a:gd name="connsiteX56" fmla="*/ 190500 w 317182"/>
                  <a:gd name="connsiteY56" fmla="*/ 61913 h 300037"/>
                  <a:gd name="connsiteX57" fmla="*/ 185738 w 317182"/>
                  <a:gd name="connsiteY57" fmla="*/ 59055 h 300037"/>
                  <a:gd name="connsiteX58" fmla="*/ 181927 w 317182"/>
                  <a:gd name="connsiteY58" fmla="*/ 55245 h 300037"/>
                  <a:gd name="connsiteX59" fmla="*/ 178117 w 317182"/>
                  <a:gd name="connsiteY59" fmla="*/ 52388 h 300037"/>
                  <a:gd name="connsiteX60" fmla="*/ 174307 w 317182"/>
                  <a:gd name="connsiteY60" fmla="*/ 50482 h 300037"/>
                  <a:gd name="connsiteX61" fmla="*/ 166688 w 317182"/>
                  <a:gd name="connsiteY61" fmla="*/ 47625 h 300037"/>
                  <a:gd name="connsiteX62" fmla="*/ 159067 w 317182"/>
                  <a:gd name="connsiteY62" fmla="*/ 44767 h 300037"/>
                  <a:gd name="connsiteX63" fmla="*/ 150495 w 317182"/>
                  <a:gd name="connsiteY63" fmla="*/ 42863 h 300037"/>
                  <a:gd name="connsiteX64" fmla="*/ 138113 w 317182"/>
                  <a:gd name="connsiteY64" fmla="*/ 41910 h 300037"/>
                  <a:gd name="connsiteX65" fmla="*/ 133350 w 317182"/>
                  <a:gd name="connsiteY65" fmla="*/ 40957 h 300037"/>
                  <a:gd name="connsiteX66" fmla="*/ 129540 w 317182"/>
                  <a:gd name="connsiteY66" fmla="*/ 39052 h 300037"/>
                  <a:gd name="connsiteX67" fmla="*/ 125730 w 317182"/>
                  <a:gd name="connsiteY67" fmla="*/ 36195 h 300037"/>
                  <a:gd name="connsiteX68" fmla="*/ 123825 w 317182"/>
                  <a:gd name="connsiteY68" fmla="*/ 33338 h 300037"/>
                  <a:gd name="connsiteX69" fmla="*/ 121920 w 317182"/>
                  <a:gd name="connsiteY69" fmla="*/ 29527 h 300037"/>
                  <a:gd name="connsiteX70" fmla="*/ 119063 w 317182"/>
                  <a:gd name="connsiteY70" fmla="*/ 20955 h 300037"/>
                  <a:gd name="connsiteX71" fmla="*/ 116205 w 317182"/>
                  <a:gd name="connsiteY71" fmla="*/ 18097 h 300037"/>
                  <a:gd name="connsiteX72" fmla="*/ 113348 w 317182"/>
                  <a:gd name="connsiteY72" fmla="*/ 16192 h 300037"/>
                  <a:gd name="connsiteX73" fmla="*/ 107632 w 317182"/>
                  <a:gd name="connsiteY73" fmla="*/ 15240 h 300037"/>
                  <a:gd name="connsiteX74" fmla="*/ 100013 w 317182"/>
                  <a:gd name="connsiteY74" fmla="*/ 12382 h 300037"/>
                  <a:gd name="connsiteX75" fmla="*/ 92392 w 317182"/>
                  <a:gd name="connsiteY75" fmla="*/ 9525 h 300037"/>
                  <a:gd name="connsiteX76" fmla="*/ 83820 w 317182"/>
                  <a:gd name="connsiteY76" fmla="*/ 6667 h 300037"/>
                  <a:gd name="connsiteX77" fmla="*/ 76200 w 317182"/>
                  <a:gd name="connsiteY77" fmla="*/ 6667 h 300037"/>
                  <a:gd name="connsiteX78" fmla="*/ 67627 w 317182"/>
                  <a:gd name="connsiteY78" fmla="*/ 7620 h 300037"/>
                  <a:gd name="connsiteX79" fmla="*/ 63817 w 317182"/>
                  <a:gd name="connsiteY79" fmla="*/ 7620 h 300037"/>
                  <a:gd name="connsiteX80" fmla="*/ 59055 w 317182"/>
                  <a:gd name="connsiteY80" fmla="*/ 6667 h 300037"/>
                  <a:gd name="connsiteX81" fmla="*/ 56198 w 317182"/>
                  <a:gd name="connsiteY81" fmla="*/ 5715 h 300037"/>
                  <a:gd name="connsiteX82" fmla="*/ 52388 w 317182"/>
                  <a:gd name="connsiteY82" fmla="*/ 3810 h 300037"/>
                  <a:gd name="connsiteX83" fmla="*/ 49530 w 317182"/>
                  <a:gd name="connsiteY83" fmla="*/ 1905 h 300037"/>
                  <a:gd name="connsiteX84" fmla="*/ 44767 w 317182"/>
                  <a:gd name="connsiteY84" fmla="*/ 952 h 300037"/>
                  <a:gd name="connsiteX85" fmla="*/ 42863 w 317182"/>
                  <a:gd name="connsiteY85" fmla="*/ 0 h 300037"/>
                  <a:gd name="connsiteX86" fmla="*/ 41910 w 317182"/>
                  <a:gd name="connsiteY86" fmla="*/ 8572 h 300037"/>
                  <a:gd name="connsiteX87" fmla="*/ 41910 w 317182"/>
                  <a:gd name="connsiteY87" fmla="*/ 11430 h 300037"/>
                  <a:gd name="connsiteX88" fmla="*/ 42863 w 317182"/>
                  <a:gd name="connsiteY88" fmla="*/ 15240 h 300037"/>
                  <a:gd name="connsiteX89" fmla="*/ 41910 w 317182"/>
                  <a:gd name="connsiteY89" fmla="*/ 17145 h 300037"/>
                  <a:gd name="connsiteX90" fmla="*/ 28575 w 317182"/>
                  <a:gd name="connsiteY90" fmla="*/ 24765 h 300037"/>
                  <a:gd name="connsiteX91" fmla="*/ 26670 w 317182"/>
                  <a:gd name="connsiteY91" fmla="*/ 25717 h 300037"/>
                  <a:gd name="connsiteX92" fmla="*/ 23813 w 317182"/>
                  <a:gd name="connsiteY92" fmla="*/ 29527 h 300037"/>
                  <a:gd name="connsiteX93" fmla="*/ 21907 w 317182"/>
                  <a:gd name="connsiteY93" fmla="*/ 31432 h 300037"/>
                  <a:gd name="connsiteX94" fmla="*/ 20002 w 317182"/>
                  <a:gd name="connsiteY94" fmla="*/ 32385 h 300037"/>
                  <a:gd name="connsiteX95" fmla="*/ 18098 w 317182"/>
                  <a:gd name="connsiteY95" fmla="*/ 33338 h 300037"/>
                  <a:gd name="connsiteX96" fmla="*/ 16192 w 317182"/>
                  <a:gd name="connsiteY96" fmla="*/ 34290 h 300037"/>
                  <a:gd name="connsiteX97" fmla="*/ 15240 w 317182"/>
                  <a:gd name="connsiteY97" fmla="*/ 36195 h 300037"/>
                  <a:gd name="connsiteX98" fmla="*/ 15240 w 317182"/>
                  <a:gd name="connsiteY98" fmla="*/ 39052 h 300037"/>
                  <a:gd name="connsiteX99" fmla="*/ 17145 w 317182"/>
                  <a:gd name="connsiteY99" fmla="*/ 45720 h 300037"/>
                  <a:gd name="connsiteX100" fmla="*/ 18098 w 317182"/>
                  <a:gd name="connsiteY100" fmla="*/ 48577 h 300037"/>
                  <a:gd name="connsiteX101" fmla="*/ 16192 w 317182"/>
                  <a:gd name="connsiteY101" fmla="*/ 54292 h 300037"/>
                  <a:gd name="connsiteX102" fmla="*/ 12382 w 317182"/>
                  <a:gd name="connsiteY102" fmla="*/ 58102 h 300037"/>
                  <a:gd name="connsiteX103" fmla="*/ 7620 w 317182"/>
                  <a:gd name="connsiteY103" fmla="*/ 61913 h 300037"/>
                  <a:gd name="connsiteX104" fmla="*/ 2857 w 317182"/>
                  <a:gd name="connsiteY104" fmla="*/ 63817 h 300037"/>
                  <a:gd name="connsiteX105" fmla="*/ 952 w 317182"/>
                  <a:gd name="connsiteY105" fmla="*/ 64770 h 300037"/>
                  <a:gd name="connsiteX106" fmla="*/ 0 w 317182"/>
                  <a:gd name="connsiteY106" fmla="*/ 65723 h 300037"/>
                  <a:gd name="connsiteX107" fmla="*/ 0 w 317182"/>
                  <a:gd name="connsiteY107" fmla="*/ 66675 h 300037"/>
                  <a:gd name="connsiteX108" fmla="*/ 0 w 317182"/>
                  <a:gd name="connsiteY108" fmla="*/ 69532 h 300037"/>
                  <a:gd name="connsiteX109" fmla="*/ 1905 w 317182"/>
                  <a:gd name="connsiteY109" fmla="*/ 71438 h 300037"/>
                  <a:gd name="connsiteX110" fmla="*/ 3810 w 317182"/>
                  <a:gd name="connsiteY110" fmla="*/ 75248 h 300037"/>
                  <a:gd name="connsiteX111" fmla="*/ 5715 w 317182"/>
                  <a:gd name="connsiteY111" fmla="*/ 77152 h 300037"/>
                  <a:gd name="connsiteX112" fmla="*/ 6667 w 317182"/>
                  <a:gd name="connsiteY112" fmla="*/ 80963 h 300037"/>
                  <a:gd name="connsiteX113" fmla="*/ 8573 w 317182"/>
                  <a:gd name="connsiteY113" fmla="*/ 84773 h 300037"/>
                  <a:gd name="connsiteX114" fmla="*/ 9525 w 317182"/>
                  <a:gd name="connsiteY114" fmla="*/ 88582 h 300037"/>
                  <a:gd name="connsiteX115" fmla="*/ 9525 w 317182"/>
                  <a:gd name="connsiteY115" fmla="*/ 92392 h 300037"/>
                  <a:gd name="connsiteX116" fmla="*/ 9525 w 317182"/>
                  <a:gd name="connsiteY116" fmla="*/ 107632 h 300037"/>
                  <a:gd name="connsiteX117" fmla="*/ 10477 w 317182"/>
                  <a:gd name="connsiteY117" fmla="*/ 117157 h 300037"/>
                  <a:gd name="connsiteX118" fmla="*/ 10477 w 317182"/>
                  <a:gd name="connsiteY118" fmla="*/ 120015 h 300037"/>
                  <a:gd name="connsiteX119" fmla="*/ 8573 w 317182"/>
                  <a:gd name="connsiteY119" fmla="*/ 126682 h 300037"/>
                  <a:gd name="connsiteX120" fmla="*/ 7620 w 317182"/>
                  <a:gd name="connsiteY120" fmla="*/ 128588 h 300037"/>
                  <a:gd name="connsiteX121" fmla="*/ 7620 w 317182"/>
                  <a:gd name="connsiteY121" fmla="*/ 131445 h 300037"/>
                  <a:gd name="connsiteX122" fmla="*/ 8573 w 317182"/>
                  <a:gd name="connsiteY122" fmla="*/ 135255 h 300037"/>
                  <a:gd name="connsiteX123" fmla="*/ 9525 w 317182"/>
                  <a:gd name="connsiteY123" fmla="*/ 139065 h 300037"/>
                  <a:gd name="connsiteX124" fmla="*/ 10477 w 317182"/>
                  <a:gd name="connsiteY124" fmla="*/ 143827 h 300037"/>
                  <a:gd name="connsiteX125" fmla="*/ 8573 w 317182"/>
                  <a:gd name="connsiteY125" fmla="*/ 147638 h 300037"/>
                  <a:gd name="connsiteX126" fmla="*/ 6667 w 317182"/>
                  <a:gd name="connsiteY126" fmla="*/ 148590 h 300037"/>
                  <a:gd name="connsiteX127" fmla="*/ 4763 w 317182"/>
                  <a:gd name="connsiteY127" fmla="*/ 149543 h 300037"/>
                  <a:gd name="connsiteX128" fmla="*/ 2857 w 317182"/>
                  <a:gd name="connsiteY128" fmla="*/ 151447 h 300037"/>
                  <a:gd name="connsiteX129" fmla="*/ 952 w 317182"/>
                  <a:gd name="connsiteY129" fmla="*/ 153352 h 300037"/>
                  <a:gd name="connsiteX130" fmla="*/ 952 w 317182"/>
                  <a:gd name="connsiteY130" fmla="*/ 155258 h 300037"/>
                  <a:gd name="connsiteX131" fmla="*/ 1905 w 317182"/>
                  <a:gd name="connsiteY131" fmla="*/ 157163 h 300037"/>
                  <a:gd name="connsiteX132" fmla="*/ 9525 w 317182"/>
                  <a:gd name="connsiteY132" fmla="*/ 168593 h 300037"/>
                  <a:gd name="connsiteX133" fmla="*/ 11430 w 317182"/>
                  <a:gd name="connsiteY133" fmla="*/ 172402 h 300037"/>
                  <a:gd name="connsiteX134" fmla="*/ 15240 w 317182"/>
                  <a:gd name="connsiteY134" fmla="*/ 185738 h 300037"/>
                  <a:gd name="connsiteX135" fmla="*/ 18098 w 317182"/>
                  <a:gd name="connsiteY135" fmla="*/ 189547 h 300037"/>
                  <a:gd name="connsiteX136" fmla="*/ 20955 w 317182"/>
                  <a:gd name="connsiteY136" fmla="*/ 192405 h 300037"/>
                  <a:gd name="connsiteX137" fmla="*/ 21907 w 317182"/>
                  <a:gd name="connsiteY137" fmla="*/ 192405 h 300037"/>
                  <a:gd name="connsiteX138" fmla="*/ 24765 w 317182"/>
                  <a:gd name="connsiteY138" fmla="*/ 191452 h 300037"/>
                  <a:gd name="connsiteX139" fmla="*/ 25717 w 317182"/>
                  <a:gd name="connsiteY139" fmla="*/ 190500 h 300037"/>
                  <a:gd name="connsiteX140" fmla="*/ 27623 w 317182"/>
                  <a:gd name="connsiteY140" fmla="*/ 190500 h 300037"/>
                  <a:gd name="connsiteX141" fmla="*/ 40005 w 317182"/>
                  <a:gd name="connsiteY141" fmla="*/ 194310 h 300037"/>
                  <a:gd name="connsiteX142" fmla="*/ 42863 w 317182"/>
                  <a:gd name="connsiteY142" fmla="*/ 195263 h 300037"/>
                  <a:gd name="connsiteX143" fmla="*/ 45720 w 317182"/>
                  <a:gd name="connsiteY143" fmla="*/ 199072 h 300037"/>
                  <a:gd name="connsiteX144" fmla="*/ 48577 w 317182"/>
                  <a:gd name="connsiteY144" fmla="*/ 203835 h 300037"/>
                  <a:gd name="connsiteX145" fmla="*/ 52388 w 317182"/>
                  <a:gd name="connsiteY145" fmla="*/ 213360 h 300037"/>
                  <a:gd name="connsiteX146" fmla="*/ 78105 w 317182"/>
                  <a:gd name="connsiteY146" fmla="*/ 219075 h 300037"/>
                  <a:gd name="connsiteX147" fmla="*/ 85725 w 317182"/>
                  <a:gd name="connsiteY147" fmla="*/ 221933 h 300037"/>
                  <a:gd name="connsiteX148" fmla="*/ 94298 w 317182"/>
                  <a:gd name="connsiteY148" fmla="*/ 231458 h 300037"/>
                  <a:gd name="connsiteX149" fmla="*/ 97155 w 317182"/>
                  <a:gd name="connsiteY149" fmla="*/ 233363 h 300037"/>
                  <a:gd name="connsiteX150" fmla="*/ 100965 w 317182"/>
                  <a:gd name="connsiteY150" fmla="*/ 232410 h 300037"/>
                  <a:gd name="connsiteX151" fmla="*/ 112395 w 317182"/>
                  <a:gd name="connsiteY151" fmla="*/ 224790 h 300037"/>
                  <a:gd name="connsiteX152" fmla="*/ 133350 w 317182"/>
                  <a:gd name="connsiteY152" fmla="*/ 215265 h 300037"/>
                  <a:gd name="connsiteX153" fmla="*/ 293370 w 317182"/>
                  <a:gd name="connsiteY153" fmla="*/ 300038 h 300037"/>
                  <a:gd name="connsiteX154" fmla="*/ 293370 w 317182"/>
                  <a:gd name="connsiteY154" fmla="*/ 28956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17182" h="300037">
                    <a:moveTo>
                      <a:pt x="313373" y="289560"/>
                    </a:moveTo>
                    <a:lnTo>
                      <a:pt x="314325" y="289560"/>
                    </a:lnTo>
                    <a:lnTo>
                      <a:pt x="314325" y="262890"/>
                    </a:lnTo>
                    <a:lnTo>
                      <a:pt x="314325" y="254318"/>
                    </a:lnTo>
                    <a:lnTo>
                      <a:pt x="314325" y="246697"/>
                    </a:lnTo>
                    <a:lnTo>
                      <a:pt x="314325" y="86677"/>
                    </a:lnTo>
                    <a:lnTo>
                      <a:pt x="313373" y="83820"/>
                    </a:lnTo>
                    <a:lnTo>
                      <a:pt x="310515" y="73342"/>
                    </a:lnTo>
                    <a:lnTo>
                      <a:pt x="308610" y="66675"/>
                    </a:lnTo>
                    <a:lnTo>
                      <a:pt x="308610" y="64770"/>
                    </a:lnTo>
                    <a:lnTo>
                      <a:pt x="309563" y="62865"/>
                    </a:lnTo>
                    <a:lnTo>
                      <a:pt x="311467" y="58102"/>
                    </a:lnTo>
                    <a:lnTo>
                      <a:pt x="313373" y="56197"/>
                    </a:lnTo>
                    <a:lnTo>
                      <a:pt x="313373" y="53340"/>
                    </a:lnTo>
                    <a:lnTo>
                      <a:pt x="313373" y="51435"/>
                    </a:lnTo>
                    <a:lnTo>
                      <a:pt x="312420" y="46672"/>
                    </a:lnTo>
                    <a:lnTo>
                      <a:pt x="311467" y="42863"/>
                    </a:lnTo>
                    <a:lnTo>
                      <a:pt x="312420" y="39052"/>
                    </a:lnTo>
                    <a:lnTo>
                      <a:pt x="314325" y="36195"/>
                    </a:lnTo>
                    <a:lnTo>
                      <a:pt x="317182" y="33338"/>
                    </a:lnTo>
                    <a:lnTo>
                      <a:pt x="314325" y="28575"/>
                    </a:lnTo>
                    <a:lnTo>
                      <a:pt x="312420" y="26670"/>
                    </a:lnTo>
                    <a:lnTo>
                      <a:pt x="308610" y="25717"/>
                    </a:lnTo>
                    <a:lnTo>
                      <a:pt x="299085" y="24765"/>
                    </a:lnTo>
                    <a:lnTo>
                      <a:pt x="290513" y="22860"/>
                    </a:lnTo>
                    <a:lnTo>
                      <a:pt x="285750" y="21907"/>
                    </a:lnTo>
                    <a:lnTo>
                      <a:pt x="280988" y="20955"/>
                    </a:lnTo>
                    <a:lnTo>
                      <a:pt x="278130" y="20002"/>
                    </a:lnTo>
                    <a:lnTo>
                      <a:pt x="276225" y="18097"/>
                    </a:lnTo>
                    <a:lnTo>
                      <a:pt x="275273" y="16192"/>
                    </a:lnTo>
                    <a:lnTo>
                      <a:pt x="276225" y="15240"/>
                    </a:lnTo>
                    <a:lnTo>
                      <a:pt x="275273" y="13335"/>
                    </a:lnTo>
                    <a:lnTo>
                      <a:pt x="274320" y="11430"/>
                    </a:lnTo>
                    <a:lnTo>
                      <a:pt x="270510" y="9525"/>
                    </a:lnTo>
                    <a:lnTo>
                      <a:pt x="265748" y="7620"/>
                    </a:lnTo>
                    <a:lnTo>
                      <a:pt x="260032" y="6667"/>
                    </a:lnTo>
                    <a:lnTo>
                      <a:pt x="248602" y="4763"/>
                    </a:lnTo>
                    <a:lnTo>
                      <a:pt x="246698" y="5715"/>
                    </a:lnTo>
                    <a:lnTo>
                      <a:pt x="244792" y="5715"/>
                    </a:lnTo>
                    <a:lnTo>
                      <a:pt x="241935" y="8572"/>
                    </a:lnTo>
                    <a:lnTo>
                      <a:pt x="240030" y="8572"/>
                    </a:lnTo>
                    <a:lnTo>
                      <a:pt x="231457" y="11430"/>
                    </a:lnTo>
                    <a:lnTo>
                      <a:pt x="226695" y="12382"/>
                    </a:lnTo>
                    <a:lnTo>
                      <a:pt x="222885" y="15240"/>
                    </a:lnTo>
                    <a:lnTo>
                      <a:pt x="220027" y="17145"/>
                    </a:lnTo>
                    <a:lnTo>
                      <a:pt x="217170" y="20002"/>
                    </a:lnTo>
                    <a:lnTo>
                      <a:pt x="214313" y="22860"/>
                    </a:lnTo>
                    <a:lnTo>
                      <a:pt x="213360" y="26670"/>
                    </a:lnTo>
                    <a:lnTo>
                      <a:pt x="212407" y="31432"/>
                    </a:lnTo>
                    <a:lnTo>
                      <a:pt x="213360" y="35242"/>
                    </a:lnTo>
                    <a:lnTo>
                      <a:pt x="215265" y="39052"/>
                    </a:lnTo>
                    <a:lnTo>
                      <a:pt x="216217" y="42863"/>
                    </a:lnTo>
                    <a:lnTo>
                      <a:pt x="215265" y="50482"/>
                    </a:lnTo>
                    <a:lnTo>
                      <a:pt x="209550" y="57150"/>
                    </a:lnTo>
                    <a:lnTo>
                      <a:pt x="202882" y="61913"/>
                    </a:lnTo>
                    <a:lnTo>
                      <a:pt x="195263" y="62865"/>
                    </a:lnTo>
                    <a:lnTo>
                      <a:pt x="190500" y="61913"/>
                    </a:lnTo>
                    <a:lnTo>
                      <a:pt x="185738" y="59055"/>
                    </a:lnTo>
                    <a:lnTo>
                      <a:pt x="181927" y="55245"/>
                    </a:lnTo>
                    <a:lnTo>
                      <a:pt x="178117" y="52388"/>
                    </a:lnTo>
                    <a:lnTo>
                      <a:pt x="174307" y="50482"/>
                    </a:lnTo>
                    <a:lnTo>
                      <a:pt x="166688" y="47625"/>
                    </a:lnTo>
                    <a:lnTo>
                      <a:pt x="159067" y="44767"/>
                    </a:lnTo>
                    <a:lnTo>
                      <a:pt x="150495" y="42863"/>
                    </a:lnTo>
                    <a:lnTo>
                      <a:pt x="138113" y="41910"/>
                    </a:lnTo>
                    <a:lnTo>
                      <a:pt x="133350" y="40957"/>
                    </a:lnTo>
                    <a:lnTo>
                      <a:pt x="129540" y="39052"/>
                    </a:lnTo>
                    <a:lnTo>
                      <a:pt x="125730" y="36195"/>
                    </a:lnTo>
                    <a:lnTo>
                      <a:pt x="123825" y="33338"/>
                    </a:lnTo>
                    <a:lnTo>
                      <a:pt x="121920" y="29527"/>
                    </a:lnTo>
                    <a:lnTo>
                      <a:pt x="119063" y="20955"/>
                    </a:lnTo>
                    <a:lnTo>
                      <a:pt x="116205" y="18097"/>
                    </a:lnTo>
                    <a:lnTo>
                      <a:pt x="113348" y="16192"/>
                    </a:lnTo>
                    <a:lnTo>
                      <a:pt x="107632" y="15240"/>
                    </a:lnTo>
                    <a:lnTo>
                      <a:pt x="100013" y="12382"/>
                    </a:lnTo>
                    <a:lnTo>
                      <a:pt x="92392" y="9525"/>
                    </a:lnTo>
                    <a:lnTo>
                      <a:pt x="83820" y="6667"/>
                    </a:lnTo>
                    <a:lnTo>
                      <a:pt x="76200" y="6667"/>
                    </a:lnTo>
                    <a:lnTo>
                      <a:pt x="67627" y="7620"/>
                    </a:lnTo>
                    <a:lnTo>
                      <a:pt x="63817" y="7620"/>
                    </a:lnTo>
                    <a:lnTo>
                      <a:pt x="59055" y="6667"/>
                    </a:lnTo>
                    <a:lnTo>
                      <a:pt x="56198" y="5715"/>
                    </a:lnTo>
                    <a:lnTo>
                      <a:pt x="52388" y="3810"/>
                    </a:lnTo>
                    <a:lnTo>
                      <a:pt x="49530" y="1905"/>
                    </a:lnTo>
                    <a:lnTo>
                      <a:pt x="44767" y="952"/>
                    </a:lnTo>
                    <a:lnTo>
                      <a:pt x="42863" y="0"/>
                    </a:lnTo>
                    <a:lnTo>
                      <a:pt x="41910" y="8572"/>
                    </a:lnTo>
                    <a:lnTo>
                      <a:pt x="41910" y="11430"/>
                    </a:lnTo>
                    <a:lnTo>
                      <a:pt x="42863" y="15240"/>
                    </a:lnTo>
                    <a:lnTo>
                      <a:pt x="41910" y="17145"/>
                    </a:lnTo>
                    <a:lnTo>
                      <a:pt x="28575" y="24765"/>
                    </a:lnTo>
                    <a:lnTo>
                      <a:pt x="26670" y="25717"/>
                    </a:lnTo>
                    <a:lnTo>
                      <a:pt x="23813" y="29527"/>
                    </a:lnTo>
                    <a:lnTo>
                      <a:pt x="21907" y="31432"/>
                    </a:lnTo>
                    <a:lnTo>
                      <a:pt x="20002" y="32385"/>
                    </a:lnTo>
                    <a:lnTo>
                      <a:pt x="18098" y="33338"/>
                    </a:lnTo>
                    <a:lnTo>
                      <a:pt x="16192" y="34290"/>
                    </a:lnTo>
                    <a:lnTo>
                      <a:pt x="15240" y="36195"/>
                    </a:lnTo>
                    <a:lnTo>
                      <a:pt x="15240" y="39052"/>
                    </a:lnTo>
                    <a:lnTo>
                      <a:pt x="17145" y="45720"/>
                    </a:lnTo>
                    <a:lnTo>
                      <a:pt x="18098" y="48577"/>
                    </a:lnTo>
                    <a:lnTo>
                      <a:pt x="16192" y="54292"/>
                    </a:lnTo>
                    <a:lnTo>
                      <a:pt x="12382" y="58102"/>
                    </a:lnTo>
                    <a:lnTo>
                      <a:pt x="7620" y="61913"/>
                    </a:lnTo>
                    <a:lnTo>
                      <a:pt x="2857" y="63817"/>
                    </a:lnTo>
                    <a:lnTo>
                      <a:pt x="952" y="64770"/>
                    </a:lnTo>
                    <a:lnTo>
                      <a:pt x="0" y="65723"/>
                    </a:lnTo>
                    <a:lnTo>
                      <a:pt x="0" y="66675"/>
                    </a:lnTo>
                    <a:lnTo>
                      <a:pt x="0" y="69532"/>
                    </a:lnTo>
                    <a:lnTo>
                      <a:pt x="1905" y="71438"/>
                    </a:lnTo>
                    <a:lnTo>
                      <a:pt x="3810" y="75248"/>
                    </a:lnTo>
                    <a:lnTo>
                      <a:pt x="5715" y="77152"/>
                    </a:lnTo>
                    <a:lnTo>
                      <a:pt x="6667" y="80963"/>
                    </a:lnTo>
                    <a:lnTo>
                      <a:pt x="8573" y="84773"/>
                    </a:lnTo>
                    <a:lnTo>
                      <a:pt x="9525" y="88582"/>
                    </a:lnTo>
                    <a:lnTo>
                      <a:pt x="9525" y="92392"/>
                    </a:lnTo>
                    <a:lnTo>
                      <a:pt x="9525" y="107632"/>
                    </a:lnTo>
                    <a:lnTo>
                      <a:pt x="10477" y="117157"/>
                    </a:lnTo>
                    <a:lnTo>
                      <a:pt x="10477" y="120015"/>
                    </a:lnTo>
                    <a:lnTo>
                      <a:pt x="8573" y="126682"/>
                    </a:lnTo>
                    <a:lnTo>
                      <a:pt x="7620" y="128588"/>
                    </a:lnTo>
                    <a:lnTo>
                      <a:pt x="7620" y="131445"/>
                    </a:lnTo>
                    <a:lnTo>
                      <a:pt x="8573" y="135255"/>
                    </a:lnTo>
                    <a:lnTo>
                      <a:pt x="9525" y="139065"/>
                    </a:lnTo>
                    <a:lnTo>
                      <a:pt x="10477" y="143827"/>
                    </a:lnTo>
                    <a:lnTo>
                      <a:pt x="8573" y="147638"/>
                    </a:lnTo>
                    <a:lnTo>
                      <a:pt x="6667" y="148590"/>
                    </a:lnTo>
                    <a:lnTo>
                      <a:pt x="4763" y="149543"/>
                    </a:lnTo>
                    <a:lnTo>
                      <a:pt x="2857" y="151447"/>
                    </a:lnTo>
                    <a:lnTo>
                      <a:pt x="952" y="153352"/>
                    </a:lnTo>
                    <a:lnTo>
                      <a:pt x="952" y="155258"/>
                    </a:lnTo>
                    <a:lnTo>
                      <a:pt x="1905" y="157163"/>
                    </a:lnTo>
                    <a:lnTo>
                      <a:pt x="9525" y="168593"/>
                    </a:lnTo>
                    <a:lnTo>
                      <a:pt x="11430" y="172402"/>
                    </a:lnTo>
                    <a:lnTo>
                      <a:pt x="15240" y="185738"/>
                    </a:lnTo>
                    <a:lnTo>
                      <a:pt x="18098" y="189547"/>
                    </a:lnTo>
                    <a:lnTo>
                      <a:pt x="20955" y="192405"/>
                    </a:lnTo>
                    <a:lnTo>
                      <a:pt x="21907" y="192405"/>
                    </a:lnTo>
                    <a:lnTo>
                      <a:pt x="24765" y="191452"/>
                    </a:lnTo>
                    <a:lnTo>
                      <a:pt x="25717" y="190500"/>
                    </a:lnTo>
                    <a:lnTo>
                      <a:pt x="27623" y="190500"/>
                    </a:lnTo>
                    <a:lnTo>
                      <a:pt x="40005" y="194310"/>
                    </a:lnTo>
                    <a:lnTo>
                      <a:pt x="42863" y="195263"/>
                    </a:lnTo>
                    <a:lnTo>
                      <a:pt x="45720" y="199072"/>
                    </a:lnTo>
                    <a:lnTo>
                      <a:pt x="48577" y="203835"/>
                    </a:lnTo>
                    <a:lnTo>
                      <a:pt x="52388" y="213360"/>
                    </a:lnTo>
                    <a:lnTo>
                      <a:pt x="78105" y="219075"/>
                    </a:lnTo>
                    <a:lnTo>
                      <a:pt x="85725" y="221933"/>
                    </a:lnTo>
                    <a:lnTo>
                      <a:pt x="94298" y="231458"/>
                    </a:lnTo>
                    <a:lnTo>
                      <a:pt x="97155" y="233363"/>
                    </a:lnTo>
                    <a:lnTo>
                      <a:pt x="100965" y="232410"/>
                    </a:lnTo>
                    <a:lnTo>
                      <a:pt x="112395" y="224790"/>
                    </a:lnTo>
                    <a:lnTo>
                      <a:pt x="133350" y="215265"/>
                    </a:lnTo>
                    <a:lnTo>
                      <a:pt x="293370" y="300038"/>
                    </a:lnTo>
                    <a:lnTo>
                      <a:pt x="293370" y="28956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33" name="Freeform: Shape 113">
                <a:extLst>
                  <a:ext uri="{FF2B5EF4-FFF2-40B4-BE49-F238E27FC236}">
                    <a16:creationId xmlns:a16="http://schemas.microsoft.com/office/drawing/2014/main" id="{62CEFBE4-DA56-9DE3-F073-75EF41BAA930}"/>
                  </a:ext>
                </a:extLst>
              </p:cNvPr>
              <p:cNvSpPr/>
              <p:nvPr/>
            </p:nvSpPr>
            <p:spPr>
              <a:xfrm>
                <a:off x="5524462" y="4005064"/>
                <a:ext cx="164458" cy="132327"/>
              </a:xfrm>
              <a:custGeom>
                <a:avLst/>
                <a:gdLst>
                  <a:gd name="connsiteX0" fmla="*/ 39053 w 148590"/>
                  <a:gd name="connsiteY0" fmla="*/ 73343 h 111442"/>
                  <a:gd name="connsiteX1" fmla="*/ 40005 w 148590"/>
                  <a:gd name="connsiteY1" fmla="*/ 72390 h 111442"/>
                  <a:gd name="connsiteX2" fmla="*/ 41910 w 148590"/>
                  <a:gd name="connsiteY2" fmla="*/ 70485 h 111442"/>
                  <a:gd name="connsiteX3" fmla="*/ 42863 w 148590"/>
                  <a:gd name="connsiteY3" fmla="*/ 69533 h 111442"/>
                  <a:gd name="connsiteX4" fmla="*/ 43815 w 148590"/>
                  <a:gd name="connsiteY4" fmla="*/ 68580 h 111442"/>
                  <a:gd name="connsiteX5" fmla="*/ 45720 w 148590"/>
                  <a:gd name="connsiteY5" fmla="*/ 67628 h 111442"/>
                  <a:gd name="connsiteX6" fmla="*/ 46672 w 148590"/>
                  <a:gd name="connsiteY6" fmla="*/ 66675 h 111442"/>
                  <a:gd name="connsiteX7" fmla="*/ 47625 w 148590"/>
                  <a:gd name="connsiteY7" fmla="*/ 65723 h 111442"/>
                  <a:gd name="connsiteX8" fmla="*/ 49530 w 148590"/>
                  <a:gd name="connsiteY8" fmla="*/ 60008 h 111442"/>
                  <a:gd name="connsiteX9" fmla="*/ 51435 w 148590"/>
                  <a:gd name="connsiteY9" fmla="*/ 58103 h 111442"/>
                  <a:gd name="connsiteX10" fmla="*/ 52388 w 148590"/>
                  <a:gd name="connsiteY10" fmla="*/ 57150 h 111442"/>
                  <a:gd name="connsiteX11" fmla="*/ 55245 w 148590"/>
                  <a:gd name="connsiteY11" fmla="*/ 56198 h 111442"/>
                  <a:gd name="connsiteX12" fmla="*/ 57150 w 148590"/>
                  <a:gd name="connsiteY12" fmla="*/ 56198 h 111442"/>
                  <a:gd name="connsiteX13" fmla="*/ 59055 w 148590"/>
                  <a:gd name="connsiteY13" fmla="*/ 57150 h 111442"/>
                  <a:gd name="connsiteX14" fmla="*/ 60008 w 148590"/>
                  <a:gd name="connsiteY14" fmla="*/ 57150 h 111442"/>
                  <a:gd name="connsiteX15" fmla="*/ 62865 w 148590"/>
                  <a:gd name="connsiteY15" fmla="*/ 57150 h 111442"/>
                  <a:gd name="connsiteX16" fmla="*/ 62865 w 148590"/>
                  <a:gd name="connsiteY16" fmla="*/ 56198 h 111442"/>
                  <a:gd name="connsiteX17" fmla="*/ 62865 w 148590"/>
                  <a:gd name="connsiteY17" fmla="*/ 56198 h 111442"/>
                  <a:gd name="connsiteX18" fmla="*/ 62865 w 148590"/>
                  <a:gd name="connsiteY18" fmla="*/ 55245 h 111442"/>
                  <a:gd name="connsiteX19" fmla="*/ 62865 w 148590"/>
                  <a:gd name="connsiteY19" fmla="*/ 55245 h 111442"/>
                  <a:gd name="connsiteX20" fmla="*/ 63818 w 148590"/>
                  <a:gd name="connsiteY20" fmla="*/ 55245 h 111442"/>
                  <a:gd name="connsiteX21" fmla="*/ 65723 w 148590"/>
                  <a:gd name="connsiteY21" fmla="*/ 55245 h 111442"/>
                  <a:gd name="connsiteX22" fmla="*/ 70485 w 148590"/>
                  <a:gd name="connsiteY22" fmla="*/ 55245 h 111442"/>
                  <a:gd name="connsiteX23" fmla="*/ 73343 w 148590"/>
                  <a:gd name="connsiteY23" fmla="*/ 55245 h 111442"/>
                  <a:gd name="connsiteX24" fmla="*/ 76200 w 148590"/>
                  <a:gd name="connsiteY24" fmla="*/ 56198 h 111442"/>
                  <a:gd name="connsiteX25" fmla="*/ 79058 w 148590"/>
                  <a:gd name="connsiteY25" fmla="*/ 58103 h 111442"/>
                  <a:gd name="connsiteX26" fmla="*/ 83820 w 148590"/>
                  <a:gd name="connsiteY26" fmla="*/ 63818 h 111442"/>
                  <a:gd name="connsiteX27" fmla="*/ 85725 w 148590"/>
                  <a:gd name="connsiteY27" fmla="*/ 66675 h 111442"/>
                  <a:gd name="connsiteX28" fmla="*/ 87630 w 148590"/>
                  <a:gd name="connsiteY28" fmla="*/ 69533 h 111442"/>
                  <a:gd name="connsiteX29" fmla="*/ 87630 w 148590"/>
                  <a:gd name="connsiteY29" fmla="*/ 70485 h 111442"/>
                  <a:gd name="connsiteX30" fmla="*/ 85725 w 148590"/>
                  <a:gd name="connsiteY30" fmla="*/ 72390 h 111442"/>
                  <a:gd name="connsiteX31" fmla="*/ 85725 w 148590"/>
                  <a:gd name="connsiteY31" fmla="*/ 73343 h 111442"/>
                  <a:gd name="connsiteX32" fmla="*/ 86678 w 148590"/>
                  <a:gd name="connsiteY32" fmla="*/ 74295 h 111442"/>
                  <a:gd name="connsiteX33" fmla="*/ 88583 w 148590"/>
                  <a:gd name="connsiteY33" fmla="*/ 74295 h 111442"/>
                  <a:gd name="connsiteX34" fmla="*/ 88583 w 148590"/>
                  <a:gd name="connsiteY34" fmla="*/ 75248 h 111442"/>
                  <a:gd name="connsiteX35" fmla="*/ 88583 w 148590"/>
                  <a:gd name="connsiteY35" fmla="*/ 76200 h 111442"/>
                  <a:gd name="connsiteX36" fmla="*/ 88583 w 148590"/>
                  <a:gd name="connsiteY36" fmla="*/ 77153 h 111442"/>
                  <a:gd name="connsiteX37" fmla="*/ 88583 w 148590"/>
                  <a:gd name="connsiteY37" fmla="*/ 78105 h 111442"/>
                  <a:gd name="connsiteX38" fmla="*/ 90488 w 148590"/>
                  <a:gd name="connsiteY38" fmla="*/ 81915 h 111442"/>
                  <a:gd name="connsiteX39" fmla="*/ 89535 w 148590"/>
                  <a:gd name="connsiteY39" fmla="*/ 81915 h 111442"/>
                  <a:gd name="connsiteX40" fmla="*/ 86678 w 148590"/>
                  <a:gd name="connsiteY40" fmla="*/ 88583 h 111442"/>
                  <a:gd name="connsiteX41" fmla="*/ 89535 w 148590"/>
                  <a:gd name="connsiteY41" fmla="*/ 89535 h 111442"/>
                  <a:gd name="connsiteX42" fmla="*/ 93345 w 148590"/>
                  <a:gd name="connsiteY42" fmla="*/ 86678 h 111442"/>
                  <a:gd name="connsiteX43" fmla="*/ 95250 w 148590"/>
                  <a:gd name="connsiteY43" fmla="*/ 85725 h 111442"/>
                  <a:gd name="connsiteX44" fmla="*/ 97155 w 148590"/>
                  <a:gd name="connsiteY44" fmla="*/ 85725 h 111442"/>
                  <a:gd name="connsiteX45" fmla="*/ 98108 w 148590"/>
                  <a:gd name="connsiteY45" fmla="*/ 85725 h 111442"/>
                  <a:gd name="connsiteX46" fmla="*/ 99060 w 148590"/>
                  <a:gd name="connsiteY46" fmla="*/ 86678 h 111442"/>
                  <a:gd name="connsiteX47" fmla="*/ 100013 w 148590"/>
                  <a:gd name="connsiteY47" fmla="*/ 86678 h 111442"/>
                  <a:gd name="connsiteX48" fmla="*/ 101917 w 148590"/>
                  <a:gd name="connsiteY48" fmla="*/ 86678 h 111442"/>
                  <a:gd name="connsiteX49" fmla="*/ 103823 w 148590"/>
                  <a:gd name="connsiteY49" fmla="*/ 85725 h 111442"/>
                  <a:gd name="connsiteX50" fmla="*/ 105728 w 148590"/>
                  <a:gd name="connsiteY50" fmla="*/ 85725 h 111442"/>
                  <a:gd name="connsiteX51" fmla="*/ 106680 w 148590"/>
                  <a:gd name="connsiteY51" fmla="*/ 86678 h 111442"/>
                  <a:gd name="connsiteX52" fmla="*/ 108585 w 148590"/>
                  <a:gd name="connsiteY52" fmla="*/ 86678 h 111442"/>
                  <a:gd name="connsiteX53" fmla="*/ 110490 w 148590"/>
                  <a:gd name="connsiteY53" fmla="*/ 89535 h 111442"/>
                  <a:gd name="connsiteX54" fmla="*/ 113348 w 148590"/>
                  <a:gd name="connsiteY54" fmla="*/ 100965 h 111442"/>
                  <a:gd name="connsiteX55" fmla="*/ 113348 w 148590"/>
                  <a:gd name="connsiteY55" fmla="*/ 102870 h 111442"/>
                  <a:gd name="connsiteX56" fmla="*/ 113348 w 148590"/>
                  <a:gd name="connsiteY56" fmla="*/ 104775 h 111442"/>
                  <a:gd name="connsiteX57" fmla="*/ 112395 w 148590"/>
                  <a:gd name="connsiteY57" fmla="*/ 105728 h 111442"/>
                  <a:gd name="connsiteX58" fmla="*/ 112395 w 148590"/>
                  <a:gd name="connsiteY58" fmla="*/ 106680 h 111442"/>
                  <a:gd name="connsiteX59" fmla="*/ 113348 w 148590"/>
                  <a:gd name="connsiteY59" fmla="*/ 108585 h 111442"/>
                  <a:gd name="connsiteX60" fmla="*/ 113348 w 148590"/>
                  <a:gd name="connsiteY60" fmla="*/ 108585 h 111442"/>
                  <a:gd name="connsiteX61" fmla="*/ 118110 w 148590"/>
                  <a:gd name="connsiteY61" fmla="*/ 111443 h 111442"/>
                  <a:gd name="connsiteX62" fmla="*/ 120015 w 148590"/>
                  <a:gd name="connsiteY62" fmla="*/ 111443 h 111442"/>
                  <a:gd name="connsiteX63" fmla="*/ 121920 w 148590"/>
                  <a:gd name="connsiteY63" fmla="*/ 111443 h 111442"/>
                  <a:gd name="connsiteX64" fmla="*/ 122873 w 148590"/>
                  <a:gd name="connsiteY64" fmla="*/ 110490 h 111442"/>
                  <a:gd name="connsiteX65" fmla="*/ 123825 w 148590"/>
                  <a:gd name="connsiteY65" fmla="*/ 109538 h 111442"/>
                  <a:gd name="connsiteX66" fmla="*/ 125730 w 148590"/>
                  <a:gd name="connsiteY66" fmla="*/ 106680 h 111442"/>
                  <a:gd name="connsiteX67" fmla="*/ 127635 w 148590"/>
                  <a:gd name="connsiteY67" fmla="*/ 103823 h 111442"/>
                  <a:gd name="connsiteX68" fmla="*/ 128588 w 148590"/>
                  <a:gd name="connsiteY68" fmla="*/ 101918 h 111442"/>
                  <a:gd name="connsiteX69" fmla="*/ 131445 w 148590"/>
                  <a:gd name="connsiteY69" fmla="*/ 104775 h 111442"/>
                  <a:gd name="connsiteX70" fmla="*/ 133350 w 148590"/>
                  <a:gd name="connsiteY70" fmla="*/ 103823 h 111442"/>
                  <a:gd name="connsiteX71" fmla="*/ 135255 w 148590"/>
                  <a:gd name="connsiteY71" fmla="*/ 103823 h 111442"/>
                  <a:gd name="connsiteX72" fmla="*/ 136208 w 148590"/>
                  <a:gd name="connsiteY72" fmla="*/ 103823 h 111442"/>
                  <a:gd name="connsiteX73" fmla="*/ 138113 w 148590"/>
                  <a:gd name="connsiteY73" fmla="*/ 102870 h 111442"/>
                  <a:gd name="connsiteX74" fmla="*/ 139065 w 148590"/>
                  <a:gd name="connsiteY74" fmla="*/ 100965 h 111442"/>
                  <a:gd name="connsiteX75" fmla="*/ 140017 w 148590"/>
                  <a:gd name="connsiteY75" fmla="*/ 97155 h 111442"/>
                  <a:gd name="connsiteX76" fmla="*/ 140017 w 148590"/>
                  <a:gd name="connsiteY76" fmla="*/ 95250 h 111442"/>
                  <a:gd name="connsiteX77" fmla="*/ 140017 w 148590"/>
                  <a:gd name="connsiteY77" fmla="*/ 94298 h 111442"/>
                  <a:gd name="connsiteX78" fmla="*/ 140017 w 148590"/>
                  <a:gd name="connsiteY78" fmla="*/ 93345 h 111442"/>
                  <a:gd name="connsiteX79" fmla="*/ 140017 w 148590"/>
                  <a:gd name="connsiteY79" fmla="*/ 93345 h 111442"/>
                  <a:gd name="connsiteX80" fmla="*/ 139065 w 148590"/>
                  <a:gd name="connsiteY80" fmla="*/ 92393 h 111442"/>
                  <a:gd name="connsiteX81" fmla="*/ 138113 w 148590"/>
                  <a:gd name="connsiteY81" fmla="*/ 91440 h 111442"/>
                  <a:gd name="connsiteX82" fmla="*/ 136208 w 148590"/>
                  <a:gd name="connsiteY82" fmla="*/ 90488 h 111442"/>
                  <a:gd name="connsiteX83" fmla="*/ 135255 w 148590"/>
                  <a:gd name="connsiteY83" fmla="*/ 89535 h 111442"/>
                  <a:gd name="connsiteX84" fmla="*/ 136208 w 148590"/>
                  <a:gd name="connsiteY84" fmla="*/ 86678 h 111442"/>
                  <a:gd name="connsiteX85" fmla="*/ 139065 w 148590"/>
                  <a:gd name="connsiteY85" fmla="*/ 85725 h 111442"/>
                  <a:gd name="connsiteX86" fmla="*/ 142875 w 148590"/>
                  <a:gd name="connsiteY86" fmla="*/ 86678 h 111442"/>
                  <a:gd name="connsiteX87" fmla="*/ 145733 w 148590"/>
                  <a:gd name="connsiteY87" fmla="*/ 87630 h 111442"/>
                  <a:gd name="connsiteX88" fmla="*/ 147638 w 148590"/>
                  <a:gd name="connsiteY88" fmla="*/ 87630 h 111442"/>
                  <a:gd name="connsiteX89" fmla="*/ 148590 w 148590"/>
                  <a:gd name="connsiteY89" fmla="*/ 85725 h 111442"/>
                  <a:gd name="connsiteX90" fmla="*/ 146685 w 148590"/>
                  <a:gd name="connsiteY90" fmla="*/ 82868 h 111442"/>
                  <a:gd name="connsiteX91" fmla="*/ 142875 w 148590"/>
                  <a:gd name="connsiteY91" fmla="*/ 80010 h 111442"/>
                  <a:gd name="connsiteX92" fmla="*/ 142875 w 148590"/>
                  <a:gd name="connsiteY92" fmla="*/ 78105 h 111442"/>
                  <a:gd name="connsiteX93" fmla="*/ 142875 w 148590"/>
                  <a:gd name="connsiteY93" fmla="*/ 76200 h 111442"/>
                  <a:gd name="connsiteX94" fmla="*/ 143828 w 148590"/>
                  <a:gd name="connsiteY94" fmla="*/ 75248 h 111442"/>
                  <a:gd name="connsiteX95" fmla="*/ 145733 w 148590"/>
                  <a:gd name="connsiteY95" fmla="*/ 74295 h 111442"/>
                  <a:gd name="connsiteX96" fmla="*/ 143828 w 148590"/>
                  <a:gd name="connsiteY96" fmla="*/ 72390 h 111442"/>
                  <a:gd name="connsiteX97" fmla="*/ 143828 w 148590"/>
                  <a:gd name="connsiteY97" fmla="*/ 71438 h 111442"/>
                  <a:gd name="connsiteX98" fmla="*/ 142875 w 148590"/>
                  <a:gd name="connsiteY98" fmla="*/ 69533 h 111442"/>
                  <a:gd name="connsiteX99" fmla="*/ 143828 w 148590"/>
                  <a:gd name="connsiteY99" fmla="*/ 66675 h 111442"/>
                  <a:gd name="connsiteX100" fmla="*/ 140970 w 148590"/>
                  <a:gd name="connsiteY100" fmla="*/ 67628 h 111442"/>
                  <a:gd name="connsiteX101" fmla="*/ 139065 w 148590"/>
                  <a:gd name="connsiteY101" fmla="*/ 65723 h 111442"/>
                  <a:gd name="connsiteX102" fmla="*/ 138113 w 148590"/>
                  <a:gd name="connsiteY102" fmla="*/ 62865 h 111442"/>
                  <a:gd name="connsiteX103" fmla="*/ 138113 w 148590"/>
                  <a:gd name="connsiteY103" fmla="*/ 57150 h 111442"/>
                  <a:gd name="connsiteX104" fmla="*/ 139065 w 148590"/>
                  <a:gd name="connsiteY104" fmla="*/ 55245 h 111442"/>
                  <a:gd name="connsiteX105" fmla="*/ 140017 w 148590"/>
                  <a:gd name="connsiteY105" fmla="*/ 54293 h 111442"/>
                  <a:gd name="connsiteX106" fmla="*/ 141923 w 148590"/>
                  <a:gd name="connsiteY106" fmla="*/ 51435 h 111442"/>
                  <a:gd name="connsiteX107" fmla="*/ 141923 w 148590"/>
                  <a:gd name="connsiteY107" fmla="*/ 50483 h 111442"/>
                  <a:gd name="connsiteX108" fmla="*/ 140970 w 148590"/>
                  <a:gd name="connsiteY108" fmla="*/ 49530 h 111442"/>
                  <a:gd name="connsiteX109" fmla="*/ 140017 w 148590"/>
                  <a:gd name="connsiteY109" fmla="*/ 48578 h 111442"/>
                  <a:gd name="connsiteX110" fmla="*/ 139065 w 148590"/>
                  <a:gd name="connsiteY110" fmla="*/ 47625 h 111442"/>
                  <a:gd name="connsiteX111" fmla="*/ 136208 w 148590"/>
                  <a:gd name="connsiteY111" fmla="*/ 44768 h 111442"/>
                  <a:gd name="connsiteX112" fmla="*/ 135255 w 148590"/>
                  <a:gd name="connsiteY112" fmla="*/ 43815 h 111442"/>
                  <a:gd name="connsiteX113" fmla="*/ 135255 w 148590"/>
                  <a:gd name="connsiteY113" fmla="*/ 40958 h 111442"/>
                  <a:gd name="connsiteX114" fmla="*/ 135255 w 148590"/>
                  <a:gd name="connsiteY114" fmla="*/ 40005 h 111442"/>
                  <a:gd name="connsiteX115" fmla="*/ 135255 w 148590"/>
                  <a:gd name="connsiteY115" fmla="*/ 38100 h 111442"/>
                  <a:gd name="connsiteX116" fmla="*/ 135255 w 148590"/>
                  <a:gd name="connsiteY116" fmla="*/ 36195 h 111442"/>
                  <a:gd name="connsiteX117" fmla="*/ 134303 w 148590"/>
                  <a:gd name="connsiteY117" fmla="*/ 35243 h 111442"/>
                  <a:gd name="connsiteX118" fmla="*/ 133350 w 148590"/>
                  <a:gd name="connsiteY118" fmla="*/ 34290 h 111442"/>
                  <a:gd name="connsiteX119" fmla="*/ 131445 w 148590"/>
                  <a:gd name="connsiteY119" fmla="*/ 34290 h 111442"/>
                  <a:gd name="connsiteX120" fmla="*/ 130492 w 148590"/>
                  <a:gd name="connsiteY120" fmla="*/ 35243 h 111442"/>
                  <a:gd name="connsiteX121" fmla="*/ 129540 w 148590"/>
                  <a:gd name="connsiteY121" fmla="*/ 35243 h 111442"/>
                  <a:gd name="connsiteX122" fmla="*/ 128588 w 148590"/>
                  <a:gd name="connsiteY122" fmla="*/ 33338 h 111442"/>
                  <a:gd name="connsiteX123" fmla="*/ 130492 w 148590"/>
                  <a:gd name="connsiteY123" fmla="*/ 30480 h 111442"/>
                  <a:gd name="connsiteX124" fmla="*/ 132398 w 148590"/>
                  <a:gd name="connsiteY124" fmla="*/ 28575 h 111442"/>
                  <a:gd name="connsiteX125" fmla="*/ 132398 w 148590"/>
                  <a:gd name="connsiteY125" fmla="*/ 26670 h 111442"/>
                  <a:gd name="connsiteX126" fmla="*/ 132398 w 148590"/>
                  <a:gd name="connsiteY126" fmla="*/ 25718 h 111442"/>
                  <a:gd name="connsiteX127" fmla="*/ 127635 w 148590"/>
                  <a:gd name="connsiteY127" fmla="*/ 22860 h 111442"/>
                  <a:gd name="connsiteX128" fmla="*/ 126683 w 148590"/>
                  <a:gd name="connsiteY128" fmla="*/ 21908 h 111442"/>
                  <a:gd name="connsiteX129" fmla="*/ 125730 w 148590"/>
                  <a:gd name="connsiteY129" fmla="*/ 20955 h 111442"/>
                  <a:gd name="connsiteX130" fmla="*/ 122873 w 148590"/>
                  <a:gd name="connsiteY130" fmla="*/ 9525 h 111442"/>
                  <a:gd name="connsiteX131" fmla="*/ 120015 w 148590"/>
                  <a:gd name="connsiteY131" fmla="*/ 5715 h 111442"/>
                  <a:gd name="connsiteX132" fmla="*/ 117158 w 148590"/>
                  <a:gd name="connsiteY132" fmla="*/ 3810 h 111442"/>
                  <a:gd name="connsiteX133" fmla="*/ 114300 w 148590"/>
                  <a:gd name="connsiteY133" fmla="*/ 3810 h 111442"/>
                  <a:gd name="connsiteX134" fmla="*/ 114300 w 148590"/>
                  <a:gd name="connsiteY134" fmla="*/ 4763 h 111442"/>
                  <a:gd name="connsiteX135" fmla="*/ 114300 w 148590"/>
                  <a:gd name="connsiteY135" fmla="*/ 5715 h 111442"/>
                  <a:gd name="connsiteX136" fmla="*/ 114300 w 148590"/>
                  <a:gd name="connsiteY136" fmla="*/ 6668 h 111442"/>
                  <a:gd name="connsiteX137" fmla="*/ 113348 w 148590"/>
                  <a:gd name="connsiteY137" fmla="*/ 6668 h 111442"/>
                  <a:gd name="connsiteX138" fmla="*/ 113348 w 148590"/>
                  <a:gd name="connsiteY138" fmla="*/ 7620 h 111442"/>
                  <a:gd name="connsiteX139" fmla="*/ 113348 w 148590"/>
                  <a:gd name="connsiteY139" fmla="*/ 8573 h 111442"/>
                  <a:gd name="connsiteX140" fmla="*/ 112395 w 148590"/>
                  <a:gd name="connsiteY140" fmla="*/ 9525 h 111442"/>
                  <a:gd name="connsiteX141" fmla="*/ 108585 w 148590"/>
                  <a:gd name="connsiteY141" fmla="*/ 11430 h 111442"/>
                  <a:gd name="connsiteX142" fmla="*/ 105728 w 148590"/>
                  <a:gd name="connsiteY142" fmla="*/ 12383 h 111442"/>
                  <a:gd name="connsiteX143" fmla="*/ 102870 w 148590"/>
                  <a:gd name="connsiteY143" fmla="*/ 12383 h 111442"/>
                  <a:gd name="connsiteX144" fmla="*/ 97155 w 148590"/>
                  <a:gd name="connsiteY144" fmla="*/ 10478 h 111442"/>
                  <a:gd name="connsiteX145" fmla="*/ 95250 w 148590"/>
                  <a:gd name="connsiteY145" fmla="*/ 10478 h 111442"/>
                  <a:gd name="connsiteX146" fmla="*/ 94298 w 148590"/>
                  <a:gd name="connsiteY146" fmla="*/ 10478 h 111442"/>
                  <a:gd name="connsiteX147" fmla="*/ 92393 w 148590"/>
                  <a:gd name="connsiteY147" fmla="*/ 11430 h 111442"/>
                  <a:gd name="connsiteX148" fmla="*/ 91440 w 148590"/>
                  <a:gd name="connsiteY148" fmla="*/ 12383 h 111442"/>
                  <a:gd name="connsiteX149" fmla="*/ 88583 w 148590"/>
                  <a:gd name="connsiteY149" fmla="*/ 15240 h 111442"/>
                  <a:gd name="connsiteX150" fmla="*/ 87630 w 148590"/>
                  <a:gd name="connsiteY150" fmla="*/ 16193 h 111442"/>
                  <a:gd name="connsiteX151" fmla="*/ 86678 w 148590"/>
                  <a:gd name="connsiteY151" fmla="*/ 15240 h 111442"/>
                  <a:gd name="connsiteX152" fmla="*/ 85725 w 148590"/>
                  <a:gd name="connsiteY152" fmla="*/ 14288 h 111442"/>
                  <a:gd name="connsiteX153" fmla="*/ 84773 w 148590"/>
                  <a:gd name="connsiteY153" fmla="*/ 13335 h 111442"/>
                  <a:gd name="connsiteX154" fmla="*/ 83820 w 148590"/>
                  <a:gd name="connsiteY154" fmla="*/ 11430 h 111442"/>
                  <a:gd name="connsiteX155" fmla="*/ 81915 w 148590"/>
                  <a:gd name="connsiteY155" fmla="*/ 10478 h 111442"/>
                  <a:gd name="connsiteX156" fmla="*/ 80963 w 148590"/>
                  <a:gd name="connsiteY156" fmla="*/ 10478 h 111442"/>
                  <a:gd name="connsiteX157" fmla="*/ 79058 w 148590"/>
                  <a:gd name="connsiteY157" fmla="*/ 11430 h 111442"/>
                  <a:gd name="connsiteX158" fmla="*/ 77153 w 148590"/>
                  <a:gd name="connsiteY158" fmla="*/ 13335 h 111442"/>
                  <a:gd name="connsiteX159" fmla="*/ 74295 w 148590"/>
                  <a:gd name="connsiteY159" fmla="*/ 13335 h 111442"/>
                  <a:gd name="connsiteX160" fmla="*/ 72390 w 148590"/>
                  <a:gd name="connsiteY160" fmla="*/ 11430 h 111442"/>
                  <a:gd name="connsiteX161" fmla="*/ 71438 w 148590"/>
                  <a:gd name="connsiteY161" fmla="*/ 9525 h 111442"/>
                  <a:gd name="connsiteX162" fmla="*/ 73343 w 148590"/>
                  <a:gd name="connsiteY162" fmla="*/ 5715 h 111442"/>
                  <a:gd name="connsiteX163" fmla="*/ 69533 w 148590"/>
                  <a:gd name="connsiteY163" fmla="*/ 5715 h 111442"/>
                  <a:gd name="connsiteX164" fmla="*/ 64770 w 148590"/>
                  <a:gd name="connsiteY164" fmla="*/ 5715 h 111442"/>
                  <a:gd name="connsiteX165" fmla="*/ 57150 w 148590"/>
                  <a:gd name="connsiteY165" fmla="*/ 6668 h 111442"/>
                  <a:gd name="connsiteX166" fmla="*/ 53340 w 148590"/>
                  <a:gd name="connsiteY166" fmla="*/ 6668 h 111442"/>
                  <a:gd name="connsiteX167" fmla="*/ 50483 w 148590"/>
                  <a:gd name="connsiteY167" fmla="*/ 5715 h 111442"/>
                  <a:gd name="connsiteX168" fmla="*/ 43815 w 148590"/>
                  <a:gd name="connsiteY168" fmla="*/ 3810 h 111442"/>
                  <a:gd name="connsiteX169" fmla="*/ 42863 w 148590"/>
                  <a:gd name="connsiteY169" fmla="*/ 3810 h 111442"/>
                  <a:gd name="connsiteX170" fmla="*/ 41910 w 148590"/>
                  <a:gd name="connsiteY170" fmla="*/ 3810 h 111442"/>
                  <a:gd name="connsiteX171" fmla="*/ 40958 w 148590"/>
                  <a:gd name="connsiteY171" fmla="*/ 3810 h 111442"/>
                  <a:gd name="connsiteX172" fmla="*/ 40958 w 148590"/>
                  <a:gd name="connsiteY172" fmla="*/ 4763 h 111442"/>
                  <a:gd name="connsiteX173" fmla="*/ 40005 w 148590"/>
                  <a:gd name="connsiteY173" fmla="*/ 3810 h 111442"/>
                  <a:gd name="connsiteX174" fmla="*/ 40005 w 148590"/>
                  <a:gd name="connsiteY174" fmla="*/ 2858 h 111442"/>
                  <a:gd name="connsiteX175" fmla="*/ 39053 w 148590"/>
                  <a:gd name="connsiteY175" fmla="*/ 1905 h 111442"/>
                  <a:gd name="connsiteX176" fmla="*/ 40005 w 148590"/>
                  <a:gd name="connsiteY176" fmla="*/ 1905 h 111442"/>
                  <a:gd name="connsiteX177" fmla="*/ 36195 w 148590"/>
                  <a:gd name="connsiteY177" fmla="*/ 953 h 111442"/>
                  <a:gd name="connsiteX178" fmla="*/ 33338 w 148590"/>
                  <a:gd name="connsiteY178" fmla="*/ 0 h 111442"/>
                  <a:gd name="connsiteX179" fmla="*/ 25718 w 148590"/>
                  <a:gd name="connsiteY179" fmla="*/ 0 h 111442"/>
                  <a:gd name="connsiteX180" fmla="*/ 26670 w 148590"/>
                  <a:gd name="connsiteY180" fmla="*/ 1905 h 111442"/>
                  <a:gd name="connsiteX181" fmla="*/ 26670 w 148590"/>
                  <a:gd name="connsiteY181" fmla="*/ 3810 h 111442"/>
                  <a:gd name="connsiteX182" fmla="*/ 27622 w 148590"/>
                  <a:gd name="connsiteY182" fmla="*/ 5715 h 111442"/>
                  <a:gd name="connsiteX183" fmla="*/ 26670 w 148590"/>
                  <a:gd name="connsiteY183" fmla="*/ 7620 h 111442"/>
                  <a:gd name="connsiteX184" fmla="*/ 25718 w 148590"/>
                  <a:gd name="connsiteY184" fmla="*/ 8573 h 111442"/>
                  <a:gd name="connsiteX185" fmla="*/ 22860 w 148590"/>
                  <a:gd name="connsiteY185" fmla="*/ 8573 h 111442"/>
                  <a:gd name="connsiteX186" fmla="*/ 21908 w 148590"/>
                  <a:gd name="connsiteY186" fmla="*/ 9525 h 111442"/>
                  <a:gd name="connsiteX187" fmla="*/ 22860 w 148590"/>
                  <a:gd name="connsiteY187" fmla="*/ 11430 h 111442"/>
                  <a:gd name="connsiteX188" fmla="*/ 24765 w 148590"/>
                  <a:gd name="connsiteY188" fmla="*/ 13335 h 111442"/>
                  <a:gd name="connsiteX189" fmla="*/ 26670 w 148590"/>
                  <a:gd name="connsiteY189" fmla="*/ 15240 h 111442"/>
                  <a:gd name="connsiteX190" fmla="*/ 25718 w 148590"/>
                  <a:gd name="connsiteY190" fmla="*/ 19050 h 111442"/>
                  <a:gd name="connsiteX191" fmla="*/ 24765 w 148590"/>
                  <a:gd name="connsiteY191" fmla="*/ 20003 h 111442"/>
                  <a:gd name="connsiteX192" fmla="*/ 21908 w 148590"/>
                  <a:gd name="connsiteY192" fmla="*/ 20955 h 111442"/>
                  <a:gd name="connsiteX193" fmla="*/ 17145 w 148590"/>
                  <a:gd name="connsiteY193" fmla="*/ 20955 h 111442"/>
                  <a:gd name="connsiteX194" fmla="*/ 15240 w 148590"/>
                  <a:gd name="connsiteY194" fmla="*/ 21908 h 111442"/>
                  <a:gd name="connsiteX195" fmla="*/ 13335 w 148590"/>
                  <a:gd name="connsiteY195" fmla="*/ 21908 h 111442"/>
                  <a:gd name="connsiteX196" fmla="*/ 6668 w 148590"/>
                  <a:gd name="connsiteY196" fmla="*/ 24765 h 111442"/>
                  <a:gd name="connsiteX197" fmla="*/ 5715 w 148590"/>
                  <a:gd name="connsiteY197" fmla="*/ 25718 h 111442"/>
                  <a:gd name="connsiteX198" fmla="*/ 4763 w 148590"/>
                  <a:gd name="connsiteY198" fmla="*/ 27623 h 111442"/>
                  <a:gd name="connsiteX199" fmla="*/ 2858 w 148590"/>
                  <a:gd name="connsiteY199" fmla="*/ 29528 h 111442"/>
                  <a:gd name="connsiteX200" fmla="*/ 953 w 148590"/>
                  <a:gd name="connsiteY200" fmla="*/ 34290 h 111442"/>
                  <a:gd name="connsiteX201" fmla="*/ 0 w 148590"/>
                  <a:gd name="connsiteY201" fmla="*/ 36195 h 111442"/>
                  <a:gd name="connsiteX202" fmla="*/ 0 w 148590"/>
                  <a:gd name="connsiteY202" fmla="*/ 39053 h 111442"/>
                  <a:gd name="connsiteX203" fmla="*/ 953 w 148590"/>
                  <a:gd name="connsiteY203" fmla="*/ 38100 h 111442"/>
                  <a:gd name="connsiteX204" fmla="*/ 1905 w 148590"/>
                  <a:gd name="connsiteY204" fmla="*/ 36195 h 111442"/>
                  <a:gd name="connsiteX205" fmla="*/ 2858 w 148590"/>
                  <a:gd name="connsiteY205" fmla="*/ 35243 h 111442"/>
                  <a:gd name="connsiteX206" fmla="*/ 4763 w 148590"/>
                  <a:gd name="connsiteY206" fmla="*/ 36195 h 111442"/>
                  <a:gd name="connsiteX207" fmla="*/ 5715 w 148590"/>
                  <a:gd name="connsiteY207" fmla="*/ 37148 h 111442"/>
                  <a:gd name="connsiteX208" fmla="*/ 6668 w 148590"/>
                  <a:gd name="connsiteY208" fmla="*/ 40958 h 111442"/>
                  <a:gd name="connsiteX209" fmla="*/ 8572 w 148590"/>
                  <a:gd name="connsiteY209" fmla="*/ 39053 h 111442"/>
                  <a:gd name="connsiteX210" fmla="*/ 8572 w 148590"/>
                  <a:gd name="connsiteY210" fmla="*/ 43815 h 111442"/>
                  <a:gd name="connsiteX211" fmla="*/ 10478 w 148590"/>
                  <a:gd name="connsiteY211" fmla="*/ 47625 h 111442"/>
                  <a:gd name="connsiteX212" fmla="*/ 13335 w 148590"/>
                  <a:gd name="connsiteY212" fmla="*/ 50483 h 111442"/>
                  <a:gd name="connsiteX213" fmla="*/ 17145 w 148590"/>
                  <a:gd name="connsiteY213" fmla="*/ 52388 h 111442"/>
                  <a:gd name="connsiteX214" fmla="*/ 18097 w 148590"/>
                  <a:gd name="connsiteY214" fmla="*/ 52388 h 111442"/>
                  <a:gd name="connsiteX215" fmla="*/ 19050 w 148590"/>
                  <a:gd name="connsiteY215" fmla="*/ 52388 h 111442"/>
                  <a:gd name="connsiteX216" fmla="*/ 20003 w 148590"/>
                  <a:gd name="connsiteY216" fmla="*/ 52388 h 111442"/>
                  <a:gd name="connsiteX217" fmla="*/ 20003 w 148590"/>
                  <a:gd name="connsiteY217" fmla="*/ 53340 h 111442"/>
                  <a:gd name="connsiteX218" fmla="*/ 20955 w 148590"/>
                  <a:gd name="connsiteY218" fmla="*/ 54293 h 111442"/>
                  <a:gd name="connsiteX219" fmla="*/ 20955 w 148590"/>
                  <a:gd name="connsiteY219" fmla="*/ 55245 h 111442"/>
                  <a:gd name="connsiteX220" fmla="*/ 22860 w 148590"/>
                  <a:gd name="connsiteY220" fmla="*/ 56198 h 111442"/>
                  <a:gd name="connsiteX221" fmla="*/ 23813 w 148590"/>
                  <a:gd name="connsiteY221" fmla="*/ 57150 h 111442"/>
                  <a:gd name="connsiteX222" fmla="*/ 25718 w 148590"/>
                  <a:gd name="connsiteY222" fmla="*/ 57150 h 111442"/>
                  <a:gd name="connsiteX223" fmla="*/ 26670 w 148590"/>
                  <a:gd name="connsiteY223" fmla="*/ 56198 h 111442"/>
                  <a:gd name="connsiteX224" fmla="*/ 27622 w 148590"/>
                  <a:gd name="connsiteY224" fmla="*/ 60960 h 111442"/>
                  <a:gd name="connsiteX225" fmla="*/ 27622 w 148590"/>
                  <a:gd name="connsiteY225" fmla="*/ 62865 h 111442"/>
                  <a:gd name="connsiteX226" fmla="*/ 26670 w 148590"/>
                  <a:gd name="connsiteY226" fmla="*/ 64770 h 111442"/>
                  <a:gd name="connsiteX227" fmla="*/ 29528 w 148590"/>
                  <a:gd name="connsiteY227" fmla="*/ 65723 h 111442"/>
                  <a:gd name="connsiteX228" fmla="*/ 32385 w 148590"/>
                  <a:gd name="connsiteY228" fmla="*/ 67628 h 111442"/>
                  <a:gd name="connsiteX229" fmla="*/ 34290 w 148590"/>
                  <a:gd name="connsiteY229" fmla="*/ 71438 h 111442"/>
                  <a:gd name="connsiteX230" fmla="*/ 35243 w 148590"/>
                  <a:gd name="connsiteY230" fmla="*/ 74295 h 111442"/>
                  <a:gd name="connsiteX231" fmla="*/ 37147 w 148590"/>
                  <a:gd name="connsiteY231" fmla="*/ 74295 h 11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Lst>
                <a:rect l="l" t="t" r="r" b="b"/>
                <a:pathLst>
                  <a:path w="148590" h="111442">
                    <a:moveTo>
                      <a:pt x="39053" y="73343"/>
                    </a:moveTo>
                    <a:lnTo>
                      <a:pt x="40005" y="72390"/>
                    </a:lnTo>
                    <a:lnTo>
                      <a:pt x="41910" y="70485"/>
                    </a:lnTo>
                    <a:lnTo>
                      <a:pt x="42863" y="69533"/>
                    </a:lnTo>
                    <a:lnTo>
                      <a:pt x="43815" y="68580"/>
                    </a:lnTo>
                    <a:lnTo>
                      <a:pt x="45720" y="67628"/>
                    </a:lnTo>
                    <a:lnTo>
                      <a:pt x="46672" y="66675"/>
                    </a:lnTo>
                    <a:lnTo>
                      <a:pt x="47625" y="65723"/>
                    </a:lnTo>
                    <a:lnTo>
                      <a:pt x="49530" y="60008"/>
                    </a:lnTo>
                    <a:lnTo>
                      <a:pt x="51435" y="58103"/>
                    </a:lnTo>
                    <a:lnTo>
                      <a:pt x="52388" y="57150"/>
                    </a:lnTo>
                    <a:lnTo>
                      <a:pt x="55245" y="56198"/>
                    </a:lnTo>
                    <a:lnTo>
                      <a:pt x="57150" y="56198"/>
                    </a:lnTo>
                    <a:lnTo>
                      <a:pt x="59055" y="57150"/>
                    </a:lnTo>
                    <a:lnTo>
                      <a:pt x="60008" y="57150"/>
                    </a:lnTo>
                    <a:lnTo>
                      <a:pt x="62865" y="57150"/>
                    </a:lnTo>
                    <a:lnTo>
                      <a:pt x="62865" y="56198"/>
                    </a:lnTo>
                    <a:lnTo>
                      <a:pt x="62865" y="56198"/>
                    </a:lnTo>
                    <a:lnTo>
                      <a:pt x="62865" y="55245"/>
                    </a:lnTo>
                    <a:lnTo>
                      <a:pt x="62865" y="55245"/>
                    </a:lnTo>
                    <a:lnTo>
                      <a:pt x="63818" y="55245"/>
                    </a:lnTo>
                    <a:lnTo>
                      <a:pt x="65723" y="55245"/>
                    </a:lnTo>
                    <a:lnTo>
                      <a:pt x="70485" y="55245"/>
                    </a:lnTo>
                    <a:lnTo>
                      <a:pt x="73343" y="55245"/>
                    </a:lnTo>
                    <a:lnTo>
                      <a:pt x="76200" y="56198"/>
                    </a:lnTo>
                    <a:lnTo>
                      <a:pt x="79058" y="58103"/>
                    </a:lnTo>
                    <a:lnTo>
                      <a:pt x="83820" y="63818"/>
                    </a:lnTo>
                    <a:lnTo>
                      <a:pt x="85725" y="66675"/>
                    </a:lnTo>
                    <a:lnTo>
                      <a:pt x="87630" y="69533"/>
                    </a:lnTo>
                    <a:lnTo>
                      <a:pt x="87630" y="70485"/>
                    </a:lnTo>
                    <a:lnTo>
                      <a:pt x="85725" y="72390"/>
                    </a:lnTo>
                    <a:lnTo>
                      <a:pt x="85725" y="73343"/>
                    </a:lnTo>
                    <a:lnTo>
                      <a:pt x="86678" y="74295"/>
                    </a:lnTo>
                    <a:lnTo>
                      <a:pt x="88583" y="74295"/>
                    </a:lnTo>
                    <a:lnTo>
                      <a:pt x="88583" y="75248"/>
                    </a:lnTo>
                    <a:lnTo>
                      <a:pt x="88583" y="76200"/>
                    </a:lnTo>
                    <a:lnTo>
                      <a:pt x="88583" y="77153"/>
                    </a:lnTo>
                    <a:lnTo>
                      <a:pt x="88583" y="78105"/>
                    </a:lnTo>
                    <a:lnTo>
                      <a:pt x="90488" y="81915"/>
                    </a:lnTo>
                    <a:lnTo>
                      <a:pt x="89535" y="81915"/>
                    </a:lnTo>
                    <a:lnTo>
                      <a:pt x="86678" y="88583"/>
                    </a:lnTo>
                    <a:lnTo>
                      <a:pt x="89535" y="89535"/>
                    </a:lnTo>
                    <a:lnTo>
                      <a:pt x="93345" y="86678"/>
                    </a:lnTo>
                    <a:lnTo>
                      <a:pt x="95250" y="85725"/>
                    </a:lnTo>
                    <a:lnTo>
                      <a:pt x="97155" y="85725"/>
                    </a:lnTo>
                    <a:lnTo>
                      <a:pt x="98108" y="85725"/>
                    </a:lnTo>
                    <a:lnTo>
                      <a:pt x="99060" y="86678"/>
                    </a:lnTo>
                    <a:lnTo>
                      <a:pt x="100013" y="86678"/>
                    </a:lnTo>
                    <a:lnTo>
                      <a:pt x="101917" y="86678"/>
                    </a:lnTo>
                    <a:lnTo>
                      <a:pt x="103823" y="85725"/>
                    </a:lnTo>
                    <a:lnTo>
                      <a:pt x="105728" y="85725"/>
                    </a:lnTo>
                    <a:lnTo>
                      <a:pt x="106680" y="86678"/>
                    </a:lnTo>
                    <a:lnTo>
                      <a:pt x="108585" y="86678"/>
                    </a:lnTo>
                    <a:lnTo>
                      <a:pt x="110490" y="89535"/>
                    </a:lnTo>
                    <a:lnTo>
                      <a:pt x="113348" y="100965"/>
                    </a:lnTo>
                    <a:lnTo>
                      <a:pt x="113348" y="102870"/>
                    </a:lnTo>
                    <a:lnTo>
                      <a:pt x="113348" y="104775"/>
                    </a:lnTo>
                    <a:lnTo>
                      <a:pt x="112395" y="105728"/>
                    </a:lnTo>
                    <a:lnTo>
                      <a:pt x="112395" y="106680"/>
                    </a:lnTo>
                    <a:lnTo>
                      <a:pt x="113348" y="108585"/>
                    </a:lnTo>
                    <a:lnTo>
                      <a:pt x="113348" y="108585"/>
                    </a:lnTo>
                    <a:lnTo>
                      <a:pt x="118110" y="111443"/>
                    </a:lnTo>
                    <a:lnTo>
                      <a:pt x="120015" y="111443"/>
                    </a:lnTo>
                    <a:lnTo>
                      <a:pt x="121920" y="111443"/>
                    </a:lnTo>
                    <a:lnTo>
                      <a:pt x="122873" y="110490"/>
                    </a:lnTo>
                    <a:lnTo>
                      <a:pt x="123825" y="109538"/>
                    </a:lnTo>
                    <a:lnTo>
                      <a:pt x="125730" y="106680"/>
                    </a:lnTo>
                    <a:lnTo>
                      <a:pt x="127635" y="103823"/>
                    </a:lnTo>
                    <a:lnTo>
                      <a:pt x="128588" y="101918"/>
                    </a:lnTo>
                    <a:lnTo>
                      <a:pt x="131445" y="104775"/>
                    </a:lnTo>
                    <a:lnTo>
                      <a:pt x="133350" y="103823"/>
                    </a:lnTo>
                    <a:lnTo>
                      <a:pt x="135255" y="103823"/>
                    </a:lnTo>
                    <a:lnTo>
                      <a:pt x="136208" y="103823"/>
                    </a:lnTo>
                    <a:lnTo>
                      <a:pt x="138113" y="102870"/>
                    </a:lnTo>
                    <a:lnTo>
                      <a:pt x="139065" y="100965"/>
                    </a:lnTo>
                    <a:lnTo>
                      <a:pt x="140017" y="97155"/>
                    </a:lnTo>
                    <a:lnTo>
                      <a:pt x="140017" y="95250"/>
                    </a:lnTo>
                    <a:lnTo>
                      <a:pt x="140017" y="94298"/>
                    </a:lnTo>
                    <a:lnTo>
                      <a:pt x="140017" y="93345"/>
                    </a:lnTo>
                    <a:lnTo>
                      <a:pt x="140017" y="93345"/>
                    </a:lnTo>
                    <a:lnTo>
                      <a:pt x="139065" y="92393"/>
                    </a:lnTo>
                    <a:lnTo>
                      <a:pt x="138113" y="91440"/>
                    </a:lnTo>
                    <a:lnTo>
                      <a:pt x="136208" y="90488"/>
                    </a:lnTo>
                    <a:lnTo>
                      <a:pt x="135255" y="89535"/>
                    </a:lnTo>
                    <a:lnTo>
                      <a:pt x="136208" y="86678"/>
                    </a:lnTo>
                    <a:lnTo>
                      <a:pt x="139065" y="85725"/>
                    </a:lnTo>
                    <a:lnTo>
                      <a:pt x="142875" y="86678"/>
                    </a:lnTo>
                    <a:lnTo>
                      <a:pt x="145733" y="87630"/>
                    </a:lnTo>
                    <a:lnTo>
                      <a:pt x="147638" y="87630"/>
                    </a:lnTo>
                    <a:lnTo>
                      <a:pt x="148590" y="85725"/>
                    </a:lnTo>
                    <a:lnTo>
                      <a:pt x="146685" y="82868"/>
                    </a:lnTo>
                    <a:lnTo>
                      <a:pt x="142875" y="80010"/>
                    </a:lnTo>
                    <a:lnTo>
                      <a:pt x="142875" y="78105"/>
                    </a:lnTo>
                    <a:lnTo>
                      <a:pt x="142875" y="76200"/>
                    </a:lnTo>
                    <a:lnTo>
                      <a:pt x="143828" y="75248"/>
                    </a:lnTo>
                    <a:lnTo>
                      <a:pt x="145733" y="74295"/>
                    </a:lnTo>
                    <a:lnTo>
                      <a:pt x="143828" y="72390"/>
                    </a:lnTo>
                    <a:lnTo>
                      <a:pt x="143828" y="71438"/>
                    </a:lnTo>
                    <a:lnTo>
                      <a:pt x="142875" y="69533"/>
                    </a:lnTo>
                    <a:lnTo>
                      <a:pt x="143828" y="66675"/>
                    </a:lnTo>
                    <a:lnTo>
                      <a:pt x="140970" y="67628"/>
                    </a:lnTo>
                    <a:lnTo>
                      <a:pt x="139065" y="65723"/>
                    </a:lnTo>
                    <a:lnTo>
                      <a:pt x="138113" y="62865"/>
                    </a:lnTo>
                    <a:lnTo>
                      <a:pt x="138113" y="57150"/>
                    </a:lnTo>
                    <a:lnTo>
                      <a:pt x="139065" y="55245"/>
                    </a:lnTo>
                    <a:lnTo>
                      <a:pt x="140017" y="54293"/>
                    </a:lnTo>
                    <a:lnTo>
                      <a:pt x="141923" y="51435"/>
                    </a:lnTo>
                    <a:lnTo>
                      <a:pt x="141923" y="50483"/>
                    </a:lnTo>
                    <a:lnTo>
                      <a:pt x="140970" y="49530"/>
                    </a:lnTo>
                    <a:lnTo>
                      <a:pt x="140017" y="48578"/>
                    </a:lnTo>
                    <a:lnTo>
                      <a:pt x="139065" y="47625"/>
                    </a:lnTo>
                    <a:lnTo>
                      <a:pt x="136208" y="44768"/>
                    </a:lnTo>
                    <a:lnTo>
                      <a:pt x="135255" y="43815"/>
                    </a:lnTo>
                    <a:lnTo>
                      <a:pt x="135255" y="40958"/>
                    </a:lnTo>
                    <a:lnTo>
                      <a:pt x="135255" y="40005"/>
                    </a:lnTo>
                    <a:lnTo>
                      <a:pt x="135255" y="38100"/>
                    </a:lnTo>
                    <a:lnTo>
                      <a:pt x="135255" y="36195"/>
                    </a:lnTo>
                    <a:lnTo>
                      <a:pt x="134303" y="35243"/>
                    </a:lnTo>
                    <a:lnTo>
                      <a:pt x="133350" y="34290"/>
                    </a:lnTo>
                    <a:lnTo>
                      <a:pt x="131445" y="34290"/>
                    </a:lnTo>
                    <a:lnTo>
                      <a:pt x="130492" y="35243"/>
                    </a:lnTo>
                    <a:lnTo>
                      <a:pt x="129540" y="35243"/>
                    </a:lnTo>
                    <a:lnTo>
                      <a:pt x="128588" y="33338"/>
                    </a:lnTo>
                    <a:lnTo>
                      <a:pt x="130492" y="30480"/>
                    </a:lnTo>
                    <a:lnTo>
                      <a:pt x="132398" y="28575"/>
                    </a:lnTo>
                    <a:lnTo>
                      <a:pt x="132398" y="26670"/>
                    </a:lnTo>
                    <a:lnTo>
                      <a:pt x="132398" y="25718"/>
                    </a:lnTo>
                    <a:lnTo>
                      <a:pt x="127635" y="22860"/>
                    </a:lnTo>
                    <a:lnTo>
                      <a:pt x="126683" y="21908"/>
                    </a:lnTo>
                    <a:lnTo>
                      <a:pt x="125730" y="20955"/>
                    </a:lnTo>
                    <a:lnTo>
                      <a:pt x="122873" y="9525"/>
                    </a:lnTo>
                    <a:lnTo>
                      <a:pt x="120015" y="5715"/>
                    </a:lnTo>
                    <a:lnTo>
                      <a:pt x="117158" y="3810"/>
                    </a:lnTo>
                    <a:lnTo>
                      <a:pt x="114300" y="3810"/>
                    </a:lnTo>
                    <a:lnTo>
                      <a:pt x="114300" y="4763"/>
                    </a:lnTo>
                    <a:lnTo>
                      <a:pt x="114300" y="5715"/>
                    </a:lnTo>
                    <a:lnTo>
                      <a:pt x="114300" y="6668"/>
                    </a:lnTo>
                    <a:lnTo>
                      <a:pt x="113348" y="6668"/>
                    </a:lnTo>
                    <a:lnTo>
                      <a:pt x="113348" y="7620"/>
                    </a:lnTo>
                    <a:lnTo>
                      <a:pt x="113348" y="8573"/>
                    </a:lnTo>
                    <a:lnTo>
                      <a:pt x="112395" y="9525"/>
                    </a:lnTo>
                    <a:lnTo>
                      <a:pt x="108585" y="11430"/>
                    </a:lnTo>
                    <a:lnTo>
                      <a:pt x="105728" y="12383"/>
                    </a:lnTo>
                    <a:lnTo>
                      <a:pt x="102870" y="12383"/>
                    </a:lnTo>
                    <a:lnTo>
                      <a:pt x="97155" y="10478"/>
                    </a:lnTo>
                    <a:lnTo>
                      <a:pt x="95250" y="10478"/>
                    </a:lnTo>
                    <a:lnTo>
                      <a:pt x="94298" y="10478"/>
                    </a:lnTo>
                    <a:lnTo>
                      <a:pt x="92393" y="11430"/>
                    </a:lnTo>
                    <a:lnTo>
                      <a:pt x="91440" y="12383"/>
                    </a:lnTo>
                    <a:lnTo>
                      <a:pt x="88583" y="15240"/>
                    </a:lnTo>
                    <a:lnTo>
                      <a:pt x="87630" y="16193"/>
                    </a:lnTo>
                    <a:lnTo>
                      <a:pt x="86678" y="15240"/>
                    </a:lnTo>
                    <a:lnTo>
                      <a:pt x="85725" y="14288"/>
                    </a:lnTo>
                    <a:lnTo>
                      <a:pt x="84773" y="13335"/>
                    </a:lnTo>
                    <a:lnTo>
                      <a:pt x="83820" y="11430"/>
                    </a:lnTo>
                    <a:lnTo>
                      <a:pt x="81915" y="10478"/>
                    </a:lnTo>
                    <a:lnTo>
                      <a:pt x="80963" y="10478"/>
                    </a:lnTo>
                    <a:lnTo>
                      <a:pt x="79058" y="11430"/>
                    </a:lnTo>
                    <a:lnTo>
                      <a:pt x="77153" y="13335"/>
                    </a:lnTo>
                    <a:lnTo>
                      <a:pt x="74295" y="13335"/>
                    </a:lnTo>
                    <a:lnTo>
                      <a:pt x="72390" y="11430"/>
                    </a:lnTo>
                    <a:lnTo>
                      <a:pt x="71438" y="9525"/>
                    </a:lnTo>
                    <a:lnTo>
                      <a:pt x="73343" y="5715"/>
                    </a:lnTo>
                    <a:lnTo>
                      <a:pt x="69533" y="5715"/>
                    </a:lnTo>
                    <a:lnTo>
                      <a:pt x="64770" y="5715"/>
                    </a:lnTo>
                    <a:lnTo>
                      <a:pt x="57150" y="6668"/>
                    </a:lnTo>
                    <a:lnTo>
                      <a:pt x="53340" y="6668"/>
                    </a:lnTo>
                    <a:lnTo>
                      <a:pt x="50483" y="5715"/>
                    </a:lnTo>
                    <a:lnTo>
                      <a:pt x="43815" y="3810"/>
                    </a:lnTo>
                    <a:lnTo>
                      <a:pt x="42863" y="3810"/>
                    </a:lnTo>
                    <a:lnTo>
                      <a:pt x="41910" y="3810"/>
                    </a:lnTo>
                    <a:lnTo>
                      <a:pt x="40958" y="3810"/>
                    </a:lnTo>
                    <a:lnTo>
                      <a:pt x="40958" y="4763"/>
                    </a:lnTo>
                    <a:lnTo>
                      <a:pt x="40005" y="3810"/>
                    </a:lnTo>
                    <a:lnTo>
                      <a:pt x="40005" y="2858"/>
                    </a:lnTo>
                    <a:lnTo>
                      <a:pt x="39053" y="1905"/>
                    </a:lnTo>
                    <a:lnTo>
                      <a:pt x="40005" y="1905"/>
                    </a:lnTo>
                    <a:lnTo>
                      <a:pt x="36195" y="953"/>
                    </a:lnTo>
                    <a:lnTo>
                      <a:pt x="33338" y="0"/>
                    </a:lnTo>
                    <a:lnTo>
                      <a:pt x="25718" y="0"/>
                    </a:lnTo>
                    <a:lnTo>
                      <a:pt x="26670" y="1905"/>
                    </a:lnTo>
                    <a:lnTo>
                      <a:pt x="26670" y="3810"/>
                    </a:lnTo>
                    <a:lnTo>
                      <a:pt x="27622" y="5715"/>
                    </a:lnTo>
                    <a:lnTo>
                      <a:pt x="26670" y="7620"/>
                    </a:lnTo>
                    <a:lnTo>
                      <a:pt x="25718" y="8573"/>
                    </a:lnTo>
                    <a:lnTo>
                      <a:pt x="22860" y="8573"/>
                    </a:lnTo>
                    <a:lnTo>
                      <a:pt x="21908" y="9525"/>
                    </a:lnTo>
                    <a:lnTo>
                      <a:pt x="22860" y="11430"/>
                    </a:lnTo>
                    <a:lnTo>
                      <a:pt x="24765" y="13335"/>
                    </a:lnTo>
                    <a:lnTo>
                      <a:pt x="26670" y="15240"/>
                    </a:lnTo>
                    <a:lnTo>
                      <a:pt x="25718" y="19050"/>
                    </a:lnTo>
                    <a:lnTo>
                      <a:pt x="24765" y="20003"/>
                    </a:lnTo>
                    <a:lnTo>
                      <a:pt x="21908" y="20955"/>
                    </a:lnTo>
                    <a:lnTo>
                      <a:pt x="17145" y="20955"/>
                    </a:lnTo>
                    <a:lnTo>
                      <a:pt x="15240" y="21908"/>
                    </a:lnTo>
                    <a:lnTo>
                      <a:pt x="13335" y="21908"/>
                    </a:lnTo>
                    <a:lnTo>
                      <a:pt x="6668" y="24765"/>
                    </a:lnTo>
                    <a:lnTo>
                      <a:pt x="5715" y="25718"/>
                    </a:lnTo>
                    <a:lnTo>
                      <a:pt x="4763" y="27623"/>
                    </a:lnTo>
                    <a:lnTo>
                      <a:pt x="2858" y="29528"/>
                    </a:lnTo>
                    <a:lnTo>
                      <a:pt x="953" y="34290"/>
                    </a:lnTo>
                    <a:lnTo>
                      <a:pt x="0" y="36195"/>
                    </a:lnTo>
                    <a:lnTo>
                      <a:pt x="0" y="39053"/>
                    </a:lnTo>
                    <a:lnTo>
                      <a:pt x="953" y="38100"/>
                    </a:lnTo>
                    <a:lnTo>
                      <a:pt x="1905" y="36195"/>
                    </a:lnTo>
                    <a:lnTo>
                      <a:pt x="2858" y="35243"/>
                    </a:lnTo>
                    <a:lnTo>
                      <a:pt x="4763" y="36195"/>
                    </a:lnTo>
                    <a:lnTo>
                      <a:pt x="5715" y="37148"/>
                    </a:lnTo>
                    <a:lnTo>
                      <a:pt x="6668" y="40958"/>
                    </a:lnTo>
                    <a:lnTo>
                      <a:pt x="8572" y="39053"/>
                    </a:lnTo>
                    <a:lnTo>
                      <a:pt x="8572" y="43815"/>
                    </a:lnTo>
                    <a:lnTo>
                      <a:pt x="10478" y="47625"/>
                    </a:lnTo>
                    <a:lnTo>
                      <a:pt x="13335" y="50483"/>
                    </a:lnTo>
                    <a:lnTo>
                      <a:pt x="17145" y="52388"/>
                    </a:lnTo>
                    <a:lnTo>
                      <a:pt x="18097" y="52388"/>
                    </a:lnTo>
                    <a:lnTo>
                      <a:pt x="19050" y="52388"/>
                    </a:lnTo>
                    <a:lnTo>
                      <a:pt x="20003" y="52388"/>
                    </a:lnTo>
                    <a:lnTo>
                      <a:pt x="20003" y="53340"/>
                    </a:lnTo>
                    <a:lnTo>
                      <a:pt x="20955" y="54293"/>
                    </a:lnTo>
                    <a:lnTo>
                      <a:pt x="20955" y="55245"/>
                    </a:lnTo>
                    <a:lnTo>
                      <a:pt x="22860" y="56198"/>
                    </a:lnTo>
                    <a:lnTo>
                      <a:pt x="23813" y="57150"/>
                    </a:lnTo>
                    <a:lnTo>
                      <a:pt x="25718" y="57150"/>
                    </a:lnTo>
                    <a:lnTo>
                      <a:pt x="26670" y="56198"/>
                    </a:lnTo>
                    <a:lnTo>
                      <a:pt x="27622" y="60960"/>
                    </a:lnTo>
                    <a:lnTo>
                      <a:pt x="27622" y="62865"/>
                    </a:lnTo>
                    <a:lnTo>
                      <a:pt x="26670" y="64770"/>
                    </a:lnTo>
                    <a:lnTo>
                      <a:pt x="29528" y="65723"/>
                    </a:lnTo>
                    <a:lnTo>
                      <a:pt x="32385" y="67628"/>
                    </a:lnTo>
                    <a:lnTo>
                      <a:pt x="34290" y="71438"/>
                    </a:lnTo>
                    <a:lnTo>
                      <a:pt x="35243" y="74295"/>
                    </a:lnTo>
                    <a:lnTo>
                      <a:pt x="37147" y="7429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34" name="Freeform: Shape 114">
                <a:extLst>
                  <a:ext uri="{FF2B5EF4-FFF2-40B4-BE49-F238E27FC236}">
                    <a16:creationId xmlns:a16="http://schemas.microsoft.com/office/drawing/2014/main" id="{C67F18D4-6243-215C-4E1B-0BF7A708958D}"/>
                  </a:ext>
                </a:extLst>
              </p:cNvPr>
              <p:cNvSpPr/>
              <p:nvPr/>
            </p:nvSpPr>
            <p:spPr>
              <a:xfrm>
                <a:off x="5602474" y="4106855"/>
                <a:ext cx="91717" cy="99528"/>
              </a:xfrm>
              <a:custGeom>
                <a:avLst/>
                <a:gdLst>
                  <a:gd name="connsiteX0" fmla="*/ 79057 w 82867"/>
                  <a:gd name="connsiteY0" fmla="*/ 75248 h 83820"/>
                  <a:gd name="connsiteX1" fmla="*/ 80010 w 82867"/>
                  <a:gd name="connsiteY1" fmla="*/ 71438 h 83820"/>
                  <a:gd name="connsiteX2" fmla="*/ 81915 w 82867"/>
                  <a:gd name="connsiteY2" fmla="*/ 64770 h 83820"/>
                  <a:gd name="connsiteX3" fmla="*/ 82868 w 82867"/>
                  <a:gd name="connsiteY3" fmla="*/ 60008 h 83820"/>
                  <a:gd name="connsiteX4" fmla="*/ 82868 w 82867"/>
                  <a:gd name="connsiteY4" fmla="*/ 56198 h 83820"/>
                  <a:gd name="connsiteX5" fmla="*/ 80963 w 82867"/>
                  <a:gd name="connsiteY5" fmla="*/ 53340 h 83820"/>
                  <a:gd name="connsiteX6" fmla="*/ 79057 w 82867"/>
                  <a:gd name="connsiteY6" fmla="*/ 52388 h 83820"/>
                  <a:gd name="connsiteX7" fmla="*/ 76200 w 82867"/>
                  <a:gd name="connsiteY7" fmla="*/ 51435 h 83820"/>
                  <a:gd name="connsiteX8" fmla="*/ 75248 w 82867"/>
                  <a:gd name="connsiteY8" fmla="*/ 49530 h 83820"/>
                  <a:gd name="connsiteX9" fmla="*/ 73343 w 82867"/>
                  <a:gd name="connsiteY9" fmla="*/ 48578 h 83820"/>
                  <a:gd name="connsiteX10" fmla="*/ 73343 w 82867"/>
                  <a:gd name="connsiteY10" fmla="*/ 46673 h 83820"/>
                  <a:gd name="connsiteX11" fmla="*/ 71438 w 82867"/>
                  <a:gd name="connsiteY11" fmla="*/ 45720 h 83820"/>
                  <a:gd name="connsiteX12" fmla="*/ 69532 w 82867"/>
                  <a:gd name="connsiteY12" fmla="*/ 44768 h 83820"/>
                  <a:gd name="connsiteX13" fmla="*/ 64770 w 82867"/>
                  <a:gd name="connsiteY13" fmla="*/ 43815 h 83820"/>
                  <a:gd name="connsiteX14" fmla="*/ 62865 w 82867"/>
                  <a:gd name="connsiteY14" fmla="*/ 42863 h 83820"/>
                  <a:gd name="connsiteX15" fmla="*/ 60007 w 82867"/>
                  <a:gd name="connsiteY15" fmla="*/ 40958 h 83820"/>
                  <a:gd name="connsiteX16" fmla="*/ 59055 w 82867"/>
                  <a:gd name="connsiteY16" fmla="*/ 40005 h 83820"/>
                  <a:gd name="connsiteX17" fmla="*/ 62865 w 82867"/>
                  <a:gd name="connsiteY17" fmla="*/ 35243 h 83820"/>
                  <a:gd name="connsiteX18" fmla="*/ 64770 w 82867"/>
                  <a:gd name="connsiteY18" fmla="*/ 30480 h 83820"/>
                  <a:gd name="connsiteX19" fmla="*/ 63818 w 82867"/>
                  <a:gd name="connsiteY19" fmla="*/ 24765 h 83820"/>
                  <a:gd name="connsiteX20" fmla="*/ 60960 w 82867"/>
                  <a:gd name="connsiteY20" fmla="*/ 19050 h 83820"/>
                  <a:gd name="connsiteX21" fmla="*/ 58103 w 82867"/>
                  <a:gd name="connsiteY21" fmla="*/ 16193 h 83820"/>
                  <a:gd name="connsiteX22" fmla="*/ 57150 w 82867"/>
                  <a:gd name="connsiteY22" fmla="*/ 18098 h 83820"/>
                  <a:gd name="connsiteX23" fmla="*/ 55245 w 82867"/>
                  <a:gd name="connsiteY23" fmla="*/ 20955 h 83820"/>
                  <a:gd name="connsiteX24" fmla="*/ 53340 w 82867"/>
                  <a:gd name="connsiteY24" fmla="*/ 23813 h 83820"/>
                  <a:gd name="connsiteX25" fmla="*/ 52388 w 82867"/>
                  <a:gd name="connsiteY25" fmla="*/ 24765 h 83820"/>
                  <a:gd name="connsiteX26" fmla="*/ 51435 w 82867"/>
                  <a:gd name="connsiteY26" fmla="*/ 25718 h 83820"/>
                  <a:gd name="connsiteX27" fmla="*/ 49530 w 82867"/>
                  <a:gd name="connsiteY27" fmla="*/ 25718 h 83820"/>
                  <a:gd name="connsiteX28" fmla="*/ 47625 w 82867"/>
                  <a:gd name="connsiteY28" fmla="*/ 25718 h 83820"/>
                  <a:gd name="connsiteX29" fmla="*/ 42863 w 82867"/>
                  <a:gd name="connsiteY29" fmla="*/ 22860 h 83820"/>
                  <a:gd name="connsiteX30" fmla="*/ 42863 w 82867"/>
                  <a:gd name="connsiteY30" fmla="*/ 22860 h 83820"/>
                  <a:gd name="connsiteX31" fmla="*/ 41910 w 82867"/>
                  <a:gd name="connsiteY31" fmla="*/ 20955 h 83820"/>
                  <a:gd name="connsiteX32" fmla="*/ 41910 w 82867"/>
                  <a:gd name="connsiteY32" fmla="*/ 20003 h 83820"/>
                  <a:gd name="connsiteX33" fmla="*/ 42863 w 82867"/>
                  <a:gd name="connsiteY33" fmla="*/ 19050 h 83820"/>
                  <a:gd name="connsiteX34" fmla="*/ 42863 w 82867"/>
                  <a:gd name="connsiteY34" fmla="*/ 17145 h 83820"/>
                  <a:gd name="connsiteX35" fmla="*/ 42863 w 82867"/>
                  <a:gd name="connsiteY35" fmla="*/ 15240 h 83820"/>
                  <a:gd name="connsiteX36" fmla="*/ 40005 w 82867"/>
                  <a:gd name="connsiteY36" fmla="*/ 3810 h 83820"/>
                  <a:gd name="connsiteX37" fmla="*/ 38100 w 82867"/>
                  <a:gd name="connsiteY37" fmla="*/ 953 h 83820"/>
                  <a:gd name="connsiteX38" fmla="*/ 36195 w 82867"/>
                  <a:gd name="connsiteY38" fmla="*/ 953 h 83820"/>
                  <a:gd name="connsiteX39" fmla="*/ 35243 w 82867"/>
                  <a:gd name="connsiteY39" fmla="*/ 0 h 83820"/>
                  <a:gd name="connsiteX40" fmla="*/ 33338 w 82867"/>
                  <a:gd name="connsiteY40" fmla="*/ 0 h 83820"/>
                  <a:gd name="connsiteX41" fmla="*/ 31432 w 82867"/>
                  <a:gd name="connsiteY41" fmla="*/ 953 h 83820"/>
                  <a:gd name="connsiteX42" fmla="*/ 29528 w 82867"/>
                  <a:gd name="connsiteY42" fmla="*/ 953 h 83820"/>
                  <a:gd name="connsiteX43" fmla="*/ 28575 w 82867"/>
                  <a:gd name="connsiteY43" fmla="*/ 953 h 83820"/>
                  <a:gd name="connsiteX44" fmla="*/ 27623 w 82867"/>
                  <a:gd name="connsiteY44" fmla="*/ 0 h 83820"/>
                  <a:gd name="connsiteX45" fmla="*/ 26670 w 82867"/>
                  <a:gd name="connsiteY45" fmla="*/ 0 h 83820"/>
                  <a:gd name="connsiteX46" fmla="*/ 24765 w 82867"/>
                  <a:gd name="connsiteY46" fmla="*/ 0 h 83820"/>
                  <a:gd name="connsiteX47" fmla="*/ 24765 w 82867"/>
                  <a:gd name="connsiteY47" fmla="*/ 2858 h 83820"/>
                  <a:gd name="connsiteX48" fmla="*/ 23813 w 82867"/>
                  <a:gd name="connsiteY48" fmla="*/ 4763 h 83820"/>
                  <a:gd name="connsiteX49" fmla="*/ 23813 w 82867"/>
                  <a:gd name="connsiteY49" fmla="*/ 5715 h 83820"/>
                  <a:gd name="connsiteX50" fmla="*/ 22860 w 82867"/>
                  <a:gd name="connsiteY50" fmla="*/ 6668 h 83820"/>
                  <a:gd name="connsiteX51" fmla="*/ 20955 w 82867"/>
                  <a:gd name="connsiteY51" fmla="*/ 6668 h 83820"/>
                  <a:gd name="connsiteX52" fmla="*/ 20955 w 82867"/>
                  <a:gd name="connsiteY52" fmla="*/ 7620 h 83820"/>
                  <a:gd name="connsiteX53" fmla="*/ 19050 w 82867"/>
                  <a:gd name="connsiteY53" fmla="*/ 9525 h 83820"/>
                  <a:gd name="connsiteX54" fmla="*/ 17145 w 82867"/>
                  <a:gd name="connsiteY54" fmla="*/ 13335 h 83820"/>
                  <a:gd name="connsiteX55" fmla="*/ 16193 w 82867"/>
                  <a:gd name="connsiteY55" fmla="*/ 15240 h 83820"/>
                  <a:gd name="connsiteX56" fmla="*/ 14288 w 82867"/>
                  <a:gd name="connsiteY56" fmla="*/ 18098 h 83820"/>
                  <a:gd name="connsiteX57" fmla="*/ 6668 w 82867"/>
                  <a:gd name="connsiteY57" fmla="*/ 23813 h 83820"/>
                  <a:gd name="connsiteX58" fmla="*/ 5715 w 82867"/>
                  <a:gd name="connsiteY58" fmla="*/ 25718 h 83820"/>
                  <a:gd name="connsiteX59" fmla="*/ 1905 w 82867"/>
                  <a:gd name="connsiteY59" fmla="*/ 30480 h 83820"/>
                  <a:gd name="connsiteX60" fmla="*/ 0 w 82867"/>
                  <a:gd name="connsiteY60" fmla="*/ 32385 h 83820"/>
                  <a:gd name="connsiteX61" fmla="*/ 2858 w 82867"/>
                  <a:gd name="connsiteY61" fmla="*/ 34290 h 83820"/>
                  <a:gd name="connsiteX62" fmla="*/ 4763 w 82867"/>
                  <a:gd name="connsiteY62" fmla="*/ 36195 h 83820"/>
                  <a:gd name="connsiteX63" fmla="*/ 9525 w 82867"/>
                  <a:gd name="connsiteY63" fmla="*/ 39053 h 83820"/>
                  <a:gd name="connsiteX64" fmla="*/ 12383 w 82867"/>
                  <a:gd name="connsiteY64" fmla="*/ 40958 h 83820"/>
                  <a:gd name="connsiteX65" fmla="*/ 16193 w 82867"/>
                  <a:gd name="connsiteY65" fmla="*/ 44768 h 83820"/>
                  <a:gd name="connsiteX66" fmla="*/ 18098 w 82867"/>
                  <a:gd name="connsiteY66" fmla="*/ 45720 h 83820"/>
                  <a:gd name="connsiteX67" fmla="*/ 23813 w 82867"/>
                  <a:gd name="connsiteY67" fmla="*/ 49530 h 83820"/>
                  <a:gd name="connsiteX68" fmla="*/ 28575 w 82867"/>
                  <a:gd name="connsiteY68" fmla="*/ 52388 h 83820"/>
                  <a:gd name="connsiteX69" fmla="*/ 46673 w 82867"/>
                  <a:gd name="connsiteY69" fmla="*/ 68580 h 83820"/>
                  <a:gd name="connsiteX70" fmla="*/ 51435 w 82867"/>
                  <a:gd name="connsiteY70" fmla="*/ 71438 h 83820"/>
                  <a:gd name="connsiteX71" fmla="*/ 67628 w 82867"/>
                  <a:gd name="connsiteY71" fmla="*/ 80010 h 83820"/>
                  <a:gd name="connsiteX72" fmla="*/ 74295 w 82867"/>
                  <a:gd name="connsiteY72" fmla="*/ 82868 h 83820"/>
                  <a:gd name="connsiteX73" fmla="*/ 80010 w 82867"/>
                  <a:gd name="connsiteY73" fmla="*/ 83820 h 83820"/>
                  <a:gd name="connsiteX74" fmla="*/ 79057 w 82867"/>
                  <a:gd name="connsiteY74" fmla="*/ 80010 h 8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2867" h="83820">
                    <a:moveTo>
                      <a:pt x="79057" y="75248"/>
                    </a:moveTo>
                    <a:lnTo>
                      <a:pt x="80010" y="71438"/>
                    </a:lnTo>
                    <a:lnTo>
                      <a:pt x="81915" y="64770"/>
                    </a:lnTo>
                    <a:lnTo>
                      <a:pt x="82868" y="60008"/>
                    </a:lnTo>
                    <a:lnTo>
                      <a:pt x="82868" y="56198"/>
                    </a:lnTo>
                    <a:lnTo>
                      <a:pt x="80963" y="53340"/>
                    </a:lnTo>
                    <a:lnTo>
                      <a:pt x="79057" y="52388"/>
                    </a:lnTo>
                    <a:lnTo>
                      <a:pt x="76200" y="51435"/>
                    </a:lnTo>
                    <a:lnTo>
                      <a:pt x="75248" y="49530"/>
                    </a:lnTo>
                    <a:lnTo>
                      <a:pt x="73343" y="48578"/>
                    </a:lnTo>
                    <a:lnTo>
                      <a:pt x="73343" y="46673"/>
                    </a:lnTo>
                    <a:lnTo>
                      <a:pt x="71438" y="45720"/>
                    </a:lnTo>
                    <a:lnTo>
                      <a:pt x="69532" y="44768"/>
                    </a:lnTo>
                    <a:lnTo>
                      <a:pt x="64770" y="43815"/>
                    </a:lnTo>
                    <a:lnTo>
                      <a:pt x="62865" y="42863"/>
                    </a:lnTo>
                    <a:lnTo>
                      <a:pt x="60007" y="40958"/>
                    </a:lnTo>
                    <a:lnTo>
                      <a:pt x="59055" y="40005"/>
                    </a:lnTo>
                    <a:lnTo>
                      <a:pt x="62865" y="35243"/>
                    </a:lnTo>
                    <a:lnTo>
                      <a:pt x="64770" y="30480"/>
                    </a:lnTo>
                    <a:lnTo>
                      <a:pt x="63818" y="24765"/>
                    </a:lnTo>
                    <a:lnTo>
                      <a:pt x="60960" y="19050"/>
                    </a:lnTo>
                    <a:lnTo>
                      <a:pt x="58103" y="16193"/>
                    </a:lnTo>
                    <a:lnTo>
                      <a:pt x="57150" y="18098"/>
                    </a:lnTo>
                    <a:lnTo>
                      <a:pt x="55245" y="20955"/>
                    </a:lnTo>
                    <a:lnTo>
                      <a:pt x="53340" y="23813"/>
                    </a:lnTo>
                    <a:lnTo>
                      <a:pt x="52388" y="24765"/>
                    </a:lnTo>
                    <a:lnTo>
                      <a:pt x="51435" y="25718"/>
                    </a:lnTo>
                    <a:lnTo>
                      <a:pt x="49530" y="25718"/>
                    </a:lnTo>
                    <a:lnTo>
                      <a:pt x="47625" y="25718"/>
                    </a:lnTo>
                    <a:lnTo>
                      <a:pt x="42863" y="22860"/>
                    </a:lnTo>
                    <a:lnTo>
                      <a:pt x="42863" y="22860"/>
                    </a:lnTo>
                    <a:lnTo>
                      <a:pt x="41910" y="20955"/>
                    </a:lnTo>
                    <a:lnTo>
                      <a:pt x="41910" y="20003"/>
                    </a:lnTo>
                    <a:lnTo>
                      <a:pt x="42863" y="19050"/>
                    </a:lnTo>
                    <a:lnTo>
                      <a:pt x="42863" y="17145"/>
                    </a:lnTo>
                    <a:lnTo>
                      <a:pt x="42863" y="15240"/>
                    </a:lnTo>
                    <a:lnTo>
                      <a:pt x="40005" y="3810"/>
                    </a:lnTo>
                    <a:lnTo>
                      <a:pt x="38100" y="953"/>
                    </a:lnTo>
                    <a:lnTo>
                      <a:pt x="36195" y="953"/>
                    </a:lnTo>
                    <a:lnTo>
                      <a:pt x="35243" y="0"/>
                    </a:lnTo>
                    <a:lnTo>
                      <a:pt x="33338" y="0"/>
                    </a:lnTo>
                    <a:lnTo>
                      <a:pt x="31432" y="953"/>
                    </a:lnTo>
                    <a:lnTo>
                      <a:pt x="29528" y="953"/>
                    </a:lnTo>
                    <a:lnTo>
                      <a:pt x="28575" y="953"/>
                    </a:lnTo>
                    <a:lnTo>
                      <a:pt x="27623" y="0"/>
                    </a:lnTo>
                    <a:lnTo>
                      <a:pt x="26670" y="0"/>
                    </a:lnTo>
                    <a:lnTo>
                      <a:pt x="24765" y="0"/>
                    </a:lnTo>
                    <a:lnTo>
                      <a:pt x="24765" y="2858"/>
                    </a:lnTo>
                    <a:lnTo>
                      <a:pt x="23813" y="4763"/>
                    </a:lnTo>
                    <a:lnTo>
                      <a:pt x="23813" y="5715"/>
                    </a:lnTo>
                    <a:lnTo>
                      <a:pt x="22860" y="6668"/>
                    </a:lnTo>
                    <a:lnTo>
                      <a:pt x="20955" y="6668"/>
                    </a:lnTo>
                    <a:lnTo>
                      <a:pt x="20955" y="7620"/>
                    </a:lnTo>
                    <a:lnTo>
                      <a:pt x="19050" y="9525"/>
                    </a:lnTo>
                    <a:lnTo>
                      <a:pt x="17145" y="13335"/>
                    </a:lnTo>
                    <a:lnTo>
                      <a:pt x="16193" y="15240"/>
                    </a:lnTo>
                    <a:lnTo>
                      <a:pt x="14288" y="18098"/>
                    </a:lnTo>
                    <a:lnTo>
                      <a:pt x="6668" y="23813"/>
                    </a:lnTo>
                    <a:lnTo>
                      <a:pt x="5715" y="25718"/>
                    </a:lnTo>
                    <a:lnTo>
                      <a:pt x="1905" y="30480"/>
                    </a:lnTo>
                    <a:lnTo>
                      <a:pt x="0" y="32385"/>
                    </a:lnTo>
                    <a:lnTo>
                      <a:pt x="2858" y="34290"/>
                    </a:lnTo>
                    <a:lnTo>
                      <a:pt x="4763" y="36195"/>
                    </a:lnTo>
                    <a:lnTo>
                      <a:pt x="9525" y="39053"/>
                    </a:lnTo>
                    <a:lnTo>
                      <a:pt x="12383" y="40958"/>
                    </a:lnTo>
                    <a:lnTo>
                      <a:pt x="16193" y="44768"/>
                    </a:lnTo>
                    <a:lnTo>
                      <a:pt x="18098" y="45720"/>
                    </a:lnTo>
                    <a:lnTo>
                      <a:pt x="23813" y="49530"/>
                    </a:lnTo>
                    <a:lnTo>
                      <a:pt x="28575" y="52388"/>
                    </a:lnTo>
                    <a:lnTo>
                      <a:pt x="46673" y="68580"/>
                    </a:lnTo>
                    <a:lnTo>
                      <a:pt x="51435" y="71438"/>
                    </a:lnTo>
                    <a:lnTo>
                      <a:pt x="67628" y="80010"/>
                    </a:lnTo>
                    <a:lnTo>
                      <a:pt x="74295" y="82868"/>
                    </a:lnTo>
                    <a:lnTo>
                      <a:pt x="80010" y="83820"/>
                    </a:lnTo>
                    <a:lnTo>
                      <a:pt x="79057" y="8001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35" name="Freeform: Shape 115">
                <a:extLst>
                  <a:ext uri="{FF2B5EF4-FFF2-40B4-BE49-F238E27FC236}">
                    <a16:creationId xmlns:a16="http://schemas.microsoft.com/office/drawing/2014/main" id="{0C627A5C-D63F-888C-F3F4-70A098C5D928}"/>
                  </a:ext>
                </a:extLst>
              </p:cNvPr>
              <p:cNvSpPr/>
              <p:nvPr/>
            </p:nvSpPr>
            <p:spPr>
              <a:xfrm>
                <a:off x="5468589" y="3906668"/>
                <a:ext cx="137049" cy="106314"/>
              </a:xfrm>
              <a:custGeom>
                <a:avLst/>
                <a:gdLst>
                  <a:gd name="connsiteX0" fmla="*/ 25717 w 123825"/>
                  <a:gd name="connsiteY0" fmla="*/ 88583 h 89535"/>
                  <a:gd name="connsiteX1" fmla="*/ 36195 w 123825"/>
                  <a:gd name="connsiteY1" fmla="*/ 86677 h 89535"/>
                  <a:gd name="connsiteX2" fmla="*/ 40005 w 123825"/>
                  <a:gd name="connsiteY2" fmla="*/ 85725 h 89535"/>
                  <a:gd name="connsiteX3" fmla="*/ 43815 w 123825"/>
                  <a:gd name="connsiteY3" fmla="*/ 84773 h 89535"/>
                  <a:gd name="connsiteX4" fmla="*/ 51435 w 123825"/>
                  <a:gd name="connsiteY4" fmla="*/ 82867 h 89535"/>
                  <a:gd name="connsiteX5" fmla="*/ 60007 w 123825"/>
                  <a:gd name="connsiteY5" fmla="*/ 82867 h 89535"/>
                  <a:gd name="connsiteX6" fmla="*/ 76200 w 123825"/>
                  <a:gd name="connsiteY6" fmla="*/ 82867 h 89535"/>
                  <a:gd name="connsiteX7" fmla="*/ 83820 w 123825"/>
                  <a:gd name="connsiteY7" fmla="*/ 82867 h 89535"/>
                  <a:gd name="connsiteX8" fmla="*/ 86678 w 123825"/>
                  <a:gd name="connsiteY8" fmla="*/ 83820 h 89535"/>
                  <a:gd name="connsiteX9" fmla="*/ 90488 w 123825"/>
                  <a:gd name="connsiteY9" fmla="*/ 84773 h 89535"/>
                  <a:gd name="connsiteX10" fmla="*/ 89535 w 123825"/>
                  <a:gd name="connsiteY10" fmla="*/ 84773 h 89535"/>
                  <a:gd name="connsiteX11" fmla="*/ 90488 w 123825"/>
                  <a:gd name="connsiteY11" fmla="*/ 85725 h 89535"/>
                  <a:gd name="connsiteX12" fmla="*/ 90488 w 123825"/>
                  <a:gd name="connsiteY12" fmla="*/ 86677 h 89535"/>
                  <a:gd name="connsiteX13" fmla="*/ 91440 w 123825"/>
                  <a:gd name="connsiteY13" fmla="*/ 87630 h 89535"/>
                  <a:gd name="connsiteX14" fmla="*/ 91440 w 123825"/>
                  <a:gd name="connsiteY14" fmla="*/ 86677 h 89535"/>
                  <a:gd name="connsiteX15" fmla="*/ 92392 w 123825"/>
                  <a:gd name="connsiteY15" fmla="*/ 86677 h 89535"/>
                  <a:gd name="connsiteX16" fmla="*/ 93345 w 123825"/>
                  <a:gd name="connsiteY16" fmla="*/ 86677 h 89535"/>
                  <a:gd name="connsiteX17" fmla="*/ 94298 w 123825"/>
                  <a:gd name="connsiteY17" fmla="*/ 86677 h 89535"/>
                  <a:gd name="connsiteX18" fmla="*/ 100965 w 123825"/>
                  <a:gd name="connsiteY18" fmla="*/ 88583 h 89535"/>
                  <a:gd name="connsiteX19" fmla="*/ 103823 w 123825"/>
                  <a:gd name="connsiteY19" fmla="*/ 89535 h 89535"/>
                  <a:gd name="connsiteX20" fmla="*/ 107632 w 123825"/>
                  <a:gd name="connsiteY20" fmla="*/ 89535 h 89535"/>
                  <a:gd name="connsiteX21" fmla="*/ 115253 w 123825"/>
                  <a:gd name="connsiteY21" fmla="*/ 88583 h 89535"/>
                  <a:gd name="connsiteX22" fmla="*/ 120015 w 123825"/>
                  <a:gd name="connsiteY22" fmla="*/ 88583 h 89535"/>
                  <a:gd name="connsiteX23" fmla="*/ 123825 w 123825"/>
                  <a:gd name="connsiteY23" fmla="*/ 88583 h 89535"/>
                  <a:gd name="connsiteX24" fmla="*/ 122873 w 123825"/>
                  <a:gd name="connsiteY24" fmla="*/ 86677 h 89535"/>
                  <a:gd name="connsiteX25" fmla="*/ 122873 w 123825"/>
                  <a:gd name="connsiteY25" fmla="*/ 84773 h 89535"/>
                  <a:gd name="connsiteX26" fmla="*/ 122873 w 123825"/>
                  <a:gd name="connsiteY26" fmla="*/ 79058 h 89535"/>
                  <a:gd name="connsiteX27" fmla="*/ 122873 w 123825"/>
                  <a:gd name="connsiteY27" fmla="*/ 78105 h 89535"/>
                  <a:gd name="connsiteX28" fmla="*/ 120015 w 123825"/>
                  <a:gd name="connsiteY28" fmla="*/ 71438 h 89535"/>
                  <a:gd name="connsiteX29" fmla="*/ 119063 w 123825"/>
                  <a:gd name="connsiteY29" fmla="*/ 69533 h 89535"/>
                  <a:gd name="connsiteX30" fmla="*/ 118110 w 123825"/>
                  <a:gd name="connsiteY30" fmla="*/ 68580 h 89535"/>
                  <a:gd name="connsiteX31" fmla="*/ 117157 w 123825"/>
                  <a:gd name="connsiteY31" fmla="*/ 68580 h 89535"/>
                  <a:gd name="connsiteX32" fmla="*/ 116205 w 123825"/>
                  <a:gd name="connsiteY32" fmla="*/ 68580 h 89535"/>
                  <a:gd name="connsiteX33" fmla="*/ 115253 w 123825"/>
                  <a:gd name="connsiteY33" fmla="*/ 69533 h 89535"/>
                  <a:gd name="connsiteX34" fmla="*/ 114300 w 123825"/>
                  <a:gd name="connsiteY34" fmla="*/ 69533 h 89535"/>
                  <a:gd name="connsiteX35" fmla="*/ 114300 w 123825"/>
                  <a:gd name="connsiteY35" fmla="*/ 68580 h 89535"/>
                  <a:gd name="connsiteX36" fmla="*/ 113348 w 123825"/>
                  <a:gd name="connsiteY36" fmla="*/ 67627 h 89535"/>
                  <a:gd name="connsiteX37" fmla="*/ 112395 w 123825"/>
                  <a:gd name="connsiteY37" fmla="*/ 66675 h 89535"/>
                  <a:gd name="connsiteX38" fmla="*/ 111442 w 123825"/>
                  <a:gd name="connsiteY38" fmla="*/ 64770 h 89535"/>
                  <a:gd name="connsiteX39" fmla="*/ 111442 w 123825"/>
                  <a:gd name="connsiteY39" fmla="*/ 60960 h 89535"/>
                  <a:gd name="connsiteX40" fmla="*/ 111442 w 123825"/>
                  <a:gd name="connsiteY40" fmla="*/ 60008 h 89535"/>
                  <a:gd name="connsiteX41" fmla="*/ 112395 w 123825"/>
                  <a:gd name="connsiteY41" fmla="*/ 59055 h 89535"/>
                  <a:gd name="connsiteX42" fmla="*/ 112395 w 123825"/>
                  <a:gd name="connsiteY42" fmla="*/ 58102 h 89535"/>
                  <a:gd name="connsiteX43" fmla="*/ 112395 w 123825"/>
                  <a:gd name="connsiteY43" fmla="*/ 58102 h 89535"/>
                  <a:gd name="connsiteX44" fmla="*/ 111442 w 123825"/>
                  <a:gd name="connsiteY44" fmla="*/ 56198 h 89535"/>
                  <a:gd name="connsiteX45" fmla="*/ 111442 w 123825"/>
                  <a:gd name="connsiteY45" fmla="*/ 56198 h 89535"/>
                  <a:gd name="connsiteX46" fmla="*/ 110490 w 123825"/>
                  <a:gd name="connsiteY46" fmla="*/ 53340 h 89535"/>
                  <a:gd name="connsiteX47" fmla="*/ 109538 w 123825"/>
                  <a:gd name="connsiteY47" fmla="*/ 51435 h 89535"/>
                  <a:gd name="connsiteX48" fmla="*/ 108585 w 123825"/>
                  <a:gd name="connsiteY48" fmla="*/ 48577 h 89535"/>
                  <a:gd name="connsiteX49" fmla="*/ 107632 w 123825"/>
                  <a:gd name="connsiteY49" fmla="*/ 45720 h 89535"/>
                  <a:gd name="connsiteX50" fmla="*/ 107632 w 123825"/>
                  <a:gd name="connsiteY50" fmla="*/ 43815 h 89535"/>
                  <a:gd name="connsiteX51" fmla="*/ 106680 w 123825"/>
                  <a:gd name="connsiteY51" fmla="*/ 40958 h 89535"/>
                  <a:gd name="connsiteX52" fmla="*/ 105728 w 123825"/>
                  <a:gd name="connsiteY52" fmla="*/ 39052 h 89535"/>
                  <a:gd name="connsiteX53" fmla="*/ 102870 w 123825"/>
                  <a:gd name="connsiteY53" fmla="*/ 37148 h 89535"/>
                  <a:gd name="connsiteX54" fmla="*/ 100013 w 123825"/>
                  <a:gd name="connsiteY54" fmla="*/ 35243 h 89535"/>
                  <a:gd name="connsiteX55" fmla="*/ 98107 w 123825"/>
                  <a:gd name="connsiteY55" fmla="*/ 33338 h 89535"/>
                  <a:gd name="connsiteX56" fmla="*/ 95250 w 123825"/>
                  <a:gd name="connsiteY56" fmla="*/ 30480 h 89535"/>
                  <a:gd name="connsiteX57" fmla="*/ 91440 w 123825"/>
                  <a:gd name="connsiteY57" fmla="*/ 25718 h 89535"/>
                  <a:gd name="connsiteX58" fmla="*/ 90488 w 123825"/>
                  <a:gd name="connsiteY58" fmla="*/ 24765 h 89535"/>
                  <a:gd name="connsiteX59" fmla="*/ 87630 w 123825"/>
                  <a:gd name="connsiteY59" fmla="*/ 20955 h 89535"/>
                  <a:gd name="connsiteX60" fmla="*/ 85725 w 123825"/>
                  <a:gd name="connsiteY60" fmla="*/ 17145 h 89535"/>
                  <a:gd name="connsiteX61" fmla="*/ 82867 w 123825"/>
                  <a:gd name="connsiteY61" fmla="*/ 13335 h 89535"/>
                  <a:gd name="connsiteX62" fmla="*/ 80010 w 123825"/>
                  <a:gd name="connsiteY62" fmla="*/ 11430 h 89535"/>
                  <a:gd name="connsiteX63" fmla="*/ 78105 w 123825"/>
                  <a:gd name="connsiteY63" fmla="*/ 10477 h 89535"/>
                  <a:gd name="connsiteX64" fmla="*/ 76200 w 123825"/>
                  <a:gd name="connsiteY64" fmla="*/ 10477 h 89535"/>
                  <a:gd name="connsiteX65" fmla="*/ 74295 w 123825"/>
                  <a:gd name="connsiteY65" fmla="*/ 10477 h 89535"/>
                  <a:gd name="connsiteX66" fmla="*/ 72390 w 123825"/>
                  <a:gd name="connsiteY66" fmla="*/ 9525 h 89535"/>
                  <a:gd name="connsiteX67" fmla="*/ 69532 w 123825"/>
                  <a:gd name="connsiteY67" fmla="*/ 6668 h 89535"/>
                  <a:gd name="connsiteX68" fmla="*/ 67628 w 123825"/>
                  <a:gd name="connsiteY68" fmla="*/ 3810 h 89535"/>
                  <a:gd name="connsiteX69" fmla="*/ 64770 w 123825"/>
                  <a:gd name="connsiteY69" fmla="*/ 1905 h 89535"/>
                  <a:gd name="connsiteX70" fmla="*/ 60960 w 123825"/>
                  <a:gd name="connsiteY70" fmla="*/ 952 h 89535"/>
                  <a:gd name="connsiteX71" fmla="*/ 55245 w 123825"/>
                  <a:gd name="connsiteY71" fmla="*/ 0 h 89535"/>
                  <a:gd name="connsiteX72" fmla="*/ 50482 w 123825"/>
                  <a:gd name="connsiteY72" fmla="*/ 0 h 89535"/>
                  <a:gd name="connsiteX73" fmla="*/ 34290 w 123825"/>
                  <a:gd name="connsiteY73" fmla="*/ 3810 h 89535"/>
                  <a:gd name="connsiteX74" fmla="*/ 32385 w 123825"/>
                  <a:gd name="connsiteY74" fmla="*/ 3810 h 89535"/>
                  <a:gd name="connsiteX75" fmla="*/ 30480 w 123825"/>
                  <a:gd name="connsiteY75" fmla="*/ 3810 h 89535"/>
                  <a:gd name="connsiteX76" fmla="*/ 29528 w 123825"/>
                  <a:gd name="connsiteY76" fmla="*/ 2857 h 89535"/>
                  <a:gd name="connsiteX77" fmla="*/ 27622 w 123825"/>
                  <a:gd name="connsiteY77" fmla="*/ 2857 h 89535"/>
                  <a:gd name="connsiteX78" fmla="*/ 26670 w 123825"/>
                  <a:gd name="connsiteY78" fmla="*/ 2857 h 89535"/>
                  <a:gd name="connsiteX79" fmla="*/ 23813 w 123825"/>
                  <a:gd name="connsiteY79" fmla="*/ 5715 h 89535"/>
                  <a:gd name="connsiteX80" fmla="*/ 21907 w 123825"/>
                  <a:gd name="connsiteY80" fmla="*/ 9525 h 89535"/>
                  <a:gd name="connsiteX81" fmla="*/ 20003 w 123825"/>
                  <a:gd name="connsiteY81" fmla="*/ 17145 h 89535"/>
                  <a:gd name="connsiteX82" fmla="*/ 17145 w 123825"/>
                  <a:gd name="connsiteY82" fmla="*/ 24765 h 89535"/>
                  <a:gd name="connsiteX83" fmla="*/ 12382 w 123825"/>
                  <a:gd name="connsiteY83" fmla="*/ 31432 h 89535"/>
                  <a:gd name="connsiteX84" fmla="*/ 6667 w 123825"/>
                  <a:gd name="connsiteY84" fmla="*/ 37148 h 89535"/>
                  <a:gd name="connsiteX85" fmla="*/ 0 w 123825"/>
                  <a:gd name="connsiteY85" fmla="*/ 40005 h 89535"/>
                  <a:gd name="connsiteX86" fmla="*/ 0 w 123825"/>
                  <a:gd name="connsiteY86" fmla="*/ 40958 h 89535"/>
                  <a:gd name="connsiteX87" fmla="*/ 953 w 123825"/>
                  <a:gd name="connsiteY87" fmla="*/ 40958 h 89535"/>
                  <a:gd name="connsiteX88" fmla="*/ 953 w 123825"/>
                  <a:gd name="connsiteY88" fmla="*/ 41910 h 89535"/>
                  <a:gd name="connsiteX89" fmla="*/ 1905 w 123825"/>
                  <a:gd name="connsiteY89" fmla="*/ 41910 h 89535"/>
                  <a:gd name="connsiteX90" fmla="*/ 4763 w 123825"/>
                  <a:gd name="connsiteY90" fmla="*/ 40958 h 89535"/>
                  <a:gd name="connsiteX91" fmla="*/ 9525 w 123825"/>
                  <a:gd name="connsiteY91" fmla="*/ 45720 h 89535"/>
                  <a:gd name="connsiteX92" fmla="*/ 13335 w 123825"/>
                  <a:gd name="connsiteY92" fmla="*/ 51435 h 89535"/>
                  <a:gd name="connsiteX93" fmla="*/ 15240 w 123825"/>
                  <a:gd name="connsiteY93" fmla="*/ 55245 h 89535"/>
                  <a:gd name="connsiteX94" fmla="*/ 18097 w 123825"/>
                  <a:gd name="connsiteY94" fmla="*/ 55245 h 89535"/>
                  <a:gd name="connsiteX95" fmla="*/ 18097 w 123825"/>
                  <a:gd name="connsiteY95" fmla="*/ 55245 h 89535"/>
                  <a:gd name="connsiteX96" fmla="*/ 16192 w 123825"/>
                  <a:gd name="connsiteY96" fmla="*/ 57150 h 89535"/>
                  <a:gd name="connsiteX97" fmla="*/ 16192 w 123825"/>
                  <a:gd name="connsiteY97" fmla="*/ 59055 h 89535"/>
                  <a:gd name="connsiteX98" fmla="*/ 18097 w 123825"/>
                  <a:gd name="connsiteY98" fmla="*/ 61913 h 89535"/>
                  <a:gd name="connsiteX99" fmla="*/ 20003 w 123825"/>
                  <a:gd name="connsiteY99" fmla="*/ 64770 h 89535"/>
                  <a:gd name="connsiteX100" fmla="*/ 32385 w 123825"/>
                  <a:gd name="connsiteY100" fmla="*/ 64770 h 89535"/>
                  <a:gd name="connsiteX101" fmla="*/ 37147 w 123825"/>
                  <a:gd name="connsiteY101" fmla="*/ 63817 h 89535"/>
                  <a:gd name="connsiteX102" fmla="*/ 38100 w 123825"/>
                  <a:gd name="connsiteY102" fmla="*/ 63817 h 89535"/>
                  <a:gd name="connsiteX103" fmla="*/ 40005 w 123825"/>
                  <a:gd name="connsiteY103" fmla="*/ 64770 h 89535"/>
                  <a:gd name="connsiteX104" fmla="*/ 40005 w 123825"/>
                  <a:gd name="connsiteY104" fmla="*/ 64770 h 89535"/>
                  <a:gd name="connsiteX105" fmla="*/ 40957 w 123825"/>
                  <a:gd name="connsiteY105" fmla="*/ 63817 h 89535"/>
                  <a:gd name="connsiteX106" fmla="*/ 41910 w 123825"/>
                  <a:gd name="connsiteY106" fmla="*/ 61913 h 89535"/>
                  <a:gd name="connsiteX107" fmla="*/ 42863 w 123825"/>
                  <a:gd name="connsiteY107" fmla="*/ 60960 h 89535"/>
                  <a:gd name="connsiteX108" fmla="*/ 43815 w 123825"/>
                  <a:gd name="connsiteY108" fmla="*/ 60960 h 89535"/>
                  <a:gd name="connsiteX109" fmla="*/ 45720 w 123825"/>
                  <a:gd name="connsiteY109" fmla="*/ 60008 h 89535"/>
                  <a:gd name="connsiteX110" fmla="*/ 48578 w 123825"/>
                  <a:gd name="connsiteY110" fmla="*/ 60008 h 89535"/>
                  <a:gd name="connsiteX111" fmla="*/ 50482 w 123825"/>
                  <a:gd name="connsiteY111" fmla="*/ 60008 h 89535"/>
                  <a:gd name="connsiteX112" fmla="*/ 53340 w 123825"/>
                  <a:gd name="connsiteY112" fmla="*/ 60960 h 89535"/>
                  <a:gd name="connsiteX113" fmla="*/ 60960 w 123825"/>
                  <a:gd name="connsiteY113" fmla="*/ 64770 h 89535"/>
                  <a:gd name="connsiteX114" fmla="*/ 63817 w 123825"/>
                  <a:gd name="connsiteY114" fmla="*/ 65723 h 89535"/>
                  <a:gd name="connsiteX115" fmla="*/ 68580 w 123825"/>
                  <a:gd name="connsiteY115" fmla="*/ 64770 h 89535"/>
                  <a:gd name="connsiteX116" fmla="*/ 71438 w 123825"/>
                  <a:gd name="connsiteY116" fmla="*/ 64770 h 89535"/>
                  <a:gd name="connsiteX117" fmla="*/ 74295 w 123825"/>
                  <a:gd name="connsiteY117" fmla="*/ 67627 h 89535"/>
                  <a:gd name="connsiteX118" fmla="*/ 73342 w 123825"/>
                  <a:gd name="connsiteY118" fmla="*/ 69533 h 89535"/>
                  <a:gd name="connsiteX119" fmla="*/ 70485 w 123825"/>
                  <a:gd name="connsiteY119" fmla="*/ 70485 h 89535"/>
                  <a:gd name="connsiteX120" fmla="*/ 66675 w 123825"/>
                  <a:gd name="connsiteY120" fmla="*/ 71438 h 89535"/>
                  <a:gd name="connsiteX121" fmla="*/ 63817 w 123825"/>
                  <a:gd name="connsiteY121" fmla="*/ 71438 h 89535"/>
                  <a:gd name="connsiteX122" fmla="*/ 60960 w 123825"/>
                  <a:gd name="connsiteY122" fmla="*/ 70485 h 89535"/>
                  <a:gd name="connsiteX123" fmla="*/ 50482 w 123825"/>
                  <a:gd name="connsiteY123" fmla="*/ 65723 h 89535"/>
                  <a:gd name="connsiteX124" fmla="*/ 48578 w 123825"/>
                  <a:gd name="connsiteY124" fmla="*/ 65723 h 89535"/>
                  <a:gd name="connsiteX125" fmla="*/ 46672 w 123825"/>
                  <a:gd name="connsiteY125" fmla="*/ 65723 h 89535"/>
                  <a:gd name="connsiteX126" fmla="*/ 45720 w 123825"/>
                  <a:gd name="connsiteY126" fmla="*/ 66675 h 89535"/>
                  <a:gd name="connsiteX127" fmla="*/ 44767 w 123825"/>
                  <a:gd name="connsiteY127" fmla="*/ 67627 h 89535"/>
                  <a:gd name="connsiteX128" fmla="*/ 42863 w 123825"/>
                  <a:gd name="connsiteY128" fmla="*/ 68580 h 89535"/>
                  <a:gd name="connsiteX129" fmla="*/ 41910 w 123825"/>
                  <a:gd name="connsiteY129" fmla="*/ 68580 h 89535"/>
                  <a:gd name="connsiteX130" fmla="*/ 38100 w 123825"/>
                  <a:gd name="connsiteY130" fmla="*/ 68580 h 89535"/>
                  <a:gd name="connsiteX131" fmla="*/ 36195 w 123825"/>
                  <a:gd name="connsiteY131" fmla="*/ 69533 h 89535"/>
                  <a:gd name="connsiteX132" fmla="*/ 35242 w 123825"/>
                  <a:gd name="connsiteY132" fmla="*/ 70485 h 89535"/>
                  <a:gd name="connsiteX133" fmla="*/ 34290 w 123825"/>
                  <a:gd name="connsiteY133" fmla="*/ 72390 h 89535"/>
                  <a:gd name="connsiteX134" fmla="*/ 33338 w 123825"/>
                  <a:gd name="connsiteY134" fmla="*/ 73342 h 89535"/>
                  <a:gd name="connsiteX135" fmla="*/ 32385 w 123825"/>
                  <a:gd name="connsiteY135" fmla="*/ 73342 h 89535"/>
                  <a:gd name="connsiteX136" fmla="*/ 20955 w 123825"/>
                  <a:gd name="connsiteY136" fmla="*/ 73342 h 89535"/>
                  <a:gd name="connsiteX137" fmla="*/ 18097 w 123825"/>
                  <a:gd name="connsiteY137" fmla="*/ 73342 h 89535"/>
                  <a:gd name="connsiteX138" fmla="*/ 15240 w 123825"/>
                  <a:gd name="connsiteY138" fmla="*/ 75248 h 89535"/>
                  <a:gd name="connsiteX139" fmla="*/ 15240 w 123825"/>
                  <a:gd name="connsiteY139" fmla="*/ 80010 h 89535"/>
                  <a:gd name="connsiteX140" fmla="*/ 15240 w 123825"/>
                  <a:gd name="connsiteY140" fmla="*/ 82867 h 89535"/>
                  <a:gd name="connsiteX141" fmla="*/ 16192 w 123825"/>
                  <a:gd name="connsiteY141" fmla="*/ 84773 h 89535"/>
                  <a:gd name="connsiteX142" fmla="*/ 17145 w 123825"/>
                  <a:gd name="connsiteY142" fmla="*/ 84773 h 89535"/>
                  <a:gd name="connsiteX143" fmla="*/ 19050 w 123825"/>
                  <a:gd name="connsiteY143" fmla="*/ 83820 h 89535"/>
                  <a:gd name="connsiteX144" fmla="*/ 20003 w 123825"/>
                  <a:gd name="connsiteY144" fmla="*/ 82867 h 89535"/>
                  <a:gd name="connsiteX145" fmla="*/ 21907 w 123825"/>
                  <a:gd name="connsiteY145" fmla="*/ 84773 h 89535"/>
                  <a:gd name="connsiteX146" fmla="*/ 19050 w 123825"/>
                  <a:gd name="connsiteY146" fmla="*/ 84773 h 89535"/>
                  <a:gd name="connsiteX147" fmla="*/ 17145 w 123825"/>
                  <a:gd name="connsiteY147" fmla="*/ 85725 h 89535"/>
                  <a:gd name="connsiteX148" fmla="*/ 15240 w 123825"/>
                  <a:gd name="connsiteY148" fmla="*/ 87630 h 89535"/>
                  <a:gd name="connsiteX149" fmla="*/ 16192 w 123825"/>
                  <a:gd name="connsiteY149" fmla="*/ 89535 h 89535"/>
                  <a:gd name="connsiteX150" fmla="*/ 20003 w 123825"/>
                  <a:gd name="connsiteY150" fmla="*/ 89535 h 89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23825" h="89535">
                    <a:moveTo>
                      <a:pt x="25717" y="88583"/>
                    </a:moveTo>
                    <a:lnTo>
                      <a:pt x="36195" y="86677"/>
                    </a:lnTo>
                    <a:lnTo>
                      <a:pt x="40005" y="85725"/>
                    </a:lnTo>
                    <a:lnTo>
                      <a:pt x="43815" y="84773"/>
                    </a:lnTo>
                    <a:lnTo>
                      <a:pt x="51435" y="82867"/>
                    </a:lnTo>
                    <a:lnTo>
                      <a:pt x="60007" y="82867"/>
                    </a:lnTo>
                    <a:lnTo>
                      <a:pt x="76200" y="82867"/>
                    </a:lnTo>
                    <a:lnTo>
                      <a:pt x="83820" y="82867"/>
                    </a:lnTo>
                    <a:lnTo>
                      <a:pt x="86678" y="83820"/>
                    </a:lnTo>
                    <a:lnTo>
                      <a:pt x="90488" y="84773"/>
                    </a:lnTo>
                    <a:lnTo>
                      <a:pt x="89535" y="84773"/>
                    </a:lnTo>
                    <a:lnTo>
                      <a:pt x="90488" y="85725"/>
                    </a:lnTo>
                    <a:lnTo>
                      <a:pt x="90488" y="86677"/>
                    </a:lnTo>
                    <a:lnTo>
                      <a:pt x="91440" y="87630"/>
                    </a:lnTo>
                    <a:lnTo>
                      <a:pt x="91440" y="86677"/>
                    </a:lnTo>
                    <a:lnTo>
                      <a:pt x="92392" y="86677"/>
                    </a:lnTo>
                    <a:lnTo>
                      <a:pt x="93345" y="86677"/>
                    </a:lnTo>
                    <a:lnTo>
                      <a:pt x="94298" y="86677"/>
                    </a:lnTo>
                    <a:lnTo>
                      <a:pt x="100965" y="88583"/>
                    </a:lnTo>
                    <a:lnTo>
                      <a:pt x="103823" y="89535"/>
                    </a:lnTo>
                    <a:lnTo>
                      <a:pt x="107632" y="89535"/>
                    </a:lnTo>
                    <a:lnTo>
                      <a:pt x="115253" y="88583"/>
                    </a:lnTo>
                    <a:lnTo>
                      <a:pt x="120015" y="88583"/>
                    </a:lnTo>
                    <a:lnTo>
                      <a:pt x="123825" y="88583"/>
                    </a:lnTo>
                    <a:lnTo>
                      <a:pt x="122873" y="86677"/>
                    </a:lnTo>
                    <a:lnTo>
                      <a:pt x="122873" y="84773"/>
                    </a:lnTo>
                    <a:lnTo>
                      <a:pt x="122873" y="79058"/>
                    </a:lnTo>
                    <a:lnTo>
                      <a:pt x="122873" y="78105"/>
                    </a:lnTo>
                    <a:lnTo>
                      <a:pt x="120015" y="71438"/>
                    </a:lnTo>
                    <a:lnTo>
                      <a:pt x="119063" y="69533"/>
                    </a:lnTo>
                    <a:lnTo>
                      <a:pt x="118110" y="68580"/>
                    </a:lnTo>
                    <a:lnTo>
                      <a:pt x="117157" y="68580"/>
                    </a:lnTo>
                    <a:lnTo>
                      <a:pt x="116205" y="68580"/>
                    </a:lnTo>
                    <a:lnTo>
                      <a:pt x="115253" y="69533"/>
                    </a:lnTo>
                    <a:lnTo>
                      <a:pt x="114300" y="69533"/>
                    </a:lnTo>
                    <a:lnTo>
                      <a:pt x="114300" y="68580"/>
                    </a:lnTo>
                    <a:lnTo>
                      <a:pt x="113348" y="67627"/>
                    </a:lnTo>
                    <a:lnTo>
                      <a:pt x="112395" y="66675"/>
                    </a:lnTo>
                    <a:lnTo>
                      <a:pt x="111442" y="64770"/>
                    </a:lnTo>
                    <a:lnTo>
                      <a:pt x="111442" y="60960"/>
                    </a:lnTo>
                    <a:lnTo>
                      <a:pt x="111442" y="60008"/>
                    </a:lnTo>
                    <a:lnTo>
                      <a:pt x="112395" y="59055"/>
                    </a:lnTo>
                    <a:lnTo>
                      <a:pt x="112395" y="58102"/>
                    </a:lnTo>
                    <a:lnTo>
                      <a:pt x="112395" y="58102"/>
                    </a:lnTo>
                    <a:lnTo>
                      <a:pt x="111442" y="56198"/>
                    </a:lnTo>
                    <a:lnTo>
                      <a:pt x="111442" y="56198"/>
                    </a:lnTo>
                    <a:lnTo>
                      <a:pt x="110490" y="53340"/>
                    </a:lnTo>
                    <a:lnTo>
                      <a:pt x="109538" y="51435"/>
                    </a:lnTo>
                    <a:lnTo>
                      <a:pt x="108585" y="48577"/>
                    </a:lnTo>
                    <a:lnTo>
                      <a:pt x="107632" y="45720"/>
                    </a:lnTo>
                    <a:lnTo>
                      <a:pt x="107632" y="43815"/>
                    </a:lnTo>
                    <a:lnTo>
                      <a:pt x="106680" y="40958"/>
                    </a:lnTo>
                    <a:lnTo>
                      <a:pt x="105728" y="39052"/>
                    </a:lnTo>
                    <a:lnTo>
                      <a:pt x="102870" y="37148"/>
                    </a:lnTo>
                    <a:lnTo>
                      <a:pt x="100013" y="35243"/>
                    </a:lnTo>
                    <a:lnTo>
                      <a:pt x="98107" y="33338"/>
                    </a:lnTo>
                    <a:lnTo>
                      <a:pt x="95250" y="30480"/>
                    </a:lnTo>
                    <a:lnTo>
                      <a:pt x="91440" y="25718"/>
                    </a:lnTo>
                    <a:lnTo>
                      <a:pt x="90488" y="24765"/>
                    </a:lnTo>
                    <a:lnTo>
                      <a:pt x="87630" y="20955"/>
                    </a:lnTo>
                    <a:lnTo>
                      <a:pt x="85725" y="17145"/>
                    </a:lnTo>
                    <a:lnTo>
                      <a:pt x="82867" y="13335"/>
                    </a:lnTo>
                    <a:lnTo>
                      <a:pt x="80010" y="11430"/>
                    </a:lnTo>
                    <a:lnTo>
                      <a:pt x="78105" y="10477"/>
                    </a:lnTo>
                    <a:lnTo>
                      <a:pt x="76200" y="10477"/>
                    </a:lnTo>
                    <a:lnTo>
                      <a:pt x="74295" y="10477"/>
                    </a:lnTo>
                    <a:lnTo>
                      <a:pt x="72390" y="9525"/>
                    </a:lnTo>
                    <a:lnTo>
                      <a:pt x="69532" y="6668"/>
                    </a:lnTo>
                    <a:lnTo>
                      <a:pt x="67628" y="3810"/>
                    </a:lnTo>
                    <a:lnTo>
                      <a:pt x="64770" y="1905"/>
                    </a:lnTo>
                    <a:lnTo>
                      <a:pt x="60960" y="952"/>
                    </a:lnTo>
                    <a:lnTo>
                      <a:pt x="55245" y="0"/>
                    </a:lnTo>
                    <a:lnTo>
                      <a:pt x="50482" y="0"/>
                    </a:lnTo>
                    <a:lnTo>
                      <a:pt x="34290" y="3810"/>
                    </a:lnTo>
                    <a:lnTo>
                      <a:pt x="32385" y="3810"/>
                    </a:lnTo>
                    <a:lnTo>
                      <a:pt x="30480" y="3810"/>
                    </a:lnTo>
                    <a:lnTo>
                      <a:pt x="29528" y="2857"/>
                    </a:lnTo>
                    <a:lnTo>
                      <a:pt x="27622" y="2857"/>
                    </a:lnTo>
                    <a:lnTo>
                      <a:pt x="26670" y="2857"/>
                    </a:lnTo>
                    <a:lnTo>
                      <a:pt x="23813" y="5715"/>
                    </a:lnTo>
                    <a:lnTo>
                      <a:pt x="21907" y="9525"/>
                    </a:lnTo>
                    <a:lnTo>
                      <a:pt x="20003" y="17145"/>
                    </a:lnTo>
                    <a:lnTo>
                      <a:pt x="17145" y="24765"/>
                    </a:lnTo>
                    <a:lnTo>
                      <a:pt x="12382" y="31432"/>
                    </a:lnTo>
                    <a:lnTo>
                      <a:pt x="6667" y="37148"/>
                    </a:lnTo>
                    <a:lnTo>
                      <a:pt x="0" y="40005"/>
                    </a:lnTo>
                    <a:lnTo>
                      <a:pt x="0" y="40958"/>
                    </a:lnTo>
                    <a:lnTo>
                      <a:pt x="953" y="40958"/>
                    </a:lnTo>
                    <a:lnTo>
                      <a:pt x="953" y="41910"/>
                    </a:lnTo>
                    <a:lnTo>
                      <a:pt x="1905" y="41910"/>
                    </a:lnTo>
                    <a:lnTo>
                      <a:pt x="4763" y="40958"/>
                    </a:lnTo>
                    <a:lnTo>
                      <a:pt x="9525" y="45720"/>
                    </a:lnTo>
                    <a:lnTo>
                      <a:pt x="13335" y="51435"/>
                    </a:lnTo>
                    <a:lnTo>
                      <a:pt x="15240" y="55245"/>
                    </a:lnTo>
                    <a:lnTo>
                      <a:pt x="18097" y="55245"/>
                    </a:lnTo>
                    <a:lnTo>
                      <a:pt x="18097" y="55245"/>
                    </a:lnTo>
                    <a:lnTo>
                      <a:pt x="16192" y="57150"/>
                    </a:lnTo>
                    <a:lnTo>
                      <a:pt x="16192" y="59055"/>
                    </a:lnTo>
                    <a:lnTo>
                      <a:pt x="18097" y="61913"/>
                    </a:lnTo>
                    <a:lnTo>
                      <a:pt x="20003" y="64770"/>
                    </a:lnTo>
                    <a:lnTo>
                      <a:pt x="32385" y="64770"/>
                    </a:lnTo>
                    <a:lnTo>
                      <a:pt x="37147" y="63817"/>
                    </a:lnTo>
                    <a:lnTo>
                      <a:pt x="38100" y="63817"/>
                    </a:lnTo>
                    <a:lnTo>
                      <a:pt x="40005" y="64770"/>
                    </a:lnTo>
                    <a:lnTo>
                      <a:pt x="40005" y="64770"/>
                    </a:lnTo>
                    <a:lnTo>
                      <a:pt x="40957" y="63817"/>
                    </a:lnTo>
                    <a:lnTo>
                      <a:pt x="41910" y="61913"/>
                    </a:lnTo>
                    <a:lnTo>
                      <a:pt x="42863" y="60960"/>
                    </a:lnTo>
                    <a:lnTo>
                      <a:pt x="43815" y="60960"/>
                    </a:lnTo>
                    <a:lnTo>
                      <a:pt x="45720" y="60008"/>
                    </a:lnTo>
                    <a:lnTo>
                      <a:pt x="48578" y="60008"/>
                    </a:lnTo>
                    <a:lnTo>
                      <a:pt x="50482" y="60008"/>
                    </a:lnTo>
                    <a:lnTo>
                      <a:pt x="53340" y="60960"/>
                    </a:lnTo>
                    <a:lnTo>
                      <a:pt x="60960" y="64770"/>
                    </a:lnTo>
                    <a:lnTo>
                      <a:pt x="63817" y="65723"/>
                    </a:lnTo>
                    <a:lnTo>
                      <a:pt x="68580" y="64770"/>
                    </a:lnTo>
                    <a:lnTo>
                      <a:pt x="71438" y="64770"/>
                    </a:lnTo>
                    <a:lnTo>
                      <a:pt x="74295" y="67627"/>
                    </a:lnTo>
                    <a:lnTo>
                      <a:pt x="73342" y="69533"/>
                    </a:lnTo>
                    <a:lnTo>
                      <a:pt x="70485" y="70485"/>
                    </a:lnTo>
                    <a:lnTo>
                      <a:pt x="66675" y="71438"/>
                    </a:lnTo>
                    <a:lnTo>
                      <a:pt x="63817" y="71438"/>
                    </a:lnTo>
                    <a:lnTo>
                      <a:pt x="60960" y="70485"/>
                    </a:lnTo>
                    <a:lnTo>
                      <a:pt x="50482" y="65723"/>
                    </a:lnTo>
                    <a:lnTo>
                      <a:pt x="48578" y="65723"/>
                    </a:lnTo>
                    <a:lnTo>
                      <a:pt x="46672" y="65723"/>
                    </a:lnTo>
                    <a:lnTo>
                      <a:pt x="45720" y="66675"/>
                    </a:lnTo>
                    <a:lnTo>
                      <a:pt x="44767" y="67627"/>
                    </a:lnTo>
                    <a:lnTo>
                      <a:pt x="42863" y="68580"/>
                    </a:lnTo>
                    <a:lnTo>
                      <a:pt x="41910" y="68580"/>
                    </a:lnTo>
                    <a:lnTo>
                      <a:pt x="38100" y="68580"/>
                    </a:lnTo>
                    <a:lnTo>
                      <a:pt x="36195" y="69533"/>
                    </a:lnTo>
                    <a:lnTo>
                      <a:pt x="35242" y="70485"/>
                    </a:lnTo>
                    <a:lnTo>
                      <a:pt x="34290" y="72390"/>
                    </a:lnTo>
                    <a:lnTo>
                      <a:pt x="33338" y="73342"/>
                    </a:lnTo>
                    <a:lnTo>
                      <a:pt x="32385" y="73342"/>
                    </a:lnTo>
                    <a:lnTo>
                      <a:pt x="20955" y="73342"/>
                    </a:lnTo>
                    <a:lnTo>
                      <a:pt x="18097" y="73342"/>
                    </a:lnTo>
                    <a:lnTo>
                      <a:pt x="15240" y="75248"/>
                    </a:lnTo>
                    <a:lnTo>
                      <a:pt x="15240" y="80010"/>
                    </a:lnTo>
                    <a:lnTo>
                      <a:pt x="15240" y="82867"/>
                    </a:lnTo>
                    <a:lnTo>
                      <a:pt x="16192" y="84773"/>
                    </a:lnTo>
                    <a:lnTo>
                      <a:pt x="17145" y="84773"/>
                    </a:lnTo>
                    <a:lnTo>
                      <a:pt x="19050" y="83820"/>
                    </a:lnTo>
                    <a:lnTo>
                      <a:pt x="20003" y="82867"/>
                    </a:lnTo>
                    <a:lnTo>
                      <a:pt x="21907" y="84773"/>
                    </a:lnTo>
                    <a:lnTo>
                      <a:pt x="19050" y="84773"/>
                    </a:lnTo>
                    <a:lnTo>
                      <a:pt x="17145" y="85725"/>
                    </a:lnTo>
                    <a:lnTo>
                      <a:pt x="15240" y="87630"/>
                    </a:lnTo>
                    <a:lnTo>
                      <a:pt x="16192" y="89535"/>
                    </a:lnTo>
                    <a:lnTo>
                      <a:pt x="20003" y="8953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36" name="Freeform: Shape 116">
                <a:extLst>
                  <a:ext uri="{FF2B5EF4-FFF2-40B4-BE49-F238E27FC236}">
                    <a16:creationId xmlns:a16="http://schemas.microsoft.com/office/drawing/2014/main" id="{A8AA6489-F78B-20DE-2DBD-9E4F8CD0446F}"/>
                  </a:ext>
                </a:extLst>
              </p:cNvPr>
              <p:cNvSpPr/>
              <p:nvPr/>
            </p:nvSpPr>
            <p:spPr>
              <a:xfrm>
                <a:off x="5485456" y="3977920"/>
                <a:ext cx="65360" cy="18095"/>
              </a:xfrm>
              <a:custGeom>
                <a:avLst/>
                <a:gdLst>
                  <a:gd name="connsiteX0" fmla="*/ 5715 w 59054"/>
                  <a:gd name="connsiteY0" fmla="*/ 13335 h 15239"/>
                  <a:gd name="connsiteX1" fmla="*/ 17145 w 59054"/>
                  <a:gd name="connsiteY1" fmla="*/ 13335 h 15239"/>
                  <a:gd name="connsiteX2" fmla="*/ 18097 w 59054"/>
                  <a:gd name="connsiteY2" fmla="*/ 13335 h 15239"/>
                  <a:gd name="connsiteX3" fmla="*/ 19050 w 59054"/>
                  <a:gd name="connsiteY3" fmla="*/ 12382 h 15239"/>
                  <a:gd name="connsiteX4" fmla="*/ 20002 w 59054"/>
                  <a:gd name="connsiteY4" fmla="*/ 10477 h 15239"/>
                  <a:gd name="connsiteX5" fmla="*/ 20955 w 59054"/>
                  <a:gd name="connsiteY5" fmla="*/ 9525 h 15239"/>
                  <a:gd name="connsiteX6" fmla="*/ 22860 w 59054"/>
                  <a:gd name="connsiteY6" fmla="*/ 8572 h 15239"/>
                  <a:gd name="connsiteX7" fmla="*/ 26670 w 59054"/>
                  <a:gd name="connsiteY7" fmla="*/ 8572 h 15239"/>
                  <a:gd name="connsiteX8" fmla="*/ 27622 w 59054"/>
                  <a:gd name="connsiteY8" fmla="*/ 8572 h 15239"/>
                  <a:gd name="connsiteX9" fmla="*/ 29527 w 59054"/>
                  <a:gd name="connsiteY9" fmla="*/ 7620 h 15239"/>
                  <a:gd name="connsiteX10" fmla="*/ 30480 w 59054"/>
                  <a:gd name="connsiteY10" fmla="*/ 6667 h 15239"/>
                  <a:gd name="connsiteX11" fmla="*/ 31432 w 59054"/>
                  <a:gd name="connsiteY11" fmla="*/ 5715 h 15239"/>
                  <a:gd name="connsiteX12" fmla="*/ 33338 w 59054"/>
                  <a:gd name="connsiteY12" fmla="*/ 5715 h 15239"/>
                  <a:gd name="connsiteX13" fmla="*/ 35242 w 59054"/>
                  <a:gd name="connsiteY13" fmla="*/ 5715 h 15239"/>
                  <a:gd name="connsiteX14" fmla="*/ 45720 w 59054"/>
                  <a:gd name="connsiteY14" fmla="*/ 10477 h 15239"/>
                  <a:gd name="connsiteX15" fmla="*/ 48577 w 59054"/>
                  <a:gd name="connsiteY15" fmla="*/ 11430 h 15239"/>
                  <a:gd name="connsiteX16" fmla="*/ 51435 w 59054"/>
                  <a:gd name="connsiteY16" fmla="*/ 11430 h 15239"/>
                  <a:gd name="connsiteX17" fmla="*/ 55245 w 59054"/>
                  <a:gd name="connsiteY17" fmla="*/ 10477 h 15239"/>
                  <a:gd name="connsiteX18" fmla="*/ 58102 w 59054"/>
                  <a:gd name="connsiteY18" fmla="*/ 9525 h 15239"/>
                  <a:gd name="connsiteX19" fmla="*/ 59055 w 59054"/>
                  <a:gd name="connsiteY19" fmla="*/ 7620 h 15239"/>
                  <a:gd name="connsiteX20" fmla="*/ 56197 w 59054"/>
                  <a:gd name="connsiteY20" fmla="*/ 4763 h 15239"/>
                  <a:gd name="connsiteX21" fmla="*/ 53340 w 59054"/>
                  <a:gd name="connsiteY21" fmla="*/ 4763 h 15239"/>
                  <a:gd name="connsiteX22" fmla="*/ 48577 w 59054"/>
                  <a:gd name="connsiteY22" fmla="*/ 5715 h 15239"/>
                  <a:gd name="connsiteX23" fmla="*/ 45720 w 59054"/>
                  <a:gd name="connsiteY23" fmla="*/ 4763 h 15239"/>
                  <a:gd name="connsiteX24" fmla="*/ 38100 w 59054"/>
                  <a:gd name="connsiteY24" fmla="*/ 952 h 15239"/>
                  <a:gd name="connsiteX25" fmla="*/ 35242 w 59054"/>
                  <a:gd name="connsiteY25" fmla="*/ 0 h 15239"/>
                  <a:gd name="connsiteX26" fmla="*/ 33338 w 59054"/>
                  <a:gd name="connsiteY26" fmla="*/ 0 h 15239"/>
                  <a:gd name="connsiteX27" fmla="*/ 30480 w 59054"/>
                  <a:gd name="connsiteY27" fmla="*/ 0 h 15239"/>
                  <a:gd name="connsiteX28" fmla="*/ 28575 w 59054"/>
                  <a:gd name="connsiteY28" fmla="*/ 952 h 15239"/>
                  <a:gd name="connsiteX29" fmla="*/ 27622 w 59054"/>
                  <a:gd name="connsiteY29" fmla="*/ 952 h 15239"/>
                  <a:gd name="connsiteX30" fmla="*/ 26670 w 59054"/>
                  <a:gd name="connsiteY30" fmla="*/ 1905 h 15239"/>
                  <a:gd name="connsiteX31" fmla="*/ 25717 w 59054"/>
                  <a:gd name="connsiteY31" fmla="*/ 3810 h 15239"/>
                  <a:gd name="connsiteX32" fmla="*/ 24765 w 59054"/>
                  <a:gd name="connsiteY32" fmla="*/ 4763 h 15239"/>
                  <a:gd name="connsiteX33" fmla="*/ 24765 w 59054"/>
                  <a:gd name="connsiteY33" fmla="*/ 4763 h 15239"/>
                  <a:gd name="connsiteX34" fmla="*/ 22860 w 59054"/>
                  <a:gd name="connsiteY34" fmla="*/ 3810 h 15239"/>
                  <a:gd name="connsiteX35" fmla="*/ 21907 w 59054"/>
                  <a:gd name="connsiteY35" fmla="*/ 3810 h 15239"/>
                  <a:gd name="connsiteX36" fmla="*/ 17145 w 59054"/>
                  <a:gd name="connsiteY36" fmla="*/ 4763 h 15239"/>
                  <a:gd name="connsiteX37" fmla="*/ 4763 w 59054"/>
                  <a:gd name="connsiteY37" fmla="*/ 4763 h 15239"/>
                  <a:gd name="connsiteX38" fmla="*/ 7620 w 59054"/>
                  <a:gd name="connsiteY38" fmla="*/ 9525 h 15239"/>
                  <a:gd name="connsiteX39" fmla="*/ 13335 w 59054"/>
                  <a:gd name="connsiteY39" fmla="*/ 7620 h 15239"/>
                  <a:gd name="connsiteX40" fmla="*/ 23813 w 59054"/>
                  <a:gd name="connsiteY40" fmla="*/ 5715 h 15239"/>
                  <a:gd name="connsiteX41" fmla="*/ 27622 w 59054"/>
                  <a:gd name="connsiteY41" fmla="*/ 6667 h 15239"/>
                  <a:gd name="connsiteX42" fmla="*/ 18097 w 59054"/>
                  <a:gd name="connsiteY42" fmla="*/ 7620 h 15239"/>
                  <a:gd name="connsiteX43" fmla="*/ 13335 w 59054"/>
                  <a:gd name="connsiteY43" fmla="*/ 8572 h 15239"/>
                  <a:gd name="connsiteX44" fmla="*/ 12382 w 59054"/>
                  <a:gd name="connsiteY44" fmla="*/ 10477 h 15239"/>
                  <a:gd name="connsiteX45" fmla="*/ 10477 w 59054"/>
                  <a:gd name="connsiteY45" fmla="*/ 10477 h 15239"/>
                  <a:gd name="connsiteX46" fmla="*/ 7620 w 59054"/>
                  <a:gd name="connsiteY46" fmla="*/ 10477 h 15239"/>
                  <a:gd name="connsiteX47" fmla="*/ 6667 w 59054"/>
                  <a:gd name="connsiteY47" fmla="*/ 10477 h 15239"/>
                  <a:gd name="connsiteX48" fmla="*/ 5715 w 59054"/>
                  <a:gd name="connsiteY48" fmla="*/ 10477 h 15239"/>
                  <a:gd name="connsiteX49" fmla="*/ 4763 w 59054"/>
                  <a:gd name="connsiteY49" fmla="*/ 8572 h 15239"/>
                  <a:gd name="connsiteX50" fmla="*/ 3810 w 59054"/>
                  <a:gd name="connsiteY50" fmla="*/ 7620 h 15239"/>
                  <a:gd name="connsiteX51" fmla="*/ 2857 w 59054"/>
                  <a:gd name="connsiteY51" fmla="*/ 7620 h 15239"/>
                  <a:gd name="connsiteX52" fmla="*/ 952 w 59054"/>
                  <a:gd name="connsiteY52" fmla="*/ 7620 h 15239"/>
                  <a:gd name="connsiteX53" fmla="*/ 0 w 59054"/>
                  <a:gd name="connsiteY53" fmla="*/ 9525 h 15239"/>
                  <a:gd name="connsiteX54" fmla="*/ 0 w 59054"/>
                  <a:gd name="connsiteY54" fmla="*/ 15240 h 15239"/>
                  <a:gd name="connsiteX55" fmla="*/ 2857 w 59054"/>
                  <a:gd name="connsiteY55" fmla="*/ 13335 h 1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054" h="15239">
                    <a:moveTo>
                      <a:pt x="5715" y="13335"/>
                    </a:moveTo>
                    <a:lnTo>
                      <a:pt x="17145" y="13335"/>
                    </a:lnTo>
                    <a:lnTo>
                      <a:pt x="18097" y="13335"/>
                    </a:lnTo>
                    <a:lnTo>
                      <a:pt x="19050" y="12382"/>
                    </a:lnTo>
                    <a:lnTo>
                      <a:pt x="20002" y="10477"/>
                    </a:lnTo>
                    <a:lnTo>
                      <a:pt x="20955" y="9525"/>
                    </a:lnTo>
                    <a:lnTo>
                      <a:pt x="22860" y="8572"/>
                    </a:lnTo>
                    <a:lnTo>
                      <a:pt x="26670" y="8572"/>
                    </a:lnTo>
                    <a:lnTo>
                      <a:pt x="27622" y="8572"/>
                    </a:lnTo>
                    <a:lnTo>
                      <a:pt x="29527" y="7620"/>
                    </a:lnTo>
                    <a:lnTo>
                      <a:pt x="30480" y="6667"/>
                    </a:lnTo>
                    <a:lnTo>
                      <a:pt x="31432" y="5715"/>
                    </a:lnTo>
                    <a:lnTo>
                      <a:pt x="33338" y="5715"/>
                    </a:lnTo>
                    <a:lnTo>
                      <a:pt x="35242" y="5715"/>
                    </a:lnTo>
                    <a:lnTo>
                      <a:pt x="45720" y="10477"/>
                    </a:lnTo>
                    <a:lnTo>
                      <a:pt x="48577" y="11430"/>
                    </a:lnTo>
                    <a:lnTo>
                      <a:pt x="51435" y="11430"/>
                    </a:lnTo>
                    <a:lnTo>
                      <a:pt x="55245" y="10477"/>
                    </a:lnTo>
                    <a:lnTo>
                      <a:pt x="58102" y="9525"/>
                    </a:lnTo>
                    <a:lnTo>
                      <a:pt x="59055" y="7620"/>
                    </a:lnTo>
                    <a:lnTo>
                      <a:pt x="56197" y="4763"/>
                    </a:lnTo>
                    <a:lnTo>
                      <a:pt x="53340" y="4763"/>
                    </a:lnTo>
                    <a:lnTo>
                      <a:pt x="48577" y="5715"/>
                    </a:lnTo>
                    <a:lnTo>
                      <a:pt x="45720" y="4763"/>
                    </a:lnTo>
                    <a:lnTo>
                      <a:pt x="38100" y="952"/>
                    </a:lnTo>
                    <a:lnTo>
                      <a:pt x="35242" y="0"/>
                    </a:lnTo>
                    <a:lnTo>
                      <a:pt x="33338" y="0"/>
                    </a:lnTo>
                    <a:lnTo>
                      <a:pt x="30480" y="0"/>
                    </a:lnTo>
                    <a:lnTo>
                      <a:pt x="28575" y="952"/>
                    </a:lnTo>
                    <a:lnTo>
                      <a:pt x="27622" y="952"/>
                    </a:lnTo>
                    <a:lnTo>
                      <a:pt x="26670" y="1905"/>
                    </a:lnTo>
                    <a:lnTo>
                      <a:pt x="25717" y="3810"/>
                    </a:lnTo>
                    <a:lnTo>
                      <a:pt x="24765" y="4763"/>
                    </a:lnTo>
                    <a:lnTo>
                      <a:pt x="24765" y="4763"/>
                    </a:lnTo>
                    <a:lnTo>
                      <a:pt x="22860" y="3810"/>
                    </a:lnTo>
                    <a:lnTo>
                      <a:pt x="21907" y="3810"/>
                    </a:lnTo>
                    <a:lnTo>
                      <a:pt x="17145" y="4763"/>
                    </a:lnTo>
                    <a:lnTo>
                      <a:pt x="4763" y="4763"/>
                    </a:lnTo>
                    <a:lnTo>
                      <a:pt x="7620" y="9525"/>
                    </a:lnTo>
                    <a:lnTo>
                      <a:pt x="13335" y="7620"/>
                    </a:lnTo>
                    <a:lnTo>
                      <a:pt x="23813" y="5715"/>
                    </a:lnTo>
                    <a:lnTo>
                      <a:pt x="27622" y="6667"/>
                    </a:lnTo>
                    <a:lnTo>
                      <a:pt x="18097" y="7620"/>
                    </a:lnTo>
                    <a:lnTo>
                      <a:pt x="13335" y="8572"/>
                    </a:lnTo>
                    <a:lnTo>
                      <a:pt x="12382" y="10477"/>
                    </a:lnTo>
                    <a:lnTo>
                      <a:pt x="10477" y="10477"/>
                    </a:lnTo>
                    <a:lnTo>
                      <a:pt x="7620" y="10477"/>
                    </a:lnTo>
                    <a:lnTo>
                      <a:pt x="6667" y="10477"/>
                    </a:lnTo>
                    <a:lnTo>
                      <a:pt x="5715" y="10477"/>
                    </a:lnTo>
                    <a:lnTo>
                      <a:pt x="4763" y="8572"/>
                    </a:lnTo>
                    <a:lnTo>
                      <a:pt x="3810" y="7620"/>
                    </a:lnTo>
                    <a:lnTo>
                      <a:pt x="2857" y="7620"/>
                    </a:lnTo>
                    <a:lnTo>
                      <a:pt x="952" y="7620"/>
                    </a:lnTo>
                    <a:lnTo>
                      <a:pt x="0" y="9525"/>
                    </a:lnTo>
                    <a:lnTo>
                      <a:pt x="0" y="15240"/>
                    </a:lnTo>
                    <a:lnTo>
                      <a:pt x="2857" y="1333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37" name="Freeform: Shape 117">
                <a:extLst>
                  <a:ext uri="{FF2B5EF4-FFF2-40B4-BE49-F238E27FC236}">
                    <a16:creationId xmlns:a16="http://schemas.microsoft.com/office/drawing/2014/main" id="{FB45DB89-9A01-18FB-58DA-DE63B9407A40}"/>
                  </a:ext>
                </a:extLst>
              </p:cNvPr>
              <p:cNvSpPr/>
              <p:nvPr/>
            </p:nvSpPr>
            <p:spPr>
              <a:xfrm>
                <a:off x="6049463" y="3994886"/>
                <a:ext cx="169729" cy="274833"/>
              </a:xfrm>
              <a:custGeom>
                <a:avLst/>
                <a:gdLst>
                  <a:gd name="connsiteX0" fmla="*/ 28575 w 153352"/>
                  <a:gd name="connsiteY0" fmla="*/ 221932 h 231457"/>
                  <a:gd name="connsiteX1" fmla="*/ 55245 w 153352"/>
                  <a:gd name="connsiteY1" fmla="*/ 221932 h 231457"/>
                  <a:gd name="connsiteX2" fmla="*/ 55245 w 153352"/>
                  <a:gd name="connsiteY2" fmla="*/ 221932 h 231457"/>
                  <a:gd name="connsiteX3" fmla="*/ 56198 w 153352"/>
                  <a:gd name="connsiteY3" fmla="*/ 220027 h 231457"/>
                  <a:gd name="connsiteX4" fmla="*/ 56198 w 153352"/>
                  <a:gd name="connsiteY4" fmla="*/ 220027 h 231457"/>
                  <a:gd name="connsiteX5" fmla="*/ 77153 w 153352"/>
                  <a:gd name="connsiteY5" fmla="*/ 219075 h 231457"/>
                  <a:gd name="connsiteX6" fmla="*/ 89535 w 153352"/>
                  <a:gd name="connsiteY6" fmla="*/ 220027 h 231457"/>
                  <a:gd name="connsiteX7" fmla="*/ 95250 w 153352"/>
                  <a:gd name="connsiteY7" fmla="*/ 221932 h 231457"/>
                  <a:gd name="connsiteX8" fmla="*/ 119063 w 153352"/>
                  <a:gd name="connsiteY8" fmla="*/ 222885 h 231457"/>
                  <a:gd name="connsiteX9" fmla="*/ 121920 w 153352"/>
                  <a:gd name="connsiteY9" fmla="*/ 222885 h 231457"/>
                  <a:gd name="connsiteX10" fmla="*/ 123825 w 153352"/>
                  <a:gd name="connsiteY10" fmla="*/ 223838 h 231457"/>
                  <a:gd name="connsiteX11" fmla="*/ 127635 w 153352"/>
                  <a:gd name="connsiteY11" fmla="*/ 224790 h 231457"/>
                  <a:gd name="connsiteX12" fmla="*/ 140018 w 153352"/>
                  <a:gd name="connsiteY12" fmla="*/ 226695 h 231457"/>
                  <a:gd name="connsiteX13" fmla="*/ 142875 w 153352"/>
                  <a:gd name="connsiteY13" fmla="*/ 227647 h 231457"/>
                  <a:gd name="connsiteX14" fmla="*/ 147638 w 153352"/>
                  <a:gd name="connsiteY14" fmla="*/ 230505 h 231457"/>
                  <a:gd name="connsiteX15" fmla="*/ 149543 w 153352"/>
                  <a:gd name="connsiteY15" fmla="*/ 231457 h 231457"/>
                  <a:gd name="connsiteX16" fmla="*/ 151448 w 153352"/>
                  <a:gd name="connsiteY16" fmla="*/ 231457 h 231457"/>
                  <a:gd name="connsiteX17" fmla="*/ 152400 w 153352"/>
                  <a:gd name="connsiteY17" fmla="*/ 230505 h 231457"/>
                  <a:gd name="connsiteX18" fmla="*/ 151448 w 153352"/>
                  <a:gd name="connsiteY18" fmla="*/ 229552 h 231457"/>
                  <a:gd name="connsiteX19" fmla="*/ 151448 w 153352"/>
                  <a:gd name="connsiteY19" fmla="*/ 227647 h 231457"/>
                  <a:gd name="connsiteX20" fmla="*/ 151448 w 153352"/>
                  <a:gd name="connsiteY20" fmla="*/ 224790 h 231457"/>
                  <a:gd name="connsiteX21" fmla="*/ 151448 w 153352"/>
                  <a:gd name="connsiteY21" fmla="*/ 223838 h 231457"/>
                  <a:gd name="connsiteX22" fmla="*/ 152400 w 153352"/>
                  <a:gd name="connsiteY22" fmla="*/ 221932 h 231457"/>
                  <a:gd name="connsiteX23" fmla="*/ 153353 w 153352"/>
                  <a:gd name="connsiteY23" fmla="*/ 220027 h 231457"/>
                  <a:gd name="connsiteX24" fmla="*/ 151448 w 153352"/>
                  <a:gd name="connsiteY24" fmla="*/ 215265 h 231457"/>
                  <a:gd name="connsiteX25" fmla="*/ 150495 w 153352"/>
                  <a:gd name="connsiteY25" fmla="*/ 211455 h 231457"/>
                  <a:gd name="connsiteX26" fmla="*/ 149543 w 153352"/>
                  <a:gd name="connsiteY26" fmla="*/ 207645 h 231457"/>
                  <a:gd name="connsiteX27" fmla="*/ 146685 w 153352"/>
                  <a:gd name="connsiteY27" fmla="*/ 203835 h 231457"/>
                  <a:gd name="connsiteX28" fmla="*/ 137160 w 153352"/>
                  <a:gd name="connsiteY28" fmla="*/ 195263 h 231457"/>
                  <a:gd name="connsiteX29" fmla="*/ 133350 w 153352"/>
                  <a:gd name="connsiteY29" fmla="*/ 190500 h 231457"/>
                  <a:gd name="connsiteX30" fmla="*/ 130493 w 153352"/>
                  <a:gd name="connsiteY30" fmla="*/ 184785 h 231457"/>
                  <a:gd name="connsiteX31" fmla="*/ 132398 w 153352"/>
                  <a:gd name="connsiteY31" fmla="*/ 183832 h 231457"/>
                  <a:gd name="connsiteX32" fmla="*/ 131445 w 153352"/>
                  <a:gd name="connsiteY32" fmla="*/ 181927 h 231457"/>
                  <a:gd name="connsiteX33" fmla="*/ 130493 w 153352"/>
                  <a:gd name="connsiteY33" fmla="*/ 179070 h 231457"/>
                  <a:gd name="connsiteX34" fmla="*/ 129540 w 153352"/>
                  <a:gd name="connsiteY34" fmla="*/ 177165 h 231457"/>
                  <a:gd name="connsiteX35" fmla="*/ 124778 w 153352"/>
                  <a:gd name="connsiteY35" fmla="*/ 173355 h 231457"/>
                  <a:gd name="connsiteX36" fmla="*/ 123825 w 153352"/>
                  <a:gd name="connsiteY36" fmla="*/ 170497 h 231457"/>
                  <a:gd name="connsiteX37" fmla="*/ 120968 w 153352"/>
                  <a:gd name="connsiteY37" fmla="*/ 157163 h 231457"/>
                  <a:gd name="connsiteX38" fmla="*/ 120968 w 153352"/>
                  <a:gd name="connsiteY38" fmla="*/ 154305 h 231457"/>
                  <a:gd name="connsiteX39" fmla="*/ 120968 w 153352"/>
                  <a:gd name="connsiteY39" fmla="*/ 152400 h 231457"/>
                  <a:gd name="connsiteX40" fmla="*/ 121920 w 153352"/>
                  <a:gd name="connsiteY40" fmla="*/ 149542 h 231457"/>
                  <a:gd name="connsiteX41" fmla="*/ 120968 w 153352"/>
                  <a:gd name="connsiteY41" fmla="*/ 146685 h 231457"/>
                  <a:gd name="connsiteX42" fmla="*/ 120015 w 153352"/>
                  <a:gd name="connsiteY42" fmla="*/ 145732 h 231457"/>
                  <a:gd name="connsiteX43" fmla="*/ 119063 w 153352"/>
                  <a:gd name="connsiteY43" fmla="*/ 144780 h 231457"/>
                  <a:gd name="connsiteX44" fmla="*/ 118110 w 153352"/>
                  <a:gd name="connsiteY44" fmla="*/ 143827 h 231457"/>
                  <a:gd name="connsiteX45" fmla="*/ 120015 w 153352"/>
                  <a:gd name="connsiteY45" fmla="*/ 141922 h 231457"/>
                  <a:gd name="connsiteX46" fmla="*/ 120968 w 153352"/>
                  <a:gd name="connsiteY46" fmla="*/ 140970 h 231457"/>
                  <a:gd name="connsiteX47" fmla="*/ 122873 w 153352"/>
                  <a:gd name="connsiteY47" fmla="*/ 140017 h 231457"/>
                  <a:gd name="connsiteX48" fmla="*/ 123825 w 153352"/>
                  <a:gd name="connsiteY48" fmla="*/ 139065 h 231457"/>
                  <a:gd name="connsiteX49" fmla="*/ 124778 w 153352"/>
                  <a:gd name="connsiteY49" fmla="*/ 138113 h 231457"/>
                  <a:gd name="connsiteX50" fmla="*/ 125730 w 153352"/>
                  <a:gd name="connsiteY50" fmla="*/ 135255 h 231457"/>
                  <a:gd name="connsiteX51" fmla="*/ 133350 w 153352"/>
                  <a:gd name="connsiteY51" fmla="*/ 121920 h 231457"/>
                  <a:gd name="connsiteX52" fmla="*/ 137160 w 153352"/>
                  <a:gd name="connsiteY52" fmla="*/ 117157 h 231457"/>
                  <a:gd name="connsiteX53" fmla="*/ 139065 w 153352"/>
                  <a:gd name="connsiteY53" fmla="*/ 114300 h 231457"/>
                  <a:gd name="connsiteX54" fmla="*/ 140018 w 153352"/>
                  <a:gd name="connsiteY54" fmla="*/ 109538 h 231457"/>
                  <a:gd name="connsiteX55" fmla="*/ 138113 w 153352"/>
                  <a:gd name="connsiteY55" fmla="*/ 104775 h 231457"/>
                  <a:gd name="connsiteX56" fmla="*/ 135255 w 153352"/>
                  <a:gd name="connsiteY56" fmla="*/ 99060 h 231457"/>
                  <a:gd name="connsiteX57" fmla="*/ 132398 w 153352"/>
                  <a:gd name="connsiteY57" fmla="*/ 95250 h 231457"/>
                  <a:gd name="connsiteX58" fmla="*/ 129540 w 153352"/>
                  <a:gd name="connsiteY58" fmla="*/ 90488 h 231457"/>
                  <a:gd name="connsiteX59" fmla="*/ 120015 w 153352"/>
                  <a:gd name="connsiteY59" fmla="*/ 83820 h 231457"/>
                  <a:gd name="connsiteX60" fmla="*/ 116205 w 153352"/>
                  <a:gd name="connsiteY60" fmla="*/ 80010 h 231457"/>
                  <a:gd name="connsiteX61" fmla="*/ 112395 w 153352"/>
                  <a:gd name="connsiteY61" fmla="*/ 75247 h 231457"/>
                  <a:gd name="connsiteX62" fmla="*/ 109538 w 153352"/>
                  <a:gd name="connsiteY62" fmla="*/ 72390 h 231457"/>
                  <a:gd name="connsiteX63" fmla="*/ 108585 w 153352"/>
                  <a:gd name="connsiteY63" fmla="*/ 70485 h 231457"/>
                  <a:gd name="connsiteX64" fmla="*/ 109538 w 153352"/>
                  <a:gd name="connsiteY64" fmla="*/ 67627 h 231457"/>
                  <a:gd name="connsiteX65" fmla="*/ 112395 w 153352"/>
                  <a:gd name="connsiteY65" fmla="*/ 65722 h 231457"/>
                  <a:gd name="connsiteX66" fmla="*/ 114300 w 153352"/>
                  <a:gd name="connsiteY66" fmla="*/ 64770 h 231457"/>
                  <a:gd name="connsiteX67" fmla="*/ 117158 w 153352"/>
                  <a:gd name="connsiteY67" fmla="*/ 63817 h 231457"/>
                  <a:gd name="connsiteX68" fmla="*/ 137160 w 153352"/>
                  <a:gd name="connsiteY68" fmla="*/ 64770 h 231457"/>
                  <a:gd name="connsiteX69" fmla="*/ 140018 w 153352"/>
                  <a:gd name="connsiteY69" fmla="*/ 64770 h 231457"/>
                  <a:gd name="connsiteX70" fmla="*/ 142875 w 153352"/>
                  <a:gd name="connsiteY70" fmla="*/ 63817 h 231457"/>
                  <a:gd name="connsiteX71" fmla="*/ 138113 w 153352"/>
                  <a:gd name="connsiteY71" fmla="*/ 60007 h 231457"/>
                  <a:gd name="connsiteX72" fmla="*/ 135255 w 153352"/>
                  <a:gd name="connsiteY72" fmla="*/ 56197 h 231457"/>
                  <a:gd name="connsiteX73" fmla="*/ 132398 w 153352"/>
                  <a:gd name="connsiteY73" fmla="*/ 51435 h 231457"/>
                  <a:gd name="connsiteX74" fmla="*/ 131445 w 153352"/>
                  <a:gd name="connsiteY74" fmla="*/ 46672 h 231457"/>
                  <a:gd name="connsiteX75" fmla="*/ 130493 w 153352"/>
                  <a:gd name="connsiteY75" fmla="*/ 41910 h 231457"/>
                  <a:gd name="connsiteX76" fmla="*/ 131445 w 153352"/>
                  <a:gd name="connsiteY76" fmla="*/ 33338 h 231457"/>
                  <a:gd name="connsiteX77" fmla="*/ 131445 w 153352"/>
                  <a:gd name="connsiteY77" fmla="*/ 28575 h 231457"/>
                  <a:gd name="connsiteX78" fmla="*/ 130493 w 153352"/>
                  <a:gd name="connsiteY78" fmla="*/ 26670 h 231457"/>
                  <a:gd name="connsiteX79" fmla="*/ 130493 w 153352"/>
                  <a:gd name="connsiteY79" fmla="*/ 23813 h 231457"/>
                  <a:gd name="connsiteX80" fmla="*/ 128588 w 153352"/>
                  <a:gd name="connsiteY80" fmla="*/ 20002 h 231457"/>
                  <a:gd name="connsiteX81" fmla="*/ 126683 w 153352"/>
                  <a:gd name="connsiteY81" fmla="*/ 13335 h 231457"/>
                  <a:gd name="connsiteX82" fmla="*/ 125730 w 153352"/>
                  <a:gd name="connsiteY82" fmla="*/ 10477 h 231457"/>
                  <a:gd name="connsiteX83" fmla="*/ 124778 w 153352"/>
                  <a:gd name="connsiteY83" fmla="*/ 9525 h 231457"/>
                  <a:gd name="connsiteX84" fmla="*/ 122873 w 153352"/>
                  <a:gd name="connsiteY84" fmla="*/ 8572 h 231457"/>
                  <a:gd name="connsiteX85" fmla="*/ 121920 w 153352"/>
                  <a:gd name="connsiteY85" fmla="*/ 7620 h 231457"/>
                  <a:gd name="connsiteX86" fmla="*/ 120968 w 153352"/>
                  <a:gd name="connsiteY86" fmla="*/ 6667 h 231457"/>
                  <a:gd name="connsiteX87" fmla="*/ 120015 w 153352"/>
                  <a:gd name="connsiteY87" fmla="*/ 3810 h 231457"/>
                  <a:gd name="connsiteX88" fmla="*/ 120015 w 153352"/>
                  <a:gd name="connsiteY88" fmla="*/ 2857 h 231457"/>
                  <a:gd name="connsiteX89" fmla="*/ 118110 w 153352"/>
                  <a:gd name="connsiteY89" fmla="*/ 1905 h 231457"/>
                  <a:gd name="connsiteX90" fmla="*/ 115253 w 153352"/>
                  <a:gd name="connsiteY90" fmla="*/ 952 h 231457"/>
                  <a:gd name="connsiteX91" fmla="*/ 113348 w 153352"/>
                  <a:gd name="connsiteY91" fmla="*/ 0 h 231457"/>
                  <a:gd name="connsiteX92" fmla="*/ 110490 w 153352"/>
                  <a:gd name="connsiteY92" fmla="*/ 952 h 231457"/>
                  <a:gd name="connsiteX93" fmla="*/ 112395 w 153352"/>
                  <a:gd name="connsiteY93" fmla="*/ 10477 h 231457"/>
                  <a:gd name="connsiteX94" fmla="*/ 113348 w 153352"/>
                  <a:gd name="connsiteY94" fmla="*/ 13335 h 231457"/>
                  <a:gd name="connsiteX95" fmla="*/ 114300 w 153352"/>
                  <a:gd name="connsiteY95" fmla="*/ 15240 h 231457"/>
                  <a:gd name="connsiteX96" fmla="*/ 119063 w 153352"/>
                  <a:gd name="connsiteY96" fmla="*/ 16192 h 231457"/>
                  <a:gd name="connsiteX97" fmla="*/ 120968 w 153352"/>
                  <a:gd name="connsiteY97" fmla="*/ 18097 h 231457"/>
                  <a:gd name="connsiteX98" fmla="*/ 121920 w 153352"/>
                  <a:gd name="connsiteY98" fmla="*/ 20955 h 231457"/>
                  <a:gd name="connsiteX99" fmla="*/ 121920 w 153352"/>
                  <a:gd name="connsiteY99" fmla="*/ 22860 h 231457"/>
                  <a:gd name="connsiteX100" fmla="*/ 120968 w 153352"/>
                  <a:gd name="connsiteY100" fmla="*/ 28575 h 231457"/>
                  <a:gd name="connsiteX101" fmla="*/ 120015 w 153352"/>
                  <a:gd name="connsiteY101" fmla="*/ 30480 h 231457"/>
                  <a:gd name="connsiteX102" fmla="*/ 120015 w 153352"/>
                  <a:gd name="connsiteY102" fmla="*/ 32385 h 231457"/>
                  <a:gd name="connsiteX103" fmla="*/ 119063 w 153352"/>
                  <a:gd name="connsiteY103" fmla="*/ 33338 h 231457"/>
                  <a:gd name="connsiteX104" fmla="*/ 117158 w 153352"/>
                  <a:gd name="connsiteY104" fmla="*/ 35242 h 231457"/>
                  <a:gd name="connsiteX105" fmla="*/ 114300 w 153352"/>
                  <a:gd name="connsiteY105" fmla="*/ 37147 h 231457"/>
                  <a:gd name="connsiteX106" fmla="*/ 109538 w 153352"/>
                  <a:gd name="connsiteY106" fmla="*/ 39052 h 231457"/>
                  <a:gd name="connsiteX107" fmla="*/ 106680 w 153352"/>
                  <a:gd name="connsiteY107" fmla="*/ 40005 h 231457"/>
                  <a:gd name="connsiteX108" fmla="*/ 104775 w 153352"/>
                  <a:gd name="connsiteY108" fmla="*/ 42863 h 231457"/>
                  <a:gd name="connsiteX109" fmla="*/ 102870 w 153352"/>
                  <a:gd name="connsiteY109" fmla="*/ 45720 h 231457"/>
                  <a:gd name="connsiteX110" fmla="*/ 101918 w 153352"/>
                  <a:gd name="connsiteY110" fmla="*/ 48577 h 231457"/>
                  <a:gd name="connsiteX111" fmla="*/ 100013 w 153352"/>
                  <a:gd name="connsiteY111" fmla="*/ 50482 h 231457"/>
                  <a:gd name="connsiteX112" fmla="*/ 95250 w 153352"/>
                  <a:gd name="connsiteY112" fmla="*/ 63817 h 231457"/>
                  <a:gd name="connsiteX113" fmla="*/ 94298 w 153352"/>
                  <a:gd name="connsiteY113" fmla="*/ 68580 h 231457"/>
                  <a:gd name="connsiteX114" fmla="*/ 93345 w 153352"/>
                  <a:gd name="connsiteY114" fmla="*/ 70485 h 231457"/>
                  <a:gd name="connsiteX115" fmla="*/ 92393 w 153352"/>
                  <a:gd name="connsiteY115" fmla="*/ 72390 h 231457"/>
                  <a:gd name="connsiteX116" fmla="*/ 88583 w 153352"/>
                  <a:gd name="connsiteY116" fmla="*/ 75247 h 231457"/>
                  <a:gd name="connsiteX117" fmla="*/ 86678 w 153352"/>
                  <a:gd name="connsiteY117" fmla="*/ 77152 h 231457"/>
                  <a:gd name="connsiteX118" fmla="*/ 86678 w 153352"/>
                  <a:gd name="connsiteY118" fmla="*/ 79057 h 231457"/>
                  <a:gd name="connsiteX119" fmla="*/ 85725 w 153352"/>
                  <a:gd name="connsiteY119" fmla="*/ 83820 h 231457"/>
                  <a:gd name="connsiteX120" fmla="*/ 85725 w 153352"/>
                  <a:gd name="connsiteY120" fmla="*/ 86677 h 231457"/>
                  <a:gd name="connsiteX121" fmla="*/ 83820 w 153352"/>
                  <a:gd name="connsiteY121" fmla="*/ 89535 h 231457"/>
                  <a:gd name="connsiteX122" fmla="*/ 81915 w 153352"/>
                  <a:gd name="connsiteY122" fmla="*/ 90488 h 231457"/>
                  <a:gd name="connsiteX123" fmla="*/ 79058 w 153352"/>
                  <a:gd name="connsiteY123" fmla="*/ 91440 h 231457"/>
                  <a:gd name="connsiteX124" fmla="*/ 77153 w 153352"/>
                  <a:gd name="connsiteY124" fmla="*/ 92392 h 231457"/>
                  <a:gd name="connsiteX125" fmla="*/ 75248 w 153352"/>
                  <a:gd name="connsiteY125" fmla="*/ 94297 h 231457"/>
                  <a:gd name="connsiteX126" fmla="*/ 74295 w 153352"/>
                  <a:gd name="connsiteY126" fmla="*/ 97155 h 231457"/>
                  <a:gd name="connsiteX127" fmla="*/ 70485 w 153352"/>
                  <a:gd name="connsiteY127" fmla="*/ 109538 h 231457"/>
                  <a:gd name="connsiteX128" fmla="*/ 69533 w 153352"/>
                  <a:gd name="connsiteY128" fmla="*/ 112395 h 231457"/>
                  <a:gd name="connsiteX129" fmla="*/ 65723 w 153352"/>
                  <a:gd name="connsiteY129" fmla="*/ 118110 h 231457"/>
                  <a:gd name="connsiteX130" fmla="*/ 64770 w 153352"/>
                  <a:gd name="connsiteY130" fmla="*/ 120015 h 231457"/>
                  <a:gd name="connsiteX131" fmla="*/ 64770 w 153352"/>
                  <a:gd name="connsiteY131" fmla="*/ 120967 h 231457"/>
                  <a:gd name="connsiteX132" fmla="*/ 66675 w 153352"/>
                  <a:gd name="connsiteY132" fmla="*/ 121920 h 231457"/>
                  <a:gd name="connsiteX133" fmla="*/ 66675 w 153352"/>
                  <a:gd name="connsiteY133" fmla="*/ 121920 h 231457"/>
                  <a:gd name="connsiteX134" fmla="*/ 65723 w 153352"/>
                  <a:gd name="connsiteY134" fmla="*/ 122872 h 231457"/>
                  <a:gd name="connsiteX135" fmla="*/ 64770 w 153352"/>
                  <a:gd name="connsiteY135" fmla="*/ 123825 h 231457"/>
                  <a:gd name="connsiteX136" fmla="*/ 62865 w 153352"/>
                  <a:gd name="connsiteY136" fmla="*/ 124777 h 231457"/>
                  <a:gd name="connsiteX137" fmla="*/ 60960 w 153352"/>
                  <a:gd name="connsiteY137" fmla="*/ 126682 h 231457"/>
                  <a:gd name="connsiteX138" fmla="*/ 60960 w 153352"/>
                  <a:gd name="connsiteY138" fmla="*/ 127635 h 231457"/>
                  <a:gd name="connsiteX139" fmla="*/ 60008 w 153352"/>
                  <a:gd name="connsiteY139" fmla="*/ 129540 h 231457"/>
                  <a:gd name="connsiteX140" fmla="*/ 59055 w 153352"/>
                  <a:gd name="connsiteY140" fmla="*/ 130492 h 231457"/>
                  <a:gd name="connsiteX141" fmla="*/ 59055 w 153352"/>
                  <a:gd name="connsiteY141" fmla="*/ 132397 h 231457"/>
                  <a:gd name="connsiteX142" fmla="*/ 57150 w 153352"/>
                  <a:gd name="connsiteY142" fmla="*/ 134302 h 231457"/>
                  <a:gd name="connsiteX143" fmla="*/ 53340 w 153352"/>
                  <a:gd name="connsiteY143" fmla="*/ 135255 h 231457"/>
                  <a:gd name="connsiteX144" fmla="*/ 50483 w 153352"/>
                  <a:gd name="connsiteY144" fmla="*/ 133350 h 231457"/>
                  <a:gd name="connsiteX145" fmla="*/ 48578 w 153352"/>
                  <a:gd name="connsiteY145" fmla="*/ 130492 h 231457"/>
                  <a:gd name="connsiteX146" fmla="*/ 45720 w 153352"/>
                  <a:gd name="connsiteY146" fmla="*/ 126682 h 231457"/>
                  <a:gd name="connsiteX147" fmla="*/ 42863 w 153352"/>
                  <a:gd name="connsiteY147" fmla="*/ 124777 h 231457"/>
                  <a:gd name="connsiteX148" fmla="*/ 41910 w 153352"/>
                  <a:gd name="connsiteY148" fmla="*/ 123825 h 231457"/>
                  <a:gd name="connsiteX149" fmla="*/ 40958 w 153352"/>
                  <a:gd name="connsiteY149" fmla="*/ 123825 h 231457"/>
                  <a:gd name="connsiteX150" fmla="*/ 40005 w 153352"/>
                  <a:gd name="connsiteY150" fmla="*/ 123825 h 231457"/>
                  <a:gd name="connsiteX151" fmla="*/ 39053 w 153352"/>
                  <a:gd name="connsiteY151" fmla="*/ 126682 h 231457"/>
                  <a:gd name="connsiteX152" fmla="*/ 39053 w 153352"/>
                  <a:gd name="connsiteY152" fmla="*/ 126682 h 231457"/>
                  <a:gd name="connsiteX153" fmla="*/ 36195 w 153352"/>
                  <a:gd name="connsiteY153" fmla="*/ 127635 h 231457"/>
                  <a:gd name="connsiteX154" fmla="*/ 34290 w 153352"/>
                  <a:gd name="connsiteY154" fmla="*/ 127635 h 231457"/>
                  <a:gd name="connsiteX155" fmla="*/ 33338 w 153352"/>
                  <a:gd name="connsiteY155" fmla="*/ 126682 h 231457"/>
                  <a:gd name="connsiteX156" fmla="*/ 31433 w 153352"/>
                  <a:gd name="connsiteY156" fmla="*/ 124777 h 231457"/>
                  <a:gd name="connsiteX157" fmla="*/ 21908 w 153352"/>
                  <a:gd name="connsiteY157" fmla="*/ 132397 h 231457"/>
                  <a:gd name="connsiteX158" fmla="*/ 13335 w 153352"/>
                  <a:gd name="connsiteY158" fmla="*/ 141922 h 231457"/>
                  <a:gd name="connsiteX159" fmla="*/ 10478 w 153352"/>
                  <a:gd name="connsiteY159" fmla="*/ 144780 h 231457"/>
                  <a:gd name="connsiteX160" fmla="*/ 8573 w 153352"/>
                  <a:gd name="connsiteY160" fmla="*/ 148590 h 231457"/>
                  <a:gd name="connsiteX161" fmla="*/ 6668 w 153352"/>
                  <a:gd name="connsiteY161" fmla="*/ 151447 h 231457"/>
                  <a:gd name="connsiteX162" fmla="*/ 4763 w 153352"/>
                  <a:gd name="connsiteY162" fmla="*/ 160020 h 231457"/>
                  <a:gd name="connsiteX163" fmla="*/ 0 w 153352"/>
                  <a:gd name="connsiteY163" fmla="*/ 170497 h 231457"/>
                  <a:gd name="connsiteX164" fmla="*/ 0 w 153352"/>
                  <a:gd name="connsiteY164" fmla="*/ 173355 h 231457"/>
                  <a:gd name="connsiteX165" fmla="*/ 953 w 153352"/>
                  <a:gd name="connsiteY165" fmla="*/ 174307 h 231457"/>
                  <a:gd name="connsiteX166" fmla="*/ 1905 w 153352"/>
                  <a:gd name="connsiteY166" fmla="*/ 174307 h 231457"/>
                  <a:gd name="connsiteX167" fmla="*/ 1905 w 153352"/>
                  <a:gd name="connsiteY167" fmla="*/ 171450 h 231457"/>
                  <a:gd name="connsiteX168" fmla="*/ 2858 w 153352"/>
                  <a:gd name="connsiteY168" fmla="*/ 172402 h 231457"/>
                  <a:gd name="connsiteX169" fmla="*/ 5715 w 153352"/>
                  <a:gd name="connsiteY169" fmla="*/ 173355 h 231457"/>
                  <a:gd name="connsiteX170" fmla="*/ 6668 w 153352"/>
                  <a:gd name="connsiteY170" fmla="*/ 174307 h 231457"/>
                  <a:gd name="connsiteX171" fmla="*/ 7620 w 153352"/>
                  <a:gd name="connsiteY171" fmla="*/ 175260 h 231457"/>
                  <a:gd name="connsiteX172" fmla="*/ 7620 w 153352"/>
                  <a:gd name="connsiteY172" fmla="*/ 180022 h 231457"/>
                  <a:gd name="connsiteX173" fmla="*/ 8573 w 153352"/>
                  <a:gd name="connsiteY173" fmla="*/ 180975 h 231457"/>
                  <a:gd name="connsiteX174" fmla="*/ 9525 w 153352"/>
                  <a:gd name="connsiteY174" fmla="*/ 182880 h 231457"/>
                  <a:gd name="connsiteX175" fmla="*/ 11430 w 153352"/>
                  <a:gd name="connsiteY175" fmla="*/ 184785 h 231457"/>
                  <a:gd name="connsiteX176" fmla="*/ 13335 w 153352"/>
                  <a:gd name="connsiteY176" fmla="*/ 185738 h 231457"/>
                  <a:gd name="connsiteX177" fmla="*/ 15240 w 153352"/>
                  <a:gd name="connsiteY177" fmla="*/ 186690 h 231457"/>
                  <a:gd name="connsiteX178" fmla="*/ 16193 w 153352"/>
                  <a:gd name="connsiteY178" fmla="*/ 186690 h 231457"/>
                  <a:gd name="connsiteX179" fmla="*/ 18098 w 153352"/>
                  <a:gd name="connsiteY179" fmla="*/ 186690 h 231457"/>
                  <a:gd name="connsiteX180" fmla="*/ 18098 w 153352"/>
                  <a:gd name="connsiteY180" fmla="*/ 185738 h 231457"/>
                  <a:gd name="connsiteX181" fmla="*/ 18098 w 153352"/>
                  <a:gd name="connsiteY181" fmla="*/ 183832 h 231457"/>
                  <a:gd name="connsiteX182" fmla="*/ 20003 w 153352"/>
                  <a:gd name="connsiteY182" fmla="*/ 184785 h 231457"/>
                  <a:gd name="connsiteX183" fmla="*/ 20955 w 153352"/>
                  <a:gd name="connsiteY183" fmla="*/ 184785 h 231457"/>
                  <a:gd name="connsiteX184" fmla="*/ 21908 w 153352"/>
                  <a:gd name="connsiteY184" fmla="*/ 184785 h 231457"/>
                  <a:gd name="connsiteX185" fmla="*/ 22860 w 153352"/>
                  <a:gd name="connsiteY185" fmla="*/ 183832 h 231457"/>
                  <a:gd name="connsiteX186" fmla="*/ 21908 w 153352"/>
                  <a:gd name="connsiteY186" fmla="*/ 185738 h 231457"/>
                  <a:gd name="connsiteX187" fmla="*/ 21908 w 153352"/>
                  <a:gd name="connsiteY187" fmla="*/ 186690 h 231457"/>
                  <a:gd name="connsiteX188" fmla="*/ 22860 w 153352"/>
                  <a:gd name="connsiteY188" fmla="*/ 187642 h 231457"/>
                  <a:gd name="connsiteX189" fmla="*/ 23813 w 153352"/>
                  <a:gd name="connsiteY189" fmla="*/ 188595 h 231457"/>
                  <a:gd name="connsiteX190" fmla="*/ 22860 w 153352"/>
                  <a:gd name="connsiteY190" fmla="*/ 188595 h 231457"/>
                  <a:gd name="connsiteX191" fmla="*/ 21908 w 153352"/>
                  <a:gd name="connsiteY191" fmla="*/ 188595 h 231457"/>
                  <a:gd name="connsiteX192" fmla="*/ 20955 w 153352"/>
                  <a:gd name="connsiteY192" fmla="*/ 188595 h 231457"/>
                  <a:gd name="connsiteX193" fmla="*/ 20003 w 153352"/>
                  <a:gd name="connsiteY193" fmla="*/ 189547 h 231457"/>
                  <a:gd name="connsiteX194" fmla="*/ 20955 w 153352"/>
                  <a:gd name="connsiteY194" fmla="*/ 191452 h 231457"/>
                  <a:gd name="connsiteX195" fmla="*/ 20955 w 153352"/>
                  <a:gd name="connsiteY195" fmla="*/ 192405 h 231457"/>
                  <a:gd name="connsiteX196" fmla="*/ 22860 w 153352"/>
                  <a:gd name="connsiteY196" fmla="*/ 193357 h 231457"/>
                  <a:gd name="connsiteX197" fmla="*/ 23813 w 153352"/>
                  <a:gd name="connsiteY197" fmla="*/ 193357 h 231457"/>
                  <a:gd name="connsiteX198" fmla="*/ 22860 w 153352"/>
                  <a:gd name="connsiteY198" fmla="*/ 195263 h 231457"/>
                  <a:gd name="connsiteX199" fmla="*/ 24765 w 153352"/>
                  <a:gd name="connsiteY199" fmla="*/ 198120 h 231457"/>
                  <a:gd name="connsiteX200" fmla="*/ 26670 w 153352"/>
                  <a:gd name="connsiteY200" fmla="*/ 200977 h 231457"/>
                  <a:gd name="connsiteX201" fmla="*/ 27623 w 153352"/>
                  <a:gd name="connsiteY201" fmla="*/ 203835 h 231457"/>
                  <a:gd name="connsiteX202" fmla="*/ 27623 w 153352"/>
                  <a:gd name="connsiteY202" fmla="*/ 207645 h 231457"/>
                  <a:gd name="connsiteX203" fmla="*/ 24765 w 153352"/>
                  <a:gd name="connsiteY203" fmla="*/ 219075 h 231457"/>
                  <a:gd name="connsiteX204" fmla="*/ 25718 w 153352"/>
                  <a:gd name="connsiteY204" fmla="*/ 220980 h 231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Lst>
                <a:rect l="l" t="t" r="r" b="b"/>
                <a:pathLst>
                  <a:path w="153352" h="231457">
                    <a:moveTo>
                      <a:pt x="28575" y="221932"/>
                    </a:moveTo>
                    <a:lnTo>
                      <a:pt x="55245" y="221932"/>
                    </a:lnTo>
                    <a:lnTo>
                      <a:pt x="55245" y="221932"/>
                    </a:lnTo>
                    <a:lnTo>
                      <a:pt x="56198" y="220027"/>
                    </a:lnTo>
                    <a:lnTo>
                      <a:pt x="56198" y="220027"/>
                    </a:lnTo>
                    <a:lnTo>
                      <a:pt x="77153" y="219075"/>
                    </a:lnTo>
                    <a:lnTo>
                      <a:pt x="89535" y="220027"/>
                    </a:lnTo>
                    <a:lnTo>
                      <a:pt x="95250" y="221932"/>
                    </a:lnTo>
                    <a:lnTo>
                      <a:pt x="119063" y="222885"/>
                    </a:lnTo>
                    <a:lnTo>
                      <a:pt x="121920" y="222885"/>
                    </a:lnTo>
                    <a:lnTo>
                      <a:pt x="123825" y="223838"/>
                    </a:lnTo>
                    <a:lnTo>
                      <a:pt x="127635" y="224790"/>
                    </a:lnTo>
                    <a:lnTo>
                      <a:pt x="140018" y="226695"/>
                    </a:lnTo>
                    <a:lnTo>
                      <a:pt x="142875" y="227647"/>
                    </a:lnTo>
                    <a:lnTo>
                      <a:pt x="147638" y="230505"/>
                    </a:lnTo>
                    <a:lnTo>
                      <a:pt x="149543" y="231457"/>
                    </a:lnTo>
                    <a:lnTo>
                      <a:pt x="151448" y="231457"/>
                    </a:lnTo>
                    <a:lnTo>
                      <a:pt x="152400" y="230505"/>
                    </a:lnTo>
                    <a:lnTo>
                      <a:pt x="151448" y="229552"/>
                    </a:lnTo>
                    <a:lnTo>
                      <a:pt x="151448" y="227647"/>
                    </a:lnTo>
                    <a:lnTo>
                      <a:pt x="151448" y="224790"/>
                    </a:lnTo>
                    <a:lnTo>
                      <a:pt x="151448" y="223838"/>
                    </a:lnTo>
                    <a:lnTo>
                      <a:pt x="152400" y="221932"/>
                    </a:lnTo>
                    <a:lnTo>
                      <a:pt x="153353" y="220027"/>
                    </a:lnTo>
                    <a:lnTo>
                      <a:pt x="151448" y="215265"/>
                    </a:lnTo>
                    <a:lnTo>
                      <a:pt x="150495" y="211455"/>
                    </a:lnTo>
                    <a:lnTo>
                      <a:pt x="149543" y="207645"/>
                    </a:lnTo>
                    <a:lnTo>
                      <a:pt x="146685" y="203835"/>
                    </a:lnTo>
                    <a:lnTo>
                      <a:pt x="137160" y="195263"/>
                    </a:lnTo>
                    <a:lnTo>
                      <a:pt x="133350" y="190500"/>
                    </a:lnTo>
                    <a:lnTo>
                      <a:pt x="130493" y="184785"/>
                    </a:lnTo>
                    <a:lnTo>
                      <a:pt x="132398" y="183832"/>
                    </a:lnTo>
                    <a:lnTo>
                      <a:pt x="131445" y="181927"/>
                    </a:lnTo>
                    <a:lnTo>
                      <a:pt x="130493" y="179070"/>
                    </a:lnTo>
                    <a:lnTo>
                      <a:pt x="129540" y="177165"/>
                    </a:lnTo>
                    <a:lnTo>
                      <a:pt x="124778" y="173355"/>
                    </a:lnTo>
                    <a:lnTo>
                      <a:pt x="123825" y="170497"/>
                    </a:lnTo>
                    <a:lnTo>
                      <a:pt x="120968" y="157163"/>
                    </a:lnTo>
                    <a:lnTo>
                      <a:pt x="120968" y="154305"/>
                    </a:lnTo>
                    <a:lnTo>
                      <a:pt x="120968" y="152400"/>
                    </a:lnTo>
                    <a:lnTo>
                      <a:pt x="121920" y="149542"/>
                    </a:lnTo>
                    <a:lnTo>
                      <a:pt x="120968" y="146685"/>
                    </a:lnTo>
                    <a:lnTo>
                      <a:pt x="120015" y="145732"/>
                    </a:lnTo>
                    <a:lnTo>
                      <a:pt x="119063" y="144780"/>
                    </a:lnTo>
                    <a:lnTo>
                      <a:pt x="118110" y="143827"/>
                    </a:lnTo>
                    <a:lnTo>
                      <a:pt x="120015" y="141922"/>
                    </a:lnTo>
                    <a:lnTo>
                      <a:pt x="120968" y="140970"/>
                    </a:lnTo>
                    <a:lnTo>
                      <a:pt x="122873" y="140017"/>
                    </a:lnTo>
                    <a:lnTo>
                      <a:pt x="123825" y="139065"/>
                    </a:lnTo>
                    <a:lnTo>
                      <a:pt x="124778" y="138113"/>
                    </a:lnTo>
                    <a:lnTo>
                      <a:pt x="125730" y="135255"/>
                    </a:lnTo>
                    <a:lnTo>
                      <a:pt x="133350" y="121920"/>
                    </a:lnTo>
                    <a:lnTo>
                      <a:pt x="137160" y="117157"/>
                    </a:lnTo>
                    <a:lnTo>
                      <a:pt x="139065" y="114300"/>
                    </a:lnTo>
                    <a:lnTo>
                      <a:pt x="140018" y="109538"/>
                    </a:lnTo>
                    <a:lnTo>
                      <a:pt x="138113" y="104775"/>
                    </a:lnTo>
                    <a:lnTo>
                      <a:pt x="135255" y="99060"/>
                    </a:lnTo>
                    <a:lnTo>
                      <a:pt x="132398" y="95250"/>
                    </a:lnTo>
                    <a:lnTo>
                      <a:pt x="129540" y="90488"/>
                    </a:lnTo>
                    <a:lnTo>
                      <a:pt x="120015" y="83820"/>
                    </a:lnTo>
                    <a:lnTo>
                      <a:pt x="116205" y="80010"/>
                    </a:lnTo>
                    <a:lnTo>
                      <a:pt x="112395" y="75247"/>
                    </a:lnTo>
                    <a:lnTo>
                      <a:pt x="109538" y="72390"/>
                    </a:lnTo>
                    <a:lnTo>
                      <a:pt x="108585" y="70485"/>
                    </a:lnTo>
                    <a:lnTo>
                      <a:pt x="109538" y="67627"/>
                    </a:lnTo>
                    <a:lnTo>
                      <a:pt x="112395" y="65722"/>
                    </a:lnTo>
                    <a:lnTo>
                      <a:pt x="114300" y="64770"/>
                    </a:lnTo>
                    <a:lnTo>
                      <a:pt x="117158" y="63817"/>
                    </a:lnTo>
                    <a:lnTo>
                      <a:pt x="137160" y="64770"/>
                    </a:lnTo>
                    <a:lnTo>
                      <a:pt x="140018" y="64770"/>
                    </a:lnTo>
                    <a:lnTo>
                      <a:pt x="142875" y="63817"/>
                    </a:lnTo>
                    <a:lnTo>
                      <a:pt x="138113" y="60007"/>
                    </a:lnTo>
                    <a:lnTo>
                      <a:pt x="135255" y="56197"/>
                    </a:lnTo>
                    <a:lnTo>
                      <a:pt x="132398" y="51435"/>
                    </a:lnTo>
                    <a:lnTo>
                      <a:pt x="131445" y="46672"/>
                    </a:lnTo>
                    <a:lnTo>
                      <a:pt x="130493" y="41910"/>
                    </a:lnTo>
                    <a:lnTo>
                      <a:pt x="131445" y="33338"/>
                    </a:lnTo>
                    <a:lnTo>
                      <a:pt x="131445" y="28575"/>
                    </a:lnTo>
                    <a:lnTo>
                      <a:pt x="130493" y="26670"/>
                    </a:lnTo>
                    <a:lnTo>
                      <a:pt x="130493" y="23813"/>
                    </a:lnTo>
                    <a:lnTo>
                      <a:pt x="128588" y="20002"/>
                    </a:lnTo>
                    <a:lnTo>
                      <a:pt x="126683" y="13335"/>
                    </a:lnTo>
                    <a:lnTo>
                      <a:pt x="125730" y="10477"/>
                    </a:lnTo>
                    <a:lnTo>
                      <a:pt x="124778" y="9525"/>
                    </a:lnTo>
                    <a:lnTo>
                      <a:pt x="122873" y="8572"/>
                    </a:lnTo>
                    <a:lnTo>
                      <a:pt x="121920" y="7620"/>
                    </a:lnTo>
                    <a:lnTo>
                      <a:pt x="120968" y="6667"/>
                    </a:lnTo>
                    <a:lnTo>
                      <a:pt x="120015" y="3810"/>
                    </a:lnTo>
                    <a:lnTo>
                      <a:pt x="120015" y="2857"/>
                    </a:lnTo>
                    <a:lnTo>
                      <a:pt x="118110" y="1905"/>
                    </a:lnTo>
                    <a:lnTo>
                      <a:pt x="115253" y="952"/>
                    </a:lnTo>
                    <a:lnTo>
                      <a:pt x="113348" y="0"/>
                    </a:lnTo>
                    <a:lnTo>
                      <a:pt x="110490" y="952"/>
                    </a:lnTo>
                    <a:lnTo>
                      <a:pt x="112395" y="10477"/>
                    </a:lnTo>
                    <a:lnTo>
                      <a:pt x="113348" y="13335"/>
                    </a:lnTo>
                    <a:lnTo>
                      <a:pt x="114300" y="15240"/>
                    </a:lnTo>
                    <a:lnTo>
                      <a:pt x="119063" y="16192"/>
                    </a:lnTo>
                    <a:lnTo>
                      <a:pt x="120968" y="18097"/>
                    </a:lnTo>
                    <a:lnTo>
                      <a:pt x="121920" y="20955"/>
                    </a:lnTo>
                    <a:lnTo>
                      <a:pt x="121920" y="22860"/>
                    </a:lnTo>
                    <a:lnTo>
                      <a:pt x="120968" y="28575"/>
                    </a:lnTo>
                    <a:lnTo>
                      <a:pt x="120015" y="30480"/>
                    </a:lnTo>
                    <a:lnTo>
                      <a:pt x="120015" y="32385"/>
                    </a:lnTo>
                    <a:lnTo>
                      <a:pt x="119063" y="33338"/>
                    </a:lnTo>
                    <a:lnTo>
                      <a:pt x="117158" y="35242"/>
                    </a:lnTo>
                    <a:lnTo>
                      <a:pt x="114300" y="37147"/>
                    </a:lnTo>
                    <a:lnTo>
                      <a:pt x="109538" y="39052"/>
                    </a:lnTo>
                    <a:lnTo>
                      <a:pt x="106680" y="40005"/>
                    </a:lnTo>
                    <a:lnTo>
                      <a:pt x="104775" y="42863"/>
                    </a:lnTo>
                    <a:lnTo>
                      <a:pt x="102870" y="45720"/>
                    </a:lnTo>
                    <a:lnTo>
                      <a:pt x="101918" y="48577"/>
                    </a:lnTo>
                    <a:lnTo>
                      <a:pt x="100013" y="50482"/>
                    </a:lnTo>
                    <a:lnTo>
                      <a:pt x="95250" y="63817"/>
                    </a:lnTo>
                    <a:lnTo>
                      <a:pt x="94298" y="68580"/>
                    </a:lnTo>
                    <a:lnTo>
                      <a:pt x="93345" y="70485"/>
                    </a:lnTo>
                    <a:lnTo>
                      <a:pt x="92393" y="72390"/>
                    </a:lnTo>
                    <a:lnTo>
                      <a:pt x="88583" y="75247"/>
                    </a:lnTo>
                    <a:lnTo>
                      <a:pt x="86678" y="77152"/>
                    </a:lnTo>
                    <a:lnTo>
                      <a:pt x="86678" y="79057"/>
                    </a:lnTo>
                    <a:lnTo>
                      <a:pt x="85725" y="83820"/>
                    </a:lnTo>
                    <a:lnTo>
                      <a:pt x="85725" y="86677"/>
                    </a:lnTo>
                    <a:lnTo>
                      <a:pt x="83820" y="89535"/>
                    </a:lnTo>
                    <a:lnTo>
                      <a:pt x="81915" y="90488"/>
                    </a:lnTo>
                    <a:lnTo>
                      <a:pt x="79058" y="91440"/>
                    </a:lnTo>
                    <a:lnTo>
                      <a:pt x="77153" y="92392"/>
                    </a:lnTo>
                    <a:lnTo>
                      <a:pt x="75248" y="94297"/>
                    </a:lnTo>
                    <a:lnTo>
                      <a:pt x="74295" y="97155"/>
                    </a:lnTo>
                    <a:lnTo>
                      <a:pt x="70485" y="109538"/>
                    </a:lnTo>
                    <a:lnTo>
                      <a:pt x="69533" y="112395"/>
                    </a:lnTo>
                    <a:lnTo>
                      <a:pt x="65723" y="118110"/>
                    </a:lnTo>
                    <a:lnTo>
                      <a:pt x="64770" y="120015"/>
                    </a:lnTo>
                    <a:lnTo>
                      <a:pt x="64770" y="120967"/>
                    </a:lnTo>
                    <a:lnTo>
                      <a:pt x="66675" y="121920"/>
                    </a:lnTo>
                    <a:lnTo>
                      <a:pt x="66675" y="121920"/>
                    </a:lnTo>
                    <a:lnTo>
                      <a:pt x="65723" y="122872"/>
                    </a:lnTo>
                    <a:lnTo>
                      <a:pt x="64770" y="123825"/>
                    </a:lnTo>
                    <a:lnTo>
                      <a:pt x="62865" y="124777"/>
                    </a:lnTo>
                    <a:lnTo>
                      <a:pt x="60960" y="126682"/>
                    </a:lnTo>
                    <a:lnTo>
                      <a:pt x="60960" y="127635"/>
                    </a:lnTo>
                    <a:lnTo>
                      <a:pt x="60008" y="129540"/>
                    </a:lnTo>
                    <a:lnTo>
                      <a:pt x="59055" y="130492"/>
                    </a:lnTo>
                    <a:lnTo>
                      <a:pt x="59055" y="132397"/>
                    </a:lnTo>
                    <a:lnTo>
                      <a:pt x="57150" y="134302"/>
                    </a:lnTo>
                    <a:lnTo>
                      <a:pt x="53340" y="135255"/>
                    </a:lnTo>
                    <a:lnTo>
                      <a:pt x="50483" y="133350"/>
                    </a:lnTo>
                    <a:lnTo>
                      <a:pt x="48578" y="130492"/>
                    </a:lnTo>
                    <a:lnTo>
                      <a:pt x="45720" y="126682"/>
                    </a:lnTo>
                    <a:lnTo>
                      <a:pt x="42863" y="124777"/>
                    </a:lnTo>
                    <a:lnTo>
                      <a:pt x="41910" y="123825"/>
                    </a:lnTo>
                    <a:lnTo>
                      <a:pt x="40958" y="123825"/>
                    </a:lnTo>
                    <a:lnTo>
                      <a:pt x="40005" y="123825"/>
                    </a:lnTo>
                    <a:lnTo>
                      <a:pt x="39053" y="126682"/>
                    </a:lnTo>
                    <a:lnTo>
                      <a:pt x="39053" y="126682"/>
                    </a:lnTo>
                    <a:lnTo>
                      <a:pt x="36195" y="127635"/>
                    </a:lnTo>
                    <a:lnTo>
                      <a:pt x="34290" y="127635"/>
                    </a:lnTo>
                    <a:lnTo>
                      <a:pt x="33338" y="126682"/>
                    </a:lnTo>
                    <a:lnTo>
                      <a:pt x="31433" y="124777"/>
                    </a:lnTo>
                    <a:lnTo>
                      <a:pt x="21908" y="132397"/>
                    </a:lnTo>
                    <a:lnTo>
                      <a:pt x="13335" y="141922"/>
                    </a:lnTo>
                    <a:lnTo>
                      <a:pt x="10478" y="144780"/>
                    </a:lnTo>
                    <a:lnTo>
                      <a:pt x="8573" y="148590"/>
                    </a:lnTo>
                    <a:lnTo>
                      <a:pt x="6668" y="151447"/>
                    </a:lnTo>
                    <a:lnTo>
                      <a:pt x="4763" y="160020"/>
                    </a:lnTo>
                    <a:lnTo>
                      <a:pt x="0" y="170497"/>
                    </a:lnTo>
                    <a:lnTo>
                      <a:pt x="0" y="173355"/>
                    </a:lnTo>
                    <a:lnTo>
                      <a:pt x="953" y="174307"/>
                    </a:lnTo>
                    <a:lnTo>
                      <a:pt x="1905" y="174307"/>
                    </a:lnTo>
                    <a:lnTo>
                      <a:pt x="1905" y="171450"/>
                    </a:lnTo>
                    <a:lnTo>
                      <a:pt x="2858" y="172402"/>
                    </a:lnTo>
                    <a:lnTo>
                      <a:pt x="5715" y="173355"/>
                    </a:lnTo>
                    <a:lnTo>
                      <a:pt x="6668" y="174307"/>
                    </a:lnTo>
                    <a:lnTo>
                      <a:pt x="7620" y="175260"/>
                    </a:lnTo>
                    <a:lnTo>
                      <a:pt x="7620" y="180022"/>
                    </a:lnTo>
                    <a:lnTo>
                      <a:pt x="8573" y="180975"/>
                    </a:lnTo>
                    <a:lnTo>
                      <a:pt x="9525" y="182880"/>
                    </a:lnTo>
                    <a:lnTo>
                      <a:pt x="11430" y="184785"/>
                    </a:lnTo>
                    <a:lnTo>
                      <a:pt x="13335" y="185738"/>
                    </a:lnTo>
                    <a:lnTo>
                      <a:pt x="15240" y="186690"/>
                    </a:lnTo>
                    <a:lnTo>
                      <a:pt x="16193" y="186690"/>
                    </a:lnTo>
                    <a:lnTo>
                      <a:pt x="18098" y="186690"/>
                    </a:lnTo>
                    <a:lnTo>
                      <a:pt x="18098" y="185738"/>
                    </a:lnTo>
                    <a:lnTo>
                      <a:pt x="18098" y="183832"/>
                    </a:lnTo>
                    <a:lnTo>
                      <a:pt x="20003" y="184785"/>
                    </a:lnTo>
                    <a:lnTo>
                      <a:pt x="20955" y="184785"/>
                    </a:lnTo>
                    <a:lnTo>
                      <a:pt x="21908" y="184785"/>
                    </a:lnTo>
                    <a:lnTo>
                      <a:pt x="22860" y="183832"/>
                    </a:lnTo>
                    <a:lnTo>
                      <a:pt x="21908" y="185738"/>
                    </a:lnTo>
                    <a:lnTo>
                      <a:pt x="21908" y="186690"/>
                    </a:lnTo>
                    <a:lnTo>
                      <a:pt x="22860" y="187642"/>
                    </a:lnTo>
                    <a:lnTo>
                      <a:pt x="23813" y="188595"/>
                    </a:lnTo>
                    <a:lnTo>
                      <a:pt x="22860" y="188595"/>
                    </a:lnTo>
                    <a:lnTo>
                      <a:pt x="21908" y="188595"/>
                    </a:lnTo>
                    <a:lnTo>
                      <a:pt x="20955" y="188595"/>
                    </a:lnTo>
                    <a:lnTo>
                      <a:pt x="20003" y="189547"/>
                    </a:lnTo>
                    <a:lnTo>
                      <a:pt x="20955" y="191452"/>
                    </a:lnTo>
                    <a:lnTo>
                      <a:pt x="20955" y="192405"/>
                    </a:lnTo>
                    <a:lnTo>
                      <a:pt x="22860" y="193357"/>
                    </a:lnTo>
                    <a:lnTo>
                      <a:pt x="23813" y="193357"/>
                    </a:lnTo>
                    <a:lnTo>
                      <a:pt x="22860" y="195263"/>
                    </a:lnTo>
                    <a:lnTo>
                      <a:pt x="24765" y="198120"/>
                    </a:lnTo>
                    <a:lnTo>
                      <a:pt x="26670" y="200977"/>
                    </a:lnTo>
                    <a:lnTo>
                      <a:pt x="27623" y="203835"/>
                    </a:lnTo>
                    <a:lnTo>
                      <a:pt x="27623" y="207645"/>
                    </a:lnTo>
                    <a:lnTo>
                      <a:pt x="24765" y="219075"/>
                    </a:lnTo>
                    <a:lnTo>
                      <a:pt x="25718" y="22098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38" name="Freeform: Shape 118">
                <a:extLst>
                  <a:ext uri="{FF2B5EF4-FFF2-40B4-BE49-F238E27FC236}">
                    <a16:creationId xmlns:a16="http://schemas.microsoft.com/office/drawing/2014/main" id="{C8D5793E-1128-469D-D8B4-1D50BBD85E60}"/>
                  </a:ext>
                </a:extLst>
              </p:cNvPr>
              <p:cNvSpPr/>
              <p:nvPr/>
            </p:nvSpPr>
            <p:spPr>
              <a:xfrm>
                <a:off x="5666782" y="4053698"/>
                <a:ext cx="134939" cy="150423"/>
              </a:xfrm>
              <a:custGeom>
                <a:avLst/>
                <a:gdLst>
                  <a:gd name="connsiteX0" fmla="*/ 111442 w 121919"/>
                  <a:gd name="connsiteY0" fmla="*/ 113348 h 126682"/>
                  <a:gd name="connsiteX1" fmla="*/ 111442 w 121919"/>
                  <a:gd name="connsiteY1" fmla="*/ 113348 h 126682"/>
                  <a:gd name="connsiteX2" fmla="*/ 108585 w 121919"/>
                  <a:gd name="connsiteY2" fmla="*/ 113348 h 126682"/>
                  <a:gd name="connsiteX3" fmla="*/ 109538 w 121919"/>
                  <a:gd name="connsiteY3" fmla="*/ 112395 h 126682"/>
                  <a:gd name="connsiteX4" fmla="*/ 110490 w 121919"/>
                  <a:gd name="connsiteY4" fmla="*/ 112395 h 126682"/>
                  <a:gd name="connsiteX5" fmla="*/ 111442 w 121919"/>
                  <a:gd name="connsiteY5" fmla="*/ 113348 h 126682"/>
                  <a:gd name="connsiteX6" fmla="*/ 117157 w 121919"/>
                  <a:gd name="connsiteY6" fmla="*/ 111442 h 126682"/>
                  <a:gd name="connsiteX7" fmla="*/ 118110 w 121919"/>
                  <a:gd name="connsiteY7" fmla="*/ 109538 h 126682"/>
                  <a:gd name="connsiteX8" fmla="*/ 118110 w 121919"/>
                  <a:gd name="connsiteY8" fmla="*/ 106680 h 126682"/>
                  <a:gd name="connsiteX9" fmla="*/ 117157 w 121919"/>
                  <a:gd name="connsiteY9" fmla="*/ 104775 h 126682"/>
                  <a:gd name="connsiteX10" fmla="*/ 116205 w 121919"/>
                  <a:gd name="connsiteY10" fmla="*/ 102870 h 126682"/>
                  <a:gd name="connsiteX11" fmla="*/ 114300 w 121919"/>
                  <a:gd name="connsiteY11" fmla="*/ 101917 h 126682"/>
                  <a:gd name="connsiteX12" fmla="*/ 112395 w 121919"/>
                  <a:gd name="connsiteY12" fmla="*/ 100013 h 126682"/>
                  <a:gd name="connsiteX13" fmla="*/ 110490 w 121919"/>
                  <a:gd name="connsiteY13" fmla="*/ 95250 h 126682"/>
                  <a:gd name="connsiteX14" fmla="*/ 108585 w 121919"/>
                  <a:gd name="connsiteY14" fmla="*/ 88583 h 126682"/>
                  <a:gd name="connsiteX15" fmla="*/ 107632 w 121919"/>
                  <a:gd name="connsiteY15" fmla="*/ 81915 h 126682"/>
                  <a:gd name="connsiteX16" fmla="*/ 108585 w 121919"/>
                  <a:gd name="connsiteY16" fmla="*/ 77152 h 126682"/>
                  <a:gd name="connsiteX17" fmla="*/ 109538 w 121919"/>
                  <a:gd name="connsiteY17" fmla="*/ 74295 h 126682"/>
                  <a:gd name="connsiteX18" fmla="*/ 112395 w 121919"/>
                  <a:gd name="connsiteY18" fmla="*/ 70485 h 126682"/>
                  <a:gd name="connsiteX19" fmla="*/ 113347 w 121919"/>
                  <a:gd name="connsiteY19" fmla="*/ 67627 h 126682"/>
                  <a:gd name="connsiteX20" fmla="*/ 114300 w 121919"/>
                  <a:gd name="connsiteY20" fmla="*/ 61913 h 126682"/>
                  <a:gd name="connsiteX21" fmla="*/ 115252 w 121919"/>
                  <a:gd name="connsiteY21" fmla="*/ 59055 h 126682"/>
                  <a:gd name="connsiteX22" fmla="*/ 117157 w 121919"/>
                  <a:gd name="connsiteY22" fmla="*/ 56198 h 126682"/>
                  <a:gd name="connsiteX23" fmla="*/ 120015 w 121919"/>
                  <a:gd name="connsiteY23" fmla="*/ 52388 h 126682"/>
                  <a:gd name="connsiteX24" fmla="*/ 120967 w 121919"/>
                  <a:gd name="connsiteY24" fmla="*/ 51435 h 126682"/>
                  <a:gd name="connsiteX25" fmla="*/ 121920 w 121919"/>
                  <a:gd name="connsiteY25" fmla="*/ 50483 h 126682"/>
                  <a:gd name="connsiteX26" fmla="*/ 121920 w 121919"/>
                  <a:gd name="connsiteY26" fmla="*/ 50483 h 126682"/>
                  <a:gd name="connsiteX27" fmla="*/ 121920 w 121919"/>
                  <a:gd name="connsiteY27" fmla="*/ 50483 h 126682"/>
                  <a:gd name="connsiteX28" fmla="*/ 121920 w 121919"/>
                  <a:gd name="connsiteY28" fmla="*/ 49530 h 126682"/>
                  <a:gd name="connsiteX29" fmla="*/ 121920 w 121919"/>
                  <a:gd name="connsiteY29" fmla="*/ 47625 h 126682"/>
                  <a:gd name="connsiteX30" fmla="*/ 120967 w 121919"/>
                  <a:gd name="connsiteY30" fmla="*/ 41910 h 126682"/>
                  <a:gd name="connsiteX31" fmla="*/ 120015 w 121919"/>
                  <a:gd name="connsiteY31" fmla="*/ 40005 h 126682"/>
                  <a:gd name="connsiteX32" fmla="*/ 118110 w 121919"/>
                  <a:gd name="connsiteY32" fmla="*/ 35242 h 126682"/>
                  <a:gd name="connsiteX33" fmla="*/ 117157 w 121919"/>
                  <a:gd name="connsiteY33" fmla="*/ 33338 h 126682"/>
                  <a:gd name="connsiteX34" fmla="*/ 117157 w 121919"/>
                  <a:gd name="connsiteY34" fmla="*/ 31433 h 126682"/>
                  <a:gd name="connsiteX35" fmla="*/ 118110 w 121919"/>
                  <a:gd name="connsiteY35" fmla="*/ 24765 h 126682"/>
                  <a:gd name="connsiteX36" fmla="*/ 115252 w 121919"/>
                  <a:gd name="connsiteY36" fmla="*/ 25717 h 126682"/>
                  <a:gd name="connsiteX37" fmla="*/ 112395 w 121919"/>
                  <a:gd name="connsiteY37" fmla="*/ 22860 h 126682"/>
                  <a:gd name="connsiteX38" fmla="*/ 110490 w 121919"/>
                  <a:gd name="connsiteY38" fmla="*/ 19050 h 126682"/>
                  <a:gd name="connsiteX39" fmla="*/ 108585 w 121919"/>
                  <a:gd name="connsiteY39" fmla="*/ 17145 h 126682"/>
                  <a:gd name="connsiteX40" fmla="*/ 104775 w 121919"/>
                  <a:gd name="connsiteY40" fmla="*/ 16192 h 126682"/>
                  <a:gd name="connsiteX41" fmla="*/ 100013 w 121919"/>
                  <a:gd name="connsiteY41" fmla="*/ 16192 h 126682"/>
                  <a:gd name="connsiteX42" fmla="*/ 95250 w 121919"/>
                  <a:gd name="connsiteY42" fmla="*/ 17145 h 126682"/>
                  <a:gd name="connsiteX43" fmla="*/ 91440 w 121919"/>
                  <a:gd name="connsiteY43" fmla="*/ 18098 h 126682"/>
                  <a:gd name="connsiteX44" fmla="*/ 89535 w 121919"/>
                  <a:gd name="connsiteY44" fmla="*/ 19050 h 126682"/>
                  <a:gd name="connsiteX45" fmla="*/ 87630 w 121919"/>
                  <a:gd name="connsiteY45" fmla="*/ 20002 h 126682"/>
                  <a:gd name="connsiteX46" fmla="*/ 85725 w 121919"/>
                  <a:gd name="connsiteY46" fmla="*/ 20955 h 126682"/>
                  <a:gd name="connsiteX47" fmla="*/ 83820 w 121919"/>
                  <a:gd name="connsiteY47" fmla="*/ 20955 h 126682"/>
                  <a:gd name="connsiteX48" fmla="*/ 81915 w 121919"/>
                  <a:gd name="connsiteY48" fmla="*/ 20955 h 126682"/>
                  <a:gd name="connsiteX49" fmla="*/ 80010 w 121919"/>
                  <a:gd name="connsiteY49" fmla="*/ 20002 h 126682"/>
                  <a:gd name="connsiteX50" fmla="*/ 78105 w 121919"/>
                  <a:gd name="connsiteY50" fmla="*/ 19050 h 126682"/>
                  <a:gd name="connsiteX51" fmla="*/ 74295 w 121919"/>
                  <a:gd name="connsiteY51" fmla="*/ 16192 h 126682"/>
                  <a:gd name="connsiteX52" fmla="*/ 73342 w 121919"/>
                  <a:gd name="connsiteY52" fmla="*/ 15240 h 126682"/>
                  <a:gd name="connsiteX53" fmla="*/ 72390 w 121919"/>
                  <a:gd name="connsiteY53" fmla="*/ 14288 h 126682"/>
                  <a:gd name="connsiteX54" fmla="*/ 72390 w 121919"/>
                  <a:gd name="connsiteY54" fmla="*/ 13335 h 126682"/>
                  <a:gd name="connsiteX55" fmla="*/ 71438 w 121919"/>
                  <a:gd name="connsiteY55" fmla="*/ 10477 h 126682"/>
                  <a:gd name="connsiteX56" fmla="*/ 71438 w 121919"/>
                  <a:gd name="connsiteY56" fmla="*/ 9525 h 126682"/>
                  <a:gd name="connsiteX57" fmla="*/ 69532 w 121919"/>
                  <a:gd name="connsiteY57" fmla="*/ 8573 h 126682"/>
                  <a:gd name="connsiteX58" fmla="*/ 67627 w 121919"/>
                  <a:gd name="connsiteY58" fmla="*/ 8573 h 126682"/>
                  <a:gd name="connsiteX59" fmla="*/ 65722 w 121919"/>
                  <a:gd name="connsiteY59" fmla="*/ 7620 h 126682"/>
                  <a:gd name="connsiteX60" fmla="*/ 62865 w 121919"/>
                  <a:gd name="connsiteY60" fmla="*/ 5715 h 126682"/>
                  <a:gd name="connsiteX61" fmla="*/ 60007 w 121919"/>
                  <a:gd name="connsiteY61" fmla="*/ 5715 h 126682"/>
                  <a:gd name="connsiteX62" fmla="*/ 58102 w 121919"/>
                  <a:gd name="connsiteY62" fmla="*/ 6667 h 126682"/>
                  <a:gd name="connsiteX63" fmla="*/ 52388 w 121919"/>
                  <a:gd name="connsiteY63" fmla="*/ 9525 h 126682"/>
                  <a:gd name="connsiteX64" fmla="*/ 51435 w 121919"/>
                  <a:gd name="connsiteY64" fmla="*/ 9525 h 126682"/>
                  <a:gd name="connsiteX65" fmla="*/ 50482 w 121919"/>
                  <a:gd name="connsiteY65" fmla="*/ 9525 h 126682"/>
                  <a:gd name="connsiteX66" fmla="*/ 49530 w 121919"/>
                  <a:gd name="connsiteY66" fmla="*/ 8573 h 126682"/>
                  <a:gd name="connsiteX67" fmla="*/ 49530 w 121919"/>
                  <a:gd name="connsiteY67" fmla="*/ 8573 h 126682"/>
                  <a:gd name="connsiteX68" fmla="*/ 49530 w 121919"/>
                  <a:gd name="connsiteY68" fmla="*/ 8573 h 126682"/>
                  <a:gd name="connsiteX69" fmla="*/ 49530 w 121919"/>
                  <a:gd name="connsiteY69" fmla="*/ 7620 h 126682"/>
                  <a:gd name="connsiteX70" fmla="*/ 49530 w 121919"/>
                  <a:gd name="connsiteY70" fmla="*/ 4763 h 126682"/>
                  <a:gd name="connsiteX71" fmla="*/ 49530 w 121919"/>
                  <a:gd name="connsiteY71" fmla="*/ 1905 h 126682"/>
                  <a:gd name="connsiteX72" fmla="*/ 47625 w 121919"/>
                  <a:gd name="connsiteY72" fmla="*/ 0 h 126682"/>
                  <a:gd name="connsiteX73" fmla="*/ 44767 w 121919"/>
                  <a:gd name="connsiteY73" fmla="*/ 0 h 126682"/>
                  <a:gd name="connsiteX74" fmla="*/ 43815 w 121919"/>
                  <a:gd name="connsiteY74" fmla="*/ 952 h 126682"/>
                  <a:gd name="connsiteX75" fmla="*/ 43815 w 121919"/>
                  <a:gd name="connsiteY75" fmla="*/ 1905 h 126682"/>
                  <a:gd name="connsiteX76" fmla="*/ 43815 w 121919"/>
                  <a:gd name="connsiteY76" fmla="*/ 2858 h 126682"/>
                  <a:gd name="connsiteX77" fmla="*/ 42863 w 121919"/>
                  <a:gd name="connsiteY77" fmla="*/ 2858 h 126682"/>
                  <a:gd name="connsiteX78" fmla="*/ 41910 w 121919"/>
                  <a:gd name="connsiteY78" fmla="*/ 2858 h 126682"/>
                  <a:gd name="connsiteX79" fmla="*/ 39052 w 121919"/>
                  <a:gd name="connsiteY79" fmla="*/ 1905 h 126682"/>
                  <a:gd name="connsiteX80" fmla="*/ 38100 w 121919"/>
                  <a:gd name="connsiteY80" fmla="*/ 1905 h 126682"/>
                  <a:gd name="connsiteX81" fmla="*/ 37147 w 121919"/>
                  <a:gd name="connsiteY81" fmla="*/ 2858 h 126682"/>
                  <a:gd name="connsiteX82" fmla="*/ 37147 w 121919"/>
                  <a:gd name="connsiteY82" fmla="*/ 4763 h 126682"/>
                  <a:gd name="connsiteX83" fmla="*/ 37147 w 121919"/>
                  <a:gd name="connsiteY83" fmla="*/ 6667 h 126682"/>
                  <a:gd name="connsiteX84" fmla="*/ 37147 w 121919"/>
                  <a:gd name="connsiteY84" fmla="*/ 7620 h 126682"/>
                  <a:gd name="connsiteX85" fmla="*/ 36195 w 121919"/>
                  <a:gd name="connsiteY85" fmla="*/ 8573 h 126682"/>
                  <a:gd name="connsiteX86" fmla="*/ 35242 w 121919"/>
                  <a:gd name="connsiteY86" fmla="*/ 8573 h 126682"/>
                  <a:gd name="connsiteX87" fmla="*/ 34290 w 121919"/>
                  <a:gd name="connsiteY87" fmla="*/ 8573 h 126682"/>
                  <a:gd name="connsiteX88" fmla="*/ 33338 w 121919"/>
                  <a:gd name="connsiteY88" fmla="*/ 8573 h 126682"/>
                  <a:gd name="connsiteX89" fmla="*/ 34290 w 121919"/>
                  <a:gd name="connsiteY89" fmla="*/ 8573 h 126682"/>
                  <a:gd name="connsiteX90" fmla="*/ 33338 w 121919"/>
                  <a:gd name="connsiteY90" fmla="*/ 9525 h 126682"/>
                  <a:gd name="connsiteX91" fmla="*/ 32385 w 121919"/>
                  <a:gd name="connsiteY91" fmla="*/ 10477 h 126682"/>
                  <a:gd name="connsiteX92" fmla="*/ 31432 w 121919"/>
                  <a:gd name="connsiteY92" fmla="*/ 10477 h 126682"/>
                  <a:gd name="connsiteX93" fmla="*/ 28575 w 121919"/>
                  <a:gd name="connsiteY93" fmla="*/ 9525 h 126682"/>
                  <a:gd name="connsiteX94" fmla="*/ 26670 w 121919"/>
                  <a:gd name="connsiteY94" fmla="*/ 7620 h 126682"/>
                  <a:gd name="connsiteX95" fmla="*/ 24765 w 121919"/>
                  <a:gd name="connsiteY95" fmla="*/ 6667 h 126682"/>
                  <a:gd name="connsiteX96" fmla="*/ 22860 w 121919"/>
                  <a:gd name="connsiteY96" fmla="*/ 5715 h 126682"/>
                  <a:gd name="connsiteX97" fmla="*/ 20002 w 121919"/>
                  <a:gd name="connsiteY97" fmla="*/ 5715 h 126682"/>
                  <a:gd name="connsiteX98" fmla="*/ 15240 w 121919"/>
                  <a:gd name="connsiteY98" fmla="*/ 9525 h 126682"/>
                  <a:gd name="connsiteX99" fmla="*/ 12382 w 121919"/>
                  <a:gd name="connsiteY99" fmla="*/ 10477 h 126682"/>
                  <a:gd name="connsiteX100" fmla="*/ 10477 w 121919"/>
                  <a:gd name="connsiteY100" fmla="*/ 12383 h 126682"/>
                  <a:gd name="connsiteX101" fmla="*/ 9525 w 121919"/>
                  <a:gd name="connsiteY101" fmla="*/ 14288 h 126682"/>
                  <a:gd name="connsiteX102" fmla="*/ 9525 w 121919"/>
                  <a:gd name="connsiteY102" fmla="*/ 16192 h 126682"/>
                  <a:gd name="connsiteX103" fmla="*/ 9525 w 121919"/>
                  <a:gd name="connsiteY103" fmla="*/ 21908 h 126682"/>
                  <a:gd name="connsiteX104" fmla="*/ 10477 w 121919"/>
                  <a:gd name="connsiteY104" fmla="*/ 24765 h 126682"/>
                  <a:gd name="connsiteX105" fmla="*/ 12382 w 121919"/>
                  <a:gd name="connsiteY105" fmla="*/ 26670 h 126682"/>
                  <a:gd name="connsiteX106" fmla="*/ 15240 w 121919"/>
                  <a:gd name="connsiteY106" fmla="*/ 26670 h 126682"/>
                  <a:gd name="connsiteX107" fmla="*/ 15240 w 121919"/>
                  <a:gd name="connsiteY107" fmla="*/ 28575 h 126682"/>
                  <a:gd name="connsiteX108" fmla="*/ 15240 w 121919"/>
                  <a:gd name="connsiteY108" fmla="*/ 30480 h 126682"/>
                  <a:gd name="connsiteX109" fmla="*/ 16192 w 121919"/>
                  <a:gd name="connsiteY109" fmla="*/ 31433 h 126682"/>
                  <a:gd name="connsiteX110" fmla="*/ 18097 w 121919"/>
                  <a:gd name="connsiteY110" fmla="*/ 33338 h 126682"/>
                  <a:gd name="connsiteX111" fmla="*/ 15240 w 121919"/>
                  <a:gd name="connsiteY111" fmla="*/ 34290 h 126682"/>
                  <a:gd name="connsiteX112" fmla="*/ 14288 w 121919"/>
                  <a:gd name="connsiteY112" fmla="*/ 36195 h 126682"/>
                  <a:gd name="connsiteX113" fmla="*/ 14288 w 121919"/>
                  <a:gd name="connsiteY113" fmla="*/ 38100 h 126682"/>
                  <a:gd name="connsiteX114" fmla="*/ 15240 w 121919"/>
                  <a:gd name="connsiteY114" fmla="*/ 40005 h 126682"/>
                  <a:gd name="connsiteX115" fmla="*/ 19050 w 121919"/>
                  <a:gd name="connsiteY115" fmla="*/ 42863 h 126682"/>
                  <a:gd name="connsiteX116" fmla="*/ 20955 w 121919"/>
                  <a:gd name="connsiteY116" fmla="*/ 44767 h 126682"/>
                  <a:gd name="connsiteX117" fmla="*/ 20002 w 121919"/>
                  <a:gd name="connsiteY117" fmla="*/ 46673 h 126682"/>
                  <a:gd name="connsiteX118" fmla="*/ 18097 w 121919"/>
                  <a:gd name="connsiteY118" fmla="*/ 46673 h 126682"/>
                  <a:gd name="connsiteX119" fmla="*/ 15240 w 121919"/>
                  <a:gd name="connsiteY119" fmla="*/ 45720 h 126682"/>
                  <a:gd name="connsiteX120" fmla="*/ 11430 w 121919"/>
                  <a:gd name="connsiteY120" fmla="*/ 44767 h 126682"/>
                  <a:gd name="connsiteX121" fmla="*/ 8572 w 121919"/>
                  <a:gd name="connsiteY121" fmla="*/ 45720 h 126682"/>
                  <a:gd name="connsiteX122" fmla="*/ 7620 w 121919"/>
                  <a:gd name="connsiteY122" fmla="*/ 47625 h 126682"/>
                  <a:gd name="connsiteX123" fmla="*/ 8572 w 121919"/>
                  <a:gd name="connsiteY123" fmla="*/ 48577 h 126682"/>
                  <a:gd name="connsiteX124" fmla="*/ 10477 w 121919"/>
                  <a:gd name="connsiteY124" fmla="*/ 49530 h 126682"/>
                  <a:gd name="connsiteX125" fmla="*/ 11430 w 121919"/>
                  <a:gd name="connsiteY125" fmla="*/ 50483 h 126682"/>
                  <a:gd name="connsiteX126" fmla="*/ 12382 w 121919"/>
                  <a:gd name="connsiteY126" fmla="*/ 51435 h 126682"/>
                  <a:gd name="connsiteX127" fmla="*/ 12382 w 121919"/>
                  <a:gd name="connsiteY127" fmla="*/ 51435 h 126682"/>
                  <a:gd name="connsiteX128" fmla="*/ 12382 w 121919"/>
                  <a:gd name="connsiteY128" fmla="*/ 52388 h 126682"/>
                  <a:gd name="connsiteX129" fmla="*/ 12382 w 121919"/>
                  <a:gd name="connsiteY129" fmla="*/ 54292 h 126682"/>
                  <a:gd name="connsiteX130" fmla="*/ 12382 w 121919"/>
                  <a:gd name="connsiteY130" fmla="*/ 55245 h 126682"/>
                  <a:gd name="connsiteX131" fmla="*/ 11430 w 121919"/>
                  <a:gd name="connsiteY131" fmla="*/ 59055 h 126682"/>
                  <a:gd name="connsiteX132" fmla="*/ 10477 w 121919"/>
                  <a:gd name="connsiteY132" fmla="*/ 60008 h 126682"/>
                  <a:gd name="connsiteX133" fmla="*/ 8572 w 121919"/>
                  <a:gd name="connsiteY133" fmla="*/ 61913 h 126682"/>
                  <a:gd name="connsiteX134" fmla="*/ 6667 w 121919"/>
                  <a:gd name="connsiteY134" fmla="*/ 61913 h 126682"/>
                  <a:gd name="connsiteX135" fmla="*/ 4763 w 121919"/>
                  <a:gd name="connsiteY135" fmla="*/ 61913 h 126682"/>
                  <a:gd name="connsiteX136" fmla="*/ 2857 w 121919"/>
                  <a:gd name="connsiteY136" fmla="*/ 62865 h 126682"/>
                  <a:gd name="connsiteX137" fmla="*/ 5715 w 121919"/>
                  <a:gd name="connsiteY137" fmla="*/ 68580 h 126682"/>
                  <a:gd name="connsiteX138" fmla="*/ 5715 w 121919"/>
                  <a:gd name="connsiteY138" fmla="*/ 74295 h 126682"/>
                  <a:gd name="connsiteX139" fmla="*/ 3810 w 121919"/>
                  <a:gd name="connsiteY139" fmla="*/ 80010 h 126682"/>
                  <a:gd name="connsiteX140" fmla="*/ 0 w 121919"/>
                  <a:gd name="connsiteY140" fmla="*/ 84773 h 126682"/>
                  <a:gd name="connsiteX141" fmla="*/ 952 w 121919"/>
                  <a:gd name="connsiteY141" fmla="*/ 85725 h 126682"/>
                  <a:gd name="connsiteX142" fmla="*/ 4763 w 121919"/>
                  <a:gd name="connsiteY142" fmla="*/ 87630 h 126682"/>
                  <a:gd name="connsiteX143" fmla="*/ 6667 w 121919"/>
                  <a:gd name="connsiteY143" fmla="*/ 88583 h 126682"/>
                  <a:gd name="connsiteX144" fmla="*/ 11430 w 121919"/>
                  <a:gd name="connsiteY144" fmla="*/ 89535 h 126682"/>
                  <a:gd name="connsiteX145" fmla="*/ 13335 w 121919"/>
                  <a:gd name="connsiteY145" fmla="*/ 90488 h 126682"/>
                  <a:gd name="connsiteX146" fmla="*/ 14288 w 121919"/>
                  <a:gd name="connsiteY146" fmla="*/ 91440 h 126682"/>
                  <a:gd name="connsiteX147" fmla="*/ 15240 w 121919"/>
                  <a:gd name="connsiteY147" fmla="*/ 92392 h 126682"/>
                  <a:gd name="connsiteX148" fmla="*/ 16192 w 121919"/>
                  <a:gd name="connsiteY148" fmla="*/ 94298 h 126682"/>
                  <a:gd name="connsiteX149" fmla="*/ 17145 w 121919"/>
                  <a:gd name="connsiteY149" fmla="*/ 95250 h 126682"/>
                  <a:gd name="connsiteX150" fmla="*/ 20002 w 121919"/>
                  <a:gd name="connsiteY150" fmla="*/ 97155 h 126682"/>
                  <a:gd name="connsiteX151" fmla="*/ 21907 w 121919"/>
                  <a:gd name="connsiteY151" fmla="*/ 98108 h 126682"/>
                  <a:gd name="connsiteX152" fmla="*/ 23813 w 121919"/>
                  <a:gd name="connsiteY152" fmla="*/ 100965 h 126682"/>
                  <a:gd name="connsiteX153" fmla="*/ 23813 w 121919"/>
                  <a:gd name="connsiteY153" fmla="*/ 104775 h 126682"/>
                  <a:gd name="connsiteX154" fmla="*/ 22860 w 121919"/>
                  <a:gd name="connsiteY154" fmla="*/ 108585 h 126682"/>
                  <a:gd name="connsiteX155" fmla="*/ 20955 w 121919"/>
                  <a:gd name="connsiteY155" fmla="*/ 115252 h 126682"/>
                  <a:gd name="connsiteX156" fmla="*/ 20002 w 121919"/>
                  <a:gd name="connsiteY156" fmla="*/ 119063 h 126682"/>
                  <a:gd name="connsiteX157" fmla="*/ 20002 w 121919"/>
                  <a:gd name="connsiteY157" fmla="*/ 122873 h 126682"/>
                  <a:gd name="connsiteX158" fmla="*/ 20955 w 121919"/>
                  <a:gd name="connsiteY158" fmla="*/ 126683 h 126682"/>
                  <a:gd name="connsiteX159" fmla="*/ 23813 w 121919"/>
                  <a:gd name="connsiteY159" fmla="*/ 125730 h 126682"/>
                  <a:gd name="connsiteX160" fmla="*/ 32385 w 121919"/>
                  <a:gd name="connsiteY160" fmla="*/ 120967 h 126682"/>
                  <a:gd name="connsiteX161" fmla="*/ 56197 w 121919"/>
                  <a:gd name="connsiteY161" fmla="*/ 112395 h 126682"/>
                  <a:gd name="connsiteX162" fmla="*/ 62865 w 121919"/>
                  <a:gd name="connsiteY162" fmla="*/ 111442 h 126682"/>
                  <a:gd name="connsiteX163" fmla="*/ 69532 w 121919"/>
                  <a:gd name="connsiteY163" fmla="*/ 110490 h 126682"/>
                  <a:gd name="connsiteX164" fmla="*/ 67627 w 121919"/>
                  <a:gd name="connsiteY164" fmla="*/ 109538 h 126682"/>
                  <a:gd name="connsiteX165" fmla="*/ 65722 w 121919"/>
                  <a:gd name="connsiteY165" fmla="*/ 109538 h 126682"/>
                  <a:gd name="connsiteX166" fmla="*/ 62865 w 121919"/>
                  <a:gd name="connsiteY166" fmla="*/ 109538 h 126682"/>
                  <a:gd name="connsiteX167" fmla="*/ 64770 w 121919"/>
                  <a:gd name="connsiteY167" fmla="*/ 108585 h 126682"/>
                  <a:gd name="connsiteX168" fmla="*/ 67627 w 121919"/>
                  <a:gd name="connsiteY168" fmla="*/ 108585 h 126682"/>
                  <a:gd name="connsiteX169" fmla="*/ 70485 w 121919"/>
                  <a:gd name="connsiteY169" fmla="*/ 109538 h 126682"/>
                  <a:gd name="connsiteX170" fmla="*/ 73342 w 121919"/>
                  <a:gd name="connsiteY170" fmla="*/ 110490 h 126682"/>
                  <a:gd name="connsiteX171" fmla="*/ 77152 w 121919"/>
                  <a:gd name="connsiteY171" fmla="*/ 110490 h 126682"/>
                  <a:gd name="connsiteX172" fmla="*/ 89535 w 121919"/>
                  <a:gd name="connsiteY172" fmla="*/ 108585 h 126682"/>
                  <a:gd name="connsiteX173" fmla="*/ 86677 w 121919"/>
                  <a:gd name="connsiteY173" fmla="*/ 107633 h 126682"/>
                  <a:gd name="connsiteX174" fmla="*/ 83820 w 121919"/>
                  <a:gd name="connsiteY174" fmla="*/ 107633 h 126682"/>
                  <a:gd name="connsiteX175" fmla="*/ 78105 w 121919"/>
                  <a:gd name="connsiteY175" fmla="*/ 108585 h 126682"/>
                  <a:gd name="connsiteX176" fmla="*/ 81915 w 121919"/>
                  <a:gd name="connsiteY176" fmla="*/ 106680 h 126682"/>
                  <a:gd name="connsiteX177" fmla="*/ 85725 w 121919"/>
                  <a:gd name="connsiteY177" fmla="*/ 106680 h 126682"/>
                  <a:gd name="connsiteX178" fmla="*/ 99060 w 121919"/>
                  <a:gd name="connsiteY178" fmla="*/ 109538 h 126682"/>
                  <a:gd name="connsiteX179" fmla="*/ 101917 w 121919"/>
                  <a:gd name="connsiteY179" fmla="*/ 109538 h 126682"/>
                  <a:gd name="connsiteX180" fmla="*/ 103822 w 121919"/>
                  <a:gd name="connsiteY180" fmla="*/ 109538 h 126682"/>
                  <a:gd name="connsiteX181" fmla="*/ 104775 w 121919"/>
                  <a:gd name="connsiteY181" fmla="*/ 108585 h 126682"/>
                  <a:gd name="connsiteX182" fmla="*/ 104775 w 121919"/>
                  <a:gd name="connsiteY182" fmla="*/ 107633 h 126682"/>
                  <a:gd name="connsiteX183" fmla="*/ 105727 w 121919"/>
                  <a:gd name="connsiteY183" fmla="*/ 106680 h 126682"/>
                  <a:gd name="connsiteX184" fmla="*/ 107632 w 121919"/>
                  <a:gd name="connsiteY184" fmla="*/ 106680 h 126682"/>
                  <a:gd name="connsiteX185" fmla="*/ 107632 w 121919"/>
                  <a:gd name="connsiteY185" fmla="*/ 108585 h 126682"/>
                  <a:gd name="connsiteX186" fmla="*/ 108585 w 121919"/>
                  <a:gd name="connsiteY186" fmla="*/ 109538 h 126682"/>
                  <a:gd name="connsiteX187" fmla="*/ 109538 w 121919"/>
                  <a:gd name="connsiteY187" fmla="*/ 110490 h 126682"/>
                  <a:gd name="connsiteX188" fmla="*/ 110490 w 121919"/>
                  <a:gd name="connsiteY188" fmla="*/ 111442 h 126682"/>
                  <a:gd name="connsiteX189" fmla="*/ 113347 w 121919"/>
                  <a:gd name="connsiteY189" fmla="*/ 111442 h 126682"/>
                  <a:gd name="connsiteX190" fmla="*/ 117157 w 121919"/>
                  <a:gd name="connsiteY190" fmla="*/ 111442 h 12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121919" h="126682">
                    <a:moveTo>
                      <a:pt x="111442" y="113348"/>
                    </a:moveTo>
                    <a:lnTo>
                      <a:pt x="111442" y="113348"/>
                    </a:lnTo>
                    <a:lnTo>
                      <a:pt x="108585" y="113348"/>
                    </a:lnTo>
                    <a:lnTo>
                      <a:pt x="109538" y="112395"/>
                    </a:lnTo>
                    <a:lnTo>
                      <a:pt x="110490" y="112395"/>
                    </a:lnTo>
                    <a:lnTo>
                      <a:pt x="111442" y="113348"/>
                    </a:lnTo>
                    <a:close/>
                    <a:moveTo>
                      <a:pt x="117157" y="111442"/>
                    </a:moveTo>
                    <a:lnTo>
                      <a:pt x="118110" y="109538"/>
                    </a:lnTo>
                    <a:lnTo>
                      <a:pt x="118110" y="106680"/>
                    </a:lnTo>
                    <a:lnTo>
                      <a:pt x="117157" y="104775"/>
                    </a:lnTo>
                    <a:lnTo>
                      <a:pt x="116205" y="102870"/>
                    </a:lnTo>
                    <a:lnTo>
                      <a:pt x="114300" y="101917"/>
                    </a:lnTo>
                    <a:lnTo>
                      <a:pt x="112395" y="100013"/>
                    </a:lnTo>
                    <a:lnTo>
                      <a:pt x="110490" y="95250"/>
                    </a:lnTo>
                    <a:lnTo>
                      <a:pt x="108585" y="88583"/>
                    </a:lnTo>
                    <a:lnTo>
                      <a:pt x="107632" y="81915"/>
                    </a:lnTo>
                    <a:lnTo>
                      <a:pt x="108585" y="77152"/>
                    </a:lnTo>
                    <a:lnTo>
                      <a:pt x="109538" y="74295"/>
                    </a:lnTo>
                    <a:lnTo>
                      <a:pt x="112395" y="70485"/>
                    </a:lnTo>
                    <a:lnTo>
                      <a:pt x="113347" y="67627"/>
                    </a:lnTo>
                    <a:lnTo>
                      <a:pt x="114300" y="61913"/>
                    </a:lnTo>
                    <a:lnTo>
                      <a:pt x="115252" y="59055"/>
                    </a:lnTo>
                    <a:lnTo>
                      <a:pt x="117157" y="56198"/>
                    </a:lnTo>
                    <a:lnTo>
                      <a:pt x="120015" y="52388"/>
                    </a:lnTo>
                    <a:lnTo>
                      <a:pt x="120967" y="51435"/>
                    </a:lnTo>
                    <a:lnTo>
                      <a:pt x="121920" y="50483"/>
                    </a:lnTo>
                    <a:lnTo>
                      <a:pt x="121920" y="50483"/>
                    </a:lnTo>
                    <a:lnTo>
                      <a:pt x="121920" y="50483"/>
                    </a:lnTo>
                    <a:lnTo>
                      <a:pt x="121920" y="49530"/>
                    </a:lnTo>
                    <a:lnTo>
                      <a:pt x="121920" y="47625"/>
                    </a:lnTo>
                    <a:lnTo>
                      <a:pt x="120967" y="41910"/>
                    </a:lnTo>
                    <a:lnTo>
                      <a:pt x="120015" y="40005"/>
                    </a:lnTo>
                    <a:lnTo>
                      <a:pt x="118110" y="35242"/>
                    </a:lnTo>
                    <a:lnTo>
                      <a:pt x="117157" y="33338"/>
                    </a:lnTo>
                    <a:lnTo>
                      <a:pt x="117157" y="31433"/>
                    </a:lnTo>
                    <a:lnTo>
                      <a:pt x="118110" y="24765"/>
                    </a:lnTo>
                    <a:lnTo>
                      <a:pt x="115252" y="25717"/>
                    </a:lnTo>
                    <a:lnTo>
                      <a:pt x="112395" y="22860"/>
                    </a:lnTo>
                    <a:lnTo>
                      <a:pt x="110490" y="19050"/>
                    </a:lnTo>
                    <a:lnTo>
                      <a:pt x="108585" y="17145"/>
                    </a:lnTo>
                    <a:lnTo>
                      <a:pt x="104775" y="16192"/>
                    </a:lnTo>
                    <a:lnTo>
                      <a:pt x="100013" y="16192"/>
                    </a:lnTo>
                    <a:lnTo>
                      <a:pt x="95250" y="17145"/>
                    </a:lnTo>
                    <a:lnTo>
                      <a:pt x="91440" y="18098"/>
                    </a:lnTo>
                    <a:lnTo>
                      <a:pt x="89535" y="19050"/>
                    </a:lnTo>
                    <a:lnTo>
                      <a:pt x="87630" y="20002"/>
                    </a:lnTo>
                    <a:lnTo>
                      <a:pt x="85725" y="20955"/>
                    </a:lnTo>
                    <a:lnTo>
                      <a:pt x="83820" y="20955"/>
                    </a:lnTo>
                    <a:lnTo>
                      <a:pt x="81915" y="20955"/>
                    </a:lnTo>
                    <a:lnTo>
                      <a:pt x="80010" y="20002"/>
                    </a:lnTo>
                    <a:lnTo>
                      <a:pt x="78105" y="19050"/>
                    </a:lnTo>
                    <a:lnTo>
                      <a:pt x="74295" y="16192"/>
                    </a:lnTo>
                    <a:lnTo>
                      <a:pt x="73342" y="15240"/>
                    </a:lnTo>
                    <a:lnTo>
                      <a:pt x="72390" y="14288"/>
                    </a:lnTo>
                    <a:lnTo>
                      <a:pt x="72390" y="13335"/>
                    </a:lnTo>
                    <a:lnTo>
                      <a:pt x="71438" y="10477"/>
                    </a:lnTo>
                    <a:lnTo>
                      <a:pt x="71438" y="9525"/>
                    </a:lnTo>
                    <a:lnTo>
                      <a:pt x="69532" y="8573"/>
                    </a:lnTo>
                    <a:lnTo>
                      <a:pt x="67627" y="8573"/>
                    </a:lnTo>
                    <a:lnTo>
                      <a:pt x="65722" y="7620"/>
                    </a:lnTo>
                    <a:lnTo>
                      <a:pt x="62865" y="5715"/>
                    </a:lnTo>
                    <a:lnTo>
                      <a:pt x="60007" y="5715"/>
                    </a:lnTo>
                    <a:lnTo>
                      <a:pt x="58102" y="6667"/>
                    </a:lnTo>
                    <a:lnTo>
                      <a:pt x="52388" y="9525"/>
                    </a:lnTo>
                    <a:lnTo>
                      <a:pt x="51435" y="9525"/>
                    </a:lnTo>
                    <a:lnTo>
                      <a:pt x="50482" y="9525"/>
                    </a:lnTo>
                    <a:lnTo>
                      <a:pt x="49530" y="8573"/>
                    </a:lnTo>
                    <a:lnTo>
                      <a:pt x="49530" y="8573"/>
                    </a:lnTo>
                    <a:lnTo>
                      <a:pt x="49530" y="8573"/>
                    </a:lnTo>
                    <a:lnTo>
                      <a:pt x="49530" y="7620"/>
                    </a:lnTo>
                    <a:lnTo>
                      <a:pt x="49530" y="4763"/>
                    </a:lnTo>
                    <a:lnTo>
                      <a:pt x="49530" y="1905"/>
                    </a:lnTo>
                    <a:lnTo>
                      <a:pt x="47625" y="0"/>
                    </a:lnTo>
                    <a:lnTo>
                      <a:pt x="44767" y="0"/>
                    </a:lnTo>
                    <a:lnTo>
                      <a:pt x="43815" y="952"/>
                    </a:lnTo>
                    <a:lnTo>
                      <a:pt x="43815" y="1905"/>
                    </a:lnTo>
                    <a:lnTo>
                      <a:pt x="43815" y="2858"/>
                    </a:lnTo>
                    <a:lnTo>
                      <a:pt x="42863" y="2858"/>
                    </a:lnTo>
                    <a:lnTo>
                      <a:pt x="41910" y="2858"/>
                    </a:lnTo>
                    <a:lnTo>
                      <a:pt x="39052" y="1905"/>
                    </a:lnTo>
                    <a:lnTo>
                      <a:pt x="38100" y="1905"/>
                    </a:lnTo>
                    <a:lnTo>
                      <a:pt x="37147" y="2858"/>
                    </a:lnTo>
                    <a:lnTo>
                      <a:pt x="37147" y="4763"/>
                    </a:lnTo>
                    <a:lnTo>
                      <a:pt x="37147" y="6667"/>
                    </a:lnTo>
                    <a:lnTo>
                      <a:pt x="37147" y="7620"/>
                    </a:lnTo>
                    <a:lnTo>
                      <a:pt x="36195" y="8573"/>
                    </a:lnTo>
                    <a:lnTo>
                      <a:pt x="35242" y="8573"/>
                    </a:lnTo>
                    <a:lnTo>
                      <a:pt x="34290" y="8573"/>
                    </a:lnTo>
                    <a:lnTo>
                      <a:pt x="33338" y="8573"/>
                    </a:lnTo>
                    <a:lnTo>
                      <a:pt x="34290" y="8573"/>
                    </a:lnTo>
                    <a:lnTo>
                      <a:pt x="33338" y="9525"/>
                    </a:lnTo>
                    <a:lnTo>
                      <a:pt x="32385" y="10477"/>
                    </a:lnTo>
                    <a:lnTo>
                      <a:pt x="31432" y="10477"/>
                    </a:lnTo>
                    <a:lnTo>
                      <a:pt x="28575" y="9525"/>
                    </a:lnTo>
                    <a:lnTo>
                      <a:pt x="26670" y="7620"/>
                    </a:lnTo>
                    <a:lnTo>
                      <a:pt x="24765" y="6667"/>
                    </a:lnTo>
                    <a:lnTo>
                      <a:pt x="22860" y="5715"/>
                    </a:lnTo>
                    <a:lnTo>
                      <a:pt x="20002" y="5715"/>
                    </a:lnTo>
                    <a:lnTo>
                      <a:pt x="15240" y="9525"/>
                    </a:lnTo>
                    <a:lnTo>
                      <a:pt x="12382" y="10477"/>
                    </a:lnTo>
                    <a:lnTo>
                      <a:pt x="10477" y="12383"/>
                    </a:lnTo>
                    <a:lnTo>
                      <a:pt x="9525" y="14288"/>
                    </a:lnTo>
                    <a:lnTo>
                      <a:pt x="9525" y="16192"/>
                    </a:lnTo>
                    <a:lnTo>
                      <a:pt x="9525" y="21908"/>
                    </a:lnTo>
                    <a:lnTo>
                      <a:pt x="10477" y="24765"/>
                    </a:lnTo>
                    <a:lnTo>
                      <a:pt x="12382" y="26670"/>
                    </a:lnTo>
                    <a:lnTo>
                      <a:pt x="15240" y="26670"/>
                    </a:lnTo>
                    <a:lnTo>
                      <a:pt x="15240" y="28575"/>
                    </a:lnTo>
                    <a:lnTo>
                      <a:pt x="15240" y="30480"/>
                    </a:lnTo>
                    <a:lnTo>
                      <a:pt x="16192" y="31433"/>
                    </a:lnTo>
                    <a:lnTo>
                      <a:pt x="18097" y="33338"/>
                    </a:lnTo>
                    <a:lnTo>
                      <a:pt x="15240" y="34290"/>
                    </a:lnTo>
                    <a:lnTo>
                      <a:pt x="14288" y="36195"/>
                    </a:lnTo>
                    <a:lnTo>
                      <a:pt x="14288" y="38100"/>
                    </a:lnTo>
                    <a:lnTo>
                      <a:pt x="15240" y="40005"/>
                    </a:lnTo>
                    <a:lnTo>
                      <a:pt x="19050" y="42863"/>
                    </a:lnTo>
                    <a:lnTo>
                      <a:pt x="20955" y="44767"/>
                    </a:lnTo>
                    <a:lnTo>
                      <a:pt x="20002" y="46673"/>
                    </a:lnTo>
                    <a:lnTo>
                      <a:pt x="18097" y="46673"/>
                    </a:lnTo>
                    <a:lnTo>
                      <a:pt x="15240" y="45720"/>
                    </a:lnTo>
                    <a:lnTo>
                      <a:pt x="11430" y="44767"/>
                    </a:lnTo>
                    <a:lnTo>
                      <a:pt x="8572" y="45720"/>
                    </a:lnTo>
                    <a:lnTo>
                      <a:pt x="7620" y="47625"/>
                    </a:lnTo>
                    <a:lnTo>
                      <a:pt x="8572" y="48577"/>
                    </a:lnTo>
                    <a:lnTo>
                      <a:pt x="10477" y="49530"/>
                    </a:lnTo>
                    <a:lnTo>
                      <a:pt x="11430" y="50483"/>
                    </a:lnTo>
                    <a:lnTo>
                      <a:pt x="12382" y="51435"/>
                    </a:lnTo>
                    <a:lnTo>
                      <a:pt x="12382" y="51435"/>
                    </a:lnTo>
                    <a:lnTo>
                      <a:pt x="12382" y="52388"/>
                    </a:lnTo>
                    <a:lnTo>
                      <a:pt x="12382" y="54292"/>
                    </a:lnTo>
                    <a:lnTo>
                      <a:pt x="12382" y="55245"/>
                    </a:lnTo>
                    <a:lnTo>
                      <a:pt x="11430" y="59055"/>
                    </a:lnTo>
                    <a:lnTo>
                      <a:pt x="10477" y="60008"/>
                    </a:lnTo>
                    <a:lnTo>
                      <a:pt x="8572" y="61913"/>
                    </a:lnTo>
                    <a:lnTo>
                      <a:pt x="6667" y="61913"/>
                    </a:lnTo>
                    <a:lnTo>
                      <a:pt x="4763" y="61913"/>
                    </a:lnTo>
                    <a:lnTo>
                      <a:pt x="2857" y="62865"/>
                    </a:lnTo>
                    <a:lnTo>
                      <a:pt x="5715" y="68580"/>
                    </a:lnTo>
                    <a:lnTo>
                      <a:pt x="5715" y="74295"/>
                    </a:lnTo>
                    <a:lnTo>
                      <a:pt x="3810" y="80010"/>
                    </a:lnTo>
                    <a:lnTo>
                      <a:pt x="0" y="84773"/>
                    </a:lnTo>
                    <a:lnTo>
                      <a:pt x="952" y="85725"/>
                    </a:lnTo>
                    <a:lnTo>
                      <a:pt x="4763" y="87630"/>
                    </a:lnTo>
                    <a:lnTo>
                      <a:pt x="6667" y="88583"/>
                    </a:lnTo>
                    <a:lnTo>
                      <a:pt x="11430" y="89535"/>
                    </a:lnTo>
                    <a:lnTo>
                      <a:pt x="13335" y="90488"/>
                    </a:lnTo>
                    <a:lnTo>
                      <a:pt x="14288" y="91440"/>
                    </a:lnTo>
                    <a:lnTo>
                      <a:pt x="15240" y="92392"/>
                    </a:lnTo>
                    <a:lnTo>
                      <a:pt x="16192" y="94298"/>
                    </a:lnTo>
                    <a:lnTo>
                      <a:pt x="17145" y="95250"/>
                    </a:lnTo>
                    <a:lnTo>
                      <a:pt x="20002" y="97155"/>
                    </a:lnTo>
                    <a:lnTo>
                      <a:pt x="21907" y="98108"/>
                    </a:lnTo>
                    <a:lnTo>
                      <a:pt x="23813" y="100965"/>
                    </a:lnTo>
                    <a:lnTo>
                      <a:pt x="23813" y="104775"/>
                    </a:lnTo>
                    <a:lnTo>
                      <a:pt x="22860" y="108585"/>
                    </a:lnTo>
                    <a:lnTo>
                      <a:pt x="20955" y="115252"/>
                    </a:lnTo>
                    <a:lnTo>
                      <a:pt x="20002" y="119063"/>
                    </a:lnTo>
                    <a:lnTo>
                      <a:pt x="20002" y="122873"/>
                    </a:lnTo>
                    <a:lnTo>
                      <a:pt x="20955" y="126683"/>
                    </a:lnTo>
                    <a:lnTo>
                      <a:pt x="23813" y="125730"/>
                    </a:lnTo>
                    <a:lnTo>
                      <a:pt x="32385" y="120967"/>
                    </a:lnTo>
                    <a:lnTo>
                      <a:pt x="56197" y="112395"/>
                    </a:lnTo>
                    <a:lnTo>
                      <a:pt x="62865" y="111442"/>
                    </a:lnTo>
                    <a:lnTo>
                      <a:pt x="69532" y="110490"/>
                    </a:lnTo>
                    <a:lnTo>
                      <a:pt x="67627" y="109538"/>
                    </a:lnTo>
                    <a:lnTo>
                      <a:pt x="65722" y="109538"/>
                    </a:lnTo>
                    <a:lnTo>
                      <a:pt x="62865" y="109538"/>
                    </a:lnTo>
                    <a:lnTo>
                      <a:pt x="64770" y="108585"/>
                    </a:lnTo>
                    <a:lnTo>
                      <a:pt x="67627" y="108585"/>
                    </a:lnTo>
                    <a:lnTo>
                      <a:pt x="70485" y="109538"/>
                    </a:lnTo>
                    <a:lnTo>
                      <a:pt x="73342" y="110490"/>
                    </a:lnTo>
                    <a:lnTo>
                      <a:pt x="77152" y="110490"/>
                    </a:lnTo>
                    <a:lnTo>
                      <a:pt x="89535" y="108585"/>
                    </a:lnTo>
                    <a:lnTo>
                      <a:pt x="86677" y="107633"/>
                    </a:lnTo>
                    <a:lnTo>
                      <a:pt x="83820" y="107633"/>
                    </a:lnTo>
                    <a:lnTo>
                      <a:pt x="78105" y="108585"/>
                    </a:lnTo>
                    <a:lnTo>
                      <a:pt x="81915" y="106680"/>
                    </a:lnTo>
                    <a:lnTo>
                      <a:pt x="85725" y="106680"/>
                    </a:lnTo>
                    <a:lnTo>
                      <a:pt x="99060" y="109538"/>
                    </a:lnTo>
                    <a:lnTo>
                      <a:pt x="101917" y="109538"/>
                    </a:lnTo>
                    <a:lnTo>
                      <a:pt x="103822" y="109538"/>
                    </a:lnTo>
                    <a:lnTo>
                      <a:pt x="104775" y="108585"/>
                    </a:lnTo>
                    <a:lnTo>
                      <a:pt x="104775" y="107633"/>
                    </a:lnTo>
                    <a:lnTo>
                      <a:pt x="105727" y="106680"/>
                    </a:lnTo>
                    <a:lnTo>
                      <a:pt x="107632" y="106680"/>
                    </a:lnTo>
                    <a:lnTo>
                      <a:pt x="107632" y="108585"/>
                    </a:lnTo>
                    <a:lnTo>
                      <a:pt x="108585" y="109538"/>
                    </a:lnTo>
                    <a:lnTo>
                      <a:pt x="109538" y="110490"/>
                    </a:lnTo>
                    <a:lnTo>
                      <a:pt x="110490" y="111442"/>
                    </a:lnTo>
                    <a:lnTo>
                      <a:pt x="113347" y="111442"/>
                    </a:lnTo>
                    <a:lnTo>
                      <a:pt x="117157" y="111442"/>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39" name="Freeform: Shape 119">
                <a:extLst>
                  <a:ext uri="{FF2B5EF4-FFF2-40B4-BE49-F238E27FC236}">
                    <a16:creationId xmlns:a16="http://schemas.microsoft.com/office/drawing/2014/main" id="{145B6572-9CE4-68B8-96D4-F5C47E2E1FD7}"/>
                  </a:ext>
                </a:extLst>
              </p:cNvPr>
              <p:cNvSpPr/>
              <p:nvPr/>
            </p:nvSpPr>
            <p:spPr>
              <a:xfrm>
                <a:off x="5875517" y="4012982"/>
                <a:ext cx="68524" cy="149291"/>
              </a:xfrm>
              <a:custGeom>
                <a:avLst/>
                <a:gdLst>
                  <a:gd name="connsiteX0" fmla="*/ 40957 w 61912"/>
                  <a:gd name="connsiteY0" fmla="*/ 100013 h 125729"/>
                  <a:gd name="connsiteX1" fmla="*/ 39052 w 61912"/>
                  <a:gd name="connsiteY1" fmla="*/ 90488 h 125729"/>
                  <a:gd name="connsiteX2" fmla="*/ 39052 w 61912"/>
                  <a:gd name="connsiteY2" fmla="*/ 87630 h 125729"/>
                  <a:gd name="connsiteX3" fmla="*/ 40005 w 61912"/>
                  <a:gd name="connsiteY3" fmla="*/ 72390 h 125729"/>
                  <a:gd name="connsiteX4" fmla="*/ 40005 w 61912"/>
                  <a:gd name="connsiteY4" fmla="*/ 70485 h 125729"/>
                  <a:gd name="connsiteX5" fmla="*/ 40957 w 61912"/>
                  <a:gd name="connsiteY5" fmla="*/ 68580 h 125729"/>
                  <a:gd name="connsiteX6" fmla="*/ 43815 w 61912"/>
                  <a:gd name="connsiteY6" fmla="*/ 67627 h 125729"/>
                  <a:gd name="connsiteX7" fmla="*/ 45720 w 61912"/>
                  <a:gd name="connsiteY7" fmla="*/ 66675 h 125729"/>
                  <a:gd name="connsiteX8" fmla="*/ 46672 w 61912"/>
                  <a:gd name="connsiteY8" fmla="*/ 65723 h 125729"/>
                  <a:gd name="connsiteX9" fmla="*/ 47625 w 61912"/>
                  <a:gd name="connsiteY9" fmla="*/ 64770 h 125729"/>
                  <a:gd name="connsiteX10" fmla="*/ 48577 w 61912"/>
                  <a:gd name="connsiteY10" fmla="*/ 61913 h 125729"/>
                  <a:gd name="connsiteX11" fmla="*/ 49530 w 61912"/>
                  <a:gd name="connsiteY11" fmla="*/ 59055 h 125729"/>
                  <a:gd name="connsiteX12" fmla="*/ 51435 w 61912"/>
                  <a:gd name="connsiteY12" fmla="*/ 53340 h 125729"/>
                  <a:gd name="connsiteX13" fmla="*/ 52388 w 61912"/>
                  <a:gd name="connsiteY13" fmla="*/ 52388 h 125729"/>
                  <a:gd name="connsiteX14" fmla="*/ 53340 w 61912"/>
                  <a:gd name="connsiteY14" fmla="*/ 51435 h 125729"/>
                  <a:gd name="connsiteX15" fmla="*/ 56197 w 61912"/>
                  <a:gd name="connsiteY15" fmla="*/ 50482 h 125729"/>
                  <a:gd name="connsiteX16" fmla="*/ 57150 w 61912"/>
                  <a:gd name="connsiteY16" fmla="*/ 49530 h 125729"/>
                  <a:gd name="connsiteX17" fmla="*/ 58102 w 61912"/>
                  <a:gd name="connsiteY17" fmla="*/ 47625 h 125729"/>
                  <a:gd name="connsiteX18" fmla="*/ 57150 w 61912"/>
                  <a:gd name="connsiteY18" fmla="*/ 45720 h 125729"/>
                  <a:gd name="connsiteX19" fmla="*/ 57150 w 61912"/>
                  <a:gd name="connsiteY19" fmla="*/ 44767 h 125729"/>
                  <a:gd name="connsiteX20" fmla="*/ 57150 w 61912"/>
                  <a:gd name="connsiteY20" fmla="*/ 42863 h 125729"/>
                  <a:gd name="connsiteX21" fmla="*/ 58102 w 61912"/>
                  <a:gd name="connsiteY21" fmla="*/ 40957 h 125729"/>
                  <a:gd name="connsiteX22" fmla="*/ 60007 w 61912"/>
                  <a:gd name="connsiteY22" fmla="*/ 40005 h 125729"/>
                  <a:gd name="connsiteX23" fmla="*/ 60960 w 61912"/>
                  <a:gd name="connsiteY23" fmla="*/ 39052 h 125729"/>
                  <a:gd name="connsiteX24" fmla="*/ 61913 w 61912"/>
                  <a:gd name="connsiteY24" fmla="*/ 36195 h 125729"/>
                  <a:gd name="connsiteX25" fmla="*/ 60960 w 61912"/>
                  <a:gd name="connsiteY25" fmla="*/ 30480 h 125729"/>
                  <a:gd name="connsiteX26" fmla="*/ 58102 w 61912"/>
                  <a:gd name="connsiteY26" fmla="*/ 24765 h 125729"/>
                  <a:gd name="connsiteX27" fmla="*/ 56197 w 61912"/>
                  <a:gd name="connsiteY27" fmla="*/ 19050 h 125729"/>
                  <a:gd name="connsiteX28" fmla="*/ 57150 w 61912"/>
                  <a:gd name="connsiteY28" fmla="*/ 13335 h 125729"/>
                  <a:gd name="connsiteX29" fmla="*/ 56197 w 61912"/>
                  <a:gd name="connsiteY29" fmla="*/ 11430 h 125729"/>
                  <a:gd name="connsiteX30" fmla="*/ 50482 w 61912"/>
                  <a:gd name="connsiteY30" fmla="*/ 6667 h 125729"/>
                  <a:gd name="connsiteX31" fmla="*/ 46672 w 61912"/>
                  <a:gd name="connsiteY31" fmla="*/ 2857 h 125729"/>
                  <a:gd name="connsiteX32" fmla="*/ 43815 w 61912"/>
                  <a:gd name="connsiteY32" fmla="*/ 952 h 125729"/>
                  <a:gd name="connsiteX33" fmla="*/ 41910 w 61912"/>
                  <a:gd name="connsiteY33" fmla="*/ 0 h 125729"/>
                  <a:gd name="connsiteX34" fmla="*/ 40957 w 61912"/>
                  <a:gd name="connsiteY34" fmla="*/ 0 h 125729"/>
                  <a:gd name="connsiteX35" fmla="*/ 35243 w 61912"/>
                  <a:gd name="connsiteY35" fmla="*/ 1905 h 125729"/>
                  <a:gd name="connsiteX36" fmla="*/ 33338 w 61912"/>
                  <a:gd name="connsiteY36" fmla="*/ 3810 h 125729"/>
                  <a:gd name="connsiteX37" fmla="*/ 33338 w 61912"/>
                  <a:gd name="connsiteY37" fmla="*/ 4763 h 125729"/>
                  <a:gd name="connsiteX38" fmla="*/ 33338 w 61912"/>
                  <a:gd name="connsiteY38" fmla="*/ 6667 h 125729"/>
                  <a:gd name="connsiteX39" fmla="*/ 33338 w 61912"/>
                  <a:gd name="connsiteY39" fmla="*/ 9525 h 125729"/>
                  <a:gd name="connsiteX40" fmla="*/ 31432 w 61912"/>
                  <a:gd name="connsiteY40" fmla="*/ 13335 h 125729"/>
                  <a:gd name="connsiteX41" fmla="*/ 28575 w 61912"/>
                  <a:gd name="connsiteY41" fmla="*/ 16192 h 125729"/>
                  <a:gd name="connsiteX42" fmla="*/ 25718 w 61912"/>
                  <a:gd name="connsiteY42" fmla="*/ 18098 h 125729"/>
                  <a:gd name="connsiteX43" fmla="*/ 21907 w 61912"/>
                  <a:gd name="connsiteY43" fmla="*/ 19050 h 125729"/>
                  <a:gd name="connsiteX44" fmla="*/ 19050 w 61912"/>
                  <a:gd name="connsiteY44" fmla="*/ 19050 h 125729"/>
                  <a:gd name="connsiteX45" fmla="*/ 15240 w 61912"/>
                  <a:gd name="connsiteY45" fmla="*/ 19050 h 125729"/>
                  <a:gd name="connsiteX46" fmla="*/ 12382 w 61912"/>
                  <a:gd name="connsiteY46" fmla="*/ 20002 h 125729"/>
                  <a:gd name="connsiteX47" fmla="*/ 11430 w 61912"/>
                  <a:gd name="connsiteY47" fmla="*/ 20955 h 125729"/>
                  <a:gd name="connsiteX48" fmla="*/ 7620 w 61912"/>
                  <a:gd name="connsiteY48" fmla="*/ 24765 h 125729"/>
                  <a:gd name="connsiteX49" fmla="*/ 6668 w 61912"/>
                  <a:gd name="connsiteY49" fmla="*/ 25717 h 125729"/>
                  <a:gd name="connsiteX50" fmla="*/ 6668 w 61912"/>
                  <a:gd name="connsiteY50" fmla="*/ 26670 h 125729"/>
                  <a:gd name="connsiteX51" fmla="*/ 6668 w 61912"/>
                  <a:gd name="connsiteY51" fmla="*/ 26670 h 125729"/>
                  <a:gd name="connsiteX52" fmla="*/ 5715 w 61912"/>
                  <a:gd name="connsiteY52" fmla="*/ 26670 h 125729"/>
                  <a:gd name="connsiteX53" fmla="*/ 3810 w 61912"/>
                  <a:gd name="connsiteY53" fmla="*/ 27623 h 125729"/>
                  <a:gd name="connsiteX54" fmla="*/ 2857 w 61912"/>
                  <a:gd name="connsiteY54" fmla="*/ 28575 h 125729"/>
                  <a:gd name="connsiteX55" fmla="*/ 1905 w 61912"/>
                  <a:gd name="connsiteY55" fmla="*/ 30480 h 125729"/>
                  <a:gd name="connsiteX56" fmla="*/ 952 w 61912"/>
                  <a:gd name="connsiteY56" fmla="*/ 33338 h 125729"/>
                  <a:gd name="connsiteX57" fmla="*/ 0 w 61912"/>
                  <a:gd name="connsiteY57" fmla="*/ 36195 h 125729"/>
                  <a:gd name="connsiteX58" fmla="*/ 0 w 61912"/>
                  <a:gd name="connsiteY58" fmla="*/ 39052 h 125729"/>
                  <a:gd name="connsiteX59" fmla="*/ 952 w 61912"/>
                  <a:gd name="connsiteY59" fmla="*/ 40957 h 125729"/>
                  <a:gd name="connsiteX60" fmla="*/ 1905 w 61912"/>
                  <a:gd name="connsiteY60" fmla="*/ 41910 h 125729"/>
                  <a:gd name="connsiteX61" fmla="*/ 8572 w 61912"/>
                  <a:gd name="connsiteY61" fmla="*/ 46673 h 125729"/>
                  <a:gd name="connsiteX62" fmla="*/ 10477 w 61912"/>
                  <a:gd name="connsiteY62" fmla="*/ 47625 h 125729"/>
                  <a:gd name="connsiteX63" fmla="*/ 11430 w 61912"/>
                  <a:gd name="connsiteY63" fmla="*/ 49530 h 125729"/>
                  <a:gd name="connsiteX64" fmla="*/ 12382 w 61912"/>
                  <a:gd name="connsiteY64" fmla="*/ 52388 h 125729"/>
                  <a:gd name="connsiteX65" fmla="*/ 12382 w 61912"/>
                  <a:gd name="connsiteY65" fmla="*/ 58102 h 125729"/>
                  <a:gd name="connsiteX66" fmla="*/ 12382 w 61912"/>
                  <a:gd name="connsiteY66" fmla="*/ 60007 h 125729"/>
                  <a:gd name="connsiteX67" fmla="*/ 13335 w 61912"/>
                  <a:gd name="connsiteY67" fmla="*/ 62865 h 125729"/>
                  <a:gd name="connsiteX68" fmla="*/ 16193 w 61912"/>
                  <a:gd name="connsiteY68" fmla="*/ 67627 h 125729"/>
                  <a:gd name="connsiteX69" fmla="*/ 17145 w 61912"/>
                  <a:gd name="connsiteY69" fmla="*/ 70485 h 125729"/>
                  <a:gd name="connsiteX70" fmla="*/ 18097 w 61912"/>
                  <a:gd name="connsiteY70" fmla="*/ 104775 h 125729"/>
                  <a:gd name="connsiteX71" fmla="*/ 17145 w 61912"/>
                  <a:gd name="connsiteY71" fmla="*/ 108585 h 125729"/>
                  <a:gd name="connsiteX72" fmla="*/ 16193 w 61912"/>
                  <a:gd name="connsiteY72" fmla="*/ 109538 h 125729"/>
                  <a:gd name="connsiteX73" fmla="*/ 16193 w 61912"/>
                  <a:gd name="connsiteY73" fmla="*/ 111442 h 125729"/>
                  <a:gd name="connsiteX74" fmla="*/ 17145 w 61912"/>
                  <a:gd name="connsiteY74" fmla="*/ 116205 h 125729"/>
                  <a:gd name="connsiteX75" fmla="*/ 17145 w 61912"/>
                  <a:gd name="connsiteY75" fmla="*/ 118110 h 125729"/>
                  <a:gd name="connsiteX76" fmla="*/ 18097 w 61912"/>
                  <a:gd name="connsiteY76" fmla="*/ 119063 h 125729"/>
                  <a:gd name="connsiteX77" fmla="*/ 19050 w 61912"/>
                  <a:gd name="connsiteY77" fmla="*/ 120015 h 125729"/>
                  <a:gd name="connsiteX78" fmla="*/ 20002 w 61912"/>
                  <a:gd name="connsiteY78" fmla="*/ 121920 h 125729"/>
                  <a:gd name="connsiteX79" fmla="*/ 20955 w 61912"/>
                  <a:gd name="connsiteY79" fmla="*/ 122873 h 125729"/>
                  <a:gd name="connsiteX80" fmla="*/ 20002 w 61912"/>
                  <a:gd name="connsiteY80" fmla="*/ 123825 h 125729"/>
                  <a:gd name="connsiteX81" fmla="*/ 19050 w 61912"/>
                  <a:gd name="connsiteY81" fmla="*/ 124777 h 125729"/>
                  <a:gd name="connsiteX82" fmla="*/ 17145 w 61912"/>
                  <a:gd name="connsiteY82" fmla="*/ 125730 h 125729"/>
                  <a:gd name="connsiteX83" fmla="*/ 28575 w 61912"/>
                  <a:gd name="connsiteY83" fmla="*/ 123825 h 125729"/>
                  <a:gd name="connsiteX84" fmla="*/ 39052 w 61912"/>
                  <a:gd name="connsiteY84" fmla="*/ 121920 h 125729"/>
                  <a:gd name="connsiteX85" fmla="*/ 40957 w 61912"/>
                  <a:gd name="connsiteY85" fmla="*/ 105727 h 12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1912" h="125729">
                    <a:moveTo>
                      <a:pt x="40957" y="100013"/>
                    </a:moveTo>
                    <a:lnTo>
                      <a:pt x="39052" y="90488"/>
                    </a:lnTo>
                    <a:lnTo>
                      <a:pt x="39052" y="87630"/>
                    </a:lnTo>
                    <a:lnTo>
                      <a:pt x="40005" y="72390"/>
                    </a:lnTo>
                    <a:lnTo>
                      <a:pt x="40005" y="70485"/>
                    </a:lnTo>
                    <a:lnTo>
                      <a:pt x="40957" y="68580"/>
                    </a:lnTo>
                    <a:lnTo>
                      <a:pt x="43815" y="67627"/>
                    </a:lnTo>
                    <a:lnTo>
                      <a:pt x="45720" y="66675"/>
                    </a:lnTo>
                    <a:lnTo>
                      <a:pt x="46672" y="65723"/>
                    </a:lnTo>
                    <a:lnTo>
                      <a:pt x="47625" y="64770"/>
                    </a:lnTo>
                    <a:lnTo>
                      <a:pt x="48577" y="61913"/>
                    </a:lnTo>
                    <a:lnTo>
                      <a:pt x="49530" y="59055"/>
                    </a:lnTo>
                    <a:lnTo>
                      <a:pt x="51435" y="53340"/>
                    </a:lnTo>
                    <a:lnTo>
                      <a:pt x="52388" y="52388"/>
                    </a:lnTo>
                    <a:lnTo>
                      <a:pt x="53340" y="51435"/>
                    </a:lnTo>
                    <a:lnTo>
                      <a:pt x="56197" y="50482"/>
                    </a:lnTo>
                    <a:lnTo>
                      <a:pt x="57150" y="49530"/>
                    </a:lnTo>
                    <a:lnTo>
                      <a:pt x="58102" y="47625"/>
                    </a:lnTo>
                    <a:lnTo>
                      <a:pt x="57150" y="45720"/>
                    </a:lnTo>
                    <a:lnTo>
                      <a:pt x="57150" y="44767"/>
                    </a:lnTo>
                    <a:lnTo>
                      <a:pt x="57150" y="42863"/>
                    </a:lnTo>
                    <a:lnTo>
                      <a:pt x="58102" y="40957"/>
                    </a:lnTo>
                    <a:lnTo>
                      <a:pt x="60007" y="40005"/>
                    </a:lnTo>
                    <a:lnTo>
                      <a:pt x="60960" y="39052"/>
                    </a:lnTo>
                    <a:lnTo>
                      <a:pt x="61913" y="36195"/>
                    </a:lnTo>
                    <a:lnTo>
                      <a:pt x="60960" y="30480"/>
                    </a:lnTo>
                    <a:lnTo>
                      <a:pt x="58102" y="24765"/>
                    </a:lnTo>
                    <a:lnTo>
                      <a:pt x="56197" y="19050"/>
                    </a:lnTo>
                    <a:lnTo>
                      <a:pt x="57150" y="13335"/>
                    </a:lnTo>
                    <a:lnTo>
                      <a:pt x="56197" y="11430"/>
                    </a:lnTo>
                    <a:lnTo>
                      <a:pt x="50482" y="6667"/>
                    </a:lnTo>
                    <a:lnTo>
                      <a:pt x="46672" y="2857"/>
                    </a:lnTo>
                    <a:lnTo>
                      <a:pt x="43815" y="952"/>
                    </a:lnTo>
                    <a:lnTo>
                      <a:pt x="41910" y="0"/>
                    </a:lnTo>
                    <a:lnTo>
                      <a:pt x="40957" y="0"/>
                    </a:lnTo>
                    <a:lnTo>
                      <a:pt x="35243" y="1905"/>
                    </a:lnTo>
                    <a:lnTo>
                      <a:pt x="33338" y="3810"/>
                    </a:lnTo>
                    <a:lnTo>
                      <a:pt x="33338" y="4763"/>
                    </a:lnTo>
                    <a:lnTo>
                      <a:pt x="33338" y="6667"/>
                    </a:lnTo>
                    <a:lnTo>
                      <a:pt x="33338" y="9525"/>
                    </a:lnTo>
                    <a:lnTo>
                      <a:pt x="31432" y="13335"/>
                    </a:lnTo>
                    <a:lnTo>
                      <a:pt x="28575" y="16192"/>
                    </a:lnTo>
                    <a:lnTo>
                      <a:pt x="25718" y="18098"/>
                    </a:lnTo>
                    <a:lnTo>
                      <a:pt x="21907" y="19050"/>
                    </a:lnTo>
                    <a:lnTo>
                      <a:pt x="19050" y="19050"/>
                    </a:lnTo>
                    <a:lnTo>
                      <a:pt x="15240" y="19050"/>
                    </a:lnTo>
                    <a:lnTo>
                      <a:pt x="12382" y="20002"/>
                    </a:lnTo>
                    <a:lnTo>
                      <a:pt x="11430" y="20955"/>
                    </a:lnTo>
                    <a:lnTo>
                      <a:pt x="7620" y="24765"/>
                    </a:lnTo>
                    <a:lnTo>
                      <a:pt x="6668" y="25717"/>
                    </a:lnTo>
                    <a:lnTo>
                      <a:pt x="6668" y="26670"/>
                    </a:lnTo>
                    <a:lnTo>
                      <a:pt x="6668" y="26670"/>
                    </a:lnTo>
                    <a:lnTo>
                      <a:pt x="5715" y="26670"/>
                    </a:lnTo>
                    <a:lnTo>
                      <a:pt x="3810" y="27623"/>
                    </a:lnTo>
                    <a:lnTo>
                      <a:pt x="2857" y="28575"/>
                    </a:lnTo>
                    <a:lnTo>
                      <a:pt x="1905" y="30480"/>
                    </a:lnTo>
                    <a:lnTo>
                      <a:pt x="952" y="33338"/>
                    </a:lnTo>
                    <a:lnTo>
                      <a:pt x="0" y="36195"/>
                    </a:lnTo>
                    <a:lnTo>
                      <a:pt x="0" y="39052"/>
                    </a:lnTo>
                    <a:lnTo>
                      <a:pt x="952" y="40957"/>
                    </a:lnTo>
                    <a:lnTo>
                      <a:pt x="1905" y="41910"/>
                    </a:lnTo>
                    <a:lnTo>
                      <a:pt x="8572" y="46673"/>
                    </a:lnTo>
                    <a:lnTo>
                      <a:pt x="10477" y="47625"/>
                    </a:lnTo>
                    <a:lnTo>
                      <a:pt x="11430" y="49530"/>
                    </a:lnTo>
                    <a:lnTo>
                      <a:pt x="12382" y="52388"/>
                    </a:lnTo>
                    <a:lnTo>
                      <a:pt x="12382" y="58102"/>
                    </a:lnTo>
                    <a:lnTo>
                      <a:pt x="12382" y="60007"/>
                    </a:lnTo>
                    <a:lnTo>
                      <a:pt x="13335" y="62865"/>
                    </a:lnTo>
                    <a:lnTo>
                      <a:pt x="16193" y="67627"/>
                    </a:lnTo>
                    <a:lnTo>
                      <a:pt x="17145" y="70485"/>
                    </a:lnTo>
                    <a:lnTo>
                      <a:pt x="18097" y="104775"/>
                    </a:lnTo>
                    <a:lnTo>
                      <a:pt x="17145" y="108585"/>
                    </a:lnTo>
                    <a:lnTo>
                      <a:pt x="16193" y="109538"/>
                    </a:lnTo>
                    <a:lnTo>
                      <a:pt x="16193" y="111442"/>
                    </a:lnTo>
                    <a:lnTo>
                      <a:pt x="17145" y="116205"/>
                    </a:lnTo>
                    <a:lnTo>
                      <a:pt x="17145" y="118110"/>
                    </a:lnTo>
                    <a:lnTo>
                      <a:pt x="18097" y="119063"/>
                    </a:lnTo>
                    <a:lnTo>
                      <a:pt x="19050" y="120015"/>
                    </a:lnTo>
                    <a:lnTo>
                      <a:pt x="20002" y="121920"/>
                    </a:lnTo>
                    <a:lnTo>
                      <a:pt x="20955" y="122873"/>
                    </a:lnTo>
                    <a:lnTo>
                      <a:pt x="20002" y="123825"/>
                    </a:lnTo>
                    <a:lnTo>
                      <a:pt x="19050" y="124777"/>
                    </a:lnTo>
                    <a:lnTo>
                      <a:pt x="17145" y="125730"/>
                    </a:lnTo>
                    <a:lnTo>
                      <a:pt x="28575" y="123825"/>
                    </a:lnTo>
                    <a:lnTo>
                      <a:pt x="39052" y="121920"/>
                    </a:lnTo>
                    <a:lnTo>
                      <a:pt x="40957" y="105727"/>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0" name="Freeform: Shape 120">
                <a:extLst>
                  <a:ext uri="{FF2B5EF4-FFF2-40B4-BE49-F238E27FC236}">
                    <a16:creationId xmlns:a16="http://schemas.microsoft.com/office/drawing/2014/main" id="{97CD65BB-F413-6025-53E1-EAD7762A592F}"/>
                  </a:ext>
                </a:extLst>
              </p:cNvPr>
              <p:cNvSpPr/>
              <p:nvPr/>
            </p:nvSpPr>
            <p:spPr>
              <a:xfrm>
                <a:off x="5786962" y="4042388"/>
                <a:ext cx="98042" cy="153815"/>
              </a:xfrm>
              <a:custGeom>
                <a:avLst/>
                <a:gdLst>
                  <a:gd name="connsiteX0" fmla="*/ 82868 w 88582"/>
                  <a:gd name="connsiteY0" fmla="*/ 98108 h 129539"/>
                  <a:gd name="connsiteX1" fmla="*/ 80963 w 88582"/>
                  <a:gd name="connsiteY1" fmla="*/ 96202 h 129539"/>
                  <a:gd name="connsiteX2" fmla="*/ 79057 w 88582"/>
                  <a:gd name="connsiteY2" fmla="*/ 94298 h 129539"/>
                  <a:gd name="connsiteX3" fmla="*/ 78105 w 88582"/>
                  <a:gd name="connsiteY3" fmla="*/ 92392 h 129539"/>
                  <a:gd name="connsiteX4" fmla="*/ 77153 w 88582"/>
                  <a:gd name="connsiteY4" fmla="*/ 89535 h 129539"/>
                  <a:gd name="connsiteX5" fmla="*/ 76200 w 88582"/>
                  <a:gd name="connsiteY5" fmla="*/ 87630 h 129539"/>
                  <a:gd name="connsiteX6" fmla="*/ 76200 w 88582"/>
                  <a:gd name="connsiteY6" fmla="*/ 86677 h 129539"/>
                  <a:gd name="connsiteX7" fmla="*/ 77153 w 88582"/>
                  <a:gd name="connsiteY7" fmla="*/ 80963 h 129539"/>
                  <a:gd name="connsiteX8" fmla="*/ 77153 w 88582"/>
                  <a:gd name="connsiteY8" fmla="*/ 80010 h 129539"/>
                  <a:gd name="connsiteX9" fmla="*/ 77153 w 88582"/>
                  <a:gd name="connsiteY9" fmla="*/ 79058 h 129539"/>
                  <a:gd name="connsiteX10" fmla="*/ 77153 w 88582"/>
                  <a:gd name="connsiteY10" fmla="*/ 78105 h 129539"/>
                  <a:gd name="connsiteX11" fmla="*/ 76200 w 88582"/>
                  <a:gd name="connsiteY11" fmla="*/ 77152 h 129539"/>
                  <a:gd name="connsiteX12" fmla="*/ 76200 w 88582"/>
                  <a:gd name="connsiteY12" fmla="*/ 77152 h 129539"/>
                  <a:gd name="connsiteX13" fmla="*/ 76200 w 88582"/>
                  <a:gd name="connsiteY13" fmla="*/ 76200 h 129539"/>
                  <a:gd name="connsiteX14" fmla="*/ 75248 w 88582"/>
                  <a:gd name="connsiteY14" fmla="*/ 75248 h 129539"/>
                  <a:gd name="connsiteX15" fmla="*/ 75248 w 88582"/>
                  <a:gd name="connsiteY15" fmla="*/ 75248 h 129539"/>
                  <a:gd name="connsiteX16" fmla="*/ 75248 w 88582"/>
                  <a:gd name="connsiteY16" fmla="*/ 74295 h 129539"/>
                  <a:gd name="connsiteX17" fmla="*/ 75248 w 88582"/>
                  <a:gd name="connsiteY17" fmla="*/ 72390 h 129539"/>
                  <a:gd name="connsiteX18" fmla="*/ 76200 w 88582"/>
                  <a:gd name="connsiteY18" fmla="*/ 69533 h 129539"/>
                  <a:gd name="connsiteX19" fmla="*/ 77153 w 88582"/>
                  <a:gd name="connsiteY19" fmla="*/ 68580 h 129539"/>
                  <a:gd name="connsiteX20" fmla="*/ 77153 w 88582"/>
                  <a:gd name="connsiteY20" fmla="*/ 66675 h 129539"/>
                  <a:gd name="connsiteX21" fmla="*/ 77153 w 88582"/>
                  <a:gd name="connsiteY21" fmla="*/ 62865 h 129539"/>
                  <a:gd name="connsiteX22" fmla="*/ 77153 w 88582"/>
                  <a:gd name="connsiteY22" fmla="*/ 60960 h 129539"/>
                  <a:gd name="connsiteX23" fmla="*/ 77153 w 88582"/>
                  <a:gd name="connsiteY23" fmla="*/ 60008 h 129539"/>
                  <a:gd name="connsiteX24" fmla="*/ 78105 w 88582"/>
                  <a:gd name="connsiteY24" fmla="*/ 59055 h 129539"/>
                  <a:gd name="connsiteX25" fmla="*/ 79057 w 88582"/>
                  <a:gd name="connsiteY25" fmla="*/ 58102 h 129539"/>
                  <a:gd name="connsiteX26" fmla="*/ 79057 w 88582"/>
                  <a:gd name="connsiteY26" fmla="*/ 57150 h 129539"/>
                  <a:gd name="connsiteX27" fmla="*/ 78105 w 88582"/>
                  <a:gd name="connsiteY27" fmla="*/ 55245 h 129539"/>
                  <a:gd name="connsiteX28" fmla="*/ 73343 w 88582"/>
                  <a:gd name="connsiteY28" fmla="*/ 51435 h 129539"/>
                  <a:gd name="connsiteX29" fmla="*/ 72390 w 88582"/>
                  <a:gd name="connsiteY29" fmla="*/ 48577 h 129539"/>
                  <a:gd name="connsiteX30" fmla="*/ 72390 w 88582"/>
                  <a:gd name="connsiteY30" fmla="*/ 48577 h 129539"/>
                  <a:gd name="connsiteX31" fmla="*/ 74295 w 88582"/>
                  <a:gd name="connsiteY31" fmla="*/ 46673 h 129539"/>
                  <a:gd name="connsiteX32" fmla="*/ 74295 w 88582"/>
                  <a:gd name="connsiteY32" fmla="*/ 45720 h 129539"/>
                  <a:gd name="connsiteX33" fmla="*/ 75248 w 88582"/>
                  <a:gd name="connsiteY33" fmla="*/ 44767 h 129539"/>
                  <a:gd name="connsiteX34" fmla="*/ 75248 w 88582"/>
                  <a:gd name="connsiteY34" fmla="*/ 40005 h 129539"/>
                  <a:gd name="connsiteX35" fmla="*/ 75248 w 88582"/>
                  <a:gd name="connsiteY35" fmla="*/ 37148 h 129539"/>
                  <a:gd name="connsiteX36" fmla="*/ 75248 w 88582"/>
                  <a:gd name="connsiteY36" fmla="*/ 36195 h 129539"/>
                  <a:gd name="connsiteX37" fmla="*/ 74295 w 88582"/>
                  <a:gd name="connsiteY37" fmla="*/ 34290 h 129539"/>
                  <a:gd name="connsiteX38" fmla="*/ 73343 w 88582"/>
                  <a:gd name="connsiteY38" fmla="*/ 34290 h 129539"/>
                  <a:gd name="connsiteX39" fmla="*/ 72390 w 88582"/>
                  <a:gd name="connsiteY39" fmla="*/ 34290 h 129539"/>
                  <a:gd name="connsiteX40" fmla="*/ 71438 w 88582"/>
                  <a:gd name="connsiteY40" fmla="*/ 35242 h 129539"/>
                  <a:gd name="connsiteX41" fmla="*/ 71438 w 88582"/>
                  <a:gd name="connsiteY41" fmla="*/ 35242 h 129539"/>
                  <a:gd name="connsiteX42" fmla="*/ 70485 w 88582"/>
                  <a:gd name="connsiteY42" fmla="*/ 34290 h 129539"/>
                  <a:gd name="connsiteX43" fmla="*/ 70485 w 88582"/>
                  <a:gd name="connsiteY43" fmla="*/ 33338 h 129539"/>
                  <a:gd name="connsiteX44" fmla="*/ 70485 w 88582"/>
                  <a:gd name="connsiteY44" fmla="*/ 32385 h 129539"/>
                  <a:gd name="connsiteX45" fmla="*/ 71438 w 88582"/>
                  <a:gd name="connsiteY45" fmla="*/ 31433 h 129539"/>
                  <a:gd name="connsiteX46" fmla="*/ 70485 w 88582"/>
                  <a:gd name="connsiteY46" fmla="*/ 30480 h 129539"/>
                  <a:gd name="connsiteX47" fmla="*/ 71438 w 88582"/>
                  <a:gd name="connsiteY47" fmla="*/ 29527 h 129539"/>
                  <a:gd name="connsiteX48" fmla="*/ 71438 w 88582"/>
                  <a:gd name="connsiteY48" fmla="*/ 27623 h 129539"/>
                  <a:gd name="connsiteX49" fmla="*/ 72390 w 88582"/>
                  <a:gd name="connsiteY49" fmla="*/ 24765 h 129539"/>
                  <a:gd name="connsiteX50" fmla="*/ 72390 w 88582"/>
                  <a:gd name="connsiteY50" fmla="*/ 20002 h 129539"/>
                  <a:gd name="connsiteX51" fmla="*/ 72390 w 88582"/>
                  <a:gd name="connsiteY51" fmla="*/ 19050 h 129539"/>
                  <a:gd name="connsiteX52" fmla="*/ 71438 w 88582"/>
                  <a:gd name="connsiteY52" fmla="*/ 17145 h 129539"/>
                  <a:gd name="connsiteX53" fmla="*/ 69532 w 88582"/>
                  <a:gd name="connsiteY53" fmla="*/ 15240 h 129539"/>
                  <a:gd name="connsiteX54" fmla="*/ 64770 w 88582"/>
                  <a:gd name="connsiteY54" fmla="*/ 11430 h 129539"/>
                  <a:gd name="connsiteX55" fmla="*/ 62865 w 88582"/>
                  <a:gd name="connsiteY55" fmla="*/ 9525 h 129539"/>
                  <a:gd name="connsiteX56" fmla="*/ 63818 w 88582"/>
                  <a:gd name="connsiteY56" fmla="*/ 7620 h 129539"/>
                  <a:gd name="connsiteX57" fmla="*/ 64770 w 88582"/>
                  <a:gd name="connsiteY57" fmla="*/ 4763 h 129539"/>
                  <a:gd name="connsiteX58" fmla="*/ 64770 w 88582"/>
                  <a:gd name="connsiteY58" fmla="*/ 2858 h 129539"/>
                  <a:gd name="connsiteX59" fmla="*/ 63818 w 88582"/>
                  <a:gd name="connsiteY59" fmla="*/ 952 h 129539"/>
                  <a:gd name="connsiteX60" fmla="*/ 60960 w 88582"/>
                  <a:gd name="connsiteY60" fmla="*/ 0 h 129539"/>
                  <a:gd name="connsiteX61" fmla="*/ 59055 w 88582"/>
                  <a:gd name="connsiteY61" fmla="*/ 952 h 129539"/>
                  <a:gd name="connsiteX62" fmla="*/ 58103 w 88582"/>
                  <a:gd name="connsiteY62" fmla="*/ 952 h 129539"/>
                  <a:gd name="connsiteX63" fmla="*/ 53340 w 88582"/>
                  <a:gd name="connsiteY63" fmla="*/ 3810 h 129539"/>
                  <a:gd name="connsiteX64" fmla="*/ 52388 w 88582"/>
                  <a:gd name="connsiteY64" fmla="*/ 3810 h 129539"/>
                  <a:gd name="connsiteX65" fmla="*/ 51435 w 88582"/>
                  <a:gd name="connsiteY65" fmla="*/ 3810 h 129539"/>
                  <a:gd name="connsiteX66" fmla="*/ 48578 w 88582"/>
                  <a:gd name="connsiteY66" fmla="*/ 3810 h 129539"/>
                  <a:gd name="connsiteX67" fmla="*/ 41910 w 88582"/>
                  <a:gd name="connsiteY67" fmla="*/ 2858 h 129539"/>
                  <a:gd name="connsiteX68" fmla="*/ 20955 w 88582"/>
                  <a:gd name="connsiteY68" fmla="*/ 3810 h 129539"/>
                  <a:gd name="connsiteX69" fmla="*/ 10478 w 88582"/>
                  <a:gd name="connsiteY69" fmla="*/ 2858 h 129539"/>
                  <a:gd name="connsiteX70" fmla="*/ 7620 w 88582"/>
                  <a:gd name="connsiteY70" fmla="*/ 2858 h 129539"/>
                  <a:gd name="connsiteX71" fmla="*/ 6668 w 88582"/>
                  <a:gd name="connsiteY71" fmla="*/ 5715 h 129539"/>
                  <a:gd name="connsiteX72" fmla="*/ 6668 w 88582"/>
                  <a:gd name="connsiteY72" fmla="*/ 9525 h 129539"/>
                  <a:gd name="connsiteX73" fmla="*/ 8573 w 88582"/>
                  <a:gd name="connsiteY73" fmla="*/ 14288 h 129539"/>
                  <a:gd name="connsiteX74" fmla="*/ 9525 w 88582"/>
                  <a:gd name="connsiteY74" fmla="*/ 19050 h 129539"/>
                  <a:gd name="connsiteX75" fmla="*/ 9525 w 88582"/>
                  <a:gd name="connsiteY75" fmla="*/ 29527 h 129539"/>
                  <a:gd name="connsiteX76" fmla="*/ 10478 w 88582"/>
                  <a:gd name="connsiteY76" fmla="*/ 34290 h 129539"/>
                  <a:gd name="connsiteX77" fmla="*/ 9525 w 88582"/>
                  <a:gd name="connsiteY77" fmla="*/ 40958 h 129539"/>
                  <a:gd name="connsiteX78" fmla="*/ 9525 w 88582"/>
                  <a:gd name="connsiteY78" fmla="*/ 42863 h 129539"/>
                  <a:gd name="connsiteX79" fmla="*/ 10478 w 88582"/>
                  <a:gd name="connsiteY79" fmla="*/ 44767 h 129539"/>
                  <a:gd name="connsiteX80" fmla="*/ 12382 w 88582"/>
                  <a:gd name="connsiteY80" fmla="*/ 49530 h 129539"/>
                  <a:gd name="connsiteX81" fmla="*/ 13335 w 88582"/>
                  <a:gd name="connsiteY81" fmla="*/ 51435 h 129539"/>
                  <a:gd name="connsiteX82" fmla="*/ 14288 w 88582"/>
                  <a:gd name="connsiteY82" fmla="*/ 57150 h 129539"/>
                  <a:gd name="connsiteX83" fmla="*/ 14288 w 88582"/>
                  <a:gd name="connsiteY83" fmla="*/ 59055 h 129539"/>
                  <a:gd name="connsiteX84" fmla="*/ 14288 w 88582"/>
                  <a:gd name="connsiteY84" fmla="*/ 60008 h 129539"/>
                  <a:gd name="connsiteX85" fmla="*/ 13335 w 88582"/>
                  <a:gd name="connsiteY85" fmla="*/ 60008 h 129539"/>
                  <a:gd name="connsiteX86" fmla="*/ 13335 w 88582"/>
                  <a:gd name="connsiteY86" fmla="*/ 60960 h 129539"/>
                  <a:gd name="connsiteX87" fmla="*/ 12382 w 88582"/>
                  <a:gd name="connsiteY87" fmla="*/ 60960 h 129539"/>
                  <a:gd name="connsiteX88" fmla="*/ 12382 w 88582"/>
                  <a:gd name="connsiteY88" fmla="*/ 62865 h 129539"/>
                  <a:gd name="connsiteX89" fmla="*/ 8573 w 88582"/>
                  <a:gd name="connsiteY89" fmla="*/ 66675 h 129539"/>
                  <a:gd name="connsiteX90" fmla="*/ 7620 w 88582"/>
                  <a:gd name="connsiteY90" fmla="*/ 69533 h 129539"/>
                  <a:gd name="connsiteX91" fmla="*/ 6668 w 88582"/>
                  <a:gd name="connsiteY91" fmla="*/ 72390 h 129539"/>
                  <a:gd name="connsiteX92" fmla="*/ 4763 w 88582"/>
                  <a:gd name="connsiteY92" fmla="*/ 78105 h 129539"/>
                  <a:gd name="connsiteX93" fmla="*/ 3810 w 88582"/>
                  <a:gd name="connsiteY93" fmla="*/ 80963 h 129539"/>
                  <a:gd name="connsiteX94" fmla="*/ 1905 w 88582"/>
                  <a:gd name="connsiteY94" fmla="*/ 84773 h 129539"/>
                  <a:gd name="connsiteX95" fmla="*/ 953 w 88582"/>
                  <a:gd name="connsiteY95" fmla="*/ 87630 h 129539"/>
                  <a:gd name="connsiteX96" fmla="*/ 0 w 88582"/>
                  <a:gd name="connsiteY96" fmla="*/ 92392 h 129539"/>
                  <a:gd name="connsiteX97" fmla="*/ 0 w 88582"/>
                  <a:gd name="connsiteY97" fmla="*/ 99060 h 129539"/>
                  <a:gd name="connsiteX98" fmla="*/ 1905 w 88582"/>
                  <a:gd name="connsiteY98" fmla="*/ 104775 h 129539"/>
                  <a:gd name="connsiteX99" fmla="*/ 4763 w 88582"/>
                  <a:gd name="connsiteY99" fmla="*/ 109538 h 129539"/>
                  <a:gd name="connsiteX100" fmla="*/ 5715 w 88582"/>
                  <a:gd name="connsiteY100" fmla="*/ 111442 h 129539"/>
                  <a:gd name="connsiteX101" fmla="*/ 7620 w 88582"/>
                  <a:gd name="connsiteY101" fmla="*/ 113348 h 129539"/>
                  <a:gd name="connsiteX102" fmla="*/ 8573 w 88582"/>
                  <a:gd name="connsiteY102" fmla="*/ 114300 h 129539"/>
                  <a:gd name="connsiteX103" fmla="*/ 9525 w 88582"/>
                  <a:gd name="connsiteY103" fmla="*/ 117158 h 129539"/>
                  <a:gd name="connsiteX104" fmla="*/ 9525 w 88582"/>
                  <a:gd name="connsiteY104" fmla="*/ 120015 h 129539"/>
                  <a:gd name="connsiteX105" fmla="*/ 8573 w 88582"/>
                  <a:gd name="connsiteY105" fmla="*/ 120967 h 129539"/>
                  <a:gd name="connsiteX106" fmla="*/ 6668 w 88582"/>
                  <a:gd name="connsiteY106" fmla="*/ 121920 h 129539"/>
                  <a:gd name="connsiteX107" fmla="*/ 3810 w 88582"/>
                  <a:gd name="connsiteY107" fmla="*/ 122873 h 129539"/>
                  <a:gd name="connsiteX108" fmla="*/ 2857 w 88582"/>
                  <a:gd name="connsiteY108" fmla="*/ 122873 h 129539"/>
                  <a:gd name="connsiteX109" fmla="*/ 1905 w 88582"/>
                  <a:gd name="connsiteY109" fmla="*/ 123825 h 129539"/>
                  <a:gd name="connsiteX110" fmla="*/ 13335 w 88582"/>
                  <a:gd name="connsiteY110" fmla="*/ 125730 h 129539"/>
                  <a:gd name="connsiteX111" fmla="*/ 16193 w 88582"/>
                  <a:gd name="connsiteY111" fmla="*/ 126683 h 129539"/>
                  <a:gd name="connsiteX112" fmla="*/ 21907 w 88582"/>
                  <a:gd name="connsiteY112" fmla="*/ 129540 h 129539"/>
                  <a:gd name="connsiteX113" fmla="*/ 23813 w 88582"/>
                  <a:gd name="connsiteY113" fmla="*/ 129540 h 129539"/>
                  <a:gd name="connsiteX114" fmla="*/ 26670 w 88582"/>
                  <a:gd name="connsiteY114" fmla="*/ 129540 h 129539"/>
                  <a:gd name="connsiteX115" fmla="*/ 34290 w 88582"/>
                  <a:gd name="connsiteY115" fmla="*/ 124777 h 129539"/>
                  <a:gd name="connsiteX116" fmla="*/ 37148 w 88582"/>
                  <a:gd name="connsiteY116" fmla="*/ 123825 h 129539"/>
                  <a:gd name="connsiteX117" fmla="*/ 46673 w 88582"/>
                  <a:gd name="connsiteY117" fmla="*/ 120967 h 129539"/>
                  <a:gd name="connsiteX118" fmla="*/ 52388 w 88582"/>
                  <a:gd name="connsiteY118" fmla="*/ 119063 h 129539"/>
                  <a:gd name="connsiteX119" fmla="*/ 62865 w 88582"/>
                  <a:gd name="connsiteY119" fmla="*/ 112395 h 129539"/>
                  <a:gd name="connsiteX120" fmla="*/ 69532 w 88582"/>
                  <a:gd name="connsiteY120" fmla="*/ 110490 h 129539"/>
                  <a:gd name="connsiteX121" fmla="*/ 72390 w 88582"/>
                  <a:gd name="connsiteY121" fmla="*/ 109538 h 129539"/>
                  <a:gd name="connsiteX122" fmla="*/ 77153 w 88582"/>
                  <a:gd name="connsiteY122" fmla="*/ 109538 h 129539"/>
                  <a:gd name="connsiteX123" fmla="*/ 80010 w 88582"/>
                  <a:gd name="connsiteY123" fmla="*/ 109538 h 129539"/>
                  <a:gd name="connsiteX124" fmla="*/ 82868 w 88582"/>
                  <a:gd name="connsiteY124" fmla="*/ 108585 h 129539"/>
                  <a:gd name="connsiteX125" fmla="*/ 86678 w 88582"/>
                  <a:gd name="connsiteY125" fmla="*/ 104775 h 129539"/>
                  <a:gd name="connsiteX126" fmla="*/ 88582 w 88582"/>
                  <a:gd name="connsiteY126" fmla="*/ 102870 h 129539"/>
                  <a:gd name="connsiteX127" fmla="*/ 87630 w 88582"/>
                  <a:gd name="connsiteY127" fmla="*/ 101917 h 129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88582" h="129539">
                    <a:moveTo>
                      <a:pt x="82868" y="98108"/>
                    </a:moveTo>
                    <a:lnTo>
                      <a:pt x="80963" y="96202"/>
                    </a:lnTo>
                    <a:lnTo>
                      <a:pt x="79057" y="94298"/>
                    </a:lnTo>
                    <a:lnTo>
                      <a:pt x="78105" y="92392"/>
                    </a:lnTo>
                    <a:lnTo>
                      <a:pt x="77153" y="89535"/>
                    </a:lnTo>
                    <a:lnTo>
                      <a:pt x="76200" y="87630"/>
                    </a:lnTo>
                    <a:lnTo>
                      <a:pt x="76200" y="86677"/>
                    </a:lnTo>
                    <a:lnTo>
                      <a:pt x="77153" y="80963"/>
                    </a:lnTo>
                    <a:lnTo>
                      <a:pt x="77153" y="80010"/>
                    </a:lnTo>
                    <a:lnTo>
                      <a:pt x="77153" y="79058"/>
                    </a:lnTo>
                    <a:lnTo>
                      <a:pt x="77153" y="78105"/>
                    </a:lnTo>
                    <a:lnTo>
                      <a:pt x="76200" y="77152"/>
                    </a:lnTo>
                    <a:lnTo>
                      <a:pt x="76200" y="77152"/>
                    </a:lnTo>
                    <a:lnTo>
                      <a:pt x="76200" y="76200"/>
                    </a:lnTo>
                    <a:lnTo>
                      <a:pt x="75248" y="75248"/>
                    </a:lnTo>
                    <a:lnTo>
                      <a:pt x="75248" y="75248"/>
                    </a:lnTo>
                    <a:lnTo>
                      <a:pt x="75248" y="74295"/>
                    </a:lnTo>
                    <a:lnTo>
                      <a:pt x="75248" y="72390"/>
                    </a:lnTo>
                    <a:lnTo>
                      <a:pt x="76200" y="69533"/>
                    </a:lnTo>
                    <a:lnTo>
                      <a:pt x="77153" y="68580"/>
                    </a:lnTo>
                    <a:lnTo>
                      <a:pt x="77153" y="66675"/>
                    </a:lnTo>
                    <a:lnTo>
                      <a:pt x="77153" y="62865"/>
                    </a:lnTo>
                    <a:lnTo>
                      <a:pt x="77153" y="60960"/>
                    </a:lnTo>
                    <a:lnTo>
                      <a:pt x="77153" y="60008"/>
                    </a:lnTo>
                    <a:lnTo>
                      <a:pt x="78105" y="59055"/>
                    </a:lnTo>
                    <a:lnTo>
                      <a:pt x="79057" y="58102"/>
                    </a:lnTo>
                    <a:lnTo>
                      <a:pt x="79057" y="57150"/>
                    </a:lnTo>
                    <a:lnTo>
                      <a:pt x="78105" y="55245"/>
                    </a:lnTo>
                    <a:lnTo>
                      <a:pt x="73343" y="51435"/>
                    </a:lnTo>
                    <a:lnTo>
                      <a:pt x="72390" y="48577"/>
                    </a:lnTo>
                    <a:lnTo>
                      <a:pt x="72390" y="48577"/>
                    </a:lnTo>
                    <a:lnTo>
                      <a:pt x="74295" y="46673"/>
                    </a:lnTo>
                    <a:lnTo>
                      <a:pt x="74295" y="45720"/>
                    </a:lnTo>
                    <a:lnTo>
                      <a:pt x="75248" y="44767"/>
                    </a:lnTo>
                    <a:lnTo>
                      <a:pt x="75248" y="40005"/>
                    </a:lnTo>
                    <a:lnTo>
                      <a:pt x="75248" y="37148"/>
                    </a:lnTo>
                    <a:lnTo>
                      <a:pt x="75248" y="36195"/>
                    </a:lnTo>
                    <a:lnTo>
                      <a:pt x="74295" y="34290"/>
                    </a:lnTo>
                    <a:lnTo>
                      <a:pt x="73343" y="34290"/>
                    </a:lnTo>
                    <a:lnTo>
                      <a:pt x="72390" y="34290"/>
                    </a:lnTo>
                    <a:lnTo>
                      <a:pt x="71438" y="35242"/>
                    </a:lnTo>
                    <a:lnTo>
                      <a:pt x="71438" y="35242"/>
                    </a:lnTo>
                    <a:lnTo>
                      <a:pt x="70485" y="34290"/>
                    </a:lnTo>
                    <a:lnTo>
                      <a:pt x="70485" y="33338"/>
                    </a:lnTo>
                    <a:lnTo>
                      <a:pt x="70485" y="32385"/>
                    </a:lnTo>
                    <a:lnTo>
                      <a:pt x="71438" y="31433"/>
                    </a:lnTo>
                    <a:lnTo>
                      <a:pt x="70485" y="30480"/>
                    </a:lnTo>
                    <a:lnTo>
                      <a:pt x="71438" y="29527"/>
                    </a:lnTo>
                    <a:lnTo>
                      <a:pt x="71438" y="27623"/>
                    </a:lnTo>
                    <a:lnTo>
                      <a:pt x="72390" y="24765"/>
                    </a:lnTo>
                    <a:lnTo>
                      <a:pt x="72390" y="20002"/>
                    </a:lnTo>
                    <a:lnTo>
                      <a:pt x="72390" y="19050"/>
                    </a:lnTo>
                    <a:lnTo>
                      <a:pt x="71438" y="17145"/>
                    </a:lnTo>
                    <a:lnTo>
                      <a:pt x="69532" y="15240"/>
                    </a:lnTo>
                    <a:lnTo>
                      <a:pt x="64770" y="11430"/>
                    </a:lnTo>
                    <a:lnTo>
                      <a:pt x="62865" y="9525"/>
                    </a:lnTo>
                    <a:lnTo>
                      <a:pt x="63818" y="7620"/>
                    </a:lnTo>
                    <a:lnTo>
                      <a:pt x="64770" y="4763"/>
                    </a:lnTo>
                    <a:lnTo>
                      <a:pt x="64770" y="2858"/>
                    </a:lnTo>
                    <a:lnTo>
                      <a:pt x="63818" y="952"/>
                    </a:lnTo>
                    <a:lnTo>
                      <a:pt x="60960" y="0"/>
                    </a:lnTo>
                    <a:lnTo>
                      <a:pt x="59055" y="952"/>
                    </a:lnTo>
                    <a:lnTo>
                      <a:pt x="58103" y="952"/>
                    </a:lnTo>
                    <a:lnTo>
                      <a:pt x="53340" y="3810"/>
                    </a:lnTo>
                    <a:lnTo>
                      <a:pt x="52388" y="3810"/>
                    </a:lnTo>
                    <a:lnTo>
                      <a:pt x="51435" y="3810"/>
                    </a:lnTo>
                    <a:lnTo>
                      <a:pt x="48578" y="3810"/>
                    </a:lnTo>
                    <a:lnTo>
                      <a:pt x="41910" y="2858"/>
                    </a:lnTo>
                    <a:lnTo>
                      <a:pt x="20955" y="3810"/>
                    </a:lnTo>
                    <a:lnTo>
                      <a:pt x="10478" y="2858"/>
                    </a:lnTo>
                    <a:lnTo>
                      <a:pt x="7620" y="2858"/>
                    </a:lnTo>
                    <a:lnTo>
                      <a:pt x="6668" y="5715"/>
                    </a:lnTo>
                    <a:lnTo>
                      <a:pt x="6668" y="9525"/>
                    </a:lnTo>
                    <a:lnTo>
                      <a:pt x="8573" y="14288"/>
                    </a:lnTo>
                    <a:lnTo>
                      <a:pt x="9525" y="19050"/>
                    </a:lnTo>
                    <a:lnTo>
                      <a:pt x="9525" y="29527"/>
                    </a:lnTo>
                    <a:lnTo>
                      <a:pt x="10478" y="34290"/>
                    </a:lnTo>
                    <a:lnTo>
                      <a:pt x="9525" y="40958"/>
                    </a:lnTo>
                    <a:lnTo>
                      <a:pt x="9525" y="42863"/>
                    </a:lnTo>
                    <a:lnTo>
                      <a:pt x="10478" y="44767"/>
                    </a:lnTo>
                    <a:lnTo>
                      <a:pt x="12382" y="49530"/>
                    </a:lnTo>
                    <a:lnTo>
                      <a:pt x="13335" y="51435"/>
                    </a:lnTo>
                    <a:lnTo>
                      <a:pt x="14288" y="57150"/>
                    </a:lnTo>
                    <a:lnTo>
                      <a:pt x="14288" y="59055"/>
                    </a:lnTo>
                    <a:lnTo>
                      <a:pt x="14288" y="60008"/>
                    </a:lnTo>
                    <a:lnTo>
                      <a:pt x="13335" y="60008"/>
                    </a:lnTo>
                    <a:lnTo>
                      <a:pt x="13335" y="60960"/>
                    </a:lnTo>
                    <a:lnTo>
                      <a:pt x="12382" y="60960"/>
                    </a:lnTo>
                    <a:lnTo>
                      <a:pt x="12382" y="62865"/>
                    </a:lnTo>
                    <a:lnTo>
                      <a:pt x="8573" y="66675"/>
                    </a:lnTo>
                    <a:lnTo>
                      <a:pt x="7620" y="69533"/>
                    </a:lnTo>
                    <a:lnTo>
                      <a:pt x="6668" y="72390"/>
                    </a:lnTo>
                    <a:lnTo>
                      <a:pt x="4763" y="78105"/>
                    </a:lnTo>
                    <a:lnTo>
                      <a:pt x="3810" y="80963"/>
                    </a:lnTo>
                    <a:lnTo>
                      <a:pt x="1905" y="84773"/>
                    </a:lnTo>
                    <a:lnTo>
                      <a:pt x="953" y="87630"/>
                    </a:lnTo>
                    <a:lnTo>
                      <a:pt x="0" y="92392"/>
                    </a:lnTo>
                    <a:lnTo>
                      <a:pt x="0" y="99060"/>
                    </a:lnTo>
                    <a:lnTo>
                      <a:pt x="1905" y="104775"/>
                    </a:lnTo>
                    <a:lnTo>
                      <a:pt x="4763" y="109538"/>
                    </a:lnTo>
                    <a:lnTo>
                      <a:pt x="5715" y="111442"/>
                    </a:lnTo>
                    <a:lnTo>
                      <a:pt x="7620" y="113348"/>
                    </a:lnTo>
                    <a:lnTo>
                      <a:pt x="8573" y="114300"/>
                    </a:lnTo>
                    <a:lnTo>
                      <a:pt x="9525" y="117158"/>
                    </a:lnTo>
                    <a:lnTo>
                      <a:pt x="9525" y="120015"/>
                    </a:lnTo>
                    <a:lnTo>
                      <a:pt x="8573" y="120967"/>
                    </a:lnTo>
                    <a:lnTo>
                      <a:pt x="6668" y="121920"/>
                    </a:lnTo>
                    <a:lnTo>
                      <a:pt x="3810" y="122873"/>
                    </a:lnTo>
                    <a:lnTo>
                      <a:pt x="2857" y="122873"/>
                    </a:lnTo>
                    <a:lnTo>
                      <a:pt x="1905" y="123825"/>
                    </a:lnTo>
                    <a:lnTo>
                      <a:pt x="13335" y="125730"/>
                    </a:lnTo>
                    <a:lnTo>
                      <a:pt x="16193" y="126683"/>
                    </a:lnTo>
                    <a:lnTo>
                      <a:pt x="21907" y="129540"/>
                    </a:lnTo>
                    <a:lnTo>
                      <a:pt x="23813" y="129540"/>
                    </a:lnTo>
                    <a:lnTo>
                      <a:pt x="26670" y="129540"/>
                    </a:lnTo>
                    <a:lnTo>
                      <a:pt x="34290" y="124777"/>
                    </a:lnTo>
                    <a:lnTo>
                      <a:pt x="37148" y="123825"/>
                    </a:lnTo>
                    <a:lnTo>
                      <a:pt x="46673" y="120967"/>
                    </a:lnTo>
                    <a:lnTo>
                      <a:pt x="52388" y="119063"/>
                    </a:lnTo>
                    <a:lnTo>
                      <a:pt x="62865" y="112395"/>
                    </a:lnTo>
                    <a:lnTo>
                      <a:pt x="69532" y="110490"/>
                    </a:lnTo>
                    <a:lnTo>
                      <a:pt x="72390" y="109538"/>
                    </a:lnTo>
                    <a:lnTo>
                      <a:pt x="77153" y="109538"/>
                    </a:lnTo>
                    <a:lnTo>
                      <a:pt x="80010" y="109538"/>
                    </a:lnTo>
                    <a:lnTo>
                      <a:pt x="82868" y="108585"/>
                    </a:lnTo>
                    <a:lnTo>
                      <a:pt x="86678" y="104775"/>
                    </a:lnTo>
                    <a:lnTo>
                      <a:pt x="88582" y="102870"/>
                    </a:lnTo>
                    <a:lnTo>
                      <a:pt x="87630" y="101917"/>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1" name="Freeform: Shape 121">
                <a:extLst>
                  <a:ext uri="{FF2B5EF4-FFF2-40B4-BE49-F238E27FC236}">
                    <a16:creationId xmlns:a16="http://schemas.microsoft.com/office/drawing/2014/main" id="{2609E69A-A171-2E79-7A50-2EC1D825D18F}"/>
                  </a:ext>
                </a:extLst>
              </p:cNvPr>
              <p:cNvSpPr/>
              <p:nvPr/>
            </p:nvSpPr>
            <p:spPr>
              <a:xfrm>
                <a:off x="5856541" y="4043518"/>
                <a:ext cx="42169" cy="121017"/>
              </a:xfrm>
              <a:custGeom>
                <a:avLst/>
                <a:gdLst>
                  <a:gd name="connsiteX0" fmla="*/ 37147 w 38100"/>
                  <a:gd name="connsiteY0" fmla="*/ 98108 h 101917"/>
                  <a:gd name="connsiteX1" fmla="*/ 38100 w 38100"/>
                  <a:gd name="connsiteY1" fmla="*/ 97155 h 101917"/>
                  <a:gd name="connsiteX2" fmla="*/ 37147 w 38100"/>
                  <a:gd name="connsiteY2" fmla="*/ 96202 h 101917"/>
                  <a:gd name="connsiteX3" fmla="*/ 36195 w 38100"/>
                  <a:gd name="connsiteY3" fmla="*/ 94298 h 101917"/>
                  <a:gd name="connsiteX4" fmla="*/ 35242 w 38100"/>
                  <a:gd name="connsiteY4" fmla="*/ 93345 h 101917"/>
                  <a:gd name="connsiteX5" fmla="*/ 34290 w 38100"/>
                  <a:gd name="connsiteY5" fmla="*/ 92393 h 101917"/>
                  <a:gd name="connsiteX6" fmla="*/ 34290 w 38100"/>
                  <a:gd name="connsiteY6" fmla="*/ 90488 h 101917"/>
                  <a:gd name="connsiteX7" fmla="*/ 33338 w 38100"/>
                  <a:gd name="connsiteY7" fmla="*/ 85725 h 101917"/>
                  <a:gd name="connsiteX8" fmla="*/ 33338 w 38100"/>
                  <a:gd name="connsiteY8" fmla="*/ 83820 h 101917"/>
                  <a:gd name="connsiteX9" fmla="*/ 34290 w 38100"/>
                  <a:gd name="connsiteY9" fmla="*/ 82868 h 101917"/>
                  <a:gd name="connsiteX10" fmla="*/ 35242 w 38100"/>
                  <a:gd name="connsiteY10" fmla="*/ 79058 h 101917"/>
                  <a:gd name="connsiteX11" fmla="*/ 34290 w 38100"/>
                  <a:gd name="connsiteY11" fmla="*/ 44768 h 101917"/>
                  <a:gd name="connsiteX12" fmla="*/ 33338 w 38100"/>
                  <a:gd name="connsiteY12" fmla="*/ 41910 h 101917"/>
                  <a:gd name="connsiteX13" fmla="*/ 30480 w 38100"/>
                  <a:gd name="connsiteY13" fmla="*/ 37148 h 101917"/>
                  <a:gd name="connsiteX14" fmla="*/ 29527 w 38100"/>
                  <a:gd name="connsiteY14" fmla="*/ 34290 h 101917"/>
                  <a:gd name="connsiteX15" fmla="*/ 29527 w 38100"/>
                  <a:gd name="connsiteY15" fmla="*/ 32385 h 101917"/>
                  <a:gd name="connsiteX16" fmla="*/ 29527 w 38100"/>
                  <a:gd name="connsiteY16" fmla="*/ 26670 h 101917"/>
                  <a:gd name="connsiteX17" fmla="*/ 28575 w 38100"/>
                  <a:gd name="connsiteY17" fmla="*/ 23813 h 101917"/>
                  <a:gd name="connsiteX18" fmla="*/ 27622 w 38100"/>
                  <a:gd name="connsiteY18" fmla="*/ 21908 h 101917"/>
                  <a:gd name="connsiteX19" fmla="*/ 25717 w 38100"/>
                  <a:gd name="connsiteY19" fmla="*/ 20955 h 101917"/>
                  <a:gd name="connsiteX20" fmla="*/ 19050 w 38100"/>
                  <a:gd name="connsiteY20" fmla="*/ 16193 h 101917"/>
                  <a:gd name="connsiteX21" fmla="*/ 18097 w 38100"/>
                  <a:gd name="connsiteY21" fmla="*/ 15240 h 101917"/>
                  <a:gd name="connsiteX22" fmla="*/ 17145 w 38100"/>
                  <a:gd name="connsiteY22" fmla="*/ 13335 h 101917"/>
                  <a:gd name="connsiteX23" fmla="*/ 17145 w 38100"/>
                  <a:gd name="connsiteY23" fmla="*/ 10477 h 101917"/>
                  <a:gd name="connsiteX24" fmla="*/ 18097 w 38100"/>
                  <a:gd name="connsiteY24" fmla="*/ 7620 h 101917"/>
                  <a:gd name="connsiteX25" fmla="*/ 19050 w 38100"/>
                  <a:gd name="connsiteY25" fmla="*/ 4763 h 101917"/>
                  <a:gd name="connsiteX26" fmla="*/ 20002 w 38100"/>
                  <a:gd name="connsiteY26" fmla="*/ 2858 h 101917"/>
                  <a:gd name="connsiteX27" fmla="*/ 13335 w 38100"/>
                  <a:gd name="connsiteY27" fmla="*/ 2858 h 101917"/>
                  <a:gd name="connsiteX28" fmla="*/ 12382 w 38100"/>
                  <a:gd name="connsiteY28" fmla="*/ 2858 h 101917"/>
                  <a:gd name="connsiteX29" fmla="*/ 952 w 38100"/>
                  <a:gd name="connsiteY29" fmla="*/ 0 h 101917"/>
                  <a:gd name="connsiteX30" fmla="*/ 1905 w 38100"/>
                  <a:gd name="connsiteY30" fmla="*/ 1905 h 101917"/>
                  <a:gd name="connsiteX31" fmla="*/ 1905 w 38100"/>
                  <a:gd name="connsiteY31" fmla="*/ 3810 h 101917"/>
                  <a:gd name="connsiteX32" fmla="*/ 952 w 38100"/>
                  <a:gd name="connsiteY32" fmla="*/ 6668 h 101917"/>
                  <a:gd name="connsiteX33" fmla="*/ 0 w 38100"/>
                  <a:gd name="connsiteY33" fmla="*/ 8573 h 101917"/>
                  <a:gd name="connsiteX34" fmla="*/ 1905 w 38100"/>
                  <a:gd name="connsiteY34" fmla="*/ 10477 h 101917"/>
                  <a:gd name="connsiteX35" fmla="*/ 6667 w 38100"/>
                  <a:gd name="connsiteY35" fmla="*/ 14288 h 101917"/>
                  <a:gd name="connsiteX36" fmla="*/ 8572 w 38100"/>
                  <a:gd name="connsiteY36" fmla="*/ 16193 h 101917"/>
                  <a:gd name="connsiteX37" fmla="*/ 9525 w 38100"/>
                  <a:gd name="connsiteY37" fmla="*/ 18098 h 101917"/>
                  <a:gd name="connsiteX38" fmla="*/ 9525 w 38100"/>
                  <a:gd name="connsiteY38" fmla="*/ 19050 h 101917"/>
                  <a:gd name="connsiteX39" fmla="*/ 9525 w 38100"/>
                  <a:gd name="connsiteY39" fmla="*/ 23813 h 101917"/>
                  <a:gd name="connsiteX40" fmla="*/ 8572 w 38100"/>
                  <a:gd name="connsiteY40" fmla="*/ 26670 h 101917"/>
                  <a:gd name="connsiteX41" fmla="*/ 8572 w 38100"/>
                  <a:gd name="connsiteY41" fmla="*/ 28575 h 101917"/>
                  <a:gd name="connsiteX42" fmla="*/ 7620 w 38100"/>
                  <a:gd name="connsiteY42" fmla="*/ 29527 h 101917"/>
                  <a:gd name="connsiteX43" fmla="*/ 8572 w 38100"/>
                  <a:gd name="connsiteY43" fmla="*/ 30480 h 101917"/>
                  <a:gd name="connsiteX44" fmla="*/ 7620 w 38100"/>
                  <a:gd name="connsiteY44" fmla="*/ 31433 h 101917"/>
                  <a:gd name="connsiteX45" fmla="*/ 7620 w 38100"/>
                  <a:gd name="connsiteY45" fmla="*/ 32385 h 101917"/>
                  <a:gd name="connsiteX46" fmla="*/ 7620 w 38100"/>
                  <a:gd name="connsiteY46" fmla="*/ 33338 h 101917"/>
                  <a:gd name="connsiteX47" fmla="*/ 8572 w 38100"/>
                  <a:gd name="connsiteY47" fmla="*/ 34290 h 101917"/>
                  <a:gd name="connsiteX48" fmla="*/ 8572 w 38100"/>
                  <a:gd name="connsiteY48" fmla="*/ 34290 h 101917"/>
                  <a:gd name="connsiteX49" fmla="*/ 9525 w 38100"/>
                  <a:gd name="connsiteY49" fmla="*/ 33338 h 101917"/>
                  <a:gd name="connsiteX50" fmla="*/ 10477 w 38100"/>
                  <a:gd name="connsiteY50" fmla="*/ 33338 h 101917"/>
                  <a:gd name="connsiteX51" fmla="*/ 11430 w 38100"/>
                  <a:gd name="connsiteY51" fmla="*/ 33338 h 101917"/>
                  <a:gd name="connsiteX52" fmla="*/ 12382 w 38100"/>
                  <a:gd name="connsiteY52" fmla="*/ 35243 h 101917"/>
                  <a:gd name="connsiteX53" fmla="*/ 12382 w 38100"/>
                  <a:gd name="connsiteY53" fmla="*/ 36195 h 101917"/>
                  <a:gd name="connsiteX54" fmla="*/ 12382 w 38100"/>
                  <a:gd name="connsiteY54" fmla="*/ 39052 h 101917"/>
                  <a:gd name="connsiteX55" fmla="*/ 12382 w 38100"/>
                  <a:gd name="connsiteY55" fmla="*/ 43815 h 101917"/>
                  <a:gd name="connsiteX56" fmla="*/ 11430 w 38100"/>
                  <a:gd name="connsiteY56" fmla="*/ 44768 h 101917"/>
                  <a:gd name="connsiteX57" fmla="*/ 11430 w 38100"/>
                  <a:gd name="connsiteY57" fmla="*/ 45720 h 101917"/>
                  <a:gd name="connsiteX58" fmla="*/ 9525 w 38100"/>
                  <a:gd name="connsiteY58" fmla="*/ 47625 h 101917"/>
                  <a:gd name="connsiteX59" fmla="*/ 9525 w 38100"/>
                  <a:gd name="connsiteY59" fmla="*/ 47625 h 101917"/>
                  <a:gd name="connsiteX60" fmla="*/ 10477 w 38100"/>
                  <a:gd name="connsiteY60" fmla="*/ 50483 h 101917"/>
                  <a:gd name="connsiteX61" fmla="*/ 15240 w 38100"/>
                  <a:gd name="connsiteY61" fmla="*/ 54293 h 101917"/>
                  <a:gd name="connsiteX62" fmla="*/ 16192 w 38100"/>
                  <a:gd name="connsiteY62" fmla="*/ 56198 h 101917"/>
                  <a:gd name="connsiteX63" fmla="*/ 16192 w 38100"/>
                  <a:gd name="connsiteY63" fmla="*/ 57150 h 101917"/>
                  <a:gd name="connsiteX64" fmla="*/ 15240 w 38100"/>
                  <a:gd name="connsiteY64" fmla="*/ 58102 h 101917"/>
                  <a:gd name="connsiteX65" fmla="*/ 14288 w 38100"/>
                  <a:gd name="connsiteY65" fmla="*/ 59055 h 101917"/>
                  <a:gd name="connsiteX66" fmla="*/ 14288 w 38100"/>
                  <a:gd name="connsiteY66" fmla="*/ 60008 h 101917"/>
                  <a:gd name="connsiteX67" fmla="*/ 14288 w 38100"/>
                  <a:gd name="connsiteY67" fmla="*/ 61913 h 101917"/>
                  <a:gd name="connsiteX68" fmla="*/ 14288 w 38100"/>
                  <a:gd name="connsiteY68" fmla="*/ 65723 h 101917"/>
                  <a:gd name="connsiteX69" fmla="*/ 14288 w 38100"/>
                  <a:gd name="connsiteY69" fmla="*/ 67627 h 101917"/>
                  <a:gd name="connsiteX70" fmla="*/ 13335 w 38100"/>
                  <a:gd name="connsiteY70" fmla="*/ 68580 h 101917"/>
                  <a:gd name="connsiteX71" fmla="*/ 12382 w 38100"/>
                  <a:gd name="connsiteY71" fmla="*/ 71438 h 101917"/>
                  <a:gd name="connsiteX72" fmla="*/ 12382 w 38100"/>
                  <a:gd name="connsiteY72" fmla="*/ 73343 h 101917"/>
                  <a:gd name="connsiteX73" fmla="*/ 12382 w 38100"/>
                  <a:gd name="connsiteY73" fmla="*/ 74295 h 101917"/>
                  <a:gd name="connsiteX74" fmla="*/ 12382 w 38100"/>
                  <a:gd name="connsiteY74" fmla="*/ 74295 h 101917"/>
                  <a:gd name="connsiteX75" fmla="*/ 13335 w 38100"/>
                  <a:gd name="connsiteY75" fmla="*/ 75248 h 101917"/>
                  <a:gd name="connsiteX76" fmla="*/ 13335 w 38100"/>
                  <a:gd name="connsiteY76" fmla="*/ 76200 h 101917"/>
                  <a:gd name="connsiteX77" fmla="*/ 13335 w 38100"/>
                  <a:gd name="connsiteY77" fmla="*/ 76200 h 101917"/>
                  <a:gd name="connsiteX78" fmla="*/ 14288 w 38100"/>
                  <a:gd name="connsiteY78" fmla="*/ 77152 h 101917"/>
                  <a:gd name="connsiteX79" fmla="*/ 14288 w 38100"/>
                  <a:gd name="connsiteY79" fmla="*/ 78105 h 101917"/>
                  <a:gd name="connsiteX80" fmla="*/ 14288 w 38100"/>
                  <a:gd name="connsiteY80" fmla="*/ 79058 h 101917"/>
                  <a:gd name="connsiteX81" fmla="*/ 14288 w 38100"/>
                  <a:gd name="connsiteY81" fmla="*/ 80010 h 101917"/>
                  <a:gd name="connsiteX82" fmla="*/ 13335 w 38100"/>
                  <a:gd name="connsiteY82" fmla="*/ 85725 h 101917"/>
                  <a:gd name="connsiteX83" fmla="*/ 13335 w 38100"/>
                  <a:gd name="connsiteY83" fmla="*/ 86677 h 101917"/>
                  <a:gd name="connsiteX84" fmla="*/ 14288 w 38100"/>
                  <a:gd name="connsiteY84" fmla="*/ 88583 h 101917"/>
                  <a:gd name="connsiteX85" fmla="*/ 15240 w 38100"/>
                  <a:gd name="connsiteY85" fmla="*/ 91440 h 101917"/>
                  <a:gd name="connsiteX86" fmla="*/ 16192 w 38100"/>
                  <a:gd name="connsiteY86" fmla="*/ 93345 h 101917"/>
                  <a:gd name="connsiteX87" fmla="*/ 18097 w 38100"/>
                  <a:gd name="connsiteY87" fmla="*/ 95250 h 101917"/>
                  <a:gd name="connsiteX88" fmla="*/ 20002 w 38100"/>
                  <a:gd name="connsiteY88" fmla="*/ 97155 h 101917"/>
                  <a:gd name="connsiteX89" fmla="*/ 24765 w 38100"/>
                  <a:gd name="connsiteY89" fmla="*/ 100965 h 101917"/>
                  <a:gd name="connsiteX90" fmla="*/ 25717 w 38100"/>
                  <a:gd name="connsiteY90" fmla="*/ 101918 h 101917"/>
                  <a:gd name="connsiteX91" fmla="*/ 27622 w 38100"/>
                  <a:gd name="connsiteY91" fmla="*/ 100965 h 101917"/>
                  <a:gd name="connsiteX92" fmla="*/ 30480 w 38100"/>
                  <a:gd name="connsiteY92" fmla="*/ 100965 h 101917"/>
                  <a:gd name="connsiteX93" fmla="*/ 34290 w 38100"/>
                  <a:gd name="connsiteY93" fmla="*/ 100013 h 101917"/>
                  <a:gd name="connsiteX94" fmla="*/ 36195 w 38100"/>
                  <a:gd name="connsiteY94" fmla="*/ 99060 h 101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8100" h="101917">
                    <a:moveTo>
                      <a:pt x="37147" y="98108"/>
                    </a:moveTo>
                    <a:lnTo>
                      <a:pt x="38100" y="97155"/>
                    </a:lnTo>
                    <a:lnTo>
                      <a:pt x="37147" y="96202"/>
                    </a:lnTo>
                    <a:lnTo>
                      <a:pt x="36195" y="94298"/>
                    </a:lnTo>
                    <a:lnTo>
                      <a:pt x="35242" y="93345"/>
                    </a:lnTo>
                    <a:lnTo>
                      <a:pt x="34290" y="92393"/>
                    </a:lnTo>
                    <a:lnTo>
                      <a:pt x="34290" y="90488"/>
                    </a:lnTo>
                    <a:lnTo>
                      <a:pt x="33338" y="85725"/>
                    </a:lnTo>
                    <a:lnTo>
                      <a:pt x="33338" y="83820"/>
                    </a:lnTo>
                    <a:lnTo>
                      <a:pt x="34290" y="82868"/>
                    </a:lnTo>
                    <a:lnTo>
                      <a:pt x="35242" y="79058"/>
                    </a:lnTo>
                    <a:lnTo>
                      <a:pt x="34290" y="44768"/>
                    </a:lnTo>
                    <a:lnTo>
                      <a:pt x="33338" y="41910"/>
                    </a:lnTo>
                    <a:lnTo>
                      <a:pt x="30480" y="37148"/>
                    </a:lnTo>
                    <a:lnTo>
                      <a:pt x="29527" y="34290"/>
                    </a:lnTo>
                    <a:lnTo>
                      <a:pt x="29527" y="32385"/>
                    </a:lnTo>
                    <a:lnTo>
                      <a:pt x="29527" y="26670"/>
                    </a:lnTo>
                    <a:lnTo>
                      <a:pt x="28575" y="23813"/>
                    </a:lnTo>
                    <a:lnTo>
                      <a:pt x="27622" y="21908"/>
                    </a:lnTo>
                    <a:lnTo>
                      <a:pt x="25717" y="20955"/>
                    </a:lnTo>
                    <a:lnTo>
                      <a:pt x="19050" y="16193"/>
                    </a:lnTo>
                    <a:lnTo>
                      <a:pt x="18097" y="15240"/>
                    </a:lnTo>
                    <a:lnTo>
                      <a:pt x="17145" y="13335"/>
                    </a:lnTo>
                    <a:lnTo>
                      <a:pt x="17145" y="10477"/>
                    </a:lnTo>
                    <a:lnTo>
                      <a:pt x="18097" y="7620"/>
                    </a:lnTo>
                    <a:lnTo>
                      <a:pt x="19050" y="4763"/>
                    </a:lnTo>
                    <a:lnTo>
                      <a:pt x="20002" y="2858"/>
                    </a:lnTo>
                    <a:lnTo>
                      <a:pt x="13335" y="2858"/>
                    </a:lnTo>
                    <a:lnTo>
                      <a:pt x="12382" y="2858"/>
                    </a:lnTo>
                    <a:lnTo>
                      <a:pt x="952" y="0"/>
                    </a:lnTo>
                    <a:lnTo>
                      <a:pt x="1905" y="1905"/>
                    </a:lnTo>
                    <a:lnTo>
                      <a:pt x="1905" y="3810"/>
                    </a:lnTo>
                    <a:lnTo>
                      <a:pt x="952" y="6668"/>
                    </a:lnTo>
                    <a:lnTo>
                      <a:pt x="0" y="8573"/>
                    </a:lnTo>
                    <a:lnTo>
                      <a:pt x="1905" y="10477"/>
                    </a:lnTo>
                    <a:lnTo>
                      <a:pt x="6667" y="14288"/>
                    </a:lnTo>
                    <a:lnTo>
                      <a:pt x="8572" y="16193"/>
                    </a:lnTo>
                    <a:lnTo>
                      <a:pt x="9525" y="18098"/>
                    </a:lnTo>
                    <a:lnTo>
                      <a:pt x="9525" y="19050"/>
                    </a:lnTo>
                    <a:lnTo>
                      <a:pt x="9525" y="23813"/>
                    </a:lnTo>
                    <a:lnTo>
                      <a:pt x="8572" y="26670"/>
                    </a:lnTo>
                    <a:lnTo>
                      <a:pt x="8572" y="28575"/>
                    </a:lnTo>
                    <a:lnTo>
                      <a:pt x="7620" y="29527"/>
                    </a:lnTo>
                    <a:lnTo>
                      <a:pt x="8572" y="30480"/>
                    </a:lnTo>
                    <a:lnTo>
                      <a:pt x="7620" y="31433"/>
                    </a:lnTo>
                    <a:lnTo>
                      <a:pt x="7620" y="32385"/>
                    </a:lnTo>
                    <a:lnTo>
                      <a:pt x="7620" y="33338"/>
                    </a:lnTo>
                    <a:lnTo>
                      <a:pt x="8572" y="34290"/>
                    </a:lnTo>
                    <a:lnTo>
                      <a:pt x="8572" y="34290"/>
                    </a:lnTo>
                    <a:lnTo>
                      <a:pt x="9525" y="33338"/>
                    </a:lnTo>
                    <a:lnTo>
                      <a:pt x="10477" y="33338"/>
                    </a:lnTo>
                    <a:lnTo>
                      <a:pt x="11430" y="33338"/>
                    </a:lnTo>
                    <a:lnTo>
                      <a:pt x="12382" y="35243"/>
                    </a:lnTo>
                    <a:lnTo>
                      <a:pt x="12382" y="36195"/>
                    </a:lnTo>
                    <a:lnTo>
                      <a:pt x="12382" y="39052"/>
                    </a:lnTo>
                    <a:lnTo>
                      <a:pt x="12382" y="43815"/>
                    </a:lnTo>
                    <a:lnTo>
                      <a:pt x="11430" y="44768"/>
                    </a:lnTo>
                    <a:lnTo>
                      <a:pt x="11430" y="45720"/>
                    </a:lnTo>
                    <a:lnTo>
                      <a:pt x="9525" y="47625"/>
                    </a:lnTo>
                    <a:lnTo>
                      <a:pt x="9525" y="47625"/>
                    </a:lnTo>
                    <a:lnTo>
                      <a:pt x="10477" y="50483"/>
                    </a:lnTo>
                    <a:lnTo>
                      <a:pt x="15240" y="54293"/>
                    </a:lnTo>
                    <a:lnTo>
                      <a:pt x="16192" y="56198"/>
                    </a:lnTo>
                    <a:lnTo>
                      <a:pt x="16192" y="57150"/>
                    </a:lnTo>
                    <a:lnTo>
                      <a:pt x="15240" y="58102"/>
                    </a:lnTo>
                    <a:lnTo>
                      <a:pt x="14288" y="59055"/>
                    </a:lnTo>
                    <a:lnTo>
                      <a:pt x="14288" y="60008"/>
                    </a:lnTo>
                    <a:lnTo>
                      <a:pt x="14288" y="61913"/>
                    </a:lnTo>
                    <a:lnTo>
                      <a:pt x="14288" y="65723"/>
                    </a:lnTo>
                    <a:lnTo>
                      <a:pt x="14288" y="67627"/>
                    </a:lnTo>
                    <a:lnTo>
                      <a:pt x="13335" y="68580"/>
                    </a:lnTo>
                    <a:lnTo>
                      <a:pt x="12382" y="71438"/>
                    </a:lnTo>
                    <a:lnTo>
                      <a:pt x="12382" y="73343"/>
                    </a:lnTo>
                    <a:lnTo>
                      <a:pt x="12382" y="74295"/>
                    </a:lnTo>
                    <a:lnTo>
                      <a:pt x="12382" y="74295"/>
                    </a:lnTo>
                    <a:lnTo>
                      <a:pt x="13335" y="75248"/>
                    </a:lnTo>
                    <a:lnTo>
                      <a:pt x="13335" y="76200"/>
                    </a:lnTo>
                    <a:lnTo>
                      <a:pt x="13335" y="76200"/>
                    </a:lnTo>
                    <a:lnTo>
                      <a:pt x="14288" y="77152"/>
                    </a:lnTo>
                    <a:lnTo>
                      <a:pt x="14288" y="78105"/>
                    </a:lnTo>
                    <a:lnTo>
                      <a:pt x="14288" y="79058"/>
                    </a:lnTo>
                    <a:lnTo>
                      <a:pt x="14288" y="80010"/>
                    </a:lnTo>
                    <a:lnTo>
                      <a:pt x="13335" y="85725"/>
                    </a:lnTo>
                    <a:lnTo>
                      <a:pt x="13335" y="86677"/>
                    </a:lnTo>
                    <a:lnTo>
                      <a:pt x="14288" y="88583"/>
                    </a:lnTo>
                    <a:lnTo>
                      <a:pt x="15240" y="91440"/>
                    </a:lnTo>
                    <a:lnTo>
                      <a:pt x="16192" y="93345"/>
                    </a:lnTo>
                    <a:lnTo>
                      <a:pt x="18097" y="95250"/>
                    </a:lnTo>
                    <a:lnTo>
                      <a:pt x="20002" y="97155"/>
                    </a:lnTo>
                    <a:lnTo>
                      <a:pt x="24765" y="100965"/>
                    </a:lnTo>
                    <a:lnTo>
                      <a:pt x="25717" y="101918"/>
                    </a:lnTo>
                    <a:lnTo>
                      <a:pt x="27622" y="100965"/>
                    </a:lnTo>
                    <a:lnTo>
                      <a:pt x="30480" y="100965"/>
                    </a:lnTo>
                    <a:lnTo>
                      <a:pt x="34290" y="100013"/>
                    </a:lnTo>
                    <a:lnTo>
                      <a:pt x="36195" y="9906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2" name="Freeform: Shape 122">
                <a:extLst>
                  <a:ext uri="{FF2B5EF4-FFF2-40B4-BE49-F238E27FC236}">
                    <a16:creationId xmlns:a16="http://schemas.microsoft.com/office/drawing/2014/main" id="{A014CBAB-BEAE-8516-C32E-83DA05F480C8}"/>
                  </a:ext>
                </a:extLst>
              </p:cNvPr>
              <p:cNvSpPr/>
              <p:nvPr/>
            </p:nvSpPr>
            <p:spPr>
              <a:xfrm>
                <a:off x="5666782" y="3371703"/>
                <a:ext cx="458585" cy="479544"/>
              </a:xfrm>
              <a:custGeom>
                <a:avLst/>
                <a:gdLst>
                  <a:gd name="connsiteX0" fmla="*/ 324803 w 414337"/>
                  <a:gd name="connsiteY0" fmla="*/ 70485 h 403859"/>
                  <a:gd name="connsiteX1" fmla="*/ 326707 w 414337"/>
                  <a:gd name="connsiteY1" fmla="*/ 66675 h 403859"/>
                  <a:gd name="connsiteX2" fmla="*/ 329565 w 414337"/>
                  <a:gd name="connsiteY2" fmla="*/ 63818 h 403859"/>
                  <a:gd name="connsiteX3" fmla="*/ 332423 w 414337"/>
                  <a:gd name="connsiteY3" fmla="*/ 60960 h 403859"/>
                  <a:gd name="connsiteX4" fmla="*/ 335280 w 414337"/>
                  <a:gd name="connsiteY4" fmla="*/ 58102 h 403859"/>
                  <a:gd name="connsiteX5" fmla="*/ 338138 w 414337"/>
                  <a:gd name="connsiteY5" fmla="*/ 54293 h 403859"/>
                  <a:gd name="connsiteX6" fmla="*/ 340042 w 414337"/>
                  <a:gd name="connsiteY6" fmla="*/ 50483 h 403859"/>
                  <a:gd name="connsiteX7" fmla="*/ 340995 w 414337"/>
                  <a:gd name="connsiteY7" fmla="*/ 45720 h 403859"/>
                  <a:gd name="connsiteX8" fmla="*/ 340995 w 414337"/>
                  <a:gd name="connsiteY8" fmla="*/ 41910 h 403859"/>
                  <a:gd name="connsiteX9" fmla="*/ 339090 w 414337"/>
                  <a:gd name="connsiteY9" fmla="*/ 33338 h 403859"/>
                  <a:gd name="connsiteX10" fmla="*/ 339090 w 414337"/>
                  <a:gd name="connsiteY10" fmla="*/ 28575 h 403859"/>
                  <a:gd name="connsiteX11" fmla="*/ 339090 w 414337"/>
                  <a:gd name="connsiteY11" fmla="*/ 26670 h 403859"/>
                  <a:gd name="connsiteX12" fmla="*/ 340042 w 414337"/>
                  <a:gd name="connsiteY12" fmla="*/ 21908 h 403859"/>
                  <a:gd name="connsiteX13" fmla="*/ 340995 w 414337"/>
                  <a:gd name="connsiteY13" fmla="*/ 17145 h 403859"/>
                  <a:gd name="connsiteX14" fmla="*/ 340995 w 414337"/>
                  <a:gd name="connsiteY14" fmla="*/ 16192 h 403859"/>
                  <a:gd name="connsiteX15" fmla="*/ 340995 w 414337"/>
                  <a:gd name="connsiteY15" fmla="*/ 15240 h 403859"/>
                  <a:gd name="connsiteX16" fmla="*/ 340042 w 414337"/>
                  <a:gd name="connsiteY16" fmla="*/ 14288 h 403859"/>
                  <a:gd name="connsiteX17" fmla="*/ 339090 w 414337"/>
                  <a:gd name="connsiteY17" fmla="*/ 14288 h 403859"/>
                  <a:gd name="connsiteX18" fmla="*/ 339090 w 414337"/>
                  <a:gd name="connsiteY18" fmla="*/ 14288 h 403859"/>
                  <a:gd name="connsiteX19" fmla="*/ 340995 w 414337"/>
                  <a:gd name="connsiteY19" fmla="*/ 11430 h 403859"/>
                  <a:gd name="connsiteX20" fmla="*/ 343853 w 414337"/>
                  <a:gd name="connsiteY20" fmla="*/ 8573 h 403859"/>
                  <a:gd name="connsiteX21" fmla="*/ 346710 w 414337"/>
                  <a:gd name="connsiteY21" fmla="*/ 5715 h 403859"/>
                  <a:gd name="connsiteX22" fmla="*/ 346710 w 414337"/>
                  <a:gd name="connsiteY22" fmla="*/ 2858 h 403859"/>
                  <a:gd name="connsiteX23" fmla="*/ 336232 w 414337"/>
                  <a:gd name="connsiteY23" fmla="*/ 4763 h 403859"/>
                  <a:gd name="connsiteX24" fmla="*/ 333375 w 414337"/>
                  <a:gd name="connsiteY24" fmla="*/ 4763 h 403859"/>
                  <a:gd name="connsiteX25" fmla="*/ 330517 w 414337"/>
                  <a:gd name="connsiteY25" fmla="*/ 3810 h 403859"/>
                  <a:gd name="connsiteX26" fmla="*/ 323850 w 414337"/>
                  <a:gd name="connsiteY26" fmla="*/ 953 h 403859"/>
                  <a:gd name="connsiteX27" fmla="*/ 320040 w 414337"/>
                  <a:gd name="connsiteY27" fmla="*/ 0 h 403859"/>
                  <a:gd name="connsiteX28" fmla="*/ 320040 w 414337"/>
                  <a:gd name="connsiteY28" fmla="*/ 3810 h 403859"/>
                  <a:gd name="connsiteX29" fmla="*/ 315278 w 414337"/>
                  <a:gd name="connsiteY29" fmla="*/ 3810 h 403859"/>
                  <a:gd name="connsiteX30" fmla="*/ 305753 w 414337"/>
                  <a:gd name="connsiteY30" fmla="*/ 953 h 403859"/>
                  <a:gd name="connsiteX31" fmla="*/ 303848 w 414337"/>
                  <a:gd name="connsiteY31" fmla="*/ 1905 h 403859"/>
                  <a:gd name="connsiteX32" fmla="*/ 300038 w 414337"/>
                  <a:gd name="connsiteY32" fmla="*/ 2858 h 403859"/>
                  <a:gd name="connsiteX33" fmla="*/ 298132 w 414337"/>
                  <a:gd name="connsiteY33" fmla="*/ 4763 h 403859"/>
                  <a:gd name="connsiteX34" fmla="*/ 296228 w 414337"/>
                  <a:gd name="connsiteY34" fmla="*/ 5715 h 403859"/>
                  <a:gd name="connsiteX35" fmla="*/ 293370 w 414337"/>
                  <a:gd name="connsiteY35" fmla="*/ 6667 h 403859"/>
                  <a:gd name="connsiteX36" fmla="*/ 285750 w 414337"/>
                  <a:gd name="connsiteY36" fmla="*/ 8573 h 403859"/>
                  <a:gd name="connsiteX37" fmla="*/ 281940 w 414337"/>
                  <a:gd name="connsiteY37" fmla="*/ 10478 h 403859"/>
                  <a:gd name="connsiteX38" fmla="*/ 280035 w 414337"/>
                  <a:gd name="connsiteY38" fmla="*/ 10478 h 403859"/>
                  <a:gd name="connsiteX39" fmla="*/ 278130 w 414337"/>
                  <a:gd name="connsiteY39" fmla="*/ 9525 h 403859"/>
                  <a:gd name="connsiteX40" fmla="*/ 276225 w 414337"/>
                  <a:gd name="connsiteY40" fmla="*/ 8573 h 403859"/>
                  <a:gd name="connsiteX41" fmla="*/ 272415 w 414337"/>
                  <a:gd name="connsiteY41" fmla="*/ 5715 h 403859"/>
                  <a:gd name="connsiteX42" fmla="*/ 269558 w 414337"/>
                  <a:gd name="connsiteY42" fmla="*/ 4763 h 403859"/>
                  <a:gd name="connsiteX43" fmla="*/ 262890 w 414337"/>
                  <a:gd name="connsiteY43" fmla="*/ 4763 h 403859"/>
                  <a:gd name="connsiteX44" fmla="*/ 257175 w 414337"/>
                  <a:gd name="connsiteY44" fmla="*/ 4763 h 403859"/>
                  <a:gd name="connsiteX45" fmla="*/ 242888 w 414337"/>
                  <a:gd name="connsiteY45" fmla="*/ 7620 h 403859"/>
                  <a:gd name="connsiteX46" fmla="*/ 237172 w 414337"/>
                  <a:gd name="connsiteY46" fmla="*/ 7620 h 403859"/>
                  <a:gd name="connsiteX47" fmla="*/ 234315 w 414337"/>
                  <a:gd name="connsiteY47" fmla="*/ 7620 h 403859"/>
                  <a:gd name="connsiteX48" fmla="*/ 231458 w 414337"/>
                  <a:gd name="connsiteY48" fmla="*/ 8573 h 403859"/>
                  <a:gd name="connsiteX49" fmla="*/ 226695 w 414337"/>
                  <a:gd name="connsiteY49" fmla="*/ 11430 h 403859"/>
                  <a:gd name="connsiteX50" fmla="*/ 224790 w 414337"/>
                  <a:gd name="connsiteY50" fmla="*/ 12383 h 403859"/>
                  <a:gd name="connsiteX51" fmla="*/ 220027 w 414337"/>
                  <a:gd name="connsiteY51" fmla="*/ 12383 h 403859"/>
                  <a:gd name="connsiteX52" fmla="*/ 201930 w 414337"/>
                  <a:gd name="connsiteY52" fmla="*/ 13335 h 403859"/>
                  <a:gd name="connsiteX53" fmla="*/ 197167 w 414337"/>
                  <a:gd name="connsiteY53" fmla="*/ 14288 h 403859"/>
                  <a:gd name="connsiteX54" fmla="*/ 192405 w 414337"/>
                  <a:gd name="connsiteY54" fmla="*/ 16192 h 403859"/>
                  <a:gd name="connsiteX55" fmla="*/ 182880 w 414337"/>
                  <a:gd name="connsiteY55" fmla="*/ 20003 h 403859"/>
                  <a:gd name="connsiteX56" fmla="*/ 180022 w 414337"/>
                  <a:gd name="connsiteY56" fmla="*/ 21908 h 403859"/>
                  <a:gd name="connsiteX57" fmla="*/ 178117 w 414337"/>
                  <a:gd name="connsiteY57" fmla="*/ 22860 h 403859"/>
                  <a:gd name="connsiteX58" fmla="*/ 176213 w 414337"/>
                  <a:gd name="connsiteY58" fmla="*/ 24765 h 403859"/>
                  <a:gd name="connsiteX59" fmla="*/ 174308 w 414337"/>
                  <a:gd name="connsiteY59" fmla="*/ 26670 h 403859"/>
                  <a:gd name="connsiteX60" fmla="*/ 173355 w 414337"/>
                  <a:gd name="connsiteY60" fmla="*/ 27623 h 403859"/>
                  <a:gd name="connsiteX61" fmla="*/ 171450 w 414337"/>
                  <a:gd name="connsiteY61" fmla="*/ 28575 h 403859"/>
                  <a:gd name="connsiteX62" fmla="*/ 162877 w 414337"/>
                  <a:gd name="connsiteY62" fmla="*/ 29528 h 403859"/>
                  <a:gd name="connsiteX63" fmla="*/ 158115 w 414337"/>
                  <a:gd name="connsiteY63" fmla="*/ 31433 h 403859"/>
                  <a:gd name="connsiteX64" fmla="*/ 153352 w 414337"/>
                  <a:gd name="connsiteY64" fmla="*/ 34290 h 403859"/>
                  <a:gd name="connsiteX65" fmla="*/ 144780 w 414337"/>
                  <a:gd name="connsiteY65" fmla="*/ 40958 h 403859"/>
                  <a:gd name="connsiteX66" fmla="*/ 140017 w 414337"/>
                  <a:gd name="connsiteY66" fmla="*/ 43815 h 403859"/>
                  <a:gd name="connsiteX67" fmla="*/ 135255 w 414337"/>
                  <a:gd name="connsiteY67" fmla="*/ 45720 h 403859"/>
                  <a:gd name="connsiteX68" fmla="*/ 129540 w 414337"/>
                  <a:gd name="connsiteY68" fmla="*/ 45720 h 403859"/>
                  <a:gd name="connsiteX69" fmla="*/ 130492 w 414337"/>
                  <a:gd name="connsiteY69" fmla="*/ 47625 h 403859"/>
                  <a:gd name="connsiteX70" fmla="*/ 132397 w 414337"/>
                  <a:gd name="connsiteY70" fmla="*/ 49530 h 403859"/>
                  <a:gd name="connsiteX71" fmla="*/ 136208 w 414337"/>
                  <a:gd name="connsiteY71" fmla="*/ 52388 h 403859"/>
                  <a:gd name="connsiteX72" fmla="*/ 137160 w 414337"/>
                  <a:gd name="connsiteY72" fmla="*/ 54293 h 403859"/>
                  <a:gd name="connsiteX73" fmla="*/ 137160 w 414337"/>
                  <a:gd name="connsiteY73" fmla="*/ 55245 h 403859"/>
                  <a:gd name="connsiteX74" fmla="*/ 137160 w 414337"/>
                  <a:gd name="connsiteY74" fmla="*/ 57150 h 403859"/>
                  <a:gd name="connsiteX75" fmla="*/ 137160 w 414337"/>
                  <a:gd name="connsiteY75" fmla="*/ 58102 h 403859"/>
                  <a:gd name="connsiteX76" fmla="*/ 138113 w 414337"/>
                  <a:gd name="connsiteY76" fmla="*/ 58102 h 403859"/>
                  <a:gd name="connsiteX77" fmla="*/ 139065 w 414337"/>
                  <a:gd name="connsiteY77" fmla="*/ 59055 h 403859"/>
                  <a:gd name="connsiteX78" fmla="*/ 139065 w 414337"/>
                  <a:gd name="connsiteY78" fmla="*/ 60008 h 403859"/>
                  <a:gd name="connsiteX79" fmla="*/ 139065 w 414337"/>
                  <a:gd name="connsiteY79" fmla="*/ 60960 h 403859"/>
                  <a:gd name="connsiteX80" fmla="*/ 138113 w 414337"/>
                  <a:gd name="connsiteY80" fmla="*/ 62865 h 403859"/>
                  <a:gd name="connsiteX81" fmla="*/ 139065 w 414337"/>
                  <a:gd name="connsiteY81" fmla="*/ 64770 h 403859"/>
                  <a:gd name="connsiteX82" fmla="*/ 140017 w 414337"/>
                  <a:gd name="connsiteY82" fmla="*/ 66675 h 403859"/>
                  <a:gd name="connsiteX83" fmla="*/ 140017 w 414337"/>
                  <a:gd name="connsiteY83" fmla="*/ 70485 h 403859"/>
                  <a:gd name="connsiteX84" fmla="*/ 140017 w 414337"/>
                  <a:gd name="connsiteY84" fmla="*/ 73343 h 403859"/>
                  <a:gd name="connsiteX85" fmla="*/ 140017 w 414337"/>
                  <a:gd name="connsiteY85" fmla="*/ 75248 h 403859"/>
                  <a:gd name="connsiteX86" fmla="*/ 140970 w 414337"/>
                  <a:gd name="connsiteY86" fmla="*/ 79058 h 403859"/>
                  <a:gd name="connsiteX87" fmla="*/ 140970 w 414337"/>
                  <a:gd name="connsiteY87" fmla="*/ 81915 h 403859"/>
                  <a:gd name="connsiteX88" fmla="*/ 140970 w 414337"/>
                  <a:gd name="connsiteY88" fmla="*/ 84773 h 403859"/>
                  <a:gd name="connsiteX89" fmla="*/ 140970 w 414337"/>
                  <a:gd name="connsiteY89" fmla="*/ 87630 h 403859"/>
                  <a:gd name="connsiteX90" fmla="*/ 141922 w 414337"/>
                  <a:gd name="connsiteY90" fmla="*/ 90488 h 403859"/>
                  <a:gd name="connsiteX91" fmla="*/ 142875 w 414337"/>
                  <a:gd name="connsiteY91" fmla="*/ 91440 h 403859"/>
                  <a:gd name="connsiteX92" fmla="*/ 143827 w 414337"/>
                  <a:gd name="connsiteY92" fmla="*/ 92393 h 403859"/>
                  <a:gd name="connsiteX93" fmla="*/ 143827 w 414337"/>
                  <a:gd name="connsiteY93" fmla="*/ 93345 h 403859"/>
                  <a:gd name="connsiteX94" fmla="*/ 143827 w 414337"/>
                  <a:gd name="connsiteY94" fmla="*/ 94298 h 403859"/>
                  <a:gd name="connsiteX95" fmla="*/ 143827 w 414337"/>
                  <a:gd name="connsiteY95" fmla="*/ 95250 h 403859"/>
                  <a:gd name="connsiteX96" fmla="*/ 143827 w 414337"/>
                  <a:gd name="connsiteY96" fmla="*/ 96202 h 403859"/>
                  <a:gd name="connsiteX97" fmla="*/ 144780 w 414337"/>
                  <a:gd name="connsiteY97" fmla="*/ 99060 h 403859"/>
                  <a:gd name="connsiteX98" fmla="*/ 146685 w 414337"/>
                  <a:gd name="connsiteY98" fmla="*/ 100965 h 403859"/>
                  <a:gd name="connsiteX99" fmla="*/ 151447 w 414337"/>
                  <a:gd name="connsiteY99" fmla="*/ 103823 h 403859"/>
                  <a:gd name="connsiteX100" fmla="*/ 151447 w 414337"/>
                  <a:gd name="connsiteY100" fmla="*/ 103823 h 403859"/>
                  <a:gd name="connsiteX101" fmla="*/ 152400 w 414337"/>
                  <a:gd name="connsiteY101" fmla="*/ 105727 h 403859"/>
                  <a:gd name="connsiteX102" fmla="*/ 152400 w 414337"/>
                  <a:gd name="connsiteY102" fmla="*/ 105727 h 403859"/>
                  <a:gd name="connsiteX103" fmla="*/ 152400 w 414337"/>
                  <a:gd name="connsiteY103" fmla="*/ 105727 h 403859"/>
                  <a:gd name="connsiteX104" fmla="*/ 151447 w 414337"/>
                  <a:gd name="connsiteY104" fmla="*/ 105727 h 403859"/>
                  <a:gd name="connsiteX105" fmla="*/ 148590 w 414337"/>
                  <a:gd name="connsiteY105" fmla="*/ 108585 h 403859"/>
                  <a:gd name="connsiteX106" fmla="*/ 148590 w 414337"/>
                  <a:gd name="connsiteY106" fmla="*/ 109538 h 403859"/>
                  <a:gd name="connsiteX107" fmla="*/ 148590 w 414337"/>
                  <a:gd name="connsiteY107" fmla="*/ 110490 h 403859"/>
                  <a:gd name="connsiteX108" fmla="*/ 148590 w 414337"/>
                  <a:gd name="connsiteY108" fmla="*/ 111443 h 403859"/>
                  <a:gd name="connsiteX109" fmla="*/ 148590 w 414337"/>
                  <a:gd name="connsiteY109" fmla="*/ 112395 h 403859"/>
                  <a:gd name="connsiteX110" fmla="*/ 148590 w 414337"/>
                  <a:gd name="connsiteY110" fmla="*/ 113348 h 403859"/>
                  <a:gd name="connsiteX111" fmla="*/ 148590 w 414337"/>
                  <a:gd name="connsiteY111" fmla="*/ 114300 h 403859"/>
                  <a:gd name="connsiteX112" fmla="*/ 148590 w 414337"/>
                  <a:gd name="connsiteY112" fmla="*/ 115252 h 403859"/>
                  <a:gd name="connsiteX113" fmla="*/ 148590 w 414337"/>
                  <a:gd name="connsiteY113" fmla="*/ 116205 h 403859"/>
                  <a:gd name="connsiteX114" fmla="*/ 147638 w 414337"/>
                  <a:gd name="connsiteY114" fmla="*/ 116205 h 403859"/>
                  <a:gd name="connsiteX115" fmla="*/ 146685 w 414337"/>
                  <a:gd name="connsiteY115" fmla="*/ 116205 h 403859"/>
                  <a:gd name="connsiteX116" fmla="*/ 145733 w 414337"/>
                  <a:gd name="connsiteY116" fmla="*/ 116205 h 403859"/>
                  <a:gd name="connsiteX117" fmla="*/ 144780 w 414337"/>
                  <a:gd name="connsiteY117" fmla="*/ 116205 h 403859"/>
                  <a:gd name="connsiteX118" fmla="*/ 138113 w 414337"/>
                  <a:gd name="connsiteY118" fmla="*/ 116205 h 403859"/>
                  <a:gd name="connsiteX119" fmla="*/ 135255 w 414337"/>
                  <a:gd name="connsiteY119" fmla="*/ 116205 h 403859"/>
                  <a:gd name="connsiteX120" fmla="*/ 131445 w 414337"/>
                  <a:gd name="connsiteY120" fmla="*/ 116205 h 403859"/>
                  <a:gd name="connsiteX121" fmla="*/ 127635 w 414337"/>
                  <a:gd name="connsiteY121" fmla="*/ 116205 h 403859"/>
                  <a:gd name="connsiteX122" fmla="*/ 125730 w 414337"/>
                  <a:gd name="connsiteY122" fmla="*/ 116205 h 403859"/>
                  <a:gd name="connsiteX123" fmla="*/ 123825 w 414337"/>
                  <a:gd name="connsiteY123" fmla="*/ 116205 h 403859"/>
                  <a:gd name="connsiteX124" fmla="*/ 118110 w 414337"/>
                  <a:gd name="connsiteY124" fmla="*/ 117158 h 403859"/>
                  <a:gd name="connsiteX125" fmla="*/ 117157 w 414337"/>
                  <a:gd name="connsiteY125" fmla="*/ 117158 h 403859"/>
                  <a:gd name="connsiteX126" fmla="*/ 116205 w 414337"/>
                  <a:gd name="connsiteY126" fmla="*/ 117158 h 403859"/>
                  <a:gd name="connsiteX127" fmla="*/ 115252 w 414337"/>
                  <a:gd name="connsiteY127" fmla="*/ 117158 h 403859"/>
                  <a:gd name="connsiteX128" fmla="*/ 114300 w 414337"/>
                  <a:gd name="connsiteY128" fmla="*/ 117158 h 403859"/>
                  <a:gd name="connsiteX129" fmla="*/ 113347 w 414337"/>
                  <a:gd name="connsiteY129" fmla="*/ 120015 h 403859"/>
                  <a:gd name="connsiteX130" fmla="*/ 111442 w 414337"/>
                  <a:gd name="connsiteY130" fmla="*/ 121920 h 403859"/>
                  <a:gd name="connsiteX131" fmla="*/ 101917 w 414337"/>
                  <a:gd name="connsiteY131" fmla="*/ 124777 h 403859"/>
                  <a:gd name="connsiteX132" fmla="*/ 98107 w 414337"/>
                  <a:gd name="connsiteY132" fmla="*/ 124777 h 403859"/>
                  <a:gd name="connsiteX133" fmla="*/ 96202 w 414337"/>
                  <a:gd name="connsiteY133" fmla="*/ 124777 h 403859"/>
                  <a:gd name="connsiteX134" fmla="*/ 95250 w 414337"/>
                  <a:gd name="connsiteY134" fmla="*/ 124777 h 403859"/>
                  <a:gd name="connsiteX135" fmla="*/ 95250 w 414337"/>
                  <a:gd name="connsiteY135" fmla="*/ 125730 h 403859"/>
                  <a:gd name="connsiteX136" fmla="*/ 96202 w 414337"/>
                  <a:gd name="connsiteY136" fmla="*/ 130493 h 403859"/>
                  <a:gd name="connsiteX137" fmla="*/ 95250 w 414337"/>
                  <a:gd name="connsiteY137" fmla="*/ 134303 h 403859"/>
                  <a:gd name="connsiteX138" fmla="*/ 95250 w 414337"/>
                  <a:gd name="connsiteY138" fmla="*/ 134303 h 403859"/>
                  <a:gd name="connsiteX139" fmla="*/ 95250 w 414337"/>
                  <a:gd name="connsiteY139" fmla="*/ 134303 h 403859"/>
                  <a:gd name="connsiteX140" fmla="*/ 95250 w 414337"/>
                  <a:gd name="connsiteY140" fmla="*/ 134303 h 403859"/>
                  <a:gd name="connsiteX141" fmla="*/ 98107 w 414337"/>
                  <a:gd name="connsiteY141" fmla="*/ 135255 h 403859"/>
                  <a:gd name="connsiteX142" fmla="*/ 100965 w 414337"/>
                  <a:gd name="connsiteY142" fmla="*/ 136208 h 403859"/>
                  <a:gd name="connsiteX143" fmla="*/ 100965 w 414337"/>
                  <a:gd name="connsiteY143" fmla="*/ 137160 h 403859"/>
                  <a:gd name="connsiteX144" fmla="*/ 100965 w 414337"/>
                  <a:gd name="connsiteY144" fmla="*/ 138113 h 403859"/>
                  <a:gd name="connsiteX145" fmla="*/ 100965 w 414337"/>
                  <a:gd name="connsiteY145" fmla="*/ 139065 h 403859"/>
                  <a:gd name="connsiteX146" fmla="*/ 100013 w 414337"/>
                  <a:gd name="connsiteY146" fmla="*/ 139065 h 403859"/>
                  <a:gd name="connsiteX147" fmla="*/ 98107 w 414337"/>
                  <a:gd name="connsiteY147" fmla="*/ 140018 h 403859"/>
                  <a:gd name="connsiteX148" fmla="*/ 94297 w 414337"/>
                  <a:gd name="connsiteY148" fmla="*/ 140018 h 403859"/>
                  <a:gd name="connsiteX149" fmla="*/ 74295 w 414337"/>
                  <a:gd name="connsiteY149" fmla="*/ 149543 h 403859"/>
                  <a:gd name="connsiteX150" fmla="*/ 67627 w 414337"/>
                  <a:gd name="connsiteY150" fmla="*/ 158115 h 403859"/>
                  <a:gd name="connsiteX151" fmla="*/ 63817 w 414337"/>
                  <a:gd name="connsiteY151" fmla="*/ 160973 h 403859"/>
                  <a:gd name="connsiteX152" fmla="*/ 43815 w 414337"/>
                  <a:gd name="connsiteY152" fmla="*/ 163830 h 403859"/>
                  <a:gd name="connsiteX153" fmla="*/ 42863 w 414337"/>
                  <a:gd name="connsiteY153" fmla="*/ 164783 h 403859"/>
                  <a:gd name="connsiteX154" fmla="*/ 41910 w 414337"/>
                  <a:gd name="connsiteY154" fmla="*/ 168593 h 403859"/>
                  <a:gd name="connsiteX155" fmla="*/ 40957 w 414337"/>
                  <a:gd name="connsiteY155" fmla="*/ 169545 h 403859"/>
                  <a:gd name="connsiteX156" fmla="*/ 40005 w 414337"/>
                  <a:gd name="connsiteY156" fmla="*/ 169545 h 403859"/>
                  <a:gd name="connsiteX157" fmla="*/ 30480 w 414337"/>
                  <a:gd name="connsiteY157" fmla="*/ 168593 h 403859"/>
                  <a:gd name="connsiteX158" fmla="*/ 23813 w 414337"/>
                  <a:gd name="connsiteY158" fmla="*/ 173355 h 403859"/>
                  <a:gd name="connsiteX159" fmla="*/ 20955 w 414337"/>
                  <a:gd name="connsiteY159" fmla="*/ 174308 h 403859"/>
                  <a:gd name="connsiteX160" fmla="*/ 0 w 414337"/>
                  <a:gd name="connsiteY160" fmla="*/ 188595 h 403859"/>
                  <a:gd name="connsiteX161" fmla="*/ 0 w 414337"/>
                  <a:gd name="connsiteY161" fmla="*/ 189547 h 403859"/>
                  <a:gd name="connsiteX162" fmla="*/ 0 w 414337"/>
                  <a:gd name="connsiteY162" fmla="*/ 213360 h 403859"/>
                  <a:gd name="connsiteX163" fmla="*/ 0 w 414337"/>
                  <a:gd name="connsiteY163" fmla="*/ 221933 h 403859"/>
                  <a:gd name="connsiteX164" fmla="*/ 77152 w 414337"/>
                  <a:gd name="connsiteY164" fmla="*/ 273368 h 403859"/>
                  <a:gd name="connsiteX165" fmla="*/ 195263 w 414337"/>
                  <a:gd name="connsiteY165" fmla="*/ 356235 h 403859"/>
                  <a:gd name="connsiteX166" fmla="*/ 197167 w 414337"/>
                  <a:gd name="connsiteY166" fmla="*/ 358140 h 403859"/>
                  <a:gd name="connsiteX167" fmla="*/ 198120 w 414337"/>
                  <a:gd name="connsiteY167" fmla="*/ 360045 h 403859"/>
                  <a:gd name="connsiteX168" fmla="*/ 198120 w 414337"/>
                  <a:gd name="connsiteY168" fmla="*/ 361950 h 403859"/>
                  <a:gd name="connsiteX169" fmla="*/ 198120 w 414337"/>
                  <a:gd name="connsiteY169" fmla="*/ 363855 h 403859"/>
                  <a:gd name="connsiteX170" fmla="*/ 200025 w 414337"/>
                  <a:gd name="connsiteY170" fmla="*/ 365760 h 403859"/>
                  <a:gd name="connsiteX171" fmla="*/ 200977 w 414337"/>
                  <a:gd name="connsiteY171" fmla="*/ 366713 h 403859"/>
                  <a:gd name="connsiteX172" fmla="*/ 203835 w 414337"/>
                  <a:gd name="connsiteY172" fmla="*/ 367665 h 403859"/>
                  <a:gd name="connsiteX173" fmla="*/ 204788 w 414337"/>
                  <a:gd name="connsiteY173" fmla="*/ 368618 h 403859"/>
                  <a:gd name="connsiteX174" fmla="*/ 205740 w 414337"/>
                  <a:gd name="connsiteY174" fmla="*/ 369570 h 403859"/>
                  <a:gd name="connsiteX175" fmla="*/ 206692 w 414337"/>
                  <a:gd name="connsiteY175" fmla="*/ 371475 h 403859"/>
                  <a:gd name="connsiteX176" fmla="*/ 206692 w 414337"/>
                  <a:gd name="connsiteY176" fmla="*/ 372428 h 403859"/>
                  <a:gd name="connsiteX177" fmla="*/ 209550 w 414337"/>
                  <a:gd name="connsiteY177" fmla="*/ 374333 h 403859"/>
                  <a:gd name="connsiteX178" fmla="*/ 212408 w 414337"/>
                  <a:gd name="connsiteY178" fmla="*/ 375285 h 403859"/>
                  <a:gd name="connsiteX179" fmla="*/ 215265 w 414337"/>
                  <a:gd name="connsiteY179" fmla="*/ 375285 h 403859"/>
                  <a:gd name="connsiteX180" fmla="*/ 218122 w 414337"/>
                  <a:gd name="connsiteY180" fmla="*/ 376238 h 403859"/>
                  <a:gd name="connsiteX181" fmla="*/ 220027 w 414337"/>
                  <a:gd name="connsiteY181" fmla="*/ 377190 h 403859"/>
                  <a:gd name="connsiteX182" fmla="*/ 221933 w 414337"/>
                  <a:gd name="connsiteY182" fmla="*/ 379095 h 403859"/>
                  <a:gd name="connsiteX183" fmla="*/ 223838 w 414337"/>
                  <a:gd name="connsiteY183" fmla="*/ 380048 h 403859"/>
                  <a:gd name="connsiteX184" fmla="*/ 226695 w 414337"/>
                  <a:gd name="connsiteY184" fmla="*/ 381000 h 403859"/>
                  <a:gd name="connsiteX185" fmla="*/ 231458 w 414337"/>
                  <a:gd name="connsiteY185" fmla="*/ 381953 h 403859"/>
                  <a:gd name="connsiteX186" fmla="*/ 234315 w 414337"/>
                  <a:gd name="connsiteY186" fmla="*/ 382905 h 403859"/>
                  <a:gd name="connsiteX187" fmla="*/ 236220 w 414337"/>
                  <a:gd name="connsiteY187" fmla="*/ 383858 h 403859"/>
                  <a:gd name="connsiteX188" fmla="*/ 237172 w 414337"/>
                  <a:gd name="connsiteY188" fmla="*/ 385763 h 403859"/>
                  <a:gd name="connsiteX189" fmla="*/ 238125 w 414337"/>
                  <a:gd name="connsiteY189" fmla="*/ 388620 h 403859"/>
                  <a:gd name="connsiteX190" fmla="*/ 239077 w 414337"/>
                  <a:gd name="connsiteY190" fmla="*/ 391478 h 403859"/>
                  <a:gd name="connsiteX191" fmla="*/ 239077 w 414337"/>
                  <a:gd name="connsiteY191" fmla="*/ 393383 h 403859"/>
                  <a:gd name="connsiteX192" fmla="*/ 238125 w 414337"/>
                  <a:gd name="connsiteY192" fmla="*/ 395288 h 403859"/>
                  <a:gd name="connsiteX193" fmla="*/ 237172 w 414337"/>
                  <a:gd name="connsiteY193" fmla="*/ 397193 h 403859"/>
                  <a:gd name="connsiteX194" fmla="*/ 236220 w 414337"/>
                  <a:gd name="connsiteY194" fmla="*/ 399098 h 403859"/>
                  <a:gd name="connsiteX195" fmla="*/ 236220 w 414337"/>
                  <a:gd name="connsiteY195" fmla="*/ 401003 h 403859"/>
                  <a:gd name="connsiteX196" fmla="*/ 240030 w 414337"/>
                  <a:gd name="connsiteY196" fmla="*/ 403860 h 403859"/>
                  <a:gd name="connsiteX197" fmla="*/ 246697 w 414337"/>
                  <a:gd name="connsiteY197" fmla="*/ 403860 h 403859"/>
                  <a:gd name="connsiteX198" fmla="*/ 258127 w 414337"/>
                  <a:gd name="connsiteY198" fmla="*/ 401003 h 403859"/>
                  <a:gd name="connsiteX199" fmla="*/ 283845 w 414337"/>
                  <a:gd name="connsiteY199" fmla="*/ 396240 h 403859"/>
                  <a:gd name="connsiteX200" fmla="*/ 291465 w 414337"/>
                  <a:gd name="connsiteY200" fmla="*/ 393383 h 403859"/>
                  <a:gd name="connsiteX201" fmla="*/ 298132 w 414337"/>
                  <a:gd name="connsiteY201" fmla="*/ 387668 h 403859"/>
                  <a:gd name="connsiteX202" fmla="*/ 318135 w 414337"/>
                  <a:gd name="connsiteY202" fmla="*/ 368618 h 403859"/>
                  <a:gd name="connsiteX203" fmla="*/ 332423 w 414337"/>
                  <a:gd name="connsiteY203" fmla="*/ 357188 h 403859"/>
                  <a:gd name="connsiteX204" fmla="*/ 414338 w 414337"/>
                  <a:gd name="connsiteY204" fmla="*/ 305753 h 403859"/>
                  <a:gd name="connsiteX205" fmla="*/ 410528 w 414337"/>
                  <a:gd name="connsiteY205" fmla="*/ 296228 h 403859"/>
                  <a:gd name="connsiteX206" fmla="*/ 407670 w 414337"/>
                  <a:gd name="connsiteY206" fmla="*/ 291465 h 403859"/>
                  <a:gd name="connsiteX207" fmla="*/ 404813 w 414337"/>
                  <a:gd name="connsiteY207" fmla="*/ 287655 h 403859"/>
                  <a:gd name="connsiteX208" fmla="*/ 401955 w 414337"/>
                  <a:gd name="connsiteY208" fmla="*/ 286703 h 403859"/>
                  <a:gd name="connsiteX209" fmla="*/ 388620 w 414337"/>
                  <a:gd name="connsiteY209" fmla="*/ 282893 h 403859"/>
                  <a:gd name="connsiteX210" fmla="*/ 387667 w 414337"/>
                  <a:gd name="connsiteY210" fmla="*/ 282893 h 403859"/>
                  <a:gd name="connsiteX211" fmla="*/ 386715 w 414337"/>
                  <a:gd name="connsiteY211" fmla="*/ 282893 h 403859"/>
                  <a:gd name="connsiteX212" fmla="*/ 383857 w 414337"/>
                  <a:gd name="connsiteY212" fmla="*/ 283845 h 403859"/>
                  <a:gd name="connsiteX213" fmla="*/ 382905 w 414337"/>
                  <a:gd name="connsiteY213" fmla="*/ 283845 h 403859"/>
                  <a:gd name="connsiteX214" fmla="*/ 379095 w 414337"/>
                  <a:gd name="connsiteY214" fmla="*/ 281940 h 403859"/>
                  <a:gd name="connsiteX215" fmla="*/ 377190 w 414337"/>
                  <a:gd name="connsiteY215" fmla="*/ 276225 h 403859"/>
                  <a:gd name="connsiteX216" fmla="*/ 373380 w 414337"/>
                  <a:gd name="connsiteY216" fmla="*/ 262890 h 403859"/>
                  <a:gd name="connsiteX217" fmla="*/ 371475 w 414337"/>
                  <a:gd name="connsiteY217" fmla="*/ 259080 h 403859"/>
                  <a:gd name="connsiteX218" fmla="*/ 363855 w 414337"/>
                  <a:gd name="connsiteY218" fmla="*/ 247650 h 403859"/>
                  <a:gd name="connsiteX219" fmla="*/ 362903 w 414337"/>
                  <a:gd name="connsiteY219" fmla="*/ 245745 h 403859"/>
                  <a:gd name="connsiteX220" fmla="*/ 362903 w 414337"/>
                  <a:gd name="connsiteY220" fmla="*/ 243840 h 403859"/>
                  <a:gd name="connsiteX221" fmla="*/ 363855 w 414337"/>
                  <a:gd name="connsiteY221" fmla="*/ 241935 h 403859"/>
                  <a:gd name="connsiteX222" fmla="*/ 365760 w 414337"/>
                  <a:gd name="connsiteY222" fmla="*/ 240983 h 403859"/>
                  <a:gd name="connsiteX223" fmla="*/ 367665 w 414337"/>
                  <a:gd name="connsiteY223" fmla="*/ 240030 h 403859"/>
                  <a:gd name="connsiteX224" fmla="*/ 369570 w 414337"/>
                  <a:gd name="connsiteY224" fmla="*/ 239078 h 403859"/>
                  <a:gd name="connsiteX225" fmla="*/ 371475 w 414337"/>
                  <a:gd name="connsiteY225" fmla="*/ 235268 h 403859"/>
                  <a:gd name="connsiteX226" fmla="*/ 371475 w 414337"/>
                  <a:gd name="connsiteY226" fmla="*/ 231458 h 403859"/>
                  <a:gd name="connsiteX227" fmla="*/ 370523 w 414337"/>
                  <a:gd name="connsiteY227" fmla="*/ 227647 h 403859"/>
                  <a:gd name="connsiteX228" fmla="*/ 369570 w 414337"/>
                  <a:gd name="connsiteY228" fmla="*/ 221933 h 403859"/>
                  <a:gd name="connsiteX229" fmla="*/ 369570 w 414337"/>
                  <a:gd name="connsiteY229" fmla="*/ 220028 h 403859"/>
                  <a:gd name="connsiteX230" fmla="*/ 369570 w 414337"/>
                  <a:gd name="connsiteY230" fmla="*/ 218122 h 403859"/>
                  <a:gd name="connsiteX231" fmla="*/ 371475 w 414337"/>
                  <a:gd name="connsiteY231" fmla="*/ 211455 h 403859"/>
                  <a:gd name="connsiteX232" fmla="*/ 371475 w 414337"/>
                  <a:gd name="connsiteY232" fmla="*/ 209550 h 403859"/>
                  <a:gd name="connsiteX233" fmla="*/ 370523 w 414337"/>
                  <a:gd name="connsiteY233" fmla="*/ 200025 h 403859"/>
                  <a:gd name="connsiteX234" fmla="*/ 370523 w 414337"/>
                  <a:gd name="connsiteY234" fmla="*/ 184785 h 403859"/>
                  <a:gd name="connsiteX235" fmla="*/ 370523 w 414337"/>
                  <a:gd name="connsiteY235" fmla="*/ 180975 h 403859"/>
                  <a:gd name="connsiteX236" fmla="*/ 369570 w 414337"/>
                  <a:gd name="connsiteY236" fmla="*/ 177165 h 403859"/>
                  <a:gd name="connsiteX237" fmla="*/ 368617 w 414337"/>
                  <a:gd name="connsiteY237" fmla="*/ 173355 h 403859"/>
                  <a:gd name="connsiteX238" fmla="*/ 367665 w 414337"/>
                  <a:gd name="connsiteY238" fmla="*/ 167640 h 403859"/>
                  <a:gd name="connsiteX239" fmla="*/ 366713 w 414337"/>
                  <a:gd name="connsiteY239" fmla="*/ 165735 h 403859"/>
                  <a:gd name="connsiteX240" fmla="*/ 363855 w 414337"/>
                  <a:gd name="connsiteY240" fmla="*/ 161925 h 403859"/>
                  <a:gd name="connsiteX241" fmla="*/ 362903 w 414337"/>
                  <a:gd name="connsiteY241" fmla="*/ 160020 h 403859"/>
                  <a:gd name="connsiteX242" fmla="*/ 361950 w 414337"/>
                  <a:gd name="connsiteY242" fmla="*/ 158115 h 403859"/>
                  <a:gd name="connsiteX243" fmla="*/ 361950 w 414337"/>
                  <a:gd name="connsiteY243" fmla="*/ 157163 h 403859"/>
                  <a:gd name="connsiteX244" fmla="*/ 362903 w 414337"/>
                  <a:gd name="connsiteY244" fmla="*/ 156210 h 403859"/>
                  <a:gd name="connsiteX245" fmla="*/ 364807 w 414337"/>
                  <a:gd name="connsiteY245" fmla="*/ 155258 h 403859"/>
                  <a:gd name="connsiteX246" fmla="*/ 356235 w 414337"/>
                  <a:gd name="connsiteY246" fmla="*/ 119063 h 403859"/>
                  <a:gd name="connsiteX247" fmla="*/ 354330 w 414337"/>
                  <a:gd name="connsiteY247" fmla="*/ 115252 h 403859"/>
                  <a:gd name="connsiteX248" fmla="*/ 351473 w 414337"/>
                  <a:gd name="connsiteY248" fmla="*/ 112395 h 403859"/>
                  <a:gd name="connsiteX249" fmla="*/ 343853 w 414337"/>
                  <a:gd name="connsiteY249" fmla="*/ 107633 h 403859"/>
                  <a:gd name="connsiteX250" fmla="*/ 340995 w 414337"/>
                  <a:gd name="connsiteY250" fmla="*/ 104775 h 403859"/>
                  <a:gd name="connsiteX251" fmla="*/ 340042 w 414337"/>
                  <a:gd name="connsiteY251" fmla="*/ 102870 h 403859"/>
                  <a:gd name="connsiteX252" fmla="*/ 339090 w 414337"/>
                  <a:gd name="connsiteY252" fmla="*/ 98108 h 403859"/>
                  <a:gd name="connsiteX253" fmla="*/ 338138 w 414337"/>
                  <a:gd name="connsiteY253" fmla="*/ 96202 h 403859"/>
                  <a:gd name="connsiteX254" fmla="*/ 337185 w 414337"/>
                  <a:gd name="connsiteY254" fmla="*/ 94298 h 403859"/>
                  <a:gd name="connsiteX255" fmla="*/ 335280 w 414337"/>
                  <a:gd name="connsiteY255" fmla="*/ 93345 h 403859"/>
                  <a:gd name="connsiteX256" fmla="*/ 331470 w 414337"/>
                  <a:gd name="connsiteY256" fmla="*/ 91440 h 403859"/>
                  <a:gd name="connsiteX257" fmla="*/ 329565 w 414337"/>
                  <a:gd name="connsiteY257" fmla="*/ 90488 h 403859"/>
                  <a:gd name="connsiteX258" fmla="*/ 327660 w 414337"/>
                  <a:gd name="connsiteY258" fmla="*/ 87630 h 403859"/>
                  <a:gd name="connsiteX259" fmla="*/ 325755 w 414337"/>
                  <a:gd name="connsiteY259" fmla="*/ 83820 h 403859"/>
                  <a:gd name="connsiteX260" fmla="*/ 324803 w 414337"/>
                  <a:gd name="connsiteY260" fmla="*/ 80010 h 403859"/>
                  <a:gd name="connsiteX261" fmla="*/ 323850 w 414337"/>
                  <a:gd name="connsiteY261" fmla="*/ 76200 h 403859"/>
                  <a:gd name="connsiteX262" fmla="*/ 324803 w 414337"/>
                  <a:gd name="connsiteY262" fmla="*/ 70485 h 403859"/>
                  <a:gd name="connsiteX263" fmla="*/ 324803 w 414337"/>
                  <a:gd name="connsiteY263" fmla="*/ 70485 h 403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414337" h="403859">
                    <a:moveTo>
                      <a:pt x="324803" y="70485"/>
                    </a:moveTo>
                    <a:cubicBezTo>
                      <a:pt x="325755" y="69533"/>
                      <a:pt x="326707" y="66675"/>
                      <a:pt x="326707" y="66675"/>
                    </a:cubicBezTo>
                    <a:lnTo>
                      <a:pt x="329565" y="63818"/>
                    </a:lnTo>
                    <a:lnTo>
                      <a:pt x="332423" y="60960"/>
                    </a:lnTo>
                    <a:lnTo>
                      <a:pt x="335280" y="58102"/>
                    </a:lnTo>
                    <a:lnTo>
                      <a:pt x="338138" y="54293"/>
                    </a:lnTo>
                    <a:lnTo>
                      <a:pt x="340042" y="50483"/>
                    </a:lnTo>
                    <a:lnTo>
                      <a:pt x="340995" y="45720"/>
                    </a:lnTo>
                    <a:lnTo>
                      <a:pt x="340995" y="41910"/>
                    </a:lnTo>
                    <a:lnTo>
                      <a:pt x="339090" y="33338"/>
                    </a:lnTo>
                    <a:lnTo>
                      <a:pt x="339090" y="28575"/>
                    </a:lnTo>
                    <a:lnTo>
                      <a:pt x="339090" y="26670"/>
                    </a:lnTo>
                    <a:lnTo>
                      <a:pt x="340042" y="21908"/>
                    </a:lnTo>
                    <a:lnTo>
                      <a:pt x="340995" y="17145"/>
                    </a:lnTo>
                    <a:lnTo>
                      <a:pt x="340995" y="16192"/>
                    </a:lnTo>
                    <a:lnTo>
                      <a:pt x="340995" y="15240"/>
                    </a:lnTo>
                    <a:lnTo>
                      <a:pt x="340042" y="14288"/>
                    </a:lnTo>
                    <a:lnTo>
                      <a:pt x="339090" y="14288"/>
                    </a:lnTo>
                    <a:lnTo>
                      <a:pt x="339090" y="14288"/>
                    </a:lnTo>
                    <a:lnTo>
                      <a:pt x="340995" y="11430"/>
                    </a:lnTo>
                    <a:lnTo>
                      <a:pt x="343853" y="8573"/>
                    </a:lnTo>
                    <a:lnTo>
                      <a:pt x="346710" y="5715"/>
                    </a:lnTo>
                    <a:lnTo>
                      <a:pt x="346710" y="2858"/>
                    </a:lnTo>
                    <a:lnTo>
                      <a:pt x="336232" y="4763"/>
                    </a:lnTo>
                    <a:lnTo>
                      <a:pt x="333375" y="4763"/>
                    </a:lnTo>
                    <a:lnTo>
                      <a:pt x="330517" y="3810"/>
                    </a:lnTo>
                    <a:lnTo>
                      <a:pt x="323850" y="953"/>
                    </a:lnTo>
                    <a:lnTo>
                      <a:pt x="320040" y="0"/>
                    </a:lnTo>
                    <a:lnTo>
                      <a:pt x="320040" y="3810"/>
                    </a:lnTo>
                    <a:lnTo>
                      <a:pt x="315278" y="3810"/>
                    </a:lnTo>
                    <a:lnTo>
                      <a:pt x="305753" y="953"/>
                    </a:lnTo>
                    <a:lnTo>
                      <a:pt x="303848" y="1905"/>
                    </a:lnTo>
                    <a:lnTo>
                      <a:pt x="300038" y="2858"/>
                    </a:lnTo>
                    <a:lnTo>
                      <a:pt x="298132" y="4763"/>
                    </a:lnTo>
                    <a:lnTo>
                      <a:pt x="296228" y="5715"/>
                    </a:lnTo>
                    <a:lnTo>
                      <a:pt x="293370" y="6667"/>
                    </a:lnTo>
                    <a:lnTo>
                      <a:pt x="285750" y="8573"/>
                    </a:lnTo>
                    <a:lnTo>
                      <a:pt x="281940" y="10478"/>
                    </a:lnTo>
                    <a:lnTo>
                      <a:pt x="280035" y="10478"/>
                    </a:lnTo>
                    <a:lnTo>
                      <a:pt x="278130" y="9525"/>
                    </a:lnTo>
                    <a:lnTo>
                      <a:pt x="276225" y="8573"/>
                    </a:lnTo>
                    <a:lnTo>
                      <a:pt x="272415" y="5715"/>
                    </a:lnTo>
                    <a:lnTo>
                      <a:pt x="269558" y="4763"/>
                    </a:lnTo>
                    <a:lnTo>
                      <a:pt x="262890" y="4763"/>
                    </a:lnTo>
                    <a:lnTo>
                      <a:pt x="257175" y="4763"/>
                    </a:lnTo>
                    <a:lnTo>
                      <a:pt x="242888" y="7620"/>
                    </a:lnTo>
                    <a:lnTo>
                      <a:pt x="237172" y="7620"/>
                    </a:lnTo>
                    <a:lnTo>
                      <a:pt x="234315" y="7620"/>
                    </a:lnTo>
                    <a:lnTo>
                      <a:pt x="231458" y="8573"/>
                    </a:lnTo>
                    <a:lnTo>
                      <a:pt x="226695" y="11430"/>
                    </a:lnTo>
                    <a:lnTo>
                      <a:pt x="224790" y="12383"/>
                    </a:lnTo>
                    <a:lnTo>
                      <a:pt x="220027" y="12383"/>
                    </a:lnTo>
                    <a:lnTo>
                      <a:pt x="201930" y="13335"/>
                    </a:lnTo>
                    <a:lnTo>
                      <a:pt x="197167" y="14288"/>
                    </a:lnTo>
                    <a:lnTo>
                      <a:pt x="192405" y="16192"/>
                    </a:lnTo>
                    <a:lnTo>
                      <a:pt x="182880" y="20003"/>
                    </a:lnTo>
                    <a:lnTo>
                      <a:pt x="180022" y="21908"/>
                    </a:lnTo>
                    <a:lnTo>
                      <a:pt x="178117" y="22860"/>
                    </a:lnTo>
                    <a:lnTo>
                      <a:pt x="176213" y="24765"/>
                    </a:lnTo>
                    <a:lnTo>
                      <a:pt x="174308" y="26670"/>
                    </a:lnTo>
                    <a:lnTo>
                      <a:pt x="173355" y="27623"/>
                    </a:lnTo>
                    <a:lnTo>
                      <a:pt x="171450" y="28575"/>
                    </a:lnTo>
                    <a:lnTo>
                      <a:pt x="162877" y="29528"/>
                    </a:lnTo>
                    <a:lnTo>
                      <a:pt x="158115" y="31433"/>
                    </a:lnTo>
                    <a:lnTo>
                      <a:pt x="153352" y="34290"/>
                    </a:lnTo>
                    <a:lnTo>
                      <a:pt x="144780" y="40958"/>
                    </a:lnTo>
                    <a:lnTo>
                      <a:pt x="140017" y="43815"/>
                    </a:lnTo>
                    <a:lnTo>
                      <a:pt x="135255" y="45720"/>
                    </a:lnTo>
                    <a:lnTo>
                      <a:pt x="129540" y="45720"/>
                    </a:lnTo>
                    <a:lnTo>
                      <a:pt x="130492" y="47625"/>
                    </a:lnTo>
                    <a:lnTo>
                      <a:pt x="132397" y="49530"/>
                    </a:lnTo>
                    <a:lnTo>
                      <a:pt x="136208" y="52388"/>
                    </a:lnTo>
                    <a:lnTo>
                      <a:pt x="137160" y="54293"/>
                    </a:lnTo>
                    <a:lnTo>
                      <a:pt x="137160" y="55245"/>
                    </a:lnTo>
                    <a:lnTo>
                      <a:pt x="137160" y="57150"/>
                    </a:lnTo>
                    <a:lnTo>
                      <a:pt x="137160" y="58102"/>
                    </a:lnTo>
                    <a:lnTo>
                      <a:pt x="138113" y="58102"/>
                    </a:lnTo>
                    <a:lnTo>
                      <a:pt x="139065" y="59055"/>
                    </a:lnTo>
                    <a:lnTo>
                      <a:pt x="139065" y="60008"/>
                    </a:lnTo>
                    <a:lnTo>
                      <a:pt x="139065" y="60960"/>
                    </a:lnTo>
                    <a:lnTo>
                      <a:pt x="138113" y="62865"/>
                    </a:lnTo>
                    <a:lnTo>
                      <a:pt x="139065" y="64770"/>
                    </a:lnTo>
                    <a:lnTo>
                      <a:pt x="140017" y="66675"/>
                    </a:lnTo>
                    <a:lnTo>
                      <a:pt x="140017" y="70485"/>
                    </a:lnTo>
                    <a:lnTo>
                      <a:pt x="140017" y="73343"/>
                    </a:lnTo>
                    <a:lnTo>
                      <a:pt x="140017" y="75248"/>
                    </a:lnTo>
                    <a:lnTo>
                      <a:pt x="140970" y="79058"/>
                    </a:lnTo>
                    <a:lnTo>
                      <a:pt x="140970" y="81915"/>
                    </a:lnTo>
                    <a:lnTo>
                      <a:pt x="140970" y="84773"/>
                    </a:lnTo>
                    <a:lnTo>
                      <a:pt x="140970" y="87630"/>
                    </a:lnTo>
                    <a:lnTo>
                      <a:pt x="141922" y="90488"/>
                    </a:lnTo>
                    <a:lnTo>
                      <a:pt x="142875" y="91440"/>
                    </a:lnTo>
                    <a:lnTo>
                      <a:pt x="143827" y="92393"/>
                    </a:lnTo>
                    <a:lnTo>
                      <a:pt x="143827" y="93345"/>
                    </a:lnTo>
                    <a:lnTo>
                      <a:pt x="143827" y="94298"/>
                    </a:lnTo>
                    <a:lnTo>
                      <a:pt x="143827" y="95250"/>
                    </a:lnTo>
                    <a:lnTo>
                      <a:pt x="143827" y="96202"/>
                    </a:lnTo>
                    <a:lnTo>
                      <a:pt x="144780" y="99060"/>
                    </a:lnTo>
                    <a:lnTo>
                      <a:pt x="146685" y="100965"/>
                    </a:lnTo>
                    <a:lnTo>
                      <a:pt x="151447" y="103823"/>
                    </a:lnTo>
                    <a:lnTo>
                      <a:pt x="151447" y="103823"/>
                    </a:lnTo>
                    <a:lnTo>
                      <a:pt x="152400" y="105727"/>
                    </a:lnTo>
                    <a:lnTo>
                      <a:pt x="152400" y="105727"/>
                    </a:lnTo>
                    <a:lnTo>
                      <a:pt x="152400" y="105727"/>
                    </a:lnTo>
                    <a:lnTo>
                      <a:pt x="151447" y="105727"/>
                    </a:lnTo>
                    <a:lnTo>
                      <a:pt x="148590" y="108585"/>
                    </a:lnTo>
                    <a:lnTo>
                      <a:pt x="148590" y="109538"/>
                    </a:lnTo>
                    <a:lnTo>
                      <a:pt x="148590" y="110490"/>
                    </a:lnTo>
                    <a:lnTo>
                      <a:pt x="148590" y="111443"/>
                    </a:lnTo>
                    <a:lnTo>
                      <a:pt x="148590" y="112395"/>
                    </a:lnTo>
                    <a:lnTo>
                      <a:pt x="148590" y="113348"/>
                    </a:lnTo>
                    <a:lnTo>
                      <a:pt x="148590" y="114300"/>
                    </a:lnTo>
                    <a:lnTo>
                      <a:pt x="148590" y="115252"/>
                    </a:lnTo>
                    <a:lnTo>
                      <a:pt x="148590" y="116205"/>
                    </a:lnTo>
                    <a:lnTo>
                      <a:pt x="147638" y="116205"/>
                    </a:lnTo>
                    <a:lnTo>
                      <a:pt x="146685" y="116205"/>
                    </a:lnTo>
                    <a:lnTo>
                      <a:pt x="145733" y="116205"/>
                    </a:lnTo>
                    <a:lnTo>
                      <a:pt x="144780" y="116205"/>
                    </a:lnTo>
                    <a:lnTo>
                      <a:pt x="138113" y="116205"/>
                    </a:lnTo>
                    <a:lnTo>
                      <a:pt x="135255" y="116205"/>
                    </a:lnTo>
                    <a:lnTo>
                      <a:pt x="131445" y="116205"/>
                    </a:lnTo>
                    <a:lnTo>
                      <a:pt x="127635" y="116205"/>
                    </a:lnTo>
                    <a:lnTo>
                      <a:pt x="125730" y="116205"/>
                    </a:lnTo>
                    <a:lnTo>
                      <a:pt x="123825" y="116205"/>
                    </a:lnTo>
                    <a:lnTo>
                      <a:pt x="118110" y="117158"/>
                    </a:lnTo>
                    <a:lnTo>
                      <a:pt x="117157" y="117158"/>
                    </a:lnTo>
                    <a:lnTo>
                      <a:pt x="116205" y="117158"/>
                    </a:lnTo>
                    <a:lnTo>
                      <a:pt x="115252" y="117158"/>
                    </a:lnTo>
                    <a:lnTo>
                      <a:pt x="114300" y="117158"/>
                    </a:lnTo>
                    <a:lnTo>
                      <a:pt x="113347" y="120015"/>
                    </a:lnTo>
                    <a:lnTo>
                      <a:pt x="111442" y="121920"/>
                    </a:lnTo>
                    <a:lnTo>
                      <a:pt x="101917" y="124777"/>
                    </a:lnTo>
                    <a:lnTo>
                      <a:pt x="98107" y="124777"/>
                    </a:lnTo>
                    <a:lnTo>
                      <a:pt x="96202" y="124777"/>
                    </a:lnTo>
                    <a:lnTo>
                      <a:pt x="95250" y="124777"/>
                    </a:lnTo>
                    <a:lnTo>
                      <a:pt x="95250" y="125730"/>
                    </a:lnTo>
                    <a:lnTo>
                      <a:pt x="96202" y="130493"/>
                    </a:lnTo>
                    <a:lnTo>
                      <a:pt x="95250" y="134303"/>
                    </a:lnTo>
                    <a:lnTo>
                      <a:pt x="95250" y="134303"/>
                    </a:lnTo>
                    <a:lnTo>
                      <a:pt x="95250" y="134303"/>
                    </a:lnTo>
                    <a:lnTo>
                      <a:pt x="95250" y="134303"/>
                    </a:lnTo>
                    <a:lnTo>
                      <a:pt x="98107" y="135255"/>
                    </a:lnTo>
                    <a:lnTo>
                      <a:pt x="100965" y="136208"/>
                    </a:lnTo>
                    <a:lnTo>
                      <a:pt x="100965" y="137160"/>
                    </a:lnTo>
                    <a:lnTo>
                      <a:pt x="100965" y="138113"/>
                    </a:lnTo>
                    <a:lnTo>
                      <a:pt x="100965" y="139065"/>
                    </a:lnTo>
                    <a:lnTo>
                      <a:pt x="100013" y="139065"/>
                    </a:lnTo>
                    <a:lnTo>
                      <a:pt x="98107" y="140018"/>
                    </a:lnTo>
                    <a:lnTo>
                      <a:pt x="94297" y="140018"/>
                    </a:lnTo>
                    <a:lnTo>
                      <a:pt x="74295" y="149543"/>
                    </a:lnTo>
                    <a:lnTo>
                      <a:pt x="67627" y="158115"/>
                    </a:lnTo>
                    <a:lnTo>
                      <a:pt x="63817" y="160973"/>
                    </a:lnTo>
                    <a:lnTo>
                      <a:pt x="43815" y="163830"/>
                    </a:lnTo>
                    <a:lnTo>
                      <a:pt x="42863" y="164783"/>
                    </a:lnTo>
                    <a:lnTo>
                      <a:pt x="41910" y="168593"/>
                    </a:lnTo>
                    <a:lnTo>
                      <a:pt x="40957" y="169545"/>
                    </a:lnTo>
                    <a:lnTo>
                      <a:pt x="40005" y="169545"/>
                    </a:lnTo>
                    <a:lnTo>
                      <a:pt x="30480" y="168593"/>
                    </a:lnTo>
                    <a:lnTo>
                      <a:pt x="23813" y="173355"/>
                    </a:lnTo>
                    <a:lnTo>
                      <a:pt x="20955" y="174308"/>
                    </a:lnTo>
                    <a:lnTo>
                      <a:pt x="0" y="188595"/>
                    </a:lnTo>
                    <a:lnTo>
                      <a:pt x="0" y="189547"/>
                    </a:lnTo>
                    <a:lnTo>
                      <a:pt x="0" y="213360"/>
                    </a:lnTo>
                    <a:lnTo>
                      <a:pt x="0" y="221933"/>
                    </a:lnTo>
                    <a:lnTo>
                      <a:pt x="77152" y="273368"/>
                    </a:lnTo>
                    <a:lnTo>
                      <a:pt x="195263" y="356235"/>
                    </a:lnTo>
                    <a:lnTo>
                      <a:pt x="197167" y="358140"/>
                    </a:lnTo>
                    <a:lnTo>
                      <a:pt x="198120" y="360045"/>
                    </a:lnTo>
                    <a:lnTo>
                      <a:pt x="198120" y="361950"/>
                    </a:lnTo>
                    <a:lnTo>
                      <a:pt x="198120" y="363855"/>
                    </a:lnTo>
                    <a:lnTo>
                      <a:pt x="200025" y="365760"/>
                    </a:lnTo>
                    <a:lnTo>
                      <a:pt x="200977" y="366713"/>
                    </a:lnTo>
                    <a:lnTo>
                      <a:pt x="203835" y="367665"/>
                    </a:lnTo>
                    <a:lnTo>
                      <a:pt x="204788" y="368618"/>
                    </a:lnTo>
                    <a:lnTo>
                      <a:pt x="205740" y="369570"/>
                    </a:lnTo>
                    <a:lnTo>
                      <a:pt x="206692" y="371475"/>
                    </a:lnTo>
                    <a:lnTo>
                      <a:pt x="206692" y="372428"/>
                    </a:lnTo>
                    <a:lnTo>
                      <a:pt x="209550" y="374333"/>
                    </a:lnTo>
                    <a:lnTo>
                      <a:pt x="212408" y="375285"/>
                    </a:lnTo>
                    <a:lnTo>
                      <a:pt x="215265" y="375285"/>
                    </a:lnTo>
                    <a:lnTo>
                      <a:pt x="218122" y="376238"/>
                    </a:lnTo>
                    <a:lnTo>
                      <a:pt x="220027" y="377190"/>
                    </a:lnTo>
                    <a:lnTo>
                      <a:pt x="221933" y="379095"/>
                    </a:lnTo>
                    <a:lnTo>
                      <a:pt x="223838" y="380048"/>
                    </a:lnTo>
                    <a:lnTo>
                      <a:pt x="226695" y="381000"/>
                    </a:lnTo>
                    <a:lnTo>
                      <a:pt x="231458" y="381953"/>
                    </a:lnTo>
                    <a:lnTo>
                      <a:pt x="234315" y="382905"/>
                    </a:lnTo>
                    <a:lnTo>
                      <a:pt x="236220" y="383858"/>
                    </a:lnTo>
                    <a:lnTo>
                      <a:pt x="237172" y="385763"/>
                    </a:lnTo>
                    <a:lnTo>
                      <a:pt x="238125" y="388620"/>
                    </a:lnTo>
                    <a:lnTo>
                      <a:pt x="239077" y="391478"/>
                    </a:lnTo>
                    <a:lnTo>
                      <a:pt x="239077" y="393383"/>
                    </a:lnTo>
                    <a:lnTo>
                      <a:pt x="238125" y="395288"/>
                    </a:lnTo>
                    <a:lnTo>
                      <a:pt x="237172" y="397193"/>
                    </a:lnTo>
                    <a:lnTo>
                      <a:pt x="236220" y="399098"/>
                    </a:lnTo>
                    <a:lnTo>
                      <a:pt x="236220" y="401003"/>
                    </a:lnTo>
                    <a:lnTo>
                      <a:pt x="240030" y="403860"/>
                    </a:lnTo>
                    <a:lnTo>
                      <a:pt x="246697" y="403860"/>
                    </a:lnTo>
                    <a:lnTo>
                      <a:pt x="258127" y="401003"/>
                    </a:lnTo>
                    <a:lnTo>
                      <a:pt x="283845" y="396240"/>
                    </a:lnTo>
                    <a:lnTo>
                      <a:pt x="291465" y="393383"/>
                    </a:lnTo>
                    <a:lnTo>
                      <a:pt x="298132" y="387668"/>
                    </a:lnTo>
                    <a:lnTo>
                      <a:pt x="318135" y="368618"/>
                    </a:lnTo>
                    <a:lnTo>
                      <a:pt x="332423" y="357188"/>
                    </a:lnTo>
                    <a:lnTo>
                      <a:pt x="414338" y="305753"/>
                    </a:lnTo>
                    <a:lnTo>
                      <a:pt x="410528" y="296228"/>
                    </a:lnTo>
                    <a:lnTo>
                      <a:pt x="407670" y="291465"/>
                    </a:lnTo>
                    <a:lnTo>
                      <a:pt x="404813" y="287655"/>
                    </a:lnTo>
                    <a:lnTo>
                      <a:pt x="401955" y="286703"/>
                    </a:lnTo>
                    <a:lnTo>
                      <a:pt x="388620" y="282893"/>
                    </a:lnTo>
                    <a:lnTo>
                      <a:pt x="387667" y="282893"/>
                    </a:lnTo>
                    <a:lnTo>
                      <a:pt x="386715" y="282893"/>
                    </a:lnTo>
                    <a:lnTo>
                      <a:pt x="383857" y="283845"/>
                    </a:lnTo>
                    <a:lnTo>
                      <a:pt x="382905" y="283845"/>
                    </a:lnTo>
                    <a:lnTo>
                      <a:pt x="379095" y="281940"/>
                    </a:lnTo>
                    <a:lnTo>
                      <a:pt x="377190" y="276225"/>
                    </a:lnTo>
                    <a:lnTo>
                      <a:pt x="373380" y="262890"/>
                    </a:lnTo>
                    <a:lnTo>
                      <a:pt x="371475" y="259080"/>
                    </a:lnTo>
                    <a:lnTo>
                      <a:pt x="363855" y="247650"/>
                    </a:lnTo>
                    <a:lnTo>
                      <a:pt x="362903" y="245745"/>
                    </a:lnTo>
                    <a:lnTo>
                      <a:pt x="362903" y="243840"/>
                    </a:lnTo>
                    <a:lnTo>
                      <a:pt x="363855" y="241935"/>
                    </a:lnTo>
                    <a:lnTo>
                      <a:pt x="365760" y="240983"/>
                    </a:lnTo>
                    <a:lnTo>
                      <a:pt x="367665" y="240030"/>
                    </a:lnTo>
                    <a:lnTo>
                      <a:pt x="369570" y="239078"/>
                    </a:lnTo>
                    <a:lnTo>
                      <a:pt x="371475" y="235268"/>
                    </a:lnTo>
                    <a:lnTo>
                      <a:pt x="371475" y="231458"/>
                    </a:lnTo>
                    <a:lnTo>
                      <a:pt x="370523" y="227647"/>
                    </a:lnTo>
                    <a:lnTo>
                      <a:pt x="369570" y="221933"/>
                    </a:lnTo>
                    <a:lnTo>
                      <a:pt x="369570" y="220028"/>
                    </a:lnTo>
                    <a:lnTo>
                      <a:pt x="369570" y="218122"/>
                    </a:lnTo>
                    <a:lnTo>
                      <a:pt x="371475" y="211455"/>
                    </a:lnTo>
                    <a:lnTo>
                      <a:pt x="371475" y="209550"/>
                    </a:lnTo>
                    <a:lnTo>
                      <a:pt x="370523" y="200025"/>
                    </a:lnTo>
                    <a:lnTo>
                      <a:pt x="370523" y="184785"/>
                    </a:lnTo>
                    <a:lnTo>
                      <a:pt x="370523" y="180975"/>
                    </a:lnTo>
                    <a:lnTo>
                      <a:pt x="369570" y="177165"/>
                    </a:lnTo>
                    <a:lnTo>
                      <a:pt x="368617" y="173355"/>
                    </a:lnTo>
                    <a:lnTo>
                      <a:pt x="367665" y="167640"/>
                    </a:lnTo>
                    <a:lnTo>
                      <a:pt x="366713" y="165735"/>
                    </a:lnTo>
                    <a:lnTo>
                      <a:pt x="363855" y="161925"/>
                    </a:lnTo>
                    <a:lnTo>
                      <a:pt x="362903" y="160020"/>
                    </a:lnTo>
                    <a:lnTo>
                      <a:pt x="361950" y="158115"/>
                    </a:lnTo>
                    <a:lnTo>
                      <a:pt x="361950" y="157163"/>
                    </a:lnTo>
                    <a:lnTo>
                      <a:pt x="362903" y="156210"/>
                    </a:lnTo>
                    <a:lnTo>
                      <a:pt x="364807" y="155258"/>
                    </a:lnTo>
                    <a:lnTo>
                      <a:pt x="356235" y="119063"/>
                    </a:lnTo>
                    <a:lnTo>
                      <a:pt x="354330" y="115252"/>
                    </a:lnTo>
                    <a:lnTo>
                      <a:pt x="351473" y="112395"/>
                    </a:lnTo>
                    <a:lnTo>
                      <a:pt x="343853" y="107633"/>
                    </a:lnTo>
                    <a:lnTo>
                      <a:pt x="340995" y="104775"/>
                    </a:lnTo>
                    <a:lnTo>
                      <a:pt x="340042" y="102870"/>
                    </a:lnTo>
                    <a:lnTo>
                      <a:pt x="339090" y="98108"/>
                    </a:lnTo>
                    <a:lnTo>
                      <a:pt x="338138" y="96202"/>
                    </a:lnTo>
                    <a:lnTo>
                      <a:pt x="337185" y="94298"/>
                    </a:lnTo>
                    <a:lnTo>
                      <a:pt x="335280" y="93345"/>
                    </a:lnTo>
                    <a:lnTo>
                      <a:pt x="331470" y="91440"/>
                    </a:lnTo>
                    <a:lnTo>
                      <a:pt x="329565" y="90488"/>
                    </a:lnTo>
                    <a:lnTo>
                      <a:pt x="327660" y="87630"/>
                    </a:lnTo>
                    <a:lnTo>
                      <a:pt x="325755" y="83820"/>
                    </a:lnTo>
                    <a:lnTo>
                      <a:pt x="324803" y="80010"/>
                    </a:lnTo>
                    <a:lnTo>
                      <a:pt x="323850" y="76200"/>
                    </a:lnTo>
                    <a:lnTo>
                      <a:pt x="324803" y="70485"/>
                    </a:lnTo>
                    <a:cubicBezTo>
                      <a:pt x="324803" y="70485"/>
                      <a:pt x="324803" y="70485"/>
                      <a:pt x="324803" y="70485"/>
                    </a:cubicBez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3" name="Freeform: Shape 123">
                <a:extLst>
                  <a:ext uri="{FF2B5EF4-FFF2-40B4-BE49-F238E27FC236}">
                    <a16:creationId xmlns:a16="http://schemas.microsoft.com/office/drawing/2014/main" id="{4245AD28-9DB0-4BB8-0DEE-4775B3D20163}"/>
                  </a:ext>
                </a:extLst>
              </p:cNvPr>
              <p:cNvSpPr/>
              <p:nvPr/>
            </p:nvSpPr>
            <p:spPr>
              <a:xfrm>
                <a:off x="5862867" y="3732492"/>
                <a:ext cx="351054" cy="296323"/>
              </a:xfrm>
              <a:custGeom>
                <a:avLst/>
                <a:gdLst>
                  <a:gd name="connsiteX0" fmla="*/ 140970 w 317182"/>
                  <a:gd name="connsiteY0" fmla="*/ 62865 h 249555"/>
                  <a:gd name="connsiteX1" fmla="*/ 120967 w 317182"/>
                  <a:gd name="connsiteY1" fmla="*/ 81915 h 249555"/>
                  <a:gd name="connsiteX2" fmla="*/ 114300 w 317182"/>
                  <a:gd name="connsiteY2" fmla="*/ 86678 h 249555"/>
                  <a:gd name="connsiteX3" fmla="*/ 106680 w 317182"/>
                  <a:gd name="connsiteY3" fmla="*/ 90488 h 249555"/>
                  <a:gd name="connsiteX4" fmla="*/ 80963 w 317182"/>
                  <a:gd name="connsiteY4" fmla="*/ 94298 h 249555"/>
                  <a:gd name="connsiteX5" fmla="*/ 80963 w 317182"/>
                  <a:gd name="connsiteY5" fmla="*/ 140018 h 249555"/>
                  <a:gd name="connsiteX6" fmla="*/ 80010 w 317182"/>
                  <a:gd name="connsiteY6" fmla="*/ 145733 h 249555"/>
                  <a:gd name="connsiteX7" fmla="*/ 79057 w 317182"/>
                  <a:gd name="connsiteY7" fmla="*/ 150495 h 249555"/>
                  <a:gd name="connsiteX8" fmla="*/ 75248 w 317182"/>
                  <a:gd name="connsiteY8" fmla="*/ 163830 h 249555"/>
                  <a:gd name="connsiteX9" fmla="*/ 74295 w 317182"/>
                  <a:gd name="connsiteY9" fmla="*/ 165735 h 249555"/>
                  <a:gd name="connsiteX10" fmla="*/ 73343 w 317182"/>
                  <a:gd name="connsiteY10" fmla="*/ 167640 h 249555"/>
                  <a:gd name="connsiteX11" fmla="*/ 71438 w 317182"/>
                  <a:gd name="connsiteY11" fmla="*/ 168593 h 249555"/>
                  <a:gd name="connsiteX12" fmla="*/ 69532 w 317182"/>
                  <a:gd name="connsiteY12" fmla="*/ 169545 h 249555"/>
                  <a:gd name="connsiteX13" fmla="*/ 67627 w 317182"/>
                  <a:gd name="connsiteY13" fmla="*/ 171450 h 249555"/>
                  <a:gd name="connsiteX14" fmla="*/ 66675 w 317182"/>
                  <a:gd name="connsiteY14" fmla="*/ 174308 h 249555"/>
                  <a:gd name="connsiteX15" fmla="*/ 59055 w 317182"/>
                  <a:gd name="connsiteY15" fmla="*/ 173355 h 249555"/>
                  <a:gd name="connsiteX16" fmla="*/ 24765 w 317182"/>
                  <a:gd name="connsiteY16" fmla="*/ 175260 h 249555"/>
                  <a:gd name="connsiteX17" fmla="*/ 22860 w 317182"/>
                  <a:gd name="connsiteY17" fmla="*/ 176213 h 249555"/>
                  <a:gd name="connsiteX18" fmla="*/ 20955 w 317182"/>
                  <a:gd name="connsiteY18" fmla="*/ 177165 h 249555"/>
                  <a:gd name="connsiteX19" fmla="*/ 17145 w 317182"/>
                  <a:gd name="connsiteY19" fmla="*/ 180975 h 249555"/>
                  <a:gd name="connsiteX20" fmla="*/ 15240 w 317182"/>
                  <a:gd name="connsiteY20" fmla="*/ 181928 h 249555"/>
                  <a:gd name="connsiteX21" fmla="*/ 12382 w 317182"/>
                  <a:gd name="connsiteY21" fmla="*/ 182880 h 249555"/>
                  <a:gd name="connsiteX22" fmla="*/ 7620 w 317182"/>
                  <a:gd name="connsiteY22" fmla="*/ 181928 h 249555"/>
                  <a:gd name="connsiteX23" fmla="*/ 2857 w 317182"/>
                  <a:gd name="connsiteY23" fmla="*/ 181928 h 249555"/>
                  <a:gd name="connsiteX24" fmla="*/ 952 w 317182"/>
                  <a:gd name="connsiteY24" fmla="*/ 183833 h 249555"/>
                  <a:gd name="connsiteX25" fmla="*/ 0 w 317182"/>
                  <a:gd name="connsiteY25" fmla="*/ 186690 h 249555"/>
                  <a:gd name="connsiteX26" fmla="*/ 0 w 317182"/>
                  <a:gd name="connsiteY26" fmla="*/ 188595 h 249555"/>
                  <a:gd name="connsiteX27" fmla="*/ 0 w 317182"/>
                  <a:gd name="connsiteY27" fmla="*/ 191452 h 249555"/>
                  <a:gd name="connsiteX28" fmla="*/ 952 w 317182"/>
                  <a:gd name="connsiteY28" fmla="*/ 194310 h 249555"/>
                  <a:gd name="connsiteX29" fmla="*/ 1905 w 317182"/>
                  <a:gd name="connsiteY29" fmla="*/ 195263 h 249555"/>
                  <a:gd name="connsiteX30" fmla="*/ 2857 w 317182"/>
                  <a:gd name="connsiteY30" fmla="*/ 197168 h 249555"/>
                  <a:gd name="connsiteX31" fmla="*/ 3810 w 317182"/>
                  <a:gd name="connsiteY31" fmla="*/ 198120 h 249555"/>
                  <a:gd name="connsiteX32" fmla="*/ 4763 w 317182"/>
                  <a:gd name="connsiteY32" fmla="*/ 201930 h 249555"/>
                  <a:gd name="connsiteX33" fmla="*/ 5715 w 317182"/>
                  <a:gd name="connsiteY33" fmla="*/ 203835 h 249555"/>
                  <a:gd name="connsiteX34" fmla="*/ 6668 w 317182"/>
                  <a:gd name="connsiteY34" fmla="*/ 205740 h 249555"/>
                  <a:gd name="connsiteX35" fmla="*/ 8573 w 317182"/>
                  <a:gd name="connsiteY35" fmla="*/ 207645 h 249555"/>
                  <a:gd name="connsiteX36" fmla="*/ 15240 w 317182"/>
                  <a:gd name="connsiteY36" fmla="*/ 211455 h 249555"/>
                  <a:gd name="connsiteX37" fmla="*/ 18098 w 317182"/>
                  <a:gd name="connsiteY37" fmla="*/ 214313 h 249555"/>
                  <a:gd name="connsiteX38" fmla="*/ 20955 w 317182"/>
                  <a:gd name="connsiteY38" fmla="*/ 215265 h 249555"/>
                  <a:gd name="connsiteX39" fmla="*/ 20002 w 317182"/>
                  <a:gd name="connsiteY39" fmla="*/ 216218 h 249555"/>
                  <a:gd name="connsiteX40" fmla="*/ 18098 w 317182"/>
                  <a:gd name="connsiteY40" fmla="*/ 216218 h 249555"/>
                  <a:gd name="connsiteX41" fmla="*/ 17145 w 317182"/>
                  <a:gd name="connsiteY41" fmla="*/ 216218 h 249555"/>
                  <a:gd name="connsiteX42" fmla="*/ 16193 w 317182"/>
                  <a:gd name="connsiteY42" fmla="*/ 215265 h 249555"/>
                  <a:gd name="connsiteX43" fmla="*/ 16193 w 317182"/>
                  <a:gd name="connsiteY43" fmla="*/ 220027 h 249555"/>
                  <a:gd name="connsiteX44" fmla="*/ 17145 w 317182"/>
                  <a:gd name="connsiteY44" fmla="*/ 221933 h 249555"/>
                  <a:gd name="connsiteX45" fmla="*/ 25718 w 317182"/>
                  <a:gd name="connsiteY45" fmla="*/ 229552 h 249555"/>
                  <a:gd name="connsiteX46" fmla="*/ 27623 w 317182"/>
                  <a:gd name="connsiteY46" fmla="*/ 230505 h 249555"/>
                  <a:gd name="connsiteX47" fmla="*/ 29527 w 317182"/>
                  <a:gd name="connsiteY47" fmla="*/ 230505 h 249555"/>
                  <a:gd name="connsiteX48" fmla="*/ 31432 w 317182"/>
                  <a:gd name="connsiteY48" fmla="*/ 230505 h 249555"/>
                  <a:gd name="connsiteX49" fmla="*/ 35243 w 317182"/>
                  <a:gd name="connsiteY49" fmla="*/ 229552 h 249555"/>
                  <a:gd name="connsiteX50" fmla="*/ 36195 w 317182"/>
                  <a:gd name="connsiteY50" fmla="*/ 228600 h 249555"/>
                  <a:gd name="connsiteX51" fmla="*/ 38100 w 317182"/>
                  <a:gd name="connsiteY51" fmla="*/ 229552 h 249555"/>
                  <a:gd name="connsiteX52" fmla="*/ 39052 w 317182"/>
                  <a:gd name="connsiteY52" fmla="*/ 229552 h 249555"/>
                  <a:gd name="connsiteX53" fmla="*/ 40005 w 317182"/>
                  <a:gd name="connsiteY53" fmla="*/ 230505 h 249555"/>
                  <a:gd name="connsiteX54" fmla="*/ 40005 w 317182"/>
                  <a:gd name="connsiteY54" fmla="*/ 231458 h 249555"/>
                  <a:gd name="connsiteX55" fmla="*/ 40957 w 317182"/>
                  <a:gd name="connsiteY55" fmla="*/ 233363 h 249555"/>
                  <a:gd name="connsiteX56" fmla="*/ 40957 w 317182"/>
                  <a:gd name="connsiteY56" fmla="*/ 234315 h 249555"/>
                  <a:gd name="connsiteX57" fmla="*/ 39052 w 317182"/>
                  <a:gd name="connsiteY57" fmla="*/ 234315 h 249555"/>
                  <a:gd name="connsiteX58" fmla="*/ 39052 w 317182"/>
                  <a:gd name="connsiteY58" fmla="*/ 235268 h 249555"/>
                  <a:gd name="connsiteX59" fmla="*/ 39052 w 317182"/>
                  <a:gd name="connsiteY59" fmla="*/ 238125 h 249555"/>
                  <a:gd name="connsiteX60" fmla="*/ 40005 w 317182"/>
                  <a:gd name="connsiteY60" fmla="*/ 240983 h 249555"/>
                  <a:gd name="connsiteX61" fmla="*/ 41910 w 317182"/>
                  <a:gd name="connsiteY61" fmla="*/ 242888 h 249555"/>
                  <a:gd name="connsiteX62" fmla="*/ 44768 w 317182"/>
                  <a:gd name="connsiteY62" fmla="*/ 245745 h 249555"/>
                  <a:gd name="connsiteX63" fmla="*/ 44768 w 317182"/>
                  <a:gd name="connsiteY63" fmla="*/ 242888 h 249555"/>
                  <a:gd name="connsiteX64" fmla="*/ 44768 w 317182"/>
                  <a:gd name="connsiteY64" fmla="*/ 240983 h 249555"/>
                  <a:gd name="connsiteX65" fmla="*/ 44768 w 317182"/>
                  <a:gd name="connsiteY65" fmla="*/ 240030 h 249555"/>
                  <a:gd name="connsiteX66" fmla="*/ 46673 w 317182"/>
                  <a:gd name="connsiteY66" fmla="*/ 238125 h 249555"/>
                  <a:gd name="connsiteX67" fmla="*/ 52388 w 317182"/>
                  <a:gd name="connsiteY67" fmla="*/ 236220 h 249555"/>
                  <a:gd name="connsiteX68" fmla="*/ 53340 w 317182"/>
                  <a:gd name="connsiteY68" fmla="*/ 236220 h 249555"/>
                  <a:gd name="connsiteX69" fmla="*/ 55245 w 317182"/>
                  <a:gd name="connsiteY69" fmla="*/ 237173 h 249555"/>
                  <a:gd name="connsiteX70" fmla="*/ 58102 w 317182"/>
                  <a:gd name="connsiteY70" fmla="*/ 239077 h 249555"/>
                  <a:gd name="connsiteX71" fmla="*/ 61913 w 317182"/>
                  <a:gd name="connsiteY71" fmla="*/ 242888 h 249555"/>
                  <a:gd name="connsiteX72" fmla="*/ 67627 w 317182"/>
                  <a:gd name="connsiteY72" fmla="*/ 247650 h 249555"/>
                  <a:gd name="connsiteX73" fmla="*/ 68580 w 317182"/>
                  <a:gd name="connsiteY73" fmla="*/ 249555 h 249555"/>
                  <a:gd name="connsiteX74" fmla="*/ 69532 w 317182"/>
                  <a:gd name="connsiteY74" fmla="*/ 246698 h 249555"/>
                  <a:gd name="connsiteX75" fmla="*/ 70485 w 317182"/>
                  <a:gd name="connsiteY75" fmla="*/ 235268 h 249555"/>
                  <a:gd name="connsiteX76" fmla="*/ 71438 w 317182"/>
                  <a:gd name="connsiteY76" fmla="*/ 231458 h 249555"/>
                  <a:gd name="connsiteX77" fmla="*/ 76200 w 317182"/>
                  <a:gd name="connsiteY77" fmla="*/ 225743 h 249555"/>
                  <a:gd name="connsiteX78" fmla="*/ 78105 w 317182"/>
                  <a:gd name="connsiteY78" fmla="*/ 222885 h 249555"/>
                  <a:gd name="connsiteX79" fmla="*/ 80010 w 317182"/>
                  <a:gd name="connsiteY79" fmla="*/ 215265 h 249555"/>
                  <a:gd name="connsiteX80" fmla="*/ 80963 w 317182"/>
                  <a:gd name="connsiteY80" fmla="*/ 213360 h 249555"/>
                  <a:gd name="connsiteX81" fmla="*/ 82868 w 317182"/>
                  <a:gd name="connsiteY81" fmla="*/ 211455 h 249555"/>
                  <a:gd name="connsiteX82" fmla="*/ 85725 w 317182"/>
                  <a:gd name="connsiteY82" fmla="*/ 209550 h 249555"/>
                  <a:gd name="connsiteX83" fmla="*/ 89535 w 317182"/>
                  <a:gd name="connsiteY83" fmla="*/ 208598 h 249555"/>
                  <a:gd name="connsiteX84" fmla="*/ 92393 w 317182"/>
                  <a:gd name="connsiteY84" fmla="*/ 207645 h 249555"/>
                  <a:gd name="connsiteX85" fmla="*/ 96202 w 317182"/>
                  <a:gd name="connsiteY85" fmla="*/ 207645 h 249555"/>
                  <a:gd name="connsiteX86" fmla="*/ 100013 w 317182"/>
                  <a:gd name="connsiteY86" fmla="*/ 207645 h 249555"/>
                  <a:gd name="connsiteX87" fmla="*/ 104775 w 317182"/>
                  <a:gd name="connsiteY87" fmla="*/ 205740 h 249555"/>
                  <a:gd name="connsiteX88" fmla="*/ 107633 w 317182"/>
                  <a:gd name="connsiteY88" fmla="*/ 205740 h 249555"/>
                  <a:gd name="connsiteX89" fmla="*/ 110490 w 317182"/>
                  <a:gd name="connsiteY89" fmla="*/ 205740 h 249555"/>
                  <a:gd name="connsiteX90" fmla="*/ 116205 w 317182"/>
                  <a:gd name="connsiteY90" fmla="*/ 207645 h 249555"/>
                  <a:gd name="connsiteX91" fmla="*/ 121920 w 317182"/>
                  <a:gd name="connsiteY91" fmla="*/ 209550 h 249555"/>
                  <a:gd name="connsiteX92" fmla="*/ 126683 w 317182"/>
                  <a:gd name="connsiteY92" fmla="*/ 212408 h 249555"/>
                  <a:gd name="connsiteX93" fmla="*/ 135255 w 317182"/>
                  <a:gd name="connsiteY93" fmla="*/ 221933 h 249555"/>
                  <a:gd name="connsiteX94" fmla="*/ 139065 w 317182"/>
                  <a:gd name="connsiteY94" fmla="*/ 221933 h 249555"/>
                  <a:gd name="connsiteX95" fmla="*/ 143827 w 317182"/>
                  <a:gd name="connsiteY95" fmla="*/ 220027 h 249555"/>
                  <a:gd name="connsiteX96" fmla="*/ 150495 w 317182"/>
                  <a:gd name="connsiteY96" fmla="*/ 218123 h 249555"/>
                  <a:gd name="connsiteX97" fmla="*/ 156210 w 317182"/>
                  <a:gd name="connsiteY97" fmla="*/ 217170 h 249555"/>
                  <a:gd name="connsiteX98" fmla="*/ 161925 w 317182"/>
                  <a:gd name="connsiteY98" fmla="*/ 219075 h 249555"/>
                  <a:gd name="connsiteX99" fmla="*/ 166688 w 317182"/>
                  <a:gd name="connsiteY99" fmla="*/ 221933 h 249555"/>
                  <a:gd name="connsiteX100" fmla="*/ 172402 w 317182"/>
                  <a:gd name="connsiteY100" fmla="*/ 224790 h 249555"/>
                  <a:gd name="connsiteX101" fmla="*/ 176213 w 317182"/>
                  <a:gd name="connsiteY101" fmla="*/ 225743 h 249555"/>
                  <a:gd name="connsiteX102" fmla="*/ 180023 w 317182"/>
                  <a:gd name="connsiteY102" fmla="*/ 226695 h 249555"/>
                  <a:gd name="connsiteX103" fmla="*/ 184785 w 317182"/>
                  <a:gd name="connsiteY103" fmla="*/ 227648 h 249555"/>
                  <a:gd name="connsiteX104" fmla="*/ 187642 w 317182"/>
                  <a:gd name="connsiteY104" fmla="*/ 226695 h 249555"/>
                  <a:gd name="connsiteX105" fmla="*/ 190500 w 317182"/>
                  <a:gd name="connsiteY105" fmla="*/ 225743 h 249555"/>
                  <a:gd name="connsiteX106" fmla="*/ 193358 w 317182"/>
                  <a:gd name="connsiteY106" fmla="*/ 223838 h 249555"/>
                  <a:gd name="connsiteX107" fmla="*/ 195263 w 317182"/>
                  <a:gd name="connsiteY107" fmla="*/ 220980 h 249555"/>
                  <a:gd name="connsiteX108" fmla="*/ 198120 w 317182"/>
                  <a:gd name="connsiteY108" fmla="*/ 219075 h 249555"/>
                  <a:gd name="connsiteX109" fmla="*/ 203835 w 317182"/>
                  <a:gd name="connsiteY109" fmla="*/ 216218 h 249555"/>
                  <a:gd name="connsiteX110" fmla="*/ 211455 w 317182"/>
                  <a:gd name="connsiteY110" fmla="*/ 215265 h 249555"/>
                  <a:gd name="connsiteX111" fmla="*/ 218123 w 317182"/>
                  <a:gd name="connsiteY111" fmla="*/ 215265 h 249555"/>
                  <a:gd name="connsiteX112" fmla="*/ 224790 w 317182"/>
                  <a:gd name="connsiteY112" fmla="*/ 216218 h 249555"/>
                  <a:gd name="connsiteX113" fmla="*/ 230505 w 317182"/>
                  <a:gd name="connsiteY113" fmla="*/ 217170 h 249555"/>
                  <a:gd name="connsiteX114" fmla="*/ 237173 w 317182"/>
                  <a:gd name="connsiteY114" fmla="*/ 220027 h 249555"/>
                  <a:gd name="connsiteX115" fmla="*/ 242888 w 317182"/>
                  <a:gd name="connsiteY115" fmla="*/ 220980 h 249555"/>
                  <a:gd name="connsiteX116" fmla="*/ 247650 w 317182"/>
                  <a:gd name="connsiteY116" fmla="*/ 220027 h 249555"/>
                  <a:gd name="connsiteX117" fmla="*/ 258127 w 317182"/>
                  <a:gd name="connsiteY117" fmla="*/ 212408 h 249555"/>
                  <a:gd name="connsiteX118" fmla="*/ 263842 w 317182"/>
                  <a:gd name="connsiteY118" fmla="*/ 209550 h 249555"/>
                  <a:gd name="connsiteX119" fmla="*/ 269558 w 317182"/>
                  <a:gd name="connsiteY119" fmla="*/ 208598 h 249555"/>
                  <a:gd name="connsiteX120" fmla="*/ 267653 w 317182"/>
                  <a:gd name="connsiteY120" fmla="*/ 199073 h 249555"/>
                  <a:gd name="connsiteX121" fmla="*/ 267653 w 317182"/>
                  <a:gd name="connsiteY121" fmla="*/ 196215 h 249555"/>
                  <a:gd name="connsiteX122" fmla="*/ 267653 w 317182"/>
                  <a:gd name="connsiteY122" fmla="*/ 194310 h 249555"/>
                  <a:gd name="connsiteX123" fmla="*/ 281940 w 317182"/>
                  <a:gd name="connsiteY123" fmla="*/ 171450 h 249555"/>
                  <a:gd name="connsiteX124" fmla="*/ 303848 w 317182"/>
                  <a:gd name="connsiteY124" fmla="*/ 146685 h 249555"/>
                  <a:gd name="connsiteX125" fmla="*/ 306705 w 317182"/>
                  <a:gd name="connsiteY125" fmla="*/ 141923 h 249555"/>
                  <a:gd name="connsiteX126" fmla="*/ 307658 w 317182"/>
                  <a:gd name="connsiteY126" fmla="*/ 136208 h 249555"/>
                  <a:gd name="connsiteX127" fmla="*/ 312420 w 317182"/>
                  <a:gd name="connsiteY127" fmla="*/ 81915 h 249555"/>
                  <a:gd name="connsiteX128" fmla="*/ 312420 w 317182"/>
                  <a:gd name="connsiteY128" fmla="*/ 79058 h 249555"/>
                  <a:gd name="connsiteX129" fmla="*/ 313373 w 317182"/>
                  <a:gd name="connsiteY129" fmla="*/ 76200 h 249555"/>
                  <a:gd name="connsiteX130" fmla="*/ 316230 w 317182"/>
                  <a:gd name="connsiteY130" fmla="*/ 72390 h 249555"/>
                  <a:gd name="connsiteX131" fmla="*/ 317183 w 317182"/>
                  <a:gd name="connsiteY131" fmla="*/ 70485 h 249555"/>
                  <a:gd name="connsiteX132" fmla="*/ 317183 w 317182"/>
                  <a:gd name="connsiteY132" fmla="*/ 68580 h 249555"/>
                  <a:gd name="connsiteX133" fmla="*/ 316230 w 317182"/>
                  <a:gd name="connsiteY133" fmla="*/ 66675 h 249555"/>
                  <a:gd name="connsiteX134" fmla="*/ 315278 w 317182"/>
                  <a:gd name="connsiteY134" fmla="*/ 65723 h 249555"/>
                  <a:gd name="connsiteX135" fmla="*/ 310515 w 317182"/>
                  <a:gd name="connsiteY135" fmla="*/ 60960 h 249555"/>
                  <a:gd name="connsiteX136" fmla="*/ 309563 w 317182"/>
                  <a:gd name="connsiteY136" fmla="*/ 60008 h 249555"/>
                  <a:gd name="connsiteX137" fmla="*/ 309563 w 317182"/>
                  <a:gd name="connsiteY137" fmla="*/ 59055 h 249555"/>
                  <a:gd name="connsiteX138" fmla="*/ 309563 w 317182"/>
                  <a:gd name="connsiteY138" fmla="*/ 58103 h 249555"/>
                  <a:gd name="connsiteX139" fmla="*/ 310515 w 317182"/>
                  <a:gd name="connsiteY139" fmla="*/ 56198 h 249555"/>
                  <a:gd name="connsiteX140" fmla="*/ 310515 w 317182"/>
                  <a:gd name="connsiteY140" fmla="*/ 56198 h 249555"/>
                  <a:gd name="connsiteX141" fmla="*/ 309563 w 317182"/>
                  <a:gd name="connsiteY141" fmla="*/ 53340 h 249555"/>
                  <a:gd name="connsiteX142" fmla="*/ 303848 w 317182"/>
                  <a:gd name="connsiteY142" fmla="*/ 45720 h 249555"/>
                  <a:gd name="connsiteX143" fmla="*/ 302895 w 317182"/>
                  <a:gd name="connsiteY143" fmla="*/ 42863 h 249555"/>
                  <a:gd name="connsiteX144" fmla="*/ 301942 w 317182"/>
                  <a:gd name="connsiteY144" fmla="*/ 40958 h 249555"/>
                  <a:gd name="connsiteX145" fmla="*/ 297180 w 317182"/>
                  <a:gd name="connsiteY145" fmla="*/ 11430 h 249555"/>
                  <a:gd name="connsiteX146" fmla="*/ 285750 w 317182"/>
                  <a:gd name="connsiteY146" fmla="*/ 19050 h 249555"/>
                  <a:gd name="connsiteX147" fmla="*/ 281940 w 317182"/>
                  <a:gd name="connsiteY147" fmla="*/ 20003 h 249555"/>
                  <a:gd name="connsiteX148" fmla="*/ 279083 w 317182"/>
                  <a:gd name="connsiteY148" fmla="*/ 18098 h 249555"/>
                  <a:gd name="connsiteX149" fmla="*/ 270510 w 317182"/>
                  <a:gd name="connsiteY149" fmla="*/ 8573 h 249555"/>
                  <a:gd name="connsiteX150" fmla="*/ 262890 w 317182"/>
                  <a:gd name="connsiteY150" fmla="*/ 5715 h 249555"/>
                  <a:gd name="connsiteX151" fmla="*/ 237173 w 317182"/>
                  <a:gd name="connsiteY151" fmla="*/ 0 h 249555"/>
                  <a:gd name="connsiteX152" fmla="*/ 155258 w 317182"/>
                  <a:gd name="connsiteY152" fmla="*/ 51435 h 249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317182" h="249555">
                    <a:moveTo>
                      <a:pt x="140970" y="62865"/>
                    </a:moveTo>
                    <a:lnTo>
                      <a:pt x="120967" y="81915"/>
                    </a:lnTo>
                    <a:lnTo>
                      <a:pt x="114300" y="86678"/>
                    </a:lnTo>
                    <a:lnTo>
                      <a:pt x="106680" y="90488"/>
                    </a:lnTo>
                    <a:lnTo>
                      <a:pt x="80963" y="94298"/>
                    </a:lnTo>
                    <a:lnTo>
                      <a:pt x="80963" y="140018"/>
                    </a:lnTo>
                    <a:lnTo>
                      <a:pt x="80010" y="145733"/>
                    </a:lnTo>
                    <a:lnTo>
                      <a:pt x="79057" y="150495"/>
                    </a:lnTo>
                    <a:lnTo>
                      <a:pt x="75248" y="163830"/>
                    </a:lnTo>
                    <a:lnTo>
                      <a:pt x="74295" y="165735"/>
                    </a:lnTo>
                    <a:lnTo>
                      <a:pt x="73343" y="167640"/>
                    </a:lnTo>
                    <a:lnTo>
                      <a:pt x="71438" y="168593"/>
                    </a:lnTo>
                    <a:lnTo>
                      <a:pt x="69532" y="169545"/>
                    </a:lnTo>
                    <a:lnTo>
                      <a:pt x="67627" y="171450"/>
                    </a:lnTo>
                    <a:lnTo>
                      <a:pt x="66675" y="174308"/>
                    </a:lnTo>
                    <a:lnTo>
                      <a:pt x="59055" y="173355"/>
                    </a:lnTo>
                    <a:lnTo>
                      <a:pt x="24765" y="175260"/>
                    </a:lnTo>
                    <a:lnTo>
                      <a:pt x="22860" y="176213"/>
                    </a:lnTo>
                    <a:lnTo>
                      <a:pt x="20955" y="177165"/>
                    </a:lnTo>
                    <a:lnTo>
                      <a:pt x="17145" y="180975"/>
                    </a:lnTo>
                    <a:lnTo>
                      <a:pt x="15240" y="181928"/>
                    </a:lnTo>
                    <a:lnTo>
                      <a:pt x="12382" y="182880"/>
                    </a:lnTo>
                    <a:lnTo>
                      <a:pt x="7620" y="181928"/>
                    </a:lnTo>
                    <a:lnTo>
                      <a:pt x="2857" y="181928"/>
                    </a:lnTo>
                    <a:lnTo>
                      <a:pt x="952" y="183833"/>
                    </a:lnTo>
                    <a:lnTo>
                      <a:pt x="0" y="186690"/>
                    </a:lnTo>
                    <a:lnTo>
                      <a:pt x="0" y="188595"/>
                    </a:lnTo>
                    <a:lnTo>
                      <a:pt x="0" y="191452"/>
                    </a:lnTo>
                    <a:lnTo>
                      <a:pt x="952" y="194310"/>
                    </a:lnTo>
                    <a:lnTo>
                      <a:pt x="1905" y="195263"/>
                    </a:lnTo>
                    <a:lnTo>
                      <a:pt x="2857" y="197168"/>
                    </a:lnTo>
                    <a:lnTo>
                      <a:pt x="3810" y="198120"/>
                    </a:lnTo>
                    <a:lnTo>
                      <a:pt x="4763" y="201930"/>
                    </a:lnTo>
                    <a:lnTo>
                      <a:pt x="5715" y="203835"/>
                    </a:lnTo>
                    <a:lnTo>
                      <a:pt x="6668" y="205740"/>
                    </a:lnTo>
                    <a:lnTo>
                      <a:pt x="8573" y="207645"/>
                    </a:lnTo>
                    <a:lnTo>
                      <a:pt x="15240" y="211455"/>
                    </a:lnTo>
                    <a:lnTo>
                      <a:pt x="18098" y="214313"/>
                    </a:lnTo>
                    <a:lnTo>
                      <a:pt x="20955" y="215265"/>
                    </a:lnTo>
                    <a:lnTo>
                      <a:pt x="20002" y="216218"/>
                    </a:lnTo>
                    <a:lnTo>
                      <a:pt x="18098" y="216218"/>
                    </a:lnTo>
                    <a:lnTo>
                      <a:pt x="17145" y="216218"/>
                    </a:lnTo>
                    <a:lnTo>
                      <a:pt x="16193" y="215265"/>
                    </a:lnTo>
                    <a:lnTo>
                      <a:pt x="16193" y="220027"/>
                    </a:lnTo>
                    <a:lnTo>
                      <a:pt x="17145" y="221933"/>
                    </a:lnTo>
                    <a:lnTo>
                      <a:pt x="25718" y="229552"/>
                    </a:lnTo>
                    <a:lnTo>
                      <a:pt x="27623" y="230505"/>
                    </a:lnTo>
                    <a:lnTo>
                      <a:pt x="29527" y="230505"/>
                    </a:lnTo>
                    <a:lnTo>
                      <a:pt x="31432" y="230505"/>
                    </a:lnTo>
                    <a:lnTo>
                      <a:pt x="35243" y="229552"/>
                    </a:lnTo>
                    <a:lnTo>
                      <a:pt x="36195" y="228600"/>
                    </a:lnTo>
                    <a:lnTo>
                      <a:pt x="38100" y="229552"/>
                    </a:lnTo>
                    <a:lnTo>
                      <a:pt x="39052" y="229552"/>
                    </a:lnTo>
                    <a:lnTo>
                      <a:pt x="40005" y="230505"/>
                    </a:lnTo>
                    <a:lnTo>
                      <a:pt x="40005" y="231458"/>
                    </a:lnTo>
                    <a:lnTo>
                      <a:pt x="40957" y="233363"/>
                    </a:lnTo>
                    <a:lnTo>
                      <a:pt x="40957" y="234315"/>
                    </a:lnTo>
                    <a:lnTo>
                      <a:pt x="39052" y="234315"/>
                    </a:lnTo>
                    <a:lnTo>
                      <a:pt x="39052" y="235268"/>
                    </a:lnTo>
                    <a:lnTo>
                      <a:pt x="39052" y="238125"/>
                    </a:lnTo>
                    <a:lnTo>
                      <a:pt x="40005" y="240983"/>
                    </a:lnTo>
                    <a:lnTo>
                      <a:pt x="41910" y="242888"/>
                    </a:lnTo>
                    <a:lnTo>
                      <a:pt x="44768" y="245745"/>
                    </a:lnTo>
                    <a:lnTo>
                      <a:pt x="44768" y="242888"/>
                    </a:lnTo>
                    <a:lnTo>
                      <a:pt x="44768" y="240983"/>
                    </a:lnTo>
                    <a:lnTo>
                      <a:pt x="44768" y="240030"/>
                    </a:lnTo>
                    <a:lnTo>
                      <a:pt x="46673" y="238125"/>
                    </a:lnTo>
                    <a:lnTo>
                      <a:pt x="52388" y="236220"/>
                    </a:lnTo>
                    <a:lnTo>
                      <a:pt x="53340" y="236220"/>
                    </a:lnTo>
                    <a:lnTo>
                      <a:pt x="55245" y="237173"/>
                    </a:lnTo>
                    <a:lnTo>
                      <a:pt x="58102" y="239077"/>
                    </a:lnTo>
                    <a:lnTo>
                      <a:pt x="61913" y="242888"/>
                    </a:lnTo>
                    <a:lnTo>
                      <a:pt x="67627" y="247650"/>
                    </a:lnTo>
                    <a:lnTo>
                      <a:pt x="68580" y="249555"/>
                    </a:lnTo>
                    <a:lnTo>
                      <a:pt x="69532" y="246698"/>
                    </a:lnTo>
                    <a:lnTo>
                      <a:pt x="70485" y="235268"/>
                    </a:lnTo>
                    <a:lnTo>
                      <a:pt x="71438" y="231458"/>
                    </a:lnTo>
                    <a:lnTo>
                      <a:pt x="76200" y="225743"/>
                    </a:lnTo>
                    <a:lnTo>
                      <a:pt x="78105" y="222885"/>
                    </a:lnTo>
                    <a:lnTo>
                      <a:pt x="80010" y="215265"/>
                    </a:lnTo>
                    <a:lnTo>
                      <a:pt x="80963" y="213360"/>
                    </a:lnTo>
                    <a:lnTo>
                      <a:pt x="82868" y="211455"/>
                    </a:lnTo>
                    <a:lnTo>
                      <a:pt x="85725" y="209550"/>
                    </a:lnTo>
                    <a:lnTo>
                      <a:pt x="89535" y="208598"/>
                    </a:lnTo>
                    <a:lnTo>
                      <a:pt x="92393" y="207645"/>
                    </a:lnTo>
                    <a:lnTo>
                      <a:pt x="96202" y="207645"/>
                    </a:lnTo>
                    <a:lnTo>
                      <a:pt x="100013" y="207645"/>
                    </a:lnTo>
                    <a:lnTo>
                      <a:pt x="104775" y="205740"/>
                    </a:lnTo>
                    <a:lnTo>
                      <a:pt x="107633" y="205740"/>
                    </a:lnTo>
                    <a:lnTo>
                      <a:pt x="110490" y="205740"/>
                    </a:lnTo>
                    <a:lnTo>
                      <a:pt x="116205" y="207645"/>
                    </a:lnTo>
                    <a:lnTo>
                      <a:pt x="121920" y="209550"/>
                    </a:lnTo>
                    <a:lnTo>
                      <a:pt x="126683" y="212408"/>
                    </a:lnTo>
                    <a:lnTo>
                      <a:pt x="135255" y="221933"/>
                    </a:lnTo>
                    <a:lnTo>
                      <a:pt x="139065" y="221933"/>
                    </a:lnTo>
                    <a:lnTo>
                      <a:pt x="143827" y="220027"/>
                    </a:lnTo>
                    <a:lnTo>
                      <a:pt x="150495" y="218123"/>
                    </a:lnTo>
                    <a:lnTo>
                      <a:pt x="156210" y="217170"/>
                    </a:lnTo>
                    <a:lnTo>
                      <a:pt x="161925" y="219075"/>
                    </a:lnTo>
                    <a:lnTo>
                      <a:pt x="166688" y="221933"/>
                    </a:lnTo>
                    <a:lnTo>
                      <a:pt x="172402" y="224790"/>
                    </a:lnTo>
                    <a:lnTo>
                      <a:pt x="176213" y="225743"/>
                    </a:lnTo>
                    <a:lnTo>
                      <a:pt x="180023" y="226695"/>
                    </a:lnTo>
                    <a:lnTo>
                      <a:pt x="184785" y="227648"/>
                    </a:lnTo>
                    <a:lnTo>
                      <a:pt x="187642" y="226695"/>
                    </a:lnTo>
                    <a:lnTo>
                      <a:pt x="190500" y="225743"/>
                    </a:lnTo>
                    <a:lnTo>
                      <a:pt x="193358" y="223838"/>
                    </a:lnTo>
                    <a:lnTo>
                      <a:pt x="195263" y="220980"/>
                    </a:lnTo>
                    <a:lnTo>
                      <a:pt x="198120" y="219075"/>
                    </a:lnTo>
                    <a:lnTo>
                      <a:pt x="203835" y="216218"/>
                    </a:lnTo>
                    <a:lnTo>
                      <a:pt x="211455" y="215265"/>
                    </a:lnTo>
                    <a:lnTo>
                      <a:pt x="218123" y="215265"/>
                    </a:lnTo>
                    <a:lnTo>
                      <a:pt x="224790" y="216218"/>
                    </a:lnTo>
                    <a:lnTo>
                      <a:pt x="230505" y="217170"/>
                    </a:lnTo>
                    <a:lnTo>
                      <a:pt x="237173" y="220027"/>
                    </a:lnTo>
                    <a:lnTo>
                      <a:pt x="242888" y="220980"/>
                    </a:lnTo>
                    <a:lnTo>
                      <a:pt x="247650" y="220027"/>
                    </a:lnTo>
                    <a:lnTo>
                      <a:pt x="258127" y="212408"/>
                    </a:lnTo>
                    <a:lnTo>
                      <a:pt x="263842" y="209550"/>
                    </a:lnTo>
                    <a:lnTo>
                      <a:pt x="269558" y="208598"/>
                    </a:lnTo>
                    <a:lnTo>
                      <a:pt x="267653" y="199073"/>
                    </a:lnTo>
                    <a:lnTo>
                      <a:pt x="267653" y="196215"/>
                    </a:lnTo>
                    <a:lnTo>
                      <a:pt x="267653" y="194310"/>
                    </a:lnTo>
                    <a:lnTo>
                      <a:pt x="281940" y="171450"/>
                    </a:lnTo>
                    <a:lnTo>
                      <a:pt x="303848" y="146685"/>
                    </a:lnTo>
                    <a:lnTo>
                      <a:pt x="306705" y="141923"/>
                    </a:lnTo>
                    <a:lnTo>
                      <a:pt x="307658" y="136208"/>
                    </a:lnTo>
                    <a:lnTo>
                      <a:pt x="312420" y="81915"/>
                    </a:lnTo>
                    <a:lnTo>
                      <a:pt x="312420" y="79058"/>
                    </a:lnTo>
                    <a:lnTo>
                      <a:pt x="313373" y="76200"/>
                    </a:lnTo>
                    <a:lnTo>
                      <a:pt x="316230" y="72390"/>
                    </a:lnTo>
                    <a:lnTo>
                      <a:pt x="317183" y="70485"/>
                    </a:lnTo>
                    <a:lnTo>
                      <a:pt x="317183" y="68580"/>
                    </a:lnTo>
                    <a:lnTo>
                      <a:pt x="316230" y="66675"/>
                    </a:lnTo>
                    <a:lnTo>
                      <a:pt x="315278" y="65723"/>
                    </a:lnTo>
                    <a:lnTo>
                      <a:pt x="310515" y="60960"/>
                    </a:lnTo>
                    <a:lnTo>
                      <a:pt x="309563" y="60008"/>
                    </a:lnTo>
                    <a:lnTo>
                      <a:pt x="309563" y="59055"/>
                    </a:lnTo>
                    <a:lnTo>
                      <a:pt x="309563" y="58103"/>
                    </a:lnTo>
                    <a:lnTo>
                      <a:pt x="310515" y="56198"/>
                    </a:lnTo>
                    <a:lnTo>
                      <a:pt x="310515" y="56198"/>
                    </a:lnTo>
                    <a:lnTo>
                      <a:pt x="309563" y="53340"/>
                    </a:lnTo>
                    <a:lnTo>
                      <a:pt x="303848" y="45720"/>
                    </a:lnTo>
                    <a:lnTo>
                      <a:pt x="302895" y="42863"/>
                    </a:lnTo>
                    <a:lnTo>
                      <a:pt x="301942" y="40958"/>
                    </a:lnTo>
                    <a:lnTo>
                      <a:pt x="297180" y="11430"/>
                    </a:lnTo>
                    <a:lnTo>
                      <a:pt x="285750" y="19050"/>
                    </a:lnTo>
                    <a:lnTo>
                      <a:pt x="281940" y="20003"/>
                    </a:lnTo>
                    <a:lnTo>
                      <a:pt x="279083" y="18098"/>
                    </a:lnTo>
                    <a:lnTo>
                      <a:pt x="270510" y="8573"/>
                    </a:lnTo>
                    <a:lnTo>
                      <a:pt x="262890" y="5715"/>
                    </a:lnTo>
                    <a:lnTo>
                      <a:pt x="237173" y="0"/>
                    </a:lnTo>
                    <a:lnTo>
                      <a:pt x="155258" y="5143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4" name="Freeform: Shape 124">
                <a:extLst>
                  <a:ext uri="{FF2B5EF4-FFF2-40B4-BE49-F238E27FC236}">
                    <a16:creationId xmlns:a16="http://schemas.microsoft.com/office/drawing/2014/main" id="{C06DBDCC-29FF-17B2-ADF0-E315A05E5470}"/>
                  </a:ext>
                </a:extLst>
              </p:cNvPr>
              <p:cNvSpPr/>
              <p:nvPr/>
            </p:nvSpPr>
            <p:spPr>
              <a:xfrm>
                <a:off x="6159102" y="3734754"/>
                <a:ext cx="234037" cy="395851"/>
              </a:xfrm>
              <a:custGeom>
                <a:avLst/>
                <a:gdLst>
                  <a:gd name="connsiteX0" fmla="*/ 35243 w 211455"/>
                  <a:gd name="connsiteY0" fmla="*/ 40957 h 333375"/>
                  <a:gd name="connsiteX1" fmla="*/ 36195 w 211455"/>
                  <a:gd name="connsiteY1" fmla="*/ 43815 h 333375"/>
                  <a:gd name="connsiteX2" fmla="*/ 41910 w 211455"/>
                  <a:gd name="connsiteY2" fmla="*/ 51435 h 333375"/>
                  <a:gd name="connsiteX3" fmla="*/ 42863 w 211455"/>
                  <a:gd name="connsiteY3" fmla="*/ 54293 h 333375"/>
                  <a:gd name="connsiteX4" fmla="*/ 42863 w 211455"/>
                  <a:gd name="connsiteY4" fmla="*/ 54293 h 333375"/>
                  <a:gd name="connsiteX5" fmla="*/ 41910 w 211455"/>
                  <a:gd name="connsiteY5" fmla="*/ 56198 h 333375"/>
                  <a:gd name="connsiteX6" fmla="*/ 41910 w 211455"/>
                  <a:gd name="connsiteY6" fmla="*/ 57150 h 333375"/>
                  <a:gd name="connsiteX7" fmla="*/ 41910 w 211455"/>
                  <a:gd name="connsiteY7" fmla="*/ 58103 h 333375"/>
                  <a:gd name="connsiteX8" fmla="*/ 42863 w 211455"/>
                  <a:gd name="connsiteY8" fmla="*/ 59055 h 333375"/>
                  <a:gd name="connsiteX9" fmla="*/ 47625 w 211455"/>
                  <a:gd name="connsiteY9" fmla="*/ 63818 h 333375"/>
                  <a:gd name="connsiteX10" fmla="*/ 48577 w 211455"/>
                  <a:gd name="connsiteY10" fmla="*/ 64770 h 333375"/>
                  <a:gd name="connsiteX11" fmla="*/ 49530 w 211455"/>
                  <a:gd name="connsiteY11" fmla="*/ 66675 h 333375"/>
                  <a:gd name="connsiteX12" fmla="*/ 49530 w 211455"/>
                  <a:gd name="connsiteY12" fmla="*/ 68580 h 333375"/>
                  <a:gd name="connsiteX13" fmla="*/ 48577 w 211455"/>
                  <a:gd name="connsiteY13" fmla="*/ 70485 h 333375"/>
                  <a:gd name="connsiteX14" fmla="*/ 45720 w 211455"/>
                  <a:gd name="connsiteY14" fmla="*/ 74295 h 333375"/>
                  <a:gd name="connsiteX15" fmla="*/ 44768 w 211455"/>
                  <a:gd name="connsiteY15" fmla="*/ 77153 h 333375"/>
                  <a:gd name="connsiteX16" fmla="*/ 44768 w 211455"/>
                  <a:gd name="connsiteY16" fmla="*/ 80010 h 333375"/>
                  <a:gd name="connsiteX17" fmla="*/ 40005 w 211455"/>
                  <a:gd name="connsiteY17" fmla="*/ 134303 h 333375"/>
                  <a:gd name="connsiteX18" fmla="*/ 39052 w 211455"/>
                  <a:gd name="connsiteY18" fmla="*/ 140018 h 333375"/>
                  <a:gd name="connsiteX19" fmla="*/ 36195 w 211455"/>
                  <a:gd name="connsiteY19" fmla="*/ 144780 h 333375"/>
                  <a:gd name="connsiteX20" fmla="*/ 14288 w 211455"/>
                  <a:gd name="connsiteY20" fmla="*/ 169545 h 333375"/>
                  <a:gd name="connsiteX21" fmla="*/ 0 w 211455"/>
                  <a:gd name="connsiteY21" fmla="*/ 192405 h 333375"/>
                  <a:gd name="connsiteX22" fmla="*/ 0 w 211455"/>
                  <a:gd name="connsiteY22" fmla="*/ 194310 h 333375"/>
                  <a:gd name="connsiteX23" fmla="*/ 0 w 211455"/>
                  <a:gd name="connsiteY23" fmla="*/ 197168 h 333375"/>
                  <a:gd name="connsiteX24" fmla="*/ 1905 w 211455"/>
                  <a:gd name="connsiteY24" fmla="*/ 206693 h 333375"/>
                  <a:gd name="connsiteX25" fmla="*/ 11430 w 211455"/>
                  <a:gd name="connsiteY25" fmla="*/ 220028 h 333375"/>
                  <a:gd name="connsiteX26" fmla="*/ 14288 w 211455"/>
                  <a:gd name="connsiteY26" fmla="*/ 219075 h 333375"/>
                  <a:gd name="connsiteX27" fmla="*/ 16193 w 211455"/>
                  <a:gd name="connsiteY27" fmla="*/ 220028 h 333375"/>
                  <a:gd name="connsiteX28" fmla="*/ 19050 w 211455"/>
                  <a:gd name="connsiteY28" fmla="*/ 220980 h 333375"/>
                  <a:gd name="connsiteX29" fmla="*/ 20955 w 211455"/>
                  <a:gd name="connsiteY29" fmla="*/ 221933 h 333375"/>
                  <a:gd name="connsiteX30" fmla="*/ 20955 w 211455"/>
                  <a:gd name="connsiteY30" fmla="*/ 222885 h 333375"/>
                  <a:gd name="connsiteX31" fmla="*/ 21908 w 211455"/>
                  <a:gd name="connsiteY31" fmla="*/ 225743 h 333375"/>
                  <a:gd name="connsiteX32" fmla="*/ 22860 w 211455"/>
                  <a:gd name="connsiteY32" fmla="*/ 226695 h 333375"/>
                  <a:gd name="connsiteX33" fmla="*/ 23813 w 211455"/>
                  <a:gd name="connsiteY33" fmla="*/ 227647 h 333375"/>
                  <a:gd name="connsiteX34" fmla="*/ 25718 w 211455"/>
                  <a:gd name="connsiteY34" fmla="*/ 228600 h 333375"/>
                  <a:gd name="connsiteX35" fmla="*/ 26670 w 211455"/>
                  <a:gd name="connsiteY35" fmla="*/ 229553 h 333375"/>
                  <a:gd name="connsiteX36" fmla="*/ 27623 w 211455"/>
                  <a:gd name="connsiteY36" fmla="*/ 232410 h 333375"/>
                  <a:gd name="connsiteX37" fmla="*/ 29527 w 211455"/>
                  <a:gd name="connsiteY37" fmla="*/ 239078 h 333375"/>
                  <a:gd name="connsiteX38" fmla="*/ 31433 w 211455"/>
                  <a:gd name="connsiteY38" fmla="*/ 242888 h 333375"/>
                  <a:gd name="connsiteX39" fmla="*/ 31433 w 211455"/>
                  <a:gd name="connsiteY39" fmla="*/ 245745 h 333375"/>
                  <a:gd name="connsiteX40" fmla="*/ 32385 w 211455"/>
                  <a:gd name="connsiteY40" fmla="*/ 247650 h 333375"/>
                  <a:gd name="connsiteX41" fmla="*/ 32385 w 211455"/>
                  <a:gd name="connsiteY41" fmla="*/ 252413 h 333375"/>
                  <a:gd name="connsiteX42" fmla="*/ 31433 w 211455"/>
                  <a:gd name="connsiteY42" fmla="*/ 260985 h 333375"/>
                  <a:gd name="connsiteX43" fmla="*/ 32385 w 211455"/>
                  <a:gd name="connsiteY43" fmla="*/ 265747 h 333375"/>
                  <a:gd name="connsiteX44" fmla="*/ 33338 w 211455"/>
                  <a:gd name="connsiteY44" fmla="*/ 270510 h 333375"/>
                  <a:gd name="connsiteX45" fmla="*/ 36195 w 211455"/>
                  <a:gd name="connsiteY45" fmla="*/ 275272 h 333375"/>
                  <a:gd name="connsiteX46" fmla="*/ 39052 w 211455"/>
                  <a:gd name="connsiteY46" fmla="*/ 279083 h 333375"/>
                  <a:gd name="connsiteX47" fmla="*/ 43815 w 211455"/>
                  <a:gd name="connsiteY47" fmla="*/ 282893 h 333375"/>
                  <a:gd name="connsiteX48" fmla="*/ 40958 w 211455"/>
                  <a:gd name="connsiteY48" fmla="*/ 283845 h 333375"/>
                  <a:gd name="connsiteX49" fmla="*/ 38100 w 211455"/>
                  <a:gd name="connsiteY49" fmla="*/ 283845 h 333375"/>
                  <a:gd name="connsiteX50" fmla="*/ 18098 w 211455"/>
                  <a:gd name="connsiteY50" fmla="*/ 282893 h 333375"/>
                  <a:gd name="connsiteX51" fmla="*/ 15240 w 211455"/>
                  <a:gd name="connsiteY51" fmla="*/ 283845 h 333375"/>
                  <a:gd name="connsiteX52" fmla="*/ 13335 w 211455"/>
                  <a:gd name="connsiteY52" fmla="*/ 284797 h 333375"/>
                  <a:gd name="connsiteX53" fmla="*/ 10477 w 211455"/>
                  <a:gd name="connsiteY53" fmla="*/ 286703 h 333375"/>
                  <a:gd name="connsiteX54" fmla="*/ 9525 w 211455"/>
                  <a:gd name="connsiteY54" fmla="*/ 289560 h 333375"/>
                  <a:gd name="connsiteX55" fmla="*/ 10477 w 211455"/>
                  <a:gd name="connsiteY55" fmla="*/ 291465 h 333375"/>
                  <a:gd name="connsiteX56" fmla="*/ 13335 w 211455"/>
                  <a:gd name="connsiteY56" fmla="*/ 294322 h 333375"/>
                  <a:gd name="connsiteX57" fmla="*/ 17145 w 211455"/>
                  <a:gd name="connsiteY57" fmla="*/ 299085 h 333375"/>
                  <a:gd name="connsiteX58" fmla="*/ 20955 w 211455"/>
                  <a:gd name="connsiteY58" fmla="*/ 302895 h 333375"/>
                  <a:gd name="connsiteX59" fmla="*/ 30480 w 211455"/>
                  <a:gd name="connsiteY59" fmla="*/ 309563 h 333375"/>
                  <a:gd name="connsiteX60" fmla="*/ 33338 w 211455"/>
                  <a:gd name="connsiteY60" fmla="*/ 314325 h 333375"/>
                  <a:gd name="connsiteX61" fmla="*/ 36195 w 211455"/>
                  <a:gd name="connsiteY61" fmla="*/ 318135 h 333375"/>
                  <a:gd name="connsiteX62" fmla="*/ 39052 w 211455"/>
                  <a:gd name="connsiteY62" fmla="*/ 323850 h 333375"/>
                  <a:gd name="connsiteX63" fmla="*/ 40958 w 211455"/>
                  <a:gd name="connsiteY63" fmla="*/ 328613 h 333375"/>
                  <a:gd name="connsiteX64" fmla="*/ 40005 w 211455"/>
                  <a:gd name="connsiteY64" fmla="*/ 333375 h 333375"/>
                  <a:gd name="connsiteX65" fmla="*/ 43815 w 211455"/>
                  <a:gd name="connsiteY65" fmla="*/ 333375 h 333375"/>
                  <a:gd name="connsiteX66" fmla="*/ 46673 w 211455"/>
                  <a:gd name="connsiteY66" fmla="*/ 333375 h 333375"/>
                  <a:gd name="connsiteX67" fmla="*/ 49530 w 211455"/>
                  <a:gd name="connsiteY67" fmla="*/ 332422 h 333375"/>
                  <a:gd name="connsiteX68" fmla="*/ 57150 w 211455"/>
                  <a:gd name="connsiteY68" fmla="*/ 330518 h 333375"/>
                  <a:gd name="connsiteX69" fmla="*/ 58102 w 211455"/>
                  <a:gd name="connsiteY69" fmla="*/ 329565 h 333375"/>
                  <a:gd name="connsiteX70" fmla="*/ 59055 w 211455"/>
                  <a:gd name="connsiteY70" fmla="*/ 328613 h 333375"/>
                  <a:gd name="connsiteX71" fmla="*/ 59055 w 211455"/>
                  <a:gd name="connsiteY71" fmla="*/ 327660 h 333375"/>
                  <a:gd name="connsiteX72" fmla="*/ 60008 w 211455"/>
                  <a:gd name="connsiteY72" fmla="*/ 326708 h 333375"/>
                  <a:gd name="connsiteX73" fmla="*/ 61913 w 211455"/>
                  <a:gd name="connsiteY73" fmla="*/ 326708 h 333375"/>
                  <a:gd name="connsiteX74" fmla="*/ 63818 w 211455"/>
                  <a:gd name="connsiteY74" fmla="*/ 330518 h 333375"/>
                  <a:gd name="connsiteX75" fmla="*/ 66675 w 211455"/>
                  <a:gd name="connsiteY75" fmla="*/ 331470 h 333375"/>
                  <a:gd name="connsiteX76" fmla="*/ 70485 w 211455"/>
                  <a:gd name="connsiteY76" fmla="*/ 330518 h 333375"/>
                  <a:gd name="connsiteX77" fmla="*/ 75248 w 211455"/>
                  <a:gd name="connsiteY77" fmla="*/ 327660 h 333375"/>
                  <a:gd name="connsiteX78" fmla="*/ 79058 w 211455"/>
                  <a:gd name="connsiteY78" fmla="*/ 325755 h 333375"/>
                  <a:gd name="connsiteX79" fmla="*/ 82868 w 211455"/>
                  <a:gd name="connsiteY79" fmla="*/ 324803 h 333375"/>
                  <a:gd name="connsiteX80" fmla="*/ 91440 w 211455"/>
                  <a:gd name="connsiteY80" fmla="*/ 323850 h 333375"/>
                  <a:gd name="connsiteX81" fmla="*/ 100013 w 211455"/>
                  <a:gd name="connsiteY81" fmla="*/ 322897 h 333375"/>
                  <a:gd name="connsiteX82" fmla="*/ 101918 w 211455"/>
                  <a:gd name="connsiteY82" fmla="*/ 322897 h 333375"/>
                  <a:gd name="connsiteX83" fmla="*/ 103823 w 211455"/>
                  <a:gd name="connsiteY83" fmla="*/ 320993 h 333375"/>
                  <a:gd name="connsiteX84" fmla="*/ 111443 w 211455"/>
                  <a:gd name="connsiteY84" fmla="*/ 312420 h 333375"/>
                  <a:gd name="connsiteX85" fmla="*/ 112395 w 211455"/>
                  <a:gd name="connsiteY85" fmla="*/ 311468 h 333375"/>
                  <a:gd name="connsiteX86" fmla="*/ 111443 w 211455"/>
                  <a:gd name="connsiteY86" fmla="*/ 309563 h 333375"/>
                  <a:gd name="connsiteX87" fmla="*/ 108585 w 211455"/>
                  <a:gd name="connsiteY87" fmla="*/ 306705 h 333375"/>
                  <a:gd name="connsiteX88" fmla="*/ 108585 w 211455"/>
                  <a:gd name="connsiteY88" fmla="*/ 305753 h 333375"/>
                  <a:gd name="connsiteX89" fmla="*/ 110490 w 211455"/>
                  <a:gd name="connsiteY89" fmla="*/ 303847 h 333375"/>
                  <a:gd name="connsiteX90" fmla="*/ 116205 w 211455"/>
                  <a:gd name="connsiteY90" fmla="*/ 302895 h 333375"/>
                  <a:gd name="connsiteX91" fmla="*/ 124777 w 211455"/>
                  <a:gd name="connsiteY91" fmla="*/ 302895 h 333375"/>
                  <a:gd name="connsiteX92" fmla="*/ 134302 w 211455"/>
                  <a:gd name="connsiteY92" fmla="*/ 300990 h 333375"/>
                  <a:gd name="connsiteX93" fmla="*/ 139065 w 211455"/>
                  <a:gd name="connsiteY93" fmla="*/ 299085 h 333375"/>
                  <a:gd name="connsiteX94" fmla="*/ 142875 w 211455"/>
                  <a:gd name="connsiteY94" fmla="*/ 297180 h 333375"/>
                  <a:gd name="connsiteX95" fmla="*/ 146685 w 211455"/>
                  <a:gd name="connsiteY95" fmla="*/ 294322 h 333375"/>
                  <a:gd name="connsiteX96" fmla="*/ 152400 w 211455"/>
                  <a:gd name="connsiteY96" fmla="*/ 287655 h 333375"/>
                  <a:gd name="connsiteX97" fmla="*/ 155258 w 211455"/>
                  <a:gd name="connsiteY97" fmla="*/ 283845 h 333375"/>
                  <a:gd name="connsiteX98" fmla="*/ 160973 w 211455"/>
                  <a:gd name="connsiteY98" fmla="*/ 280988 h 333375"/>
                  <a:gd name="connsiteX99" fmla="*/ 162877 w 211455"/>
                  <a:gd name="connsiteY99" fmla="*/ 278130 h 333375"/>
                  <a:gd name="connsiteX100" fmla="*/ 164783 w 211455"/>
                  <a:gd name="connsiteY100" fmla="*/ 276225 h 333375"/>
                  <a:gd name="connsiteX101" fmla="*/ 165735 w 211455"/>
                  <a:gd name="connsiteY101" fmla="*/ 274320 h 333375"/>
                  <a:gd name="connsiteX102" fmla="*/ 165735 w 211455"/>
                  <a:gd name="connsiteY102" fmla="*/ 271463 h 333375"/>
                  <a:gd name="connsiteX103" fmla="*/ 166688 w 211455"/>
                  <a:gd name="connsiteY103" fmla="*/ 269558 h 333375"/>
                  <a:gd name="connsiteX104" fmla="*/ 167640 w 211455"/>
                  <a:gd name="connsiteY104" fmla="*/ 268605 h 333375"/>
                  <a:gd name="connsiteX105" fmla="*/ 177165 w 211455"/>
                  <a:gd name="connsiteY105" fmla="*/ 263843 h 333375"/>
                  <a:gd name="connsiteX106" fmla="*/ 180023 w 211455"/>
                  <a:gd name="connsiteY106" fmla="*/ 262890 h 333375"/>
                  <a:gd name="connsiteX107" fmla="*/ 183833 w 211455"/>
                  <a:gd name="connsiteY107" fmla="*/ 262890 h 333375"/>
                  <a:gd name="connsiteX108" fmla="*/ 188595 w 211455"/>
                  <a:gd name="connsiteY108" fmla="*/ 263843 h 333375"/>
                  <a:gd name="connsiteX109" fmla="*/ 189548 w 211455"/>
                  <a:gd name="connsiteY109" fmla="*/ 261938 h 333375"/>
                  <a:gd name="connsiteX110" fmla="*/ 190500 w 211455"/>
                  <a:gd name="connsiteY110" fmla="*/ 257175 h 333375"/>
                  <a:gd name="connsiteX111" fmla="*/ 189548 w 211455"/>
                  <a:gd name="connsiteY111" fmla="*/ 255270 h 333375"/>
                  <a:gd name="connsiteX112" fmla="*/ 187643 w 211455"/>
                  <a:gd name="connsiteY112" fmla="*/ 254318 h 333375"/>
                  <a:gd name="connsiteX113" fmla="*/ 187643 w 211455"/>
                  <a:gd name="connsiteY113" fmla="*/ 254318 h 333375"/>
                  <a:gd name="connsiteX114" fmla="*/ 186690 w 211455"/>
                  <a:gd name="connsiteY114" fmla="*/ 254318 h 333375"/>
                  <a:gd name="connsiteX115" fmla="*/ 183833 w 211455"/>
                  <a:gd name="connsiteY115" fmla="*/ 251460 h 333375"/>
                  <a:gd name="connsiteX116" fmla="*/ 182880 w 211455"/>
                  <a:gd name="connsiteY116" fmla="*/ 250508 h 333375"/>
                  <a:gd name="connsiteX117" fmla="*/ 181927 w 211455"/>
                  <a:gd name="connsiteY117" fmla="*/ 248603 h 333375"/>
                  <a:gd name="connsiteX118" fmla="*/ 182880 w 211455"/>
                  <a:gd name="connsiteY118" fmla="*/ 241935 h 333375"/>
                  <a:gd name="connsiteX119" fmla="*/ 182880 w 211455"/>
                  <a:gd name="connsiteY119" fmla="*/ 240983 h 333375"/>
                  <a:gd name="connsiteX120" fmla="*/ 180975 w 211455"/>
                  <a:gd name="connsiteY120" fmla="*/ 240030 h 333375"/>
                  <a:gd name="connsiteX121" fmla="*/ 180975 w 211455"/>
                  <a:gd name="connsiteY121" fmla="*/ 239078 h 333375"/>
                  <a:gd name="connsiteX122" fmla="*/ 179070 w 211455"/>
                  <a:gd name="connsiteY122" fmla="*/ 232410 h 333375"/>
                  <a:gd name="connsiteX123" fmla="*/ 179070 w 211455"/>
                  <a:gd name="connsiteY123" fmla="*/ 231458 h 333375"/>
                  <a:gd name="connsiteX124" fmla="*/ 179070 w 211455"/>
                  <a:gd name="connsiteY124" fmla="*/ 230505 h 333375"/>
                  <a:gd name="connsiteX125" fmla="*/ 179070 w 211455"/>
                  <a:gd name="connsiteY125" fmla="*/ 230505 h 333375"/>
                  <a:gd name="connsiteX126" fmla="*/ 178118 w 211455"/>
                  <a:gd name="connsiteY126" fmla="*/ 228600 h 333375"/>
                  <a:gd name="connsiteX127" fmla="*/ 176213 w 211455"/>
                  <a:gd name="connsiteY127" fmla="*/ 227647 h 333375"/>
                  <a:gd name="connsiteX128" fmla="*/ 171450 w 211455"/>
                  <a:gd name="connsiteY128" fmla="*/ 227647 h 333375"/>
                  <a:gd name="connsiteX129" fmla="*/ 169545 w 211455"/>
                  <a:gd name="connsiteY129" fmla="*/ 227647 h 333375"/>
                  <a:gd name="connsiteX130" fmla="*/ 168593 w 211455"/>
                  <a:gd name="connsiteY130" fmla="*/ 227647 h 333375"/>
                  <a:gd name="connsiteX131" fmla="*/ 168593 w 211455"/>
                  <a:gd name="connsiteY131" fmla="*/ 226695 h 333375"/>
                  <a:gd name="connsiteX132" fmla="*/ 167640 w 211455"/>
                  <a:gd name="connsiteY132" fmla="*/ 226695 h 333375"/>
                  <a:gd name="connsiteX133" fmla="*/ 167640 w 211455"/>
                  <a:gd name="connsiteY133" fmla="*/ 225743 h 333375"/>
                  <a:gd name="connsiteX134" fmla="*/ 170498 w 211455"/>
                  <a:gd name="connsiteY134" fmla="*/ 219075 h 333375"/>
                  <a:gd name="connsiteX135" fmla="*/ 175260 w 211455"/>
                  <a:gd name="connsiteY135" fmla="*/ 216218 h 333375"/>
                  <a:gd name="connsiteX136" fmla="*/ 175260 w 211455"/>
                  <a:gd name="connsiteY136" fmla="*/ 214313 h 333375"/>
                  <a:gd name="connsiteX137" fmla="*/ 175260 w 211455"/>
                  <a:gd name="connsiteY137" fmla="*/ 212408 h 333375"/>
                  <a:gd name="connsiteX138" fmla="*/ 173355 w 211455"/>
                  <a:gd name="connsiteY138" fmla="*/ 205740 h 333375"/>
                  <a:gd name="connsiteX139" fmla="*/ 173355 w 211455"/>
                  <a:gd name="connsiteY139" fmla="*/ 204788 h 333375"/>
                  <a:gd name="connsiteX140" fmla="*/ 173355 w 211455"/>
                  <a:gd name="connsiteY140" fmla="*/ 203835 h 333375"/>
                  <a:gd name="connsiteX141" fmla="*/ 174308 w 211455"/>
                  <a:gd name="connsiteY141" fmla="*/ 201930 h 333375"/>
                  <a:gd name="connsiteX142" fmla="*/ 181927 w 211455"/>
                  <a:gd name="connsiteY142" fmla="*/ 198120 h 333375"/>
                  <a:gd name="connsiteX143" fmla="*/ 181927 w 211455"/>
                  <a:gd name="connsiteY143" fmla="*/ 197168 h 333375"/>
                  <a:gd name="connsiteX144" fmla="*/ 181927 w 211455"/>
                  <a:gd name="connsiteY144" fmla="*/ 196215 h 333375"/>
                  <a:gd name="connsiteX145" fmla="*/ 180975 w 211455"/>
                  <a:gd name="connsiteY145" fmla="*/ 195263 h 333375"/>
                  <a:gd name="connsiteX146" fmla="*/ 179070 w 211455"/>
                  <a:gd name="connsiteY146" fmla="*/ 189547 h 333375"/>
                  <a:gd name="connsiteX147" fmla="*/ 180975 w 211455"/>
                  <a:gd name="connsiteY147" fmla="*/ 186690 h 333375"/>
                  <a:gd name="connsiteX148" fmla="*/ 183833 w 211455"/>
                  <a:gd name="connsiteY148" fmla="*/ 186690 h 333375"/>
                  <a:gd name="connsiteX149" fmla="*/ 183833 w 211455"/>
                  <a:gd name="connsiteY149" fmla="*/ 185738 h 333375"/>
                  <a:gd name="connsiteX150" fmla="*/ 184785 w 211455"/>
                  <a:gd name="connsiteY150" fmla="*/ 185738 h 333375"/>
                  <a:gd name="connsiteX151" fmla="*/ 184785 w 211455"/>
                  <a:gd name="connsiteY151" fmla="*/ 184785 h 333375"/>
                  <a:gd name="connsiteX152" fmla="*/ 184785 w 211455"/>
                  <a:gd name="connsiteY152" fmla="*/ 182880 h 333375"/>
                  <a:gd name="connsiteX153" fmla="*/ 184785 w 211455"/>
                  <a:gd name="connsiteY153" fmla="*/ 181928 h 333375"/>
                  <a:gd name="connsiteX154" fmla="*/ 185738 w 211455"/>
                  <a:gd name="connsiteY154" fmla="*/ 181928 h 333375"/>
                  <a:gd name="connsiteX155" fmla="*/ 186690 w 211455"/>
                  <a:gd name="connsiteY155" fmla="*/ 180023 h 333375"/>
                  <a:gd name="connsiteX156" fmla="*/ 189548 w 211455"/>
                  <a:gd name="connsiteY156" fmla="*/ 176213 h 333375"/>
                  <a:gd name="connsiteX157" fmla="*/ 190500 w 211455"/>
                  <a:gd name="connsiteY157" fmla="*/ 173355 h 333375"/>
                  <a:gd name="connsiteX158" fmla="*/ 190500 w 211455"/>
                  <a:gd name="connsiteY158" fmla="*/ 170498 h 333375"/>
                  <a:gd name="connsiteX159" fmla="*/ 189548 w 211455"/>
                  <a:gd name="connsiteY159" fmla="*/ 168593 h 333375"/>
                  <a:gd name="connsiteX160" fmla="*/ 190500 w 211455"/>
                  <a:gd name="connsiteY160" fmla="*/ 167640 h 333375"/>
                  <a:gd name="connsiteX161" fmla="*/ 191452 w 211455"/>
                  <a:gd name="connsiteY161" fmla="*/ 167640 h 333375"/>
                  <a:gd name="connsiteX162" fmla="*/ 191452 w 211455"/>
                  <a:gd name="connsiteY162" fmla="*/ 166688 h 333375"/>
                  <a:gd name="connsiteX163" fmla="*/ 192405 w 211455"/>
                  <a:gd name="connsiteY163" fmla="*/ 165735 h 333375"/>
                  <a:gd name="connsiteX164" fmla="*/ 193358 w 211455"/>
                  <a:gd name="connsiteY164" fmla="*/ 165735 h 333375"/>
                  <a:gd name="connsiteX165" fmla="*/ 195263 w 211455"/>
                  <a:gd name="connsiteY165" fmla="*/ 164783 h 333375"/>
                  <a:gd name="connsiteX166" fmla="*/ 198120 w 211455"/>
                  <a:gd name="connsiteY166" fmla="*/ 164783 h 333375"/>
                  <a:gd name="connsiteX167" fmla="*/ 200025 w 211455"/>
                  <a:gd name="connsiteY167" fmla="*/ 164783 h 333375"/>
                  <a:gd name="connsiteX168" fmla="*/ 201930 w 211455"/>
                  <a:gd name="connsiteY168" fmla="*/ 164783 h 333375"/>
                  <a:gd name="connsiteX169" fmla="*/ 203835 w 211455"/>
                  <a:gd name="connsiteY169" fmla="*/ 163830 h 333375"/>
                  <a:gd name="connsiteX170" fmla="*/ 205740 w 211455"/>
                  <a:gd name="connsiteY170" fmla="*/ 163830 h 333375"/>
                  <a:gd name="connsiteX171" fmla="*/ 209550 w 211455"/>
                  <a:gd name="connsiteY171" fmla="*/ 164783 h 333375"/>
                  <a:gd name="connsiteX172" fmla="*/ 210502 w 211455"/>
                  <a:gd name="connsiteY172" fmla="*/ 164783 h 333375"/>
                  <a:gd name="connsiteX173" fmla="*/ 210502 w 211455"/>
                  <a:gd name="connsiteY173" fmla="*/ 164783 h 333375"/>
                  <a:gd name="connsiteX174" fmla="*/ 210502 w 211455"/>
                  <a:gd name="connsiteY174" fmla="*/ 164783 h 333375"/>
                  <a:gd name="connsiteX175" fmla="*/ 210502 w 211455"/>
                  <a:gd name="connsiteY175" fmla="*/ 163830 h 333375"/>
                  <a:gd name="connsiteX176" fmla="*/ 211455 w 211455"/>
                  <a:gd name="connsiteY176" fmla="*/ 163830 h 333375"/>
                  <a:gd name="connsiteX177" fmla="*/ 211455 w 211455"/>
                  <a:gd name="connsiteY177" fmla="*/ 153353 h 333375"/>
                  <a:gd name="connsiteX178" fmla="*/ 211455 w 211455"/>
                  <a:gd name="connsiteY178" fmla="*/ 151448 h 333375"/>
                  <a:gd name="connsiteX179" fmla="*/ 211455 w 211455"/>
                  <a:gd name="connsiteY179" fmla="*/ 141923 h 333375"/>
                  <a:gd name="connsiteX180" fmla="*/ 210502 w 211455"/>
                  <a:gd name="connsiteY180" fmla="*/ 132398 h 333375"/>
                  <a:gd name="connsiteX181" fmla="*/ 210502 w 211455"/>
                  <a:gd name="connsiteY181" fmla="*/ 125730 h 333375"/>
                  <a:gd name="connsiteX182" fmla="*/ 210502 w 211455"/>
                  <a:gd name="connsiteY182" fmla="*/ 118110 h 333375"/>
                  <a:gd name="connsiteX183" fmla="*/ 210502 w 211455"/>
                  <a:gd name="connsiteY183" fmla="*/ 108585 h 333375"/>
                  <a:gd name="connsiteX184" fmla="*/ 210502 w 211455"/>
                  <a:gd name="connsiteY184" fmla="*/ 103823 h 333375"/>
                  <a:gd name="connsiteX185" fmla="*/ 210502 w 211455"/>
                  <a:gd name="connsiteY185" fmla="*/ 99060 h 333375"/>
                  <a:gd name="connsiteX186" fmla="*/ 210502 w 211455"/>
                  <a:gd name="connsiteY186" fmla="*/ 87630 h 333375"/>
                  <a:gd name="connsiteX187" fmla="*/ 210502 w 211455"/>
                  <a:gd name="connsiteY187" fmla="*/ 84773 h 333375"/>
                  <a:gd name="connsiteX188" fmla="*/ 50483 w 211455"/>
                  <a:gd name="connsiteY188" fmla="*/ 0 h 333375"/>
                  <a:gd name="connsiteX189" fmla="*/ 29527 w 211455"/>
                  <a:gd name="connsiteY189" fmla="*/ 9525 h 333375"/>
                  <a:gd name="connsiteX190" fmla="*/ 34290 w 211455"/>
                  <a:gd name="connsiteY190" fmla="*/ 39053 h 333375"/>
                  <a:gd name="connsiteX191" fmla="*/ 35243 w 211455"/>
                  <a:gd name="connsiteY191" fmla="*/ 4095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211455" h="333375">
                    <a:moveTo>
                      <a:pt x="35243" y="40957"/>
                    </a:moveTo>
                    <a:lnTo>
                      <a:pt x="36195" y="43815"/>
                    </a:lnTo>
                    <a:lnTo>
                      <a:pt x="41910" y="51435"/>
                    </a:lnTo>
                    <a:lnTo>
                      <a:pt x="42863" y="54293"/>
                    </a:lnTo>
                    <a:lnTo>
                      <a:pt x="42863" y="54293"/>
                    </a:lnTo>
                    <a:lnTo>
                      <a:pt x="41910" y="56198"/>
                    </a:lnTo>
                    <a:lnTo>
                      <a:pt x="41910" y="57150"/>
                    </a:lnTo>
                    <a:lnTo>
                      <a:pt x="41910" y="58103"/>
                    </a:lnTo>
                    <a:lnTo>
                      <a:pt x="42863" y="59055"/>
                    </a:lnTo>
                    <a:lnTo>
                      <a:pt x="47625" y="63818"/>
                    </a:lnTo>
                    <a:lnTo>
                      <a:pt x="48577" y="64770"/>
                    </a:lnTo>
                    <a:lnTo>
                      <a:pt x="49530" y="66675"/>
                    </a:lnTo>
                    <a:lnTo>
                      <a:pt x="49530" y="68580"/>
                    </a:lnTo>
                    <a:lnTo>
                      <a:pt x="48577" y="70485"/>
                    </a:lnTo>
                    <a:lnTo>
                      <a:pt x="45720" y="74295"/>
                    </a:lnTo>
                    <a:lnTo>
                      <a:pt x="44768" y="77153"/>
                    </a:lnTo>
                    <a:lnTo>
                      <a:pt x="44768" y="80010"/>
                    </a:lnTo>
                    <a:lnTo>
                      <a:pt x="40005" y="134303"/>
                    </a:lnTo>
                    <a:lnTo>
                      <a:pt x="39052" y="140018"/>
                    </a:lnTo>
                    <a:lnTo>
                      <a:pt x="36195" y="144780"/>
                    </a:lnTo>
                    <a:lnTo>
                      <a:pt x="14288" y="169545"/>
                    </a:lnTo>
                    <a:lnTo>
                      <a:pt x="0" y="192405"/>
                    </a:lnTo>
                    <a:lnTo>
                      <a:pt x="0" y="194310"/>
                    </a:lnTo>
                    <a:lnTo>
                      <a:pt x="0" y="197168"/>
                    </a:lnTo>
                    <a:lnTo>
                      <a:pt x="1905" y="206693"/>
                    </a:lnTo>
                    <a:lnTo>
                      <a:pt x="11430" y="220028"/>
                    </a:lnTo>
                    <a:lnTo>
                      <a:pt x="14288" y="219075"/>
                    </a:lnTo>
                    <a:lnTo>
                      <a:pt x="16193" y="220028"/>
                    </a:lnTo>
                    <a:lnTo>
                      <a:pt x="19050" y="220980"/>
                    </a:lnTo>
                    <a:lnTo>
                      <a:pt x="20955" y="221933"/>
                    </a:lnTo>
                    <a:lnTo>
                      <a:pt x="20955" y="222885"/>
                    </a:lnTo>
                    <a:lnTo>
                      <a:pt x="21908" y="225743"/>
                    </a:lnTo>
                    <a:lnTo>
                      <a:pt x="22860" y="226695"/>
                    </a:lnTo>
                    <a:lnTo>
                      <a:pt x="23813" y="227647"/>
                    </a:lnTo>
                    <a:lnTo>
                      <a:pt x="25718" y="228600"/>
                    </a:lnTo>
                    <a:lnTo>
                      <a:pt x="26670" y="229553"/>
                    </a:lnTo>
                    <a:lnTo>
                      <a:pt x="27623" y="232410"/>
                    </a:lnTo>
                    <a:lnTo>
                      <a:pt x="29527" y="239078"/>
                    </a:lnTo>
                    <a:lnTo>
                      <a:pt x="31433" y="242888"/>
                    </a:lnTo>
                    <a:lnTo>
                      <a:pt x="31433" y="245745"/>
                    </a:lnTo>
                    <a:lnTo>
                      <a:pt x="32385" y="247650"/>
                    </a:lnTo>
                    <a:lnTo>
                      <a:pt x="32385" y="252413"/>
                    </a:lnTo>
                    <a:lnTo>
                      <a:pt x="31433" y="260985"/>
                    </a:lnTo>
                    <a:lnTo>
                      <a:pt x="32385" y="265747"/>
                    </a:lnTo>
                    <a:lnTo>
                      <a:pt x="33338" y="270510"/>
                    </a:lnTo>
                    <a:lnTo>
                      <a:pt x="36195" y="275272"/>
                    </a:lnTo>
                    <a:lnTo>
                      <a:pt x="39052" y="279083"/>
                    </a:lnTo>
                    <a:lnTo>
                      <a:pt x="43815" y="282893"/>
                    </a:lnTo>
                    <a:lnTo>
                      <a:pt x="40958" y="283845"/>
                    </a:lnTo>
                    <a:lnTo>
                      <a:pt x="38100" y="283845"/>
                    </a:lnTo>
                    <a:lnTo>
                      <a:pt x="18098" y="282893"/>
                    </a:lnTo>
                    <a:lnTo>
                      <a:pt x="15240" y="283845"/>
                    </a:lnTo>
                    <a:lnTo>
                      <a:pt x="13335" y="284797"/>
                    </a:lnTo>
                    <a:lnTo>
                      <a:pt x="10477" y="286703"/>
                    </a:lnTo>
                    <a:lnTo>
                      <a:pt x="9525" y="289560"/>
                    </a:lnTo>
                    <a:lnTo>
                      <a:pt x="10477" y="291465"/>
                    </a:lnTo>
                    <a:lnTo>
                      <a:pt x="13335" y="294322"/>
                    </a:lnTo>
                    <a:lnTo>
                      <a:pt x="17145" y="299085"/>
                    </a:lnTo>
                    <a:lnTo>
                      <a:pt x="20955" y="302895"/>
                    </a:lnTo>
                    <a:lnTo>
                      <a:pt x="30480" y="309563"/>
                    </a:lnTo>
                    <a:lnTo>
                      <a:pt x="33338" y="314325"/>
                    </a:lnTo>
                    <a:lnTo>
                      <a:pt x="36195" y="318135"/>
                    </a:lnTo>
                    <a:lnTo>
                      <a:pt x="39052" y="323850"/>
                    </a:lnTo>
                    <a:lnTo>
                      <a:pt x="40958" y="328613"/>
                    </a:lnTo>
                    <a:lnTo>
                      <a:pt x="40005" y="333375"/>
                    </a:lnTo>
                    <a:lnTo>
                      <a:pt x="43815" y="333375"/>
                    </a:lnTo>
                    <a:lnTo>
                      <a:pt x="46673" y="333375"/>
                    </a:lnTo>
                    <a:lnTo>
                      <a:pt x="49530" y="332422"/>
                    </a:lnTo>
                    <a:lnTo>
                      <a:pt x="57150" y="330518"/>
                    </a:lnTo>
                    <a:lnTo>
                      <a:pt x="58102" y="329565"/>
                    </a:lnTo>
                    <a:lnTo>
                      <a:pt x="59055" y="328613"/>
                    </a:lnTo>
                    <a:lnTo>
                      <a:pt x="59055" y="327660"/>
                    </a:lnTo>
                    <a:lnTo>
                      <a:pt x="60008" y="326708"/>
                    </a:lnTo>
                    <a:lnTo>
                      <a:pt x="61913" y="326708"/>
                    </a:lnTo>
                    <a:lnTo>
                      <a:pt x="63818" y="330518"/>
                    </a:lnTo>
                    <a:lnTo>
                      <a:pt x="66675" y="331470"/>
                    </a:lnTo>
                    <a:lnTo>
                      <a:pt x="70485" y="330518"/>
                    </a:lnTo>
                    <a:lnTo>
                      <a:pt x="75248" y="327660"/>
                    </a:lnTo>
                    <a:lnTo>
                      <a:pt x="79058" y="325755"/>
                    </a:lnTo>
                    <a:lnTo>
                      <a:pt x="82868" y="324803"/>
                    </a:lnTo>
                    <a:lnTo>
                      <a:pt x="91440" y="323850"/>
                    </a:lnTo>
                    <a:lnTo>
                      <a:pt x="100013" y="322897"/>
                    </a:lnTo>
                    <a:lnTo>
                      <a:pt x="101918" y="322897"/>
                    </a:lnTo>
                    <a:lnTo>
                      <a:pt x="103823" y="320993"/>
                    </a:lnTo>
                    <a:lnTo>
                      <a:pt x="111443" y="312420"/>
                    </a:lnTo>
                    <a:lnTo>
                      <a:pt x="112395" y="311468"/>
                    </a:lnTo>
                    <a:lnTo>
                      <a:pt x="111443" y="309563"/>
                    </a:lnTo>
                    <a:lnTo>
                      <a:pt x="108585" y="306705"/>
                    </a:lnTo>
                    <a:lnTo>
                      <a:pt x="108585" y="305753"/>
                    </a:lnTo>
                    <a:lnTo>
                      <a:pt x="110490" y="303847"/>
                    </a:lnTo>
                    <a:lnTo>
                      <a:pt x="116205" y="302895"/>
                    </a:lnTo>
                    <a:lnTo>
                      <a:pt x="124777" y="302895"/>
                    </a:lnTo>
                    <a:lnTo>
                      <a:pt x="134302" y="300990"/>
                    </a:lnTo>
                    <a:lnTo>
                      <a:pt x="139065" y="299085"/>
                    </a:lnTo>
                    <a:lnTo>
                      <a:pt x="142875" y="297180"/>
                    </a:lnTo>
                    <a:lnTo>
                      <a:pt x="146685" y="294322"/>
                    </a:lnTo>
                    <a:lnTo>
                      <a:pt x="152400" y="287655"/>
                    </a:lnTo>
                    <a:lnTo>
                      <a:pt x="155258" y="283845"/>
                    </a:lnTo>
                    <a:lnTo>
                      <a:pt x="160973" y="280988"/>
                    </a:lnTo>
                    <a:lnTo>
                      <a:pt x="162877" y="278130"/>
                    </a:lnTo>
                    <a:lnTo>
                      <a:pt x="164783" y="276225"/>
                    </a:lnTo>
                    <a:lnTo>
                      <a:pt x="165735" y="274320"/>
                    </a:lnTo>
                    <a:lnTo>
                      <a:pt x="165735" y="271463"/>
                    </a:lnTo>
                    <a:lnTo>
                      <a:pt x="166688" y="269558"/>
                    </a:lnTo>
                    <a:lnTo>
                      <a:pt x="167640" y="268605"/>
                    </a:lnTo>
                    <a:lnTo>
                      <a:pt x="177165" y="263843"/>
                    </a:lnTo>
                    <a:lnTo>
                      <a:pt x="180023" y="262890"/>
                    </a:lnTo>
                    <a:lnTo>
                      <a:pt x="183833" y="262890"/>
                    </a:lnTo>
                    <a:lnTo>
                      <a:pt x="188595" y="263843"/>
                    </a:lnTo>
                    <a:lnTo>
                      <a:pt x="189548" y="261938"/>
                    </a:lnTo>
                    <a:lnTo>
                      <a:pt x="190500" y="257175"/>
                    </a:lnTo>
                    <a:lnTo>
                      <a:pt x="189548" y="255270"/>
                    </a:lnTo>
                    <a:lnTo>
                      <a:pt x="187643" y="254318"/>
                    </a:lnTo>
                    <a:lnTo>
                      <a:pt x="187643" y="254318"/>
                    </a:lnTo>
                    <a:lnTo>
                      <a:pt x="186690" y="254318"/>
                    </a:lnTo>
                    <a:lnTo>
                      <a:pt x="183833" y="251460"/>
                    </a:lnTo>
                    <a:lnTo>
                      <a:pt x="182880" y="250508"/>
                    </a:lnTo>
                    <a:lnTo>
                      <a:pt x="181927" y="248603"/>
                    </a:lnTo>
                    <a:lnTo>
                      <a:pt x="182880" y="241935"/>
                    </a:lnTo>
                    <a:lnTo>
                      <a:pt x="182880" y="240983"/>
                    </a:lnTo>
                    <a:lnTo>
                      <a:pt x="180975" y="240030"/>
                    </a:lnTo>
                    <a:lnTo>
                      <a:pt x="180975" y="239078"/>
                    </a:lnTo>
                    <a:lnTo>
                      <a:pt x="179070" y="232410"/>
                    </a:lnTo>
                    <a:lnTo>
                      <a:pt x="179070" y="231458"/>
                    </a:lnTo>
                    <a:lnTo>
                      <a:pt x="179070" y="230505"/>
                    </a:lnTo>
                    <a:lnTo>
                      <a:pt x="179070" y="230505"/>
                    </a:lnTo>
                    <a:lnTo>
                      <a:pt x="178118" y="228600"/>
                    </a:lnTo>
                    <a:lnTo>
                      <a:pt x="176213" y="227647"/>
                    </a:lnTo>
                    <a:lnTo>
                      <a:pt x="171450" y="227647"/>
                    </a:lnTo>
                    <a:lnTo>
                      <a:pt x="169545" y="227647"/>
                    </a:lnTo>
                    <a:lnTo>
                      <a:pt x="168593" y="227647"/>
                    </a:lnTo>
                    <a:lnTo>
                      <a:pt x="168593" y="226695"/>
                    </a:lnTo>
                    <a:lnTo>
                      <a:pt x="167640" y="226695"/>
                    </a:lnTo>
                    <a:lnTo>
                      <a:pt x="167640" y="225743"/>
                    </a:lnTo>
                    <a:lnTo>
                      <a:pt x="170498" y="219075"/>
                    </a:lnTo>
                    <a:lnTo>
                      <a:pt x="175260" y="216218"/>
                    </a:lnTo>
                    <a:lnTo>
                      <a:pt x="175260" y="214313"/>
                    </a:lnTo>
                    <a:lnTo>
                      <a:pt x="175260" y="212408"/>
                    </a:lnTo>
                    <a:lnTo>
                      <a:pt x="173355" y="205740"/>
                    </a:lnTo>
                    <a:lnTo>
                      <a:pt x="173355" y="204788"/>
                    </a:lnTo>
                    <a:lnTo>
                      <a:pt x="173355" y="203835"/>
                    </a:lnTo>
                    <a:lnTo>
                      <a:pt x="174308" y="201930"/>
                    </a:lnTo>
                    <a:lnTo>
                      <a:pt x="181927" y="198120"/>
                    </a:lnTo>
                    <a:lnTo>
                      <a:pt x="181927" y="197168"/>
                    </a:lnTo>
                    <a:lnTo>
                      <a:pt x="181927" y="196215"/>
                    </a:lnTo>
                    <a:lnTo>
                      <a:pt x="180975" y="195263"/>
                    </a:lnTo>
                    <a:lnTo>
                      <a:pt x="179070" y="189547"/>
                    </a:lnTo>
                    <a:lnTo>
                      <a:pt x="180975" y="186690"/>
                    </a:lnTo>
                    <a:lnTo>
                      <a:pt x="183833" y="186690"/>
                    </a:lnTo>
                    <a:lnTo>
                      <a:pt x="183833" y="185738"/>
                    </a:lnTo>
                    <a:lnTo>
                      <a:pt x="184785" y="185738"/>
                    </a:lnTo>
                    <a:lnTo>
                      <a:pt x="184785" y="184785"/>
                    </a:lnTo>
                    <a:lnTo>
                      <a:pt x="184785" y="182880"/>
                    </a:lnTo>
                    <a:lnTo>
                      <a:pt x="184785" y="181928"/>
                    </a:lnTo>
                    <a:lnTo>
                      <a:pt x="185738" y="181928"/>
                    </a:lnTo>
                    <a:lnTo>
                      <a:pt x="186690" y="180023"/>
                    </a:lnTo>
                    <a:lnTo>
                      <a:pt x="189548" y="176213"/>
                    </a:lnTo>
                    <a:lnTo>
                      <a:pt x="190500" y="173355"/>
                    </a:lnTo>
                    <a:lnTo>
                      <a:pt x="190500" y="170498"/>
                    </a:lnTo>
                    <a:lnTo>
                      <a:pt x="189548" y="168593"/>
                    </a:lnTo>
                    <a:lnTo>
                      <a:pt x="190500" y="167640"/>
                    </a:lnTo>
                    <a:lnTo>
                      <a:pt x="191452" y="167640"/>
                    </a:lnTo>
                    <a:lnTo>
                      <a:pt x="191452" y="166688"/>
                    </a:lnTo>
                    <a:lnTo>
                      <a:pt x="192405" y="165735"/>
                    </a:lnTo>
                    <a:lnTo>
                      <a:pt x="193358" y="165735"/>
                    </a:lnTo>
                    <a:lnTo>
                      <a:pt x="195263" y="164783"/>
                    </a:lnTo>
                    <a:lnTo>
                      <a:pt x="198120" y="164783"/>
                    </a:lnTo>
                    <a:lnTo>
                      <a:pt x="200025" y="164783"/>
                    </a:lnTo>
                    <a:lnTo>
                      <a:pt x="201930" y="164783"/>
                    </a:lnTo>
                    <a:lnTo>
                      <a:pt x="203835" y="163830"/>
                    </a:lnTo>
                    <a:lnTo>
                      <a:pt x="205740" y="163830"/>
                    </a:lnTo>
                    <a:lnTo>
                      <a:pt x="209550" y="164783"/>
                    </a:lnTo>
                    <a:lnTo>
                      <a:pt x="210502" y="164783"/>
                    </a:lnTo>
                    <a:lnTo>
                      <a:pt x="210502" y="164783"/>
                    </a:lnTo>
                    <a:lnTo>
                      <a:pt x="210502" y="164783"/>
                    </a:lnTo>
                    <a:lnTo>
                      <a:pt x="210502" y="163830"/>
                    </a:lnTo>
                    <a:lnTo>
                      <a:pt x="211455" y="163830"/>
                    </a:lnTo>
                    <a:lnTo>
                      <a:pt x="211455" y="153353"/>
                    </a:lnTo>
                    <a:lnTo>
                      <a:pt x="211455" y="151448"/>
                    </a:lnTo>
                    <a:lnTo>
                      <a:pt x="211455" y="141923"/>
                    </a:lnTo>
                    <a:lnTo>
                      <a:pt x="210502" y="132398"/>
                    </a:lnTo>
                    <a:lnTo>
                      <a:pt x="210502" y="125730"/>
                    </a:lnTo>
                    <a:lnTo>
                      <a:pt x="210502" y="118110"/>
                    </a:lnTo>
                    <a:lnTo>
                      <a:pt x="210502" y="108585"/>
                    </a:lnTo>
                    <a:lnTo>
                      <a:pt x="210502" y="103823"/>
                    </a:lnTo>
                    <a:lnTo>
                      <a:pt x="210502" y="99060"/>
                    </a:lnTo>
                    <a:lnTo>
                      <a:pt x="210502" y="87630"/>
                    </a:lnTo>
                    <a:lnTo>
                      <a:pt x="210502" y="84773"/>
                    </a:lnTo>
                    <a:lnTo>
                      <a:pt x="50483" y="0"/>
                    </a:lnTo>
                    <a:lnTo>
                      <a:pt x="29527" y="9525"/>
                    </a:lnTo>
                    <a:lnTo>
                      <a:pt x="34290" y="39053"/>
                    </a:lnTo>
                    <a:lnTo>
                      <a:pt x="35243" y="40957"/>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5" name="Freeform: Shape 125">
                <a:extLst>
                  <a:ext uri="{FF2B5EF4-FFF2-40B4-BE49-F238E27FC236}">
                    <a16:creationId xmlns:a16="http://schemas.microsoft.com/office/drawing/2014/main" id="{D086A245-94B1-9F1E-66F3-DBA424DEFB78}"/>
                  </a:ext>
                </a:extLst>
              </p:cNvPr>
              <p:cNvSpPr/>
              <p:nvPr/>
            </p:nvSpPr>
            <p:spPr>
              <a:xfrm>
                <a:off x="6180186" y="4046912"/>
                <a:ext cx="288856" cy="209235"/>
              </a:xfrm>
              <a:custGeom>
                <a:avLst/>
                <a:gdLst>
                  <a:gd name="connsiteX0" fmla="*/ 160973 w 260985"/>
                  <a:gd name="connsiteY0" fmla="*/ 0 h 176212"/>
                  <a:gd name="connsiteX1" fmla="*/ 158115 w 260985"/>
                  <a:gd name="connsiteY1" fmla="*/ 952 h 176212"/>
                  <a:gd name="connsiteX2" fmla="*/ 148590 w 260985"/>
                  <a:gd name="connsiteY2" fmla="*/ 5715 h 176212"/>
                  <a:gd name="connsiteX3" fmla="*/ 147638 w 260985"/>
                  <a:gd name="connsiteY3" fmla="*/ 6667 h 176212"/>
                  <a:gd name="connsiteX4" fmla="*/ 146685 w 260985"/>
                  <a:gd name="connsiteY4" fmla="*/ 8573 h 176212"/>
                  <a:gd name="connsiteX5" fmla="*/ 146685 w 260985"/>
                  <a:gd name="connsiteY5" fmla="*/ 11430 h 176212"/>
                  <a:gd name="connsiteX6" fmla="*/ 145733 w 260985"/>
                  <a:gd name="connsiteY6" fmla="*/ 13335 h 176212"/>
                  <a:gd name="connsiteX7" fmla="*/ 143827 w 260985"/>
                  <a:gd name="connsiteY7" fmla="*/ 15240 h 176212"/>
                  <a:gd name="connsiteX8" fmla="*/ 141923 w 260985"/>
                  <a:gd name="connsiteY8" fmla="*/ 18098 h 176212"/>
                  <a:gd name="connsiteX9" fmla="*/ 136208 w 260985"/>
                  <a:gd name="connsiteY9" fmla="*/ 20955 h 176212"/>
                  <a:gd name="connsiteX10" fmla="*/ 133350 w 260985"/>
                  <a:gd name="connsiteY10" fmla="*/ 24765 h 176212"/>
                  <a:gd name="connsiteX11" fmla="*/ 127635 w 260985"/>
                  <a:gd name="connsiteY11" fmla="*/ 31432 h 176212"/>
                  <a:gd name="connsiteX12" fmla="*/ 123825 w 260985"/>
                  <a:gd name="connsiteY12" fmla="*/ 34290 h 176212"/>
                  <a:gd name="connsiteX13" fmla="*/ 120015 w 260985"/>
                  <a:gd name="connsiteY13" fmla="*/ 36195 h 176212"/>
                  <a:gd name="connsiteX14" fmla="*/ 115252 w 260985"/>
                  <a:gd name="connsiteY14" fmla="*/ 38100 h 176212"/>
                  <a:gd name="connsiteX15" fmla="*/ 105727 w 260985"/>
                  <a:gd name="connsiteY15" fmla="*/ 40005 h 176212"/>
                  <a:gd name="connsiteX16" fmla="*/ 97155 w 260985"/>
                  <a:gd name="connsiteY16" fmla="*/ 40005 h 176212"/>
                  <a:gd name="connsiteX17" fmla="*/ 91440 w 260985"/>
                  <a:gd name="connsiteY17" fmla="*/ 40957 h 176212"/>
                  <a:gd name="connsiteX18" fmla="*/ 89535 w 260985"/>
                  <a:gd name="connsiteY18" fmla="*/ 42863 h 176212"/>
                  <a:gd name="connsiteX19" fmla="*/ 89535 w 260985"/>
                  <a:gd name="connsiteY19" fmla="*/ 43815 h 176212"/>
                  <a:gd name="connsiteX20" fmla="*/ 92393 w 260985"/>
                  <a:gd name="connsiteY20" fmla="*/ 46673 h 176212"/>
                  <a:gd name="connsiteX21" fmla="*/ 93345 w 260985"/>
                  <a:gd name="connsiteY21" fmla="*/ 48577 h 176212"/>
                  <a:gd name="connsiteX22" fmla="*/ 92393 w 260985"/>
                  <a:gd name="connsiteY22" fmla="*/ 49530 h 176212"/>
                  <a:gd name="connsiteX23" fmla="*/ 84773 w 260985"/>
                  <a:gd name="connsiteY23" fmla="*/ 58102 h 176212"/>
                  <a:gd name="connsiteX24" fmla="*/ 82868 w 260985"/>
                  <a:gd name="connsiteY24" fmla="*/ 60007 h 176212"/>
                  <a:gd name="connsiteX25" fmla="*/ 80963 w 260985"/>
                  <a:gd name="connsiteY25" fmla="*/ 60007 h 176212"/>
                  <a:gd name="connsiteX26" fmla="*/ 72390 w 260985"/>
                  <a:gd name="connsiteY26" fmla="*/ 60960 h 176212"/>
                  <a:gd name="connsiteX27" fmla="*/ 63818 w 260985"/>
                  <a:gd name="connsiteY27" fmla="*/ 61913 h 176212"/>
                  <a:gd name="connsiteX28" fmla="*/ 60008 w 260985"/>
                  <a:gd name="connsiteY28" fmla="*/ 62865 h 176212"/>
                  <a:gd name="connsiteX29" fmla="*/ 56198 w 260985"/>
                  <a:gd name="connsiteY29" fmla="*/ 64770 h 176212"/>
                  <a:gd name="connsiteX30" fmla="*/ 51435 w 260985"/>
                  <a:gd name="connsiteY30" fmla="*/ 67627 h 176212"/>
                  <a:gd name="connsiteX31" fmla="*/ 47625 w 260985"/>
                  <a:gd name="connsiteY31" fmla="*/ 68580 h 176212"/>
                  <a:gd name="connsiteX32" fmla="*/ 44768 w 260985"/>
                  <a:gd name="connsiteY32" fmla="*/ 67627 h 176212"/>
                  <a:gd name="connsiteX33" fmla="*/ 42863 w 260985"/>
                  <a:gd name="connsiteY33" fmla="*/ 63817 h 176212"/>
                  <a:gd name="connsiteX34" fmla="*/ 40958 w 260985"/>
                  <a:gd name="connsiteY34" fmla="*/ 63817 h 176212"/>
                  <a:gd name="connsiteX35" fmla="*/ 40005 w 260985"/>
                  <a:gd name="connsiteY35" fmla="*/ 64770 h 176212"/>
                  <a:gd name="connsiteX36" fmla="*/ 40005 w 260985"/>
                  <a:gd name="connsiteY36" fmla="*/ 65723 h 176212"/>
                  <a:gd name="connsiteX37" fmla="*/ 39052 w 260985"/>
                  <a:gd name="connsiteY37" fmla="*/ 66675 h 176212"/>
                  <a:gd name="connsiteX38" fmla="*/ 38100 w 260985"/>
                  <a:gd name="connsiteY38" fmla="*/ 67627 h 176212"/>
                  <a:gd name="connsiteX39" fmla="*/ 30480 w 260985"/>
                  <a:gd name="connsiteY39" fmla="*/ 69532 h 176212"/>
                  <a:gd name="connsiteX40" fmla="*/ 27623 w 260985"/>
                  <a:gd name="connsiteY40" fmla="*/ 70485 h 176212"/>
                  <a:gd name="connsiteX41" fmla="*/ 24765 w 260985"/>
                  <a:gd name="connsiteY41" fmla="*/ 70485 h 176212"/>
                  <a:gd name="connsiteX42" fmla="*/ 20955 w 260985"/>
                  <a:gd name="connsiteY42" fmla="*/ 70485 h 176212"/>
                  <a:gd name="connsiteX43" fmla="*/ 19050 w 260985"/>
                  <a:gd name="connsiteY43" fmla="*/ 73342 h 176212"/>
                  <a:gd name="connsiteX44" fmla="*/ 15240 w 260985"/>
                  <a:gd name="connsiteY44" fmla="*/ 78105 h 176212"/>
                  <a:gd name="connsiteX45" fmla="*/ 7620 w 260985"/>
                  <a:gd name="connsiteY45" fmla="*/ 91440 h 176212"/>
                  <a:gd name="connsiteX46" fmla="*/ 6668 w 260985"/>
                  <a:gd name="connsiteY46" fmla="*/ 94298 h 176212"/>
                  <a:gd name="connsiteX47" fmla="*/ 5715 w 260985"/>
                  <a:gd name="connsiteY47" fmla="*/ 95250 h 176212"/>
                  <a:gd name="connsiteX48" fmla="*/ 4763 w 260985"/>
                  <a:gd name="connsiteY48" fmla="*/ 96202 h 176212"/>
                  <a:gd name="connsiteX49" fmla="*/ 2858 w 260985"/>
                  <a:gd name="connsiteY49" fmla="*/ 97155 h 176212"/>
                  <a:gd name="connsiteX50" fmla="*/ 1905 w 260985"/>
                  <a:gd name="connsiteY50" fmla="*/ 98107 h 176212"/>
                  <a:gd name="connsiteX51" fmla="*/ 0 w 260985"/>
                  <a:gd name="connsiteY51" fmla="*/ 100013 h 176212"/>
                  <a:gd name="connsiteX52" fmla="*/ 952 w 260985"/>
                  <a:gd name="connsiteY52" fmla="*/ 100965 h 176212"/>
                  <a:gd name="connsiteX53" fmla="*/ 1905 w 260985"/>
                  <a:gd name="connsiteY53" fmla="*/ 101917 h 176212"/>
                  <a:gd name="connsiteX54" fmla="*/ 2858 w 260985"/>
                  <a:gd name="connsiteY54" fmla="*/ 102870 h 176212"/>
                  <a:gd name="connsiteX55" fmla="*/ 3810 w 260985"/>
                  <a:gd name="connsiteY55" fmla="*/ 105727 h 176212"/>
                  <a:gd name="connsiteX56" fmla="*/ 2858 w 260985"/>
                  <a:gd name="connsiteY56" fmla="*/ 108585 h 176212"/>
                  <a:gd name="connsiteX57" fmla="*/ 2858 w 260985"/>
                  <a:gd name="connsiteY57" fmla="*/ 110490 h 176212"/>
                  <a:gd name="connsiteX58" fmla="*/ 2858 w 260985"/>
                  <a:gd name="connsiteY58" fmla="*/ 113348 h 176212"/>
                  <a:gd name="connsiteX59" fmla="*/ 5715 w 260985"/>
                  <a:gd name="connsiteY59" fmla="*/ 126682 h 176212"/>
                  <a:gd name="connsiteX60" fmla="*/ 6668 w 260985"/>
                  <a:gd name="connsiteY60" fmla="*/ 129540 h 176212"/>
                  <a:gd name="connsiteX61" fmla="*/ 11430 w 260985"/>
                  <a:gd name="connsiteY61" fmla="*/ 133350 h 176212"/>
                  <a:gd name="connsiteX62" fmla="*/ 12383 w 260985"/>
                  <a:gd name="connsiteY62" fmla="*/ 135255 h 176212"/>
                  <a:gd name="connsiteX63" fmla="*/ 13335 w 260985"/>
                  <a:gd name="connsiteY63" fmla="*/ 138113 h 176212"/>
                  <a:gd name="connsiteX64" fmla="*/ 14288 w 260985"/>
                  <a:gd name="connsiteY64" fmla="*/ 140017 h 176212"/>
                  <a:gd name="connsiteX65" fmla="*/ 12383 w 260985"/>
                  <a:gd name="connsiteY65" fmla="*/ 140970 h 176212"/>
                  <a:gd name="connsiteX66" fmla="*/ 15240 w 260985"/>
                  <a:gd name="connsiteY66" fmla="*/ 146685 h 176212"/>
                  <a:gd name="connsiteX67" fmla="*/ 19050 w 260985"/>
                  <a:gd name="connsiteY67" fmla="*/ 151448 h 176212"/>
                  <a:gd name="connsiteX68" fmla="*/ 28575 w 260985"/>
                  <a:gd name="connsiteY68" fmla="*/ 160020 h 176212"/>
                  <a:gd name="connsiteX69" fmla="*/ 31433 w 260985"/>
                  <a:gd name="connsiteY69" fmla="*/ 163830 h 176212"/>
                  <a:gd name="connsiteX70" fmla="*/ 32385 w 260985"/>
                  <a:gd name="connsiteY70" fmla="*/ 167640 h 176212"/>
                  <a:gd name="connsiteX71" fmla="*/ 33338 w 260985"/>
                  <a:gd name="connsiteY71" fmla="*/ 171450 h 176212"/>
                  <a:gd name="connsiteX72" fmla="*/ 35243 w 260985"/>
                  <a:gd name="connsiteY72" fmla="*/ 176213 h 176212"/>
                  <a:gd name="connsiteX73" fmla="*/ 39052 w 260985"/>
                  <a:gd name="connsiteY73" fmla="*/ 168592 h 176212"/>
                  <a:gd name="connsiteX74" fmla="*/ 40958 w 260985"/>
                  <a:gd name="connsiteY74" fmla="*/ 165735 h 176212"/>
                  <a:gd name="connsiteX75" fmla="*/ 40958 w 260985"/>
                  <a:gd name="connsiteY75" fmla="*/ 163830 h 176212"/>
                  <a:gd name="connsiteX76" fmla="*/ 40958 w 260985"/>
                  <a:gd name="connsiteY76" fmla="*/ 160020 h 176212"/>
                  <a:gd name="connsiteX77" fmla="*/ 40958 w 260985"/>
                  <a:gd name="connsiteY77" fmla="*/ 158115 h 176212"/>
                  <a:gd name="connsiteX78" fmla="*/ 42863 w 260985"/>
                  <a:gd name="connsiteY78" fmla="*/ 153352 h 176212"/>
                  <a:gd name="connsiteX79" fmla="*/ 46673 w 260985"/>
                  <a:gd name="connsiteY79" fmla="*/ 151448 h 176212"/>
                  <a:gd name="connsiteX80" fmla="*/ 60008 w 260985"/>
                  <a:gd name="connsiteY80" fmla="*/ 148590 h 176212"/>
                  <a:gd name="connsiteX81" fmla="*/ 63818 w 260985"/>
                  <a:gd name="connsiteY81" fmla="*/ 148590 h 176212"/>
                  <a:gd name="connsiteX82" fmla="*/ 73343 w 260985"/>
                  <a:gd name="connsiteY82" fmla="*/ 150495 h 176212"/>
                  <a:gd name="connsiteX83" fmla="*/ 74295 w 260985"/>
                  <a:gd name="connsiteY83" fmla="*/ 150495 h 176212"/>
                  <a:gd name="connsiteX84" fmla="*/ 75248 w 260985"/>
                  <a:gd name="connsiteY84" fmla="*/ 150495 h 176212"/>
                  <a:gd name="connsiteX85" fmla="*/ 80963 w 260985"/>
                  <a:gd name="connsiteY85" fmla="*/ 149542 h 176212"/>
                  <a:gd name="connsiteX86" fmla="*/ 81915 w 260985"/>
                  <a:gd name="connsiteY86" fmla="*/ 150495 h 176212"/>
                  <a:gd name="connsiteX87" fmla="*/ 83820 w 260985"/>
                  <a:gd name="connsiteY87" fmla="*/ 152400 h 176212"/>
                  <a:gd name="connsiteX88" fmla="*/ 83820 w 260985"/>
                  <a:gd name="connsiteY88" fmla="*/ 148590 h 176212"/>
                  <a:gd name="connsiteX89" fmla="*/ 83820 w 260985"/>
                  <a:gd name="connsiteY89" fmla="*/ 136207 h 176212"/>
                  <a:gd name="connsiteX90" fmla="*/ 84773 w 260985"/>
                  <a:gd name="connsiteY90" fmla="*/ 134302 h 176212"/>
                  <a:gd name="connsiteX91" fmla="*/ 88583 w 260985"/>
                  <a:gd name="connsiteY91" fmla="*/ 130492 h 176212"/>
                  <a:gd name="connsiteX92" fmla="*/ 93345 w 260985"/>
                  <a:gd name="connsiteY92" fmla="*/ 125730 h 176212"/>
                  <a:gd name="connsiteX93" fmla="*/ 97155 w 260985"/>
                  <a:gd name="connsiteY93" fmla="*/ 120967 h 176212"/>
                  <a:gd name="connsiteX94" fmla="*/ 102870 w 260985"/>
                  <a:gd name="connsiteY94" fmla="*/ 119063 h 176212"/>
                  <a:gd name="connsiteX95" fmla="*/ 109538 w 260985"/>
                  <a:gd name="connsiteY95" fmla="*/ 120967 h 176212"/>
                  <a:gd name="connsiteX96" fmla="*/ 115252 w 260985"/>
                  <a:gd name="connsiteY96" fmla="*/ 124777 h 176212"/>
                  <a:gd name="connsiteX97" fmla="*/ 118110 w 260985"/>
                  <a:gd name="connsiteY97" fmla="*/ 125730 h 176212"/>
                  <a:gd name="connsiteX98" fmla="*/ 121920 w 260985"/>
                  <a:gd name="connsiteY98" fmla="*/ 130492 h 176212"/>
                  <a:gd name="connsiteX99" fmla="*/ 123825 w 260985"/>
                  <a:gd name="connsiteY99" fmla="*/ 131445 h 176212"/>
                  <a:gd name="connsiteX100" fmla="*/ 125730 w 260985"/>
                  <a:gd name="connsiteY100" fmla="*/ 132398 h 176212"/>
                  <a:gd name="connsiteX101" fmla="*/ 142875 w 260985"/>
                  <a:gd name="connsiteY101" fmla="*/ 135255 h 176212"/>
                  <a:gd name="connsiteX102" fmla="*/ 147638 w 260985"/>
                  <a:gd name="connsiteY102" fmla="*/ 136207 h 176212"/>
                  <a:gd name="connsiteX103" fmla="*/ 151448 w 260985"/>
                  <a:gd name="connsiteY103" fmla="*/ 137160 h 176212"/>
                  <a:gd name="connsiteX104" fmla="*/ 158115 w 260985"/>
                  <a:gd name="connsiteY104" fmla="*/ 139065 h 176212"/>
                  <a:gd name="connsiteX105" fmla="*/ 160973 w 260985"/>
                  <a:gd name="connsiteY105" fmla="*/ 139065 h 176212"/>
                  <a:gd name="connsiteX106" fmla="*/ 161925 w 260985"/>
                  <a:gd name="connsiteY106" fmla="*/ 138113 h 176212"/>
                  <a:gd name="connsiteX107" fmla="*/ 162877 w 260985"/>
                  <a:gd name="connsiteY107" fmla="*/ 136207 h 176212"/>
                  <a:gd name="connsiteX108" fmla="*/ 164783 w 260985"/>
                  <a:gd name="connsiteY108" fmla="*/ 132398 h 176212"/>
                  <a:gd name="connsiteX109" fmla="*/ 168593 w 260985"/>
                  <a:gd name="connsiteY109" fmla="*/ 128588 h 176212"/>
                  <a:gd name="connsiteX110" fmla="*/ 172402 w 260985"/>
                  <a:gd name="connsiteY110" fmla="*/ 127635 h 176212"/>
                  <a:gd name="connsiteX111" fmla="*/ 176213 w 260985"/>
                  <a:gd name="connsiteY111" fmla="*/ 127635 h 176212"/>
                  <a:gd name="connsiteX112" fmla="*/ 181927 w 260985"/>
                  <a:gd name="connsiteY112" fmla="*/ 127635 h 176212"/>
                  <a:gd name="connsiteX113" fmla="*/ 186690 w 260985"/>
                  <a:gd name="connsiteY113" fmla="*/ 125730 h 176212"/>
                  <a:gd name="connsiteX114" fmla="*/ 197168 w 260985"/>
                  <a:gd name="connsiteY114" fmla="*/ 121920 h 176212"/>
                  <a:gd name="connsiteX115" fmla="*/ 202883 w 260985"/>
                  <a:gd name="connsiteY115" fmla="*/ 121920 h 176212"/>
                  <a:gd name="connsiteX116" fmla="*/ 208598 w 260985"/>
                  <a:gd name="connsiteY116" fmla="*/ 121920 h 176212"/>
                  <a:gd name="connsiteX117" fmla="*/ 211455 w 260985"/>
                  <a:gd name="connsiteY117" fmla="*/ 121920 h 176212"/>
                  <a:gd name="connsiteX118" fmla="*/ 214313 w 260985"/>
                  <a:gd name="connsiteY118" fmla="*/ 121920 h 176212"/>
                  <a:gd name="connsiteX119" fmla="*/ 216218 w 260985"/>
                  <a:gd name="connsiteY119" fmla="*/ 120967 h 176212"/>
                  <a:gd name="connsiteX120" fmla="*/ 218123 w 260985"/>
                  <a:gd name="connsiteY120" fmla="*/ 119063 h 176212"/>
                  <a:gd name="connsiteX121" fmla="*/ 219075 w 260985"/>
                  <a:gd name="connsiteY121" fmla="*/ 117157 h 176212"/>
                  <a:gd name="connsiteX122" fmla="*/ 220980 w 260985"/>
                  <a:gd name="connsiteY122" fmla="*/ 116205 h 176212"/>
                  <a:gd name="connsiteX123" fmla="*/ 225743 w 260985"/>
                  <a:gd name="connsiteY123" fmla="*/ 115252 h 176212"/>
                  <a:gd name="connsiteX124" fmla="*/ 232410 w 260985"/>
                  <a:gd name="connsiteY124" fmla="*/ 116205 h 176212"/>
                  <a:gd name="connsiteX125" fmla="*/ 243840 w 260985"/>
                  <a:gd name="connsiteY125" fmla="*/ 119063 h 176212"/>
                  <a:gd name="connsiteX126" fmla="*/ 246698 w 260985"/>
                  <a:gd name="connsiteY126" fmla="*/ 120015 h 176212"/>
                  <a:gd name="connsiteX127" fmla="*/ 248602 w 260985"/>
                  <a:gd name="connsiteY127" fmla="*/ 119063 h 176212"/>
                  <a:gd name="connsiteX128" fmla="*/ 252413 w 260985"/>
                  <a:gd name="connsiteY128" fmla="*/ 118110 h 176212"/>
                  <a:gd name="connsiteX129" fmla="*/ 254318 w 260985"/>
                  <a:gd name="connsiteY129" fmla="*/ 118110 h 176212"/>
                  <a:gd name="connsiteX130" fmla="*/ 256223 w 260985"/>
                  <a:gd name="connsiteY130" fmla="*/ 118110 h 176212"/>
                  <a:gd name="connsiteX131" fmla="*/ 258127 w 260985"/>
                  <a:gd name="connsiteY131" fmla="*/ 118110 h 176212"/>
                  <a:gd name="connsiteX132" fmla="*/ 260985 w 260985"/>
                  <a:gd name="connsiteY132" fmla="*/ 119063 h 176212"/>
                  <a:gd name="connsiteX133" fmla="*/ 260033 w 260985"/>
                  <a:gd name="connsiteY133" fmla="*/ 118110 h 176212"/>
                  <a:gd name="connsiteX134" fmla="*/ 259080 w 260985"/>
                  <a:gd name="connsiteY134" fmla="*/ 117157 h 176212"/>
                  <a:gd name="connsiteX135" fmla="*/ 258127 w 260985"/>
                  <a:gd name="connsiteY135" fmla="*/ 116205 h 176212"/>
                  <a:gd name="connsiteX136" fmla="*/ 258127 w 260985"/>
                  <a:gd name="connsiteY136" fmla="*/ 115252 h 176212"/>
                  <a:gd name="connsiteX137" fmla="*/ 257175 w 260985"/>
                  <a:gd name="connsiteY137" fmla="*/ 114300 h 176212"/>
                  <a:gd name="connsiteX138" fmla="*/ 257175 w 260985"/>
                  <a:gd name="connsiteY138" fmla="*/ 113348 h 176212"/>
                  <a:gd name="connsiteX139" fmla="*/ 257175 w 260985"/>
                  <a:gd name="connsiteY139" fmla="*/ 112395 h 176212"/>
                  <a:gd name="connsiteX140" fmla="*/ 257175 w 260985"/>
                  <a:gd name="connsiteY140" fmla="*/ 111442 h 176212"/>
                  <a:gd name="connsiteX141" fmla="*/ 257175 w 260985"/>
                  <a:gd name="connsiteY141" fmla="*/ 110490 h 176212"/>
                  <a:gd name="connsiteX142" fmla="*/ 257175 w 260985"/>
                  <a:gd name="connsiteY142" fmla="*/ 109538 h 176212"/>
                  <a:gd name="connsiteX143" fmla="*/ 257175 w 260985"/>
                  <a:gd name="connsiteY143" fmla="*/ 108585 h 176212"/>
                  <a:gd name="connsiteX144" fmla="*/ 256223 w 260985"/>
                  <a:gd name="connsiteY144" fmla="*/ 107632 h 176212"/>
                  <a:gd name="connsiteX145" fmla="*/ 256223 w 260985"/>
                  <a:gd name="connsiteY145" fmla="*/ 106680 h 176212"/>
                  <a:gd name="connsiteX146" fmla="*/ 255270 w 260985"/>
                  <a:gd name="connsiteY146" fmla="*/ 106680 h 176212"/>
                  <a:gd name="connsiteX147" fmla="*/ 255270 w 260985"/>
                  <a:gd name="connsiteY147" fmla="*/ 105727 h 176212"/>
                  <a:gd name="connsiteX148" fmla="*/ 254318 w 260985"/>
                  <a:gd name="connsiteY148" fmla="*/ 105727 h 176212"/>
                  <a:gd name="connsiteX149" fmla="*/ 251460 w 260985"/>
                  <a:gd name="connsiteY149" fmla="*/ 103823 h 176212"/>
                  <a:gd name="connsiteX150" fmla="*/ 247650 w 260985"/>
                  <a:gd name="connsiteY150" fmla="*/ 101917 h 176212"/>
                  <a:gd name="connsiteX151" fmla="*/ 247650 w 260985"/>
                  <a:gd name="connsiteY151" fmla="*/ 101917 h 176212"/>
                  <a:gd name="connsiteX152" fmla="*/ 246698 w 260985"/>
                  <a:gd name="connsiteY152" fmla="*/ 100965 h 176212"/>
                  <a:gd name="connsiteX153" fmla="*/ 246698 w 260985"/>
                  <a:gd name="connsiteY153" fmla="*/ 100965 h 176212"/>
                  <a:gd name="connsiteX154" fmla="*/ 245745 w 260985"/>
                  <a:gd name="connsiteY154" fmla="*/ 100965 h 176212"/>
                  <a:gd name="connsiteX155" fmla="*/ 244793 w 260985"/>
                  <a:gd name="connsiteY155" fmla="*/ 100965 h 176212"/>
                  <a:gd name="connsiteX156" fmla="*/ 243840 w 260985"/>
                  <a:gd name="connsiteY156" fmla="*/ 100965 h 176212"/>
                  <a:gd name="connsiteX157" fmla="*/ 243840 w 260985"/>
                  <a:gd name="connsiteY157" fmla="*/ 100013 h 176212"/>
                  <a:gd name="connsiteX158" fmla="*/ 242888 w 260985"/>
                  <a:gd name="connsiteY158" fmla="*/ 100013 h 176212"/>
                  <a:gd name="connsiteX159" fmla="*/ 241935 w 260985"/>
                  <a:gd name="connsiteY159" fmla="*/ 99060 h 176212"/>
                  <a:gd name="connsiteX160" fmla="*/ 241935 w 260985"/>
                  <a:gd name="connsiteY160" fmla="*/ 98107 h 176212"/>
                  <a:gd name="connsiteX161" fmla="*/ 240983 w 260985"/>
                  <a:gd name="connsiteY161" fmla="*/ 97155 h 176212"/>
                  <a:gd name="connsiteX162" fmla="*/ 240983 w 260985"/>
                  <a:gd name="connsiteY162" fmla="*/ 95250 h 176212"/>
                  <a:gd name="connsiteX163" fmla="*/ 240030 w 260985"/>
                  <a:gd name="connsiteY163" fmla="*/ 95250 h 176212"/>
                  <a:gd name="connsiteX164" fmla="*/ 239077 w 260985"/>
                  <a:gd name="connsiteY164" fmla="*/ 94298 h 176212"/>
                  <a:gd name="connsiteX165" fmla="*/ 239077 w 260985"/>
                  <a:gd name="connsiteY165" fmla="*/ 93345 h 176212"/>
                  <a:gd name="connsiteX166" fmla="*/ 239077 w 260985"/>
                  <a:gd name="connsiteY166" fmla="*/ 92392 h 176212"/>
                  <a:gd name="connsiteX167" fmla="*/ 240030 w 260985"/>
                  <a:gd name="connsiteY167" fmla="*/ 88582 h 176212"/>
                  <a:gd name="connsiteX168" fmla="*/ 236220 w 260985"/>
                  <a:gd name="connsiteY168" fmla="*/ 85725 h 176212"/>
                  <a:gd name="connsiteX169" fmla="*/ 235268 w 260985"/>
                  <a:gd name="connsiteY169" fmla="*/ 84773 h 176212"/>
                  <a:gd name="connsiteX170" fmla="*/ 234315 w 260985"/>
                  <a:gd name="connsiteY170" fmla="*/ 83820 h 176212"/>
                  <a:gd name="connsiteX171" fmla="*/ 234315 w 260985"/>
                  <a:gd name="connsiteY171" fmla="*/ 82867 h 176212"/>
                  <a:gd name="connsiteX172" fmla="*/ 233363 w 260985"/>
                  <a:gd name="connsiteY172" fmla="*/ 82867 h 176212"/>
                  <a:gd name="connsiteX173" fmla="*/ 233363 w 260985"/>
                  <a:gd name="connsiteY173" fmla="*/ 81915 h 176212"/>
                  <a:gd name="connsiteX174" fmla="*/ 231458 w 260985"/>
                  <a:gd name="connsiteY174" fmla="*/ 80963 h 176212"/>
                  <a:gd name="connsiteX175" fmla="*/ 229552 w 260985"/>
                  <a:gd name="connsiteY175" fmla="*/ 79057 h 176212"/>
                  <a:gd name="connsiteX176" fmla="*/ 226695 w 260985"/>
                  <a:gd name="connsiteY176" fmla="*/ 78105 h 176212"/>
                  <a:gd name="connsiteX177" fmla="*/ 222885 w 260985"/>
                  <a:gd name="connsiteY177" fmla="*/ 76200 h 176212"/>
                  <a:gd name="connsiteX178" fmla="*/ 220980 w 260985"/>
                  <a:gd name="connsiteY178" fmla="*/ 74295 h 176212"/>
                  <a:gd name="connsiteX179" fmla="*/ 219075 w 260985"/>
                  <a:gd name="connsiteY179" fmla="*/ 73342 h 176212"/>
                  <a:gd name="connsiteX180" fmla="*/ 217170 w 260985"/>
                  <a:gd name="connsiteY180" fmla="*/ 71438 h 176212"/>
                  <a:gd name="connsiteX181" fmla="*/ 217170 w 260985"/>
                  <a:gd name="connsiteY181" fmla="*/ 71438 h 176212"/>
                  <a:gd name="connsiteX182" fmla="*/ 216218 w 260985"/>
                  <a:gd name="connsiteY182" fmla="*/ 70485 h 176212"/>
                  <a:gd name="connsiteX183" fmla="*/ 216218 w 260985"/>
                  <a:gd name="connsiteY183" fmla="*/ 70485 h 176212"/>
                  <a:gd name="connsiteX184" fmla="*/ 216218 w 260985"/>
                  <a:gd name="connsiteY184" fmla="*/ 69532 h 176212"/>
                  <a:gd name="connsiteX185" fmla="*/ 217170 w 260985"/>
                  <a:gd name="connsiteY185" fmla="*/ 67627 h 176212"/>
                  <a:gd name="connsiteX186" fmla="*/ 217170 w 260985"/>
                  <a:gd name="connsiteY186" fmla="*/ 66675 h 176212"/>
                  <a:gd name="connsiteX187" fmla="*/ 216218 w 260985"/>
                  <a:gd name="connsiteY187" fmla="*/ 64770 h 176212"/>
                  <a:gd name="connsiteX188" fmla="*/ 213360 w 260985"/>
                  <a:gd name="connsiteY188" fmla="*/ 61913 h 176212"/>
                  <a:gd name="connsiteX189" fmla="*/ 211455 w 260985"/>
                  <a:gd name="connsiteY189" fmla="*/ 60007 h 176212"/>
                  <a:gd name="connsiteX190" fmla="*/ 209550 w 260985"/>
                  <a:gd name="connsiteY190" fmla="*/ 58102 h 176212"/>
                  <a:gd name="connsiteX191" fmla="*/ 208598 w 260985"/>
                  <a:gd name="connsiteY191" fmla="*/ 57150 h 176212"/>
                  <a:gd name="connsiteX192" fmla="*/ 206693 w 260985"/>
                  <a:gd name="connsiteY192" fmla="*/ 56198 h 176212"/>
                  <a:gd name="connsiteX193" fmla="*/ 200025 w 260985"/>
                  <a:gd name="connsiteY193" fmla="*/ 55245 h 176212"/>
                  <a:gd name="connsiteX194" fmla="*/ 199073 w 260985"/>
                  <a:gd name="connsiteY194" fmla="*/ 55245 h 176212"/>
                  <a:gd name="connsiteX195" fmla="*/ 198120 w 260985"/>
                  <a:gd name="connsiteY195" fmla="*/ 54292 h 176212"/>
                  <a:gd name="connsiteX196" fmla="*/ 197168 w 260985"/>
                  <a:gd name="connsiteY196" fmla="*/ 54292 h 176212"/>
                  <a:gd name="connsiteX197" fmla="*/ 196215 w 260985"/>
                  <a:gd name="connsiteY197" fmla="*/ 53340 h 176212"/>
                  <a:gd name="connsiteX198" fmla="*/ 196215 w 260985"/>
                  <a:gd name="connsiteY198" fmla="*/ 51435 h 176212"/>
                  <a:gd name="connsiteX199" fmla="*/ 197168 w 260985"/>
                  <a:gd name="connsiteY199" fmla="*/ 48577 h 176212"/>
                  <a:gd name="connsiteX200" fmla="*/ 196215 w 260985"/>
                  <a:gd name="connsiteY200" fmla="*/ 47625 h 176212"/>
                  <a:gd name="connsiteX201" fmla="*/ 196215 w 260985"/>
                  <a:gd name="connsiteY201" fmla="*/ 47625 h 176212"/>
                  <a:gd name="connsiteX202" fmla="*/ 196215 w 260985"/>
                  <a:gd name="connsiteY202" fmla="*/ 47625 h 176212"/>
                  <a:gd name="connsiteX203" fmla="*/ 195263 w 260985"/>
                  <a:gd name="connsiteY203" fmla="*/ 46673 h 176212"/>
                  <a:gd name="connsiteX204" fmla="*/ 194310 w 260985"/>
                  <a:gd name="connsiteY204" fmla="*/ 46673 h 176212"/>
                  <a:gd name="connsiteX205" fmla="*/ 193358 w 260985"/>
                  <a:gd name="connsiteY205" fmla="*/ 46673 h 176212"/>
                  <a:gd name="connsiteX206" fmla="*/ 192405 w 260985"/>
                  <a:gd name="connsiteY206" fmla="*/ 46673 h 176212"/>
                  <a:gd name="connsiteX207" fmla="*/ 185738 w 260985"/>
                  <a:gd name="connsiteY207" fmla="*/ 45720 h 176212"/>
                  <a:gd name="connsiteX208" fmla="*/ 183833 w 260985"/>
                  <a:gd name="connsiteY208" fmla="*/ 44767 h 176212"/>
                  <a:gd name="connsiteX209" fmla="*/ 183833 w 260985"/>
                  <a:gd name="connsiteY209" fmla="*/ 44767 h 176212"/>
                  <a:gd name="connsiteX210" fmla="*/ 182880 w 260985"/>
                  <a:gd name="connsiteY210" fmla="*/ 43815 h 176212"/>
                  <a:gd name="connsiteX211" fmla="*/ 182880 w 260985"/>
                  <a:gd name="connsiteY211" fmla="*/ 43815 h 176212"/>
                  <a:gd name="connsiteX212" fmla="*/ 182880 w 260985"/>
                  <a:gd name="connsiteY212" fmla="*/ 42863 h 176212"/>
                  <a:gd name="connsiteX213" fmla="*/ 182880 w 260985"/>
                  <a:gd name="connsiteY213" fmla="*/ 41910 h 176212"/>
                  <a:gd name="connsiteX214" fmla="*/ 182880 w 260985"/>
                  <a:gd name="connsiteY214" fmla="*/ 40957 h 176212"/>
                  <a:gd name="connsiteX215" fmla="*/ 181927 w 260985"/>
                  <a:gd name="connsiteY215" fmla="*/ 40005 h 176212"/>
                  <a:gd name="connsiteX216" fmla="*/ 181927 w 260985"/>
                  <a:gd name="connsiteY216" fmla="*/ 39052 h 176212"/>
                  <a:gd name="connsiteX217" fmla="*/ 181927 w 260985"/>
                  <a:gd name="connsiteY217" fmla="*/ 38100 h 176212"/>
                  <a:gd name="connsiteX218" fmla="*/ 183833 w 260985"/>
                  <a:gd name="connsiteY218" fmla="*/ 35242 h 176212"/>
                  <a:gd name="connsiteX219" fmla="*/ 184785 w 260985"/>
                  <a:gd name="connsiteY219" fmla="*/ 33338 h 176212"/>
                  <a:gd name="connsiteX220" fmla="*/ 184785 w 260985"/>
                  <a:gd name="connsiteY220" fmla="*/ 27623 h 176212"/>
                  <a:gd name="connsiteX221" fmla="*/ 184785 w 260985"/>
                  <a:gd name="connsiteY221" fmla="*/ 26670 h 176212"/>
                  <a:gd name="connsiteX222" fmla="*/ 185738 w 260985"/>
                  <a:gd name="connsiteY222" fmla="*/ 25717 h 176212"/>
                  <a:gd name="connsiteX223" fmla="*/ 185738 w 260985"/>
                  <a:gd name="connsiteY223" fmla="*/ 24765 h 176212"/>
                  <a:gd name="connsiteX224" fmla="*/ 184785 w 260985"/>
                  <a:gd name="connsiteY224" fmla="*/ 23813 h 176212"/>
                  <a:gd name="connsiteX225" fmla="*/ 184785 w 260985"/>
                  <a:gd name="connsiteY225" fmla="*/ 22860 h 176212"/>
                  <a:gd name="connsiteX226" fmla="*/ 184785 w 260985"/>
                  <a:gd name="connsiteY226" fmla="*/ 21907 h 176212"/>
                  <a:gd name="connsiteX227" fmla="*/ 183833 w 260985"/>
                  <a:gd name="connsiteY227" fmla="*/ 20955 h 176212"/>
                  <a:gd name="connsiteX228" fmla="*/ 183833 w 260985"/>
                  <a:gd name="connsiteY228" fmla="*/ 20002 h 176212"/>
                  <a:gd name="connsiteX229" fmla="*/ 182880 w 260985"/>
                  <a:gd name="connsiteY229" fmla="*/ 18098 h 176212"/>
                  <a:gd name="connsiteX230" fmla="*/ 180975 w 260985"/>
                  <a:gd name="connsiteY230" fmla="*/ 16192 h 176212"/>
                  <a:gd name="connsiteX231" fmla="*/ 180023 w 260985"/>
                  <a:gd name="connsiteY231" fmla="*/ 14288 h 176212"/>
                  <a:gd name="connsiteX232" fmla="*/ 178118 w 260985"/>
                  <a:gd name="connsiteY232" fmla="*/ 11430 h 176212"/>
                  <a:gd name="connsiteX233" fmla="*/ 174308 w 260985"/>
                  <a:gd name="connsiteY233" fmla="*/ 7620 h 176212"/>
                  <a:gd name="connsiteX234" fmla="*/ 170498 w 260985"/>
                  <a:gd name="connsiteY234" fmla="*/ 3810 h 176212"/>
                  <a:gd name="connsiteX235" fmla="*/ 169545 w 260985"/>
                  <a:gd name="connsiteY235" fmla="*/ 952 h 176212"/>
                  <a:gd name="connsiteX236" fmla="*/ 164783 w 260985"/>
                  <a:gd name="connsiteY236" fmla="*/ 0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260985" h="176212">
                    <a:moveTo>
                      <a:pt x="160973" y="0"/>
                    </a:moveTo>
                    <a:lnTo>
                      <a:pt x="158115" y="952"/>
                    </a:lnTo>
                    <a:lnTo>
                      <a:pt x="148590" y="5715"/>
                    </a:lnTo>
                    <a:lnTo>
                      <a:pt x="147638" y="6667"/>
                    </a:lnTo>
                    <a:lnTo>
                      <a:pt x="146685" y="8573"/>
                    </a:lnTo>
                    <a:lnTo>
                      <a:pt x="146685" y="11430"/>
                    </a:lnTo>
                    <a:lnTo>
                      <a:pt x="145733" y="13335"/>
                    </a:lnTo>
                    <a:lnTo>
                      <a:pt x="143827" y="15240"/>
                    </a:lnTo>
                    <a:lnTo>
                      <a:pt x="141923" y="18098"/>
                    </a:lnTo>
                    <a:lnTo>
                      <a:pt x="136208" y="20955"/>
                    </a:lnTo>
                    <a:lnTo>
                      <a:pt x="133350" y="24765"/>
                    </a:lnTo>
                    <a:lnTo>
                      <a:pt x="127635" y="31432"/>
                    </a:lnTo>
                    <a:lnTo>
                      <a:pt x="123825" y="34290"/>
                    </a:lnTo>
                    <a:lnTo>
                      <a:pt x="120015" y="36195"/>
                    </a:lnTo>
                    <a:lnTo>
                      <a:pt x="115252" y="38100"/>
                    </a:lnTo>
                    <a:lnTo>
                      <a:pt x="105727" y="40005"/>
                    </a:lnTo>
                    <a:lnTo>
                      <a:pt x="97155" y="40005"/>
                    </a:lnTo>
                    <a:lnTo>
                      <a:pt x="91440" y="40957"/>
                    </a:lnTo>
                    <a:lnTo>
                      <a:pt x="89535" y="42863"/>
                    </a:lnTo>
                    <a:lnTo>
                      <a:pt x="89535" y="43815"/>
                    </a:lnTo>
                    <a:lnTo>
                      <a:pt x="92393" y="46673"/>
                    </a:lnTo>
                    <a:lnTo>
                      <a:pt x="93345" y="48577"/>
                    </a:lnTo>
                    <a:lnTo>
                      <a:pt x="92393" y="49530"/>
                    </a:lnTo>
                    <a:lnTo>
                      <a:pt x="84773" y="58102"/>
                    </a:lnTo>
                    <a:lnTo>
                      <a:pt x="82868" y="60007"/>
                    </a:lnTo>
                    <a:lnTo>
                      <a:pt x="80963" y="60007"/>
                    </a:lnTo>
                    <a:lnTo>
                      <a:pt x="72390" y="60960"/>
                    </a:lnTo>
                    <a:lnTo>
                      <a:pt x="63818" y="61913"/>
                    </a:lnTo>
                    <a:lnTo>
                      <a:pt x="60008" y="62865"/>
                    </a:lnTo>
                    <a:lnTo>
                      <a:pt x="56198" y="64770"/>
                    </a:lnTo>
                    <a:lnTo>
                      <a:pt x="51435" y="67627"/>
                    </a:lnTo>
                    <a:lnTo>
                      <a:pt x="47625" y="68580"/>
                    </a:lnTo>
                    <a:lnTo>
                      <a:pt x="44768" y="67627"/>
                    </a:lnTo>
                    <a:lnTo>
                      <a:pt x="42863" y="63817"/>
                    </a:lnTo>
                    <a:lnTo>
                      <a:pt x="40958" y="63817"/>
                    </a:lnTo>
                    <a:lnTo>
                      <a:pt x="40005" y="64770"/>
                    </a:lnTo>
                    <a:lnTo>
                      <a:pt x="40005" y="65723"/>
                    </a:lnTo>
                    <a:lnTo>
                      <a:pt x="39052" y="66675"/>
                    </a:lnTo>
                    <a:lnTo>
                      <a:pt x="38100" y="67627"/>
                    </a:lnTo>
                    <a:lnTo>
                      <a:pt x="30480" y="69532"/>
                    </a:lnTo>
                    <a:lnTo>
                      <a:pt x="27623" y="70485"/>
                    </a:lnTo>
                    <a:lnTo>
                      <a:pt x="24765" y="70485"/>
                    </a:lnTo>
                    <a:lnTo>
                      <a:pt x="20955" y="70485"/>
                    </a:lnTo>
                    <a:lnTo>
                      <a:pt x="19050" y="73342"/>
                    </a:lnTo>
                    <a:lnTo>
                      <a:pt x="15240" y="78105"/>
                    </a:lnTo>
                    <a:lnTo>
                      <a:pt x="7620" y="91440"/>
                    </a:lnTo>
                    <a:lnTo>
                      <a:pt x="6668" y="94298"/>
                    </a:lnTo>
                    <a:lnTo>
                      <a:pt x="5715" y="95250"/>
                    </a:lnTo>
                    <a:lnTo>
                      <a:pt x="4763" y="96202"/>
                    </a:lnTo>
                    <a:lnTo>
                      <a:pt x="2858" y="97155"/>
                    </a:lnTo>
                    <a:lnTo>
                      <a:pt x="1905" y="98107"/>
                    </a:lnTo>
                    <a:lnTo>
                      <a:pt x="0" y="100013"/>
                    </a:lnTo>
                    <a:lnTo>
                      <a:pt x="952" y="100965"/>
                    </a:lnTo>
                    <a:lnTo>
                      <a:pt x="1905" y="101917"/>
                    </a:lnTo>
                    <a:lnTo>
                      <a:pt x="2858" y="102870"/>
                    </a:lnTo>
                    <a:lnTo>
                      <a:pt x="3810" y="105727"/>
                    </a:lnTo>
                    <a:lnTo>
                      <a:pt x="2858" y="108585"/>
                    </a:lnTo>
                    <a:lnTo>
                      <a:pt x="2858" y="110490"/>
                    </a:lnTo>
                    <a:lnTo>
                      <a:pt x="2858" y="113348"/>
                    </a:lnTo>
                    <a:lnTo>
                      <a:pt x="5715" y="126682"/>
                    </a:lnTo>
                    <a:lnTo>
                      <a:pt x="6668" y="129540"/>
                    </a:lnTo>
                    <a:lnTo>
                      <a:pt x="11430" y="133350"/>
                    </a:lnTo>
                    <a:lnTo>
                      <a:pt x="12383" y="135255"/>
                    </a:lnTo>
                    <a:lnTo>
                      <a:pt x="13335" y="138113"/>
                    </a:lnTo>
                    <a:lnTo>
                      <a:pt x="14288" y="140017"/>
                    </a:lnTo>
                    <a:lnTo>
                      <a:pt x="12383" y="140970"/>
                    </a:lnTo>
                    <a:lnTo>
                      <a:pt x="15240" y="146685"/>
                    </a:lnTo>
                    <a:lnTo>
                      <a:pt x="19050" y="151448"/>
                    </a:lnTo>
                    <a:lnTo>
                      <a:pt x="28575" y="160020"/>
                    </a:lnTo>
                    <a:lnTo>
                      <a:pt x="31433" y="163830"/>
                    </a:lnTo>
                    <a:lnTo>
                      <a:pt x="32385" y="167640"/>
                    </a:lnTo>
                    <a:lnTo>
                      <a:pt x="33338" y="171450"/>
                    </a:lnTo>
                    <a:lnTo>
                      <a:pt x="35243" y="176213"/>
                    </a:lnTo>
                    <a:lnTo>
                      <a:pt x="39052" y="168592"/>
                    </a:lnTo>
                    <a:lnTo>
                      <a:pt x="40958" y="165735"/>
                    </a:lnTo>
                    <a:lnTo>
                      <a:pt x="40958" y="163830"/>
                    </a:lnTo>
                    <a:lnTo>
                      <a:pt x="40958" y="160020"/>
                    </a:lnTo>
                    <a:lnTo>
                      <a:pt x="40958" y="158115"/>
                    </a:lnTo>
                    <a:lnTo>
                      <a:pt x="42863" y="153352"/>
                    </a:lnTo>
                    <a:lnTo>
                      <a:pt x="46673" y="151448"/>
                    </a:lnTo>
                    <a:lnTo>
                      <a:pt x="60008" y="148590"/>
                    </a:lnTo>
                    <a:lnTo>
                      <a:pt x="63818" y="148590"/>
                    </a:lnTo>
                    <a:lnTo>
                      <a:pt x="73343" y="150495"/>
                    </a:lnTo>
                    <a:lnTo>
                      <a:pt x="74295" y="150495"/>
                    </a:lnTo>
                    <a:lnTo>
                      <a:pt x="75248" y="150495"/>
                    </a:lnTo>
                    <a:lnTo>
                      <a:pt x="80963" y="149542"/>
                    </a:lnTo>
                    <a:lnTo>
                      <a:pt x="81915" y="150495"/>
                    </a:lnTo>
                    <a:lnTo>
                      <a:pt x="83820" y="152400"/>
                    </a:lnTo>
                    <a:lnTo>
                      <a:pt x="83820" y="148590"/>
                    </a:lnTo>
                    <a:lnTo>
                      <a:pt x="83820" y="136207"/>
                    </a:lnTo>
                    <a:lnTo>
                      <a:pt x="84773" y="134302"/>
                    </a:lnTo>
                    <a:lnTo>
                      <a:pt x="88583" y="130492"/>
                    </a:lnTo>
                    <a:lnTo>
                      <a:pt x="93345" y="125730"/>
                    </a:lnTo>
                    <a:lnTo>
                      <a:pt x="97155" y="120967"/>
                    </a:lnTo>
                    <a:lnTo>
                      <a:pt x="102870" y="119063"/>
                    </a:lnTo>
                    <a:lnTo>
                      <a:pt x="109538" y="120967"/>
                    </a:lnTo>
                    <a:lnTo>
                      <a:pt x="115252" y="124777"/>
                    </a:lnTo>
                    <a:lnTo>
                      <a:pt x="118110" y="125730"/>
                    </a:lnTo>
                    <a:lnTo>
                      <a:pt x="121920" y="130492"/>
                    </a:lnTo>
                    <a:lnTo>
                      <a:pt x="123825" y="131445"/>
                    </a:lnTo>
                    <a:lnTo>
                      <a:pt x="125730" y="132398"/>
                    </a:lnTo>
                    <a:lnTo>
                      <a:pt x="142875" y="135255"/>
                    </a:lnTo>
                    <a:lnTo>
                      <a:pt x="147638" y="136207"/>
                    </a:lnTo>
                    <a:lnTo>
                      <a:pt x="151448" y="137160"/>
                    </a:lnTo>
                    <a:lnTo>
                      <a:pt x="158115" y="139065"/>
                    </a:lnTo>
                    <a:lnTo>
                      <a:pt x="160973" y="139065"/>
                    </a:lnTo>
                    <a:lnTo>
                      <a:pt x="161925" y="138113"/>
                    </a:lnTo>
                    <a:lnTo>
                      <a:pt x="162877" y="136207"/>
                    </a:lnTo>
                    <a:lnTo>
                      <a:pt x="164783" y="132398"/>
                    </a:lnTo>
                    <a:lnTo>
                      <a:pt x="168593" y="128588"/>
                    </a:lnTo>
                    <a:lnTo>
                      <a:pt x="172402" y="127635"/>
                    </a:lnTo>
                    <a:lnTo>
                      <a:pt x="176213" y="127635"/>
                    </a:lnTo>
                    <a:lnTo>
                      <a:pt x="181927" y="127635"/>
                    </a:lnTo>
                    <a:lnTo>
                      <a:pt x="186690" y="125730"/>
                    </a:lnTo>
                    <a:lnTo>
                      <a:pt x="197168" y="121920"/>
                    </a:lnTo>
                    <a:lnTo>
                      <a:pt x="202883" y="121920"/>
                    </a:lnTo>
                    <a:lnTo>
                      <a:pt x="208598" y="121920"/>
                    </a:lnTo>
                    <a:lnTo>
                      <a:pt x="211455" y="121920"/>
                    </a:lnTo>
                    <a:lnTo>
                      <a:pt x="214313" y="121920"/>
                    </a:lnTo>
                    <a:lnTo>
                      <a:pt x="216218" y="120967"/>
                    </a:lnTo>
                    <a:lnTo>
                      <a:pt x="218123" y="119063"/>
                    </a:lnTo>
                    <a:lnTo>
                      <a:pt x="219075" y="117157"/>
                    </a:lnTo>
                    <a:lnTo>
                      <a:pt x="220980" y="116205"/>
                    </a:lnTo>
                    <a:lnTo>
                      <a:pt x="225743" y="115252"/>
                    </a:lnTo>
                    <a:lnTo>
                      <a:pt x="232410" y="116205"/>
                    </a:lnTo>
                    <a:lnTo>
                      <a:pt x="243840" y="119063"/>
                    </a:lnTo>
                    <a:lnTo>
                      <a:pt x="246698" y="120015"/>
                    </a:lnTo>
                    <a:lnTo>
                      <a:pt x="248602" y="119063"/>
                    </a:lnTo>
                    <a:lnTo>
                      <a:pt x="252413" y="118110"/>
                    </a:lnTo>
                    <a:lnTo>
                      <a:pt x="254318" y="118110"/>
                    </a:lnTo>
                    <a:lnTo>
                      <a:pt x="256223" y="118110"/>
                    </a:lnTo>
                    <a:lnTo>
                      <a:pt x="258127" y="118110"/>
                    </a:lnTo>
                    <a:lnTo>
                      <a:pt x="260985" y="119063"/>
                    </a:lnTo>
                    <a:lnTo>
                      <a:pt x="260033" y="118110"/>
                    </a:lnTo>
                    <a:lnTo>
                      <a:pt x="259080" y="117157"/>
                    </a:lnTo>
                    <a:lnTo>
                      <a:pt x="258127" y="116205"/>
                    </a:lnTo>
                    <a:lnTo>
                      <a:pt x="258127" y="115252"/>
                    </a:lnTo>
                    <a:lnTo>
                      <a:pt x="257175" y="114300"/>
                    </a:lnTo>
                    <a:lnTo>
                      <a:pt x="257175" y="113348"/>
                    </a:lnTo>
                    <a:lnTo>
                      <a:pt x="257175" y="112395"/>
                    </a:lnTo>
                    <a:lnTo>
                      <a:pt x="257175" y="111442"/>
                    </a:lnTo>
                    <a:lnTo>
                      <a:pt x="257175" y="110490"/>
                    </a:lnTo>
                    <a:lnTo>
                      <a:pt x="257175" y="109538"/>
                    </a:lnTo>
                    <a:lnTo>
                      <a:pt x="257175" y="108585"/>
                    </a:lnTo>
                    <a:lnTo>
                      <a:pt x="256223" y="107632"/>
                    </a:lnTo>
                    <a:lnTo>
                      <a:pt x="256223" y="106680"/>
                    </a:lnTo>
                    <a:lnTo>
                      <a:pt x="255270" y="106680"/>
                    </a:lnTo>
                    <a:lnTo>
                      <a:pt x="255270" y="105727"/>
                    </a:lnTo>
                    <a:lnTo>
                      <a:pt x="254318" y="105727"/>
                    </a:lnTo>
                    <a:lnTo>
                      <a:pt x="251460" y="103823"/>
                    </a:lnTo>
                    <a:lnTo>
                      <a:pt x="247650" y="101917"/>
                    </a:lnTo>
                    <a:lnTo>
                      <a:pt x="247650" y="101917"/>
                    </a:lnTo>
                    <a:lnTo>
                      <a:pt x="246698" y="100965"/>
                    </a:lnTo>
                    <a:lnTo>
                      <a:pt x="246698" y="100965"/>
                    </a:lnTo>
                    <a:lnTo>
                      <a:pt x="245745" y="100965"/>
                    </a:lnTo>
                    <a:lnTo>
                      <a:pt x="244793" y="100965"/>
                    </a:lnTo>
                    <a:lnTo>
                      <a:pt x="243840" y="100965"/>
                    </a:lnTo>
                    <a:lnTo>
                      <a:pt x="243840" y="100013"/>
                    </a:lnTo>
                    <a:lnTo>
                      <a:pt x="242888" y="100013"/>
                    </a:lnTo>
                    <a:lnTo>
                      <a:pt x="241935" y="99060"/>
                    </a:lnTo>
                    <a:lnTo>
                      <a:pt x="241935" y="98107"/>
                    </a:lnTo>
                    <a:lnTo>
                      <a:pt x="240983" y="97155"/>
                    </a:lnTo>
                    <a:lnTo>
                      <a:pt x="240983" y="95250"/>
                    </a:lnTo>
                    <a:lnTo>
                      <a:pt x="240030" y="95250"/>
                    </a:lnTo>
                    <a:lnTo>
                      <a:pt x="239077" y="94298"/>
                    </a:lnTo>
                    <a:lnTo>
                      <a:pt x="239077" y="93345"/>
                    </a:lnTo>
                    <a:lnTo>
                      <a:pt x="239077" y="92392"/>
                    </a:lnTo>
                    <a:lnTo>
                      <a:pt x="240030" y="88582"/>
                    </a:lnTo>
                    <a:lnTo>
                      <a:pt x="236220" y="85725"/>
                    </a:lnTo>
                    <a:lnTo>
                      <a:pt x="235268" y="84773"/>
                    </a:lnTo>
                    <a:lnTo>
                      <a:pt x="234315" y="83820"/>
                    </a:lnTo>
                    <a:lnTo>
                      <a:pt x="234315" y="82867"/>
                    </a:lnTo>
                    <a:lnTo>
                      <a:pt x="233363" y="82867"/>
                    </a:lnTo>
                    <a:lnTo>
                      <a:pt x="233363" y="81915"/>
                    </a:lnTo>
                    <a:lnTo>
                      <a:pt x="231458" y="80963"/>
                    </a:lnTo>
                    <a:lnTo>
                      <a:pt x="229552" y="79057"/>
                    </a:lnTo>
                    <a:lnTo>
                      <a:pt x="226695" y="78105"/>
                    </a:lnTo>
                    <a:lnTo>
                      <a:pt x="222885" y="76200"/>
                    </a:lnTo>
                    <a:lnTo>
                      <a:pt x="220980" y="74295"/>
                    </a:lnTo>
                    <a:lnTo>
                      <a:pt x="219075" y="73342"/>
                    </a:lnTo>
                    <a:lnTo>
                      <a:pt x="217170" y="71438"/>
                    </a:lnTo>
                    <a:lnTo>
                      <a:pt x="217170" y="71438"/>
                    </a:lnTo>
                    <a:lnTo>
                      <a:pt x="216218" y="70485"/>
                    </a:lnTo>
                    <a:lnTo>
                      <a:pt x="216218" y="70485"/>
                    </a:lnTo>
                    <a:lnTo>
                      <a:pt x="216218" y="69532"/>
                    </a:lnTo>
                    <a:lnTo>
                      <a:pt x="217170" y="67627"/>
                    </a:lnTo>
                    <a:lnTo>
                      <a:pt x="217170" y="66675"/>
                    </a:lnTo>
                    <a:lnTo>
                      <a:pt x="216218" y="64770"/>
                    </a:lnTo>
                    <a:lnTo>
                      <a:pt x="213360" y="61913"/>
                    </a:lnTo>
                    <a:lnTo>
                      <a:pt x="211455" y="60007"/>
                    </a:lnTo>
                    <a:lnTo>
                      <a:pt x="209550" y="58102"/>
                    </a:lnTo>
                    <a:lnTo>
                      <a:pt x="208598" y="57150"/>
                    </a:lnTo>
                    <a:lnTo>
                      <a:pt x="206693" y="56198"/>
                    </a:lnTo>
                    <a:lnTo>
                      <a:pt x="200025" y="55245"/>
                    </a:lnTo>
                    <a:lnTo>
                      <a:pt x="199073" y="55245"/>
                    </a:lnTo>
                    <a:lnTo>
                      <a:pt x="198120" y="54292"/>
                    </a:lnTo>
                    <a:lnTo>
                      <a:pt x="197168" y="54292"/>
                    </a:lnTo>
                    <a:lnTo>
                      <a:pt x="196215" y="53340"/>
                    </a:lnTo>
                    <a:lnTo>
                      <a:pt x="196215" y="51435"/>
                    </a:lnTo>
                    <a:lnTo>
                      <a:pt x="197168" y="48577"/>
                    </a:lnTo>
                    <a:lnTo>
                      <a:pt x="196215" y="47625"/>
                    </a:lnTo>
                    <a:lnTo>
                      <a:pt x="196215" y="47625"/>
                    </a:lnTo>
                    <a:lnTo>
                      <a:pt x="196215" y="47625"/>
                    </a:lnTo>
                    <a:lnTo>
                      <a:pt x="195263" y="46673"/>
                    </a:lnTo>
                    <a:lnTo>
                      <a:pt x="194310" y="46673"/>
                    </a:lnTo>
                    <a:lnTo>
                      <a:pt x="193358" y="46673"/>
                    </a:lnTo>
                    <a:lnTo>
                      <a:pt x="192405" y="46673"/>
                    </a:lnTo>
                    <a:lnTo>
                      <a:pt x="185738" y="45720"/>
                    </a:lnTo>
                    <a:lnTo>
                      <a:pt x="183833" y="44767"/>
                    </a:lnTo>
                    <a:lnTo>
                      <a:pt x="183833" y="44767"/>
                    </a:lnTo>
                    <a:lnTo>
                      <a:pt x="182880" y="43815"/>
                    </a:lnTo>
                    <a:lnTo>
                      <a:pt x="182880" y="43815"/>
                    </a:lnTo>
                    <a:lnTo>
                      <a:pt x="182880" y="42863"/>
                    </a:lnTo>
                    <a:lnTo>
                      <a:pt x="182880" y="41910"/>
                    </a:lnTo>
                    <a:lnTo>
                      <a:pt x="182880" y="40957"/>
                    </a:lnTo>
                    <a:lnTo>
                      <a:pt x="181927" y="40005"/>
                    </a:lnTo>
                    <a:lnTo>
                      <a:pt x="181927" y="39052"/>
                    </a:lnTo>
                    <a:lnTo>
                      <a:pt x="181927" y="38100"/>
                    </a:lnTo>
                    <a:lnTo>
                      <a:pt x="183833" y="35242"/>
                    </a:lnTo>
                    <a:lnTo>
                      <a:pt x="184785" y="33338"/>
                    </a:lnTo>
                    <a:lnTo>
                      <a:pt x="184785" y="27623"/>
                    </a:lnTo>
                    <a:lnTo>
                      <a:pt x="184785" y="26670"/>
                    </a:lnTo>
                    <a:lnTo>
                      <a:pt x="185738" y="25717"/>
                    </a:lnTo>
                    <a:lnTo>
                      <a:pt x="185738" y="24765"/>
                    </a:lnTo>
                    <a:lnTo>
                      <a:pt x="184785" y="23813"/>
                    </a:lnTo>
                    <a:lnTo>
                      <a:pt x="184785" y="22860"/>
                    </a:lnTo>
                    <a:lnTo>
                      <a:pt x="184785" y="21907"/>
                    </a:lnTo>
                    <a:lnTo>
                      <a:pt x="183833" y="20955"/>
                    </a:lnTo>
                    <a:lnTo>
                      <a:pt x="183833" y="20002"/>
                    </a:lnTo>
                    <a:lnTo>
                      <a:pt x="182880" y="18098"/>
                    </a:lnTo>
                    <a:lnTo>
                      <a:pt x="180975" y="16192"/>
                    </a:lnTo>
                    <a:lnTo>
                      <a:pt x="180023" y="14288"/>
                    </a:lnTo>
                    <a:lnTo>
                      <a:pt x="178118" y="11430"/>
                    </a:lnTo>
                    <a:lnTo>
                      <a:pt x="174308" y="7620"/>
                    </a:lnTo>
                    <a:lnTo>
                      <a:pt x="170498" y="3810"/>
                    </a:lnTo>
                    <a:lnTo>
                      <a:pt x="169545" y="952"/>
                    </a:lnTo>
                    <a:lnTo>
                      <a:pt x="164783" y="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6" name="Freeform: Shape 126">
                <a:extLst>
                  <a:ext uri="{FF2B5EF4-FFF2-40B4-BE49-F238E27FC236}">
                    <a16:creationId xmlns:a16="http://schemas.microsoft.com/office/drawing/2014/main" id="{1D4E8232-A0E9-9517-3B03-35EDCFCCB5F5}"/>
                  </a:ext>
                </a:extLst>
              </p:cNvPr>
              <p:cNvSpPr/>
              <p:nvPr/>
            </p:nvSpPr>
            <p:spPr>
              <a:xfrm>
                <a:off x="5294642" y="3894226"/>
                <a:ext cx="59035" cy="57681"/>
              </a:xfrm>
              <a:custGeom>
                <a:avLst/>
                <a:gdLst>
                  <a:gd name="connsiteX0" fmla="*/ 20003 w 53339"/>
                  <a:gd name="connsiteY0" fmla="*/ 44767 h 48577"/>
                  <a:gd name="connsiteX1" fmla="*/ 20955 w 53339"/>
                  <a:gd name="connsiteY1" fmla="*/ 45720 h 48577"/>
                  <a:gd name="connsiteX2" fmla="*/ 20955 w 53339"/>
                  <a:gd name="connsiteY2" fmla="*/ 47625 h 48577"/>
                  <a:gd name="connsiteX3" fmla="*/ 20003 w 53339"/>
                  <a:gd name="connsiteY3" fmla="*/ 48577 h 48577"/>
                  <a:gd name="connsiteX4" fmla="*/ 19050 w 53339"/>
                  <a:gd name="connsiteY4" fmla="*/ 48577 h 48577"/>
                  <a:gd name="connsiteX5" fmla="*/ 18098 w 53339"/>
                  <a:gd name="connsiteY5" fmla="*/ 48577 h 48577"/>
                  <a:gd name="connsiteX6" fmla="*/ 17145 w 53339"/>
                  <a:gd name="connsiteY6" fmla="*/ 47625 h 48577"/>
                  <a:gd name="connsiteX7" fmla="*/ 18098 w 53339"/>
                  <a:gd name="connsiteY7" fmla="*/ 45720 h 48577"/>
                  <a:gd name="connsiteX8" fmla="*/ 20003 w 53339"/>
                  <a:gd name="connsiteY8" fmla="*/ 44767 h 48577"/>
                  <a:gd name="connsiteX9" fmla="*/ 20955 w 53339"/>
                  <a:gd name="connsiteY9" fmla="*/ 10477 h 48577"/>
                  <a:gd name="connsiteX10" fmla="*/ 19050 w 53339"/>
                  <a:gd name="connsiteY10" fmla="*/ 11430 h 48577"/>
                  <a:gd name="connsiteX11" fmla="*/ 20003 w 53339"/>
                  <a:gd name="connsiteY11" fmla="*/ 14288 h 48577"/>
                  <a:gd name="connsiteX12" fmla="*/ 20955 w 53339"/>
                  <a:gd name="connsiteY12" fmla="*/ 12382 h 48577"/>
                  <a:gd name="connsiteX13" fmla="*/ 21908 w 53339"/>
                  <a:gd name="connsiteY13" fmla="*/ 12382 h 48577"/>
                  <a:gd name="connsiteX14" fmla="*/ 25718 w 53339"/>
                  <a:gd name="connsiteY14" fmla="*/ 12382 h 48577"/>
                  <a:gd name="connsiteX15" fmla="*/ 22860 w 53339"/>
                  <a:gd name="connsiteY15" fmla="*/ 11430 h 48577"/>
                  <a:gd name="connsiteX16" fmla="*/ 20955 w 53339"/>
                  <a:gd name="connsiteY16" fmla="*/ 10477 h 48577"/>
                  <a:gd name="connsiteX17" fmla="*/ 35243 w 53339"/>
                  <a:gd name="connsiteY17" fmla="*/ 40957 h 48577"/>
                  <a:gd name="connsiteX18" fmla="*/ 32385 w 53339"/>
                  <a:gd name="connsiteY18" fmla="*/ 39052 h 48577"/>
                  <a:gd name="connsiteX19" fmla="*/ 31433 w 53339"/>
                  <a:gd name="connsiteY19" fmla="*/ 44767 h 48577"/>
                  <a:gd name="connsiteX20" fmla="*/ 33338 w 53339"/>
                  <a:gd name="connsiteY20" fmla="*/ 46672 h 48577"/>
                  <a:gd name="connsiteX21" fmla="*/ 35243 w 53339"/>
                  <a:gd name="connsiteY21" fmla="*/ 47625 h 48577"/>
                  <a:gd name="connsiteX22" fmla="*/ 37148 w 53339"/>
                  <a:gd name="connsiteY22" fmla="*/ 47625 h 48577"/>
                  <a:gd name="connsiteX23" fmla="*/ 38100 w 53339"/>
                  <a:gd name="connsiteY23" fmla="*/ 45720 h 48577"/>
                  <a:gd name="connsiteX24" fmla="*/ 37148 w 53339"/>
                  <a:gd name="connsiteY24" fmla="*/ 42863 h 48577"/>
                  <a:gd name="connsiteX25" fmla="*/ 35243 w 53339"/>
                  <a:gd name="connsiteY25" fmla="*/ 40957 h 48577"/>
                  <a:gd name="connsiteX26" fmla="*/ 42863 w 53339"/>
                  <a:gd name="connsiteY26" fmla="*/ 39052 h 48577"/>
                  <a:gd name="connsiteX27" fmla="*/ 41910 w 53339"/>
                  <a:gd name="connsiteY27" fmla="*/ 41910 h 48577"/>
                  <a:gd name="connsiteX28" fmla="*/ 44768 w 53339"/>
                  <a:gd name="connsiteY28" fmla="*/ 42863 h 48577"/>
                  <a:gd name="connsiteX29" fmla="*/ 44768 w 53339"/>
                  <a:gd name="connsiteY29" fmla="*/ 40957 h 48577"/>
                  <a:gd name="connsiteX30" fmla="*/ 42863 w 53339"/>
                  <a:gd name="connsiteY30" fmla="*/ 39052 h 48577"/>
                  <a:gd name="connsiteX31" fmla="*/ 48578 w 53339"/>
                  <a:gd name="connsiteY31" fmla="*/ 20002 h 48577"/>
                  <a:gd name="connsiteX32" fmla="*/ 48578 w 53339"/>
                  <a:gd name="connsiteY32" fmla="*/ 20955 h 48577"/>
                  <a:gd name="connsiteX33" fmla="*/ 48578 w 53339"/>
                  <a:gd name="connsiteY33" fmla="*/ 21907 h 48577"/>
                  <a:gd name="connsiteX34" fmla="*/ 48578 w 53339"/>
                  <a:gd name="connsiteY34" fmla="*/ 22860 h 48577"/>
                  <a:gd name="connsiteX35" fmla="*/ 48578 w 53339"/>
                  <a:gd name="connsiteY35" fmla="*/ 23813 h 48577"/>
                  <a:gd name="connsiteX36" fmla="*/ 51435 w 53339"/>
                  <a:gd name="connsiteY36" fmla="*/ 24765 h 48577"/>
                  <a:gd name="connsiteX37" fmla="*/ 53340 w 53339"/>
                  <a:gd name="connsiteY37" fmla="*/ 22860 h 48577"/>
                  <a:gd name="connsiteX38" fmla="*/ 53340 w 53339"/>
                  <a:gd name="connsiteY38" fmla="*/ 20955 h 48577"/>
                  <a:gd name="connsiteX39" fmla="*/ 48578 w 53339"/>
                  <a:gd name="connsiteY39" fmla="*/ 20002 h 48577"/>
                  <a:gd name="connsiteX40" fmla="*/ 48578 w 53339"/>
                  <a:gd name="connsiteY40" fmla="*/ 11430 h 48577"/>
                  <a:gd name="connsiteX41" fmla="*/ 48578 w 53339"/>
                  <a:gd name="connsiteY41" fmla="*/ 10477 h 48577"/>
                  <a:gd name="connsiteX42" fmla="*/ 48578 w 53339"/>
                  <a:gd name="connsiteY42" fmla="*/ 9525 h 48577"/>
                  <a:gd name="connsiteX43" fmla="*/ 48578 w 53339"/>
                  <a:gd name="connsiteY43" fmla="*/ 8572 h 48577"/>
                  <a:gd name="connsiteX44" fmla="*/ 48578 w 53339"/>
                  <a:gd name="connsiteY44" fmla="*/ 7620 h 48577"/>
                  <a:gd name="connsiteX45" fmla="*/ 48578 w 53339"/>
                  <a:gd name="connsiteY45" fmla="*/ 7620 h 48577"/>
                  <a:gd name="connsiteX46" fmla="*/ 48578 w 53339"/>
                  <a:gd name="connsiteY46" fmla="*/ 7620 h 48577"/>
                  <a:gd name="connsiteX47" fmla="*/ 48578 w 53339"/>
                  <a:gd name="connsiteY47" fmla="*/ 7620 h 48577"/>
                  <a:gd name="connsiteX48" fmla="*/ 48578 w 53339"/>
                  <a:gd name="connsiteY48" fmla="*/ 7620 h 48577"/>
                  <a:gd name="connsiteX49" fmla="*/ 48578 w 53339"/>
                  <a:gd name="connsiteY49" fmla="*/ 8572 h 48577"/>
                  <a:gd name="connsiteX50" fmla="*/ 48578 w 53339"/>
                  <a:gd name="connsiteY50" fmla="*/ 9525 h 48577"/>
                  <a:gd name="connsiteX51" fmla="*/ 48578 w 53339"/>
                  <a:gd name="connsiteY51" fmla="*/ 10477 h 48577"/>
                  <a:gd name="connsiteX52" fmla="*/ 48578 w 53339"/>
                  <a:gd name="connsiteY52" fmla="*/ 11430 h 48577"/>
                  <a:gd name="connsiteX53" fmla="*/ 6668 w 53339"/>
                  <a:gd name="connsiteY53" fmla="*/ 0 h 48577"/>
                  <a:gd name="connsiteX54" fmla="*/ 4763 w 53339"/>
                  <a:gd name="connsiteY54" fmla="*/ 0 h 48577"/>
                  <a:gd name="connsiteX55" fmla="*/ 1905 w 53339"/>
                  <a:gd name="connsiteY55" fmla="*/ 952 h 48577"/>
                  <a:gd name="connsiteX56" fmla="*/ 0 w 53339"/>
                  <a:gd name="connsiteY56" fmla="*/ 1905 h 48577"/>
                  <a:gd name="connsiteX57" fmla="*/ 953 w 53339"/>
                  <a:gd name="connsiteY57" fmla="*/ 3810 h 48577"/>
                  <a:gd name="connsiteX58" fmla="*/ 2858 w 53339"/>
                  <a:gd name="connsiteY58" fmla="*/ 4763 h 48577"/>
                  <a:gd name="connsiteX59" fmla="*/ 4763 w 53339"/>
                  <a:gd name="connsiteY59" fmla="*/ 3810 h 48577"/>
                  <a:gd name="connsiteX60" fmla="*/ 6668 w 53339"/>
                  <a:gd name="connsiteY60" fmla="*/ 1905 h 48577"/>
                  <a:gd name="connsiteX61" fmla="*/ 6668 w 53339"/>
                  <a:gd name="connsiteY61" fmla="*/ 0 h 48577"/>
                  <a:gd name="connsiteX62" fmla="*/ 4763 w 53339"/>
                  <a:gd name="connsiteY62" fmla="*/ 6667 h 48577"/>
                  <a:gd name="connsiteX63" fmla="*/ 8573 w 53339"/>
                  <a:gd name="connsiteY63" fmla="*/ 7620 h 48577"/>
                  <a:gd name="connsiteX64" fmla="*/ 8573 w 53339"/>
                  <a:gd name="connsiteY64" fmla="*/ 6667 h 48577"/>
                  <a:gd name="connsiteX65" fmla="*/ 7620 w 53339"/>
                  <a:gd name="connsiteY65" fmla="*/ 5715 h 48577"/>
                  <a:gd name="connsiteX66" fmla="*/ 4763 w 53339"/>
                  <a:gd name="connsiteY66" fmla="*/ 6667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3339" h="48577">
                    <a:moveTo>
                      <a:pt x="20003" y="44767"/>
                    </a:moveTo>
                    <a:lnTo>
                      <a:pt x="20955" y="45720"/>
                    </a:lnTo>
                    <a:lnTo>
                      <a:pt x="20955" y="47625"/>
                    </a:lnTo>
                    <a:lnTo>
                      <a:pt x="20003" y="48577"/>
                    </a:lnTo>
                    <a:lnTo>
                      <a:pt x="19050" y="48577"/>
                    </a:lnTo>
                    <a:lnTo>
                      <a:pt x="18098" y="48577"/>
                    </a:lnTo>
                    <a:lnTo>
                      <a:pt x="17145" y="47625"/>
                    </a:lnTo>
                    <a:lnTo>
                      <a:pt x="18098" y="45720"/>
                    </a:lnTo>
                    <a:lnTo>
                      <a:pt x="20003" y="44767"/>
                    </a:lnTo>
                    <a:close/>
                    <a:moveTo>
                      <a:pt x="20955" y="10477"/>
                    </a:moveTo>
                    <a:lnTo>
                      <a:pt x="19050" y="11430"/>
                    </a:lnTo>
                    <a:lnTo>
                      <a:pt x="20003" y="14288"/>
                    </a:lnTo>
                    <a:lnTo>
                      <a:pt x="20955" y="12382"/>
                    </a:lnTo>
                    <a:lnTo>
                      <a:pt x="21908" y="12382"/>
                    </a:lnTo>
                    <a:lnTo>
                      <a:pt x="25718" y="12382"/>
                    </a:lnTo>
                    <a:lnTo>
                      <a:pt x="22860" y="11430"/>
                    </a:lnTo>
                    <a:lnTo>
                      <a:pt x="20955" y="10477"/>
                    </a:lnTo>
                    <a:close/>
                    <a:moveTo>
                      <a:pt x="35243" y="40957"/>
                    </a:moveTo>
                    <a:lnTo>
                      <a:pt x="32385" y="39052"/>
                    </a:lnTo>
                    <a:lnTo>
                      <a:pt x="31433" y="44767"/>
                    </a:lnTo>
                    <a:lnTo>
                      <a:pt x="33338" y="46672"/>
                    </a:lnTo>
                    <a:lnTo>
                      <a:pt x="35243" y="47625"/>
                    </a:lnTo>
                    <a:lnTo>
                      <a:pt x="37148" y="47625"/>
                    </a:lnTo>
                    <a:lnTo>
                      <a:pt x="38100" y="45720"/>
                    </a:lnTo>
                    <a:lnTo>
                      <a:pt x="37148" y="42863"/>
                    </a:lnTo>
                    <a:lnTo>
                      <a:pt x="35243" y="40957"/>
                    </a:lnTo>
                    <a:close/>
                    <a:moveTo>
                      <a:pt x="42863" y="39052"/>
                    </a:moveTo>
                    <a:lnTo>
                      <a:pt x="41910" y="41910"/>
                    </a:lnTo>
                    <a:lnTo>
                      <a:pt x="44768" y="42863"/>
                    </a:lnTo>
                    <a:lnTo>
                      <a:pt x="44768" y="40957"/>
                    </a:lnTo>
                    <a:lnTo>
                      <a:pt x="42863" y="39052"/>
                    </a:lnTo>
                    <a:close/>
                    <a:moveTo>
                      <a:pt x="48578" y="20002"/>
                    </a:moveTo>
                    <a:lnTo>
                      <a:pt x="48578" y="20955"/>
                    </a:lnTo>
                    <a:lnTo>
                      <a:pt x="48578" y="21907"/>
                    </a:lnTo>
                    <a:lnTo>
                      <a:pt x="48578" y="22860"/>
                    </a:lnTo>
                    <a:lnTo>
                      <a:pt x="48578" y="23813"/>
                    </a:lnTo>
                    <a:lnTo>
                      <a:pt x="51435" y="24765"/>
                    </a:lnTo>
                    <a:lnTo>
                      <a:pt x="53340" y="22860"/>
                    </a:lnTo>
                    <a:lnTo>
                      <a:pt x="53340" y="20955"/>
                    </a:lnTo>
                    <a:lnTo>
                      <a:pt x="48578" y="20002"/>
                    </a:lnTo>
                    <a:close/>
                    <a:moveTo>
                      <a:pt x="48578" y="11430"/>
                    </a:moveTo>
                    <a:lnTo>
                      <a:pt x="48578" y="10477"/>
                    </a:lnTo>
                    <a:lnTo>
                      <a:pt x="48578" y="9525"/>
                    </a:lnTo>
                    <a:lnTo>
                      <a:pt x="48578" y="8572"/>
                    </a:lnTo>
                    <a:lnTo>
                      <a:pt x="48578" y="7620"/>
                    </a:lnTo>
                    <a:lnTo>
                      <a:pt x="48578" y="7620"/>
                    </a:lnTo>
                    <a:lnTo>
                      <a:pt x="48578" y="7620"/>
                    </a:lnTo>
                    <a:lnTo>
                      <a:pt x="48578" y="7620"/>
                    </a:lnTo>
                    <a:lnTo>
                      <a:pt x="48578" y="7620"/>
                    </a:lnTo>
                    <a:lnTo>
                      <a:pt x="48578" y="8572"/>
                    </a:lnTo>
                    <a:lnTo>
                      <a:pt x="48578" y="9525"/>
                    </a:lnTo>
                    <a:lnTo>
                      <a:pt x="48578" y="10477"/>
                    </a:lnTo>
                    <a:lnTo>
                      <a:pt x="48578" y="11430"/>
                    </a:lnTo>
                    <a:close/>
                    <a:moveTo>
                      <a:pt x="6668" y="0"/>
                    </a:moveTo>
                    <a:lnTo>
                      <a:pt x="4763" y="0"/>
                    </a:lnTo>
                    <a:lnTo>
                      <a:pt x="1905" y="952"/>
                    </a:lnTo>
                    <a:lnTo>
                      <a:pt x="0" y="1905"/>
                    </a:lnTo>
                    <a:lnTo>
                      <a:pt x="953" y="3810"/>
                    </a:lnTo>
                    <a:lnTo>
                      <a:pt x="2858" y="4763"/>
                    </a:lnTo>
                    <a:lnTo>
                      <a:pt x="4763" y="3810"/>
                    </a:lnTo>
                    <a:lnTo>
                      <a:pt x="6668" y="1905"/>
                    </a:lnTo>
                    <a:lnTo>
                      <a:pt x="6668" y="0"/>
                    </a:lnTo>
                    <a:close/>
                    <a:moveTo>
                      <a:pt x="4763" y="6667"/>
                    </a:moveTo>
                    <a:lnTo>
                      <a:pt x="8573" y="7620"/>
                    </a:lnTo>
                    <a:lnTo>
                      <a:pt x="8573" y="6667"/>
                    </a:lnTo>
                    <a:lnTo>
                      <a:pt x="7620" y="5715"/>
                    </a:lnTo>
                    <a:lnTo>
                      <a:pt x="4763" y="6667"/>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7" name="Freeform: Shape 191">
                <a:extLst>
                  <a:ext uri="{FF2B5EF4-FFF2-40B4-BE49-F238E27FC236}">
                    <a16:creationId xmlns:a16="http://schemas.microsoft.com/office/drawing/2014/main" id="{3DD9F46E-DCBB-B0E5-0A3F-3DD9AC3DE62B}"/>
                  </a:ext>
                </a:extLst>
              </p:cNvPr>
              <p:cNvSpPr/>
              <p:nvPr/>
            </p:nvSpPr>
            <p:spPr>
              <a:xfrm>
                <a:off x="6460609" y="5024098"/>
                <a:ext cx="51656" cy="52025"/>
              </a:xfrm>
              <a:custGeom>
                <a:avLst/>
                <a:gdLst>
                  <a:gd name="connsiteX0" fmla="*/ 43815 w 46672"/>
                  <a:gd name="connsiteY0" fmla="*/ 8572 h 43814"/>
                  <a:gd name="connsiteX1" fmla="*/ 32385 w 46672"/>
                  <a:gd name="connsiteY1" fmla="*/ 0 h 43814"/>
                  <a:gd name="connsiteX2" fmla="*/ 30480 w 46672"/>
                  <a:gd name="connsiteY2" fmla="*/ 0 h 43814"/>
                  <a:gd name="connsiteX3" fmla="*/ 27623 w 46672"/>
                  <a:gd name="connsiteY3" fmla="*/ 0 h 43814"/>
                  <a:gd name="connsiteX4" fmla="*/ 20003 w 46672"/>
                  <a:gd name="connsiteY4" fmla="*/ 3810 h 43814"/>
                  <a:gd name="connsiteX5" fmla="*/ 16193 w 46672"/>
                  <a:gd name="connsiteY5" fmla="*/ 6667 h 43814"/>
                  <a:gd name="connsiteX6" fmla="*/ 13335 w 46672"/>
                  <a:gd name="connsiteY6" fmla="*/ 8572 h 43814"/>
                  <a:gd name="connsiteX7" fmla="*/ 10478 w 46672"/>
                  <a:gd name="connsiteY7" fmla="*/ 12383 h 43814"/>
                  <a:gd name="connsiteX8" fmla="*/ 7620 w 46672"/>
                  <a:gd name="connsiteY8" fmla="*/ 17145 h 43814"/>
                  <a:gd name="connsiteX9" fmla="*/ 5715 w 46672"/>
                  <a:gd name="connsiteY9" fmla="*/ 18097 h 43814"/>
                  <a:gd name="connsiteX10" fmla="*/ 4763 w 46672"/>
                  <a:gd name="connsiteY10" fmla="*/ 20002 h 43814"/>
                  <a:gd name="connsiteX11" fmla="*/ 2858 w 46672"/>
                  <a:gd name="connsiteY11" fmla="*/ 20002 h 43814"/>
                  <a:gd name="connsiteX12" fmla="*/ 953 w 46672"/>
                  <a:gd name="connsiteY12" fmla="*/ 20955 h 43814"/>
                  <a:gd name="connsiteX13" fmla="*/ 0 w 46672"/>
                  <a:gd name="connsiteY13" fmla="*/ 22860 h 43814"/>
                  <a:gd name="connsiteX14" fmla="*/ 2858 w 46672"/>
                  <a:gd name="connsiteY14" fmla="*/ 28575 h 43814"/>
                  <a:gd name="connsiteX15" fmla="*/ 5715 w 46672"/>
                  <a:gd name="connsiteY15" fmla="*/ 34290 h 43814"/>
                  <a:gd name="connsiteX16" fmla="*/ 9525 w 46672"/>
                  <a:gd name="connsiteY16" fmla="*/ 40005 h 43814"/>
                  <a:gd name="connsiteX17" fmla="*/ 15240 w 46672"/>
                  <a:gd name="connsiteY17" fmla="*/ 42863 h 43814"/>
                  <a:gd name="connsiteX18" fmla="*/ 19050 w 46672"/>
                  <a:gd name="connsiteY18" fmla="*/ 43815 h 43814"/>
                  <a:gd name="connsiteX19" fmla="*/ 20955 w 46672"/>
                  <a:gd name="connsiteY19" fmla="*/ 42863 h 43814"/>
                  <a:gd name="connsiteX20" fmla="*/ 24765 w 46672"/>
                  <a:gd name="connsiteY20" fmla="*/ 37147 h 43814"/>
                  <a:gd name="connsiteX21" fmla="*/ 26670 w 46672"/>
                  <a:gd name="connsiteY21" fmla="*/ 34290 h 43814"/>
                  <a:gd name="connsiteX22" fmla="*/ 28575 w 46672"/>
                  <a:gd name="connsiteY22" fmla="*/ 33338 h 43814"/>
                  <a:gd name="connsiteX23" fmla="*/ 35243 w 46672"/>
                  <a:gd name="connsiteY23" fmla="*/ 32385 h 43814"/>
                  <a:gd name="connsiteX24" fmla="*/ 38100 w 46672"/>
                  <a:gd name="connsiteY24" fmla="*/ 30480 h 43814"/>
                  <a:gd name="connsiteX25" fmla="*/ 40958 w 46672"/>
                  <a:gd name="connsiteY25" fmla="*/ 27622 h 43814"/>
                  <a:gd name="connsiteX26" fmla="*/ 45720 w 46672"/>
                  <a:gd name="connsiteY26" fmla="*/ 19050 h 43814"/>
                  <a:gd name="connsiteX27" fmla="*/ 46673 w 46672"/>
                  <a:gd name="connsiteY27" fmla="*/ 16192 h 43814"/>
                  <a:gd name="connsiteX28" fmla="*/ 46673 w 46672"/>
                  <a:gd name="connsiteY28" fmla="*/ 13335 h 43814"/>
                  <a:gd name="connsiteX29" fmla="*/ 45720 w 46672"/>
                  <a:gd name="connsiteY29" fmla="*/ 10477 h 4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6672" h="43814">
                    <a:moveTo>
                      <a:pt x="43815" y="8572"/>
                    </a:moveTo>
                    <a:lnTo>
                      <a:pt x="32385" y="0"/>
                    </a:lnTo>
                    <a:lnTo>
                      <a:pt x="30480" y="0"/>
                    </a:lnTo>
                    <a:lnTo>
                      <a:pt x="27623" y="0"/>
                    </a:lnTo>
                    <a:lnTo>
                      <a:pt x="20003" y="3810"/>
                    </a:lnTo>
                    <a:lnTo>
                      <a:pt x="16193" y="6667"/>
                    </a:lnTo>
                    <a:lnTo>
                      <a:pt x="13335" y="8572"/>
                    </a:lnTo>
                    <a:lnTo>
                      <a:pt x="10478" y="12383"/>
                    </a:lnTo>
                    <a:lnTo>
                      <a:pt x="7620" y="17145"/>
                    </a:lnTo>
                    <a:lnTo>
                      <a:pt x="5715" y="18097"/>
                    </a:lnTo>
                    <a:lnTo>
                      <a:pt x="4763" y="20002"/>
                    </a:lnTo>
                    <a:lnTo>
                      <a:pt x="2858" y="20002"/>
                    </a:lnTo>
                    <a:lnTo>
                      <a:pt x="953" y="20955"/>
                    </a:lnTo>
                    <a:lnTo>
                      <a:pt x="0" y="22860"/>
                    </a:lnTo>
                    <a:lnTo>
                      <a:pt x="2858" y="28575"/>
                    </a:lnTo>
                    <a:lnTo>
                      <a:pt x="5715" y="34290"/>
                    </a:lnTo>
                    <a:lnTo>
                      <a:pt x="9525" y="40005"/>
                    </a:lnTo>
                    <a:lnTo>
                      <a:pt x="15240" y="42863"/>
                    </a:lnTo>
                    <a:lnTo>
                      <a:pt x="19050" y="43815"/>
                    </a:lnTo>
                    <a:lnTo>
                      <a:pt x="20955" y="42863"/>
                    </a:lnTo>
                    <a:lnTo>
                      <a:pt x="24765" y="37147"/>
                    </a:lnTo>
                    <a:lnTo>
                      <a:pt x="26670" y="34290"/>
                    </a:lnTo>
                    <a:lnTo>
                      <a:pt x="28575" y="33338"/>
                    </a:lnTo>
                    <a:lnTo>
                      <a:pt x="35243" y="32385"/>
                    </a:lnTo>
                    <a:lnTo>
                      <a:pt x="38100" y="30480"/>
                    </a:lnTo>
                    <a:lnTo>
                      <a:pt x="40958" y="27622"/>
                    </a:lnTo>
                    <a:lnTo>
                      <a:pt x="45720" y="19050"/>
                    </a:lnTo>
                    <a:lnTo>
                      <a:pt x="46673" y="16192"/>
                    </a:lnTo>
                    <a:lnTo>
                      <a:pt x="46673" y="13335"/>
                    </a:lnTo>
                    <a:lnTo>
                      <a:pt x="45720" y="10477"/>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8" name="Freeform: Shape 192">
                <a:extLst>
                  <a:ext uri="{FF2B5EF4-FFF2-40B4-BE49-F238E27FC236}">
                    <a16:creationId xmlns:a16="http://schemas.microsoft.com/office/drawing/2014/main" id="{0006DF41-1FDB-768A-129D-475670AFBB31}"/>
                  </a:ext>
                </a:extLst>
              </p:cNvPr>
              <p:cNvSpPr/>
              <p:nvPr/>
            </p:nvSpPr>
            <p:spPr>
              <a:xfrm>
                <a:off x="6583953" y="4535504"/>
                <a:ext cx="72741" cy="190007"/>
              </a:xfrm>
              <a:custGeom>
                <a:avLst/>
                <a:gdLst>
                  <a:gd name="connsiteX0" fmla="*/ 8573 w 65722"/>
                  <a:gd name="connsiteY0" fmla="*/ 2858 h 160019"/>
                  <a:gd name="connsiteX1" fmla="*/ 7620 w 65722"/>
                  <a:gd name="connsiteY1" fmla="*/ 0 h 160019"/>
                  <a:gd name="connsiteX2" fmla="*/ 10477 w 65722"/>
                  <a:gd name="connsiteY2" fmla="*/ 0 h 160019"/>
                  <a:gd name="connsiteX3" fmla="*/ 15240 w 65722"/>
                  <a:gd name="connsiteY3" fmla="*/ 2858 h 160019"/>
                  <a:gd name="connsiteX4" fmla="*/ 17145 w 65722"/>
                  <a:gd name="connsiteY4" fmla="*/ 3810 h 160019"/>
                  <a:gd name="connsiteX5" fmla="*/ 24765 w 65722"/>
                  <a:gd name="connsiteY5" fmla="*/ 4763 h 160019"/>
                  <a:gd name="connsiteX6" fmla="*/ 26670 w 65722"/>
                  <a:gd name="connsiteY6" fmla="*/ 4763 h 160019"/>
                  <a:gd name="connsiteX7" fmla="*/ 27623 w 65722"/>
                  <a:gd name="connsiteY7" fmla="*/ 3810 h 160019"/>
                  <a:gd name="connsiteX8" fmla="*/ 27623 w 65722"/>
                  <a:gd name="connsiteY8" fmla="*/ 2858 h 160019"/>
                  <a:gd name="connsiteX9" fmla="*/ 27623 w 65722"/>
                  <a:gd name="connsiteY9" fmla="*/ 1905 h 160019"/>
                  <a:gd name="connsiteX10" fmla="*/ 28575 w 65722"/>
                  <a:gd name="connsiteY10" fmla="*/ 1905 h 160019"/>
                  <a:gd name="connsiteX11" fmla="*/ 31432 w 65722"/>
                  <a:gd name="connsiteY11" fmla="*/ 2858 h 160019"/>
                  <a:gd name="connsiteX12" fmla="*/ 34290 w 65722"/>
                  <a:gd name="connsiteY12" fmla="*/ 5715 h 160019"/>
                  <a:gd name="connsiteX13" fmla="*/ 37148 w 65722"/>
                  <a:gd name="connsiteY13" fmla="*/ 9525 h 160019"/>
                  <a:gd name="connsiteX14" fmla="*/ 39052 w 65722"/>
                  <a:gd name="connsiteY14" fmla="*/ 12383 h 160019"/>
                  <a:gd name="connsiteX15" fmla="*/ 40005 w 65722"/>
                  <a:gd name="connsiteY15" fmla="*/ 14288 h 160019"/>
                  <a:gd name="connsiteX16" fmla="*/ 40957 w 65722"/>
                  <a:gd name="connsiteY16" fmla="*/ 20955 h 160019"/>
                  <a:gd name="connsiteX17" fmla="*/ 41910 w 65722"/>
                  <a:gd name="connsiteY17" fmla="*/ 24765 h 160019"/>
                  <a:gd name="connsiteX18" fmla="*/ 41910 w 65722"/>
                  <a:gd name="connsiteY18" fmla="*/ 25718 h 160019"/>
                  <a:gd name="connsiteX19" fmla="*/ 41910 w 65722"/>
                  <a:gd name="connsiteY19" fmla="*/ 26670 h 160019"/>
                  <a:gd name="connsiteX20" fmla="*/ 40957 w 65722"/>
                  <a:gd name="connsiteY20" fmla="*/ 29527 h 160019"/>
                  <a:gd name="connsiteX21" fmla="*/ 40957 w 65722"/>
                  <a:gd name="connsiteY21" fmla="*/ 30480 h 160019"/>
                  <a:gd name="connsiteX22" fmla="*/ 41910 w 65722"/>
                  <a:gd name="connsiteY22" fmla="*/ 34290 h 160019"/>
                  <a:gd name="connsiteX23" fmla="*/ 46673 w 65722"/>
                  <a:gd name="connsiteY23" fmla="*/ 40005 h 160019"/>
                  <a:gd name="connsiteX24" fmla="*/ 47625 w 65722"/>
                  <a:gd name="connsiteY24" fmla="*/ 42863 h 160019"/>
                  <a:gd name="connsiteX25" fmla="*/ 43815 w 65722"/>
                  <a:gd name="connsiteY25" fmla="*/ 42863 h 160019"/>
                  <a:gd name="connsiteX26" fmla="*/ 41910 w 65722"/>
                  <a:gd name="connsiteY26" fmla="*/ 43815 h 160019"/>
                  <a:gd name="connsiteX27" fmla="*/ 40957 w 65722"/>
                  <a:gd name="connsiteY27" fmla="*/ 45720 h 160019"/>
                  <a:gd name="connsiteX28" fmla="*/ 37148 w 65722"/>
                  <a:gd name="connsiteY28" fmla="*/ 54293 h 160019"/>
                  <a:gd name="connsiteX29" fmla="*/ 37148 w 65722"/>
                  <a:gd name="connsiteY29" fmla="*/ 57150 h 160019"/>
                  <a:gd name="connsiteX30" fmla="*/ 40957 w 65722"/>
                  <a:gd name="connsiteY30" fmla="*/ 80010 h 160019"/>
                  <a:gd name="connsiteX31" fmla="*/ 41910 w 65722"/>
                  <a:gd name="connsiteY31" fmla="*/ 81915 h 160019"/>
                  <a:gd name="connsiteX32" fmla="*/ 47625 w 65722"/>
                  <a:gd name="connsiteY32" fmla="*/ 84773 h 160019"/>
                  <a:gd name="connsiteX33" fmla="*/ 52388 w 65722"/>
                  <a:gd name="connsiteY33" fmla="*/ 88583 h 160019"/>
                  <a:gd name="connsiteX34" fmla="*/ 57150 w 65722"/>
                  <a:gd name="connsiteY34" fmla="*/ 94298 h 160019"/>
                  <a:gd name="connsiteX35" fmla="*/ 61912 w 65722"/>
                  <a:gd name="connsiteY35" fmla="*/ 100965 h 160019"/>
                  <a:gd name="connsiteX36" fmla="*/ 64770 w 65722"/>
                  <a:gd name="connsiteY36" fmla="*/ 106680 h 160019"/>
                  <a:gd name="connsiteX37" fmla="*/ 65723 w 65722"/>
                  <a:gd name="connsiteY37" fmla="*/ 109538 h 160019"/>
                  <a:gd name="connsiteX38" fmla="*/ 65723 w 65722"/>
                  <a:gd name="connsiteY38" fmla="*/ 112395 h 160019"/>
                  <a:gd name="connsiteX39" fmla="*/ 64770 w 65722"/>
                  <a:gd name="connsiteY39" fmla="*/ 118110 h 160019"/>
                  <a:gd name="connsiteX40" fmla="*/ 64770 w 65722"/>
                  <a:gd name="connsiteY40" fmla="*/ 128588 h 160019"/>
                  <a:gd name="connsiteX41" fmla="*/ 64770 w 65722"/>
                  <a:gd name="connsiteY41" fmla="*/ 132398 h 160019"/>
                  <a:gd name="connsiteX42" fmla="*/ 63818 w 65722"/>
                  <a:gd name="connsiteY42" fmla="*/ 136207 h 160019"/>
                  <a:gd name="connsiteX43" fmla="*/ 61912 w 65722"/>
                  <a:gd name="connsiteY43" fmla="*/ 137160 h 160019"/>
                  <a:gd name="connsiteX44" fmla="*/ 59055 w 65722"/>
                  <a:gd name="connsiteY44" fmla="*/ 137160 h 160019"/>
                  <a:gd name="connsiteX45" fmla="*/ 56198 w 65722"/>
                  <a:gd name="connsiteY45" fmla="*/ 139065 h 160019"/>
                  <a:gd name="connsiteX46" fmla="*/ 55245 w 65722"/>
                  <a:gd name="connsiteY46" fmla="*/ 140970 h 160019"/>
                  <a:gd name="connsiteX47" fmla="*/ 54293 w 65722"/>
                  <a:gd name="connsiteY47" fmla="*/ 143827 h 160019"/>
                  <a:gd name="connsiteX48" fmla="*/ 53340 w 65722"/>
                  <a:gd name="connsiteY48" fmla="*/ 146685 h 160019"/>
                  <a:gd name="connsiteX49" fmla="*/ 53340 w 65722"/>
                  <a:gd name="connsiteY49" fmla="*/ 148590 h 160019"/>
                  <a:gd name="connsiteX50" fmla="*/ 55245 w 65722"/>
                  <a:gd name="connsiteY50" fmla="*/ 155257 h 160019"/>
                  <a:gd name="connsiteX51" fmla="*/ 55245 w 65722"/>
                  <a:gd name="connsiteY51" fmla="*/ 158115 h 160019"/>
                  <a:gd name="connsiteX52" fmla="*/ 53340 w 65722"/>
                  <a:gd name="connsiteY52" fmla="*/ 160020 h 160019"/>
                  <a:gd name="connsiteX53" fmla="*/ 51435 w 65722"/>
                  <a:gd name="connsiteY53" fmla="*/ 160020 h 160019"/>
                  <a:gd name="connsiteX54" fmla="*/ 51435 w 65722"/>
                  <a:gd name="connsiteY54" fmla="*/ 158115 h 160019"/>
                  <a:gd name="connsiteX55" fmla="*/ 51435 w 65722"/>
                  <a:gd name="connsiteY55" fmla="*/ 156210 h 160019"/>
                  <a:gd name="connsiteX56" fmla="*/ 51435 w 65722"/>
                  <a:gd name="connsiteY56" fmla="*/ 154305 h 160019"/>
                  <a:gd name="connsiteX57" fmla="*/ 49530 w 65722"/>
                  <a:gd name="connsiteY57" fmla="*/ 152400 h 160019"/>
                  <a:gd name="connsiteX58" fmla="*/ 41910 w 65722"/>
                  <a:gd name="connsiteY58" fmla="*/ 145732 h 160019"/>
                  <a:gd name="connsiteX59" fmla="*/ 39052 w 65722"/>
                  <a:gd name="connsiteY59" fmla="*/ 141923 h 160019"/>
                  <a:gd name="connsiteX60" fmla="*/ 38100 w 65722"/>
                  <a:gd name="connsiteY60" fmla="*/ 140018 h 160019"/>
                  <a:gd name="connsiteX61" fmla="*/ 35242 w 65722"/>
                  <a:gd name="connsiteY61" fmla="*/ 134302 h 160019"/>
                  <a:gd name="connsiteX62" fmla="*/ 34290 w 65722"/>
                  <a:gd name="connsiteY62" fmla="*/ 132398 h 160019"/>
                  <a:gd name="connsiteX63" fmla="*/ 34290 w 65722"/>
                  <a:gd name="connsiteY63" fmla="*/ 130493 h 160019"/>
                  <a:gd name="connsiteX64" fmla="*/ 35242 w 65722"/>
                  <a:gd name="connsiteY64" fmla="*/ 127635 h 160019"/>
                  <a:gd name="connsiteX65" fmla="*/ 39052 w 65722"/>
                  <a:gd name="connsiteY65" fmla="*/ 121920 h 160019"/>
                  <a:gd name="connsiteX66" fmla="*/ 40005 w 65722"/>
                  <a:gd name="connsiteY66" fmla="*/ 119063 h 160019"/>
                  <a:gd name="connsiteX67" fmla="*/ 40005 w 65722"/>
                  <a:gd name="connsiteY67" fmla="*/ 116205 h 160019"/>
                  <a:gd name="connsiteX68" fmla="*/ 40005 w 65722"/>
                  <a:gd name="connsiteY68" fmla="*/ 113348 h 160019"/>
                  <a:gd name="connsiteX69" fmla="*/ 40005 w 65722"/>
                  <a:gd name="connsiteY69" fmla="*/ 110490 h 160019"/>
                  <a:gd name="connsiteX70" fmla="*/ 39052 w 65722"/>
                  <a:gd name="connsiteY70" fmla="*/ 107633 h 160019"/>
                  <a:gd name="connsiteX71" fmla="*/ 37148 w 65722"/>
                  <a:gd name="connsiteY71" fmla="*/ 104775 h 160019"/>
                  <a:gd name="connsiteX72" fmla="*/ 35242 w 65722"/>
                  <a:gd name="connsiteY72" fmla="*/ 103823 h 160019"/>
                  <a:gd name="connsiteX73" fmla="*/ 32385 w 65722"/>
                  <a:gd name="connsiteY73" fmla="*/ 103823 h 160019"/>
                  <a:gd name="connsiteX74" fmla="*/ 23813 w 65722"/>
                  <a:gd name="connsiteY74" fmla="*/ 105727 h 160019"/>
                  <a:gd name="connsiteX75" fmla="*/ 20955 w 65722"/>
                  <a:gd name="connsiteY75" fmla="*/ 105727 h 160019"/>
                  <a:gd name="connsiteX76" fmla="*/ 19050 w 65722"/>
                  <a:gd name="connsiteY76" fmla="*/ 105727 h 160019"/>
                  <a:gd name="connsiteX77" fmla="*/ 16192 w 65722"/>
                  <a:gd name="connsiteY77" fmla="*/ 103823 h 160019"/>
                  <a:gd name="connsiteX78" fmla="*/ 12382 w 65722"/>
                  <a:gd name="connsiteY78" fmla="*/ 98108 h 160019"/>
                  <a:gd name="connsiteX79" fmla="*/ 10477 w 65722"/>
                  <a:gd name="connsiteY79" fmla="*/ 95250 h 160019"/>
                  <a:gd name="connsiteX80" fmla="*/ 9525 w 65722"/>
                  <a:gd name="connsiteY80" fmla="*/ 94298 h 160019"/>
                  <a:gd name="connsiteX81" fmla="*/ 8573 w 65722"/>
                  <a:gd name="connsiteY81" fmla="*/ 94298 h 160019"/>
                  <a:gd name="connsiteX82" fmla="*/ 7620 w 65722"/>
                  <a:gd name="connsiteY82" fmla="*/ 95250 h 160019"/>
                  <a:gd name="connsiteX83" fmla="*/ 6667 w 65722"/>
                  <a:gd name="connsiteY83" fmla="*/ 95250 h 160019"/>
                  <a:gd name="connsiteX84" fmla="*/ 5715 w 65722"/>
                  <a:gd name="connsiteY84" fmla="*/ 94298 h 160019"/>
                  <a:gd name="connsiteX85" fmla="*/ 3810 w 65722"/>
                  <a:gd name="connsiteY85" fmla="*/ 91440 h 160019"/>
                  <a:gd name="connsiteX86" fmla="*/ 1905 w 65722"/>
                  <a:gd name="connsiteY86" fmla="*/ 90488 h 160019"/>
                  <a:gd name="connsiteX87" fmla="*/ 1905 w 65722"/>
                  <a:gd name="connsiteY87" fmla="*/ 89535 h 160019"/>
                  <a:gd name="connsiteX88" fmla="*/ 1905 w 65722"/>
                  <a:gd name="connsiteY88" fmla="*/ 88583 h 160019"/>
                  <a:gd name="connsiteX89" fmla="*/ 952 w 65722"/>
                  <a:gd name="connsiteY89" fmla="*/ 87630 h 160019"/>
                  <a:gd name="connsiteX90" fmla="*/ 0 w 65722"/>
                  <a:gd name="connsiteY90" fmla="*/ 86677 h 160019"/>
                  <a:gd name="connsiteX91" fmla="*/ 3810 w 65722"/>
                  <a:gd name="connsiteY91" fmla="*/ 83820 h 160019"/>
                  <a:gd name="connsiteX92" fmla="*/ 5715 w 65722"/>
                  <a:gd name="connsiteY92" fmla="*/ 80010 h 160019"/>
                  <a:gd name="connsiteX93" fmla="*/ 6667 w 65722"/>
                  <a:gd name="connsiteY93" fmla="*/ 76200 h 160019"/>
                  <a:gd name="connsiteX94" fmla="*/ 6667 w 65722"/>
                  <a:gd name="connsiteY94" fmla="*/ 72390 h 160019"/>
                  <a:gd name="connsiteX95" fmla="*/ 6667 w 65722"/>
                  <a:gd name="connsiteY95" fmla="*/ 69533 h 160019"/>
                  <a:gd name="connsiteX96" fmla="*/ 6667 w 65722"/>
                  <a:gd name="connsiteY96" fmla="*/ 67627 h 160019"/>
                  <a:gd name="connsiteX97" fmla="*/ 7620 w 65722"/>
                  <a:gd name="connsiteY97" fmla="*/ 66675 h 160019"/>
                  <a:gd name="connsiteX98" fmla="*/ 10477 w 65722"/>
                  <a:gd name="connsiteY98" fmla="*/ 65723 h 160019"/>
                  <a:gd name="connsiteX99" fmla="*/ 14288 w 65722"/>
                  <a:gd name="connsiteY99" fmla="*/ 63818 h 160019"/>
                  <a:gd name="connsiteX100" fmla="*/ 16192 w 65722"/>
                  <a:gd name="connsiteY100" fmla="*/ 62865 h 160019"/>
                  <a:gd name="connsiteX101" fmla="*/ 17145 w 65722"/>
                  <a:gd name="connsiteY101" fmla="*/ 60960 h 160019"/>
                  <a:gd name="connsiteX102" fmla="*/ 14288 w 65722"/>
                  <a:gd name="connsiteY102" fmla="*/ 60008 h 160019"/>
                  <a:gd name="connsiteX103" fmla="*/ 13335 w 65722"/>
                  <a:gd name="connsiteY103" fmla="*/ 57150 h 160019"/>
                  <a:gd name="connsiteX104" fmla="*/ 13335 w 65722"/>
                  <a:gd name="connsiteY104" fmla="*/ 54293 h 160019"/>
                  <a:gd name="connsiteX105" fmla="*/ 13335 w 65722"/>
                  <a:gd name="connsiteY105" fmla="*/ 51435 h 160019"/>
                  <a:gd name="connsiteX106" fmla="*/ 13335 w 65722"/>
                  <a:gd name="connsiteY106" fmla="*/ 48577 h 160019"/>
                  <a:gd name="connsiteX107" fmla="*/ 12382 w 65722"/>
                  <a:gd name="connsiteY107" fmla="*/ 43815 h 160019"/>
                  <a:gd name="connsiteX108" fmla="*/ 12382 w 65722"/>
                  <a:gd name="connsiteY108" fmla="*/ 40958 h 160019"/>
                  <a:gd name="connsiteX109" fmla="*/ 12382 w 65722"/>
                  <a:gd name="connsiteY109" fmla="*/ 40005 h 160019"/>
                  <a:gd name="connsiteX110" fmla="*/ 14288 w 65722"/>
                  <a:gd name="connsiteY110" fmla="*/ 38100 h 160019"/>
                  <a:gd name="connsiteX111" fmla="*/ 14288 w 65722"/>
                  <a:gd name="connsiteY111" fmla="*/ 37148 h 160019"/>
                  <a:gd name="connsiteX112" fmla="*/ 14288 w 65722"/>
                  <a:gd name="connsiteY112" fmla="*/ 36195 h 160019"/>
                  <a:gd name="connsiteX113" fmla="*/ 13335 w 65722"/>
                  <a:gd name="connsiteY113" fmla="*/ 33338 h 160019"/>
                  <a:gd name="connsiteX114" fmla="*/ 13335 w 65722"/>
                  <a:gd name="connsiteY114" fmla="*/ 32385 h 160019"/>
                  <a:gd name="connsiteX115" fmla="*/ 14288 w 65722"/>
                  <a:gd name="connsiteY115" fmla="*/ 30480 h 160019"/>
                  <a:gd name="connsiteX116" fmla="*/ 18098 w 65722"/>
                  <a:gd name="connsiteY116" fmla="*/ 28575 h 160019"/>
                  <a:gd name="connsiteX117" fmla="*/ 20002 w 65722"/>
                  <a:gd name="connsiteY117" fmla="*/ 26670 h 160019"/>
                  <a:gd name="connsiteX118" fmla="*/ 20955 w 65722"/>
                  <a:gd name="connsiteY118" fmla="*/ 24765 h 160019"/>
                  <a:gd name="connsiteX119" fmla="*/ 20955 w 65722"/>
                  <a:gd name="connsiteY119" fmla="*/ 22860 h 160019"/>
                  <a:gd name="connsiteX120" fmla="*/ 20002 w 65722"/>
                  <a:gd name="connsiteY120" fmla="*/ 20955 h 160019"/>
                  <a:gd name="connsiteX121" fmla="*/ 19050 w 65722"/>
                  <a:gd name="connsiteY121" fmla="*/ 19050 h 160019"/>
                  <a:gd name="connsiteX122" fmla="*/ 18098 w 65722"/>
                  <a:gd name="connsiteY122" fmla="*/ 18098 h 160019"/>
                  <a:gd name="connsiteX123" fmla="*/ 16192 w 65722"/>
                  <a:gd name="connsiteY123" fmla="*/ 16193 h 160019"/>
                  <a:gd name="connsiteX124" fmla="*/ 15240 w 65722"/>
                  <a:gd name="connsiteY124" fmla="*/ 15240 h 160019"/>
                  <a:gd name="connsiteX125" fmla="*/ 15240 w 65722"/>
                  <a:gd name="connsiteY125" fmla="*/ 14288 h 160019"/>
                  <a:gd name="connsiteX126" fmla="*/ 15240 w 65722"/>
                  <a:gd name="connsiteY126" fmla="*/ 11430 h 160019"/>
                  <a:gd name="connsiteX127" fmla="*/ 15240 w 65722"/>
                  <a:gd name="connsiteY127" fmla="*/ 10477 h 160019"/>
                  <a:gd name="connsiteX128" fmla="*/ 13335 w 65722"/>
                  <a:gd name="connsiteY128" fmla="*/ 6668 h 160019"/>
                  <a:gd name="connsiteX129" fmla="*/ 12382 w 65722"/>
                  <a:gd name="connsiteY129" fmla="*/ 6668 h 160019"/>
                  <a:gd name="connsiteX130" fmla="*/ 11430 w 65722"/>
                  <a:gd name="connsiteY130" fmla="*/ 6668 h 160019"/>
                  <a:gd name="connsiteX131" fmla="*/ 10477 w 65722"/>
                  <a:gd name="connsiteY131" fmla="*/ 6668 h 160019"/>
                  <a:gd name="connsiteX132" fmla="*/ 10477 w 65722"/>
                  <a:gd name="connsiteY132" fmla="*/ 6668 h 160019"/>
                  <a:gd name="connsiteX133" fmla="*/ 9525 w 65722"/>
                  <a:gd name="connsiteY133" fmla="*/ 5715 h 160019"/>
                  <a:gd name="connsiteX134" fmla="*/ 8573 w 65722"/>
                  <a:gd name="connsiteY134" fmla="*/ 2858 h 160019"/>
                  <a:gd name="connsiteX135" fmla="*/ 41910 w 65722"/>
                  <a:gd name="connsiteY135" fmla="*/ 55245 h 160019"/>
                  <a:gd name="connsiteX136" fmla="*/ 41910 w 65722"/>
                  <a:gd name="connsiteY136" fmla="*/ 55245 h 160019"/>
                  <a:gd name="connsiteX137" fmla="*/ 43815 w 65722"/>
                  <a:gd name="connsiteY137" fmla="*/ 55245 h 160019"/>
                  <a:gd name="connsiteX138" fmla="*/ 41910 w 65722"/>
                  <a:gd name="connsiteY138" fmla="*/ 55245 h 160019"/>
                  <a:gd name="connsiteX139" fmla="*/ 41910 w 65722"/>
                  <a:gd name="connsiteY139" fmla="*/ 55245 h 160019"/>
                  <a:gd name="connsiteX140" fmla="*/ 40005 w 65722"/>
                  <a:gd name="connsiteY140" fmla="*/ 54293 h 160019"/>
                  <a:gd name="connsiteX141" fmla="*/ 40005 w 65722"/>
                  <a:gd name="connsiteY141" fmla="*/ 54293 h 160019"/>
                  <a:gd name="connsiteX142" fmla="*/ 41910 w 65722"/>
                  <a:gd name="connsiteY142" fmla="*/ 54293 h 160019"/>
                  <a:gd name="connsiteX143" fmla="*/ 40005 w 65722"/>
                  <a:gd name="connsiteY143" fmla="*/ 54293 h 160019"/>
                  <a:gd name="connsiteX144" fmla="*/ 40005 w 65722"/>
                  <a:gd name="connsiteY144" fmla="*/ 54293 h 16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65722" h="160019">
                    <a:moveTo>
                      <a:pt x="8573" y="2858"/>
                    </a:moveTo>
                    <a:lnTo>
                      <a:pt x="7620" y="0"/>
                    </a:lnTo>
                    <a:lnTo>
                      <a:pt x="10477" y="0"/>
                    </a:lnTo>
                    <a:lnTo>
                      <a:pt x="15240" y="2858"/>
                    </a:lnTo>
                    <a:lnTo>
                      <a:pt x="17145" y="3810"/>
                    </a:lnTo>
                    <a:lnTo>
                      <a:pt x="24765" y="4763"/>
                    </a:lnTo>
                    <a:lnTo>
                      <a:pt x="26670" y="4763"/>
                    </a:lnTo>
                    <a:lnTo>
                      <a:pt x="27623" y="3810"/>
                    </a:lnTo>
                    <a:lnTo>
                      <a:pt x="27623" y="2858"/>
                    </a:lnTo>
                    <a:lnTo>
                      <a:pt x="27623" y="1905"/>
                    </a:lnTo>
                    <a:lnTo>
                      <a:pt x="28575" y="1905"/>
                    </a:lnTo>
                    <a:lnTo>
                      <a:pt x="31432" y="2858"/>
                    </a:lnTo>
                    <a:lnTo>
                      <a:pt x="34290" y="5715"/>
                    </a:lnTo>
                    <a:lnTo>
                      <a:pt x="37148" y="9525"/>
                    </a:lnTo>
                    <a:lnTo>
                      <a:pt x="39052" y="12383"/>
                    </a:lnTo>
                    <a:lnTo>
                      <a:pt x="40005" y="14288"/>
                    </a:lnTo>
                    <a:lnTo>
                      <a:pt x="40957" y="20955"/>
                    </a:lnTo>
                    <a:lnTo>
                      <a:pt x="41910" y="24765"/>
                    </a:lnTo>
                    <a:lnTo>
                      <a:pt x="41910" y="25718"/>
                    </a:lnTo>
                    <a:lnTo>
                      <a:pt x="41910" y="26670"/>
                    </a:lnTo>
                    <a:lnTo>
                      <a:pt x="40957" y="29527"/>
                    </a:lnTo>
                    <a:lnTo>
                      <a:pt x="40957" y="30480"/>
                    </a:lnTo>
                    <a:lnTo>
                      <a:pt x="41910" y="34290"/>
                    </a:lnTo>
                    <a:lnTo>
                      <a:pt x="46673" y="40005"/>
                    </a:lnTo>
                    <a:lnTo>
                      <a:pt x="47625" y="42863"/>
                    </a:lnTo>
                    <a:lnTo>
                      <a:pt x="43815" y="42863"/>
                    </a:lnTo>
                    <a:lnTo>
                      <a:pt x="41910" y="43815"/>
                    </a:lnTo>
                    <a:lnTo>
                      <a:pt x="40957" y="45720"/>
                    </a:lnTo>
                    <a:lnTo>
                      <a:pt x="37148" y="54293"/>
                    </a:lnTo>
                    <a:lnTo>
                      <a:pt x="37148" y="57150"/>
                    </a:lnTo>
                    <a:lnTo>
                      <a:pt x="40957" y="80010"/>
                    </a:lnTo>
                    <a:lnTo>
                      <a:pt x="41910" y="81915"/>
                    </a:lnTo>
                    <a:lnTo>
                      <a:pt x="47625" y="84773"/>
                    </a:lnTo>
                    <a:lnTo>
                      <a:pt x="52388" y="88583"/>
                    </a:lnTo>
                    <a:lnTo>
                      <a:pt x="57150" y="94298"/>
                    </a:lnTo>
                    <a:lnTo>
                      <a:pt x="61912" y="100965"/>
                    </a:lnTo>
                    <a:lnTo>
                      <a:pt x="64770" y="106680"/>
                    </a:lnTo>
                    <a:lnTo>
                      <a:pt x="65723" y="109538"/>
                    </a:lnTo>
                    <a:lnTo>
                      <a:pt x="65723" y="112395"/>
                    </a:lnTo>
                    <a:lnTo>
                      <a:pt x="64770" y="118110"/>
                    </a:lnTo>
                    <a:lnTo>
                      <a:pt x="64770" y="128588"/>
                    </a:lnTo>
                    <a:lnTo>
                      <a:pt x="64770" y="132398"/>
                    </a:lnTo>
                    <a:lnTo>
                      <a:pt x="63818" y="136207"/>
                    </a:lnTo>
                    <a:lnTo>
                      <a:pt x="61912" y="137160"/>
                    </a:lnTo>
                    <a:lnTo>
                      <a:pt x="59055" y="137160"/>
                    </a:lnTo>
                    <a:lnTo>
                      <a:pt x="56198" y="139065"/>
                    </a:lnTo>
                    <a:lnTo>
                      <a:pt x="55245" y="140970"/>
                    </a:lnTo>
                    <a:lnTo>
                      <a:pt x="54293" y="143827"/>
                    </a:lnTo>
                    <a:lnTo>
                      <a:pt x="53340" y="146685"/>
                    </a:lnTo>
                    <a:lnTo>
                      <a:pt x="53340" y="148590"/>
                    </a:lnTo>
                    <a:lnTo>
                      <a:pt x="55245" y="155257"/>
                    </a:lnTo>
                    <a:lnTo>
                      <a:pt x="55245" y="158115"/>
                    </a:lnTo>
                    <a:lnTo>
                      <a:pt x="53340" y="160020"/>
                    </a:lnTo>
                    <a:lnTo>
                      <a:pt x="51435" y="160020"/>
                    </a:lnTo>
                    <a:lnTo>
                      <a:pt x="51435" y="158115"/>
                    </a:lnTo>
                    <a:lnTo>
                      <a:pt x="51435" y="156210"/>
                    </a:lnTo>
                    <a:lnTo>
                      <a:pt x="51435" y="154305"/>
                    </a:lnTo>
                    <a:lnTo>
                      <a:pt x="49530" y="152400"/>
                    </a:lnTo>
                    <a:lnTo>
                      <a:pt x="41910" y="145732"/>
                    </a:lnTo>
                    <a:lnTo>
                      <a:pt x="39052" y="141923"/>
                    </a:lnTo>
                    <a:lnTo>
                      <a:pt x="38100" y="140018"/>
                    </a:lnTo>
                    <a:lnTo>
                      <a:pt x="35242" y="134302"/>
                    </a:lnTo>
                    <a:lnTo>
                      <a:pt x="34290" y="132398"/>
                    </a:lnTo>
                    <a:lnTo>
                      <a:pt x="34290" y="130493"/>
                    </a:lnTo>
                    <a:lnTo>
                      <a:pt x="35242" y="127635"/>
                    </a:lnTo>
                    <a:lnTo>
                      <a:pt x="39052" y="121920"/>
                    </a:lnTo>
                    <a:lnTo>
                      <a:pt x="40005" y="119063"/>
                    </a:lnTo>
                    <a:lnTo>
                      <a:pt x="40005" y="116205"/>
                    </a:lnTo>
                    <a:lnTo>
                      <a:pt x="40005" y="113348"/>
                    </a:lnTo>
                    <a:lnTo>
                      <a:pt x="40005" y="110490"/>
                    </a:lnTo>
                    <a:lnTo>
                      <a:pt x="39052" y="107633"/>
                    </a:lnTo>
                    <a:lnTo>
                      <a:pt x="37148" y="104775"/>
                    </a:lnTo>
                    <a:lnTo>
                      <a:pt x="35242" y="103823"/>
                    </a:lnTo>
                    <a:lnTo>
                      <a:pt x="32385" y="103823"/>
                    </a:lnTo>
                    <a:lnTo>
                      <a:pt x="23813" y="105727"/>
                    </a:lnTo>
                    <a:lnTo>
                      <a:pt x="20955" y="105727"/>
                    </a:lnTo>
                    <a:lnTo>
                      <a:pt x="19050" y="105727"/>
                    </a:lnTo>
                    <a:lnTo>
                      <a:pt x="16192" y="103823"/>
                    </a:lnTo>
                    <a:lnTo>
                      <a:pt x="12382" y="98108"/>
                    </a:lnTo>
                    <a:lnTo>
                      <a:pt x="10477" y="95250"/>
                    </a:lnTo>
                    <a:lnTo>
                      <a:pt x="9525" y="94298"/>
                    </a:lnTo>
                    <a:lnTo>
                      <a:pt x="8573" y="94298"/>
                    </a:lnTo>
                    <a:lnTo>
                      <a:pt x="7620" y="95250"/>
                    </a:lnTo>
                    <a:lnTo>
                      <a:pt x="6667" y="95250"/>
                    </a:lnTo>
                    <a:lnTo>
                      <a:pt x="5715" y="94298"/>
                    </a:lnTo>
                    <a:lnTo>
                      <a:pt x="3810" y="91440"/>
                    </a:lnTo>
                    <a:lnTo>
                      <a:pt x="1905" y="90488"/>
                    </a:lnTo>
                    <a:lnTo>
                      <a:pt x="1905" y="89535"/>
                    </a:lnTo>
                    <a:lnTo>
                      <a:pt x="1905" y="88583"/>
                    </a:lnTo>
                    <a:lnTo>
                      <a:pt x="952" y="87630"/>
                    </a:lnTo>
                    <a:lnTo>
                      <a:pt x="0" y="86677"/>
                    </a:lnTo>
                    <a:lnTo>
                      <a:pt x="3810" y="83820"/>
                    </a:lnTo>
                    <a:lnTo>
                      <a:pt x="5715" y="80010"/>
                    </a:lnTo>
                    <a:lnTo>
                      <a:pt x="6667" y="76200"/>
                    </a:lnTo>
                    <a:lnTo>
                      <a:pt x="6667" y="72390"/>
                    </a:lnTo>
                    <a:lnTo>
                      <a:pt x="6667" y="69533"/>
                    </a:lnTo>
                    <a:lnTo>
                      <a:pt x="6667" y="67627"/>
                    </a:lnTo>
                    <a:lnTo>
                      <a:pt x="7620" y="66675"/>
                    </a:lnTo>
                    <a:lnTo>
                      <a:pt x="10477" y="65723"/>
                    </a:lnTo>
                    <a:lnTo>
                      <a:pt x="14288" y="63818"/>
                    </a:lnTo>
                    <a:lnTo>
                      <a:pt x="16192" y="62865"/>
                    </a:lnTo>
                    <a:lnTo>
                      <a:pt x="17145" y="60960"/>
                    </a:lnTo>
                    <a:lnTo>
                      <a:pt x="14288" y="60008"/>
                    </a:lnTo>
                    <a:lnTo>
                      <a:pt x="13335" y="57150"/>
                    </a:lnTo>
                    <a:lnTo>
                      <a:pt x="13335" y="54293"/>
                    </a:lnTo>
                    <a:lnTo>
                      <a:pt x="13335" y="51435"/>
                    </a:lnTo>
                    <a:lnTo>
                      <a:pt x="13335" y="48577"/>
                    </a:lnTo>
                    <a:lnTo>
                      <a:pt x="12382" y="43815"/>
                    </a:lnTo>
                    <a:lnTo>
                      <a:pt x="12382" y="40958"/>
                    </a:lnTo>
                    <a:lnTo>
                      <a:pt x="12382" y="40005"/>
                    </a:lnTo>
                    <a:lnTo>
                      <a:pt x="14288" y="38100"/>
                    </a:lnTo>
                    <a:lnTo>
                      <a:pt x="14288" y="37148"/>
                    </a:lnTo>
                    <a:lnTo>
                      <a:pt x="14288" y="36195"/>
                    </a:lnTo>
                    <a:lnTo>
                      <a:pt x="13335" y="33338"/>
                    </a:lnTo>
                    <a:lnTo>
                      <a:pt x="13335" y="32385"/>
                    </a:lnTo>
                    <a:lnTo>
                      <a:pt x="14288" y="30480"/>
                    </a:lnTo>
                    <a:lnTo>
                      <a:pt x="18098" y="28575"/>
                    </a:lnTo>
                    <a:lnTo>
                      <a:pt x="20002" y="26670"/>
                    </a:lnTo>
                    <a:lnTo>
                      <a:pt x="20955" y="24765"/>
                    </a:lnTo>
                    <a:lnTo>
                      <a:pt x="20955" y="22860"/>
                    </a:lnTo>
                    <a:lnTo>
                      <a:pt x="20002" y="20955"/>
                    </a:lnTo>
                    <a:lnTo>
                      <a:pt x="19050" y="19050"/>
                    </a:lnTo>
                    <a:lnTo>
                      <a:pt x="18098" y="18098"/>
                    </a:lnTo>
                    <a:lnTo>
                      <a:pt x="16192" y="16193"/>
                    </a:lnTo>
                    <a:lnTo>
                      <a:pt x="15240" y="15240"/>
                    </a:lnTo>
                    <a:lnTo>
                      <a:pt x="15240" y="14288"/>
                    </a:lnTo>
                    <a:lnTo>
                      <a:pt x="15240" y="11430"/>
                    </a:lnTo>
                    <a:lnTo>
                      <a:pt x="15240" y="10477"/>
                    </a:lnTo>
                    <a:lnTo>
                      <a:pt x="13335" y="6668"/>
                    </a:lnTo>
                    <a:lnTo>
                      <a:pt x="12382" y="6668"/>
                    </a:lnTo>
                    <a:lnTo>
                      <a:pt x="11430" y="6668"/>
                    </a:lnTo>
                    <a:lnTo>
                      <a:pt x="10477" y="6668"/>
                    </a:lnTo>
                    <a:lnTo>
                      <a:pt x="10477" y="6668"/>
                    </a:lnTo>
                    <a:lnTo>
                      <a:pt x="9525" y="5715"/>
                    </a:lnTo>
                    <a:lnTo>
                      <a:pt x="8573" y="2858"/>
                    </a:lnTo>
                    <a:close/>
                    <a:moveTo>
                      <a:pt x="41910" y="55245"/>
                    </a:moveTo>
                    <a:lnTo>
                      <a:pt x="41910" y="55245"/>
                    </a:lnTo>
                    <a:lnTo>
                      <a:pt x="43815" y="55245"/>
                    </a:lnTo>
                    <a:lnTo>
                      <a:pt x="41910" y="55245"/>
                    </a:lnTo>
                    <a:lnTo>
                      <a:pt x="41910" y="55245"/>
                    </a:lnTo>
                    <a:close/>
                    <a:moveTo>
                      <a:pt x="40005" y="54293"/>
                    </a:moveTo>
                    <a:lnTo>
                      <a:pt x="40005" y="54293"/>
                    </a:lnTo>
                    <a:lnTo>
                      <a:pt x="41910" y="54293"/>
                    </a:lnTo>
                    <a:lnTo>
                      <a:pt x="40005" y="54293"/>
                    </a:lnTo>
                    <a:lnTo>
                      <a:pt x="40005" y="5429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49" name="Freeform: Shape 193">
                <a:extLst>
                  <a:ext uri="{FF2B5EF4-FFF2-40B4-BE49-F238E27FC236}">
                    <a16:creationId xmlns:a16="http://schemas.microsoft.com/office/drawing/2014/main" id="{30FE3D06-762B-35B1-04AD-C581A1C84D62}"/>
                  </a:ext>
                </a:extLst>
              </p:cNvPr>
              <p:cNvSpPr/>
              <p:nvPr/>
            </p:nvSpPr>
            <p:spPr>
              <a:xfrm>
                <a:off x="6025217" y="3364917"/>
                <a:ext cx="90662" cy="190007"/>
              </a:xfrm>
              <a:custGeom>
                <a:avLst/>
                <a:gdLst>
                  <a:gd name="connsiteX0" fmla="*/ 21907 w 81914"/>
                  <a:gd name="connsiteY0" fmla="*/ 12382 h 160019"/>
                  <a:gd name="connsiteX1" fmla="*/ 21907 w 81914"/>
                  <a:gd name="connsiteY1" fmla="*/ 9525 h 160019"/>
                  <a:gd name="connsiteX2" fmla="*/ 27623 w 81914"/>
                  <a:gd name="connsiteY2" fmla="*/ 6667 h 160019"/>
                  <a:gd name="connsiteX3" fmla="*/ 34290 w 81914"/>
                  <a:gd name="connsiteY3" fmla="*/ 2857 h 160019"/>
                  <a:gd name="connsiteX4" fmla="*/ 40957 w 81914"/>
                  <a:gd name="connsiteY4" fmla="*/ 0 h 160019"/>
                  <a:gd name="connsiteX5" fmla="*/ 47625 w 81914"/>
                  <a:gd name="connsiteY5" fmla="*/ 952 h 160019"/>
                  <a:gd name="connsiteX6" fmla="*/ 46673 w 81914"/>
                  <a:gd name="connsiteY6" fmla="*/ 1905 h 160019"/>
                  <a:gd name="connsiteX7" fmla="*/ 46673 w 81914"/>
                  <a:gd name="connsiteY7" fmla="*/ 2857 h 160019"/>
                  <a:gd name="connsiteX8" fmla="*/ 47625 w 81914"/>
                  <a:gd name="connsiteY8" fmla="*/ 4763 h 160019"/>
                  <a:gd name="connsiteX9" fmla="*/ 48577 w 81914"/>
                  <a:gd name="connsiteY9" fmla="*/ 3810 h 160019"/>
                  <a:gd name="connsiteX10" fmla="*/ 48577 w 81914"/>
                  <a:gd name="connsiteY10" fmla="*/ 3810 h 160019"/>
                  <a:gd name="connsiteX11" fmla="*/ 48577 w 81914"/>
                  <a:gd name="connsiteY11" fmla="*/ 3810 h 160019"/>
                  <a:gd name="connsiteX12" fmla="*/ 48577 w 81914"/>
                  <a:gd name="connsiteY12" fmla="*/ 2857 h 160019"/>
                  <a:gd name="connsiteX13" fmla="*/ 53340 w 81914"/>
                  <a:gd name="connsiteY13" fmla="*/ 3810 h 160019"/>
                  <a:gd name="connsiteX14" fmla="*/ 55245 w 81914"/>
                  <a:gd name="connsiteY14" fmla="*/ 6667 h 160019"/>
                  <a:gd name="connsiteX15" fmla="*/ 56198 w 81914"/>
                  <a:gd name="connsiteY15" fmla="*/ 10477 h 160019"/>
                  <a:gd name="connsiteX16" fmla="*/ 58102 w 81914"/>
                  <a:gd name="connsiteY16" fmla="*/ 14288 h 160019"/>
                  <a:gd name="connsiteX17" fmla="*/ 59055 w 81914"/>
                  <a:gd name="connsiteY17" fmla="*/ 15240 h 160019"/>
                  <a:gd name="connsiteX18" fmla="*/ 60007 w 81914"/>
                  <a:gd name="connsiteY18" fmla="*/ 15240 h 160019"/>
                  <a:gd name="connsiteX19" fmla="*/ 60960 w 81914"/>
                  <a:gd name="connsiteY19" fmla="*/ 14288 h 160019"/>
                  <a:gd name="connsiteX20" fmla="*/ 62865 w 81914"/>
                  <a:gd name="connsiteY20" fmla="*/ 13335 h 160019"/>
                  <a:gd name="connsiteX21" fmla="*/ 67627 w 81914"/>
                  <a:gd name="connsiteY21" fmla="*/ 10477 h 160019"/>
                  <a:gd name="connsiteX22" fmla="*/ 69532 w 81914"/>
                  <a:gd name="connsiteY22" fmla="*/ 9525 h 160019"/>
                  <a:gd name="connsiteX23" fmla="*/ 71438 w 81914"/>
                  <a:gd name="connsiteY23" fmla="*/ 9525 h 160019"/>
                  <a:gd name="connsiteX24" fmla="*/ 73342 w 81914"/>
                  <a:gd name="connsiteY24" fmla="*/ 9525 h 160019"/>
                  <a:gd name="connsiteX25" fmla="*/ 74295 w 81914"/>
                  <a:gd name="connsiteY25" fmla="*/ 10477 h 160019"/>
                  <a:gd name="connsiteX26" fmla="*/ 74295 w 81914"/>
                  <a:gd name="connsiteY26" fmla="*/ 12382 h 160019"/>
                  <a:gd name="connsiteX27" fmla="*/ 74295 w 81914"/>
                  <a:gd name="connsiteY27" fmla="*/ 13335 h 160019"/>
                  <a:gd name="connsiteX28" fmla="*/ 71438 w 81914"/>
                  <a:gd name="connsiteY28" fmla="*/ 16192 h 160019"/>
                  <a:gd name="connsiteX29" fmla="*/ 67627 w 81914"/>
                  <a:gd name="connsiteY29" fmla="*/ 20955 h 160019"/>
                  <a:gd name="connsiteX30" fmla="*/ 66675 w 81914"/>
                  <a:gd name="connsiteY30" fmla="*/ 22860 h 160019"/>
                  <a:gd name="connsiteX31" fmla="*/ 62865 w 81914"/>
                  <a:gd name="connsiteY31" fmla="*/ 22860 h 160019"/>
                  <a:gd name="connsiteX32" fmla="*/ 61913 w 81914"/>
                  <a:gd name="connsiteY32" fmla="*/ 23813 h 160019"/>
                  <a:gd name="connsiteX33" fmla="*/ 60960 w 81914"/>
                  <a:gd name="connsiteY33" fmla="*/ 25717 h 160019"/>
                  <a:gd name="connsiteX34" fmla="*/ 60960 w 81914"/>
                  <a:gd name="connsiteY34" fmla="*/ 29527 h 160019"/>
                  <a:gd name="connsiteX35" fmla="*/ 61913 w 81914"/>
                  <a:gd name="connsiteY35" fmla="*/ 32385 h 160019"/>
                  <a:gd name="connsiteX36" fmla="*/ 63817 w 81914"/>
                  <a:gd name="connsiteY36" fmla="*/ 35243 h 160019"/>
                  <a:gd name="connsiteX37" fmla="*/ 68580 w 81914"/>
                  <a:gd name="connsiteY37" fmla="*/ 39053 h 160019"/>
                  <a:gd name="connsiteX38" fmla="*/ 70485 w 81914"/>
                  <a:gd name="connsiteY38" fmla="*/ 40957 h 160019"/>
                  <a:gd name="connsiteX39" fmla="*/ 71438 w 81914"/>
                  <a:gd name="connsiteY39" fmla="*/ 43815 h 160019"/>
                  <a:gd name="connsiteX40" fmla="*/ 71438 w 81914"/>
                  <a:gd name="connsiteY40" fmla="*/ 47625 h 160019"/>
                  <a:gd name="connsiteX41" fmla="*/ 71438 w 81914"/>
                  <a:gd name="connsiteY41" fmla="*/ 49530 h 160019"/>
                  <a:gd name="connsiteX42" fmla="*/ 71438 w 81914"/>
                  <a:gd name="connsiteY42" fmla="*/ 50482 h 160019"/>
                  <a:gd name="connsiteX43" fmla="*/ 70485 w 81914"/>
                  <a:gd name="connsiteY43" fmla="*/ 51435 h 160019"/>
                  <a:gd name="connsiteX44" fmla="*/ 65723 w 81914"/>
                  <a:gd name="connsiteY44" fmla="*/ 59055 h 160019"/>
                  <a:gd name="connsiteX45" fmla="*/ 62865 w 81914"/>
                  <a:gd name="connsiteY45" fmla="*/ 61913 h 160019"/>
                  <a:gd name="connsiteX46" fmla="*/ 53340 w 81914"/>
                  <a:gd name="connsiteY46" fmla="*/ 69532 h 160019"/>
                  <a:gd name="connsiteX47" fmla="*/ 50482 w 81914"/>
                  <a:gd name="connsiteY47" fmla="*/ 75248 h 160019"/>
                  <a:gd name="connsiteX48" fmla="*/ 52388 w 81914"/>
                  <a:gd name="connsiteY48" fmla="*/ 80010 h 160019"/>
                  <a:gd name="connsiteX49" fmla="*/ 57150 w 81914"/>
                  <a:gd name="connsiteY49" fmla="*/ 83820 h 160019"/>
                  <a:gd name="connsiteX50" fmla="*/ 63817 w 81914"/>
                  <a:gd name="connsiteY50" fmla="*/ 84773 h 160019"/>
                  <a:gd name="connsiteX51" fmla="*/ 63817 w 81914"/>
                  <a:gd name="connsiteY51" fmla="*/ 87630 h 160019"/>
                  <a:gd name="connsiteX52" fmla="*/ 65723 w 81914"/>
                  <a:gd name="connsiteY52" fmla="*/ 88582 h 160019"/>
                  <a:gd name="connsiteX53" fmla="*/ 67627 w 81914"/>
                  <a:gd name="connsiteY53" fmla="*/ 88582 h 160019"/>
                  <a:gd name="connsiteX54" fmla="*/ 69532 w 81914"/>
                  <a:gd name="connsiteY54" fmla="*/ 86678 h 160019"/>
                  <a:gd name="connsiteX55" fmla="*/ 71438 w 81914"/>
                  <a:gd name="connsiteY55" fmla="*/ 87630 h 160019"/>
                  <a:gd name="connsiteX56" fmla="*/ 73342 w 81914"/>
                  <a:gd name="connsiteY56" fmla="*/ 92392 h 160019"/>
                  <a:gd name="connsiteX57" fmla="*/ 75248 w 81914"/>
                  <a:gd name="connsiteY57" fmla="*/ 94298 h 160019"/>
                  <a:gd name="connsiteX58" fmla="*/ 75248 w 81914"/>
                  <a:gd name="connsiteY58" fmla="*/ 94298 h 160019"/>
                  <a:gd name="connsiteX59" fmla="*/ 77152 w 81914"/>
                  <a:gd name="connsiteY59" fmla="*/ 94298 h 160019"/>
                  <a:gd name="connsiteX60" fmla="*/ 80010 w 81914"/>
                  <a:gd name="connsiteY60" fmla="*/ 95250 h 160019"/>
                  <a:gd name="connsiteX61" fmla="*/ 81915 w 81914"/>
                  <a:gd name="connsiteY61" fmla="*/ 96203 h 160019"/>
                  <a:gd name="connsiteX62" fmla="*/ 80963 w 81914"/>
                  <a:gd name="connsiteY62" fmla="*/ 104775 h 160019"/>
                  <a:gd name="connsiteX63" fmla="*/ 80963 w 81914"/>
                  <a:gd name="connsiteY63" fmla="*/ 107632 h 160019"/>
                  <a:gd name="connsiteX64" fmla="*/ 81915 w 81914"/>
                  <a:gd name="connsiteY64" fmla="*/ 111442 h 160019"/>
                  <a:gd name="connsiteX65" fmla="*/ 80010 w 81914"/>
                  <a:gd name="connsiteY65" fmla="*/ 113348 h 160019"/>
                  <a:gd name="connsiteX66" fmla="*/ 66675 w 81914"/>
                  <a:gd name="connsiteY66" fmla="*/ 120967 h 160019"/>
                  <a:gd name="connsiteX67" fmla="*/ 64770 w 81914"/>
                  <a:gd name="connsiteY67" fmla="*/ 122873 h 160019"/>
                  <a:gd name="connsiteX68" fmla="*/ 61913 w 81914"/>
                  <a:gd name="connsiteY68" fmla="*/ 126682 h 160019"/>
                  <a:gd name="connsiteX69" fmla="*/ 60007 w 81914"/>
                  <a:gd name="connsiteY69" fmla="*/ 128588 h 160019"/>
                  <a:gd name="connsiteX70" fmla="*/ 58102 w 81914"/>
                  <a:gd name="connsiteY70" fmla="*/ 129540 h 160019"/>
                  <a:gd name="connsiteX71" fmla="*/ 56198 w 81914"/>
                  <a:gd name="connsiteY71" fmla="*/ 130492 h 160019"/>
                  <a:gd name="connsiteX72" fmla="*/ 54292 w 81914"/>
                  <a:gd name="connsiteY72" fmla="*/ 131445 h 160019"/>
                  <a:gd name="connsiteX73" fmla="*/ 53340 w 81914"/>
                  <a:gd name="connsiteY73" fmla="*/ 132398 h 160019"/>
                  <a:gd name="connsiteX74" fmla="*/ 53340 w 81914"/>
                  <a:gd name="connsiteY74" fmla="*/ 135255 h 160019"/>
                  <a:gd name="connsiteX75" fmla="*/ 55245 w 81914"/>
                  <a:gd name="connsiteY75" fmla="*/ 141923 h 160019"/>
                  <a:gd name="connsiteX76" fmla="*/ 55245 w 81914"/>
                  <a:gd name="connsiteY76" fmla="*/ 144780 h 160019"/>
                  <a:gd name="connsiteX77" fmla="*/ 53340 w 81914"/>
                  <a:gd name="connsiteY77" fmla="*/ 150495 h 160019"/>
                  <a:gd name="connsiteX78" fmla="*/ 49530 w 81914"/>
                  <a:gd name="connsiteY78" fmla="*/ 154305 h 160019"/>
                  <a:gd name="connsiteX79" fmla="*/ 44767 w 81914"/>
                  <a:gd name="connsiteY79" fmla="*/ 157163 h 160019"/>
                  <a:gd name="connsiteX80" fmla="*/ 40005 w 81914"/>
                  <a:gd name="connsiteY80" fmla="*/ 160020 h 160019"/>
                  <a:gd name="connsiteX81" fmla="*/ 31432 w 81914"/>
                  <a:gd name="connsiteY81" fmla="*/ 123825 h 160019"/>
                  <a:gd name="connsiteX82" fmla="*/ 29527 w 81914"/>
                  <a:gd name="connsiteY82" fmla="*/ 120015 h 160019"/>
                  <a:gd name="connsiteX83" fmla="*/ 26670 w 81914"/>
                  <a:gd name="connsiteY83" fmla="*/ 117157 h 160019"/>
                  <a:gd name="connsiteX84" fmla="*/ 19050 w 81914"/>
                  <a:gd name="connsiteY84" fmla="*/ 112395 h 160019"/>
                  <a:gd name="connsiteX85" fmla="*/ 16192 w 81914"/>
                  <a:gd name="connsiteY85" fmla="*/ 109538 h 160019"/>
                  <a:gd name="connsiteX86" fmla="*/ 15240 w 81914"/>
                  <a:gd name="connsiteY86" fmla="*/ 107632 h 160019"/>
                  <a:gd name="connsiteX87" fmla="*/ 15240 w 81914"/>
                  <a:gd name="connsiteY87" fmla="*/ 103823 h 160019"/>
                  <a:gd name="connsiteX88" fmla="*/ 14288 w 81914"/>
                  <a:gd name="connsiteY88" fmla="*/ 101917 h 160019"/>
                  <a:gd name="connsiteX89" fmla="*/ 13335 w 81914"/>
                  <a:gd name="connsiteY89" fmla="*/ 100013 h 160019"/>
                  <a:gd name="connsiteX90" fmla="*/ 11430 w 81914"/>
                  <a:gd name="connsiteY90" fmla="*/ 99060 h 160019"/>
                  <a:gd name="connsiteX91" fmla="*/ 7620 w 81914"/>
                  <a:gd name="connsiteY91" fmla="*/ 97155 h 160019"/>
                  <a:gd name="connsiteX92" fmla="*/ 5715 w 81914"/>
                  <a:gd name="connsiteY92" fmla="*/ 96203 h 160019"/>
                  <a:gd name="connsiteX93" fmla="*/ 3810 w 81914"/>
                  <a:gd name="connsiteY93" fmla="*/ 93345 h 160019"/>
                  <a:gd name="connsiteX94" fmla="*/ 1905 w 81914"/>
                  <a:gd name="connsiteY94" fmla="*/ 89535 h 160019"/>
                  <a:gd name="connsiteX95" fmla="*/ 952 w 81914"/>
                  <a:gd name="connsiteY95" fmla="*/ 85725 h 160019"/>
                  <a:gd name="connsiteX96" fmla="*/ 0 w 81914"/>
                  <a:gd name="connsiteY96" fmla="*/ 81915 h 160019"/>
                  <a:gd name="connsiteX97" fmla="*/ 952 w 81914"/>
                  <a:gd name="connsiteY97" fmla="*/ 78105 h 160019"/>
                  <a:gd name="connsiteX98" fmla="*/ 2857 w 81914"/>
                  <a:gd name="connsiteY98" fmla="*/ 74295 h 160019"/>
                  <a:gd name="connsiteX99" fmla="*/ 5715 w 81914"/>
                  <a:gd name="connsiteY99" fmla="*/ 71438 h 160019"/>
                  <a:gd name="connsiteX100" fmla="*/ 8573 w 81914"/>
                  <a:gd name="connsiteY100" fmla="*/ 68580 h 160019"/>
                  <a:gd name="connsiteX101" fmla="*/ 11430 w 81914"/>
                  <a:gd name="connsiteY101" fmla="*/ 65723 h 160019"/>
                  <a:gd name="connsiteX102" fmla="*/ 14288 w 81914"/>
                  <a:gd name="connsiteY102" fmla="*/ 61913 h 160019"/>
                  <a:gd name="connsiteX103" fmla="*/ 16192 w 81914"/>
                  <a:gd name="connsiteY103" fmla="*/ 58103 h 160019"/>
                  <a:gd name="connsiteX104" fmla="*/ 17145 w 81914"/>
                  <a:gd name="connsiteY104" fmla="*/ 53340 h 160019"/>
                  <a:gd name="connsiteX105" fmla="*/ 17145 w 81914"/>
                  <a:gd name="connsiteY105" fmla="*/ 49530 h 160019"/>
                  <a:gd name="connsiteX106" fmla="*/ 15240 w 81914"/>
                  <a:gd name="connsiteY106" fmla="*/ 40957 h 160019"/>
                  <a:gd name="connsiteX107" fmla="*/ 15240 w 81914"/>
                  <a:gd name="connsiteY107" fmla="*/ 34290 h 160019"/>
                  <a:gd name="connsiteX108" fmla="*/ 15240 w 81914"/>
                  <a:gd name="connsiteY108" fmla="*/ 32385 h 160019"/>
                  <a:gd name="connsiteX109" fmla="*/ 16192 w 81914"/>
                  <a:gd name="connsiteY109" fmla="*/ 27622 h 160019"/>
                  <a:gd name="connsiteX110" fmla="*/ 17145 w 81914"/>
                  <a:gd name="connsiteY110" fmla="*/ 22860 h 160019"/>
                  <a:gd name="connsiteX111" fmla="*/ 17145 w 81914"/>
                  <a:gd name="connsiteY111" fmla="*/ 21907 h 160019"/>
                  <a:gd name="connsiteX112" fmla="*/ 17145 w 81914"/>
                  <a:gd name="connsiteY112" fmla="*/ 20955 h 160019"/>
                  <a:gd name="connsiteX113" fmla="*/ 16192 w 81914"/>
                  <a:gd name="connsiteY113" fmla="*/ 20002 h 160019"/>
                  <a:gd name="connsiteX114" fmla="*/ 15240 w 81914"/>
                  <a:gd name="connsiteY114" fmla="*/ 20002 h 160019"/>
                  <a:gd name="connsiteX115" fmla="*/ 15240 w 81914"/>
                  <a:gd name="connsiteY115" fmla="*/ 20002 h 160019"/>
                  <a:gd name="connsiteX116" fmla="*/ 17145 w 81914"/>
                  <a:gd name="connsiteY116" fmla="*/ 17145 h 160019"/>
                  <a:gd name="connsiteX117" fmla="*/ 20002 w 81914"/>
                  <a:gd name="connsiteY117" fmla="*/ 14288 h 160019"/>
                  <a:gd name="connsiteX118" fmla="*/ 21907 w 81914"/>
                  <a:gd name="connsiteY118" fmla="*/ 12382 h 160019"/>
                  <a:gd name="connsiteX119" fmla="*/ 66675 w 81914"/>
                  <a:gd name="connsiteY119" fmla="*/ 80010 h 160019"/>
                  <a:gd name="connsiteX120" fmla="*/ 64770 w 81914"/>
                  <a:gd name="connsiteY120" fmla="*/ 80963 h 160019"/>
                  <a:gd name="connsiteX121" fmla="*/ 64770 w 81914"/>
                  <a:gd name="connsiteY121" fmla="*/ 82867 h 160019"/>
                  <a:gd name="connsiteX122" fmla="*/ 65723 w 81914"/>
                  <a:gd name="connsiteY122" fmla="*/ 83820 h 160019"/>
                  <a:gd name="connsiteX123" fmla="*/ 67627 w 81914"/>
                  <a:gd name="connsiteY123" fmla="*/ 83820 h 160019"/>
                  <a:gd name="connsiteX124" fmla="*/ 69532 w 81914"/>
                  <a:gd name="connsiteY124" fmla="*/ 82867 h 160019"/>
                  <a:gd name="connsiteX125" fmla="*/ 70485 w 81914"/>
                  <a:gd name="connsiteY125" fmla="*/ 81915 h 160019"/>
                  <a:gd name="connsiteX126" fmla="*/ 68580 w 81914"/>
                  <a:gd name="connsiteY126" fmla="*/ 80010 h 160019"/>
                  <a:gd name="connsiteX127" fmla="*/ 66675 w 81914"/>
                  <a:gd name="connsiteY127" fmla="*/ 80010 h 160019"/>
                  <a:gd name="connsiteX128" fmla="*/ 75248 w 81914"/>
                  <a:gd name="connsiteY128" fmla="*/ 60960 h 160019"/>
                  <a:gd name="connsiteX129" fmla="*/ 75248 w 81914"/>
                  <a:gd name="connsiteY129" fmla="*/ 60960 h 160019"/>
                  <a:gd name="connsiteX130" fmla="*/ 76200 w 81914"/>
                  <a:gd name="connsiteY130" fmla="*/ 59055 h 160019"/>
                  <a:gd name="connsiteX131" fmla="*/ 75248 w 81914"/>
                  <a:gd name="connsiteY131" fmla="*/ 59055 h 160019"/>
                  <a:gd name="connsiteX132" fmla="*/ 74295 w 81914"/>
                  <a:gd name="connsiteY132" fmla="*/ 60007 h 160019"/>
                  <a:gd name="connsiteX133" fmla="*/ 73342 w 81914"/>
                  <a:gd name="connsiteY133" fmla="*/ 60960 h 160019"/>
                  <a:gd name="connsiteX134" fmla="*/ 72390 w 81914"/>
                  <a:gd name="connsiteY134" fmla="*/ 61913 h 160019"/>
                  <a:gd name="connsiteX135" fmla="*/ 73342 w 81914"/>
                  <a:gd name="connsiteY135" fmla="*/ 61913 h 160019"/>
                  <a:gd name="connsiteX136" fmla="*/ 75248 w 81914"/>
                  <a:gd name="connsiteY136" fmla="*/ 60960 h 16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81914" h="160019">
                    <a:moveTo>
                      <a:pt x="21907" y="12382"/>
                    </a:moveTo>
                    <a:lnTo>
                      <a:pt x="21907" y="9525"/>
                    </a:lnTo>
                    <a:lnTo>
                      <a:pt x="27623" y="6667"/>
                    </a:lnTo>
                    <a:lnTo>
                      <a:pt x="34290" y="2857"/>
                    </a:lnTo>
                    <a:lnTo>
                      <a:pt x="40957" y="0"/>
                    </a:lnTo>
                    <a:lnTo>
                      <a:pt x="47625" y="952"/>
                    </a:lnTo>
                    <a:lnTo>
                      <a:pt x="46673" y="1905"/>
                    </a:lnTo>
                    <a:lnTo>
                      <a:pt x="46673" y="2857"/>
                    </a:lnTo>
                    <a:lnTo>
                      <a:pt x="47625" y="4763"/>
                    </a:lnTo>
                    <a:lnTo>
                      <a:pt x="48577" y="3810"/>
                    </a:lnTo>
                    <a:lnTo>
                      <a:pt x="48577" y="3810"/>
                    </a:lnTo>
                    <a:lnTo>
                      <a:pt x="48577" y="3810"/>
                    </a:lnTo>
                    <a:lnTo>
                      <a:pt x="48577" y="2857"/>
                    </a:lnTo>
                    <a:lnTo>
                      <a:pt x="53340" y="3810"/>
                    </a:lnTo>
                    <a:lnTo>
                      <a:pt x="55245" y="6667"/>
                    </a:lnTo>
                    <a:lnTo>
                      <a:pt x="56198" y="10477"/>
                    </a:lnTo>
                    <a:lnTo>
                      <a:pt x="58102" y="14288"/>
                    </a:lnTo>
                    <a:lnTo>
                      <a:pt x="59055" y="15240"/>
                    </a:lnTo>
                    <a:lnTo>
                      <a:pt x="60007" y="15240"/>
                    </a:lnTo>
                    <a:lnTo>
                      <a:pt x="60960" y="14288"/>
                    </a:lnTo>
                    <a:lnTo>
                      <a:pt x="62865" y="13335"/>
                    </a:lnTo>
                    <a:lnTo>
                      <a:pt x="67627" y="10477"/>
                    </a:lnTo>
                    <a:lnTo>
                      <a:pt x="69532" y="9525"/>
                    </a:lnTo>
                    <a:lnTo>
                      <a:pt x="71438" y="9525"/>
                    </a:lnTo>
                    <a:lnTo>
                      <a:pt x="73342" y="9525"/>
                    </a:lnTo>
                    <a:lnTo>
                      <a:pt x="74295" y="10477"/>
                    </a:lnTo>
                    <a:lnTo>
                      <a:pt x="74295" y="12382"/>
                    </a:lnTo>
                    <a:lnTo>
                      <a:pt x="74295" y="13335"/>
                    </a:lnTo>
                    <a:lnTo>
                      <a:pt x="71438" y="16192"/>
                    </a:lnTo>
                    <a:lnTo>
                      <a:pt x="67627" y="20955"/>
                    </a:lnTo>
                    <a:lnTo>
                      <a:pt x="66675" y="22860"/>
                    </a:lnTo>
                    <a:lnTo>
                      <a:pt x="62865" y="22860"/>
                    </a:lnTo>
                    <a:lnTo>
                      <a:pt x="61913" y="23813"/>
                    </a:lnTo>
                    <a:lnTo>
                      <a:pt x="60960" y="25717"/>
                    </a:lnTo>
                    <a:lnTo>
                      <a:pt x="60960" y="29527"/>
                    </a:lnTo>
                    <a:lnTo>
                      <a:pt x="61913" y="32385"/>
                    </a:lnTo>
                    <a:lnTo>
                      <a:pt x="63817" y="35243"/>
                    </a:lnTo>
                    <a:lnTo>
                      <a:pt x="68580" y="39053"/>
                    </a:lnTo>
                    <a:lnTo>
                      <a:pt x="70485" y="40957"/>
                    </a:lnTo>
                    <a:lnTo>
                      <a:pt x="71438" y="43815"/>
                    </a:lnTo>
                    <a:lnTo>
                      <a:pt x="71438" y="47625"/>
                    </a:lnTo>
                    <a:lnTo>
                      <a:pt x="71438" y="49530"/>
                    </a:lnTo>
                    <a:lnTo>
                      <a:pt x="71438" y="50482"/>
                    </a:lnTo>
                    <a:lnTo>
                      <a:pt x="70485" y="51435"/>
                    </a:lnTo>
                    <a:lnTo>
                      <a:pt x="65723" y="59055"/>
                    </a:lnTo>
                    <a:lnTo>
                      <a:pt x="62865" y="61913"/>
                    </a:lnTo>
                    <a:lnTo>
                      <a:pt x="53340" y="69532"/>
                    </a:lnTo>
                    <a:lnTo>
                      <a:pt x="50482" y="75248"/>
                    </a:lnTo>
                    <a:lnTo>
                      <a:pt x="52388" y="80010"/>
                    </a:lnTo>
                    <a:lnTo>
                      <a:pt x="57150" y="83820"/>
                    </a:lnTo>
                    <a:lnTo>
                      <a:pt x="63817" y="84773"/>
                    </a:lnTo>
                    <a:lnTo>
                      <a:pt x="63817" y="87630"/>
                    </a:lnTo>
                    <a:lnTo>
                      <a:pt x="65723" y="88582"/>
                    </a:lnTo>
                    <a:lnTo>
                      <a:pt x="67627" y="88582"/>
                    </a:lnTo>
                    <a:lnTo>
                      <a:pt x="69532" y="86678"/>
                    </a:lnTo>
                    <a:lnTo>
                      <a:pt x="71438" y="87630"/>
                    </a:lnTo>
                    <a:lnTo>
                      <a:pt x="73342" y="92392"/>
                    </a:lnTo>
                    <a:lnTo>
                      <a:pt x="75248" y="94298"/>
                    </a:lnTo>
                    <a:lnTo>
                      <a:pt x="75248" y="94298"/>
                    </a:lnTo>
                    <a:lnTo>
                      <a:pt x="77152" y="94298"/>
                    </a:lnTo>
                    <a:lnTo>
                      <a:pt x="80010" y="95250"/>
                    </a:lnTo>
                    <a:lnTo>
                      <a:pt x="81915" y="96203"/>
                    </a:lnTo>
                    <a:lnTo>
                      <a:pt x="80963" y="104775"/>
                    </a:lnTo>
                    <a:lnTo>
                      <a:pt x="80963" y="107632"/>
                    </a:lnTo>
                    <a:lnTo>
                      <a:pt x="81915" y="111442"/>
                    </a:lnTo>
                    <a:lnTo>
                      <a:pt x="80010" y="113348"/>
                    </a:lnTo>
                    <a:lnTo>
                      <a:pt x="66675" y="120967"/>
                    </a:lnTo>
                    <a:lnTo>
                      <a:pt x="64770" y="122873"/>
                    </a:lnTo>
                    <a:lnTo>
                      <a:pt x="61913" y="126682"/>
                    </a:lnTo>
                    <a:lnTo>
                      <a:pt x="60007" y="128588"/>
                    </a:lnTo>
                    <a:lnTo>
                      <a:pt x="58102" y="129540"/>
                    </a:lnTo>
                    <a:lnTo>
                      <a:pt x="56198" y="130492"/>
                    </a:lnTo>
                    <a:lnTo>
                      <a:pt x="54292" y="131445"/>
                    </a:lnTo>
                    <a:lnTo>
                      <a:pt x="53340" y="132398"/>
                    </a:lnTo>
                    <a:lnTo>
                      <a:pt x="53340" y="135255"/>
                    </a:lnTo>
                    <a:lnTo>
                      <a:pt x="55245" y="141923"/>
                    </a:lnTo>
                    <a:lnTo>
                      <a:pt x="55245" y="144780"/>
                    </a:lnTo>
                    <a:lnTo>
                      <a:pt x="53340" y="150495"/>
                    </a:lnTo>
                    <a:lnTo>
                      <a:pt x="49530" y="154305"/>
                    </a:lnTo>
                    <a:lnTo>
                      <a:pt x="44767" y="157163"/>
                    </a:lnTo>
                    <a:lnTo>
                      <a:pt x="40005" y="160020"/>
                    </a:lnTo>
                    <a:lnTo>
                      <a:pt x="31432" y="123825"/>
                    </a:lnTo>
                    <a:lnTo>
                      <a:pt x="29527" y="120015"/>
                    </a:lnTo>
                    <a:lnTo>
                      <a:pt x="26670" y="117157"/>
                    </a:lnTo>
                    <a:lnTo>
                      <a:pt x="19050" y="112395"/>
                    </a:lnTo>
                    <a:lnTo>
                      <a:pt x="16192" y="109538"/>
                    </a:lnTo>
                    <a:lnTo>
                      <a:pt x="15240" y="107632"/>
                    </a:lnTo>
                    <a:lnTo>
                      <a:pt x="15240" y="103823"/>
                    </a:lnTo>
                    <a:lnTo>
                      <a:pt x="14288" y="101917"/>
                    </a:lnTo>
                    <a:lnTo>
                      <a:pt x="13335" y="100013"/>
                    </a:lnTo>
                    <a:lnTo>
                      <a:pt x="11430" y="99060"/>
                    </a:lnTo>
                    <a:lnTo>
                      <a:pt x="7620" y="97155"/>
                    </a:lnTo>
                    <a:lnTo>
                      <a:pt x="5715" y="96203"/>
                    </a:lnTo>
                    <a:lnTo>
                      <a:pt x="3810" y="93345"/>
                    </a:lnTo>
                    <a:lnTo>
                      <a:pt x="1905" y="89535"/>
                    </a:lnTo>
                    <a:lnTo>
                      <a:pt x="952" y="85725"/>
                    </a:lnTo>
                    <a:lnTo>
                      <a:pt x="0" y="81915"/>
                    </a:lnTo>
                    <a:lnTo>
                      <a:pt x="952" y="78105"/>
                    </a:lnTo>
                    <a:lnTo>
                      <a:pt x="2857" y="74295"/>
                    </a:lnTo>
                    <a:lnTo>
                      <a:pt x="5715" y="71438"/>
                    </a:lnTo>
                    <a:lnTo>
                      <a:pt x="8573" y="68580"/>
                    </a:lnTo>
                    <a:lnTo>
                      <a:pt x="11430" y="65723"/>
                    </a:lnTo>
                    <a:lnTo>
                      <a:pt x="14288" y="61913"/>
                    </a:lnTo>
                    <a:lnTo>
                      <a:pt x="16192" y="58103"/>
                    </a:lnTo>
                    <a:lnTo>
                      <a:pt x="17145" y="53340"/>
                    </a:lnTo>
                    <a:lnTo>
                      <a:pt x="17145" y="49530"/>
                    </a:lnTo>
                    <a:lnTo>
                      <a:pt x="15240" y="40957"/>
                    </a:lnTo>
                    <a:lnTo>
                      <a:pt x="15240" y="34290"/>
                    </a:lnTo>
                    <a:lnTo>
                      <a:pt x="15240" y="32385"/>
                    </a:lnTo>
                    <a:lnTo>
                      <a:pt x="16192" y="27622"/>
                    </a:lnTo>
                    <a:lnTo>
                      <a:pt x="17145" y="22860"/>
                    </a:lnTo>
                    <a:lnTo>
                      <a:pt x="17145" y="21907"/>
                    </a:lnTo>
                    <a:lnTo>
                      <a:pt x="17145" y="20955"/>
                    </a:lnTo>
                    <a:lnTo>
                      <a:pt x="16192" y="20002"/>
                    </a:lnTo>
                    <a:lnTo>
                      <a:pt x="15240" y="20002"/>
                    </a:lnTo>
                    <a:lnTo>
                      <a:pt x="15240" y="20002"/>
                    </a:lnTo>
                    <a:lnTo>
                      <a:pt x="17145" y="17145"/>
                    </a:lnTo>
                    <a:lnTo>
                      <a:pt x="20002" y="14288"/>
                    </a:lnTo>
                    <a:lnTo>
                      <a:pt x="21907" y="12382"/>
                    </a:lnTo>
                    <a:close/>
                    <a:moveTo>
                      <a:pt x="66675" y="80010"/>
                    </a:moveTo>
                    <a:lnTo>
                      <a:pt x="64770" y="80963"/>
                    </a:lnTo>
                    <a:lnTo>
                      <a:pt x="64770" y="82867"/>
                    </a:lnTo>
                    <a:lnTo>
                      <a:pt x="65723" y="83820"/>
                    </a:lnTo>
                    <a:lnTo>
                      <a:pt x="67627" y="83820"/>
                    </a:lnTo>
                    <a:lnTo>
                      <a:pt x="69532" y="82867"/>
                    </a:lnTo>
                    <a:lnTo>
                      <a:pt x="70485" y="81915"/>
                    </a:lnTo>
                    <a:lnTo>
                      <a:pt x="68580" y="80010"/>
                    </a:lnTo>
                    <a:lnTo>
                      <a:pt x="66675" y="80010"/>
                    </a:lnTo>
                    <a:close/>
                    <a:moveTo>
                      <a:pt x="75248" y="60960"/>
                    </a:moveTo>
                    <a:lnTo>
                      <a:pt x="75248" y="60960"/>
                    </a:lnTo>
                    <a:lnTo>
                      <a:pt x="76200" y="59055"/>
                    </a:lnTo>
                    <a:lnTo>
                      <a:pt x="75248" y="59055"/>
                    </a:lnTo>
                    <a:lnTo>
                      <a:pt x="74295" y="60007"/>
                    </a:lnTo>
                    <a:lnTo>
                      <a:pt x="73342" y="60960"/>
                    </a:lnTo>
                    <a:lnTo>
                      <a:pt x="72390" y="61913"/>
                    </a:lnTo>
                    <a:lnTo>
                      <a:pt x="73342" y="61913"/>
                    </a:lnTo>
                    <a:lnTo>
                      <a:pt x="75248" y="6096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50" name="Freeform: Shape 194">
                <a:extLst>
                  <a:ext uri="{FF2B5EF4-FFF2-40B4-BE49-F238E27FC236}">
                    <a16:creationId xmlns:a16="http://schemas.microsoft.com/office/drawing/2014/main" id="{A2C49278-8180-CE19-A802-1FEF2F701966}"/>
                  </a:ext>
                </a:extLst>
              </p:cNvPr>
              <p:cNvSpPr/>
              <p:nvPr/>
            </p:nvSpPr>
            <p:spPr>
              <a:xfrm>
                <a:off x="5479131" y="3636358"/>
                <a:ext cx="273042" cy="316681"/>
              </a:xfrm>
              <a:custGeom>
                <a:avLst/>
                <a:gdLst>
                  <a:gd name="connsiteX0" fmla="*/ 12382 w 246697"/>
                  <a:gd name="connsiteY0" fmla="*/ 237173 h 266700"/>
                  <a:gd name="connsiteX1" fmla="*/ 10478 w 246697"/>
                  <a:gd name="connsiteY1" fmla="*/ 244793 h 266700"/>
                  <a:gd name="connsiteX2" fmla="*/ 11430 w 246697"/>
                  <a:gd name="connsiteY2" fmla="*/ 233363 h 266700"/>
                  <a:gd name="connsiteX3" fmla="*/ 12382 w 246697"/>
                  <a:gd name="connsiteY3" fmla="*/ 227648 h 266700"/>
                  <a:gd name="connsiteX4" fmla="*/ 14288 w 246697"/>
                  <a:gd name="connsiteY4" fmla="*/ 221933 h 266700"/>
                  <a:gd name="connsiteX5" fmla="*/ 19050 w 246697"/>
                  <a:gd name="connsiteY5" fmla="*/ 211455 h 266700"/>
                  <a:gd name="connsiteX6" fmla="*/ 20955 w 246697"/>
                  <a:gd name="connsiteY6" fmla="*/ 205740 h 266700"/>
                  <a:gd name="connsiteX7" fmla="*/ 21907 w 246697"/>
                  <a:gd name="connsiteY7" fmla="*/ 200025 h 266700"/>
                  <a:gd name="connsiteX8" fmla="*/ 21907 w 246697"/>
                  <a:gd name="connsiteY8" fmla="*/ 195263 h 266700"/>
                  <a:gd name="connsiteX9" fmla="*/ 20955 w 246697"/>
                  <a:gd name="connsiteY9" fmla="*/ 190500 h 266700"/>
                  <a:gd name="connsiteX10" fmla="*/ 18097 w 246697"/>
                  <a:gd name="connsiteY10" fmla="*/ 178118 h 266700"/>
                  <a:gd name="connsiteX11" fmla="*/ 18097 w 246697"/>
                  <a:gd name="connsiteY11" fmla="*/ 177165 h 266700"/>
                  <a:gd name="connsiteX12" fmla="*/ 17145 w 246697"/>
                  <a:gd name="connsiteY12" fmla="*/ 176213 h 266700"/>
                  <a:gd name="connsiteX13" fmla="*/ 16192 w 246697"/>
                  <a:gd name="connsiteY13" fmla="*/ 175260 h 266700"/>
                  <a:gd name="connsiteX14" fmla="*/ 13335 w 246697"/>
                  <a:gd name="connsiteY14" fmla="*/ 174308 h 266700"/>
                  <a:gd name="connsiteX15" fmla="*/ 12382 w 246697"/>
                  <a:gd name="connsiteY15" fmla="*/ 173355 h 266700"/>
                  <a:gd name="connsiteX16" fmla="*/ 11430 w 246697"/>
                  <a:gd name="connsiteY16" fmla="*/ 170498 h 266700"/>
                  <a:gd name="connsiteX17" fmla="*/ 12382 w 246697"/>
                  <a:gd name="connsiteY17" fmla="*/ 169545 h 266700"/>
                  <a:gd name="connsiteX18" fmla="*/ 13335 w 246697"/>
                  <a:gd name="connsiteY18" fmla="*/ 168593 h 266700"/>
                  <a:gd name="connsiteX19" fmla="*/ 14288 w 246697"/>
                  <a:gd name="connsiteY19" fmla="*/ 166688 h 266700"/>
                  <a:gd name="connsiteX20" fmla="*/ 13335 w 246697"/>
                  <a:gd name="connsiteY20" fmla="*/ 166688 h 266700"/>
                  <a:gd name="connsiteX21" fmla="*/ 11430 w 246697"/>
                  <a:gd name="connsiteY21" fmla="*/ 166688 h 266700"/>
                  <a:gd name="connsiteX22" fmla="*/ 10478 w 246697"/>
                  <a:gd name="connsiteY22" fmla="*/ 166688 h 266700"/>
                  <a:gd name="connsiteX23" fmla="*/ 14288 w 246697"/>
                  <a:gd name="connsiteY23" fmla="*/ 159068 h 266700"/>
                  <a:gd name="connsiteX24" fmla="*/ 15240 w 246697"/>
                  <a:gd name="connsiteY24" fmla="*/ 155258 h 266700"/>
                  <a:gd name="connsiteX25" fmla="*/ 15240 w 246697"/>
                  <a:gd name="connsiteY25" fmla="*/ 151448 h 266700"/>
                  <a:gd name="connsiteX26" fmla="*/ 14288 w 246697"/>
                  <a:gd name="connsiteY26" fmla="*/ 148590 h 266700"/>
                  <a:gd name="connsiteX27" fmla="*/ 13335 w 246697"/>
                  <a:gd name="connsiteY27" fmla="*/ 144780 h 266700"/>
                  <a:gd name="connsiteX28" fmla="*/ 13335 w 246697"/>
                  <a:gd name="connsiteY28" fmla="*/ 143828 h 266700"/>
                  <a:gd name="connsiteX29" fmla="*/ 10478 w 246697"/>
                  <a:gd name="connsiteY29" fmla="*/ 141923 h 266700"/>
                  <a:gd name="connsiteX30" fmla="*/ 9525 w 246697"/>
                  <a:gd name="connsiteY30" fmla="*/ 143828 h 266700"/>
                  <a:gd name="connsiteX31" fmla="*/ 9525 w 246697"/>
                  <a:gd name="connsiteY31" fmla="*/ 144780 h 266700"/>
                  <a:gd name="connsiteX32" fmla="*/ 5715 w 246697"/>
                  <a:gd name="connsiteY32" fmla="*/ 140970 h 266700"/>
                  <a:gd name="connsiteX33" fmla="*/ 3810 w 246697"/>
                  <a:gd name="connsiteY33" fmla="*/ 135255 h 266700"/>
                  <a:gd name="connsiteX34" fmla="*/ 1905 w 246697"/>
                  <a:gd name="connsiteY34" fmla="*/ 133350 h 266700"/>
                  <a:gd name="connsiteX35" fmla="*/ 0 w 246697"/>
                  <a:gd name="connsiteY35" fmla="*/ 139065 h 266700"/>
                  <a:gd name="connsiteX36" fmla="*/ 0 w 246697"/>
                  <a:gd name="connsiteY36" fmla="*/ 137160 h 266700"/>
                  <a:gd name="connsiteX37" fmla="*/ 0 w 246697"/>
                  <a:gd name="connsiteY37" fmla="*/ 135255 h 266700"/>
                  <a:gd name="connsiteX38" fmla="*/ 0 w 246697"/>
                  <a:gd name="connsiteY38" fmla="*/ 133350 h 266700"/>
                  <a:gd name="connsiteX39" fmla="*/ 0 w 246697"/>
                  <a:gd name="connsiteY39" fmla="*/ 132398 h 266700"/>
                  <a:gd name="connsiteX40" fmla="*/ 953 w 246697"/>
                  <a:gd name="connsiteY40" fmla="*/ 129540 h 266700"/>
                  <a:gd name="connsiteX41" fmla="*/ 953 w 246697"/>
                  <a:gd name="connsiteY41" fmla="*/ 128588 h 266700"/>
                  <a:gd name="connsiteX42" fmla="*/ 953 w 246697"/>
                  <a:gd name="connsiteY42" fmla="*/ 127635 h 266700"/>
                  <a:gd name="connsiteX43" fmla="*/ 1905 w 246697"/>
                  <a:gd name="connsiteY43" fmla="*/ 127635 h 266700"/>
                  <a:gd name="connsiteX44" fmla="*/ 2857 w 246697"/>
                  <a:gd name="connsiteY44" fmla="*/ 127635 h 266700"/>
                  <a:gd name="connsiteX45" fmla="*/ 3810 w 246697"/>
                  <a:gd name="connsiteY45" fmla="*/ 127635 h 266700"/>
                  <a:gd name="connsiteX46" fmla="*/ 8572 w 246697"/>
                  <a:gd name="connsiteY46" fmla="*/ 127635 h 266700"/>
                  <a:gd name="connsiteX47" fmla="*/ 34290 w 246697"/>
                  <a:gd name="connsiteY47" fmla="*/ 127635 h 266700"/>
                  <a:gd name="connsiteX48" fmla="*/ 39053 w 246697"/>
                  <a:gd name="connsiteY48" fmla="*/ 127635 h 266700"/>
                  <a:gd name="connsiteX49" fmla="*/ 40957 w 246697"/>
                  <a:gd name="connsiteY49" fmla="*/ 127635 h 266700"/>
                  <a:gd name="connsiteX50" fmla="*/ 50482 w 246697"/>
                  <a:gd name="connsiteY50" fmla="*/ 127635 h 266700"/>
                  <a:gd name="connsiteX51" fmla="*/ 52388 w 246697"/>
                  <a:gd name="connsiteY51" fmla="*/ 127635 h 266700"/>
                  <a:gd name="connsiteX52" fmla="*/ 57150 w 246697"/>
                  <a:gd name="connsiteY52" fmla="*/ 127635 h 266700"/>
                  <a:gd name="connsiteX53" fmla="*/ 61913 w 246697"/>
                  <a:gd name="connsiteY53" fmla="*/ 127635 h 266700"/>
                  <a:gd name="connsiteX54" fmla="*/ 68580 w 246697"/>
                  <a:gd name="connsiteY54" fmla="*/ 127635 h 266700"/>
                  <a:gd name="connsiteX55" fmla="*/ 75248 w 246697"/>
                  <a:gd name="connsiteY55" fmla="*/ 127635 h 266700"/>
                  <a:gd name="connsiteX56" fmla="*/ 80963 w 246697"/>
                  <a:gd name="connsiteY56" fmla="*/ 127635 h 266700"/>
                  <a:gd name="connsiteX57" fmla="*/ 80963 w 246697"/>
                  <a:gd name="connsiteY57" fmla="*/ 123825 h 266700"/>
                  <a:gd name="connsiteX58" fmla="*/ 80963 w 246697"/>
                  <a:gd name="connsiteY58" fmla="*/ 120015 h 266700"/>
                  <a:gd name="connsiteX59" fmla="*/ 80963 w 246697"/>
                  <a:gd name="connsiteY59" fmla="*/ 118110 h 266700"/>
                  <a:gd name="connsiteX60" fmla="*/ 80963 w 246697"/>
                  <a:gd name="connsiteY60" fmla="*/ 115253 h 266700"/>
                  <a:gd name="connsiteX61" fmla="*/ 80963 w 246697"/>
                  <a:gd name="connsiteY61" fmla="*/ 112395 h 266700"/>
                  <a:gd name="connsiteX62" fmla="*/ 80010 w 246697"/>
                  <a:gd name="connsiteY62" fmla="*/ 104775 h 266700"/>
                  <a:gd name="connsiteX63" fmla="*/ 80010 w 246697"/>
                  <a:gd name="connsiteY63" fmla="*/ 103823 h 266700"/>
                  <a:gd name="connsiteX64" fmla="*/ 80010 w 246697"/>
                  <a:gd name="connsiteY64" fmla="*/ 102870 h 266700"/>
                  <a:gd name="connsiteX65" fmla="*/ 80010 w 246697"/>
                  <a:gd name="connsiteY65" fmla="*/ 101918 h 266700"/>
                  <a:gd name="connsiteX66" fmla="*/ 79057 w 246697"/>
                  <a:gd name="connsiteY66" fmla="*/ 100965 h 266700"/>
                  <a:gd name="connsiteX67" fmla="*/ 79057 w 246697"/>
                  <a:gd name="connsiteY67" fmla="*/ 100013 h 266700"/>
                  <a:gd name="connsiteX68" fmla="*/ 79057 w 246697"/>
                  <a:gd name="connsiteY68" fmla="*/ 99060 h 266700"/>
                  <a:gd name="connsiteX69" fmla="*/ 79057 w 246697"/>
                  <a:gd name="connsiteY69" fmla="*/ 98108 h 266700"/>
                  <a:gd name="connsiteX70" fmla="*/ 79057 w 246697"/>
                  <a:gd name="connsiteY70" fmla="*/ 97155 h 266700"/>
                  <a:gd name="connsiteX71" fmla="*/ 79057 w 246697"/>
                  <a:gd name="connsiteY71" fmla="*/ 96203 h 266700"/>
                  <a:gd name="connsiteX72" fmla="*/ 80963 w 246697"/>
                  <a:gd name="connsiteY72" fmla="*/ 93345 h 266700"/>
                  <a:gd name="connsiteX73" fmla="*/ 86678 w 246697"/>
                  <a:gd name="connsiteY73" fmla="*/ 89535 h 266700"/>
                  <a:gd name="connsiteX74" fmla="*/ 89535 w 246697"/>
                  <a:gd name="connsiteY74" fmla="*/ 87630 h 266700"/>
                  <a:gd name="connsiteX75" fmla="*/ 90488 w 246697"/>
                  <a:gd name="connsiteY75" fmla="*/ 87630 h 266700"/>
                  <a:gd name="connsiteX76" fmla="*/ 91440 w 246697"/>
                  <a:gd name="connsiteY76" fmla="*/ 87630 h 266700"/>
                  <a:gd name="connsiteX77" fmla="*/ 92392 w 246697"/>
                  <a:gd name="connsiteY77" fmla="*/ 87630 h 266700"/>
                  <a:gd name="connsiteX78" fmla="*/ 93345 w 246697"/>
                  <a:gd name="connsiteY78" fmla="*/ 87630 h 266700"/>
                  <a:gd name="connsiteX79" fmla="*/ 95250 w 246697"/>
                  <a:gd name="connsiteY79" fmla="*/ 87630 h 266700"/>
                  <a:gd name="connsiteX80" fmla="*/ 96203 w 246697"/>
                  <a:gd name="connsiteY80" fmla="*/ 87630 h 266700"/>
                  <a:gd name="connsiteX81" fmla="*/ 99060 w 246697"/>
                  <a:gd name="connsiteY81" fmla="*/ 86678 h 266700"/>
                  <a:gd name="connsiteX82" fmla="*/ 100965 w 246697"/>
                  <a:gd name="connsiteY82" fmla="*/ 85725 h 266700"/>
                  <a:gd name="connsiteX83" fmla="*/ 101917 w 246697"/>
                  <a:gd name="connsiteY83" fmla="*/ 84773 h 266700"/>
                  <a:gd name="connsiteX84" fmla="*/ 101917 w 246697"/>
                  <a:gd name="connsiteY84" fmla="*/ 28575 h 266700"/>
                  <a:gd name="connsiteX85" fmla="*/ 121920 w 246697"/>
                  <a:gd name="connsiteY85" fmla="*/ 28575 h 266700"/>
                  <a:gd name="connsiteX86" fmla="*/ 148590 w 246697"/>
                  <a:gd name="connsiteY86" fmla="*/ 28575 h 266700"/>
                  <a:gd name="connsiteX87" fmla="*/ 169545 w 246697"/>
                  <a:gd name="connsiteY87" fmla="*/ 28575 h 266700"/>
                  <a:gd name="connsiteX88" fmla="*/ 169545 w 246697"/>
                  <a:gd name="connsiteY88" fmla="*/ 0 h 266700"/>
                  <a:gd name="connsiteX89" fmla="*/ 246698 w 246697"/>
                  <a:gd name="connsiteY89" fmla="*/ 51435 h 266700"/>
                  <a:gd name="connsiteX90" fmla="*/ 211455 w 246697"/>
                  <a:gd name="connsiteY90" fmla="*/ 51435 h 266700"/>
                  <a:gd name="connsiteX91" fmla="*/ 230505 w 246697"/>
                  <a:gd name="connsiteY91" fmla="*/ 229553 h 266700"/>
                  <a:gd name="connsiteX92" fmla="*/ 230505 w 246697"/>
                  <a:gd name="connsiteY92" fmla="*/ 231458 h 266700"/>
                  <a:gd name="connsiteX93" fmla="*/ 231458 w 246697"/>
                  <a:gd name="connsiteY93" fmla="*/ 233363 h 266700"/>
                  <a:gd name="connsiteX94" fmla="*/ 232410 w 246697"/>
                  <a:gd name="connsiteY94" fmla="*/ 235268 h 266700"/>
                  <a:gd name="connsiteX95" fmla="*/ 233362 w 246697"/>
                  <a:gd name="connsiteY95" fmla="*/ 236220 h 266700"/>
                  <a:gd name="connsiteX96" fmla="*/ 234315 w 246697"/>
                  <a:gd name="connsiteY96" fmla="*/ 237173 h 266700"/>
                  <a:gd name="connsiteX97" fmla="*/ 235267 w 246697"/>
                  <a:gd name="connsiteY97" fmla="*/ 238125 h 266700"/>
                  <a:gd name="connsiteX98" fmla="*/ 236220 w 246697"/>
                  <a:gd name="connsiteY98" fmla="*/ 239078 h 266700"/>
                  <a:gd name="connsiteX99" fmla="*/ 236220 w 246697"/>
                  <a:gd name="connsiteY99" fmla="*/ 241935 h 266700"/>
                  <a:gd name="connsiteX100" fmla="*/ 234315 w 246697"/>
                  <a:gd name="connsiteY100" fmla="*/ 251460 h 266700"/>
                  <a:gd name="connsiteX101" fmla="*/ 232410 w 246697"/>
                  <a:gd name="connsiteY101" fmla="*/ 252413 h 266700"/>
                  <a:gd name="connsiteX102" fmla="*/ 229553 w 246697"/>
                  <a:gd name="connsiteY102" fmla="*/ 253365 h 266700"/>
                  <a:gd name="connsiteX103" fmla="*/ 164783 w 246697"/>
                  <a:gd name="connsiteY103" fmla="*/ 253365 h 266700"/>
                  <a:gd name="connsiteX104" fmla="*/ 158115 w 246697"/>
                  <a:gd name="connsiteY104" fmla="*/ 252413 h 266700"/>
                  <a:gd name="connsiteX105" fmla="*/ 155258 w 246697"/>
                  <a:gd name="connsiteY105" fmla="*/ 249555 h 266700"/>
                  <a:gd name="connsiteX106" fmla="*/ 154305 w 246697"/>
                  <a:gd name="connsiteY106" fmla="*/ 250508 h 266700"/>
                  <a:gd name="connsiteX107" fmla="*/ 153353 w 246697"/>
                  <a:gd name="connsiteY107" fmla="*/ 251460 h 266700"/>
                  <a:gd name="connsiteX108" fmla="*/ 153353 w 246697"/>
                  <a:gd name="connsiteY108" fmla="*/ 252413 h 266700"/>
                  <a:gd name="connsiteX109" fmla="*/ 152400 w 246697"/>
                  <a:gd name="connsiteY109" fmla="*/ 253365 h 266700"/>
                  <a:gd name="connsiteX110" fmla="*/ 149542 w 246697"/>
                  <a:gd name="connsiteY110" fmla="*/ 254318 h 266700"/>
                  <a:gd name="connsiteX111" fmla="*/ 145733 w 246697"/>
                  <a:gd name="connsiteY111" fmla="*/ 254318 h 266700"/>
                  <a:gd name="connsiteX112" fmla="*/ 141923 w 246697"/>
                  <a:gd name="connsiteY112" fmla="*/ 254318 h 266700"/>
                  <a:gd name="connsiteX113" fmla="*/ 139065 w 246697"/>
                  <a:gd name="connsiteY113" fmla="*/ 254318 h 266700"/>
                  <a:gd name="connsiteX114" fmla="*/ 132398 w 246697"/>
                  <a:gd name="connsiteY114" fmla="*/ 253365 h 266700"/>
                  <a:gd name="connsiteX115" fmla="*/ 130492 w 246697"/>
                  <a:gd name="connsiteY115" fmla="*/ 253365 h 266700"/>
                  <a:gd name="connsiteX116" fmla="*/ 128588 w 246697"/>
                  <a:gd name="connsiteY116" fmla="*/ 254318 h 266700"/>
                  <a:gd name="connsiteX117" fmla="*/ 124778 w 246697"/>
                  <a:gd name="connsiteY117" fmla="*/ 258128 h 266700"/>
                  <a:gd name="connsiteX118" fmla="*/ 123825 w 246697"/>
                  <a:gd name="connsiteY118" fmla="*/ 259080 h 266700"/>
                  <a:gd name="connsiteX119" fmla="*/ 120015 w 246697"/>
                  <a:gd name="connsiteY119" fmla="*/ 257175 h 266700"/>
                  <a:gd name="connsiteX120" fmla="*/ 116205 w 246697"/>
                  <a:gd name="connsiteY120" fmla="*/ 252413 h 266700"/>
                  <a:gd name="connsiteX121" fmla="*/ 112395 w 246697"/>
                  <a:gd name="connsiteY121" fmla="*/ 249555 h 266700"/>
                  <a:gd name="connsiteX122" fmla="*/ 107632 w 246697"/>
                  <a:gd name="connsiteY122" fmla="*/ 252413 h 266700"/>
                  <a:gd name="connsiteX123" fmla="*/ 105728 w 246697"/>
                  <a:gd name="connsiteY123" fmla="*/ 257175 h 266700"/>
                  <a:gd name="connsiteX124" fmla="*/ 103823 w 246697"/>
                  <a:gd name="connsiteY124" fmla="*/ 262890 h 266700"/>
                  <a:gd name="connsiteX125" fmla="*/ 100965 w 246697"/>
                  <a:gd name="connsiteY125" fmla="*/ 266700 h 266700"/>
                  <a:gd name="connsiteX126" fmla="*/ 96203 w 246697"/>
                  <a:gd name="connsiteY126" fmla="*/ 265748 h 266700"/>
                  <a:gd name="connsiteX127" fmla="*/ 93345 w 246697"/>
                  <a:gd name="connsiteY127" fmla="*/ 263843 h 266700"/>
                  <a:gd name="connsiteX128" fmla="*/ 90488 w 246697"/>
                  <a:gd name="connsiteY128" fmla="*/ 261938 h 266700"/>
                  <a:gd name="connsiteX129" fmla="*/ 87630 w 246697"/>
                  <a:gd name="connsiteY129" fmla="*/ 260033 h 266700"/>
                  <a:gd name="connsiteX130" fmla="*/ 85725 w 246697"/>
                  <a:gd name="connsiteY130" fmla="*/ 258128 h 266700"/>
                  <a:gd name="connsiteX131" fmla="*/ 81915 w 246697"/>
                  <a:gd name="connsiteY131" fmla="*/ 253365 h 266700"/>
                  <a:gd name="connsiteX132" fmla="*/ 80010 w 246697"/>
                  <a:gd name="connsiteY132" fmla="*/ 251460 h 266700"/>
                  <a:gd name="connsiteX133" fmla="*/ 77153 w 246697"/>
                  <a:gd name="connsiteY133" fmla="*/ 247650 h 266700"/>
                  <a:gd name="connsiteX134" fmla="*/ 75248 w 246697"/>
                  <a:gd name="connsiteY134" fmla="*/ 243840 h 266700"/>
                  <a:gd name="connsiteX135" fmla="*/ 73342 w 246697"/>
                  <a:gd name="connsiteY135" fmla="*/ 240030 h 266700"/>
                  <a:gd name="connsiteX136" fmla="*/ 70485 w 246697"/>
                  <a:gd name="connsiteY136" fmla="*/ 239078 h 266700"/>
                  <a:gd name="connsiteX137" fmla="*/ 68580 w 246697"/>
                  <a:gd name="connsiteY137" fmla="*/ 239078 h 266700"/>
                  <a:gd name="connsiteX138" fmla="*/ 66675 w 246697"/>
                  <a:gd name="connsiteY138" fmla="*/ 239078 h 266700"/>
                  <a:gd name="connsiteX139" fmla="*/ 64770 w 246697"/>
                  <a:gd name="connsiteY139" fmla="*/ 239078 h 266700"/>
                  <a:gd name="connsiteX140" fmla="*/ 62865 w 246697"/>
                  <a:gd name="connsiteY140" fmla="*/ 237173 h 266700"/>
                  <a:gd name="connsiteX141" fmla="*/ 60007 w 246697"/>
                  <a:gd name="connsiteY141" fmla="*/ 234315 h 266700"/>
                  <a:gd name="connsiteX142" fmla="*/ 58103 w 246697"/>
                  <a:gd name="connsiteY142" fmla="*/ 231458 h 266700"/>
                  <a:gd name="connsiteX143" fmla="*/ 55245 w 246697"/>
                  <a:gd name="connsiteY143" fmla="*/ 229553 h 266700"/>
                  <a:gd name="connsiteX144" fmla="*/ 51435 w 246697"/>
                  <a:gd name="connsiteY144" fmla="*/ 228600 h 266700"/>
                  <a:gd name="connsiteX145" fmla="*/ 45720 w 246697"/>
                  <a:gd name="connsiteY145" fmla="*/ 228600 h 266700"/>
                  <a:gd name="connsiteX146" fmla="*/ 40957 w 246697"/>
                  <a:gd name="connsiteY146" fmla="*/ 228600 h 266700"/>
                  <a:gd name="connsiteX147" fmla="*/ 24765 w 246697"/>
                  <a:gd name="connsiteY147" fmla="*/ 232410 h 266700"/>
                  <a:gd name="connsiteX148" fmla="*/ 22860 w 246697"/>
                  <a:gd name="connsiteY148" fmla="*/ 232410 h 266700"/>
                  <a:gd name="connsiteX149" fmla="*/ 21907 w 246697"/>
                  <a:gd name="connsiteY149" fmla="*/ 232410 h 266700"/>
                  <a:gd name="connsiteX150" fmla="*/ 20003 w 246697"/>
                  <a:gd name="connsiteY150" fmla="*/ 231458 h 266700"/>
                  <a:gd name="connsiteX151" fmla="*/ 18097 w 246697"/>
                  <a:gd name="connsiteY151" fmla="*/ 231458 h 266700"/>
                  <a:gd name="connsiteX152" fmla="*/ 17145 w 246697"/>
                  <a:gd name="connsiteY152" fmla="*/ 231458 h 266700"/>
                  <a:gd name="connsiteX153" fmla="*/ 14288 w 246697"/>
                  <a:gd name="connsiteY153" fmla="*/ 234315 h 266700"/>
                  <a:gd name="connsiteX154" fmla="*/ 12382 w 246697"/>
                  <a:gd name="connsiteY154" fmla="*/ 237173 h 266700"/>
                  <a:gd name="connsiteX155" fmla="*/ 12382 w 246697"/>
                  <a:gd name="connsiteY155" fmla="*/ 237173 h 266700"/>
                  <a:gd name="connsiteX156" fmla="*/ 12382 w 246697"/>
                  <a:gd name="connsiteY156" fmla="*/ 164783 h 266700"/>
                  <a:gd name="connsiteX157" fmla="*/ 12382 w 246697"/>
                  <a:gd name="connsiteY157" fmla="*/ 164783 h 266700"/>
                  <a:gd name="connsiteX158" fmla="*/ 13335 w 246697"/>
                  <a:gd name="connsiteY158" fmla="*/ 165735 h 266700"/>
                  <a:gd name="connsiteX159" fmla="*/ 14288 w 246697"/>
                  <a:gd name="connsiteY159" fmla="*/ 164783 h 266700"/>
                  <a:gd name="connsiteX160" fmla="*/ 15240 w 246697"/>
                  <a:gd name="connsiteY160" fmla="*/ 163830 h 266700"/>
                  <a:gd name="connsiteX161" fmla="*/ 15240 w 246697"/>
                  <a:gd name="connsiteY161" fmla="*/ 161925 h 266700"/>
                  <a:gd name="connsiteX162" fmla="*/ 15240 w 246697"/>
                  <a:gd name="connsiteY162" fmla="*/ 160020 h 266700"/>
                  <a:gd name="connsiteX163" fmla="*/ 13335 w 246697"/>
                  <a:gd name="connsiteY163" fmla="*/ 160973 h 266700"/>
                  <a:gd name="connsiteX164" fmla="*/ 13335 w 246697"/>
                  <a:gd name="connsiteY164" fmla="*/ 160973 h 266700"/>
                  <a:gd name="connsiteX165" fmla="*/ 12382 w 246697"/>
                  <a:gd name="connsiteY165" fmla="*/ 161925 h 266700"/>
                  <a:gd name="connsiteX166" fmla="*/ 11430 w 246697"/>
                  <a:gd name="connsiteY166" fmla="*/ 162878 h 266700"/>
                  <a:gd name="connsiteX167" fmla="*/ 12382 w 246697"/>
                  <a:gd name="connsiteY167" fmla="*/ 164783 h 266700"/>
                  <a:gd name="connsiteX168" fmla="*/ 12382 w 246697"/>
                  <a:gd name="connsiteY168" fmla="*/ 164783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246697" h="266700">
                    <a:moveTo>
                      <a:pt x="12382" y="237173"/>
                    </a:moveTo>
                    <a:lnTo>
                      <a:pt x="10478" y="244793"/>
                    </a:lnTo>
                    <a:lnTo>
                      <a:pt x="11430" y="233363"/>
                    </a:lnTo>
                    <a:lnTo>
                      <a:pt x="12382" y="227648"/>
                    </a:lnTo>
                    <a:lnTo>
                      <a:pt x="14288" y="221933"/>
                    </a:lnTo>
                    <a:lnTo>
                      <a:pt x="19050" y="211455"/>
                    </a:lnTo>
                    <a:lnTo>
                      <a:pt x="20955" y="205740"/>
                    </a:lnTo>
                    <a:lnTo>
                      <a:pt x="21907" y="200025"/>
                    </a:lnTo>
                    <a:lnTo>
                      <a:pt x="21907" y="195263"/>
                    </a:lnTo>
                    <a:lnTo>
                      <a:pt x="20955" y="190500"/>
                    </a:lnTo>
                    <a:lnTo>
                      <a:pt x="18097" y="178118"/>
                    </a:lnTo>
                    <a:lnTo>
                      <a:pt x="18097" y="177165"/>
                    </a:lnTo>
                    <a:lnTo>
                      <a:pt x="17145" y="176213"/>
                    </a:lnTo>
                    <a:lnTo>
                      <a:pt x="16192" y="175260"/>
                    </a:lnTo>
                    <a:lnTo>
                      <a:pt x="13335" y="174308"/>
                    </a:lnTo>
                    <a:lnTo>
                      <a:pt x="12382" y="173355"/>
                    </a:lnTo>
                    <a:lnTo>
                      <a:pt x="11430" y="170498"/>
                    </a:lnTo>
                    <a:lnTo>
                      <a:pt x="12382" y="169545"/>
                    </a:lnTo>
                    <a:lnTo>
                      <a:pt x="13335" y="168593"/>
                    </a:lnTo>
                    <a:lnTo>
                      <a:pt x="14288" y="166688"/>
                    </a:lnTo>
                    <a:lnTo>
                      <a:pt x="13335" y="166688"/>
                    </a:lnTo>
                    <a:lnTo>
                      <a:pt x="11430" y="166688"/>
                    </a:lnTo>
                    <a:lnTo>
                      <a:pt x="10478" y="166688"/>
                    </a:lnTo>
                    <a:lnTo>
                      <a:pt x="14288" y="159068"/>
                    </a:lnTo>
                    <a:lnTo>
                      <a:pt x="15240" y="155258"/>
                    </a:lnTo>
                    <a:lnTo>
                      <a:pt x="15240" y="151448"/>
                    </a:lnTo>
                    <a:lnTo>
                      <a:pt x="14288" y="148590"/>
                    </a:lnTo>
                    <a:lnTo>
                      <a:pt x="13335" y="144780"/>
                    </a:lnTo>
                    <a:lnTo>
                      <a:pt x="13335" y="143828"/>
                    </a:lnTo>
                    <a:lnTo>
                      <a:pt x="10478" y="141923"/>
                    </a:lnTo>
                    <a:lnTo>
                      <a:pt x="9525" y="143828"/>
                    </a:lnTo>
                    <a:lnTo>
                      <a:pt x="9525" y="144780"/>
                    </a:lnTo>
                    <a:lnTo>
                      <a:pt x="5715" y="140970"/>
                    </a:lnTo>
                    <a:lnTo>
                      <a:pt x="3810" y="135255"/>
                    </a:lnTo>
                    <a:lnTo>
                      <a:pt x="1905" y="133350"/>
                    </a:lnTo>
                    <a:lnTo>
                      <a:pt x="0" y="139065"/>
                    </a:lnTo>
                    <a:lnTo>
                      <a:pt x="0" y="137160"/>
                    </a:lnTo>
                    <a:lnTo>
                      <a:pt x="0" y="135255"/>
                    </a:lnTo>
                    <a:lnTo>
                      <a:pt x="0" y="133350"/>
                    </a:lnTo>
                    <a:lnTo>
                      <a:pt x="0" y="132398"/>
                    </a:lnTo>
                    <a:lnTo>
                      <a:pt x="953" y="129540"/>
                    </a:lnTo>
                    <a:lnTo>
                      <a:pt x="953" y="128588"/>
                    </a:lnTo>
                    <a:lnTo>
                      <a:pt x="953" y="127635"/>
                    </a:lnTo>
                    <a:lnTo>
                      <a:pt x="1905" y="127635"/>
                    </a:lnTo>
                    <a:lnTo>
                      <a:pt x="2857" y="127635"/>
                    </a:lnTo>
                    <a:lnTo>
                      <a:pt x="3810" y="127635"/>
                    </a:lnTo>
                    <a:lnTo>
                      <a:pt x="8572" y="127635"/>
                    </a:lnTo>
                    <a:lnTo>
                      <a:pt x="34290" y="127635"/>
                    </a:lnTo>
                    <a:lnTo>
                      <a:pt x="39053" y="127635"/>
                    </a:lnTo>
                    <a:lnTo>
                      <a:pt x="40957" y="127635"/>
                    </a:lnTo>
                    <a:lnTo>
                      <a:pt x="50482" y="127635"/>
                    </a:lnTo>
                    <a:lnTo>
                      <a:pt x="52388" y="127635"/>
                    </a:lnTo>
                    <a:lnTo>
                      <a:pt x="57150" y="127635"/>
                    </a:lnTo>
                    <a:lnTo>
                      <a:pt x="61913" y="127635"/>
                    </a:lnTo>
                    <a:lnTo>
                      <a:pt x="68580" y="127635"/>
                    </a:lnTo>
                    <a:lnTo>
                      <a:pt x="75248" y="127635"/>
                    </a:lnTo>
                    <a:lnTo>
                      <a:pt x="80963" y="127635"/>
                    </a:lnTo>
                    <a:lnTo>
                      <a:pt x="80963" y="123825"/>
                    </a:lnTo>
                    <a:lnTo>
                      <a:pt x="80963" y="120015"/>
                    </a:lnTo>
                    <a:lnTo>
                      <a:pt x="80963" y="118110"/>
                    </a:lnTo>
                    <a:lnTo>
                      <a:pt x="80963" y="115253"/>
                    </a:lnTo>
                    <a:lnTo>
                      <a:pt x="80963" y="112395"/>
                    </a:lnTo>
                    <a:lnTo>
                      <a:pt x="80010" y="104775"/>
                    </a:lnTo>
                    <a:lnTo>
                      <a:pt x="80010" y="103823"/>
                    </a:lnTo>
                    <a:lnTo>
                      <a:pt x="80010" y="102870"/>
                    </a:lnTo>
                    <a:lnTo>
                      <a:pt x="80010" y="101918"/>
                    </a:lnTo>
                    <a:lnTo>
                      <a:pt x="79057" y="100965"/>
                    </a:lnTo>
                    <a:lnTo>
                      <a:pt x="79057" y="100013"/>
                    </a:lnTo>
                    <a:lnTo>
                      <a:pt x="79057" y="99060"/>
                    </a:lnTo>
                    <a:lnTo>
                      <a:pt x="79057" y="98108"/>
                    </a:lnTo>
                    <a:lnTo>
                      <a:pt x="79057" y="97155"/>
                    </a:lnTo>
                    <a:lnTo>
                      <a:pt x="79057" y="96203"/>
                    </a:lnTo>
                    <a:lnTo>
                      <a:pt x="80963" y="93345"/>
                    </a:lnTo>
                    <a:lnTo>
                      <a:pt x="86678" y="89535"/>
                    </a:lnTo>
                    <a:lnTo>
                      <a:pt x="89535" y="87630"/>
                    </a:lnTo>
                    <a:lnTo>
                      <a:pt x="90488" y="87630"/>
                    </a:lnTo>
                    <a:lnTo>
                      <a:pt x="91440" y="87630"/>
                    </a:lnTo>
                    <a:lnTo>
                      <a:pt x="92392" y="87630"/>
                    </a:lnTo>
                    <a:lnTo>
                      <a:pt x="93345" y="87630"/>
                    </a:lnTo>
                    <a:lnTo>
                      <a:pt x="95250" y="87630"/>
                    </a:lnTo>
                    <a:lnTo>
                      <a:pt x="96203" y="87630"/>
                    </a:lnTo>
                    <a:lnTo>
                      <a:pt x="99060" y="86678"/>
                    </a:lnTo>
                    <a:lnTo>
                      <a:pt x="100965" y="85725"/>
                    </a:lnTo>
                    <a:lnTo>
                      <a:pt x="101917" y="84773"/>
                    </a:lnTo>
                    <a:lnTo>
                      <a:pt x="101917" y="28575"/>
                    </a:lnTo>
                    <a:lnTo>
                      <a:pt x="121920" y="28575"/>
                    </a:lnTo>
                    <a:lnTo>
                      <a:pt x="148590" y="28575"/>
                    </a:lnTo>
                    <a:lnTo>
                      <a:pt x="169545" y="28575"/>
                    </a:lnTo>
                    <a:lnTo>
                      <a:pt x="169545" y="0"/>
                    </a:lnTo>
                    <a:lnTo>
                      <a:pt x="246698" y="51435"/>
                    </a:lnTo>
                    <a:lnTo>
                      <a:pt x="211455" y="51435"/>
                    </a:lnTo>
                    <a:lnTo>
                      <a:pt x="230505" y="229553"/>
                    </a:lnTo>
                    <a:lnTo>
                      <a:pt x="230505" y="231458"/>
                    </a:lnTo>
                    <a:lnTo>
                      <a:pt x="231458" y="233363"/>
                    </a:lnTo>
                    <a:lnTo>
                      <a:pt x="232410" y="235268"/>
                    </a:lnTo>
                    <a:lnTo>
                      <a:pt x="233362" y="236220"/>
                    </a:lnTo>
                    <a:lnTo>
                      <a:pt x="234315" y="237173"/>
                    </a:lnTo>
                    <a:lnTo>
                      <a:pt x="235267" y="238125"/>
                    </a:lnTo>
                    <a:lnTo>
                      <a:pt x="236220" y="239078"/>
                    </a:lnTo>
                    <a:lnTo>
                      <a:pt x="236220" y="241935"/>
                    </a:lnTo>
                    <a:lnTo>
                      <a:pt x="234315" y="251460"/>
                    </a:lnTo>
                    <a:lnTo>
                      <a:pt x="232410" y="252413"/>
                    </a:lnTo>
                    <a:lnTo>
                      <a:pt x="229553" y="253365"/>
                    </a:lnTo>
                    <a:lnTo>
                      <a:pt x="164783" y="253365"/>
                    </a:lnTo>
                    <a:lnTo>
                      <a:pt x="158115" y="252413"/>
                    </a:lnTo>
                    <a:lnTo>
                      <a:pt x="155258" y="249555"/>
                    </a:lnTo>
                    <a:lnTo>
                      <a:pt x="154305" y="250508"/>
                    </a:lnTo>
                    <a:lnTo>
                      <a:pt x="153353" y="251460"/>
                    </a:lnTo>
                    <a:lnTo>
                      <a:pt x="153353" y="252413"/>
                    </a:lnTo>
                    <a:lnTo>
                      <a:pt x="152400" y="253365"/>
                    </a:lnTo>
                    <a:lnTo>
                      <a:pt x="149542" y="254318"/>
                    </a:lnTo>
                    <a:lnTo>
                      <a:pt x="145733" y="254318"/>
                    </a:lnTo>
                    <a:lnTo>
                      <a:pt x="141923" y="254318"/>
                    </a:lnTo>
                    <a:lnTo>
                      <a:pt x="139065" y="254318"/>
                    </a:lnTo>
                    <a:lnTo>
                      <a:pt x="132398" y="253365"/>
                    </a:lnTo>
                    <a:lnTo>
                      <a:pt x="130492" y="253365"/>
                    </a:lnTo>
                    <a:lnTo>
                      <a:pt x="128588" y="254318"/>
                    </a:lnTo>
                    <a:lnTo>
                      <a:pt x="124778" y="258128"/>
                    </a:lnTo>
                    <a:lnTo>
                      <a:pt x="123825" y="259080"/>
                    </a:lnTo>
                    <a:lnTo>
                      <a:pt x="120015" y="257175"/>
                    </a:lnTo>
                    <a:lnTo>
                      <a:pt x="116205" y="252413"/>
                    </a:lnTo>
                    <a:lnTo>
                      <a:pt x="112395" y="249555"/>
                    </a:lnTo>
                    <a:lnTo>
                      <a:pt x="107632" y="252413"/>
                    </a:lnTo>
                    <a:lnTo>
                      <a:pt x="105728" y="257175"/>
                    </a:lnTo>
                    <a:lnTo>
                      <a:pt x="103823" y="262890"/>
                    </a:lnTo>
                    <a:lnTo>
                      <a:pt x="100965" y="266700"/>
                    </a:lnTo>
                    <a:lnTo>
                      <a:pt x="96203" y="265748"/>
                    </a:lnTo>
                    <a:lnTo>
                      <a:pt x="93345" y="263843"/>
                    </a:lnTo>
                    <a:lnTo>
                      <a:pt x="90488" y="261938"/>
                    </a:lnTo>
                    <a:lnTo>
                      <a:pt x="87630" y="260033"/>
                    </a:lnTo>
                    <a:lnTo>
                      <a:pt x="85725" y="258128"/>
                    </a:lnTo>
                    <a:lnTo>
                      <a:pt x="81915" y="253365"/>
                    </a:lnTo>
                    <a:lnTo>
                      <a:pt x="80010" y="251460"/>
                    </a:lnTo>
                    <a:lnTo>
                      <a:pt x="77153" y="247650"/>
                    </a:lnTo>
                    <a:lnTo>
                      <a:pt x="75248" y="243840"/>
                    </a:lnTo>
                    <a:lnTo>
                      <a:pt x="73342" y="240030"/>
                    </a:lnTo>
                    <a:lnTo>
                      <a:pt x="70485" y="239078"/>
                    </a:lnTo>
                    <a:lnTo>
                      <a:pt x="68580" y="239078"/>
                    </a:lnTo>
                    <a:lnTo>
                      <a:pt x="66675" y="239078"/>
                    </a:lnTo>
                    <a:lnTo>
                      <a:pt x="64770" y="239078"/>
                    </a:lnTo>
                    <a:lnTo>
                      <a:pt x="62865" y="237173"/>
                    </a:lnTo>
                    <a:lnTo>
                      <a:pt x="60007" y="234315"/>
                    </a:lnTo>
                    <a:lnTo>
                      <a:pt x="58103" y="231458"/>
                    </a:lnTo>
                    <a:lnTo>
                      <a:pt x="55245" y="229553"/>
                    </a:lnTo>
                    <a:lnTo>
                      <a:pt x="51435" y="228600"/>
                    </a:lnTo>
                    <a:lnTo>
                      <a:pt x="45720" y="228600"/>
                    </a:lnTo>
                    <a:lnTo>
                      <a:pt x="40957" y="228600"/>
                    </a:lnTo>
                    <a:lnTo>
                      <a:pt x="24765" y="232410"/>
                    </a:lnTo>
                    <a:lnTo>
                      <a:pt x="22860" y="232410"/>
                    </a:lnTo>
                    <a:lnTo>
                      <a:pt x="21907" y="232410"/>
                    </a:lnTo>
                    <a:lnTo>
                      <a:pt x="20003" y="231458"/>
                    </a:lnTo>
                    <a:lnTo>
                      <a:pt x="18097" y="231458"/>
                    </a:lnTo>
                    <a:lnTo>
                      <a:pt x="17145" y="231458"/>
                    </a:lnTo>
                    <a:lnTo>
                      <a:pt x="14288" y="234315"/>
                    </a:lnTo>
                    <a:lnTo>
                      <a:pt x="12382" y="237173"/>
                    </a:lnTo>
                    <a:lnTo>
                      <a:pt x="12382" y="237173"/>
                    </a:lnTo>
                    <a:close/>
                    <a:moveTo>
                      <a:pt x="12382" y="164783"/>
                    </a:moveTo>
                    <a:lnTo>
                      <a:pt x="12382" y="164783"/>
                    </a:lnTo>
                    <a:lnTo>
                      <a:pt x="13335" y="165735"/>
                    </a:lnTo>
                    <a:lnTo>
                      <a:pt x="14288" y="164783"/>
                    </a:lnTo>
                    <a:lnTo>
                      <a:pt x="15240" y="163830"/>
                    </a:lnTo>
                    <a:lnTo>
                      <a:pt x="15240" y="161925"/>
                    </a:lnTo>
                    <a:lnTo>
                      <a:pt x="15240" y="160020"/>
                    </a:lnTo>
                    <a:lnTo>
                      <a:pt x="13335" y="160973"/>
                    </a:lnTo>
                    <a:lnTo>
                      <a:pt x="13335" y="160973"/>
                    </a:lnTo>
                    <a:lnTo>
                      <a:pt x="12382" y="161925"/>
                    </a:lnTo>
                    <a:lnTo>
                      <a:pt x="11430" y="162878"/>
                    </a:lnTo>
                    <a:lnTo>
                      <a:pt x="12382" y="164783"/>
                    </a:lnTo>
                    <a:lnTo>
                      <a:pt x="12382" y="16478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51" name="Freeform: Shape 195">
                <a:extLst>
                  <a:ext uri="{FF2B5EF4-FFF2-40B4-BE49-F238E27FC236}">
                    <a16:creationId xmlns:a16="http://schemas.microsoft.com/office/drawing/2014/main" id="{0ACFC7DD-2424-EC99-F99C-550A8275429B}"/>
                  </a:ext>
                </a:extLst>
              </p:cNvPr>
              <p:cNvSpPr/>
              <p:nvPr/>
            </p:nvSpPr>
            <p:spPr>
              <a:xfrm>
                <a:off x="6669344" y="3870475"/>
                <a:ext cx="150753" cy="142506"/>
              </a:xfrm>
              <a:custGeom>
                <a:avLst/>
                <a:gdLst>
                  <a:gd name="connsiteX0" fmla="*/ 42863 w 136207"/>
                  <a:gd name="connsiteY0" fmla="*/ 2857 h 120015"/>
                  <a:gd name="connsiteX1" fmla="*/ 42863 w 136207"/>
                  <a:gd name="connsiteY1" fmla="*/ 2857 h 120015"/>
                  <a:gd name="connsiteX2" fmla="*/ 50483 w 136207"/>
                  <a:gd name="connsiteY2" fmla="*/ 18098 h 120015"/>
                  <a:gd name="connsiteX3" fmla="*/ 53340 w 136207"/>
                  <a:gd name="connsiteY3" fmla="*/ 26670 h 120015"/>
                  <a:gd name="connsiteX4" fmla="*/ 56197 w 136207"/>
                  <a:gd name="connsiteY4" fmla="*/ 39053 h 120015"/>
                  <a:gd name="connsiteX5" fmla="*/ 57150 w 136207"/>
                  <a:gd name="connsiteY5" fmla="*/ 42863 h 120015"/>
                  <a:gd name="connsiteX6" fmla="*/ 59055 w 136207"/>
                  <a:gd name="connsiteY6" fmla="*/ 46673 h 120015"/>
                  <a:gd name="connsiteX7" fmla="*/ 65722 w 136207"/>
                  <a:gd name="connsiteY7" fmla="*/ 60007 h 120015"/>
                  <a:gd name="connsiteX8" fmla="*/ 67628 w 136207"/>
                  <a:gd name="connsiteY8" fmla="*/ 62865 h 120015"/>
                  <a:gd name="connsiteX9" fmla="*/ 67628 w 136207"/>
                  <a:gd name="connsiteY9" fmla="*/ 60960 h 120015"/>
                  <a:gd name="connsiteX10" fmla="*/ 67628 w 136207"/>
                  <a:gd name="connsiteY10" fmla="*/ 59055 h 120015"/>
                  <a:gd name="connsiteX11" fmla="*/ 67628 w 136207"/>
                  <a:gd name="connsiteY11" fmla="*/ 57150 h 120015"/>
                  <a:gd name="connsiteX12" fmla="*/ 69533 w 136207"/>
                  <a:gd name="connsiteY12" fmla="*/ 56198 h 120015"/>
                  <a:gd name="connsiteX13" fmla="*/ 71438 w 136207"/>
                  <a:gd name="connsiteY13" fmla="*/ 57150 h 120015"/>
                  <a:gd name="connsiteX14" fmla="*/ 72390 w 136207"/>
                  <a:gd name="connsiteY14" fmla="*/ 60007 h 120015"/>
                  <a:gd name="connsiteX15" fmla="*/ 73342 w 136207"/>
                  <a:gd name="connsiteY15" fmla="*/ 62865 h 120015"/>
                  <a:gd name="connsiteX16" fmla="*/ 75247 w 136207"/>
                  <a:gd name="connsiteY16" fmla="*/ 64770 h 120015"/>
                  <a:gd name="connsiteX17" fmla="*/ 78105 w 136207"/>
                  <a:gd name="connsiteY17" fmla="*/ 65723 h 120015"/>
                  <a:gd name="connsiteX18" fmla="*/ 83820 w 136207"/>
                  <a:gd name="connsiteY18" fmla="*/ 67628 h 120015"/>
                  <a:gd name="connsiteX19" fmla="*/ 94297 w 136207"/>
                  <a:gd name="connsiteY19" fmla="*/ 73343 h 120015"/>
                  <a:gd name="connsiteX20" fmla="*/ 97155 w 136207"/>
                  <a:gd name="connsiteY20" fmla="*/ 75247 h 120015"/>
                  <a:gd name="connsiteX21" fmla="*/ 99060 w 136207"/>
                  <a:gd name="connsiteY21" fmla="*/ 78105 h 120015"/>
                  <a:gd name="connsiteX22" fmla="*/ 102870 w 136207"/>
                  <a:gd name="connsiteY22" fmla="*/ 83820 h 120015"/>
                  <a:gd name="connsiteX23" fmla="*/ 104775 w 136207"/>
                  <a:gd name="connsiteY23" fmla="*/ 86678 h 120015"/>
                  <a:gd name="connsiteX24" fmla="*/ 107633 w 136207"/>
                  <a:gd name="connsiteY24" fmla="*/ 88582 h 120015"/>
                  <a:gd name="connsiteX25" fmla="*/ 113347 w 136207"/>
                  <a:gd name="connsiteY25" fmla="*/ 92393 h 120015"/>
                  <a:gd name="connsiteX26" fmla="*/ 116205 w 136207"/>
                  <a:gd name="connsiteY26" fmla="*/ 94297 h 120015"/>
                  <a:gd name="connsiteX27" fmla="*/ 117158 w 136207"/>
                  <a:gd name="connsiteY27" fmla="*/ 95250 h 120015"/>
                  <a:gd name="connsiteX28" fmla="*/ 119063 w 136207"/>
                  <a:gd name="connsiteY28" fmla="*/ 98107 h 120015"/>
                  <a:gd name="connsiteX29" fmla="*/ 119063 w 136207"/>
                  <a:gd name="connsiteY29" fmla="*/ 99060 h 120015"/>
                  <a:gd name="connsiteX30" fmla="*/ 119063 w 136207"/>
                  <a:gd name="connsiteY30" fmla="*/ 100965 h 120015"/>
                  <a:gd name="connsiteX31" fmla="*/ 119063 w 136207"/>
                  <a:gd name="connsiteY31" fmla="*/ 101918 h 120015"/>
                  <a:gd name="connsiteX32" fmla="*/ 120015 w 136207"/>
                  <a:gd name="connsiteY32" fmla="*/ 101918 h 120015"/>
                  <a:gd name="connsiteX33" fmla="*/ 120967 w 136207"/>
                  <a:gd name="connsiteY33" fmla="*/ 101918 h 120015"/>
                  <a:gd name="connsiteX34" fmla="*/ 121920 w 136207"/>
                  <a:gd name="connsiteY34" fmla="*/ 101918 h 120015"/>
                  <a:gd name="connsiteX35" fmla="*/ 121920 w 136207"/>
                  <a:gd name="connsiteY35" fmla="*/ 101918 h 120015"/>
                  <a:gd name="connsiteX36" fmla="*/ 126683 w 136207"/>
                  <a:gd name="connsiteY36" fmla="*/ 106680 h 120015"/>
                  <a:gd name="connsiteX37" fmla="*/ 129540 w 136207"/>
                  <a:gd name="connsiteY37" fmla="*/ 109538 h 120015"/>
                  <a:gd name="connsiteX38" fmla="*/ 132397 w 136207"/>
                  <a:gd name="connsiteY38" fmla="*/ 110490 h 120015"/>
                  <a:gd name="connsiteX39" fmla="*/ 133350 w 136207"/>
                  <a:gd name="connsiteY39" fmla="*/ 108585 h 120015"/>
                  <a:gd name="connsiteX40" fmla="*/ 134303 w 136207"/>
                  <a:gd name="connsiteY40" fmla="*/ 109538 h 120015"/>
                  <a:gd name="connsiteX41" fmla="*/ 135255 w 136207"/>
                  <a:gd name="connsiteY41" fmla="*/ 110490 h 120015"/>
                  <a:gd name="connsiteX42" fmla="*/ 136208 w 136207"/>
                  <a:gd name="connsiteY42" fmla="*/ 111443 h 120015"/>
                  <a:gd name="connsiteX43" fmla="*/ 136208 w 136207"/>
                  <a:gd name="connsiteY43" fmla="*/ 112395 h 120015"/>
                  <a:gd name="connsiteX44" fmla="*/ 132397 w 136207"/>
                  <a:gd name="connsiteY44" fmla="*/ 113347 h 120015"/>
                  <a:gd name="connsiteX45" fmla="*/ 131445 w 136207"/>
                  <a:gd name="connsiteY45" fmla="*/ 114300 h 120015"/>
                  <a:gd name="connsiteX46" fmla="*/ 128588 w 136207"/>
                  <a:gd name="connsiteY46" fmla="*/ 116205 h 120015"/>
                  <a:gd name="connsiteX47" fmla="*/ 127635 w 136207"/>
                  <a:gd name="connsiteY47" fmla="*/ 119063 h 120015"/>
                  <a:gd name="connsiteX48" fmla="*/ 126683 w 136207"/>
                  <a:gd name="connsiteY48" fmla="*/ 120015 h 120015"/>
                  <a:gd name="connsiteX49" fmla="*/ 124778 w 136207"/>
                  <a:gd name="connsiteY49" fmla="*/ 120015 h 120015"/>
                  <a:gd name="connsiteX50" fmla="*/ 122872 w 136207"/>
                  <a:gd name="connsiteY50" fmla="*/ 119063 h 120015"/>
                  <a:gd name="connsiteX51" fmla="*/ 120967 w 136207"/>
                  <a:gd name="connsiteY51" fmla="*/ 118110 h 120015"/>
                  <a:gd name="connsiteX52" fmla="*/ 119063 w 136207"/>
                  <a:gd name="connsiteY52" fmla="*/ 119063 h 120015"/>
                  <a:gd name="connsiteX53" fmla="*/ 86678 w 136207"/>
                  <a:gd name="connsiteY53" fmla="*/ 85725 h 120015"/>
                  <a:gd name="connsiteX54" fmla="*/ 80963 w 136207"/>
                  <a:gd name="connsiteY54" fmla="*/ 80963 h 120015"/>
                  <a:gd name="connsiteX55" fmla="*/ 73342 w 136207"/>
                  <a:gd name="connsiteY55" fmla="*/ 78105 h 120015"/>
                  <a:gd name="connsiteX56" fmla="*/ 66675 w 136207"/>
                  <a:gd name="connsiteY56" fmla="*/ 77153 h 120015"/>
                  <a:gd name="connsiteX57" fmla="*/ 57150 w 136207"/>
                  <a:gd name="connsiteY57" fmla="*/ 77153 h 120015"/>
                  <a:gd name="connsiteX58" fmla="*/ 54292 w 136207"/>
                  <a:gd name="connsiteY58" fmla="*/ 76200 h 120015"/>
                  <a:gd name="connsiteX59" fmla="*/ 53340 w 136207"/>
                  <a:gd name="connsiteY59" fmla="*/ 76200 h 120015"/>
                  <a:gd name="connsiteX60" fmla="*/ 52388 w 136207"/>
                  <a:gd name="connsiteY60" fmla="*/ 75247 h 120015"/>
                  <a:gd name="connsiteX61" fmla="*/ 51435 w 136207"/>
                  <a:gd name="connsiteY61" fmla="*/ 75247 h 120015"/>
                  <a:gd name="connsiteX62" fmla="*/ 50483 w 136207"/>
                  <a:gd name="connsiteY62" fmla="*/ 75247 h 120015"/>
                  <a:gd name="connsiteX63" fmla="*/ 48578 w 136207"/>
                  <a:gd name="connsiteY63" fmla="*/ 76200 h 120015"/>
                  <a:gd name="connsiteX64" fmla="*/ 44767 w 136207"/>
                  <a:gd name="connsiteY64" fmla="*/ 78105 h 120015"/>
                  <a:gd name="connsiteX65" fmla="*/ 42863 w 136207"/>
                  <a:gd name="connsiteY65" fmla="*/ 79057 h 120015"/>
                  <a:gd name="connsiteX66" fmla="*/ 40958 w 136207"/>
                  <a:gd name="connsiteY66" fmla="*/ 79057 h 120015"/>
                  <a:gd name="connsiteX67" fmla="*/ 40005 w 136207"/>
                  <a:gd name="connsiteY67" fmla="*/ 79057 h 120015"/>
                  <a:gd name="connsiteX68" fmla="*/ 39053 w 136207"/>
                  <a:gd name="connsiteY68" fmla="*/ 79057 h 120015"/>
                  <a:gd name="connsiteX69" fmla="*/ 35242 w 136207"/>
                  <a:gd name="connsiteY69" fmla="*/ 76200 h 120015"/>
                  <a:gd name="connsiteX70" fmla="*/ 30480 w 136207"/>
                  <a:gd name="connsiteY70" fmla="*/ 72390 h 120015"/>
                  <a:gd name="connsiteX71" fmla="*/ 28575 w 136207"/>
                  <a:gd name="connsiteY71" fmla="*/ 70485 h 120015"/>
                  <a:gd name="connsiteX72" fmla="*/ 24765 w 136207"/>
                  <a:gd name="connsiteY72" fmla="*/ 79057 h 120015"/>
                  <a:gd name="connsiteX73" fmla="*/ 22860 w 136207"/>
                  <a:gd name="connsiteY73" fmla="*/ 81915 h 120015"/>
                  <a:gd name="connsiteX74" fmla="*/ 20955 w 136207"/>
                  <a:gd name="connsiteY74" fmla="*/ 84772 h 120015"/>
                  <a:gd name="connsiteX75" fmla="*/ 20003 w 136207"/>
                  <a:gd name="connsiteY75" fmla="*/ 84772 h 120015"/>
                  <a:gd name="connsiteX76" fmla="*/ 19050 w 136207"/>
                  <a:gd name="connsiteY76" fmla="*/ 82868 h 120015"/>
                  <a:gd name="connsiteX77" fmla="*/ 17145 w 136207"/>
                  <a:gd name="connsiteY77" fmla="*/ 80963 h 120015"/>
                  <a:gd name="connsiteX78" fmla="*/ 15240 w 136207"/>
                  <a:gd name="connsiteY78" fmla="*/ 80010 h 120015"/>
                  <a:gd name="connsiteX79" fmla="*/ 14288 w 136207"/>
                  <a:gd name="connsiteY79" fmla="*/ 80963 h 120015"/>
                  <a:gd name="connsiteX80" fmla="*/ 13335 w 136207"/>
                  <a:gd name="connsiteY80" fmla="*/ 81915 h 120015"/>
                  <a:gd name="connsiteX81" fmla="*/ 11430 w 136207"/>
                  <a:gd name="connsiteY81" fmla="*/ 82868 h 120015"/>
                  <a:gd name="connsiteX82" fmla="*/ 9525 w 136207"/>
                  <a:gd name="connsiteY82" fmla="*/ 82868 h 120015"/>
                  <a:gd name="connsiteX83" fmla="*/ 4763 w 136207"/>
                  <a:gd name="connsiteY83" fmla="*/ 81915 h 120015"/>
                  <a:gd name="connsiteX84" fmla="*/ 1905 w 136207"/>
                  <a:gd name="connsiteY84" fmla="*/ 82868 h 120015"/>
                  <a:gd name="connsiteX85" fmla="*/ 1905 w 136207"/>
                  <a:gd name="connsiteY85" fmla="*/ 80010 h 120015"/>
                  <a:gd name="connsiteX86" fmla="*/ 953 w 136207"/>
                  <a:gd name="connsiteY86" fmla="*/ 75247 h 120015"/>
                  <a:gd name="connsiteX87" fmla="*/ 0 w 136207"/>
                  <a:gd name="connsiteY87" fmla="*/ 68580 h 120015"/>
                  <a:gd name="connsiteX88" fmla="*/ 0 w 136207"/>
                  <a:gd name="connsiteY88" fmla="*/ 64770 h 120015"/>
                  <a:gd name="connsiteX89" fmla="*/ 953 w 136207"/>
                  <a:gd name="connsiteY89" fmla="*/ 63818 h 120015"/>
                  <a:gd name="connsiteX90" fmla="*/ 1905 w 136207"/>
                  <a:gd name="connsiteY90" fmla="*/ 62865 h 120015"/>
                  <a:gd name="connsiteX91" fmla="*/ 2858 w 136207"/>
                  <a:gd name="connsiteY91" fmla="*/ 61913 h 120015"/>
                  <a:gd name="connsiteX92" fmla="*/ 2858 w 136207"/>
                  <a:gd name="connsiteY92" fmla="*/ 60960 h 120015"/>
                  <a:gd name="connsiteX93" fmla="*/ 4763 w 136207"/>
                  <a:gd name="connsiteY93" fmla="*/ 55245 h 120015"/>
                  <a:gd name="connsiteX94" fmla="*/ 4763 w 136207"/>
                  <a:gd name="connsiteY94" fmla="*/ 54293 h 120015"/>
                  <a:gd name="connsiteX95" fmla="*/ 4763 w 136207"/>
                  <a:gd name="connsiteY95" fmla="*/ 53340 h 120015"/>
                  <a:gd name="connsiteX96" fmla="*/ 4763 w 136207"/>
                  <a:gd name="connsiteY96" fmla="*/ 52388 h 120015"/>
                  <a:gd name="connsiteX97" fmla="*/ 4763 w 136207"/>
                  <a:gd name="connsiteY97" fmla="*/ 51435 h 120015"/>
                  <a:gd name="connsiteX98" fmla="*/ 5715 w 136207"/>
                  <a:gd name="connsiteY98" fmla="*/ 50482 h 120015"/>
                  <a:gd name="connsiteX99" fmla="*/ 6667 w 136207"/>
                  <a:gd name="connsiteY99" fmla="*/ 48578 h 120015"/>
                  <a:gd name="connsiteX100" fmla="*/ 7620 w 136207"/>
                  <a:gd name="connsiteY100" fmla="*/ 44768 h 120015"/>
                  <a:gd name="connsiteX101" fmla="*/ 8572 w 136207"/>
                  <a:gd name="connsiteY101" fmla="*/ 41910 h 120015"/>
                  <a:gd name="connsiteX102" fmla="*/ 8572 w 136207"/>
                  <a:gd name="connsiteY102" fmla="*/ 38100 h 120015"/>
                  <a:gd name="connsiteX103" fmla="*/ 8572 w 136207"/>
                  <a:gd name="connsiteY103" fmla="*/ 34290 h 120015"/>
                  <a:gd name="connsiteX104" fmla="*/ 8572 w 136207"/>
                  <a:gd name="connsiteY104" fmla="*/ 33338 h 120015"/>
                  <a:gd name="connsiteX105" fmla="*/ 8572 w 136207"/>
                  <a:gd name="connsiteY105" fmla="*/ 32385 h 120015"/>
                  <a:gd name="connsiteX106" fmla="*/ 8572 w 136207"/>
                  <a:gd name="connsiteY106" fmla="*/ 31432 h 120015"/>
                  <a:gd name="connsiteX107" fmla="*/ 8572 w 136207"/>
                  <a:gd name="connsiteY107" fmla="*/ 30480 h 120015"/>
                  <a:gd name="connsiteX108" fmla="*/ 9525 w 136207"/>
                  <a:gd name="connsiteY108" fmla="*/ 28575 h 120015"/>
                  <a:gd name="connsiteX109" fmla="*/ 10478 w 136207"/>
                  <a:gd name="connsiteY109" fmla="*/ 27623 h 120015"/>
                  <a:gd name="connsiteX110" fmla="*/ 10478 w 136207"/>
                  <a:gd name="connsiteY110" fmla="*/ 26670 h 120015"/>
                  <a:gd name="connsiteX111" fmla="*/ 10478 w 136207"/>
                  <a:gd name="connsiteY111" fmla="*/ 25718 h 120015"/>
                  <a:gd name="connsiteX112" fmla="*/ 10478 w 136207"/>
                  <a:gd name="connsiteY112" fmla="*/ 24765 h 120015"/>
                  <a:gd name="connsiteX113" fmla="*/ 10478 w 136207"/>
                  <a:gd name="connsiteY113" fmla="*/ 23813 h 120015"/>
                  <a:gd name="connsiteX114" fmla="*/ 10478 w 136207"/>
                  <a:gd name="connsiteY114" fmla="*/ 22860 h 120015"/>
                  <a:gd name="connsiteX115" fmla="*/ 10478 w 136207"/>
                  <a:gd name="connsiteY115" fmla="*/ 21907 h 120015"/>
                  <a:gd name="connsiteX116" fmla="*/ 10478 w 136207"/>
                  <a:gd name="connsiteY116" fmla="*/ 20955 h 120015"/>
                  <a:gd name="connsiteX117" fmla="*/ 11430 w 136207"/>
                  <a:gd name="connsiteY117" fmla="*/ 20955 h 120015"/>
                  <a:gd name="connsiteX118" fmla="*/ 12383 w 136207"/>
                  <a:gd name="connsiteY118" fmla="*/ 20955 h 120015"/>
                  <a:gd name="connsiteX119" fmla="*/ 13335 w 136207"/>
                  <a:gd name="connsiteY119" fmla="*/ 20955 h 120015"/>
                  <a:gd name="connsiteX120" fmla="*/ 14288 w 136207"/>
                  <a:gd name="connsiteY120" fmla="*/ 20955 h 120015"/>
                  <a:gd name="connsiteX121" fmla="*/ 15240 w 136207"/>
                  <a:gd name="connsiteY121" fmla="*/ 20955 h 120015"/>
                  <a:gd name="connsiteX122" fmla="*/ 16192 w 136207"/>
                  <a:gd name="connsiteY122" fmla="*/ 20955 h 120015"/>
                  <a:gd name="connsiteX123" fmla="*/ 17145 w 136207"/>
                  <a:gd name="connsiteY123" fmla="*/ 20955 h 120015"/>
                  <a:gd name="connsiteX124" fmla="*/ 18097 w 136207"/>
                  <a:gd name="connsiteY124" fmla="*/ 20955 h 120015"/>
                  <a:gd name="connsiteX125" fmla="*/ 20955 w 136207"/>
                  <a:gd name="connsiteY125" fmla="*/ 20955 h 120015"/>
                  <a:gd name="connsiteX126" fmla="*/ 21908 w 136207"/>
                  <a:gd name="connsiteY126" fmla="*/ 20003 h 120015"/>
                  <a:gd name="connsiteX127" fmla="*/ 21908 w 136207"/>
                  <a:gd name="connsiteY127" fmla="*/ 19050 h 120015"/>
                  <a:gd name="connsiteX128" fmla="*/ 21908 w 136207"/>
                  <a:gd name="connsiteY128" fmla="*/ 18098 h 120015"/>
                  <a:gd name="connsiteX129" fmla="*/ 21908 w 136207"/>
                  <a:gd name="connsiteY129" fmla="*/ 17145 h 120015"/>
                  <a:gd name="connsiteX130" fmla="*/ 21908 w 136207"/>
                  <a:gd name="connsiteY130" fmla="*/ 16193 h 120015"/>
                  <a:gd name="connsiteX131" fmla="*/ 21908 w 136207"/>
                  <a:gd name="connsiteY131" fmla="*/ 15240 h 120015"/>
                  <a:gd name="connsiteX132" fmla="*/ 21908 w 136207"/>
                  <a:gd name="connsiteY132" fmla="*/ 14288 h 120015"/>
                  <a:gd name="connsiteX133" fmla="*/ 21908 w 136207"/>
                  <a:gd name="connsiteY133" fmla="*/ 13335 h 120015"/>
                  <a:gd name="connsiteX134" fmla="*/ 22860 w 136207"/>
                  <a:gd name="connsiteY134" fmla="*/ 13335 h 120015"/>
                  <a:gd name="connsiteX135" fmla="*/ 23813 w 136207"/>
                  <a:gd name="connsiteY135" fmla="*/ 13335 h 120015"/>
                  <a:gd name="connsiteX136" fmla="*/ 24765 w 136207"/>
                  <a:gd name="connsiteY136" fmla="*/ 13335 h 120015"/>
                  <a:gd name="connsiteX137" fmla="*/ 25717 w 136207"/>
                  <a:gd name="connsiteY137" fmla="*/ 13335 h 120015"/>
                  <a:gd name="connsiteX138" fmla="*/ 28575 w 136207"/>
                  <a:gd name="connsiteY138" fmla="*/ 11430 h 120015"/>
                  <a:gd name="connsiteX139" fmla="*/ 30480 w 136207"/>
                  <a:gd name="connsiteY139" fmla="*/ 11430 h 120015"/>
                  <a:gd name="connsiteX140" fmla="*/ 31433 w 136207"/>
                  <a:gd name="connsiteY140" fmla="*/ 11430 h 120015"/>
                  <a:gd name="connsiteX141" fmla="*/ 32385 w 136207"/>
                  <a:gd name="connsiteY141" fmla="*/ 10478 h 120015"/>
                  <a:gd name="connsiteX142" fmla="*/ 36195 w 136207"/>
                  <a:gd name="connsiteY142" fmla="*/ 9525 h 120015"/>
                  <a:gd name="connsiteX143" fmla="*/ 36195 w 136207"/>
                  <a:gd name="connsiteY143" fmla="*/ 9525 h 120015"/>
                  <a:gd name="connsiteX144" fmla="*/ 36195 w 136207"/>
                  <a:gd name="connsiteY144" fmla="*/ 9525 h 120015"/>
                  <a:gd name="connsiteX145" fmla="*/ 36195 w 136207"/>
                  <a:gd name="connsiteY145" fmla="*/ 9525 h 120015"/>
                  <a:gd name="connsiteX146" fmla="*/ 36195 w 136207"/>
                  <a:gd name="connsiteY146" fmla="*/ 9525 h 120015"/>
                  <a:gd name="connsiteX147" fmla="*/ 36195 w 136207"/>
                  <a:gd name="connsiteY147" fmla="*/ 8573 h 120015"/>
                  <a:gd name="connsiteX148" fmla="*/ 38100 w 136207"/>
                  <a:gd name="connsiteY148" fmla="*/ 7620 h 120015"/>
                  <a:gd name="connsiteX149" fmla="*/ 38100 w 136207"/>
                  <a:gd name="connsiteY149" fmla="*/ 7620 h 120015"/>
                  <a:gd name="connsiteX150" fmla="*/ 38100 w 136207"/>
                  <a:gd name="connsiteY150" fmla="*/ 6668 h 120015"/>
                  <a:gd name="connsiteX151" fmla="*/ 38100 w 136207"/>
                  <a:gd name="connsiteY151" fmla="*/ 5715 h 120015"/>
                  <a:gd name="connsiteX152" fmla="*/ 38100 w 136207"/>
                  <a:gd name="connsiteY152" fmla="*/ 4763 h 120015"/>
                  <a:gd name="connsiteX153" fmla="*/ 38100 w 136207"/>
                  <a:gd name="connsiteY153" fmla="*/ 3810 h 120015"/>
                  <a:gd name="connsiteX154" fmla="*/ 38100 w 136207"/>
                  <a:gd name="connsiteY154" fmla="*/ 2857 h 120015"/>
                  <a:gd name="connsiteX155" fmla="*/ 38100 w 136207"/>
                  <a:gd name="connsiteY155" fmla="*/ 1905 h 120015"/>
                  <a:gd name="connsiteX156" fmla="*/ 38100 w 136207"/>
                  <a:gd name="connsiteY156" fmla="*/ 953 h 120015"/>
                  <a:gd name="connsiteX157" fmla="*/ 39053 w 136207"/>
                  <a:gd name="connsiteY157" fmla="*/ 0 h 120015"/>
                  <a:gd name="connsiteX158" fmla="*/ 42863 w 136207"/>
                  <a:gd name="connsiteY158" fmla="*/ 2857 h 120015"/>
                  <a:gd name="connsiteX159" fmla="*/ 42863 w 136207"/>
                  <a:gd name="connsiteY159" fmla="*/ 2857 h 120015"/>
                  <a:gd name="connsiteX160" fmla="*/ 71438 w 136207"/>
                  <a:gd name="connsiteY160" fmla="*/ 51435 h 120015"/>
                  <a:gd name="connsiteX161" fmla="*/ 71438 w 136207"/>
                  <a:gd name="connsiteY161" fmla="*/ 51435 h 120015"/>
                  <a:gd name="connsiteX162" fmla="*/ 72390 w 136207"/>
                  <a:gd name="connsiteY162" fmla="*/ 52388 h 120015"/>
                  <a:gd name="connsiteX163" fmla="*/ 76200 w 136207"/>
                  <a:gd name="connsiteY163" fmla="*/ 53340 h 120015"/>
                  <a:gd name="connsiteX164" fmla="*/ 79058 w 136207"/>
                  <a:gd name="connsiteY164" fmla="*/ 53340 h 120015"/>
                  <a:gd name="connsiteX165" fmla="*/ 77153 w 136207"/>
                  <a:gd name="connsiteY165" fmla="*/ 50482 h 120015"/>
                  <a:gd name="connsiteX166" fmla="*/ 76200 w 136207"/>
                  <a:gd name="connsiteY166" fmla="*/ 50482 h 120015"/>
                  <a:gd name="connsiteX167" fmla="*/ 76200 w 136207"/>
                  <a:gd name="connsiteY167" fmla="*/ 50482 h 120015"/>
                  <a:gd name="connsiteX168" fmla="*/ 76200 w 136207"/>
                  <a:gd name="connsiteY168" fmla="*/ 51435 h 120015"/>
                  <a:gd name="connsiteX169" fmla="*/ 76200 w 136207"/>
                  <a:gd name="connsiteY169" fmla="*/ 51435 h 120015"/>
                  <a:gd name="connsiteX170" fmla="*/ 76200 w 136207"/>
                  <a:gd name="connsiteY170" fmla="*/ 51435 h 120015"/>
                  <a:gd name="connsiteX171" fmla="*/ 75247 w 136207"/>
                  <a:gd name="connsiteY171" fmla="*/ 50482 h 120015"/>
                  <a:gd name="connsiteX172" fmla="*/ 75247 w 136207"/>
                  <a:gd name="connsiteY172" fmla="*/ 50482 h 120015"/>
                  <a:gd name="connsiteX173" fmla="*/ 74295 w 136207"/>
                  <a:gd name="connsiteY173" fmla="*/ 49530 h 120015"/>
                  <a:gd name="connsiteX174" fmla="*/ 74295 w 136207"/>
                  <a:gd name="connsiteY174" fmla="*/ 48578 h 120015"/>
                  <a:gd name="connsiteX175" fmla="*/ 73342 w 136207"/>
                  <a:gd name="connsiteY175" fmla="*/ 47625 h 120015"/>
                  <a:gd name="connsiteX176" fmla="*/ 71438 w 136207"/>
                  <a:gd name="connsiteY176" fmla="*/ 47625 h 120015"/>
                  <a:gd name="connsiteX177" fmla="*/ 71438 w 136207"/>
                  <a:gd name="connsiteY177" fmla="*/ 48578 h 120015"/>
                  <a:gd name="connsiteX178" fmla="*/ 71438 w 136207"/>
                  <a:gd name="connsiteY178" fmla="*/ 49530 h 120015"/>
                  <a:gd name="connsiteX179" fmla="*/ 70485 w 136207"/>
                  <a:gd name="connsiteY179" fmla="*/ 51435 h 120015"/>
                  <a:gd name="connsiteX180" fmla="*/ 71438 w 136207"/>
                  <a:gd name="connsiteY180" fmla="*/ 51435 h 120015"/>
                  <a:gd name="connsiteX181" fmla="*/ 72390 w 136207"/>
                  <a:gd name="connsiteY181" fmla="*/ 50482 h 120015"/>
                  <a:gd name="connsiteX182" fmla="*/ 73342 w 136207"/>
                  <a:gd name="connsiteY182" fmla="*/ 51435 h 120015"/>
                  <a:gd name="connsiteX183" fmla="*/ 71438 w 136207"/>
                  <a:gd name="connsiteY183" fmla="*/ 51435 h 120015"/>
                  <a:gd name="connsiteX184" fmla="*/ 71438 w 136207"/>
                  <a:gd name="connsiteY184" fmla="*/ 51435 h 120015"/>
                  <a:gd name="connsiteX185" fmla="*/ 73342 w 136207"/>
                  <a:gd name="connsiteY185" fmla="*/ 44768 h 120015"/>
                  <a:gd name="connsiteX186" fmla="*/ 73342 w 136207"/>
                  <a:gd name="connsiteY186" fmla="*/ 44768 h 120015"/>
                  <a:gd name="connsiteX187" fmla="*/ 73342 w 136207"/>
                  <a:gd name="connsiteY187" fmla="*/ 43815 h 120015"/>
                  <a:gd name="connsiteX188" fmla="*/ 73342 w 136207"/>
                  <a:gd name="connsiteY188" fmla="*/ 42863 h 120015"/>
                  <a:gd name="connsiteX189" fmla="*/ 72390 w 136207"/>
                  <a:gd name="connsiteY189" fmla="*/ 41910 h 120015"/>
                  <a:gd name="connsiteX190" fmla="*/ 71438 w 136207"/>
                  <a:gd name="connsiteY190" fmla="*/ 42863 h 120015"/>
                  <a:gd name="connsiteX191" fmla="*/ 72390 w 136207"/>
                  <a:gd name="connsiteY191" fmla="*/ 42863 h 120015"/>
                  <a:gd name="connsiteX192" fmla="*/ 73342 w 136207"/>
                  <a:gd name="connsiteY192" fmla="*/ 44768 h 120015"/>
                  <a:gd name="connsiteX193" fmla="*/ 73342 w 136207"/>
                  <a:gd name="connsiteY193" fmla="*/ 44768 h 120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36207" h="120015">
                    <a:moveTo>
                      <a:pt x="42863" y="2857"/>
                    </a:moveTo>
                    <a:lnTo>
                      <a:pt x="42863" y="2857"/>
                    </a:lnTo>
                    <a:lnTo>
                      <a:pt x="50483" y="18098"/>
                    </a:lnTo>
                    <a:lnTo>
                      <a:pt x="53340" y="26670"/>
                    </a:lnTo>
                    <a:lnTo>
                      <a:pt x="56197" y="39053"/>
                    </a:lnTo>
                    <a:lnTo>
                      <a:pt x="57150" y="42863"/>
                    </a:lnTo>
                    <a:lnTo>
                      <a:pt x="59055" y="46673"/>
                    </a:lnTo>
                    <a:lnTo>
                      <a:pt x="65722" y="60007"/>
                    </a:lnTo>
                    <a:lnTo>
                      <a:pt x="67628" y="62865"/>
                    </a:lnTo>
                    <a:lnTo>
                      <a:pt x="67628" y="60960"/>
                    </a:lnTo>
                    <a:lnTo>
                      <a:pt x="67628" y="59055"/>
                    </a:lnTo>
                    <a:lnTo>
                      <a:pt x="67628" y="57150"/>
                    </a:lnTo>
                    <a:lnTo>
                      <a:pt x="69533" y="56198"/>
                    </a:lnTo>
                    <a:lnTo>
                      <a:pt x="71438" y="57150"/>
                    </a:lnTo>
                    <a:lnTo>
                      <a:pt x="72390" y="60007"/>
                    </a:lnTo>
                    <a:lnTo>
                      <a:pt x="73342" y="62865"/>
                    </a:lnTo>
                    <a:lnTo>
                      <a:pt x="75247" y="64770"/>
                    </a:lnTo>
                    <a:lnTo>
                      <a:pt x="78105" y="65723"/>
                    </a:lnTo>
                    <a:lnTo>
                      <a:pt x="83820" y="67628"/>
                    </a:lnTo>
                    <a:lnTo>
                      <a:pt x="94297" y="73343"/>
                    </a:lnTo>
                    <a:lnTo>
                      <a:pt x="97155" y="75247"/>
                    </a:lnTo>
                    <a:lnTo>
                      <a:pt x="99060" y="78105"/>
                    </a:lnTo>
                    <a:lnTo>
                      <a:pt x="102870" y="83820"/>
                    </a:lnTo>
                    <a:lnTo>
                      <a:pt x="104775" y="86678"/>
                    </a:lnTo>
                    <a:lnTo>
                      <a:pt x="107633" y="88582"/>
                    </a:lnTo>
                    <a:lnTo>
                      <a:pt x="113347" y="92393"/>
                    </a:lnTo>
                    <a:lnTo>
                      <a:pt x="116205" y="94297"/>
                    </a:lnTo>
                    <a:lnTo>
                      <a:pt x="117158" y="95250"/>
                    </a:lnTo>
                    <a:lnTo>
                      <a:pt x="119063" y="98107"/>
                    </a:lnTo>
                    <a:lnTo>
                      <a:pt x="119063" y="99060"/>
                    </a:lnTo>
                    <a:lnTo>
                      <a:pt x="119063" y="100965"/>
                    </a:lnTo>
                    <a:lnTo>
                      <a:pt x="119063" y="101918"/>
                    </a:lnTo>
                    <a:lnTo>
                      <a:pt x="120015" y="101918"/>
                    </a:lnTo>
                    <a:lnTo>
                      <a:pt x="120967" y="101918"/>
                    </a:lnTo>
                    <a:lnTo>
                      <a:pt x="121920" y="101918"/>
                    </a:lnTo>
                    <a:lnTo>
                      <a:pt x="121920" y="101918"/>
                    </a:lnTo>
                    <a:lnTo>
                      <a:pt x="126683" y="106680"/>
                    </a:lnTo>
                    <a:lnTo>
                      <a:pt x="129540" y="109538"/>
                    </a:lnTo>
                    <a:lnTo>
                      <a:pt x="132397" y="110490"/>
                    </a:lnTo>
                    <a:lnTo>
                      <a:pt x="133350" y="108585"/>
                    </a:lnTo>
                    <a:lnTo>
                      <a:pt x="134303" y="109538"/>
                    </a:lnTo>
                    <a:lnTo>
                      <a:pt x="135255" y="110490"/>
                    </a:lnTo>
                    <a:lnTo>
                      <a:pt x="136208" y="111443"/>
                    </a:lnTo>
                    <a:lnTo>
                      <a:pt x="136208" y="112395"/>
                    </a:lnTo>
                    <a:lnTo>
                      <a:pt x="132397" y="113347"/>
                    </a:lnTo>
                    <a:lnTo>
                      <a:pt x="131445" y="114300"/>
                    </a:lnTo>
                    <a:lnTo>
                      <a:pt x="128588" y="116205"/>
                    </a:lnTo>
                    <a:lnTo>
                      <a:pt x="127635" y="119063"/>
                    </a:lnTo>
                    <a:lnTo>
                      <a:pt x="126683" y="120015"/>
                    </a:lnTo>
                    <a:lnTo>
                      <a:pt x="124778" y="120015"/>
                    </a:lnTo>
                    <a:lnTo>
                      <a:pt x="122872" y="119063"/>
                    </a:lnTo>
                    <a:lnTo>
                      <a:pt x="120967" y="118110"/>
                    </a:lnTo>
                    <a:lnTo>
                      <a:pt x="119063" y="119063"/>
                    </a:lnTo>
                    <a:lnTo>
                      <a:pt x="86678" y="85725"/>
                    </a:lnTo>
                    <a:lnTo>
                      <a:pt x="80963" y="80963"/>
                    </a:lnTo>
                    <a:lnTo>
                      <a:pt x="73342" y="78105"/>
                    </a:lnTo>
                    <a:lnTo>
                      <a:pt x="66675" y="77153"/>
                    </a:lnTo>
                    <a:lnTo>
                      <a:pt x="57150" y="77153"/>
                    </a:lnTo>
                    <a:lnTo>
                      <a:pt x="54292" y="76200"/>
                    </a:lnTo>
                    <a:lnTo>
                      <a:pt x="53340" y="76200"/>
                    </a:lnTo>
                    <a:lnTo>
                      <a:pt x="52388" y="75247"/>
                    </a:lnTo>
                    <a:lnTo>
                      <a:pt x="51435" y="75247"/>
                    </a:lnTo>
                    <a:lnTo>
                      <a:pt x="50483" y="75247"/>
                    </a:lnTo>
                    <a:lnTo>
                      <a:pt x="48578" y="76200"/>
                    </a:lnTo>
                    <a:lnTo>
                      <a:pt x="44767" y="78105"/>
                    </a:lnTo>
                    <a:lnTo>
                      <a:pt x="42863" y="79057"/>
                    </a:lnTo>
                    <a:lnTo>
                      <a:pt x="40958" y="79057"/>
                    </a:lnTo>
                    <a:lnTo>
                      <a:pt x="40005" y="79057"/>
                    </a:lnTo>
                    <a:lnTo>
                      <a:pt x="39053" y="79057"/>
                    </a:lnTo>
                    <a:lnTo>
                      <a:pt x="35242" y="76200"/>
                    </a:lnTo>
                    <a:lnTo>
                      <a:pt x="30480" y="72390"/>
                    </a:lnTo>
                    <a:lnTo>
                      <a:pt x="28575" y="70485"/>
                    </a:lnTo>
                    <a:lnTo>
                      <a:pt x="24765" y="79057"/>
                    </a:lnTo>
                    <a:lnTo>
                      <a:pt x="22860" y="81915"/>
                    </a:lnTo>
                    <a:lnTo>
                      <a:pt x="20955" y="84772"/>
                    </a:lnTo>
                    <a:lnTo>
                      <a:pt x="20003" y="84772"/>
                    </a:lnTo>
                    <a:lnTo>
                      <a:pt x="19050" y="82868"/>
                    </a:lnTo>
                    <a:lnTo>
                      <a:pt x="17145" y="80963"/>
                    </a:lnTo>
                    <a:lnTo>
                      <a:pt x="15240" y="80010"/>
                    </a:lnTo>
                    <a:lnTo>
                      <a:pt x="14288" y="80963"/>
                    </a:lnTo>
                    <a:lnTo>
                      <a:pt x="13335" y="81915"/>
                    </a:lnTo>
                    <a:lnTo>
                      <a:pt x="11430" y="82868"/>
                    </a:lnTo>
                    <a:lnTo>
                      <a:pt x="9525" y="82868"/>
                    </a:lnTo>
                    <a:lnTo>
                      <a:pt x="4763" y="81915"/>
                    </a:lnTo>
                    <a:lnTo>
                      <a:pt x="1905" y="82868"/>
                    </a:lnTo>
                    <a:lnTo>
                      <a:pt x="1905" y="80010"/>
                    </a:lnTo>
                    <a:lnTo>
                      <a:pt x="953" y="75247"/>
                    </a:lnTo>
                    <a:lnTo>
                      <a:pt x="0" y="68580"/>
                    </a:lnTo>
                    <a:lnTo>
                      <a:pt x="0" y="64770"/>
                    </a:lnTo>
                    <a:lnTo>
                      <a:pt x="953" y="63818"/>
                    </a:lnTo>
                    <a:lnTo>
                      <a:pt x="1905" y="62865"/>
                    </a:lnTo>
                    <a:lnTo>
                      <a:pt x="2858" y="61913"/>
                    </a:lnTo>
                    <a:lnTo>
                      <a:pt x="2858" y="60960"/>
                    </a:lnTo>
                    <a:lnTo>
                      <a:pt x="4763" y="55245"/>
                    </a:lnTo>
                    <a:lnTo>
                      <a:pt x="4763" y="54293"/>
                    </a:lnTo>
                    <a:lnTo>
                      <a:pt x="4763" y="53340"/>
                    </a:lnTo>
                    <a:lnTo>
                      <a:pt x="4763" y="52388"/>
                    </a:lnTo>
                    <a:lnTo>
                      <a:pt x="4763" y="51435"/>
                    </a:lnTo>
                    <a:lnTo>
                      <a:pt x="5715" y="50482"/>
                    </a:lnTo>
                    <a:lnTo>
                      <a:pt x="6667" y="48578"/>
                    </a:lnTo>
                    <a:lnTo>
                      <a:pt x="7620" y="44768"/>
                    </a:lnTo>
                    <a:lnTo>
                      <a:pt x="8572" y="41910"/>
                    </a:lnTo>
                    <a:lnTo>
                      <a:pt x="8572" y="38100"/>
                    </a:lnTo>
                    <a:lnTo>
                      <a:pt x="8572" y="34290"/>
                    </a:lnTo>
                    <a:lnTo>
                      <a:pt x="8572" y="33338"/>
                    </a:lnTo>
                    <a:lnTo>
                      <a:pt x="8572" y="32385"/>
                    </a:lnTo>
                    <a:lnTo>
                      <a:pt x="8572" y="31432"/>
                    </a:lnTo>
                    <a:lnTo>
                      <a:pt x="8572" y="30480"/>
                    </a:lnTo>
                    <a:lnTo>
                      <a:pt x="9525" y="28575"/>
                    </a:lnTo>
                    <a:lnTo>
                      <a:pt x="10478" y="27623"/>
                    </a:lnTo>
                    <a:lnTo>
                      <a:pt x="10478" y="26670"/>
                    </a:lnTo>
                    <a:lnTo>
                      <a:pt x="10478" y="25718"/>
                    </a:lnTo>
                    <a:lnTo>
                      <a:pt x="10478" y="24765"/>
                    </a:lnTo>
                    <a:lnTo>
                      <a:pt x="10478" y="23813"/>
                    </a:lnTo>
                    <a:lnTo>
                      <a:pt x="10478" y="22860"/>
                    </a:lnTo>
                    <a:lnTo>
                      <a:pt x="10478" y="21907"/>
                    </a:lnTo>
                    <a:lnTo>
                      <a:pt x="10478" y="20955"/>
                    </a:lnTo>
                    <a:lnTo>
                      <a:pt x="11430" y="20955"/>
                    </a:lnTo>
                    <a:lnTo>
                      <a:pt x="12383" y="20955"/>
                    </a:lnTo>
                    <a:lnTo>
                      <a:pt x="13335" y="20955"/>
                    </a:lnTo>
                    <a:lnTo>
                      <a:pt x="14288" y="20955"/>
                    </a:lnTo>
                    <a:lnTo>
                      <a:pt x="15240" y="20955"/>
                    </a:lnTo>
                    <a:lnTo>
                      <a:pt x="16192" y="20955"/>
                    </a:lnTo>
                    <a:lnTo>
                      <a:pt x="17145" y="20955"/>
                    </a:lnTo>
                    <a:lnTo>
                      <a:pt x="18097" y="20955"/>
                    </a:lnTo>
                    <a:lnTo>
                      <a:pt x="20955" y="20955"/>
                    </a:lnTo>
                    <a:lnTo>
                      <a:pt x="21908" y="20003"/>
                    </a:lnTo>
                    <a:lnTo>
                      <a:pt x="21908" y="19050"/>
                    </a:lnTo>
                    <a:lnTo>
                      <a:pt x="21908" y="18098"/>
                    </a:lnTo>
                    <a:lnTo>
                      <a:pt x="21908" y="17145"/>
                    </a:lnTo>
                    <a:lnTo>
                      <a:pt x="21908" y="16193"/>
                    </a:lnTo>
                    <a:lnTo>
                      <a:pt x="21908" y="15240"/>
                    </a:lnTo>
                    <a:lnTo>
                      <a:pt x="21908" y="14288"/>
                    </a:lnTo>
                    <a:lnTo>
                      <a:pt x="21908" y="13335"/>
                    </a:lnTo>
                    <a:lnTo>
                      <a:pt x="22860" y="13335"/>
                    </a:lnTo>
                    <a:lnTo>
                      <a:pt x="23813" y="13335"/>
                    </a:lnTo>
                    <a:lnTo>
                      <a:pt x="24765" y="13335"/>
                    </a:lnTo>
                    <a:lnTo>
                      <a:pt x="25717" y="13335"/>
                    </a:lnTo>
                    <a:lnTo>
                      <a:pt x="28575" y="11430"/>
                    </a:lnTo>
                    <a:lnTo>
                      <a:pt x="30480" y="11430"/>
                    </a:lnTo>
                    <a:lnTo>
                      <a:pt x="31433" y="11430"/>
                    </a:lnTo>
                    <a:lnTo>
                      <a:pt x="32385" y="10478"/>
                    </a:lnTo>
                    <a:lnTo>
                      <a:pt x="36195" y="9525"/>
                    </a:lnTo>
                    <a:lnTo>
                      <a:pt x="36195" y="9525"/>
                    </a:lnTo>
                    <a:lnTo>
                      <a:pt x="36195" y="9525"/>
                    </a:lnTo>
                    <a:lnTo>
                      <a:pt x="36195" y="9525"/>
                    </a:lnTo>
                    <a:lnTo>
                      <a:pt x="36195" y="9525"/>
                    </a:lnTo>
                    <a:lnTo>
                      <a:pt x="36195" y="8573"/>
                    </a:lnTo>
                    <a:lnTo>
                      <a:pt x="38100" y="7620"/>
                    </a:lnTo>
                    <a:lnTo>
                      <a:pt x="38100" y="7620"/>
                    </a:lnTo>
                    <a:lnTo>
                      <a:pt x="38100" y="6668"/>
                    </a:lnTo>
                    <a:lnTo>
                      <a:pt x="38100" y="5715"/>
                    </a:lnTo>
                    <a:lnTo>
                      <a:pt x="38100" y="4763"/>
                    </a:lnTo>
                    <a:lnTo>
                      <a:pt x="38100" y="3810"/>
                    </a:lnTo>
                    <a:lnTo>
                      <a:pt x="38100" y="2857"/>
                    </a:lnTo>
                    <a:lnTo>
                      <a:pt x="38100" y="1905"/>
                    </a:lnTo>
                    <a:lnTo>
                      <a:pt x="38100" y="953"/>
                    </a:lnTo>
                    <a:lnTo>
                      <a:pt x="39053" y="0"/>
                    </a:lnTo>
                    <a:lnTo>
                      <a:pt x="42863" y="2857"/>
                    </a:lnTo>
                    <a:lnTo>
                      <a:pt x="42863" y="2857"/>
                    </a:lnTo>
                    <a:close/>
                    <a:moveTo>
                      <a:pt x="71438" y="51435"/>
                    </a:moveTo>
                    <a:lnTo>
                      <a:pt x="71438" y="51435"/>
                    </a:lnTo>
                    <a:lnTo>
                      <a:pt x="72390" y="52388"/>
                    </a:lnTo>
                    <a:lnTo>
                      <a:pt x="76200" y="53340"/>
                    </a:lnTo>
                    <a:lnTo>
                      <a:pt x="79058" y="53340"/>
                    </a:lnTo>
                    <a:lnTo>
                      <a:pt x="77153" y="50482"/>
                    </a:lnTo>
                    <a:lnTo>
                      <a:pt x="76200" y="50482"/>
                    </a:lnTo>
                    <a:lnTo>
                      <a:pt x="76200" y="50482"/>
                    </a:lnTo>
                    <a:lnTo>
                      <a:pt x="76200" y="51435"/>
                    </a:lnTo>
                    <a:lnTo>
                      <a:pt x="76200" y="51435"/>
                    </a:lnTo>
                    <a:lnTo>
                      <a:pt x="76200" y="51435"/>
                    </a:lnTo>
                    <a:lnTo>
                      <a:pt x="75247" y="50482"/>
                    </a:lnTo>
                    <a:lnTo>
                      <a:pt x="75247" y="50482"/>
                    </a:lnTo>
                    <a:lnTo>
                      <a:pt x="74295" y="49530"/>
                    </a:lnTo>
                    <a:lnTo>
                      <a:pt x="74295" y="48578"/>
                    </a:lnTo>
                    <a:lnTo>
                      <a:pt x="73342" y="47625"/>
                    </a:lnTo>
                    <a:lnTo>
                      <a:pt x="71438" y="47625"/>
                    </a:lnTo>
                    <a:lnTo>
                      <a:pt x="71438" y="48578"/>
                    </a:lnTo>
                    <a:lnTo>
                      <a:pt x="71438" y="49530"/>
                    </a:lnTo>
                    <a:lnTo>
                      <a:pt x="70485" y="51435"/>
                    </a:lnTo>
                    <a:lnTo>
                      <a:pt x="71438" y="51435"/>
                    </a:lnTo>
                    <a:lnTo>
                      <a:pt x="72390" y="50482"/>
                    </a:lnTo>
                    <a:lnTo>
                      <a:pt x="73342" y="51435"/>
                    </a:lnTo>
                    <a:lnTo>
                      <a:pt x="71438" y="51435"/>
                    </a:lnTo>
                    <a:lnTo>
                      <a:pt x="71438" y="51435"/>
                    </a:lnTo>
                    <a:close/>
                    <a:moveTo>
                      <a:pt x="73342" y="44768"/>
                    </a:moveTo>
                    <a:lnTo>
                      <a:pt x="73342" y="44768"/>
                    </a:lnTo>
                    <a:lnTo>
                      <a:pt x="73342" y="43815"/>
                    </a:lnTo>
                    <a:lnTo>
                      <a:pt x="73342" y="42863"/>
                    </a:lnTo>
                    <a:lnTo>
                      <a:pt x="72390" y="41910"/>
                    </a:lnTo>
                    <a:lnTo>
                      <a:pt x="71438" y="42863"/>
                    </a:lnTo>
                    <a:lnTo>
                      <a:pt x="72390" y="42863"/>
                    </a:lnTo>
                    <a:lnTo>
                      <a:pt x="73342" y="44768"/>
                    </a:lnTo>
                    <a:lnTo>
                      <a:pt x="73342" y="44768"/>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52" name="Freeform: Shape 196">
                <a:extLst>
                  <a:ext uri="{FF2B5EF4-FFF2-40B4-BE49-F238E27FC236}">
                    <a16:creationId xmlns:a16="http://schemas.microsoft.com/office/drawing/2014/main" id="{DE748BC5-5200-D2B7-B72B-0158C9193E6B}"/>
                  </a:ext>
                </a:extLst>
              </p:cNvPr>
              <p:cNvSpPr/>
              <p:nvPr/>
            </p:nvSpPr>
            <p:spPr>
              <a:xfrm>
                <a:off x="6512265" y="4335317"/>
                <a:ext cx="247741" cy="251081"/>
              </a:xfrm>
              <a:custGeom>
                <a:avLst/>
                <a:gdLst>
                  <a:gd name="connsiteX0" fmla="*/ 189548 w 223837"/>
                  <a:gd name="connsiteY0" fmla="*/ 67627 h 211454"/>
                  <a:gd name="connsiteX1" fmla="*/ 198120 w 223837"/>
                  <a:gd name="connsiteY1" fmla="*/ 73342 h 211454"/>
                  <a:gd name="connsiteX2" fmla="*/ 196215 w 223837"/>
                  <a:gd name="connsiteY2" fmla="*/ 81915 h 211454"/>
                  <a:gd name="connsiteX3" fmla="*/ 190500 w 223837"/>
                  <a:gd name="connsiteY3" fmla="*/ 98107 h 211454"/>
                  <a:gd name="connsiteX4" fmla="*/ 190500 w 223837"/>
                  <a:gd name="connsiteY4" fmla="*/ 101917 h 211454"/>
                  <a:gd name="connsiteX5" fmla="*/ 191452 w 223837"/>
                  <a:gd name="connsiteY5" fmla="*/ 105727 h 211454"/>
                  <a:gd name="connsiteX6" fmla="*/ 192405 w 223837"/>
                  <a:gd name="connsiteY6" fmla="*/ 107632 h 211454"/>
                  <a:gd name="connsiteX7" fmla="*/ 195263 w 223837"/>
                  <a:gd name="connsiteY7" fmla="*/ 110490 h 211454"/>
                  <a:gd name="connsiteX8" fmla="*/ 197168 w 223837"/>
                  <a:gd name="connsiteY8" fmla="*/ 112395 h 211454"/>
                  <a:gd name="connsiteX9" fmla="*/ 198120 w 223837"/>
                  <a:gd name="connsiteY9" fmla="*/ 113348 h 211454"/>
                  <a:gd name="connsiteX10" fmla="*/ 199073 w 223837"/>
                  <a:gd name="connsiteY10" fmla="*/ 115252 h 211454"/>
                  <a:gd name="connsiteX11" fmla="*/ 200025 w 223837"/>
                  <a:gd name="connsiteY11" fmla="*/ 116205 h 211454"/>
                  <a:gd name="connsiteX12" fmla="*/ 200977 w 223837"/>
                  <a:gd name="connsiteY12" fmla="*/ 116205 h 211454"/>
                  <a:gd name="connsiteX13" fmla="*/ 202882 w 223837"/>
                  <a:gd name="connsiteY13" fmla="*/ 116205 h 211454"/>
                  <a:gd name="connsiteX14" fmla="*/ 203835 w 223837"/>
                  <a:gd name="connsiteY14" fmla="*/ 116205 h 211454"/>
                  <a:gd name="connsiteX15" fmla="*/ 204788 w 223837"/>
                  <a:gd name="connsiteY15" fmla="*/ 119063 h 211454"/>
                  <a:gd name="connsiteX16" fmla="*/ 204788 w 223837"/>
                  <a:gd name="connsiteY16" fmla="*/ 120967 h 211454"/>
                  <a:gd name="connsiteX17" fmla="*/ 201930 w 223837"/>
                  <a:gd name="connsiteY17" fmla="*/ 124777 h 211454"/>
                  <a:gd name="connsiteX18" fmla="*/ 200977 w 223837"/>
                  <a:gd name="connsiteY18" fmla="*/ 126682 h 211454"/>
                  <a:gd name="connsiteX19" fmla="*/ 200025 w 223837"/>
                  <a:gd name="connsiteY19" fmla="*/ 128588 h 211454"/>
                  <a:gd name="connsiteX20" fmla="*/ 200025 w 223837"/>
                  <a:gd name="connsiteY20" fmla="*/ 133350 h 211454"/>
                  <a:gd name="connsiteX21" fmla="*/ 202882 w 223837"/>
                  <a:gd name="connsiteY21" fmla="*/ 133350 h 211454"/>
                  <a:gd name="connsiteX22" fmla="*/ 202882 w 223837"/>
                  <a:gd name="connsiteY22" fmla="*/ 136207 h 211454"/>
                  <a:gd name="connsiteX23" fmla="*/ 200977 w 223837"/>
                  <a:gd name="connsiteY23" fmla="*/ 142875 h 211454"/>
                  <a:gd name="connsiteX24" fmla="*/ 200977 w 223837"/>
                  <a:gd name="connsiteY24" fmla="*/ 146685 h 211454"/>
                  <a:gd name="connsiteX25" fmla="*/ 201930 w 223837"/>
                  <a:gd name="connsiteY25" fmla="*/ 149542 h 211454"/>
                  <a:gd name="connsiteX26" fmla="*/ 204788 w 223837"/>
                  <a:gd name="connsiteY26" fmla="*/ 155257 h 211454"/>
                  <a:gd name="connsiteX27" fmla="*/ 206693 w 223837"/>
                  <a:gd name="connsiteY27" fmla="*/ 161925 h 211454"/>
                  <a:gd name="connsiteX28" fmla="*/ 207645 w 223837"/>
                  <a:gd name="connsiteY28" fmla="*/ 164782 h 211454"/>
                  <a:gd name="connsiteX29" fmla="*/ 209550 w 223837"/>
                  <a:gd name="connsiteY29" fmla="*/ 171450 h 211454"/>
                  <a:gd name="connsiteX30" fmla="*/ 210502 w 223837"/>
                  <a:gd name="connsiteY30" fmla="*/ 175260 h 211454"/>
                  <a:gd name="connsiteX31" fmla="*/ 209550 w 223837"/>
                  <a:gd name="connsiteY31" fmla="*/ 178117 h 211454"/>
                  <a:gd name="connsiteX32" fmla="*/ 211455 w 223837"/>
                  <a:gd name="connsiteY32" fmla="*/ 178117 h 211454"/>
                  <a:gd name="connsiteX33" fmla="*/ 213360 w 223837"/>
                  <a:gd name="connsiteY33" fmla="*/ 179070 h 211454"/>
                  <a:gd name="connsiteX34" fmla="*/ 220980 w 223837"/>
                  <a:gd name="connsiteY34" fmla="*/ 183832 h 211454"/>
                  <a:gd name="connsiteX35" fmla="*/ 222885 w 223837"/>
                  <a:gd name="connsiteY35" fmla="*/ 184785 h 211454"/>
                  <a:gd name="connsiteX36" fmla="*/ 223838 w 223837"/>
                  <a:gd name="connsiteY36" fmla="*/ 186690 h 211454"/>
                  <a:gd name="connsiteX37" fmla="*/ 217170 w 223837"/>
                  <a:gd name="connsiteY37" fmla="*/ 191452 h 211454"/>
                  <a:gd name="connsiteX38" fmla="*/ 210502 w 223837"/>
                  <a:gd name="connsiteY38" fmla="*/ 195263 h 211454"/>
                  <a:gd name="connsiteX39" fmla="*/ 202882 w 223837"/>
                  <a:gd name="connsiteY39" fmla="*/ 198120 h 211454"/>
                  <a:gd name="connsiteX40" fmla="*/ 193357 w 223837"/>
                  <a:gd name="connsiteY40" fmla="*/ 200977 h 211454"/>
                  <a:gd name="connsiteX41" fmla="*/ 189548 w 223837"/>
                  <a:gd name="connsiteY41" fmla="*/ 202882 h 211454"/>
                  <a:gd name="connsiteX42" fmla="*/ 185738 w 223837"/>
                  <a:gd name="connsiteY42" fmla="*/ 204788 h 211454"/>
                  <a:gd name="connsiteX43" fmla="*/ 184785 w 223837"/>
                  <a:gd name="connsiteY43" fmla="*/ 204788 h 211454"/>
                  <a:gd name="connsiteX44" fmla="*/ 178118 w 223837"/>
                  <a:gd name="connsiteY44" fmla="*/ 202882 h 211454"/>
                  <a:gd name="connsiteX45" fmla="*/ 176213 w 223837"/>
                  <a:gd name="connsiteY45" fmla="*/ 202882 h 211454"/>
                  <a:gd name="connsiteX46" fmla="*/ 174307 w 223837"/>
                  <a:gd name="connsiteY46" fmla="*/ 202882 h 211454"/>
                  <a:gd name="connsiteX47" fmla="*/ 173355 w 223837"/>
                  <a:gd name="connsiteY47" fmla="*/ 203835 h 211454"/>
                  <a:gd name="connsiteX48" fmla="*/ 172402 w 223837"/>
                  <a:gd name="connsiteY48" fmla="*/ 204788 h 211454"/>
                  <a:gd name="connsiteX49" fmla="*/ 171450 w 223837"/>
                  <a:gd name="connsiteY49" fmla="*/ 205740 h 211454"/>
                  <a:gd name="connsiteX50" fmla="*/ 170498 w 223837"/>
                  <a:gd name="connsiteY50" fmla="*/ 206692 h 211454"/>
                  <a:gd name="connsiteX51" fmla="*/ 166688 w 223837"/>
                  <a:gd name="connsiteY51" fmla="*/ 209550 h 211454"/>
                  <a:gd name="connsiteX52" fmla="*/ 162877 w 223837"/>
                  <a:gd name="connsiteY52" fmla="*/ 210502 h 211454"/>
                  <a:gd name="connsiteX53" fmla="*/ 159068 w 223837"/>
                  <a:gd name="connsiteY53" fmla="*/ 209550 h 211454"/>
                  <a:gd name="connsiteX54" fmla="*/ 155257 w 223837"/>
                  <a:gd name="connsiteY54" fmla="*/ 208598 h 211454"/>
                  <a:gd name="connsiteX55" fmla="*/ 151448 w 223837"/>
                  <a:gd name="connsiteY55" fmla="*/ 208598 h 211454"/>
                  <a:gd name="connsiteX56" fmla="*/ 143827 w 223837"/>
                  <a:gd name="connsiteY56" fmla="*/ 211455 h 211454"/>
                  <a:gd name="connsiteX57" fmla="*/ 140018 w 223837"/>
                  <a:gd name="connsiteY57" fmla="*/ 211455 h 211454"/>
                  <a:gd name="connsiteX58" fmla="*/ 138113 w 223837"/>
                  <a:gd name="connsiteY58" fmla="*/ 210502 h 211454"/>
                  <a:gd name="connsiteX59" fmla="*/ 135255 w 223837"/>
                  <a:gd name="connsiteY59" fmla="*/ 207645 h 211454"/>
                  <a:gd name="connsiteX60" fmla="*/ 133350 w 223837"/>
                  <a:gd name="connsiteY60" fmla="*/ 206692 h 211454"/>
                  <a:gd name="connsiteX61" fmla="*/ 130493 w 223837"/>
                  <a:gd name="connsiteY61" fmla="*/ 205740 h 211454"/>
                  <a:gd name="connsiteX62" fmla="*/ 128588 w 223837"/>
                  <a:gd name="connsiteY62" fmla="*/ 205740 h 211454"/>
                  <a:gd name="connsiteX63" fmla="*/ 127635 w 223837"/>
                  <a:gd name="connsiteY63" fmla="*/ 206692 h 211454"/>
                  <a:gd name="connsiteX64" fmla="*/ 125730 w 223837"/>
                  <a:gd name="connsiteY64" fmla="*/ 207645 h 211454"/>
                  <a:gd name="connsiteX65" fmla="*/ 122873 w 223837"/>
                  <a:gd name="connsiteY65" fmla="*/ 207645 h 211454"/>
                  <a:gd name="connsiteX66" fmla="*/ 112395 w 223837"/>
                  <a:gd name="connsiteY66" fmla="*/ 206692 h 211454"/>
                  <a:gd name="connsiteX67" fmla="*/ 111443 w 223837"/>
                  <a:gd name="connsiteY67" fmla="*/ 203835 h 211454"/>
                  <a:gd name="connsiteX68" fmla="*/ 106680 w 223837"/>
                  <a:gd name="connsiteY68" fmla="*/ 198120 h 211454"/>
                  <a:gd name="connsiteX69" fmla="*/ 105727 w 223837"/>
                  <a:gd name="connsiteY69" fmla="*/ 194310 h 211454"/>
                  <a:gd name="connsiteX70" fmla="*/ 105727 w 223837"/>
                  <a:gd name="connsiteY70" fmla="*/ 193357 h 211454"/>
                  <a:gd name="connsiteX71" fmla="*/ 106680 w 223837"/>
                  <a:gd name="connsiteY71" fmla="*/ 190500 h 211454"/>
                  <a:gd name="connsiteX72" fmla="*/ 106680 w 223837"/>
                  <a:gd name="connsiteY72" fmla="*/ 189548 h 211454"/>
                  <a:gd name="connsiteX73" fmla="*/ 106680 w 223837"/>
                  <a:gd name="connsiteY73" fmla="*/ 188595 h 211454"/>
                  <a:gd name="connsiteX74" fmla="*/ 105727 w 223837"/>
                  <a:gd name="connsiteY74" fmla="*/ 184785 h 211454"/>
                  <a:gd name="connsiteX75" fmla="*/ 104775 w 223837"/>
                  <a:gd name="connsiteY75" fmla="*/ 178117 h 211454"/>
                  <a:gd name="connsiteX76" fmla="*/ 103823 w 223837"/>
                  <a:gd name="connsiteY76" fmla="*/ 176213 h 211454"/>
                  <a:gd name="connsiteX77" fmla="*/ 101918 w 223837"/>
                  <a:gd name="connsiteY77" fmla="*/ 173355 h 211454"/>
                  <a:gd name="connsiteX78" fmla="*/ 99060 w 223837"/>
                  <a:gd name="connsiteY78" fmla="*/ 169545 h 211454"/>
                  <a:gd name="connsiteX79" fmla="*/ 96202 w 223837"/>
                  <a:gd name="connsiteY79" fmla="*/ 166688 h 211454"/>
                  <a:gd name="connsiteX80" fmla="*/ 93345 w 223837"/>
                  <a:gd name="connsiteY80" fmla="*/ 165735 h 211454"/>
                  <a:gd name="connsiteX81" fmla="*/ 92393 w 223837"/>
                  <a:gd name="connsiteY81" fmla="*/ 165735 h 211454"/>
                  <a:gd name="connsiteX82" fmla="*/ 92393 w 223837"/>
                  <a:gd name="connsiteY82" fmla="*/ 166688 h 211454"/>
                  <a:gd name="connsiteX83" fmla="*/ 92393 w 223837"/>
                  <a:gd name="connsiteY83" fmla="*/ 167640 h 211454"/>
                  <a:gd name="connsiteX84" fmla="*/ 91440 w 223837"/>
                  <a:gd name="connsiteY84" fmla="*/ 168592 h 211454"/>
                  <a:gd name="connsiteX85" fmla="*/ 89535 w 223837"/>
                  <a:gd name="connsiteY85" fmla="*/ 168592 h 211454"/>
                  <a:gd name="connsiteX86" fmla="*/ 81915 w 223837"/>
                  <a:gd name="connsiteY86" fmla="*/ 167640 h 211454"/>
                  <a:gd name="connsiteX87" fmla="*/ 80010 w 223837"/>
                  <a:gd name="connsiteY87" fmla="*/ 166688 h 211454"/>
                  <a:gd name="connsiteX88" fmla="*/ 75248 w 223837"/>
                  <a:gd name="connsiteY88" fmla="*/ 163830 h 211454"/>
                  <a:gd name="connsiteX89" fmla="*/ 72390 w 223837"/>
                  <a:gd name="connsiteY89" fmla="*/ 163830 h 211454"/>
                  <a:gd name="connsiteX90" fmla="*/ 68580 w 223837"/>
                  <a:gd name="connsiteY90" fmla="*/ 161925 h 211454"/>
                  <a:gd name="connsiteX91" fmla="*/ 61913 w 223837"/>
                  <a:gd name="connsiteY91" fmla="*/ 159067 h 211454"/>
                  <a:gd name="connsiteX92" fmla="*/ 55245 w 223837"/>
                  <a:gd name="connsiteY92" fmla="*/ 157163 h 211454"/>
                  <a:gd name="connsiteX93" fmla="*/ 53340 w 223837"/>
                  <a:gd name="connsiteY93" fmla="*/ 156210 h 211454"/>
                  <a:gd name="connsiteX94" fmla="*/ 49530 w 223837"/>
                  <a:gd name="connsiteY94" fmla="*/ 153352 h 211454"/>
                  <a:gd name="connsiteX95" fmla="*/ 46673 w 223837"/>
                  <a:gd name="connsiteY95" fmla="*/ 152400 h 211454"/>
                  <a:gd name="connsiteX96" fmla="*/ 45720 w 223837"/>
                  <a:gd name="connsiteY96" fmla="*/ 151448 h 211454"/>
                  <a:gd name="connsiteX97" fmla="*/ 44768 w 223837"/>
                  <a:gd name="connsiteY97" fmla="*/ 150495 h 211454"/>
                  <a:gd name="connsiteX98" fmla="*/ 44768 w 223837"/>
                  <a:gd name="connsiteY98" fmla="*/ 149542 h 211454"/>
                  <a:gd name="connsiteX99" fmla="*/ 44768 w 223837"/>
                  <a:gd name="connsiteY99" fmla="*/ 148590 h 211454"/>
                  <a:gd name="connsiteX100" fmla="*/ 41910 w 223837"/>
                  <a:gd name="connsiteY100" fmla="*/ 153352 h 211454"/>
                  <a:gd name="connsiteX101" fmla="*/ 40958 w 223837"/>
                  <a:gd name="connsiteY101" fmla="*/ 152400 h 211454"/>
                  <a:gd name="connsiteX102" fmla="*/ 40005 w 223837"/>
                  <a:gd name="connsiteY102" fmla="*/ 152400 h 211454"/>
                  <a:gd name="connsiteX103" fmla="*/ 39052 w 223837"/>
                  <a:gd name="connsiteY103" fmla="*/ 152400 h 211454"/>
                  <a:gd name="connsiteX104" fmla="*/ 38100 w 223837"/>
                  <a:gd name="connsiteY104" fmla="*/ 152400 h 211454"/>
                  <a:gd name="connsiteX105" fmla="*/ 34290 w 223837"/>
                  <a:gd name="connsiteY105" fmla="*/ 151448 h 211454"/>
                  <a:gd name="connsiteX106" fmla="*/ 31433 w 223837"/>
                  <a:gd name="connsiteY106" fmla="*/ 150495 h 211454"/>
                  <a:gd name="connsiteX107" fmla="*/ 29527 w 223837"/>
                  <a:gd name="connsiteY107" fmla="*/ 148590 h 211454"/>
                  <a:gd name="connsiteX108" fmla="*/ 27623 w 223837"/>
                  <a:gd name="connsiteY108" fmla="*/ 144780 h 211454"/>
                  <a:gd name="connsiteX109" fmla="*/ 23813 w 223837"/>
                  <a:gd name="connsiteY109" fmla="*/ 134302 h 211454"/>
                  <a:gd name="connsiteX110" fmla="*/ 19050 w 223837"/>
                  <a:gd name="connsiteY110" fmla="*/ 123825 h 211454"/>
                  <a:gd name="connsiteX111" fmla="*/ 15240 w 223837"/>
                  <a:gd name="connsiteY111" fmla="*/ 119063 h 211454"/>
                  <a:gd name="connsiteX112" fmla="*/ 7620 w 223837"/>
                  <a:gd name="connsiteY112" fmla="*/ 111442 h 211454"/>
                  <a:gd name="connsiteX113" fmla="*/ 4763 w 223837"/>
                  <a:gd name="connsiteY113" fmla="*/ 106680 h 211454"/>
                  <a:gd name="connsiteX114" fmla="*/ 3810 w 223837"/>
                  <a:gd name="connsiteY114" fmla="*/ 101917 h 211454"/>
                  <a:gd name="connsiteX115" fmla="*/ 4763 w 223837"/>
                  <a:gd name="connsiteY115" fmla="*/ 93345 h 211454"/>
                  <a:gd name="connsiteX116" fmla="*/ 3810 w 223837"/>
                  <a:gd name="connsiteY116" fmla="*/ 88582 h 211454"/>
                  <a:gd name="connsiteX117" fmla="*/ 952 w 223837"/>
                  <a:gd name="connsiteY117" fmla="*/ 80963 h 211454"/>
                  <a:gd name="connsiteX118" fmla="*/ 0 w 223837"/>
                  <a:gd name="connsiteY118" fmla="*/ 78105 h 211454"/>
                  <a:gd name="connsiteX119" fmla="*/ 0 w 223837"/>
                  <a:gd name="connsiteY119" fmla="*/ 75248 h 211454"/>
                  <a:gd name="connsiteX120" fmla="*/ 952 w 223837"/>
                  <a:gd name="connsiteY120" fmla="*/ 70485 h 211454"/>
                  <a:gd name="connsiteX121" fmla="*/ 952 w 223837"/>
                  <a:gd name="connsiteY121" fmla="*/ 67627 h 211454"/>
                  <a:gd name="connsiteX122" fmla="*/ 6668 w 223837"/>
                  <a:gd name="connsiteY122" fmla="*/ 66675 h 211454"/>
                  <a:gd name="connsiteX123" fmla="*/ 10477 w 223837"/>
                  <a:gd name="connsiteY123" fmla="*/ 64770 h 211454"/>
                  <a:gd name="connsiteX124" fmla="*/ 14288 w 223837"/>
                  <a:gd name="connsiteY124" fmla="*/ 60960 h 211454"/>
                  <a:gd name="connsiteX125" fmla="*/ 26670 w 223837"/>
                  <a:gd name="connsiteY125" fmla="*/ 43815 h 211454"/>
                  <a:gd name="connsiteX126" fmla="*/ 28575 w 223837"/>
                  <a:gd name="connsiteY126" fmla="*/ 41910 h 211454"/>
                  <a:gd name="connsiteX127" fmla="*/ 29527 w 223837"/>
                  <a:gd name="connsiteY127" fmla="*/ 40005 h 211454"/>
                  <a:gd name="connsiteX128" fmla="*/ 28575 w 223837"/>
                  <a:gd name="connsiteY128" fmla="*/ 38100 h 211454"/>
                  <a:gd name="connsiteX129" fmla="*/ 27623 w 223837"/>
                  <a:gd name="connsiteY129" fmla="*/ 37148 h 211454"/>
                  <a:gd name="connsiteX130" fmla="*/ 23813 w 223837"/>
                  <a:gd name="connsiteY130" fmla="*/ 36195 h 211454"/>
                  <a:gd name="connsiteX131" fmla="*/ 21908 w 223837"/>
                  <a:gd name="connsiteY131" fmla="*/ 35242 h 211454"/>
                  <a:gd name="connsiteX132" fmla="*/ 20955 w 223837"/>
                  <a:gd name="connsiteY132" fmla="*/ 33338 h 211454"/>
                  <a:gd name="connsiteX133" fmla="*/ 20955 w 223837"/>
                  <a:gd name="connsiteY133" fmla="*/ 30480 h 211454"/>
                  <a:gd name="connsiteX134" fmla="*/ 21908 w 223837"/>
                  <a:gd name="connsiteY134" fmla="*/ 27623 h 211454"/>
                  <a:gd name="connsiteX135" fmla="*/ 22860 w 223837"/>
                  <a:gd name="connsiteY135" fmla="*/ 24765 h 211454"/>
                  <a:gd name="connsiteX136" fmla="*/ 26670 w 223837"/>
                  <a:gd name="connsiteY136" fmla="*/ 23813 h 211454"/>
                  <a:gd name="connsiteX137" fmla="*/ 27623 w 223837"/>
                  <a:gd name="connsiteY137" fmla="*/ 23813 h 211454"/>
                  <a:gd name="connsiteX138" fmla="*/ 28575 w 223837"/>
                  <a:gd name="connsiteY138" fmla="*/ 21907 h 211454"/>
                  <a:gd name="connsiteX139" fmla="*/ 28575 w 223837"/>
                  <a:gd name="connsiteY139" fmla="*/ 19050 h 211454"/>
                  <a:gd name="connsiteX140" fmla="*/ 27623 w 223837"/>
                  <a:gd name="connsiteY140" fmla="*/ 14288 h 211454"/>
                  <a:gd name="connsiteX141" fmla="*/ 27623 w 223837"/>
                  <a:gd name="connsiteY141" fmla="*/ 9525 h 211454"/>
                  <a:gd name="connsiteX142" fmla="*/ 26670 w 223837"/>
                  <a:gd name="connsiteY142" fmla="*/ 7620 h 211454"/>
                  <a:gd name="connsiteX143" fmla="*/ 24765 w 223837"/>
                  <a:gd name="connsiteY143" fmla="*/ 5715 h 211454"/>
                  <a:gd name="connsiteX144" fmla="*/ 21908 w 223837"/>
                  <a:gd name="connsiteY144" fmla="*/ 2857 h 211454"/>
                  <a:gd name="connsiteX145" fmla="*/ 20955 w 223837"/>
                  <a:gd name="connsiteY145" fmla="*/ 952 h 211454"/>
                  <a:gd name="connsiteX146" fmla="*/ 22860 w 223837"/>
                  <a:gd name="connsiteY146" fmla="*/ 952 h 211454"/>
                  <a:gd name="connsiteX147" fmla="*/ 25718 w 223837"/>
                  <a:gd name="connsiteY147" fmla="*/ 952 h 211454"/>
                  <a:gd name="connsiteX148" fmla="*/ 32385 w 223837"/>
                  <a:gd name="connsiteY148" fmla="*/ 0 h 211454"/>
                  <a:gd name="connsiteX149" fmla="*/ 35243 w 223837"/>
                  <a:gd name="connsiteY149" fmla="*/ 0 h 211454"/>
                  <a:gd name="connsiteX150" fmla="*/ 91440 w 223837"/>
                  <a:gd name="connsiteY150" fmla="*/ 0 h 211454"/>
                  <a:gd name="connsiteX151" fmla="*/ 95250 w 223837"/>
                  <a:gd name="connsiteY151" fmla="*/ 952 h 211454"/>
                  <a:gd name="connsiteX152" fmla="*/ 99060 w 223837"/>
                  <a:gd name="connsiteY152" fmla="*/ 2857 h 211454"/>
                  <a:gd name="connsiteX153" fmla="*/ 105727 w 223837"/>
                  <a:gd name="connsiteY153" fmla="*/ 6667 h 211454"/>
                  <a:gd name="connsiteX154" fmla="*/ 118110 w 223837"/>
                  <a:gd name="connsiteY154" fmla="*/ 13335 h 211454"/>
                  <a:gd name="connsiteX155" fmla="*/ 119063 w 223837"/>
                  <a:gd name="connsiteY155" fmla="*/ 14288 h 211454"/>
                  <a:gd name="connsiteX156" fmla="*/ 122873 w 223837"/>
                  <a:gd name="connsiteY156" fmla="*/ 16192 h 211454"/>
                  <a:gd name="connsiteX157" fmla="*/ 126682 w 223837"/>
                  <a:gd name="connsiteY157" fmla="*/ 19050 h 211454"/>
                  <a:gd name="connsiteX158" fmla="*/ 130493 w 223837"/>
                  <a:gd name="connsiteY158" fmla="*/ 21907 h 211454"/>
                  <a:gd name="connsiteX159" fmla="*/ 134302 w 223837"/>
                  <a:gd name="connsiteY159" fmla="*/ 24765 h 211454"/>
                  <a:gd name="connsiteX160" fmla="*/ 142875 w 223837"/>
                  <a:gd name="connsiteY160" fmla="*/ 29527 h 211454"/>
                  <a:gd name="connsiteX161" fmla="*/ 151448 w 223837"/>
                  <a:gd name="connsiteY161" fmla="*/ 34290 h 211454"/>
                  <a:gd name="connsiteX162" fmla="*/ 156210 w 223837"/>
                  <a:gd name="connsiteY162" fmla="*/ 37148 h 211454"/>
                  <a:gd name="connsiteX163" fmla="*/ 160020 w 223837"/>
                  <a:gd name="connsiteY163" fmla="*/ 40005 h 211454"/>
                  <a:gd name="connsiteX164" fmla="*/ 163830 w 223837"/>
                  <a:gd name="connsiteY164" fmla="*/ 42863 h 211454"/>
                  <a:gd name="connsiteX165" fmla="*/ 166688 w 223837"/>
                  <a:gd name="connsiteY165" fmla="*/ 44767 h 211454"/>
                  <a:gd name="connsiteX166" fmla="*/ 166688 w 223837"/>
                  <a:gd name="connsiteY166" fmla="*/ 47625 h 211454"/>
                  <a:gd name="connsiteX167" fmla="*/ 165735 w 223837"/>
                  <a:gd name="connsiteY167" fmla="*/ 50482 h 211454"/>
                  <a:gd name="connsiteX168" fmla="*/ 165735 w 223837"/>
                  <a:gd name="connsiteY168" fmla="*/ 53340 h 211454"/>
                  <a:gd name="connsiteX169" fmla="*/ 167640 w 223837"/>
                  <a:gd name="connsiteY169" fmla="*/ 55245 h 211454"/>
                  <a:gd name="connsiteX170" fmla="*/ 170498 w 223837"/>
                  <a:gd name="connsiteY170" fmla="*/ 58102 h 211454"/>
                  <a:gd name="connsiteX171" fmla="*/ 177165 w 223837"/>
                  <a:gd name="connsiteY171" fmla="*/ 61913 h 211454"/>
                  <a:gd name="connsiteX172" fmla="*/ 189548 w 223837"/>
                  <a:gd name="connsiteY172" fmla="*/ 67627 h 211454"/>
                  <a:gd name="connsiteX173" fmla="*/ 200025 w 223837"/>
                  <a:gd name="connsiteY173" fmla="*/ 94298 h 211454"/>
                  <a:gd name="connsiteX174" fmla="*/ 199073 w 223837"/>
                  <a:gd name="connsiteY174" fmla="*/ 96202 h 211454"/>
                  <a:gd name="connsiteX175" fmla="*/ 198120 w 223837"/>
                  <a:gd name="connsiteY175" fmla="*/ 99060 h 211454"/>
                  <a:gd name="connsiteX176" fmla="*/ 198120 w 223837"/>
                  <a:gd name="connsiteY176" fmla="*/ 100965 h 211454"/>
                  <a:gd name="connsiteX177" fmla="*/ 198120 w 223837"/>
                  <a:gd name="connsiteY177" fmla="*/ 102870 h 211454"/>
                  <a:gd name="connsiteX178" fmla="*/ 198120 w 223837"/>
                  <a:gd name="connsiteY178" fmla="*/ 103823 h 211454"/>
                  <a:gd name="connsiteX179" fmla="*/ 200977 w 223837"/>
                  <a:gd name="connsiteY179" fmla="*/ 106680 h 211454"/>
                  <a:gd name="connsiteX180" fmla="*/ 202882 w 223837"/>
                  <a:gd name="connsiteY180" fmla="*/ 107632 h 211454"/>
                  <a:gd name="connsiteX181" fmla="*/ 204788 w 223837"/>
                  <a:gd name="connsiteY181" fmla="*/ 108585 h 211454"/>
                  <a:gd name="connsiteX182" fmla="*/ 205740 w 223837"/>
                  <a:gd name="connsiteY182" fmla="*/ 107632 h 211454"/>
                  <a:gd name="connsiteX183" fmla="*/ 201930 w 223837"/>
                  <a:gd name="connsiteY183" fmla="*/ 97155 h 211454"/>
                  <a:gd name="connsiteX184" fmla="*/ 200025 w 223837"/>
                  <a:gd name="connsiteY184" fmla="*/ 94298 h 211454"/>
                  <a:gd name="connsiteX185" fmla="*/ 208598 w 223837"/>
                  <a:gd name="connsiteY185" fmla="*/ 140017 h 211454"/>
                  <a:gd name="connsiteX186" fmla="*/ 210502 w 223837"/>
                  <a:gd name="connsiteY186" fmla="*/ 138113 h 211454"/>
                  <a:gd name="connsiteX187" fmla="*/ 211455 w 223837"/>
                  <a:gd name="connsiteY187" fmla="*/ 135255 h 211454"/>
                  <a:gd name="connsiteX188" fmla="*/ 212407 w 223837"/>
                  <a:gd name="connsiteY188" fmla="*/ 132398 h 211454"/>
                  <a:gd name="connsiteX189" fmla="*/ 211455 w 223837"/>
                  <a:gd name="connsiteY189" fmla="*/ 134302 h 211454"/>
                  <a:gd name="connsiteX190" fmla="*/ 206693 w 223837"/>
                  <a:gd name="connsiteY190" fmla="*/ 138113 h 211454"/>
                  <a:gd name="connsiteX191" fmla="*/ 208598 w 223837"/>
                  <a:gd name="connsiteY191" fmla="*/ 140017 h 211454"/>
                  <a:gd name="connsiteX192" fmla="*/ 207645 w 223837"/>
                  <a:gd name="connsiteY192" fmla="*/ 87630 h 211454"/>
                  <a:gd name="connsiteX193" fmla="*/ 208598 w 223837"/>
                  <a:gd name="connsiteY193" fmla="*/ 88582 h 211454"/>
                  <a:gd name="connsiteX194" fmla="*/ 210502 w 223837"/>
                  <a:gd name="connsiteY194" fmla="*/ 87630 h 211454"/>
                  <a:gd name="connsiteX195" fmla="*/ 211455 w 223837"/>
                  <a:gd name="connsiteY195" fmla="*/ 84773 h 211454"/>
                  <a:gd name="connsiteX196" fmla="*/ 211455 w 223837"/>
                  <a:gd name="connsiteY196" fmla="*/ 79057 h 211454"/>
                  <a:gd name="connsiteX197" fmla="*/ 210502 w 223837"/>
                  <a:gd name="connsiteY197" fmla="*/ 79057 h 211454"/>
                  <a:gd name="connsiteX198" fmla="*/ 209550 w 223837"/>
                  <a:gd name="connsiteY198" fmla="*/ 79057 h 211454"/>
                  <a:gd name="connsiteX199" fmla="*/ 208598 w 223837"/>
                  <a:gd name="connsiteY199" fmla="*/ 79057 h 211454"/>
                  <a:gd name="connsiteX200" fmla="*/ 207645 w 223837"/>
                  <a:gd name="connsiteY200" fmla="*/ 79057 h 211454"/>
                  <a:gd name="connsiteX201" fmla="*/ 207645 w 223837"/>
                  <a:gd name="connsiteY201" fmla="*/ 81915 h 211454"/>
                  <a:gd name="connsiteX202" fmla="*/ 207645 w 223837"/>
                  <a:gd name="connsiteY202" fmla="*/ 85725 h 211454"/>
                  <a:gd name="connsiteX203" fmla="*/ 207645 w 223837"/>
                  <a:gd name="connsiteY203" fmla="*/ 87630 h 211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Lst>
                <a:rect l="l" t="t" r="r" b="b"/>
                <a:pathLst>
                  <a:path w="223837" h="211454">
                    <a:moveTo>
                      <a:pt x="189548" y="67627"/>
                    </a:moveTo>
                    <a:lnTo>
                      <a:pt x="198120" y="73342"/>
                    </a:lnTo>
                    <a:lnTo>
                      <a:pt x="196215" y="81915"/>
                    </a:lnTo>
                    <a:lnTo>
                      <a:pt x="190500" y="98107"/>
                    </a:lnTo>
                    <a:lnTo>
                      <a:pt x="190500" y="101917"/>
                    </a:lnTo>
                    <a:lnTo>
                      <a:pt x="191452" y="105727"/>
                    </a:lnTo>
                    <a:lnTo>
                      <a:pt x="192405" y="107632"/>
                    </a:lnTo>
                    <a:lnTo>
                      <a:pt x="195263" y="110490"/>
                    </a:lnTo>
                    <a:lnTo>
                      <a:pt x="197168" y="112395"/>
                    </a:lnTo>
                    <a:lnTo>
                      <a:pt x="198120" y="113348"/>
                    </a:lnTo>
                    <a:lnTo>
                      <a:pt x="199073" y="115252"/>
                    </a:lnTo>
                    <a:lnTo>
                      <a:pt x="200025" y="116205"/>
                    </a:lnTo>
                    <a:lnTo>
                      <a:pt x="200977" y="116205"/>
                    </a:lnTo>
                    <a:lnTo>
                      <a:pt x="202882" y="116205"/>
                    </a:lnTo>
                    <a:lnTo>
                      <a:pt x="203835" y="116205"/>
                    </a:lnTo>
                    <a:lnTo>
                      <a:pt x="204788" y="119063"/>
                    </a:lnTo>
                    <a:lnTo>
                      <a:pt x="204788" y="120967"/>
                    </a:lnTo>
                    <a:lnTo>
                      <a:pt x="201930" y="124777"/>
                    </a:lnTo>
                    <a:lnTo>
                      <a:pt x="200977" y="126682"/>
                    </a:lnTo>
                    <a:lnTo>
                      <a:pt x="200025" y="128588"/>
                    </a:lnTo>
                    <a:lnTo>
                      <a:pt x="200025" y="133350"/>
                    </a:lnTo>
                    <a:lnTo>
                      <a:pt x="202882" y="133350"/>
                    </a:lnTo>
                    <a:lnTo>
                      <a:pt x="202882" y="136207"/>
                    </a:lnTo>
                    <a:lnTo>
                      <a:pt x="200977" y="142875"/>
                    </a:lnTo>
                    <a:lnTo>
                      <a:pt x="200977" y="146685"/>
                    </a:lnTo>
                    <a:lnTo>
                      <a:pt x="201930" y="149542"/>
                    </a:lnTo>
                    <a:lnTo>
                      <a:pt x="204788" y="155257"/>
                    </a:lnTo>
                    <a:lnTo>
                      <a:pt x="206693" y="161925"/>
                    </a:lnTo>
                    <a:lnTo>
                      <a:pt x="207645" y="164782"/>
                    </a:lnTo>
                    <a:lnTo>
                      <a:pt x="209550" y="171450"/>
                    </a:lnTo>
                    <a:lnTo>
                      <a:pt x="210502" y="175260"/>
                    </a:lnTo>
                    <a:lnTo>
                      <a:pt x="209550" y="178117"/>
                    </a:lnTo>
                    <a:lnTo>
                      <a:pt x="211455" y="178117"/>
                    </a:lnTo>
                    <a:lnTo>
                      <a:pt x="213360" y="179070"/>
                    </a:lnTo>
                    <a:lnTo>
                      <a:pt x="220980" y="183832"/>
                    </a:lnTo>
                    <a:lnTo>
                      <a:pt x="222885" y="184785"/>
                    </a:lnTo>
                    <a:lnTo>
                      <a:pt x="223838" y="186690"/>
                    </a:lnTo>
                    <a:lnTo>
                      <a:pt x="217170" y="191452"/>
                    </a:lnTo>
                    <a:lnTo>
                      <a:pt x="210502" y="195263"/>
                    </a:lnTo>
                    <a:lnTo>
                      <a:pt x="202882" y="198120"/>
                    </a:lnTo>
                    <a:lnTo>
                      <a:pt x="193357" y="200977"/>
                    </a:lnTo>
                    <a:lnTo>
                      <a:pt x="189548" y="202882"/>
                    </a:lnTo>
                    <a:lnTo>
                      <a:pt x="185738" y="204788"/>
                    </a:lnTo>
                    <a:lnTo>
                      <a:pt x="184785" y="204788"/>
                    </a:lnTo>
                    <a:lnTo>
                      <a:pt x="178118" y="202882"/>
                    </a:lnTo>
                    <a:lnTo>
                      <a:pt x="176213" y="202882"/>
                    </a:lnTo>
                    <a:lnTo>
                      <a:pt x="174307" y="202882"/>
                    </a:lnTo>
                    <a:lnTo>
                      <a:pt x="173355" y="203835"/>
                    </a:lnTo>
                    <a:lnTo>
                      <a:pt x="172402" y="204788"/>
                    </a:lnTo>
                    <a:lnTo>
                      <a:pt x="171450" y="205740"/>
                    </a:lnTo>
                    <a:lnTo>
                      <a:pt x="170498" y="206692"/>
                    </a:lnTo>
                    <a:lnTo>
                      <a:pt x="166688" y="209550"/>
                    </a:lnTo>
                    <a:lnTo>
                      <a:pt x="162877" y="210502"/>
                    </a:lnTo>
                    <a:lnTo>
                      <a:pt x="159068" y="209550"/>
                    </a:lnTo>
                    <a:lnTo>
                      <a:pt x="155257" y="208598"/>
                    </a:lnTo>
                    <a:lnTo>
                      <a:pt x="151448" y="208598"/>
                    </a:lnTo>
                    <a:lnTo>
                      <a:pt x="143827" y="211455"/>
                    </a:lnTo>
                    <a:lnTo>
                      <a:pt x="140018" y="211455"/>
                    </a:lnTo>
                    <a:lnTo>
                      <a:pt x="138113" y="210502"/>
                    </a:lnTo>
                    <a:lnTo>
                      <a:pt x="135255" y="207645"/>
                    </a:lnTo>
                    <a:lnTo>
                      <a:pt x="133350" y="206692"/>
                    </a:lnTo>
                    <a:lnTo>
                      <a:pt x="130493" y="205740"/>
                    </a:lnTo>
                    <a:lnTo>
                      <a:pt x="128588" y="205740"/>
                    </a:lnTo>
                    <a:lnTo>
                      <a:pt x="127635" y="206692"/>
                    </a:lnTo>
                    <a:lnTo>
                      <a:pt x="125730" y="207645"/>
                    </a:lnTo>
                    <a:lnTo>
                      <a:pt x="122873" y="207645"/>
                    </a:lnTo>
                    <a:lnTo>
                      <a:pt x="112395" y="206692"/>
                    </a:lnTo>
                    <a:lnTo>
                      <a:pt x="111443" y="203835"/>
                    </a:lnTo>
                    <a:lnTo>
                      <a:pt x="106680" y="198120"/>
                    </a:lnTo>
                    <a:lnTo>
                      <a:pt x="105727" y="194310"/>
                    </a:lnTo>
                    <a:lnTo>
                      <a:pt x="105727" y="193357"/>
                    </a:lnTo>
                    <a:lnTo>
                      <a:pt x="106680" y="190500"/>
                    </a:lnTo>
                    <a:lnTo>
                      <a:pt x="106680" y="189548"/>
                    </a:lnTo>
                    <a:lnTo>
                      <a:pt x="106680" y="188595"/>
                    </a:lnTo>
                    <a:lnTo>
                      <a:pt x="105727" y="184785"/>
                    </a:lnTo>
                    <a:lnTo>
                      <a:pt x="104775" y="178117"/>
                    </a:lnTo>
                    <a:lnTo>
                      <a:pt x="103823" y="176213"/>
                    </a:lnTo>
                    <a:lnTo>
                      <a:pt x="101918" y="173355"/>
                    </a:lnTo>
                    <a:lnTo>
                      <a:pt x="99060" y="169545"/>
                    </a:lnTo>
                    <a:lnTo>
                      <a:pt x="96202" y="166688"/>
                    </a:lnTo>
                    <a:lnTo>
                      <a:pt x="93345" y="165735"/>
                    </a:lnTo>
                    <a:lnTo>
                      <a:pt x="92393" y="165735"/>
                    </a:lnTo>
                    <a:lnTo>
                      <a:pt x="92393" y="166688"/>
                    </a:lnTo>
                    <a:lnTo>
                      <a:pt x="92393" y="167640"/>
                    </a:lnTo>
                    <a:lnTo>
                      <a:pt x="91440" y="168592"/>
                    </a:lnTo>
                    <a:lnTo>
                      <a:pt x="89535" y="168592"/>
                    </a:lnTo>
                    <a:lnTo>
                      <a:pt x="81915" y="167640"/>
                    </a:lnTo>
                    <a:lnTo>
                      <a:pt x="80010" y="166688"/>
                    </a:lnTo>
                    <a:lnTo>
                      <a:pt x="75248" y="163830"/>
                    </a:lnTo>
                    <a:lnTo>
                      <a:pt x="72390" y="163830"/>
                    </a:lnTo>
                    <a:lnTo>
                      <a:pt x="68580" y="161925"/>
                    </a:lnTo>
                    <a:lnTo>
                      <a:pt x="61913" y="159067"/>
                    </a:lnTo>
                    <a:lnTo>
                      <a:pt x="55245" y="157163"/>
                    </a:lnTo>
                    <a:lnTo>
                      <a:pt x="53340" y="156210"/>
                    </a:lnTo>
                    <a:lnTo>
                      <a:pt x="49530" y="153352"/>
                    </a:lnTo>
                    <a:lnTo>
                      <a:pt x="46673" y="152400"/>
                    </a:lnTo>
                    <a:lnTo>
                      <a:pt x="45720" y="151448"/>
                    </a:lnTo>
                    <a:lnTo>
                      <a:pt x="44768" y="150495"/>
                    </a:lnTo>
                    <a:lnTo>
                      <a:pt x="44768" y="149542"/>
                    </a:lnTo>
                    <a:lnTo>
                      <a:pt x="44768" y="148590"/>
                    </a:lnTo>
                    <a:lnTo>
                      <a:pt x="41910" y="153352"/>
                    </a:lnTo>
                    <a:lnTo>
                      <a:pt x="40958" y="152400"/>
                    </a:lnTo>
                    <a:lnTo>
                      <a:pt x="40005" y="152400"/>
                    </a:lnTo>
                    <a:lnTo>
                      <a:pt x="39052" y="152400"/>
                    </a:lnTo>
                    <a:lnTo>
                      <a:pt x="38100" y="152400"/>
                    </a:lnTo>
                    <a:lnTo>
                      <a:pt x="34290" y="151448"/>
                    </a:lnTo>
                    <a:lnTo>
                      <a:pt x="31433" y="150495"/>
                    </a:lnTo>
                    <a:lnTo>
                      <a:pt x="29527" y="148590"/>
                    </a:lnTo>
                    <a:lnTo>
                      <a:pt x="27623" y="144780"/>
                    </a:lnTo>
                    <a:lnTo>
                      <a:pt x="23813" y="134302"/>
                    </a:lnTo>
                    <a:lnTo>
                      <a:pt x="19050" y="123825"/>
                    </a:lnTo>
                    <a:lnTo>
                      <a:pt x="15240" y="119063"/>
                    </a:lnTo>
                    <a:lnTo>
                      <a:pt x="7620" y="111442"/>
                    </a:lnTo>
                    <a:lnTo>
                      <a:pt x="4763" y="106680"/>
                    </a:lnTo>
                    <a:lnTo>
                      <a:pt x="3810" y="101917"/>
                    </a:lnTo>
                    <a:lnTo>
                      <a:pt x="4763" y="93345"/>
                    </a:lnTo>
                    <a:lnTo>
                      <a:pt x="3810" y="88582"/>
                    </a:lnTo>
                    <a:lnTo>
                      <a:pt x="952" y="80963"/>
                    </a:lnTo>
                    <a:lnTo>
                      <a:pt x="0" y="78105"/>
                    </a:lnTo>
                    <a:lnTo>
                      <a:pt x="0" y="75248"/>
                    </a:lnTo>
                    <a:lnTo>
                      <a:pt x="952" y="70485"/>
                    </a:lnTo>
                    <a:lnTo>
                      <a:pt x="952" y="67627"/>
                    </a:lnTo>
                    <a:lnTo>
                      <a:pt x="6668" y="66675"/>
                    </a:lnTo>
                    <a:lnTo>
                      <a:pt x="10477" y="64770"/>
                    </a:lnTo>
                    <a:lnTo>
                      <a:pt x="14288" y="60960"/>
                    </a:lnTo>
                    <a:lnTo>
                      <a:pt x="26670" y="43815"/>
                    </a:lnTo>
                    <a:lnTo>
                      <a:pt x="28575" y="41910"/>
                    </a:lnTo>
                    <a:lnTo>
                      <a:pt x="29527" y="40005"/>
                    </a:lnTo>
                    <a:lnTo>
                      <a:pt x="28575" y="38100"/>
                    </a:lnTo>
                    <a:lnTo>
                      <a:pt x="27623" y="37148"/>
                    </a:lnTo>
                    <a:lnTo>
                      <a:pt x="23813" y="36195"/>
                    </a:lnTo>
                    <a:lnTo>
                      <a:pt x="21908" y="35242"/>
                    </a:lnTo>
                    <a:lnTo>
                      <a:pt x="20955" y="33338"/>
                    </a:lnTo>
                    <a:lnTo>
                      <a:pt x="20955" y="30480"/>
                    </a:lnTo>
                    <a:lnTo>
                      <a:pt x="21908" y="27623"/>
                    </a:lnTo>
                    <a:lnTo>
                      <a:pt x="22860" y="24765"/>
                    </a:lnTo>
                    <a:lnTo>
                      <a:pt x="26670" y="23813"/>
                    </a:lnTo>
                    <a:lnTo>
                      <a:pt x="27623" y="23813"/>
                    </a:lnTo>
                    <a:lnTo>
                      <a:pt x="28575" y="21907"/>
                    </a:lnTo>
                    <a:lnTo>
                      <a:pt x="28575" y="19050"/>
                    </a:lnTo>
                    <a:lnTo>
                      <a:pt x="27623" y="14288"/>
                    </a:lnTo>
                    <a:lnTo>
                      <a:pt x="27623" y="9525"/>
                    </a:lnTo>
                    <a:lnTo>
                      <a:pt x="26670" y="7620"/>
                    </a:lnTo>
                    <a:lnTo>
                      <a:pt x="24765" y="5715"/>
                    </a:lnTo>
                    <a:lnTo>
                      <a:pt x="21908" y="2857"/>
                    </a:lnTo>
                    <a:lnTo>
                      <a:pt x="20955" y="952"/>
                    </a:lnTo>
                    <a:lnTo>
                      <a:pt x="22860" y="952"/>
                    </a:lnTo>
                    <a:lnTo>
                      <a:pt x="25718" y="952"/>
                    </a:lnTo>
                    <a:lnTo>
                      <a:pt x="32385" y="0"/>
                    </a:lnTo>
                    <a:lnTo>
                      <a:pt x="35243" y="0"/>
                    </a:lnTo>
                    <a:lnTo>
                      <a:pt x="91440" y="0"/>
                    </a:lnTo>
                    <a:lnTo>
                      <a:pt x="95250" y="952"/>
                    </a:lnTo>
                    <a:lnTo>
                      <a:pt x="99060" y="2857"/>
                    </a:lnTo>
                    <a:lnTo>
                      <a:pt x="105727" y="6667"/>
                    </a:lnTo>
                    <a:lnTo>
                      <a:pt x="118110" y="13335"/>
                    </a:lnTo>
                    <a:lnTo>
                      <a:pt x="119063" y="14288"/>
                    </a:lnTo>
                    <a:lnTo>
                      <a:pt x="122873" y="16192"/>
                    </a:lnTo>
                    <a:lnTo>
                      <a:pt x="126682" y="19050"/>
                    </a:lnTo>
                    <a:lnTo>
                      <a:pt x="130493" y="21907"/>
                    </a:lnTo>
                    <a:lnTo>
                      <a:pt x="134302" y="24765"/>
                    </a:lnTo>
                    <a:lnTo>
                      <a:pt x="142875" y="29527"/>
                    </a:lnTo>
                    <a:lnTo>
                      <a:pt x="151448" y="34290"/>
                    </a:lnTo>
                    <a:lnTo>
                      <a:pt x="156210" y="37148"/>
                    </a:lnTo>
                    <a:lnTo>
                      <a:pt x="160020" y="40005"/>
                    </a:lnTo>
                    <a:lnTo>
                      <a:pt x="163830" y="42863"/>
                    </a:lnTo>
                    <a:lnTo>
                      <a:pt x="166688" y="44767"/>
                    </a:lnTo>
                    <a:lnTo>
                      <a:pt x="166688" y="47625"/>
                    </a:lnTo>
                    <a:lnTo>
                      <a:pt x="165735" y="50482"/>
                    </a:lnTo>
                    <a:lnTo>
                      <a:pt x="165735" y="53340"/>
                    </a:lnTo>
                    <a:lnTo>
                      <a:pt x="167640" y="55245"/>
                    </a:lnTo>
                    <a:lnTo>
                      <a:pt x="170498" y="58102"/>
                    </a:lnTo>
                    <a:lnTo>
                      <a:pt x="177165" y="61913"/>
                    </a:lnTo>
                    <a:lnTo>
                      <a:pt x="189548" y="67627"/>
                    </a:lnTo>
                    <a:close/>
                    <a:moveTo>
                      <a:pt x="200025" y="94298"/>
                    </a:moveTo>
                    <a:lnTo>
                      <a:pt x="199073" y="96202"/>
                    </a:lnTo>
                    <a:lnTo>
                      <a:pt x="198120" y="99060"/>
                    </a:lnTo>
                    <a:lnTo>
                      <a:pt x="198120" y="100965"/>
                    </a:lnTo>
                    <a:lnTo>
                      <a:pt x="198120" y="102870"/>
                    </a:lnTo>
                    <a:lnTo>
                      <a:pt x="198120" y="103823"/>
                    </a:lnTo>
                    <a:lnTo>
                      <a:pt x="200977" y="106680"/>
                    </a:lnTo>
                    <a:lnTo>
                      <a:pt x="202882" y="107632"/>
                    </a:lnTo>
                    <a:lnTo>
                      <a:pt x="204788" y="108585"/>
                    </a:lnTo>
                    <a:lnTo>
                      <a:pt x="205740" y="107632"/>
                    </a:lnTo>
                    <a:lnTo>
                      <a:pt x="201930" y="97155"/>
                    </a:lnTo>
                    <a:lnTo>
                      <a:pt x="200025" y="94298"/>
                    </a:lnTo>
                    <a:close/>
                    <a:moveTo>
                      <a:pt x="208598" y="140017"/>
                    </a:moveTo>
                    <a:lnTo>
                      <a:pt x="210502" y="138113"/>
                    </a:lnTo>
                    <a:lnTo>
                      <a:pt x="211455" y="135255"/>
                    </a:lnTo>
                    <a:lnTo>
                      <a:pt x="212407" y="132398"/>
                    </a:lnTo>
                    <a:lnTo>
                      <a:pt x="211455" y="134302"/>
                    </a:lnTo>
                    <a:lnTo>
                      <a:pt x="206693" y="138113"/>
                    </a:lnTo>
                    <a:lnTo>
                      <a:pt x="208598" y="140017"/>
                    </a:lnTo>
                    <a:close/>
                    <a:moveTo>
                      <a:pt x="207645" y="87630"/>
                    </a:moveTo>
                    <a:lnTo>
                      <a:pt x="208598" y="88582"/>
                    </a:lnTo>
                    <a:lnTo>
                      <a:pt x="210502" y="87630"/>
                    </a:lnTo>
                    <a:lnTo>
                      <a:pt x="211455" y="84773"/>
                    </a:lnTo>
                    <a:lnTo>
                      <a:pt x="211455" y="79057"/>
                    </a:lnTo>
                    <a:lnTo>
                      <a:pt x="210502" y="79057"/>
                    </a:lnTo>
                    <a:lnTo>
                      <a:pt x="209550" y="79057"/>
                    </a:lnTo>
                    <a:lnTo>
                      <a:pt x="208598" y="79057"/>
                    </a:lnTo>
                    <a:lnTo>
                      <a:pt x="207645" y="79057"/>
                    </a:lnTo>
                    <a:lnTo>
                      <a:pt x="207645" y="81915"/>
                    </a:lnTo>
                    <a:lnTo>
                      <a:pt x="207645" y="85725"/>
                    </a:lnTo>
                    <a:lnTo>
                      <a:pt x="207645" y="87630"/>
                    </a:lnTo>
                    <a:close/>
                  </a:path>
                </a:pathLst>
              </a:custGeom>
              <a:solidFill>
                <a:schemeClr val="accent1"/>
              </a:solidFill>
              <a:ln w="6350" cap="rnd">
                <a:solidFill>
                  <a:schemeClr val="bg1">
                    <a:alpha val="80000"/>
                  </a:schemeClr>
                </a:solidFill>
                <a:prstDash val="solid"/>
                <a:round/>
              </a:ln>
            </p:spPr>
            <p:txBody>
              <a:bodyPr rtlCol="0" anchor="ctr"/>
              <a:lstStyle/>
              <a:p>
                <a:endParaRPr lang="en-US"/>
              </a:p>
            </p:txBody>
          </p:sp>
          <p:sp>
            <p:nvSpPr>
              <p:cNvPr id="753" name="Freeform: Shape 197">
                <a:extLst>
                  <a:ext uri="{FF2B5EF4-FFF2-40B4-BE49-F238E27FC236}">
                    <a16:creationId xmlns:a16="http://schemas.microsoft.com/office/drawing/2014/main" id="{019A6369-992F-18B6-52AD-E1FA930236D5}"/>
                  </a:ext>
                </a:extLst>
              </p:cNvPr>
              <p:cNvSpPr/>
              <p:nvPr/>
            </p:nvSpPr>
            <p:spPr>
              <a:xfrm>
                <a:off x="6862267" y="4614674"/>
                <a:ext cx="3162" cy="7916"/>
              </a:xfrm>
              <a:custGeom>
                <a:avLst/>
                <a:gdLst>
                  <a:gd name="connsiteX0" fmla="*/ 1905 w 2857"/>
                  <a:gd name="connsiteY0" fmla="*/ 6668 h 6667"/>
                  <a:gd name="connsiteX1" fmla="*/ 1905 w 2857"/>
                  <a:gd name="connsiteY1" fmla="*/ 5715 h 6667"/>
                  <a:gd name="connsiteX2" fmla="*/ 2858 w 2857"/>
                  <a:gd name="connsiteY2" fmla="*/ 2858 h 6667"/>
                  <a:gd name="connsiteX3" fmla="*/ 1905 w 2857"/>
                  <a:gd name="connsiteY3" fmla="*/ 1905 h 6667"/>
                  <a:gd name="connsiteX4" fmla="*/ 952 w 2857"/>
                  <a:gd name="connsiteY4" fmla="*/ 1905 h 6667"/>
                  <a:gd name="connsiteX5" fmla="*/ 952 w 2857"/>
                  <a:gd name="connsiteY5" fmla="*/ 952 h 6667"/>
                  <a:gd name="connsiteX6" fmla="*/ 0 w 2857"/>
                  <a:gd name="connsiteY6" fmla="*/ 0 h 6667"/>
                  <a:gd name="connsiteX7" fmla="*/ 0 w 2857"/>
                  <a:gd name="connsiteY7" fmla="*/ 952 h 6667"/>
                  <a:gd name="connsiteX8" fmla="*/ 0 w 2857"/>
                  <a:gd name="connsiteY8" fmla="*/ 3810 h 6667"/>
                  <a:gd name="connsiteX9" fmla="*/ 0 w 2857"/>
                  <a:gd name="connsiteY9" fmla="*/ 5715 h 6667"/>
                  <a:gd name="connsiteX10" fmla="*/ 0 w 2857"/>
                  <a:gd name="connsiteY10" fmla="*/ 6668 h 6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7" h="6667">
                    <a:moveTo>
                      <a:pt x="1905" y="6668"/>
                    </a:moveTo>
                    <a:lnTo>
                      <a:pt x="1905" y="5715"/>
                    </a:lnTo>
                    <a:lnTo>
                      <a:pt x="2858" y="2858"/>
                    </a:lnTo>
                    <a:lnTo>
                      <a:pt x="1905" y="1905"/>
                    </a:lnTo>
                    <a:lnTo>
                      <a:pt x="952" y="1905"/>
                    </a:lnTo>
                    <a:lnTo>
                      <a:pt x="952" y="952"/>
                    </a:lnTo>
                    <a:lnTo>
                      <a:pt x="0" y="0"/>
                    </a:lnTo>
                    <a:lnTo>
                      <a:pt x="0" y="952"/>
                    </a:lnTo>
                    <a:lnTo>
                      <a:pt x="0" y="3810"/>
                    </a:lnTo>
                    <a:lnTo>
                      <a:pt x="0" y="5715"/>
                    </a:lnTo>
                    <a:lnTo>
                      <a:pt x="0" y="6668"/>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54" name="Freeform: Shape 198">
                <a:extLst>
                  <a:ext uri="{FF2B5EF4-FFF2-40B4-BE49-F238E27FC236}">
                    <a16:creationId xmlns:a16="http://schemas.microsoft.com/office/drawing/2014/main" id="{D17D2A14-5A80-075A-F188-607795CB3650}"/>
                  </a:ext>
                </a:extLst>
              </p:cNvPr>
              <p:cNvSpPr/>
              <p:nvPr/>
            </p:nvSpPr>
            <p:spPr>
              <a:xfrm>
                <a:off x="6821152" y="4585269"/>
                <a:ext cx="28463" cy="22620"/>
              </a:xfrm>
              <a:custGeom>
                <a:avLst/>
                <a:gdLst>
                  <a:gd name="connsiteX0" fmla="*/ 953 w 25717"/>
                  <a:gd name="connsiteY0" fmla="*/ 7620 h 19050"/>
                  <a:gd name="connsiteX1" fmla="*/ 0 w 25717"/>
                  <a:gd name="connsiteY1" fmla="*/ 6667 h 19050"/>
                  <a:gd name="connsiteX2" fmla="*/ 0 w 25717"/>
                  <a:gd name="connsiteY2" fmla="*/ 2858 h 19050"/>
                  <a:gd name="connsiteX3" fmla="*/ 0 w 25717"/>
                  <a:gd name="connsiteY3" fmla="*/ 952 h 19050"/>
                  <a:gd name="connsiteX4" fmla="*/ 953 w 25717"/>
                  <a:gd name="connsiteY4" fmla="*/ 0 h 19050"/>
                  <a:gd name="connsiteX5" fmla="*/ 2858 w 25717"/>
                  <a:gd name="connsiteY5" fmla="*/ 0 h 19050"/>
                  <a:gd name="connsiteX6" fmla="*/ 2858 w 25717"/>
                  <a:gd name="connsiteY6" fmla="*/ 952 h 19050"/>
                  <a:gd name="connsiteX7" fmla="*/ 2858 w 25717"/>
                  <a:gd name="connsiteY7" fmla="*/ 1905 h 19050"/>
                  <a:gd name="connsiteX8" fmla="*/ 2858 w 25717"/>
                  <a:gd name="connsiteY8" fmla="*/ 2858 h 19050"/>
                  <a:gd name="connsiteX9" fmla="*/ 4763 w 25717"/>
                  <a:gd name="connsiteY9" fmla="*/ 8573 h 19050"/>
                  <a:gd name="connsiteX10" fmla="*/ 4763 w 25717"/>
                  <a:gd name="connsiteY10" fmla="*/ 9525 h 19050"/>
                  <a:gd name="connsiteX11" fmla="*/ 3810 w 25717"/>
                  <a:gd name="connsiteY11" fmla="*/ 9525 h 19050"/>
                  <a:gd name="connsiteX12" fmla="*/ 1905 w 25717"/>
                  <a:gd name="connsiteY12" fmla="*/ 8573 h 19050"/>
                  <a:gd name="connsiteX13" fmla="*/ 953 w 25717"/>
                  <a:gd name="connsiteY13" fmla="*/ 7620 h 19050"/>
                  <a:gd name="connsiteX14" fmla="*/ 25718 w 25717"/>
                  <a:gd name="connsiteY14" fmla="*/ 19050 h 19050"/>
                  <a:gd name="connsiteX15" fmla="*/ 25718 w 25717"/>
                  <a:gd name="connsiteY15" fmla="*/ 19050 h 19050"/>
                  <a:gd name="connsiteX16" fmla="*/ 25718 w 25717"/>
                  <a:gd name="connsiteY16" fmla="*/ 18098 h 19050"/>
                  <a:gd name="connsiteX17" fmla="*/ 25718 w 25717"/>
                  <a:gd name="connsiteY17" fmla="*/ 17145 h 19050"/>
                  <a:gd name="connsiteX18" fmla="*/ 25718 w 25717"/>
                  <a:gd name="connsiteY18" fmla="*/ 16192 h 19050"/>
                  <a:gd name="connsiteX19" fmla="*/ 24765 w 25717"/>
                  <a:gd name="connsiteY19" fmla="*/ 13335 h 19050"/>
                  <a:gd name="connsiteX20" fmla="*/ 23813 w 25717"/>
                  <a:gd name="connsiteY20" fmla="*/ 13335 h 19050"/>
                  <a:gd name="connsiteX21" fmla="*/ 21908 w 25717"/>
                  <a:gd name="connsiteY21" fmla="*/ 14288 h 19050"/>
                  <a:gd name="connsiteX22" fmla="*/ 20003 w 25717"/>
                  <a:gd name="connsiteY22" fmla="*/ 14288 h 19050"/>
                  <a:gd name="connsiteX23" fmla="*/ 21908 w 25717"/>
                  <a:gd name="connsiteY23" fmla="*/ 15240 h 19050"/>
                  <a:gd name="connsiteX24" fmla="*/ 23813 w 25717"/>
                  <a:gd name="connsiteY24" fmla="*/ 16192 h 19050"/>
                  <a:gd name="connsiteX25" fmla="*/ 25718 w 25717"/>
                  <a:gd name="connsiteY25" fmla="*/ 19050 h 19050"/>
                  <a:gd name="connsiteX26" fmla="*/ 10478 w 25717"/>
                  <a:gd name="connsiteY26" fmla="*/ 19050 h 19050"/>
                  <a:gd name="connsiteX27" fmla="*/ 12383 w 25717"/>
                  <a:gd name="connsiteY27" fmla="*/ 19050 h 19050"/>
                  <a:gd name="connsiteX28" fmla="*/ 10478 w 25717"/>
                  <a:gd name="connsiteY28" fmla="*/ 19050 h 19050"/>
                  <a:gd name="connsiteX29" fmla="*/ 10478 w 25717"/>
                  <a:gd name="connsiteY29" fmla="*/ 17145 h 19050"/>
                  <a:gd name="connsiteX30" fmla="*/ 9525 w 25717"/>
                  <a:gd name="connsiteY30" fmla="*/ 16192 h 19050"/>
                  <a:gd name="connsiteX31" fmla="*/ 8573 w 25717"/>
                  <a:gd name="connsiteY31" fmla="*/ 16192 h 19050"/>
                  <a:gd name="connsiteX32" fmla="*/ 9525 w 25717"/>
                  <a:gd name="connsiteY32" fmla="*/ 17145 h 19050"/>
                  <a:gd name="connsiteX33" fmla="*/ 10478 w 25717"/>
                  <a:gd name="connsiteY33" fmla="*/ 18098 h 19050"/>
                  <a:gd name="connsiteX34" fmla="*/ 10478 w 25717"/>
                  <a:gd name="connsiteY34" fmla="*/ 1905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5717" h="19050">
                    <a:moveTo>
                      <a:pt x="953" y="7620"/>
                    </a:moveTo>
                    <a:lnTo>
                      <a:pt x="0" y="6667"/>
                    </a:lnTo>
                    <a:lnTo>
                      <a:pt x="0" y="2858"/>
                    </a:lnTo>
                    <a:lnTo>
                      <a:pt x="0" y="952"/>
                    </a:lnTo>
                    <a:lnTo>
                      <a:pt x="953" y="0"/>
                    </a:lnTo>
                    <a:lnTo>
                      <a:pt x="2858" y="0"/>
                    </a:lnTo>
                    <a:lnTo>
                      <a:pt x="2858" y="952"/>
                    </a:lnTo>
                    <a:lnTo>
                      <a:pt x="2858" y="1905"/>
                    </a:lnTo>
                    <a:lnTo>
                      <a:pt x="2858" y="2858"/>
                    </a:lnTo>
                    <a:lnTo>
                      <a:pt x="4763" y="8573"/>
                    </a:lnTo>
                    <a:lnTo>
                      <a:pt x="4763" y="9525"/>
                    </a:lnTo>
                    <a:lnTo>
                      <a:pt x="3810" y="9525"/>
                    </a:lnTo>
                    <a:lnTo>
                      <a:pt x="1905" y="8573"/>
                    </a:lnTo>
                    <a:lnTo>
                      <a:pt x="953" y="7620"/>
                    </a:lnTo>
                    <a:close/>
                    <a:moveTo>
                      <a:pt x="25718" y="19050"/>
                    </a:moveTo>
                    <a:lnTo>
                      <a:pt x="25718" y="19050"/>
                    </a:lnTo>
                    <a:lnTo>
                      <a:pt x="25718" y="18098"/>
                    </a:lnTo>
                    <a:lnTo>
                      <a:pt x="25718" y="17145"/>
                    </a:lnTo>
                    <a:lnTo>
                      <a:pt x="25718" y="16192"/>
                    </a:lnTo>
                    <a:lnTo>
                      <a:pt x="24765" y="13335"/>
                    </a:lnTo>
                    <a:lnTo>
                      <a:pt x="23813" y="13335"/>
                    </a:lnTo>
                    <a:lnTo>
                      <a:pt x="21908" y="14288"/>
                    </a:lnTo>
                    <a:lnTo>
                      <a:pt x="20003" y="14288"/>
                    </a:lnTo>
                    <a:lnTo>
                      <a:pt x="21908" y="15240"/>
                    </a:lnTo>
                    <a:lnTo>
                      <a:pt x="23813" y="16192"/>
                    </a:lnTo>
                    <a:lnTo>
                      <a:pt x="25718" y="19050"/>
                    </a:lnTo>
                    <a:close/>
                    <a:moveTo>
                      <a:pt x="10478" y="19050"/>
                    </a:moveTo>
                    <a:lnTo>
                      <a:pt x="12383" y="19050"/>
                    </a:lnTo>
                    <a:lnTo>
                      <a:pt x="10478" y="19050"/>
                    </a:lnTo>
                    <a:lnTo>
                      <a:pt x="10478" y="17145"/>
                    </a:lnTo>
                    <a:lnTo>
                      <a:pt x="9525" y="16192"/>
                    </a:lnTo>
                    <a:lnTo>
                      <a:pt x="8573" y="16192"/>
                    </a:lnTo>
                    <a:lnTo>
                      <a:pt x="9525" y="17145"/>
                    </a:lnTo>
                    <a:lnTo>
                      <a:pt x="10478" y="18098"/>
                    </a:lnTo>
                    <a:lnTo>
                      <a:pt x="10478" y="1905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55" name="Freeform: Shape 199">
                <a:extLst>
                  <a:ext uri="{FF2B5EF4-FFF2-40B4-BE49-F238E27FC236}">
                    <a16:creationId xmlns:a16="http://schemas.microsoft.com/office/drawing/2014/main" id="{4C8A964C-D373-7E23-4444-034BEC86FDD3}"/>
                  </a:ext>
                </a:extLst>
              </p:cNvPr>
              <p:cNvSpPr/>
              <p:nvPr/>
            </p:nvSpPr>
            <p:spPr>
              <a:xfrm>
                <a:off x="6613470" y="4178108"/>
                <a:ext cx="175000" cy="245427"/>
              </a:xfrm>
              <a:custGeom>
                <a:avLst/>
                <a:gdLst>
                  <a:gd name="connsiteX0" fmla="*/ 153353 w 158115"/>
                  <a:gd name="connsiteY0" fmla="*/ 143827 h 206692"/>
                  <a:gd name="connsiteX1" fmla="*/ 153353 w 158115"/>
                  <a:gd name="connsiteY1" fmla="*/ 144780 h 206692"/>
                  <a:gd name="connsiteX2" fmla="*/ 151448 w 158115"/>
                  <a:gd name="connsiteY2" fmla="*/ 146685 h 206692"/>
                  <a:gd name="connsiteX3" fmla="*/ 149542 w 158115"/>
                  <a:gd name="connsiteY3" fmla="*/ 148590 h 206692"/>
                  <a:gd name="connsiteX4" fmla="*/ 147638 w 158115"/>
                  <a:gd name="connsiteY4" fmla="*/ 149542 h 206692"/>
                  <a:gd name="connsiteX5" fmla="*/ 144780 w 158115"/>
                  <a:gd name="connsiteY5" fmla="*/ 150495 h 206692"/>
                  <a:gd name="connsiteX6" fmla="*/ 143828 w 158115"/>
                  <a:gd name="connsiteY6" fmla="*/ 150495 h 206692"/>
                  <a:gd name="connsiteX7" fmla="*/ 142875 w 158115"/>
                  <a:gd name="connsiteY7" fmla="*/ 150495 h 206692"/>
                  <a:gd name="connsiteX8" fmla="*/ 141923 w 158115"/>
                  <a:gd name="connsiteY8" fmla="*/ 150495 h 206692"/>
                  <a:gd name="connsiteX9" fmla="*/ 140970 w 158115"/>
                  <a:gd name="connsiteY9" fmla="*/ 152400 h 206692"/>
                  <a:gd name="connsiteX10" fmla="*/ 140970 w 158115"/>
                  <a:gd name="connsiteY10" fmla="*/ 152400 h 206692"/>
                  <a:gd name="connsiteX11" fmla="*/ 140970 w 158115"/>
                  <a:gd name="connsiteY11" fmla="*/ 152400 h 206692"/>
                  <a:gd name="connsiteX12" fmla="*/ 140970 w 158115"/>
                  <a:gd name="connsiteY12" fmla="*/ 154305 h 206692"/>
                  <a:gd name="connsiteX13" fmla="*/ 140970 w 158115"/>
                  <a:gd name="connsiteY13" fmla="*/ 156210 h 206692"/>
                  <a:gd name="connsiteX14" fmla="*/ 140017 w 158115"/>
                  <a:gd name="connsiteY14" fmla="*/ 158115 h 206692"/>
                  <a:gd name="connsiteX15" fmla="*/ 139065 w 158115"/>
                  <a:gd name="connsiteY15" fmla="*/ 160020 h 206692"/>
                  <a:gd name="connsiteX16" fmla="*/ 137160 w 158115"/>
                  <a:gd name="connsiteY16" fmla="*/ 161925 h 206692"/>
                  <a:gd name="connsiteX17" fmla="*/ 135255 w 158115"/>
                  <a:gd name="connsiteY17" fmla="*/ 162877 h 206692"/>
                  <a:gd name="connsiteX18" fmla="*/ 133350 w 158115"/>
                  <a:gd name="connsiteY18" fmla="*/ 162877 h 206692"/>
                  <a:gd name="connsiteX19" fmla="*/ 130492 w 158115"/>
                  <a:gd name="connsiteY19" fmla="*/ 163830 h 206692"/>
                  <a:gd name="connsiteX20" fmla="*/ 128588 w 158115"/>
                  <a:gd name="connsiteY20" fmla="*/ 164783 h 206692"/>
                  <a:gd name="connsiteX21" fmla="*/ 127635 w 158115"/>
                  <a:gd name="connsiteY21" fmla="*/ 166688 h 206692"/>
                  <a:gd name="connsiteX22" fmla="*/ 127635 w 158115"/>
                  <a:gd name="connsiteY22" fmla="*/ 168592 h 206692"/>
                  <a:gd name="connsiteX23" fmla="*/ 127635 w 158115"/>
                  <a:gd name="connsiteY23" fmla="*/ 170498 h 206692"/>
                  <a:gd name="connsiteX24" fmla="*/ 126683 w 158115"/>
                  <a:gd name="connsiteY24" fmla="*/ 173355 h 206692"/>
                  <a:gd name="connsiteX25" fmla="*/ 125730 w 158115"/>
                  <a:gd name="connsiteY25" fmla="*/ 175260 h 206692"/>
                  <a:gd name="connsiteX26" fmla="*/ 121920 w 158115"/>
                  <a:gd name="connsiteY26" fmla="*/ 182880 h 206692"/>
                  <a:gd name="connsiteX27" fmla="*/ 117158 w 158115"/>
                  <a:gd name="connsiteY27" fmla="*/ 195263 h 206692"/>
                  <a:gd name="connsiteX28" fmla="*/ 114300 w 158115"/>
                  <a:gd name="connsiteY28" fmla="*/ 200977 h 206692"/>
                  <a:gd name="connsiteX29" fmla="*/ 112395 w 158115"/>
                  <a:gd name="connsiteY29" fmla="*/ 202883 h 206692"/>
                  <a:gd name="connsiteX30" fmla="*/ 110490 w 158115"/>
                  <a:gd name="connsiteY30" fmla="*/ 203835 h 206692"/>
                  <a:gd name="connsiteX31" fmla="*/ 108585 w 158115"/>
                  <a:gd name="connsiteY31" fmla="*/ 204788 h 206692"/>
                  <a:gd name="connsiteX32" fmla="*/ 106680 w 158115"/>
                  <a:gd name="connsiteY32" fmla="*/ 206692 h 206692"/>
                  <a:gd name="connsiteX33" fmla="*/ 98108 w 158115"/>
                  <a:gd name="connsiteY33" fmla="*/ 200977 h 206692"/>
                  <a:gd name="connsiteX34" fmla="*/ 85725 w 158115"/>
                  <a:gd name="connsiteY34" fmla="*/ 192405 h 206692"/>
                  <a:gd name="connsiteX35" fmla="*/ 79058 w 158115"/>
                  <a:gd name="connsiteY35" fmla="*/ 188595 h 206692"/>
                  <a:gd name="connsiteX36" fmla="*/ 76200 w 158115"/>
                  <a:gd name="connsiteY36" fmla="*/ 185738 h 206692"/>
                  <a:gd name="connsiteX37" fmla="*/ 74295 w 158115"/>
                  <a:gd name="connsiteY37" fmla="*/ 183833 h 206692"/>
                  <a:gd name="connsiteX38" fmla="*/ 74295 w 158115"/>
                  <a:gd name="connsiteY38" fmla="*/ 180975 h 206692"/>
                  <a:gd name="connsiteX39" fmla="*/ 75248 w 158115"/>
                  <a:gd name="connsiteY39" fmla="*/ 178117 h 206692"/>
                  <a:gd name="connsiteX40" fmla="*/ 75248 w 158115"/>
                  <a:gd name="connsiteY40" fmla="*/ 175260 h 206692"/>
                  <a:gd name="connsiteX41" fmla="*/ 72390 w 158115"/>
                  <a:gd name="connsiteY41" fmla="*/ 173355 h 206692"/>
                  <a:gd name="connsiteX42" fmla="*/ 68580 w 158115"/>
                  <a:gd name="connsiteY42" fmla="*/ 170498 h 206692"/>
                  <a:gd name="connsiteX43" fmla="*/ 64770 w 158115"/>
                  <a:gd name="connsiteY43" fmla="*/ 167640 h 206692"/>
                  <a:gd name="connsiteX44" fmla="*/ 60008 w 158115"/>
                  <a:gd name="connsiteY44" fmla="*/ 164783 h 206692"/>
                  <a:gd name="connsiteX45" fmla="*/ 51435 w 158115"/>
                  <a:gd name="connsiteY45" fmla="*/ 160020 h 206692"/>
                  <a:gd name="connsiteX46" fmla="*/ 42863 w 158115"/>
                  <a:gd name="connsiteY46" fmla="*/ 155258 h 206692"/>
                  <a:gd name="connsiteX47" fmla="*/ 39053 w 158115"/>
                  <a:gd name="connsiteY47" fmla="*/ 152400 h 206692"/>
                  <a:gd name="connsiteX48" fmla="*/ 35242 w 158115"/>
                  <a:gd name="connsiteY48" fmla="*/ 149542 h 206692"/>
                  <a:gd name="connsiteX49" fmla="*/ 31433 w 158115"/>
                  <a:gd name="connsiteY49" fmla="*/ 146685 h 206692"/>
                  <a:gd name="connsiteX50" fmla="*/ 27623 w 158115"/>
                  <a:gd name="connsiteY50" fmla="*/ 144780 h 206692"/>
                  <a:gd name="connsiteX51" fmla="*/ 26670 w 158115"/>
                  <a:gd name="connsiteY51" fmla="*/ 143827 h 206692"/>
                  <a:gd name="connsiteX52" fmla="*/ 14288 w 158115"/>
                  <a:gd name="connsiteY52" fmla="*/ 137160 h 206692"/>
                  <a:gd name="connsiteX53" fmla="*/ 7620 w 158115"/>
                  <a:gd name="connsiteY53" fmla="*/ 133350 h 206692"/>
                  <a:gd name="connsiteX54" fmla="*/ 3810 w 158115"/>
                  <a:gd name="connsiteY54" fmla="*/ 131445 h 206692"/>
                  <a:gd name="connsiteX55" fmla="*/ 0 w 158115"/>
                  <a:gd name="connsiteY55" fmla="*/ 130492 h 206692"/>
                  <a:gd name="connsiteX56" fmla="*/ 0 w 158115"/>
                  <a:gd name="connsiteY56" fmla="*/ 122873 h 206692"/>
                  <a:gd name="connsiteX57" fmla="*/ 0 w 158115"/>
                  <a:gd name="connsiteY57" fmla="*/ 115252 h 206692"/>
                  <a:gd name="connsiteX58" fmla="*/ 953 w 158115"/>
                  <a:gd name="connsiteY58" fmla="*/ 108585 h 206692"/>
                  <a:gd name="connsiteX59" fmla="*/ 2858 w 158115"/>
                  <a:gd name="connsiteY59" fmla="*/ 101917 h 206692"/>
                  <a:gd name="connsiteX60" fmla="*/ 4763 w 158115"/>
                  <a:gd name="connsiteY60" fmla="*/ 99060 h 206692"/>
                  <a:gd name="connsiteX61" fmla="*/ 9525 w 158115"/>
                  <a:gd name="connsiteY61" fmla="*/ 92392 h 206692"/>
                  <a:gd name="connsiteX62" fmla="*/ 11430 w 158115"/>
                  <a:gd name="connsiteY62" fmla="*/ 89535 h 206692"/>
                  <a:gd name="connsiteX63" fmla="*/ 12383 w 158115"/>
                  <a:gd name="connsiteY63" fmla="*/ 88583 h 206692"/>
                  <a:gd name="connsiteX64" fmla="*/ 13335 w 158115"/>
                  <a:gd name="connsiteY64" fmla="*/ 87630 h 206692"/>
                  <a:gd name="connsiteX65" fmla="*/ 14288 w 158115"/>
                  <a:gd name="connsiteY65" fmla="*/ 86677 h 206692"/>
                  <a:gd name="connsiteX66" fmla="*/ 16193 w 158115"/>
                  <a:gd name="connsiteY66" fmla="*/ 85725 h 206692"/>
                  <a:gd name="connsiteX67" fmla="*/ 17145 w 158115"/>
                  <a:gd name="connsiteY67" fmla="*/ 84773 h 206692"/>
                  <a:gd name="connsiteX68" fmla="*/ 17145 w 158115"/>
                  <a:gd name="connsiteY68" fmla="*/ 83820 h 206692"/>
                  <a:gd name="connsiteX69" fmla="*/ 17145 w 158115"/>
                  <a:gd name="connsiteY69" fmla="*/ 81915 h 206692"/>
                  <a:gd name="connsiteX70" fmla="*/ 17145 w 158115"/>
                  <a:gd name="connsiteY70" fmla="*/ 80963 h 206692"/>
                  <a:gd name="connsiteX71" fmla="*/ 18098 w 158115"/>
                  <a:gd name="connsiteY71" fmla="*/ 80010 h 206692"/>
                  <a:gd name="connsiteX72" fmla="*/ 20003 w 158115"/>
                  <a:gd name="connsiteY72" fmla="*/ 78105 h 206692"/>
                  <a:gd name="connsiteX73" fmla="*/ 20955 w 158115"/>
                  <a:gd name="connsiteY73" fmla="*/ 77152 h 206692"/>
                  <a:gd name="connsiteX74" fmla="*/ 21908 w 158115"/>
                  <a:gd name="connsiteY74" fmla="*/ 74295 h 206692"/>
                  <a:gd name="connsiteX75" fmla="*/ 21908 w 158115"/>
                  <a:gd name="connsiteY75" fmla="*/ 71438 h 206692"/>
                  <a:gd name="connsiteX76" fmla="*/ 20003 w 158115"/>
                  <a:gd name="connsiteY76" fmla="*/ 60008 h 206692"/>
                  <a:gd name="connsiteX77" fmla="*/ 19050 w 158115"/>
                  <a:gd name="connsiteY77" fmla="*/ 58102 h 206692"/>
                  <a:gd name="connsiteX78" fmla="*/ 18098 w 158115"/>
                  <a:gd name="connsiteY78" fmla="*/ 55245 h 206692"/>
                  <a:gd name="connsiteX79" fmla="*/ 12383 w 158115"/>
                  <a:gd name="connsiteY79" fmla="*/ 47625 h 206692"/>
                  <a:gd name="connsiteX80" fmla="*/ 11430 w 158115"/>
                  <a:gd name="connsiteY80" fmla="*/ 44767 h 206692"/>
                  <a:gd name="connsiteX81" fmla="*/ 10478 w 158115"/>
                  <a:gd name="connsiteY81" fmla="*/ 41910 h 206692"/>
                  <a:gd name="connsiteX82" fmla="*/ 10478 w 158115"/>
                  <a:gd name="connsiteY82" fmla="*/ 36195 h 206692"/>
                  <a:gd name="connsiteX83" fmla="*/ 9525 w 158115"/>
                  <a:gd name="connsiteY83" fmla="*/ 34290 h 206692"/>
                  <a:gd name="connsiteX84" fmla="*/ 8573 w 158115"/>
                  <a:gd name="connsiteY84" fmla="*/ 34290 h 206692"/>
                  <a:gd name="connsiteX85" fmla="*/ 6668 w 158115"/>
                  <a:gd name="connsiteY85" fmla="*/ 33338 h 206692"/>
                  <a:gd name="connsiteX86" fmla="*/ 5715 w 158115"/>
                  <a:gd name="connsiteY86" fmla="*/ 33338 h 206692"/>
                  <a:gd name="connsiteX87" fmla="*/ 4763 w 158115"/>
                  <a:gd name="connsiteY87" fmla="*/ 32385 h 206692"/>
                  <a:gd name="connsiteX88" fmla="*/ 4763 w 158115"/>
                  <a:gd name="connsiteY88" fmla="*/ 32385 h 206692"/>
                  <a:gd name="connsiteX89" fmla="*/ 4763 w 158115"/>
                  <a:gd name="connsiteY89" fmla="*/ 32385 h 206692"/>
                  <a:gd name="connsiteX90" fmla="*/ 4763 w 158115"/>
                  <a:gd name="connsiteY90" fmla="*/ 32385 h 206692"/>
                  <a:gd name="connsiteX91" fmla="*/ 2858 w 158115"/>
                  <a:gd name="connsiteY91" fmla="*/ 29527 h 206692"/>
                  <a:gd name="connsiteX92" fmla="*/ 953 w 158115"/>
                  <a:gd name="connsiteY92" fmla="*/ 25717 h 206692"/>
                  <a:gd name="connsiteX93" fmla="*/ 6668 w 158115"/>
                  <a:gd name="connsiteY93" fmla="*/ 20002 h 206692"/>
                  <a:gd name="connsiteX94" fmla="*/ 16193 w 158115"/>
                  <a:gd name="connsiteY94" fmla="*/ 10477 h 206692"/>
                  <a:gd name="connsiteX95" fmla="*/ 22860 w 158115"/>
                  <a:gd name="connsiteY95" fmla="*/ 3810 h 206692"/>
                  <a:gd name="connsiteX96" fmla="*/ 26670 w 158115"/>
                  <a:gd name="connsiteY96" fmla="*/ 0 h 206692"/>
                  <a:gd name="connsiteX97" fmla="*/ 27623 w 158115"/>
                  <a:gd name="connsiteY97" fmla="*/ 1905 h 206692"/>
                  <a:gd name="connsiteX98" fmla="*/ 29528 w 158115"/>
                  <a:gd name="connsiteY98" fmla="*/ 1905 h 206692"/>
                  <a:gd name="connsiteX99" fmla="*/ 32385 w 158115"/>
                  <a:gd name="connsiteY99" fmla="*/ 1905 h 206692"/>
                  <a:gd name="connsiteX100" fmla="*/ 35242 w 158115"/>
                  <a:gd name="connsiteY100" fmla="*/ 1905 h 206692"/>
                  <a:gd name="connsiteX101" fmla="*/ 38100 w 158115"/>
                  <a:gd name="connsiteY101" fmla="*/ 3810 h 206692"/>
                  <a:gd name="connsiteX102" fmla="*/ 38100 w 158115"/>
                  <a:gd name="connsiteY102" fmla="*/ 6667 h 206692"/>
                  <a:gd name="connsiteX103" fmla="*/ 37148 w 158115"/>
                  <a:gd name="connsiteY103" fmla="*/ 9525 h 206692"/>
                  <a:gd name="connsiteX104" fmla="*/ 37148 w 158115"/>
                  <a:gd name="connsiteY104" fmla="*/ 13335 h 206692"/>
                  <a:gd name="connsiteX105" fmla="*/ 39053 w 158115"/>
                  <a:gd name="connsiteY105" fmla="*/ 16192 h 206692"/>
                  <a:gd name="connsiteX106" fmla="*/ 40958 w 158115"/>
                  <a:gd name="connsiteY106" fmla="*/ 18098 h 206692"/>
                  <a:gd name="connsiteX107" fmla="*/ 43815 w 158115"/>
                  <a:gd name="connsiteY107" fmla="*/ 19050 h 206692"/>
                  <a:gd name="connsiteX108" fmla="*/ 56198 w 158115"/>
                  <a:gd name="connsiteY108" fmla="*/ 20002 h 206692"/>
                  <a:gd name="connsiteX109" fmla="*/ 60008 w 158115"/>
                  <a:gd name="connsiteY109" fmla="*/ 20955 h 206692"/>
                  <a:gd name="connsiteX110" fmla="*/ 63817 w 158115"/>
                  <a:gd name="connsiteY110" fmla="*/ 22860 h 206692"/>
                  <a:gd name="connsiteX111" fmla="*/ 79058 w 158115"/>
                  <a:gd name="connsiteY111" fmla="*/ 33338 h 206692"/>
                  <a:gd name="connsiteX112" fmla="*/ 82867 w 158115"/>
                  <a:gd name="connsiteY112" fmla="*/ 35242 h 206692"/>
                  <a:gd name="connsiteX113" fmla="*/ 86678 w 158115"/>
                  <a:gd name="connsiteY113" fmla="*/ 36195 h 206692"/>
                  <a:gd name="connsiteX114" fmla="*/ 95250 w 158115"/>
                  <a:gd name="connsiteY114" fmla="*/ 37148 h 206692"/>
                  <a:gd name="connsiteX115" fmla="*/ 103823 w 158115"/>
                  <a:gd name="connsiteY115" fmla="*/ 39052 h 206692"/>
                  <a:gd name="connsiteX116" fmla="*/ 108585 w 158115"/>
                  <a:gd name="connsiteY116" fmla="*/ 39052 h 206692"/>
                  <a:gd name="connsiteX117" fmla="*/ 112395 w 158115"/>
                  <a:gd name="connsiteY117" fmla="*/ 38100 h 206692"/>
                  <a:gd name="connsiteX118" fmla="*/ 114300 w 158115"/>
                  <a:gd name="connsiteY118" fmla="*/ 37148 h 206692"/>
                  <a:gd name="connsiteX119" fmla="*/ 115253 w 158115"/>
                  <a:gd name="connsiteY119" fmla="*/ 35242 h 206692"/>
                  <a:gd name="connsiteX120" fmla="*/ 116205 w 158115"/>
                  <a:gd name="connsiteY120" fmla="*/ 33338 h 206692"/>
                  <a:gd name="connsiteX121" fmla="*/ 117158 w 158115"/>
                  <a:gd name="connsiteY121" fmla="*/ 31433 h 206692"/>
                  <a:gd name="connsiteX122" fmla="*/ 119063 w 158115"/>
                  <a:gd name="connsiteY122" fmla="*/ 30480 h 206692"/>
                  <a:gd name="connsiteX123" fmla="*/ 132398 w 158115"/>
                  <a:gd name="connsiteY123" fmla="*/ 23813 h 206692"/>
                  <a:gd name="connsiteX124" fmla="*/ 134303 w 158115"/>
                  <a:gd name="connsiteY124" fmla="*/ 22860 h 206692"/>
                  <a:gd name="connsiteX125" fmla="*/ 136208 w 158115"/>
                  <a:gd name="connsiteY125" fmla="*/ 22860 h 206692"/>
                  <a:gd name="connsiteX126" fmla="*/ 138113 w 158115"/>
                  <a:gd name="connsiteY126" fmla="*/ 23813 h 206692"/>
                  <a:gd name="connsiteX127" fmla="*/ 140017 w 158115"/>
                  <a:gd name="connsiteY127" fmla="*/ 25717 h 206692"/>
                  <a:gd name="connsiteX128" fmla="*/ 141923 w 158115"/>
                  <a:gd name="connsiteY128" fmla="*/ 26670 h 206692"/>
                  <a:gd name="connsiteX129" fmla="*/ 145733 w 158115"/>
                  <a:gd name="connsiteY129" fmla="*/ 27623 h 206692"/>
                  <a:gd name="connsiteX130" fmla="*/ 149542 w 158115"/>
                  <a:gd name="connsiteY130" fmla="*/ 27623 h 206692"/>
                  <a:gd name="connsiteX131" fmla="*/ 158115 w 158115"/>
                  <a:gd name="connsiteY131" fmla="*/ 26670 h 206692"/>
                  <a:gd name="connsiteX132" fmla="*/ 157163 w 158115"/>
                  <a:gd name="connsiteY132" fmla="*/ 28575 h 206692"/>
                  <a:gd name="connsiteX133" fmla="*/ 154305 w 158115"/>
                  <a:gd name="connsiteY133" fmla="*/ 32385 h 206692"/>
                  <a:gd name="connsiteX134" fmla="*/ 147638 w 158115"/>
                  <a:gd name="connsiteY134" fmla="*/ 41910 h 206692"/>
                  <a:gd name="connsiteX135" fmla="*/ 145733 w 158115"/>
                  <a:gd name="connsiteY135" fmla="*/ 43815 h 206692"/>
                  <a:gd name="connsiteX136" fmla="*/ 140970 w 158115"/>
                  <a:gd name="connsiteY136" fmla="*/ 48577 h 206692"/>
                  <a:gd name="connsiteX137" fmla="*/ 140970 w 158115"/>
                  <a:gd name="connsiteY137" fmla="*/ 48577 h 206692"/>
                  <a:gd name="connsiteX138" fmla="*/ 140970 w 158115"/>
                  <a:gd name="connsiteY138" fmla="*/ 48577 h 206692"/>
                  <a:gd name="connsiteX139" fmla="*/ 140970 w 158115"/>
                  <a:gd name="connsiteY139" fmla="*/ 48577 h 206692"/>
                  <a:gd name="connsiteX140" fmla="*/ 140970 w 158115"/>
                  <a:gd name="connsiteY140" fmla="*/ 48577 h 206692"/>
                  <a:gd name="connsiteX141" fmla="*/ 140970 w 158115"/>
                  <a:gd name="connsiteY141" fmla="*/ 54292 h 206692"/>
                  <a:gd name="connsiteX142" fmla="*/ 140970 w 158115"/>
                  <a:gd name="connsiteY142" fmla="*/ 60960 h 206692"/>
                  <a:gd name="connsiteX143" fmla="*/ 140970 w 158115"/>
                  <a:gd name="connsiteY143" fmla="*/ 82867 h 206692"/>
                  <a:gd name="connsiteX144" fmla="*/ 140970 w 158115"/>
                  <a:gd name="connsiteY144" fmla="*/ 90488 h 206692"/>
                  <a:gd name="connsiteX145" fmla="*/ 140970 w 158115"/>
                  <a:gd name="connsiteY145" fmla="*/ 112395 h 206692"/>
                  <a:gd name="connsiteX146" fmla="*/ 140970 w 158115"/>
                  <a:gd name="connsiteY146" fmla="*/ 116205 h 206692"/>
                  <a:gd name="connsiteX147" fmla="*/ 140970 w 158115"/>
                  <a:gd name="connsiteY147" fmla="*/ 118110 h 206692"/>
                  <a:gd name="connsiteX148" fmla="*/ 140970 w 158115"/>
                  <a:gd name="connsiteY148" fmla="*/ 121920 h 206692"/>
                  <a:gd name="connsiteX149" fmla="*/ 140970 w 158115"/>
                  <a:gd name="connsiteY149" fmla="*/ 122873 h 206692"/>
                  <a:gd name="connsiteX150" fmla="*/ 140970 w 158115"/>
                  <a:gd name="connsiteY150" fmla="*/ 123825 h 206692"/>
                  <a:gd name="connsiteX151" fmla="*/ 140970 w 158115"/>
                  <a:gd name="connsiteY151" fmla="*/ 124777 h 206692"/>
                  <a:gd name="connsiteX152" fmla="*/ 141923 w 158115"/>
                  <a:gd name="connsiteY152" fmla="*/ 125730 h 206692"/>
                  <a:gd name="connsiteX153" fmla="*/ 144780 w 158115"/>
                  <a:gd name="connsiteY153" fmla="*/ 129540 h 206692"/>
                  <a:gd name="connsiteX154" fmla="*/ 149542 w 158115"/>
                  <a:gd name="connsiteY154" fmla="*/ 136208 h 206692"/>
                  <a:gd name="connsiteX155" fmla="*/ 150495 w 158115"/>
                  <a:gd name="connsiteY155" fmla="*/ 137160 h 206692"/>
                  <a:gd name="connsiteX156" fmla="*/ 151448 w 158115"/>
                  <a:gd name="connsiteY156" fmla="*/ 138113 h 206692"/>
                  <a:gd name="connsiteX157" fmla="*/ 153353 w 158115"/>
                  <a:gd name="connsiteY157" fmla="*/ 143827 h 206692"/>
                  <a:gd name="connsiteX158" fmla="*/ 141923 w 158115"/>
                  <a:gd name="connsiteY158" fmla="*/ 155258 h 206692"/>
                  <a:gd name="connsiteX159" fmla="*/ 144780 w 158115"/>
                  <a:gd name="connsiteY159" fmla="*/ 154305 h 206692"/>
                  <a:gd name="connsiteX160" fmla="*/ 144780 w 158115"/>
                  <a:gd name="connsiteY160" fmla="*/ 153352 h 206692"/>
                  <a:gd name="connsiteX161" fmla="*/ 142875 w 158115"/>
                  <a:gd name="connsiteY161" fmla="*/ 153352 h 206692"/>
                  <a:gd name="connsiteX162" fmla="*/ 141923 w 158115"/>
                  <a:gd name="connsiteY162" fmla="*/ 155258 h 206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158115" h="206692">
                    <a:moveTo>
                      <a:pt x="153353" y="143827"/>
                    </a:moveTo>
                    <a:lnTo>
                      <a:pt x="153353" y="144780"/>
                    </a:lnTo>
                    <a:lnTo>
                      <a:pt x="151448" y="146685"/>
                    </a:lnTo>
                    <a:lnTo>
                      <a:pt x="149542" y="148590"/>
                    </a:lnTo>
                    <a:lnTo>
                      <a:pt x="147638" y="149542"/>
                    </a:lnTo>
                    <a:lnTo>
                      <a:pt x="144780" y="150495"/>
                    </a:lnTo>
                    <a:lnTo>
                      <a:pt x="143828" y="150495"/>
                    </a:lnTo>
                    <a:lnTo>
                      <a:pt x="142875" y="150495"/>
                    </a:lnTo>
                    <a:lnTo>
                      <a:pt x="141923" y="150495"/>
                    </a:lnTo>
                    <a:lnTo>
                      <a:pt x="140970" y="152400"/>
                    </a:lnTo>
                    <a:lnTo>
                      <a:pt x="140970" y="152400"/>
                    </a:lnTo>
                    <a:lnTo>
                      <a:pt x="140970" y="152400"/>
                    </a:lnTo>
                    <a:lnTo>
                      <a:pt x="140970" y="154305"/>
                    </a:lnTo>
                    <a:lnTo>
                      <a:pt x="140970" y="156210"/>
                    </a:lnTo>
                    <a:lnTo>
                      <a:pt x="140017" y="158115"/>
                    </a:lnTo>
                    <a:lnTo>
                      <a:pt x="139065" y="160020"/>
                    </a:lnTo>
                    <a:lnTo>
                      <a:pt x="137160" y="161925"/>
                    </a:lnTo>
                    <a:lnTo>
                      <a:pt x="135255" y="162877"/>
                    </a:lnTo>
                    <a:lnTo>
                      <a:pt x="133350" y="162877"/>
                    </a:lnTo>
                    <a:lnTo>
                      <a:pt x="130492" y="163830"/>
                    </a:lnTo>
                    <a:lnTo>
                      <a:pt x="128588" y="164783"/>
                    </a:lnTo>
                    <a:lnTo>
                      <a:pt x="127635" y="166688"/>
                    </a:lnTo>
                    <a:lnTo>
                      <a:pt x="127635" y="168592"/>
                    </a:lnTo>
                    <a:lnTo>
                      <a:pt x="127635" y="170498"/>
                    </a:lnTo>
                    <a:lnTo>
                      <a:pt x="126683" y="173355"/>
                    </a:lnTo>
                    <a:lnTo>
                      <a:pt x="125730" y="175260"/>
                    </a:lnTo>
                    <a:lnTo>
                      <a:pt x="121920" y="182880"/>
                    </a:lnTo>
                    <a:lnTo>
                      <a:pt x="117158" y="195263"/>
                    </a:lnTo>
                    <a:lnTo>
                      <a:pt x="114300" y="200977"/>
                    </a:lnTo>
                    <a:lnTo>
                      <a:pt x="112395" y="202883"/>
                    </a:lnTo>
                    <a:lnTo>
                      <a:pt x="110490" y="203835"/>
                    </a:lnTo>
                    <a:lnTo>
                      <a:pt x="108585" y="204788"/>
                    </a:lnTo>
                    <a:lnTo>
                      <a:pt x="106680" y="206692"/>
                    </a:lnTo>
                    <a:lnTo>
                      <a:pt x="98108" y="200977"/>
                    </a:lnTo>
                    <a:lnTo>
                      <a:pt x="85725" y="192405"/>
                    </a:lnTo>
                    <a:lnTo>
                      <a:pt x="79058" y="188595"/>
                    </a:lnTo>
                    <a:lnTo>
                      <a:pt x="76200" y="185738"/>
                    </a:lnTo>
                    <a:lnTo>
                      <a:pt x="74295" y="183833"/>
                    </a:lnTo>
                    <a:lnTo>
                      <a:pt x="74295" y="180975"/>
                    </a:lnTo>
                    <a:lnTo>
                      <a:pt x="75248" y="178117"/>
                    </a:lnTo>
                    <a:lnTo>
                      <a:pt x="75248" y="175260"/>
                    </a:lnTo>
                    <a:lnTo>
                      <a:pt x="72390" y="173355"/>
                    </a:lnTo>
                    <a:lnTo>
                      <a:pt x="68580" y="170498"/>
                    </a:lnTo>
                    <a:lnTo>
                      <a:pt x="64770" y="167640"/>
                    </a:lnTo>
                    <a:lnTo>
                      <a:pt x="60008" y="164783"/>
                    </a:lnTo>
                    <a:lnTo>
                      <a:pt x="51435" y="160020"/>
                    </a:lnTo>
                    <a:lnTo>
                      <a:pt x="42863" y="155258"/>
                    </a:lnTo>
                    <a:lnTo>
                      <a:pt x="39053" y="152400"/>
                    </a:lnTo>
                    <a:lnTo>
                      <a:pt x="35242" y="149542"/>
                    </a:lnTo>
                    <a:lnTo>
                      <a:pt x="31433" y="146685"/>
                    </a:lnTo>
                    <a:lnTo>
                      <a:pt x="27623" y="144780"/>
                    </a:lnTo>
                    <a:lnTo>
                      <a:pt x="26670" y="143827"/>
                    </a:lnTo>
                    <a:lnTo>
                      <a:pt x="14288" y="137160"/>
                    </a:lnTo>
                    <a:lnTo>
                      <a:pt x="7620" y="133350"/>
                    </a:lnTo>
                    <a:lnTo>
                      <a:pt x="3810" y="131445"/>
                    </a:lnTo>
                    <a:lnTo>
                      <a:pt x="0" y="130492"/>
                    </a:lnTo>
                    <a:lnTo>
                      <a:pt x="0" y="122873"/>
                    </a:lnTo>
                    <a:lnTo>
                      <a:pt x="0" y="115252"/>
                    </a:lnTo>
                    <a:lnTo>
                      <a:pt x="953" y="108585"/>
                    </a:lnTo>
                    <a:lnTo>
                      <a:pt x="2858" y="101917"/>
                    </a:lnTo>
                    <a:lnTo>
                      <a:pt x="4763" y="99060"/>
                    </a:lnTo>
                    <a:lnTo>
                      <a:pt x="9525" y="92392"/>
                    </a:lnTo>
                    <a:lnTo>
                      <a:pt x="11430" y="89535"/>
                    </a:lnTo>
                    <a:lnTo>
                      <a:pt x="12383" y="88583"/>
                    </a:lnTo>
                    <a:lnTo>
                      <a:pt x="13335" y="87630"/>
                    </a:lnTo>
                    <a:lnTo>
                      <a:pt x="14288" y="86677"/>
                    </a:lnTo>
                    <a:lnTo>
                      <a:pt x="16193" y="85725"/>
                    </a:lnTo>
                    <a:lnTo>
                      <a:pt x="17145" y="84773"/>
                    </a:lnTo>
                    <a:lnTo>
                      <a:pt x="17145" y="83820"/>
                    </a:lnTo>
                    <a:lnTo>
                      <a:pt x="17145" y="81915"/>
                    </a:lnTo>
                    <a:lnTo>
                      <a:pt x="17145" y="80963"/>
                    </a:lnTo>
                    <a:lnTo>
                      <a:pt x="18098" y="80010"/>
                    </a:lnTo>
                    <a:lnTo>
                      <a:pt x="20003" y="78105"/>
                    </a:lnTo>
                    <a:lnTo>
                      <a:pt x="20955" y="77152"/>
                    </a:lnTo>
                    <a:lnTo>
                      <a:pt x="21908" y="74295"/>
                    </a:lnTo>
                    <a:lnTo>
                      <a:pt x="21908" y="71438"/>
                    </a:lnTo>
                    <a:lnTo>
                      <a:pt x="20003" y="60008"/>
                    </a:lnTo>
                    <a:lnTo>
                      <a:pt x="19050" y="58102"/>
                    </a:lnTo>
                    <a:lnTo>
                      <a:pt x="18098" y="55245"/>
                    </a:lnTo>
                    <a:lnTo>
                      <a:pt x="12383" y="47625"/>
                    </a:lnTo>
                    <a:lnTo>
                      <a:pt x="11430" y="44767"/>
                    </a:lnTo>
                    <a:lnTo>
                      <a:pt x="10478" y="41910"/>
                    </a:lnTo>
                    <a:lnTo>
                      <a:pt x="10478" y="36195"/>
                    </a:lnTo>
                    <a:lnTo>
                      <a:pt x="9525" y="34290"/>
                    </a:lnTo>
                    <a:lnTo>
                      <a:pt x="8573" y="34290"/>
                    </a:lnTo>
                    <a:lnTo>
                      <a:pt x="6668" y="33338"/>
                    </a:lnTo>
                    <a:lnTo>
                      <a:pt x="5715" y="33338"/>
                    </a:lnTo>
                    <a:lnTo>
                      <a:pt x="4763" y="32385"/>
                    </a:lnTo>
                    <a:lnTo>
                      <a:pt x="4763" y="32385"/>
                    </a:lnTo>
                    <a:lnTo>
                      <a:pt x="4763" y="32385"/>
                    </a:lnTo>
                    <a:lnTo>
                      <a:pt x="4763" y="32385"/>
                    </a:lnTo>
                    <a:lnTo>
                      <a:pt x="2858" y="29527"/>
                    </a:lnTo>
                    <a:lnTo>
                      <a:pt x="953" y="25717"/>
                    </a:lnTo>
                    <a:lnTo>
                      <a:pt x="6668" y="20002"/>
                    </a:lnTo>
                    <a:lnTo>
                      <a:pt x="16193" y="10477"/>
                    </a:lnTo>
                    <a:lnTo>
                      <a:pt x="22860" y="3810"/>
                    </a:lnTo>
                    <a:lnTo>
                      <a:pt x="26670" y="0"/>
                    </a:lnTo>
                    <a:lnTo>
                      <a:pt x="27623" y="1905"/>
                    </a:lnTo>
                    <a:lnTo>
                      <a:pt x="29528" y="1905"/>
                    </a:lnTo>
                    <a:lnTo>
                      <a:pt x="32385" y="1905"/>
                    </a:lnTo>
                    <a:lnTo>
                      <a:pt x="35242" y="1905"/>
                    </a:lnTo>
                    <a:lnTo>
                      <a:pt x="38100" y="3810"/>
                    </a:lnTo>
                    <a:lnTo>
                      <a:pt x="38100" y="6667"/>
                    </a:lnTo>
                    <a:lnTo>
                      <a:pt x="37148" y="9525"/>
                    </a:lnTo>
                    <a:lnTo>
                      <a:pt x="37148" y="13335"/>
                    </a:lnTo>
                    <a:lnTo>
                      <a:pt x="39053" y="16192"/>
                    </a:lnTo>
                    <a:lnTo>
                      <a:pt x="40958" y="18098"/>
                    </a:lnTo>
                    <a:lnTo>
                      <a:pt x="43815" y="19050"/>
                    </a:lnTo>
                    <a:lnTo>
                      <a:pt x="56198" y="20002"/>
                    </a:lnTo>
                    <a:lnTo>
                      <a:pt x="60008" y="20955"/>
                    </a:lnTo>
                    <a:lnTo>
                      <a:pt x="63817" y="22860"/>
                    </a:lnTo>
                    <a:lnTo>
                      <a:pt x="79058" y="33338"/>
                    </a:lnTo>
                    <a:lnTo>
                      <a:pt x="82867" y="35242"/>
                    </a:lnTo>
                    <a:lnTo>
                      <a:pt x="86678" y="36195"/>
                    </a:lnTo>
                    <a:lnTo>
                      <a:pt x="95250" y="37148"/>
                    </a:lnTo>
                    <a:lnTo>
                      <a:pt x="103823" y="39052"/>
                    </a:lnTo>
                    <a:lnTo>
                      <a:pt x="108585" y="39052"/>
                    </a:lnTo>
                    <a:lnTo>
                      <a:pt x="112395" y="38100"/>
                    </a:lnTo>
                    <a:lnTo>
                      <a:pt x="114300" y="37148"/>
                    </a:lnTo>
                    <a:lnTo>
                      <a:pt x="115253" y="35242"/>
                    </a:lnTo>
                    <a:lnTo>
                      <a:pt x="116205" y="33338"/>
                    </a:lnTo>
                    <a:lnTo>
                      <a:pt x="117158" y="31433"/>
                    </a:lnTo>
                    <a:lnTo>
                      <a:pt x="119063" y="30480"/>
                    </a:lnTo>
                    <a:lnTo>
                      <a:pt x="132398" y="23813"/>
                    </a:lnTo>
                    <a:lnTo>
                      <a:pt x="134303" y="22860"/>
                    </a:lnTo>
                    <a:lnTo>
                      <a:pt x="136208" y="22860"/>
                    </a:lnTo>
                    <a:lnTo>
                      <a:pt x="138113" y="23813"/>
                    </a:lnTo>
                    <a:lnTo>
                      <a:pt x="140017" y="25717"/>
                    </a:lnTo>
                    <a:lnTo>
                      <a:pt x="141923" y="26670"/>
                    </a:lnTo>
                    <a:lnTo>
                      <a:pt x="145733" y="27623"/>
                    </a:lnTo>
                    <a:lnTo>
                      <a:pt x="149542" y="27623"/>
                    </a:lnTo>
                    <a:lnTo>
                      <a:pt x="158115" y="26670"/>
                    </a:lnTo>
                    <a:lnTo>
                      <a:pt x="157163" y="28575"/>
                    </a:lnTo>
                    <a:lnTo>
                      <a:pt x="154305" y="32385"/>
                    </a:lnTo>
                    <a:lnTo>
                      <a:pt x="147638" y="41910"/>
                    </a:lnTo>
                    <a:lnTo>
                      <a:pt x="145733" y="43815"/>
                    </a:lnTo>
                    <a:lnTo>
                      <a:pt x="140970" y="48577"/>
                    </a:lnTo>
                    <a:lnTo>
                      <a:pt x="140970" y="48577"/>
                    </a:lnTo>
                    <a:lnTo>
                      <a:pt x="140970" y="48577"/>
                    </a:lnTo>
                    <a:lnTo>
                      <a:pt x="140970" y="48577"/>
                    </a:lnTo>
                    <a:lnTo>
                      <a:pt x="140970" y="48577"/>
                    </a:lnTo>
                    <a:lnTo>
                      <a:pt x="140970" y="54292"/>
                    </a:lnTo>
                    <a:lnTo>
                      <a:pt x="140970" y="60960"/>
                    </a:lnTo>
                    <a:lnTo>
                      <a:pt x="140970" y="82867"/>
                    </a:lnTo>
                    <a:lnTo>
                      <a:pt x="140970" y="90488"/>
                    </a:lnTo>
                    <a:lnTo>
                      <a:pt x="140970" y="112395"/>
                    </a:lnTo>
                    <a:lnTo>
                      <a:pt x="140970" y="116205"/>
                    </a:lnTo>
                    <a:lnTo>
                      <a:pt x="140970" y="118110"/>
                    </a:lnTo>
                    <a:lnTo>
                      <a:pt x="140970" y="121920"/>
                    </a:lnTo>
                    <a:lnTo>
                      <a:pt x="140970" y="122873"/>
                    </a:lnTo>
                    <a:lnTo>
                      <a:pt x="140970" y="123825"/>
                    </a:lnTo>
                    <a:lnTo>
                      <a:pt x="140970" y="124777"/>
                    </a:lnTo>
                    <a:lnTo>
                      <a:pt x="141923" y="125730"/>
                    </a:lnTo>
                    <a:lnTo>
                      <a:pt x="144780" y="129540"/>
                    </a:lnTo>
                    <a:lnTo>
                      <a:pt x="149542" y="136208"/>
                    </a:lnTo>
                    <a:lnTo>
                      <a:pt x="150495" y="137160"/>
                    </a:lnTo>
                    <a:lnTo>
                      <a:pt x="151448" y="138113"/>
                    </a:lnTo>
                    <a:lnTo>
                      <a:pt x="153353" y="143827"/>
                    </a:lnTo>
                    <a:close/>
                    <a:moveTo>
                      <a:pt x="141923" y="155258"/>
                    </a:moveTo>
                    <a:lnTo>
                      <a:pt x="144780" y="154305"/>
                    </a:lnTo>
                    <a:lnTo>
                      <a:pt x="144780" y="153352"/>
                    </a:lnTo>
                    <a:lnTo>
                      <a:pt x="142875" y="153352"/>
                    </a:lnTo>
                    <a:lnTo>
                      <a:pt x="141923" y="155258"/>
                    </a:lnTo>
                    <a:close/>
                  </a:path>
                </a:pathLst>
              </a:custGeom>
              <a:solidFill>
                <a:schemeClr val="accent1"/>
              </a:solidFill>
              <a:ln w="6350" cap="rnd">
                <a:solidFill>
                  <a:schemeClr val="bg1">
                    <a:alpha val="80000"/>
                  </a:schemeClr>
                </a:solidFill>
                <a:prstDash val="solid"/>
                <a:round/>
              </a:ln>
            </p:spPr>
            <p:txBody>
              <a:bodyPr rtlCol="0" anchor="ctr"/>
              <a:lstStyle/>
              <a:p>
                <a:endParaRPr lang="en-US"/>
              </a:p>
            </p:txBody>
          </p:sp>
          <p:sp>
            <p:nvSpPr>
              <p:cNvPr id="756" name="Freeform: Shape 200">
                <a:extLst>
                  <a:ext uri="{FF2B5EF4-FFF2-40B4-BE49-F238E27FC236}">
                    <a16:creationId xmlns:a16="http://schemas.microsoft.com/office/drawing/2014/main" id="{7F908589-0318-7F10-C157-DCF9C0DBFD87}"/>
                  </a:ext>
                </a:extLst>
              </p:cNvPr>
              <p:cNvSpPr/>
              <p:nvPr/>
            </p:nvSpPr>
            <p:spPr>
              <a:xfrm>
                <a:off x="6046301" y="4219955"/>
                <a:ext cx="62198" cy="66729"/>
              </a:xfrm>
              <a:custGeom>
                <a:avLst/>
                <a:gdLst>
                  <a:gd name="connsiteX0" fmla="*/ 24765 w 56197"/>
                  <a:gd name="connsiteY0" fmla="*/ 54293 h 56197"/>
                  <a:gd name="connsiteX1" fmla="*/ 22860 w 56197"/>
                  <a:gd name="connsiteY1" fmla="*/ 55245 h 56197"/>
                  <a:gd name="connsiteX2" fmla="*/ 21907 w 56197"/>
                  <a:gd name="connsiteY2" fmla="*/ 54293 h 56197"/>
                  <a:gd name="connsiteX3" fmla="*/ 20955 w 56197"/>
                  <a:gd name="connsiteY3" fmla="*/ 54293 h 56197"/>
                  <a:gd name="connsiteX4" fmla="*/ 20002 w 56197"/>
                  <a:gd name="connsiteY4" fmla="*/ 53340 h 56197"/>
                  <a:gd name="connsiteX5" fmla="*/ 19050 w 56197"/>
                  <a:gd name="connsiteY5" fmla="*/ 51435 h 56197"/>
                  <a:gd name="connsiteX6" fmla="*/ 19050 w 56197"/>
                  <a:gd name="connsiteY6" fmla="*/ 49530 h 56197"/>
                  <a:gd name="connsiteX7" fmla="*/ 20002 w 56197"/>
                  <a:gd name="connsiteY7" fmla="*/ 47625 h 56197"/>
                  <a:gd name="connsiteX8" fmla="*/ 22860 w 56197"/>
                  <a:gd name="connsiteY8" fmla="*/ 44768 h 56197"/>
                  <a:gd name="connsiteX9" fmla="*/ 24765 w 56197"/>
                  <a:gd name="connsiteY9" fmla="*/ 40958 h 56197"/>
                  <a:gd name="connsiteX10" fmla="*/ 25717 w 56197"/>
                  <a:gd name="connsiteY10" fmla="*/ 37148 h 56197"/>
                  <a:gd name="connsiteX11" fmla="*/ 26670 w 56197"/>
                  <a:gd name="connsiteY11" fmla="*/ 29528 h 56197"/>
                  <a:gd name="connsiteX12" fmla="*/ 27623 w 56197"/>
                  <a:gd name="connsiteY12" fmla="*/ 31433 h 56197"/>
                  <a:gd name="connsiteX13" fmla="*/ 29527 w 56197"/>
                  <a:gd name="connsiteY13" fmla="*/ 32385 h 56197"/>
                  <a:gd name="connsiteX14" fmla="*/ 56198 w 56197"/>
                  <a:gd name="connsiteY14" fmla="*/ 32385 h 56197"/>
                  <a:gd name="connsiteX15" fmla="*/ 56198 w 56197"/>
                  <a:gd name="connsiteY15" fmla="*/ 56198 h 56197"/>
                  <a:gd name="connsiteX16" fmla="*/ 30480 w 56197"/>
                  <a:gd name="connsiteY16" fmla="*/ 56198 h 56197"/>
                  <a:gd name="connsiteX17" fmla="*/ 27623 w 56197"/>
                  <a:gd name="connsiteY17" fmla="*/ 56198 h 56197"/>
                  <a:gd name="connsiteX18" fmla="*/ 25717 w 56197"/>
                  <a:gd name="connsiteY18" fmla="*/ 56198 h 56197"/>
                  <a:gd name="connsiteX19" fmla="*/ 24765 w 56197"/>
                  <a:gd name="connsiteY19" fmla="*/ 55245 h 56197"/>
                  <a:gd name="connsiteX20" fmla="*/ 23813 w 56197"/>
                  <a:gd name="connsiteY20" fmla="*/ 54293 h 56197"/>
                  <a:gd name="connsiteX21" fmla="*/ 24765 w 56197"/>
                  <a:gd name="connsiteY21" fmla="*/ 54293 h 56197"/>
                  <a:gd name="connsiteX22" fmla="*/ 10477 w 56197"/>
                  <a:gd name="connsiteY22" fmla="*/ 4763 h 56197"/>
                  <a:gd name="connsiteX23" fmla="*/ 11430 w 56197"/>
                  <a:gd name="connsiteY23" fmla="*/ 953 h 56197"/>
                  <a:gd name="connsiteX24" fmla="*/ 10477 w 56197"/>
                  <a:gd name="connsiteY24" fmla="*/ 0 h 56197"/>
                  <a:gd name="connsiteX25" fmla="*/ 8573 w 56197"/>
                  <a:gd name="connsiteY25" fmla="*/ 0 h 56197"/>
                  <a:gd name="connsiteX26" fmla="*/ 5715 w 56197"/>
                  <a:gd name="connsiteY26" fmla="*/ 953 h 56197"/>
                  <a:gd name="connsiteX27" fmla="*/ 4763 w 56197"/>
                  <a:gd name="connsiteY27" fmla="*/ 1905 h 56197"/>
                  <a:gd name="connsiteX28" fmla="*/ 3810 w 56197"/>
                  <a:gd name="connsiteY28" fmla="*/ 2858 h 56197"/>
                  <a:gd name="connsiteX29" fmla="*/ 2857 w 56197"/>
                  <a:gd name="connsiteY29" fmla="*/ 5715 h 56197"/>
                  <a:gd name="connsiteX30" fmla="*/ 2857 w 56197"/>
                  <a:gd name="connsiteY30" fmla="*/ 6668 h 56197"/>
                  <a:gd name="connsiteX31" fmla="*/ 1905 w 56197"/>
                  <a:gd name="connsiteY31" fmla="*/ 7620 h 56197"/>
                  <a:gd name="connsiteX32" fmla="*/ 952 w 56197"/>
                  <a:gd name="connsiteY32" fmla="*/ 7620 h 56197"/>
                  <a:gd name="connsiteX33" fmla="*/ 0 w 56197"/>
                  <a:gd name="connsiteY33" fmla="*/ 7620 h 56197"/>
                  <a:gd name="connsiteX34" fmla="*/ 0 w 56197"/>
                  <a:gd name="connsiteY34" fmla="*/ 9525 h 56197"/>
                  <a:gd name="connsiteX35" fmla="*/ 2857 w 56197"/>
                  <a:gd name="connsiteY35" fmla="*/ 11430 h 56197"/>
                  <a:gd name="connsiteX36" fmla="*/ 6667 w 56197"/>
                  <a:gd name="connsiteY36" fmla="*/ 9525 h 56197"/>
                  <a:gd name="connsiteX37" fmla="*/ 10477 w 56197"/>
                  <a:gd name="connsiteY37" fmla="*/ 4763 h 5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6197" h="56197">
                    <a:moveTo>
                      <a:pt x="24765" y="54293"/>
                    </a:moveTo>
                    <a:lnTo>
                      <a:pt x="22860" y="55245"/>
                    </a:lnTo>
                    <a:lnTo>
                      <a:pt x="21907" y="54293"/>
                    </a:lnTo>
                    <a:lnTo>
                      <a:pt x="20955" y="54293"/>
                    </a:lnTo>
                    <a:lnTo>
                      <a:pt x="20002" y="53340"/>
                    </a:lnTo>
                    <a:lnTo>
                      <a:pt x="19050" y="51435"/>
                    </a:lnTo>
                    <a:lnTo>
                      <a:pt x="19050" y="49530"/>
                    </a:lnTo>
                    <a:lnTo>
                      <a:pt x="20002" y="47625"/>
                    </a:lnTo>
                    <a:lnTo>
                      <a:pt x="22860" y="44768"/>
                    </a:lnTo>
                    <a:lnTo>
                      <a:pt x="24765" y="40958"/>
                    </a:lnTo>
                    <a:lnTo>
                      <a:pt x="25717" y="37148"/>
                    </a:lnTo>
                    <a:lnTo>
                      <a:pt x="26670" y="29528"/>
                    </a:lnTo>
                    <a:lnTo>
                      <a:pt x="27623" y="31433"/>
                    </a:lnTo>
                    <a:lnTo>
                      <a:pt x="29527" y="32385"/>
                    </a:lnTo>
                    <a:lnTo>
                      <a:pt x="56198" y="32385"/>
                    </a:lnTo>
                    <a:lnTo>
                      <a:pt x="56198" y="56198"/>
                    </a:lnTo>
                    <a:lnTo>
                      <a:pt x="30480" y="56198"/>
                    </a:lnTo>
                    <a:lnTo>
                      <a:pt x="27623" y="56198"/>
                    </a:lnTo>
                    <a:lnTo>
                      <a:pt x="25717" y="56198"/>
                    </a:lnTo>
                    <a:lnTo>
                      <a:pt x="24765" y="55245"/>
                    </a:lnTo>
                    <a:lnTo>
                      <a:pt x="23813" y="54293"/>
                    </a:lnTo>
                    <a:lnTo>
                      <a:pt x="24765" y="54293"/>
                    </a:lnTo>
                    <a:close/>
                    <a:moveTo>
                      <a:pt x="10477" y="4763"/>
                    </a:moveTo>
                    <a:lnTo>
                      <a:pt x="11430" y="953"/>
                    </a:lnTo>
                    <a:lnTo>
                      <a:pt x="10477" y="0"/>
                    </a:lnTo>
                    <a:lnTo>
                      <a:pt x="8573" y="0"/>
                    </a:lnTo>
                    <a:lnTo>
                      <a:pt x="5715" y="953"/>
                    </a:lnTo>
                    <a:lnTo>
                      <a:pt x="4763" y="1905"/>
                    </a:lnTo>
                    <a:lnTo>
                      <a:pt x="3810" y="2858"/>
                    </a:lnTo>
                    <a:lnTo>
                      <a:pt x="2857" y="5715"/>
                    </a:lnTo>
                    <a:lnTo>
                      <a:pt x="2857" y="6668"/>
                    </a:lnTo>
                    <a:lnTo>
                      <a:pt x="1905" y="7620"/>
                    </a:lnTo>
                    <a:lnTo>
                      <a:pt x="952" y="7620"/>
                    </a:lnTo>
                    <a:lnTo>
                      <a:pt x="0" y="7620"/>
                    </a:lnTo>
                    <a:lnTo>
                      <a:pt x="0" y="9525"/>
                    </a:lnTo>
                    <a:lnTo>
                      <a:pt x="2857" y="11430"/>
                    </a:lnTo>
                    <a:lnTo>
                      <a:pt x="6667" y="9525"/>
                    </a:lnTo>
                    <a:lnTo>
                      <a:pt x="10477" y="476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57" name="Freeform: Shape 201">
                <a:extLst>
                  <a:ext uri="{FF2B5EF4-FFF2-40B4-BE49-F238E27FC236}">
                    <a16:creationId xmlns:a16="http://schemas.microsoft.com/office/drawing/2014/main" id="{634BA146-5DC6-F0D0-3FB4-FB150F63A0D1}"/>
                  </a:ext>
                </a:extLst>
              </p:cNvPr>
              <p:cNvSpPr/>
              <p:nvPr/>
            </p:nvSpPr>
            <p:spPr>
              <a:xfrm>
                <a:off x="7134255" y="4797898"/>
                <a:ext cx="10542" cy="13571"/>
              </a:xfrm>
              <a:custGeom>
                <a:avLst/>
                <a:gdLst>
                  <a:gd name="connsiteX0" fmla="*/ 5715 w 9525"/>
                  <a:gd name="connsiteY0" fmla="*/ 0 h 11429"/>
                  <a:gd name="connsiteX1" fmla="*/ 3810 w 9525"/>
                  <a:gd name="connsiteY1" fmla="*/ 1905 h 11429"/>
                  <a:gd name="connsiteX2" fmla="*/ 0 w 9525"/>
                  <a:gd name="connsiteY2" fmla="*/ 9525 h 11429"/>
                  <a:gd name="connsiteX3" fmla="*/ 2857 w 9525"/>
                  <a:gd name="connsiteY3" fmla="*/ 11430 h 11429"/>
                  <a:gd name="connsiteX4" fmla="*/ 6667 w 9525"/>
                  <a:gd name="connsiteY4" fmla="*/ 10477 h 11429"/>
                  <a:gd name="connsiteX5" fmla="*/ 9525 w 9525"/>
                  <a:gd name="connsiteY5" fmla="*/ 6667 h 11429"/>
                  <a:gd name="connsiteX6" fmla="*/ 8572 w 9525"/>
                  <a:gd name="connsiteY6" fmla="*/ 2858 h 1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 h="11429">
                    <a:moveTo>
                      <a:pt x="5715" y="0"/>
                    </a:moveTo>
                    <a:lnTo>
                      <a:pt x="3810" y="1905"/>
                    </a:lnTo>
                    <a:lnTo>
                      <a:pt x="0" y="9525"/>
                    </a:lnTo>
                    <a:lnTo>
                      <a:pt x="2857" y="11430"/>
                    </a:lnTo>
                    <a:lnTo>
                      <a:pt x="6667" y="10477"/>
                    </a:lnTo>
                    <a:lnTo>
                      <a:pt x="9525" y="6667"/>
                    </a:lnTo>
                    <a:lnTo>
                      <a:pt x="8572" y="2858"/>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58" name="Freeform: Shape 202">
                <a:extLst>
                  <a:ext uri="{FF2B5EF4-FFF2-40B4-BE49-F238E27FC236}">
                    <a16:creationId xmlns:a16="http://schemas.microsoft.com/office/drawing/2014/main" id="{1F592215-6ACD-E20F-4681-5315C512C230}"/>
                  </a:ext>
                </a:extLst>
              </p:cNvPr>
              <p:cNvSpPr/>
              <p:nvPr/>
            </p:nvSpPr>
            <p:spPr>
              <a:xfrm>
                <a:off x="7091032" y="4419011"/>
                <a:ext cx="4216" cy="5654"/>
              </a:xfrm>
              <a:custGeom>
                <a:avLst/>
                <a:gdLst>
                  <a:gd name="connsiteX0" fmla="*/ 3810 w 3809"/>
                  <a:gd name="connsiteY0" fmla="*/ 3810 h 4762"/>
                  <a:gd name="connsiteX1" fmla="*/ 2858 w 3809"/>
                  <a:gd name="connsiteY1" fmla="*/ 2857 h 4762"/>
                  <a:gd name="connsiteX2" fmla="*/ 2858 w 3809"/>
                  <a:gd name="connsiteY2" fmla="*/ 952 h 4762"/>
                  <a:gd name="connsiteX3" fmla="*/ 1905 w 3809"/>
                  <a:gd name="connsiteY3" fmla="*/ 0 h 4762"/>
                  <a:gd name="connsiteX4" fmla="*/ 0 w 3809"/>
                  <a:gd name="connsiteY4" fmla="*/ 952 h 4762"/>
                  <a:gd name="connsiteX5" fmla="*/ 3810 w 3809"/>
                  <a:gd name="connsiteY5" fmla="*/ 4763 h 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9" h="4762">
                    <a:moveTo>
                      <a:pt x="3810" y="3810"/>
                    </a:moveTo>
                    <a:lnTo>
                      <a:pt x="2858" y="2857"/>
                    </a:lnTo>
                    <a:lnTo>
                      <a:pt x="2858" y="952"/>
                    </a:lnTo>
                    <a:lnTo>
                      <a:pt x="1905" y="0"/>
                    </a:lnTo>
                    <a:lnTo>
                      <a:pt x="0" y="952"/>
                    </a:lnTo>
                    <a:lnTo>
                      <a:pt x="3810" y="476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59" name="Freeform: Shape 203">
                <a:extLst>
                  <a:ext uri="{FF2B5EF4-FFF2-40B4-BE49-F238E27FC236}">
                    <a16:creationId xmlns:a16="http://schemas.microsoft.com/office/drawing/2014/main" id="{19A72D2A-38F6-7CC4-B182-AB901512797C}"/>
                  </a:ext>
                </a:extLst>
              </p:cNvPr>
              <p:cNvSpPr/>
              <p:nvPr/>
            </p:nvSpPr>
            <p:spPr>
              <a:xfrm>
                <a:off x="6820098" y="4602234"/>
                <a:ext cx="161295" cy="338169"/>
              </a:xfrm>
              <a:custGeom>
                <a:avLst/>
                <a:gdLst>
                  <a:gd name="connsiteX0" fmla="*/ 145733 w 145732"/>
                  <a:gd name="connsiteY0" fmla="*/ 65722 h 284797"/>
                  <a:gd name="connsiteX1" fmla="*/ 145733 w 145732"/>
                  <a:gd name="connsiteY1" fmla="*/ 72390 h 284797"/>
                  <a:gd name="connsiteX2" fmla="*/ 141922 w 145732"/>
                  <a:gd name="connsiteY2" fmla="*/ 78105 h 284797"/>
                  <a:gd name="connsiteX3" fmla="*/ 139065 w 145732"/>
                  <a:gd name="connsiteY3" fmla="*/ 79058 h 284797"/>
                  <a:gd name="connsiteX4" fmla="*/ 137160 w 145732"/>
                  <a:gd name="connsiteY4" fmla="*/ 78105 h 284797"/>
                  <a:gd name="connsiteX5" fmla="*/ 135255 w 145732"/>
                  <a:gd name="connsiteY5" fmla="*/ 71438 h 284797"/>
                  <a:gd name="connsiteX6" fmla="*/ 133350 w 145732"/>
                  <a:gd name="connsiteY6" fmla="*/ 69533 h 284797"/>
                  <a:gd name="connsiteX7" fmla="*/ 131445 w 145732"/>
                  <a:gd name="connsiteY7" fmla="*/ 68580 h 284797"/>
                  <a:gd name="connsiteX8" fmla="*/ 129540 w 145732"/>
                  <a:gd name="connsiteY8" fmla="*/ 69533 h 284797"/>
                  <a:gd name="connsiteX9" fmla="*/ 128588 w 145732"/>
                  <a:gd name="connsiteY9" fmla="*/ 72390 h 284797"/>
                  <a:gd name="connsiteX10" fmla="*/ 128588 w 145732"/>
                  <a:gd name="connsiteY10" fmla="*/ 75247 h 284797"/>
                  <a:gd name="connsiteX11" fmla="*/ 129540 w 145732"/>
                  <a:gd name="connsiteY11" fmla="*/ 78105 h 284797"/>
                  <a:gd name="connsiteX12" fmla="*/ 131445 w 145732"/>
                  <a:gd name="connsiteY12" fmla="*/ 83820 h 284797"/>
                  <a:gd name="connsiteX13" fmla="*/ 132397 w 145732"/>
                  <a:gd name="connsiteY13" fmla="*/ 86678 h 284797"/>
                  <a:gd name="connsiteX14" fmla="*/ 132397 w 145732"/>
                  <a:gd name="connsiteY14" fmla="*/ 89535 h 284797"/>
                  <a:gd name="connsiteX15" fmla="*/ 131445 w 145732"/>
                  <a:gd name="connsiteY15" fmla="*/ 92392 h 284797"/>
                  <a:gd name="connsiteX16" fmla="*/ 129540 w 145732"/>
                  <a:gd name="connsiteY16" fmla="*/ 96203 h 284797"/>
                  <a:gd name="connsiteX17" fmla="*/ 129540 w 145732"/>
                  <a:gd name="connsiteY17" fmla="*/ 97155 h 284797"/>
                  <a:gd name="connsiteX18" fmla="*/ 129540 w 145732"/>
                  <a:gd name="connsiteY18" fmla="*/ 98108 h 284797"/>
                  <a:gd name="connsiteX19" fmla="*/ 128588 w 145732"/>
                  <a:gd name="connsiteY19" fmla="*/ 99060 h 284797"/>
                  <a:gd name="connsiteX20" fmla="*/ 126683 w 145732"/>
                  <a:gd name="connsiteY20" fmla="*/ 100965 h 284797"/>
                  <a:gd name="connsiteX21" fmla="*/ 125730 w 145732"/>
                  <a:gd name="connsiteY21" fmla="*/ 101917 h 284797"/>
                  <a:gd name="connsiteX22" fmla="*/ 124777 w 145732"/>
                  <a:gd name="connsiteY22" fmla="*/ 105728 h 284797"/>
                  <a:gd name="connsiteX23" fmla="*/ 124777 w 145732"/>
                  <a:gd name="connsiteY23" fmla="*/ 108585 h 284797"/>
                  <a:gd name="connsiteX24" fmla="*/ 125730 w 145732"/>
                  <a:gd name="connsiteY24" fmla="*/ 115253 h 284797"/>
                  <a:gd name="connsiteX25" fmla="*/ 124777 w 145732"/>
                  <a:gd name="connsiteY25" fmla="*/ 122872 h 284797"/>
                  <a:gd name="connsiteX26" fmla="*/ 80963 w 145732"/>
                  <a:gd name="connsiteY26" fmla="*/ 263842 h 284797"/>
                  <a:gd name="connsiteX27" fmla="*/ 78105 w 145732"/>
                  <a:gd name="connsiteY27" fmla="*/ 269558 h 284797"/>
                  <a:gd name="connsiteX28" fmla="*/ 74295 w 145732"/>
                  <a:gd name="connsiteY28" fmla="*/ 274320 h 284797"/>
                  <a:gd name="connsiteX29" fmla="*/ 70485 w 145732"/>
                  <a:gd name="connsiteY29" fmla="*/ 276225 h 284797"/>
                  <a:gd name="connsiteX30" fmla="*/ 66675 w 145732"/>
                  <a:gd name="connsiteY30" fmla="*/ 277178 h 284797"/>
                  <a:gd name="connsiteX31" fmla="*/ 62865 w 145732"/>
                  <a:gd name="connsiteY31" fmla="*/ 277178 h 284797"/>
                  <a:gd name="connsiteX32" fmla="*/ 59055 w 145732"/>
                  <a:gd name="connsiteY32" fmla="*/ 278130 h 284797"/>
                  <a:gd name="connsiteX33" fmla="*/ 56197 w 145732"/>
                  <a:gd name="connsiteY33" fmla="*/ 279083 h 284797"/>
                  <a:gd name="connsiteX34" fmla="*/ 48577 w 145732"/>
                  <a:gd name="connsiteY34" fmla="*/ 283845 h 284797"/>
                  <a:gd name="connsiteX35" fmla="*/ 44767 w 145732"/>
                  <a:gd name="connsiteY35" fmla="*/ 284797 h 284797"/>
                  <a:gd name="connsiteX36" fmla="*/ 41910 w 145732"/>
                  <a:gd name="connsiteY36" fmla="*/ 284797 h 284797"/>
                  <a:gd name="connsiteX37" fmla="*/ 39052 w 145732"/>
                  <a:gd name="connsiteY37" fmla="*/ 283845 h 284797"/>
                  <a:gd name="connsiteX38" fmla="*/ 33338 w 145732"/>
                  <a:gd name="connsiteY38" fmla="*/ 280988 h 284797"/>
                  <a:gd name="connsiteX39" fmla="*/ 24765 w 145732"/>
                  <a:gd name="connsiteY39" fmla="*/ 278130 h 284797"/>
                  <a:gd name="connsiteX40" fmla="*/ 22860 w 145732"/>
                  <a:gd name="connsiteY40" fmla="*/ 277178 h 284797"/>
                  <a:gd name="connsiteX41" fmla="*/ 20002 w 145732"/>
                  <a:gd name="connsiteY41" fmla="*/ 275272 h 284797"/>
                  <a:gd name="connsiteX42" fmla="*/ 18097 w 145732"/>
                  <a:gd name="connsiteY42" fmla="*/ 273367 h 284797"/>
                  <a:gd name="connsiteX43" fmla="*/ 16192 w 145732"/>
                  <a:gd name="connsiteY43" fmla="*/ 271463 h 284797"/>
                  <a:gd name="connsiteX44" fmla="*/ 15240 w 145732"/>
                  <a:gd name="connsiteY44" fmla="*/ 269558 h 284797"/>
                  <a:gd name="connsiteX45" fmla="*/ 13335 w 145732"/>
                  <a:gd name="connsiteY45" fmla="*/ 264795 h 284797"/>
                  <a:gd name="connsiteX46" fmla="*/ 12383 w 145732"/>
                  <a:gd name="connsiteY46" fmla="*/ 261938 h 284797"/>
                  <a:gd name="connsiteX47" fmla="*/ 10477 w 145732"/>
                  <a:gd name="connsiteY47" fmla="*/ 259080 h 284797"/>
                  <a:gd name="connsiteX48" fmla="*/ 9525 w 145732"/>
                  <a:gd name="connsiteY48" fmla="*/ 257175 h 284797"/>
                  <a:gd name="connsiteX49" fmla="*/ 8572 w 145732"/>
                  <a:gd name="connsiteY49" fmla="*/ 254317 h 284797"/>
                  <a:gd name="connsiteX50" fmla="*/ 8572 w 145732"/>
                  <a:gd name="connsiteY50" fmla="*/ 250508 h 284797"/>
                  <a:gd name="connsiteX51" fmla="*/ 8572 w 145732"/>
                  <a:gd name="connsiteY51" fmla="*/ 246697 h 284797"/>
                  <a:gd name="connsiteX52" fmla="*/ 9525 w 145732"/>
                  <a:gd name="connsiteY52" fmla="*/ 240030 h 284797"/>
                  <a:gd name="connsiteX53" fmla="*/ 9525 w 145732"/>
                  <a:gd name="connsiteY53" fmla="*/ 237172 h 284797"/>
                  <a:gd name="connsiteX54" fmla="*/ 8572 w 145732"/>
                  <a:gd name="connsiteY54" fmla="*/ 234315 h 284797"/>
                  <a:gd name="connsiteX55" fmla="*/ 6667 w 145732"/>
                  <a:gd name="connsiteY55" fmla="*/ 231458 h 284797"/>
                  <a:gd name="connsiteX56" fmla="*/ 2858 w 145732"/>
                  <a:gd name="connsiteY56" fmla="*/ 225742 h 284797"/>
                  <a:gd name="connsiteX57" fmla="*/ 1905 w 145732"/>
                  <a:gd name="connsiteY57" fmla="*/ 222885 h 284797"/>
                  <a:gd name="connsiteX58" fmla="*/ 952 w 145732"/>
                  <a:gd name="connsiteY58" fmla="*/ 219075 h 284797"/>
                  <a:gd name="connsiteX59" fmla="*/ 0 w 145732"/>
                  <a:gd name="connsiteY59" fmla="*/ 215265 h 284797"/>
                  <a:gd name="connsiteX60" fmla="*/ 0 w 145732"/>
                  <a:gd name="connsiteY60" fmla="*/ 212408 h 284797"/>
                  <a:gd name="connsiteX61" fmla="*/ 0 w 145732"/>
                  <a:gd name="connsiteY61" fmla="*/ 206692 h 284797"/>
                  <a:gd name="connsiteX62" fmla="*/ 952 w 145732"/>
                  <a:gd name="connsiteY62" fmla="*/ 203835 h 284797"/>
                  <a:gd name="connsiteX63" fmla="*/ 3810 w 145732"/>
                  <a:gd name="connsiteY63" fmla="*/ 194310 h 284797"/>
                  <a:gd name="connsiteX64" fmla="*/ 4763 w 145732"/>
                  <a:gd name="connsiteY64" fmla="*/ 192405 h 284797"/>
                  <a:gd name="connsiteX65" fmla="*/ 6667 w 145732"/>
                  <a:gd name="connsiteY65" fmla="*/ 190500 h 284797"/>
                  <a:gd name="connsiteX66" fmla="*/ 10477 w 145732"/>
                  <a:gd name="connsiteY66" fmla="*/ 187642 h 284797"/>
                  <a:gd name="connsiteX67" fmla="*/ 12383 w 145732"/>
                  <a:gd name="connsiteY67" fmla="*/ 185738 h 284797"/>
                  <a:gd name="connsiteX68" fmla="*/ 16192 w 145732"/>
                  <a:gd name="connsiteY68" fmla="*/ 178117 h 284797"/>
                  <a:gd name="connsiteX69" fmla="*/ 20002 w 145732"/>
                  <a:gd name="connsiteY69" fmla="*/ 170497 h 284797"/>
                  <a:gd name="connsiteX70" fmla="*/ 21908 w 145732"/>
                  <a:gd name="connsiteY70" fmla="*/ 165735 h 284797"/>
                  <a:gd name="connsiteX71" fmla="*/ 22860 w 145732"/>
                  <a:gd name="connsiteY71" fmla="*/ 160972 h 284797"/>
                  <a:gd name="connsiteX72" fmla="*/ 23813 w 145732"/>
                  <a:gd name="connsiteY72" fmla="*/ 155258 h 284797"/>
                  <a:gd name="connsiteX73" fmla="*/ 23813 w 145732"/>
                  <a:gd name="connsiteY73" fmla="*/ 153353 h 284797"/>
                  <a:gd name="connsiteX74" fmla="*/ 23813 w 145732"/>
                  <a:gd name="connsiteY74" fmla="*/ 151447 h 284797"/>
                  <a:gd name="connsiteX75" fmla="*/ 23813 w 145732"/>
                  <a:gd name="connsiteY75" fmla="*/ 149542 h 284797"/>
                  <a:gd name="connsiteX76" fmla="*/ 20955 w 145732"/>
                  <a:gd name="connsiteY76" fmla="*/ 142875 h 284797"/>
                  <a:gd name="connsiteX77" fmla="*/ 19050 w 145732"/>
                  <a:gd name="connsiteY77" fmla="*/ 133350 h 284797"/>
                  <a:gd name="connsiteX78" fmla="*/ 16192 w 145732"/>
                  <a:gd name="connsiteY78" fmla="*/ 123825 h 284797"/>
                  <a:gd name="connsiteX79" fmla="*/ 14288 w 145732"/>
                  <a:gd name="connsiteY79" fmla="*/ 110490 h 284797"/>
                  <a:gd name="connsiteX80" fmla="*/ 14288 w 145732"/>
                  <a:gd name="connsiteY80" fmla="*/ 107633 h 284797"/>
                  <a:gd name="connsiteX81" fmla="*/ 15240 w 145732"/>
                  <a:gd name="connsiteY81" fmla="*/ 104775 h 284797"/>
                  <a:gd name="connsiteX82" fmla="*/ 21908 w 145732"/>
                  <a:gd name="connsiteY82" fmla="*/ 94297 h 284797"/>
                  <a:gd name="connsiteX83" fmla="*/ 22860 w 145732"/>
                  <a:gd name="connsiteY83" fmla="*/ 92392 h 284797"/>
                  <a:gd name="connsiteX84" fmla="*/ 22860 w 145732"/>
                  <a:gd name="connsiteY84" fmla="*/ 90488 h 284797"/>
                  <a:gd name="connsiteX85" fmla="*/ 22860 w 145732"/>
                  <a:gd name="connsiteY85" fmla="*/ 84772 h 284797"/>
                  <a:gd name="connsiteX86" fmla="*/ 22860 w 145732"/>
                  <a:gd name="connsiteY86" fmla="*/ 83820 h 284797"/>
                  <a:gd name="connsiteX87" fmla="*/ 23813 w 145732"/>
                  <a:gd name="connsiteY87" fmla="*/ 82867 h 284797"/>
                  <a:gd name="connsiteX88" fmla="*/ 25717 w 145732"/>
                  <a:gd name="connsiteY88" fmla="*/ 81915 h 284797"/>
                  <a:gd name="connsiteX89" fmla="*/ 30480 w 145732"/>
                  <a:gd name="connsiteY89" fmla="*/ 81915 h 284797"/>
                  <a:gd name="connsiteX90" fmla="*/ 32385 w 145732"/>
                  <a:gd name="connsiteY90" fmla="*/ 80963 h 284797"/>
                  <a:gd name="connsiteX91" fmla="*/ 37147 w 145732"/>
                  <a:gd name="connsiteY91" fmla="*/ 78105 h 284797"/>
                  <a:gd name="connsiteX92" fmla="*/ 39052 w 145732"/>
                  <a:gd name="connsiteY92" fmla="*/ 77153 h 284797"/>
                  <a:gd name="connsiteX93" fmla="*/ 41910 w 145732"/>
                  <a:gd name="connsiteY93" fmla="*/ 78105 h 284797"/>
                  <a:gd name="connsiteX94" fmla="*/ 43815 w 145732"/>
                  <a:gd name="connsiteY94" fmla="*/ 78105 h 284797"/>
                  <a:gd name="connsiteX95" fmla="*/ 45720 w 145732"/>
                  <a:gd name="connsiteY95" fmla="*/ 78105 h 284797"/>
                  <a:gd name="connsiteX96" fmla="*/ 46672 w 145732"/>
                  <a:gd name="connsiteY96" fmla="*/ 77153 h 284797"/>
                  <a:gd name="connsiteX97" fmla="*/ 47625 w 145732"/>
                  <a:gd name="connsiteY97" fmla="*/ 75247 h 284797"/>
                  <a:gd name="connsiteX98" fmla="*/ 48577 w 145732"/>
                  <a:gd name="connsiteY98" fmla="*/ 74295 h 284797"/>
                  <a:gd name="connsiteX99" fmla="*/ 50483 w 145732"/>
                  <a:gd name="connsiteY99" fmla="*/ 73342 h 284797"/>
                  <a:gd name="connsiteX100" fmla="*/ 53340 w 145732"/>
                  <a:gd name="connsiteY100" fmla="*/ 73342 h 284797"/>
                  <a:gd name="connsiteX101" fmla="*/ 56197 w 145732"/>
                  <a:gd name="connsiteY101" fmla="*/ 73342 h 284797"/>
                  <a:gd name="connsiteX102" fmla="*/ 58102 w 145732"/>
                  <a:gd name="connsiteY102" fmla="*/ 73342 h 284797"/>
                  <a:gd name="connsiteX103" fmla="*/ 59055 w 145732"/>
                  <a:gd name="connsiteY103" fmla="*/ 74295 h 284797"/>
                  <a:gd name="connsiteX104" fmla="*/ 60008 w 145732"/>
                  <a:gd name="connsiteY104" fmla="*/ 75247 h 284797"/>
                  <a:gd name="connsiteX105" fmla="*/ 60960 w 145732"/>
                  <a:gd name="connsiteY105" fmla="*/ 76200 h 284797"/>
                  <a:gd name="connsiteX106" fmla="*/ 62865 w 145732"/>
                  <a:gd name="connsiteY106" fmla="*/ 76200 h 284797"/>
                  <a:gd name="connsiteX107" fmla="*/ 60960 w 145732"/>
                  <a:gd name="connsiteY107" fmla="*/ 71438 h 284797"/>
                  <a:gd name="connsiteX108" fmla="*/ 65722 w 145732"/>
                  <a:gd name="connsiteY108" fmla="*/ 65722 h 284797"/>
                  <a:gd name="connsiteX109" fmla="*/ 71438 w 145732"/>
                  <a:gd name="connsiteY109" fmla="*/ 62865 h 284797"/>
                  <a:gd name="connsiteX110" fmla="*/ 74295 w 145732"/>
                  <a:gd name="connsiteY110" fmla="*/ 66675 h 284797"/>
                  <a:gd name="connsiteX111" fmla="*/ 76200 w 145732"/>
                  <a:gd name="connsiteY111" fmla="*/ 65722 h 284797"/>
                  <a:gd name="connsiteX112" fmla="*/ 76200 w 145732"/>
                  <a:gd name="connsiteY112" fmla="*/ 63817 h 284797"/>
                  <a:gd name="connsiteX113" fmla="*/ 75247 w 145732"/>
                  <a:gd name="connsiteY113" fmla="*/ 61913 h 284797"/>
                  <a:gd name="connsiteX114" fmla="*/ 75247 w 145732"/>
                  <a:gd name="connsiteY114" fmla="*/ 60008 h 284797"/>
                  <a:gd name="connsiteX115" fmla="*/ 76200 w 145732"/>
                  <a:gd name="connsiteY115" fmla="*/ 58102 h 284797"/>
                  <a:gd name="connsiteX116" fmla="*/ 78105 w 145732"/>
                  <a:gd name="connsiteY116" fmla="*/ 55245 h 284797"/>
                  <a:gd name="connsiteX117" fmla="*/ 80963 w 145732"/>
                  <a:gd name="connsiteY117" fmla="*/ 52388 h 284797"/>
                  <a:gd name="connsiteX118" fmla="*/ 82867 w 145732"/>
                  <a:gd name="connsiteY118" fmla="*/ 51435 h 284797"/>
                  <a:gd name="connsiteX119" fmla="*/ 83820 w 145732"/>
                  <a:gd name="connsiteY119" fmla="*/ 53340 h 284797"/>
                  <a:gd name="connsiteX120" fmla="*/ 82867 w 145732"/>
                  <a:gd name="connsiteY120" fmla="*/ 56198 h 284797"/>
                  <a:gd name="connsiteX121" fmla="*/ 82867 w 145732"/>
                  <a:gd name="connsiteY121" fmla="*/ 58102 h 284797"/>
                  <a:gd name="connsiteX122" fmla="*/ 84772 w 145732"/>
                  <a:gd name="connsiteY122" fmla="*/ 58102 h 284797"/>
                  <a:gd name="connsiteX123" fmla="*/ 86677 w 145732"/>
                  <a:gd name="connsiteY123" fmla="*/ 56198 h 284797"/>
                  <a:gd name="connsiteX124" fmla="*/ 87630 w 145732"/>
                  <a:gd name="connsiteY124" fmla="*/ 53340 h 284797"/>
                  <a:gd name="connsiteX125" fmla="*/ 89535 w 145732"/>
                  <a:gd name="connsiteY125" fmla="*/ 51435 h 284797"/>
                  <a:gd name="connsiteX126" fmla="*/ 93345 w 145732"/>
                  <a:gd name="connsiteY126" fmla="*/ 52388 h 284797"/>
                  <a:gd name="connsiteX127" fmla="*/ 90488 w 145732"/>
                  <a:gd name="connsiteY127" fmla="*/ 49530 h 284797"/>
                  <a:gd name="connsiteX128" fmla="*/ 90488 w 145732"/>
                  <a:gd name="connsiteY128" fmla="*/ 46673 h 284797"/>
                  <a:gd name="connsiteX129" fmla="*/ 92392 w 145732"/>
                  <a:gd name="connsiteY129" fmla="*/ 43815 h 284797"/>
                  <a:gd name="connsiteX130" fmla="*/ 93345 w 145732"/>
                  <a:gd name="connsiteY130" fmla="*/ 40005 h 284797"/>
                  <a:gd name="connsiteX131" fmla="*/ 93345 w 145732"/>
                  <a:gd name="connsiteY131" fmla="*/ 38100 h 284797"/>
                  <a:gd name="connsiteX132" fmla="*/ 92392 w 145732"/>
                  <a:gd name="connsiteY132" fmla="*/ 36195 h 284797"/>
                  <a:gd name="connsiteX133" fmla="*/ 92392 w 145732"/>
                  <a:gd name="connsiteY133" fmla="*/ 34290 h 284797"/>
                  <a:gd name="connsiteX134" fmla="*/ 93345 w 145732"/>
                  <a:gd name="connsiteY134" fmla="*/ 32385 h 284797"/>
                  <a:gd name="connsiteX135" fmla="*/ 95250 w 145732"/>
                  <a:gd name="connsiteY135" fmla="*/ 31433 h 284797"/>
                  <a:gd name="connsiteX136" fmla="*/ 96202 w 145732"/>
                  <a:gd name="connsiteY136" fmla="*/ 31433 h 284797"/>
                  <a:gd name="connsiteX137" fmla="*/ 97155 w 145732"/>
                  <a:gd name="connsiteY137" fmla="*/ 32385 h 284797"/>
                  <a:gd name="connsiteX138" fmla="*/ 98108 w 145732"/>
                  <a:gd name="connsiteY138" fmla="*/ 32385 h 284797"/>
                  <a:gd name="connsiteX139" fmla="*/ 100013 w 145732"/>
                  <a:gd name="connsiteY139" fmla="*/ 32385 h 284797"/>
                  <a:gd name="connsiteX140" fmla="*/ 100965 w 145732"/>
                  <a:gd name="connsiteY140" fmla="*/ 31433 h 284797"/>
                  <a:gd name="connsiteX141" fmla="*/ 102870 w 145732"/>
                  <a:gd name="connsiteY141" fmla="*/ 29527 h 284797"/>
                  <a:gd name="connsiteX142" fmla="*/ 109538 w 145732"/>
                  <a:gd name="connsiteY142" fmla="*/ 24765 h 284797"/>
                  <a:gd name="connsiteX143" fmla="*/ 111442 w 145732"/>
                  <a:gd name="connsiteY143" fmla="*/ 21908 h 284797"/>
                  <a:gd name="connsiteX144" fmla="*/ 112395 w 145732"/>
                  <a:gd name="connsiteY144" fmla="*/ 17145 h 284797"/>
                  <a:gd name="connsiteX145" fmla="*/ 112395 w 145732"/>
                  <a:gd name="connsiteY145" fmla="*/ 15240 h 284797"/>
                  <a:gd name="connsiteX146" fmla="*/ 112395 w 145732"/>
                  <a:gd name="connsiteY146" fmla="*/ 13335 h 284797"/>
                  <a:gd name="connsiteX147" fmla="*/ 111442 w 145732"/>
                  <a:gd name="connsiteY147" fmla="*/ 7620 h 284797"/>
                  <a:gd name="connsiteX148" fmla="*/ 111442 w 145732"/>
                  <a:gd name="connsiteY148" fmla="*/ 7620 h 284797"/>
                  <a:gd name="connsiteX149" fmla="*/ 111442 w 145732"/>
                  <a:gd name="connsiteY149" fmla="*/ 7620 h 284797"/>
                  <a:gd name="connsiteX150" fmla="*/ 112395 w 145732"/>
                  <a:gd name="connsiteY150" fmla="*/ 6667 h 284797"/>
                  <a:gd name="connsiteX151" fmla="*/ 116205 w 145732"/>
                  <a:gd name="connsiteY151" fmla="*/ 1905 h 284797"/>
                  <a:gd name="connsiteX152" fmla="*/ 118110 w 145732"/>
                  <a:gd name="connsiteY152" fmla="*/ 0 h 284797"/>
                  <a:gd name="connsiteX153" fmla="*/ 120015 w 145732"/>
                  <a:gd name="connsiteY153" fmla="*/ 0 h 284797"/>
                  <a:gd name="connsiteX154" fmla="*/ 121920 w 145732"/>
                  <a:gd name="connsiteY154" fmla="*/ 1905 h 284797"/>
                  <a:gd name="connsiteX155" fmla="*/ 123825 w 145732"/>
                  <a:gd name="connsiteY155" fmla="*/ 4763 h 284797"/>
                  <a:gd name="connsiteX156" fmla="*/ 126683 w 145732"/>
                  <a:gd name="connsiteY156" fmla="*/ 10477 h 284797"/>
                  <a:gd name="connsiteX157" fmla="*/ 130492 w 145732"/>
                  <a:gd name="connsiteY157" fmla="*/ 17145 h 284797"/>
                  <a:gd name="connsiteX158" fmla="*/ 132397 w 145732"/>
                  <a:gd name="connsiteY158" fmla="*/ 20002 h 284797"/>
                  <a:gd name="connsiteX159" fmla="*/ 137160 w 145732"/>
                  <a:gd name="connsiteY159" fmla="*/ 35242 h 284797"/>
                  <a:gd name="connsiteX160" fmla="*/ 138113 w 145732"/>
                  <a:gd name="connsiteY160" fmla="*/ 39052 h 284797"/>
                  <a:gd name="connsiteX161" fmla="*/ 139065 w 145732"/>
                  <a:gd name="connsiteY161" fmla="*/ 49530 h 284797"/>
                  <a:gd name="connsiteX162" fmla="*/ 140017 w 145732"/>
                  <a:gd name="connsiteY162" fmla="*/ 53340 h 284797"/>
                  <a:gd name="connsiteX163" fmla="*/ 145733 w 145732"/>
                  <a:gd name="connsiteY163" fmla="*/ 65722 h 284797"/>
                  <a:gd name="connsiteX164" fmla="*/ 134302 w 145732"/>
                  <a:gd name="connsiteY164" fmla="*/ 98108 h 284797"/>
                  <a:gd name="connsiteX165" fmla="*/ 133350 w 145732"/>
                  <a:gd name="connsiteY165" fmla="*/ 100013 h 284797"/>
                  <a:gd name="connsiteX166" fmla="*/ 133350 w 145732"/>
                  <a:gd name="connsiteY166" fmla="*/ 101917 h 284797"/>
                  <a:gd name="connsiteX167" fmla="*/ 135255 w 145732"/>
                  <a:gd name="connsiteY167" fmla="*/ 98108 h 284797"/>
                  <a:gd name="connsiteX168" fmla="*/ 137160 w 145732"/>
                  <a:gd name="connsiteY168" fmla="*/ 94297 h 284797"/>
                  <a:gd name="connsiteX169" fmla="*/ 135255 w 145732"/>
                  <a:gd name="connsiteY169" fmla="*/ 96203 h 284797"/>
                  <a:gd name="connsiteX170" fmla="*/ 134302 w 145732"/>
                  <a:gd name="connsiteY170" fmla="*/ 98108 h 284797"/>
                  <a:gd name="connsiteX171" fmla="*/ 102870 w 145732"/>
                  <a:gd name="connsiteY171" fmla="*/ 22860 h 284797"/>
                  <a:gd name="connsiteX172" fmla="*/ 102870 w 145732"/>
                  <a:gd name="connsiteY172" fmla="*/ 22860 h 284797"/>
                  <a:gd name="connsiteX173" fmla="*/ 100965 w 145732"/>
                  <a:gd name="connsiteY173" fmla="*/ 22860 h 284797"/>
                  <a:gd name="connsiteX174" fmla="*/ 100013 w 145732"/>
                  <a:gd name="connsiteY174" fmla="*/ 23813 h 284797"/>
                  <a:gd name="connsiteX175" fmla="*/ 100013 w 145732"/>
                  <a:gd name="connsiteY175" fmla="*/ 24765 h 284797"/>
                  <a:gd name="connsiteX176" fmla="*/ 100965 w 145732"/>
                  <a:gd name="connsiteY176" fmla="*/ 25717 h 284797"/>
                  <a:gd name="connsiteX177" fmla="*/ 101917 w 145732"/>
                  <a:gd name="connsiteY177" fmla="*/ 26670 h 284797"/>
                  <a:gd name="connsiteX178" fmla="*/ 103822 w 145732"/>
                  <a:gd name="connsiteY178" fmla="*/ 26670 h 284797"/>
                  <a:gd name="connsiteX179" fmla="*/ 103822 w 145732"/>
                  <a:gd name="connsiteY179" fmla="*/ 25717 h 284797"/>
                  <a:gd name="connsiteX180" fmla="*/ 103822 w 145732"/>
                  <a:gd name="connsiteY180" fmla="*/ 24765 h 284797"/>
                  <a:gd name="connsiteX181" fmla="*/ 102870 w 145732"/>
                  <a:gd name="connsiteY181" fmla="*/ 22860 h 28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145732" h="284797">
                    <a:moveTo>
                      <a:pt x="145733" y="65722"/>
                    </a:moveTo>
                    <a:lnTo>
                      <a:pt x="145733" y="72390"/>
                    </a:lnTo>
                    <a:lnTo>
                      <a:pt x="141922" y="78105"/>
                    </a:lnTo>
                    <a:lnTo>
                      <a:pt x="139065" y="79058"/>
                    </a:lnTo>
                    <a:lnTo>
                      <a:pt x="137160" y="78105"/>
                    </a:lnTo>
                    <a:lnTo>
                      <a:pt x="135255" y="71438"/>
                    </a:lnTo>
                    <a:lnTo>
                      <a:pt x="133350" y="69533"/>
                    </a:lnTo>
                    <a:lnTo>
                      <a:pt x="131445" y="68580"/>
                    </a:lnTo>
                    <a:lnTo>
                      <a:pt x="129540" y="69533"/>
                    </a:lnTo>
                    <a:lnTo>
                      <a:pt x="128588" y="72390"/>
                    </a:lnTo>
                    <a:lnTo>
                      <a:pt x="128588" y="75247"/>
                    </a:lnTo>
                    <a:lnTo>
                      <a:pt x="129540" y="78105"/>
                    </a:lnTo>
                    <a:lnTo>
                      <a:pt x="131445" y="83820"/>
                    </a:lnTo>
                    <a:lnTo>
                      <a:pt x="132397" y="86678"/>
                    </a:lnTo>
                    <a:lnTo>
                      <a:pt x="132397" y="89535"/>
                    </a:lnTo>
                    <a:lnTo>
                      <a:pt x="131445" y="92392"/>
                    </a:lnTo>
                    <a:lnTo>
                      <a:pt x="129540" y="96203"/>
                    </a:lnTo>
                    <a:lnTo>
                      <a:pt x="129540" y="97155"/>
                    </a:lnTo>
                    <a:lnTo>
                      <a:pt x="129540" y="98108"/>
                    </a:lnTo>
                    <a:lnTo>
                      <a:pt x="128588" y="99060"/>
                    </a:lnTo>
                    <a:lnTo>
                      <a:pt x="126683" y="100965"/>
                    </a:lnTo>
                    <a:lnTo>
                      <a:pt x="125730" y="101917"/>
                    </a:lnTo>
                    <a:lnTo>
                      <a:pt x="124777" y="105728"/>
                    </a:lnTo>
                    <a:lnTo>
                      <a:pt x="124777" y="108585"/>
                    </a:lnTo>
                    <a:lnTo>
                      <a:pt x="125730" y="115253"/>
                    </a:lnTo>
                    <a:lnTo>
                      <a:pt x="124777" y="122872"/>
                    </a:lnTo>
                    <a:lnTo>
                      <a:pt x="80963" y="263842"/>
                    </a:lnTo>
                    <a:lnTo>
                      <a:pt x="78105" y="269558"/>
                    </a:lnTo>
                    <a:lnTo>
                      <a:pt x="74295" y="274320"/>
                    </a:lnTo>
                    <a:lnTo>
                      <a:pt x="70485" y="276225"/>
                    </a:lnTo>
                    <a:lnTo>
                      <a:pt x="66675" y="277178"/>
                    </a:lnTo>
                    <a:lnTo>
                      <a:pt x="62865" y="277178"/>
                    </a:lnTo>
                    <a:lnTo>
                      <a:pt x="59055" y="278130"/>
                    </a:lnTo>
                    <a:lnTo>
                      <a:pt x="56197" y="279083"/>
                    </a:lnTo>
                    <a:lnTo>
                      <a:pt x="48577" y="283845"/>
                    </a:lnTo>
                    <a:lnTo>
                      <a:pt x="44767" y="284797"/>
                    </a:lnTo>
                    <a:lnTo>
                      <a:pt x="41910" y="284797"/>
                    </a:lnTo>
                    <a:lnTo>
                      <a:pt x="39052" y="283845"/>
                    </a:lnTo>
                    <a:lnTo>
                      <a:pt x="33338" y="280988"/>
                    </a:lnTo>
                    <a:lnTo>
                      <a:pt x="24765" y="278130"/>
                    </a:lnTo>
                    <a:lnTo>
                      <a:pt x="22860" y="277178"/>
                    </a:lnTo>
                    <a:lnTo>
                      <a:pt x="20002" y="275272"/>
                    </a:lnTo>
                    <a:lnTo>
                      <a:pt x="18097" y="273367"/>
                    </a:lnTo>
                    <a:lnTo>
                      <a:pt x="16192" y="271463"/>
                    </a:lnTo>
                    <a:lnTo>
                      <a:pt x="15240" y="269558"/>
                    </a:lnTo>
                    <a:lnTo>
                      <a:pt x="13335" y="264795"/>
                    </a:lnTo>
                    <a:lnTo>
                      <a:pt x="12383" y="261938"/>
                    </a:lnTo>
                    <a:lnTo>
                      <a:pt x="10477" y="259080"/>
                    </a:lnTo>
                    <a:lnTo>
                      <a:pt x="9525" y="257175"/>
                    </a:lnTo>
                    <a:lnTo>
                      <a:pt x="8572" y="254317"/>
                    </a:lnTo>
                    <a:lnTo>
                      <a:pt x="8572" y="250508"/>
                    </a:lnTo>
                    <a:lnTo>
                      <a:pt x="8572" y="246697"/>
                    </a:lnTo>
                    <a:lnTo>
                      <a:pt x="9525" y="240030"/>
                    </a:lnTo>
                    <a:lnTo>
                      <a:pt x="9525" y="237172"/>
                    </a:lnTo>
                    <a:lnTo>
                      <a:pt x="8572" y="234315"/>
                    </a:lnTo>
                    <a:lnTo>
                      <a:pt x="6667" y="231458"/>
                    </a:lnTo>
                    <a:lnTo>
                      <a:pt x="2858" y="225742"/>
                    </a:lnTo>
                    <a:lnTo>
                      <a:pt x="1905" y="222885"/>
                    </a:lnTo>
                    <a:lnTo>
                      <a:pt x="952" y="219075"/>
                    </a:lnTo>
                    <a:lnTo>
                      <a:pt x="0" y="215265"/>
                    </a:lnTo>
                    <a:lnTo>
                      <a:pt x="0" y="212408"/>
                    </a:lnTo>
                    <a:lnTo>
                      <a:pt x="0" y="206692"/>
                    </a:lnTo>
                    <a:lnTo>
                      <a:pt x="952" y="203835"/>
                    </a:lnTo>
                    <a:lnTo>
                      <a:pt x="3810" y="194310"/>
                    </a:lnTo>
                    <a:lnTo>
                      <a:pt x="4763" y="192405"/>
                    </a:lnTo>
                    <a:lnTo>
                      <a:pt x="6667" y="190500"/>
                    </a:lnTo>
                    <a:lnTo>
                      <a:pt x="10477" y="187642"/>
                    </a:lnTo>
                    <a:lnTo>
                      <a:pt x="12383" y="185738"/>
                    </a:lnTo>
                    <a:lnTo>
                      <a:pt x="16192" y="178117"/>
                    </a:lnTo>
                    <a:lnTo>
                      <a:pt x="20002" y="170497"/>
                    </a:lnTo>
                    <a:lnTo>
                      <a:pt x="21908" y="165735"/>
                    </a:lnTo>
                    <a:lnTo>
                      <a:pt x="22860" y="160972"/>
                    </a:lnTo>
                    <a:lnTo>
                      <a:pt x="23813" y="155258"/>
                    </a:lnTo>
                    <a:lnTo>
                      <a:pt x="23813" y="153353"/>
                    </a:lnTo>
                    <a:lnTo>
                      <a:pt x="23813" y="151447"/>
                    </a:lnTo>
                    <a:lnTo>
                      <a:pt x="23813" y="149542"/>
                    </a:lnTo>
                    <a:lnTo>
                      <a:pt x="20955" y="142875"/>
                    </a:lnTo>
                    <a:lnTo>
                      <a:pt x="19050" y="133350"/>
                    </a:lnTo>
                    <a:lnTo>
                      <a:pt x="16192" y="123825"/>
                    </a:lnTo>
                    <a:lnTo>
                      <a:pt x="14288" y="110490"/>
                    </a:lnTo>
                    <a:lnTo>
                      <a:pt x="14288" y="107633"/>
                    </a:lnTo>
                    <a:lnTo>
                      <a:pt x="15240" y="104775"/>
                    </a:lnTo>
                    <a:lnTo>
                      <a:pt x="21908" y="94297"/>
                    </a:lnTo>
                    <a:lnTo>
                      <a:pt x="22860" y="92392"/>
                    </a:lnTo>
                    <a:lnTo>
                      <a:pt x="22860" y="90488"/>
                    </a:lnTo>
                    <a:lnTo>
                      <a:pt x="22860" y="84772"/>
                    </a:lnTo>
                    <a:lnTo>
                      <a:pt x="22860" y="83820"/>
                    </a:lnTo>
                    <a:lnTo>
                      <a:pt x="23813" y="82867"/>
                    </a:lnTo>
                    <a:lnTo>
                      <a:pt x="25717" y="81915"/>
                    </a:lnTo>
                    <a:lnTo>
                      <a:pt x="30480" y="81915"/>
                    </a:lnTo>
                    <a:lnTo>
                      <a:pt x="32385" y="80963"/>
                    </a:lnTo>
                    <a:lnTo>
                      <a:pt x="37147" y="78105"/>
                    </a:lnTo>
                    <a:lnTo>
                      <a:pt x="39052" y="77153"/>
                    </a:lnTo>
                    <a:lnTo>
                      <a:pt x="41910" y="78105"/>
                    </a:lnTo>
                    <a:lnTo>
                      <a:pt x="43815" y="78105"/>
                    </a:lnTo>
                    <a:lnTo>
                      <a:pt x="45720" y="78105"/>
                    </a:lnTo>
                    <a:lnTo>
                      <a:pt x="46672" y="77153"/>
                    </a:lnTo>
                    <a:lnTo>
                      <a:pt x="47625" y="75247"/>
                    </a:lnTo>
                    <a:lnTo>
                      <a:pt x="48577" y="74295"/>
                    </a:lnTo>
                    <a:lnTo>
                      <a:pt x="50483" y="73342"/>
                    </a:lnTo>
                    <a:lnTo>
                      <a:pt x="53340" y="73342"/>
                    </a:lnTo>
                    <a:lnTo>
                      <a:pt x="56197" y="73342"/>
                    </a:lnTo>
                    <a:lnTo>
                      <a:pt x="58102" y="73342"/>
                    </a:lnTo>
                    <a:lnTo>
                      <a:pt x="59055" y="74295"/>
                    </a:lnTo>
                    <a:lnTo>
                      <a:pt x="60008" y="75247"/>
                    </a:lnTo>
                    <a:lnTo>
                      <a:pt x="60960" y="76200"/>
                    </a:lnTo>
                    <a:lnTo>
                      <a:pt x="62865" y="76200"/>
                    </a:lnTo>
                    <a:lnTo>
                      <a:pt x="60960" y="71438"/>
                    </a:lnTo>
                    <a:lnTo>
                      <a:pt x="65722" y="65722"/>
                    </a:lnTo>
                    <a:lnTo>
                      <a:pt x="71438" y="62865"/>
                    </a:lnTo>
                    <a:lnTo>
                      <a:pt x="74295" y="66675"/>
                    </a:lnTo>
                    <a:lnTo>
                      <a:pt x="76200" y="65722"/>
                    </a:lnTo>
                    <a:lnTo>
                      <a:pt x="76200" y="63817"/>
                    </a:lnTo>
                    <a:lnTo>
                      <a:pt x="75247" y="61913"/>
                    </a:lnTo>
                    <a:lnTo>
                      <a:pt x="75247" y="60008"/>
                    </a:lnTo>
                    <a:lnTo>
                      <a:pt x="76200" y="58102"/>
                    </a:lnTo>
                    <a:lnTo>
                      <a:pt x="78105" y="55245"/>
                    </a:lnTo>
                    <a:lnTo>
                      <a:pt x="80963" y="52388"/>
                    </a:lnTo>
                    <a:lnTo>
                      <a:pt x="82867" y="51435"/>
                    </a:lnTo>
                    <a:lnTo>
                      <a:pt x="83820" y="53340"/>
                    </a:lnTo>
                    <a:lnTo>
                      <a:pt x="82867" y="56198"/>
                    </a:lnTo>
                    <a:lnTo>
                      <a:pt x="82867" y="58102"/>
                    </a:lnTo>
                    <a:lnTo>
                      <a:pt x="84772" y="58102"/>
                    </a:lnTo>
                    <a:lnTo>
                      <a:pt x="86677" y="56198"/>
                    </a:lnTo>
                    <a:lnTo>
                      <a:pt x="87630" y="53340"/>
                    </a:lnTo>
                    <a:lnTo>
                      <a:pt x="89535" y="51435"/>
                    </a:lnTo>
                    <a:lnTo>
                      <a:pt x="93345" y="52388"/>
                    </a:lnTo>
                    <a:lnTo>
                      <a:pt x="90488" y="49530"/>
                    </a:lnTo>
                    <a:lnTo>
                      <a:pt x="90488" y="46673"/>
                    </a:lnTo>
                    <a:lnTo>
                      <a:pt x="92392" y="43815"/>
                    </a:lnTo>
                    <a:lnTo>
                      <a:pt x="93345" y="40005"/>
                    </a:lnTo>
                    <a:lnTo>
                      <a:pt x="93345" y="38100"/>
                    </a:lnTo>
                    <a:lnTo>
                      <a:pt x="92392" y="36195"/>
                    </a:lnTo>
                    <a:lnTo>
                      <a:pt x="92392" y="34290"/>
                    </a:lnTo>
                    <a:lnTo>
                      <a:pt x="93345" y="32385"/>
                    </a:lnTo>
                    <a:lnTo>
                      <a:pt x="95250" y="31433"/>
                    </a:lnTo>
                    <a:lnTo>
                      <a:pt x="96202" y="31433"/>
                    </a:lnTo>
                    <a:lnTo>
                      <a:pt x="97155" y="32385"/>
                    </a:lnTo>
                    <a:lnTo>
                      <a:pt x="98108" y="32385"/>
                    </a:lnTo>
                    <a:lnTo>
                      <a:pt x="100013" y="32385"/>
                    </a:lnTo>
                    <a:lnTo>
                      <a:pt x="100965" y="31433"/>
                    </a:lnTo>
                    <a:lnTo>
                      <a:pt x="102870" y="29527"/>
                    </a:lnTo>
                    <a:lnTo>
                      <a:pt x="109538" y="24765"/>
                    </a:lnTo>
                    <a:lnTo>
                      <a:pt x="111442" y="21908"/>
                    </a:lnTo>
                    <a:lnTo>
                      <a:pt x="112395" y="17145"/>
                    </a:lnTo>
                    <a:lnTo>
                      <a:pt x="112395" y="15240"/>
                    </a:lnTo>
                    <a:lnTo>
                      <a:pt x="112395" y="13335"/>
                    </a:lnTo>
                    <a:lnTo>
                      <a:pt x="111442" y="7620"/>
                    </a:lnTo>
                    <a:lnTo>
                      <a:pt x="111442" y="7620"/>
                    </a:lnTo>
                    <a:lnTo>
                      <a:pt x="111442" y="7620"/>
                    </a:lnTo>
                    <a:lnTo>
                      <a:pt x="112395" y="6667"/>
                    </a:lnTo>
                    <a:lnTo>
                      <a:pt x="116205" y="1905"/>
                    </a:lnTo>
                    <a:lnTo>
                      <a:pt x="118110" y="0"/>
                    </a:lnTo>
                    <a:lnTo>
                      <a:pt x="120015" y="0"/>
                    </a:lnTo>
                    <a:lnTo>
                      <a:pt x="121920" y="1905"/>
                    </a:lnTo>
                    <a:lnTo>
                      <a:pt x="123825" y="4763"/>
                    </a:lnTo>
                    <a:lnTo>
                      <a:pt x="126683" y="10477"/>
                    </a:lnTo>
                    <a:lnTo>
                      <a:pt x="130492" y="17145"/>
                    </a:lnTo>
                    <a:lnTo>
                      <a:pt x="132397" y="20002"/>
                    </a:lnTo>
                    <a:lnTo>
                      <a:pt x="137160" y="35242"/>
                    </a:lnTo>
                    <a:lnTo>
                      <a:pt x="138113" y="39052"/>
                    </a:lnTo>
                    <a:lnTo>
                      <a:pt x="139065" y="49530"/>
                    </a:lnTo>
                    <a:lnTo>
                      <a:pt x="140017" y="53340"/>
                    </a:lnTo>
                    <a:lnTo>
                      <a:pt x="145733" y="65722"/>
                    </a:lnTo>
                    <a:close/>
                    <a:moveTo>
                      <a:pt x="134302" y="98108"/>
                    </a:moveTo>
                    <a:lnTo>
                      <a:pt x="133350" y="100013"/>
                    </a:lnTo>
                    <a:lnTo>
                      <a:pt x="133350" y="101917"/>
                    </a:lnTo>
                    <a:lnTo>
                      <a:pt x="135255" y="98108"/>
                    </a:lnTo>
                    <a:lnTo>
                      <a:pt x="137160" y="94297"/>
                    </a:lnTo>
                    <a:lnTo>
                      <a:pt x="135255" y="96203"/>
                    </a:lnTo>
                    <a:lnTo>
                      <a:pt x="134302" y="98108"/>
                    </a:lnTo>
                    <a:close/>
                    <a:moveTo>
                      <a:pt x="102870" y="22860"/>
                    </a:moveTo>
                    <a:lnTo>
                      <a:pt x="102870" y="22860"/>
                    </a:lnTo>
                    <a:lnTo>
                      <a:pt x="100965" y="22860"/>
                    </a:lnTo>
                    <a:lnTo>
                      <a:pt x="100013" y="23813"/>
                    </a:lnTo>
                    <a:lnTo>
                      <a:pt x="100013" y="24765"/>
                    </a:lnTo>
                    <a:lnTo>
                      <a:pt x="100965" y="25717"/>
                    </a:lnTo>
                    <a:lnTo>
                      <a:pt x="101917" y="26670"/>
                    </a:lnTo>
                    <a:lnTo>
                      <a:pt x="103822" y="26670"/>
                    </a:lnTo>
                    <a:lnTo>
                      <a:pt x="103822" y="25717"/>
                    </a:lnTo>
                    <a:lnTo>
                      <a:pt x="103822" y="24765"/>
                    </a:lnTo>
                    <a:lnTo>
                      <a:pt x="102870" y="2286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0" name="Freeform: Shape 204">
                <a:extLst>
                  <a:ext uri="{FF2B5EF4-FFF2-40B4-BE49-F238E27FC236}">
                    <a16:creationId xmlns:a16="http://schemas.microsoft.com/office/drawing/2014/main" id="{EF6DEC92-1335-759B-E37C-AE3AE7C62E71}"/>
                  </a:ext>
                </a:extLst>
              </p:cNvPr>
              <p:cNvSpPr/>
              <p:nvPr/>
            </p:nvSpPr>
            <p:spPr>
              <a:xfrm>
                <a:off x="7087869" y="4820518"/>
                <a:ext cx="13704" cy="12440"/>
              </a:xfrm>
              <a:custGeom>
                <a:avLst/>
                <a:gdLst>
                  <a:gd name="connsiteX0" fmla="*/ 6667 w 12382"/>
                  <a:gd name="connsiteY0" fmla="*/ 0 h 10477"/>
                  <a:gd name="connsiteX1" fmla="*/ 2858 w 12382"/>
                  <a:gd name="connsiteY1" fmla="*/ 0 h 10477"/>
                  <a:gd name="connsiteX2" fmla="*/ 0 w 12382"/>
                  <a:gd name="connsiteY2" fmla="*/ 3810 h 10477"/>
                  <a:gd name="connsiteX3" fmla="*/ 2858 w 12382"/>
                  <a:gd name="connsiteY3" fmla="*/ 7620 h 10477"/>
                  <a:gd name="connsiteX4" fmla="*/ 7620 w 12382"/>
                  <a:gd name="connsiteY4" fmla="*/ 10477 h 10477"/>
                  <a:gd name="connsiteX5" fmla="*/ 11430 w 12382"/>
                  <a:gd name="connsiteY5" fmla="*/ 9525 h 10477"/>
                  <a:gd name="connsiteX6" fmla="*/ 12383 w 12382"/>
                  <a:gd name="connsiteY6" fmla="*/ 5715 h 10477"/>
                  <a:gd name="connsiteX7" fmla="*/ 10478 w 12382"/>
                  <a:gd name="connsiteY7" fmla="*/ 1905 h 10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82" h="10477">
                    <a:moveTo>
                      <a:pt x="6667" y="0"/>
                    </a:moveTo>
                    <a:lnTo>
                      <a:pt x="2858" y="0"/>
                    </a:lnTo>
                    <a:lnTo>
                      <a:pt x="0" y="3810"/>
                    </a:lnTo>
                    <a:lnTo>
                      <a:pt x="2858" y="7620"/>
                    </a:lnTo>
                    <a:lnTo>
                      <a:pt x="7620" y="10477"/>
                    </a:lnTo>
                    <a:lnTo>
                      <a:pt x="11430" y="9525"/>
                    </a:lnTo>
                    <a:lnTo>
                      <a:pt x="12383" y="5715"/>
                    </a:lnTo>
                    <a:lnTo>
                      <a:pt x="10478" y="190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1" name="Freeform: Shape 205">
                <a:extLst>
                  <a:ext uri="{FF2B5EF4-FFF2-40B4-BE49-F238E27FC236}">
                    <a16:creationId xmlns:a16="http://schemas.microsoft.com/office/drawing/2014/main" id="{4F78DFB1-9BC7-7D51-FC04-612AF8D69F61}"/>
                  </a:ext>
                </a:extLst>
              </p:cNvPr>
              <p:cNvSpPr/>
              <p:nvPr/>
            </p:nvSpPr>
            <p:spPr>
              <a:xfrm>
                <a:off x="7469496" y="4483479"/>
                <a:ext cx="3162" cy="4524"/>
              </a:xfrm>
              <a:custGeom>
                <a:avLst/>
                <a:gdLst>
                  <a:gd name="connsiteX0" fmla="*/ 1905 w 2857"/>
                  <a:gd name="connsiteY0" fmla="*/ 0 h 3810"/>
                  <a:gd name="connsiteX1" fmla="*/ 1905 w 2857"/>
                  <a:gd name="connsiteY1" fmla="*/ 952 h 3810"/>
                  <a:gd name="connsiteX2" fmla="*/ 1905 w 2857"/>
                  <a:gd name="connsiteY2" fmla="*/ 1905 h 3810"/>
                  <a:gd name="connsiteX3" fmla="*/ 1905 w 2857"/>
                  <a:gd name="connsiteY3" fmla="*/ 2858 h 3810"/>
                  <a:gd name="connsiteX4" fmla="*/ 953 w 2857"/>
                  <a:gd name="connsiteY4" fmla="*/ 1905 h 3810"/>
                  <a:gd name="connsiteX5" fmla="*/ 953 w 2857"/>
                  <a:gd name="connsiteY5" fmla="*/ 1905 h 3810"/>
                  <a:gd name="connsiteX6" fmla="*/ 0 w 2857"/>
                  <a:gd name="connsiteY6" fmla="*/ 952 h 3810"/>
                  <a:gd name="connsiteX7" fmla="*/ 0 w 2857"/>
                  <a:gd name="connsiteY7" fmla="*/ 1905 h 3810"/>
                  <a:gd name="connsiteX8" fmla="*/ 953 w 2857"/>
                  <a:gd name="connsiteY8" fmla="*/ 2858 h 3810"/>
                  <a:gd name="connsiteX9" fmla="*/ 953 w 2857"/>
                  <a:gd name="connsiteY9" fmla="*/ 2858 h 3810"/>
                  <a:gd name="connsiteX10" fmla="*/ 953 w 2857"/>
                  <a:gd name="connsiteY10" fmla="*/ 3810 h 3810"/>
                  <a:gd name="connsiteX11" fmla="*/ 1905 w 2857"/>
                  <a:gd name="connsiteY11" fmla="*/ 2858 h 3810"/>
                  <a:gd name="connsiteX12" fmla="*/ 2858 w 2857"/>
                  <a:gd name="connsiteY12" fmla="*/ 1905 h 3810"/>
                  <a:gd name="connsiteX13" fmla="*/ 1905 w 2857"/>
                  <a:gd name="connsiteY13" fmla="*/ 952 h 3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 h="3810">
                    <a:moveTo>
                      <a:pt x="1905" y="0"/>
                    </a:moveTo>
                    <a:lnTo>
                      <a:pt x="1905" y="952"/>
                    </a:lnTo>
                    <a:lnTo>
                      <a:pt x="1905" y="1905"/>
                    </a:lnTo>
                    <a:lnTo>
                      <a:pt x="1905" y="2858"/>
                    </a:lnTo>
                    <a:lnTo>
                      <a:pt x="953" y="1905"/>
                    </a:lnTo>
                    <a:lnTo>
                      <a:pt x="953" y="1905"/>
                    </a:lnTo>
                    <a:lnTo>
                      <a:pt x="0" y="952"/>
                    </a:lnTo>
                    <a:lnTo>
                      <a:pt x="0" y="1905"/>
                    </a:lnTo>
                    <a:lnTo>
                      <a:pt x="953" y="2858"/>
                    </a:lnTo>
                    <a:lnTo>
                      <a:pt x="953" y="2858"/>
                    </a:lnTo>
                    <a:lnTo>
                      <a:pt x="953" y="3810"/>
                    </a:lnTo>
                    <a:lnTo>
                      <a:pt x="1905" y="2858"/>
                    </a:lnTo>
                    <a:lnTo>
                      <a:pt x="2858" y="1905"/>
                    </a:lnTo>
                    <a:lnTo>
                      <a:pt x="1905" y="952"/>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2" name="Freeform: Shape 206">
                <a:extLst>
                  <a:ext uri="{FF2B5EF4-FFF2-40B4-BE49-F238E27FC236}">
                    <a16:creationId xmlns:a16="http://schemas.microsoft.com/office/drawing/2014/main" id="{CBA4E53A-6E55-F6D5-5EB8-A30A47358B5B}"/>
                  </a:ext>
                </a:extLst>
              </p:cNvPr>
              <p:cNvSpPr/>
              <p:nvPr/>
            </p:nvSpPr>
            <p:spPr>
              <a:xfrm>
                <a:off x="5563468" y="4074056"/>
                <a:ext cx="66415" cy="71253"/>
              </a:xfrm>
              <a:custGeom>
                <a:avLst/>
                <a:gdLst>
                  <a:gd name="connsiteX0" fmla="*/ 37147 w 60007"/>
                  <a:gd name="connsiteY0" fmla="*/ 58102 h 60007"/>
                  <a:gd name="connsiteX1" fmla="*/ 35242 w 60007"/>
                  <a:gd name="connsiteY1" fmla="*/ 60007 h 60007"/>
                  <a:gd name="connsiteX2" fmla="*/ 32385 w 60007"/>
                  <a:gd name="connsiteY2" fmla="*/ 57150 h 60007"/>
                  <a:gd name="connsiteX3" fmla="*/ 28575 w 60007"/>
                  <a:gd name="connsiteY3" fmla="*/ 55245 h 60007"/>
                  <a:gd name="connsiteX4" fmla="*/ 16192 w 60007"/>
                  <a:gd name="connsiteY4" fmla="*/ 50482 h 60007"/>
                  <a:gd name="connsiteX5" fmla="*/ 16192 w 60007"/>
                  <a:gd name="connsiteY5" fmla="*/ 49530 h 60007"/>
                  <a:gd name="connsiteX6" fmla="*/ 16192 w 60007"/>
                  <a:gd name="connsiteY6" fmla="*/ 43815 h 60007"/>
                  <a:gd name="connsiteX7" fmla="*/ 16192 w 60007"/>
                  <a:gd name="connsiteY7" fmla="*/ 42863 h 60007"/>
                  <a:gd name="connsiteX8" fmla="*/ 14288 w 60007"/>
                  <a:gd name="connsiteY8" fmla="*/ 43815 h 60007"/>
                  <a:gd name="connsiteX9" fmla="*/ 12382 w 60007"/>
                  <a:gd name="connsiteY9" fmla="*/ 43815 h 60007"/>
                  <a:gd name="connsiteX10" fmla="*/ 10478 w 60007"/>
                  <a:gd name="connsiteY10" fmla="*/ 42863 h 60007"/>
                  <a:gd name="connsiteX11" fmla="*/ 8572 w 60007"/>
                  <a:gd name="connsiteY11" fmla="*/ 40957 h 60007"/>
                  <a:gd name="connsiteX12" fmla="*/ 7620 w 60007"/>
                  <a:gd name="connsiteY12" fmla="*/ 40005 h 60007"/>
                  <a:gd name="connsiteX13" fmla="*/ 7620 w 60007"/>
                  <a:gd name="connsiteY13" fmla="*/ 37147 h 60007"/>
                  <a:gd name="connsiteX14" fmla="*/ 6667 w 60007"/>
                  <a:gd name="connsiteY14" fmla="*/ 36195 h 60007"/>
                  <a:gd name="connsiteX15" fmla="*/ 5715 w 60007"/>
                  <a:gd name="connsiteY15" fmla="*/ 35242 h 60007"/>
                  <a:gd name="connsiteX16" fmla="*/ 4763 w 60007"/>
                  <a:gd name="connsiteY16" fmla="*/ 35242 h 60007"/>
                  <a:gd name="connsiteX17" fmla="*/ 3810 w 60007"/>
                  <a:gd name="connsiteY17" fmla="*/ 35242 h 60007"/>
                  <a:gd name="connsiteX18" fmla="*/ 2857 w 60007"/>
                  <a:gd name="connsiteY18" fmla="*/ 34290 h 60007"/>
                  <a:gd name="connsiteX19" fmla="*/ 953 w 60007"/>
                  <a:gd name="connsiteY19" fmla="*/ 32385 h 60007"/>
                  <a:gd name="connsiteX20" fmla="*/ 953 w 60007"/>
                  <a:gd name="connsiteY20" fmla="*/ 30480 h 60007"/>
                  <a:gd name="connsiteX21" fmla="*/ 953 w 60007"/>
                  <a:gd name="connsiteY21" fmla="*/ 29527 h 60007"/>
                  <a:gd name="connsiteX22" fmla="*/ 953 w 60007"/>
                  <a:gd name="connsiteY22" fmla="*/ 28575 h 60007"/>
                  <a:gd name="connsiteX23" fmla="*/ 953 w 60007"/>
                  <a:gd name="connsiteY23" fmla="*/ 28575 h 60007"/>
                  <a:gd name="connsiteX24" fmla="*/ 953 w 60007"/>
                  <a:gd name="connsiteY24" fmla="*/ 28575 h 60007"/>
                  <a:gd name="connsiteX25" fmla="*/ 1905 w 60007"/>
                  <a:gd name="connsiteY25" fmla="*/ 28575 h 60007"/>
                  <a:gd name="connsiteX26" fmla="*/ 1905 w 60007"/>
                  <a:gd name="connsiteY26" fmla="*/ 28575 h 60007"/>
                  <a:gd name="connsiteX27" fmla="*/ 2857 w 60007"/>
                  <a:gd name="connsiteY27" fmla="*/ 28575 h 60007"/>
                  <a:gd name="connsiteX28" fmla="*/ 3810 w 60007"/>
                  <a:gd name="connsiteY28" fmla="*/ 28575 h 60007"/>
                  <a:gd name="connsiteX29" fmla="*/ 3810 w 60007"/>
                  <a:gd name="connsiteY29" fmla="*/ 28575 h 60007"/>
                  <a:gd name="connsiteX30" fmla="*/ 3810 w 60007"/>
                  <a:gd name="connsiteY30" fmla="*/ 28575 h 60007"/>
                  <a:gd name="connsiteX31" fmla="*/ 4763 w 60007"/>
                  <a:gd name="connsiteY31" fmla="*/ 27622 h 60007"/>
                  <a:gd name="connsiteX32" fmla="*/ 4763 w 60007"/>
                  <a:gd name="connsiteY32" fmla="*/ 27622 h 60007"/>
                  <a:gd name="connsiteX33" fmla="*/ 5715 w 60007"/>
                  <a:gd name="connsiteY33" fmla="*/ 26670 h 60007"/>
                  <a:gd name="connsiteX34" fmla="*/ 6667 w 60007"/>
                  <a:gd name="connsiteY34" fmla="*/ 25717 h 60007"/>
                  <a:gd name="connsiteX35" fmla="*/ 6667 w 60007"/>
                  <a:gd name="connsiteY35" fmla="*/ 24765 h 60007"/>
                  <a:gd name="connsiteX36" fmla="*/ 6667 w 60007"/>
                  <a:gd name="connsiteY36" fmla="*/ 23813 h 60007"/>
                  <a:gd name="connsiteX37" fmla="*/ 5715 w 60007"/>
                  <a:gd name="connsiteY37" fmla="*/ 24765 h 60007"/>
                  <a:gd name="connsiteX38" fmla="*/ 3810 w 60007"/>
                  <a:gd name="connsiteY38" fmla="*/ 25717 h 60007"/>
                  <a:gd name="connsiteX39" fmla="*/ 1905 w 60007"/>
                  <a:gd name="connsiteY39" fmla="*/ 25717 h 60007"/>
                  <a:gd name="connsiteX40" fmla="*/ 953 w 60007"/>
                  <a:gd name="connsiteY40" fmla="*/ 25717 h 60007"/>
                  <a:gd name="connsiteX41" fmla="*/ 0 w 60007"/>
                  <a:gd name="connsiteY41" fmla="*/ 23813 h 60007"/>
                  <a:gd name="connsiteX42" fmla="*/ 953 w 60007"/>
                  <a:gd name="connsiteY42" fmla="*/ 21907 h 60007"/>
                  <a:gd name="connsiteX43" fmla="*/ 2857 w 60007"/>
                  <a:gd name="connsiteY43" fmla="*/ 20955 h 60007"/>
                  <a:gd name="connsiteX44" fmla="*/ 4763 w 60007"/>
                  <a:gd name="connsiteY44" fmla="*/ 20002 h 60007"/>
                  <a:gd name="connsiteX45" fmla="*/ 2857 w 60007"/>
                  <a:gd name="connsiteY45" fmla="*/ 20002 h 60007"/>
                  <a:gd name="connsiteX46" fmla="*/ 1905 w 60007"/>
                  <a:gd name="connsiteY46" fmla="*/ 19050 h 60007"/>
                  <a:gd name="connsiteX47" fmla="*/ 953 w 60007"/>
                  <a:gd name="connsiteY47" fmla="*/ 18097 h 60007"/>
                  <a:gd name="connsiteX48" fmla="*/ 0 w 60007"/>
                  <a:gd name="connsiteY48" fmla="*/ 17145 h 60007"/>
                  <a:gd name="connsiteX49" fmla="*/ 2857 w 60007"/>
                  <a:gd name="connsiteY49" fmla="*/ 17145 h 60007"/>
                  <a:gd name="connsiteX50" fmla="*/ 3810 w 60007"/>
                  <a:gd name="connsiteY50" fmla="*/ 16192 h 60007"/>
                  <a:gd name="connsiteX51" fmla="*/ 4763 w 60007"/>
                  <a:gd name="connsiteY51" fmla="*/ 15240 h 60007"/>
                  <a:gd name="connsiteX52" fmla="*/ 6667 w 60007"/>
                  <a:gd name="connsiteY52" fmla="*/ 13335 h 60007"/>
                  <a:gd name="connsiteX53" fmla="*/ 7620 w 60007"/>
                  <a:gd name="connsiteY53" fmla="*/ 12382 h 60007"/>
                  <a:gd name="connsiteX54" fmla="*/ 8572 w 60007"/>
                  <a:gd name="connsiteY54" fmla="*/ 11430 h 60007"/>
                  <a:gd name="connsiteX55" fmla="*/ 9525 w 60007"/>
                  <a:gd name="connsiteY55" fmla="*/ 10477 h 60007"/>
                  <a:gd name="connsiteX56" fmla="*/ 10478 w 60007"/>
                  <a:gd name="connsiteY56" fmla="*/ 9525 h 60007"/>
                  <a:gd name="connsiteX57" fmla="*/ 11430 w 60007"/>
                  <a:gd name="connsiteY57" fmla="*/ 8572 h 60007"/>
                  <a:gd name="connsiteX58" fmla="*/ 14288 w 60007"/>
                  <a:gd name="connsiteY58" fmla="*/ 3810 h 60007"/>
                  <a:gd name="connsiteX59" fmla="*/ 15240 w 60007"/>
                  <a:gd name="connsiteY59" fmla="*/ 1905 h 60007"/>
                  <a:gd name="connsiteX60" fmla="*/ 17145 w 60007"/>
                  <a:gd name="connsiteY60" fmla="*/ 952 h 60007"/>
                  <a:gd name="connsiteX61" fmla="*/ 20003 w 60007"/>
                  <a:gd name="connsiteY61" fmla="*/ 0 h 60007"/>
                  <a:gd name="connsiteX62" fmla="*/ 21907 w 60007"/>
                  <a:gd name="connsiteY62" fmla="*/ 0 h 60007"/>
                  <a:gd name="connsiteX63" fmla="*/ 23813 w 60007"/>
                  <a:gd name="connsiteY63" fmla="*/ 0 h 60007"/>
                  <a:gd name="connsiteX64" fmla="*/ 25717 w 60007"/>
                  <a:gd name="connsiteY64" fmla="*/ 0 h 60007"/>
                  <a:gd name="connsiteX65" fmla="*/ 27622 w 60007"/>
                  <a:gd name="connsiteY65" fmla="*/ 0 h 60007"/>
                  <a:gd name="connsiteX66" fmla="*/ 27622 w 60007"/>
                  <a:gd name="connsiteY66" fmla="*/ 0 h 60007"/>
                  <a:gd name="connsiteX67" fmla="*/ 27622 w 60007"/>
                  <a:gd name="connsiteY67" fmla="*/ 0 h 60007"/>
                  <a:gd name="connsiteX68" fmla="*/ 27622 w 60007"/>
                  <a:gd name="connsiteY68" fmla="*/ 0 h 60007"/>
                  <a:gd name="connsiteX69" fmla="*/ 28575 w 60007"/>
                  <a:gd name="connsiteY69" fmla="*/ 0 h 60007"/>
                  <a:gd name="connsiteX70" fmla="*/ 29528 w 60007"/>
                  <a:gd name="connsiteY70" fmla="*/ 0 h 60007"/>
                  <a:gd name="connsiteX71" fmla="*/ 31432 w 60007"/>
                  <a:gd name="connsiteY71" fmla="*/ 0 h 60007"/>
                  <a:gd name="connsiteX72" fmla="*/ 36195 w 60007"/>
                  <a:gd name="connsiteY72" fmla="*/ 0 h 60007"/>
                  <a:gd name="connsiteX73" fmla="*/ 39053 w 60007"/>
                  <a:gd name="connsiteY73" fmla="*/ 0 h 60007"/>
                  <a:gd name="connsiteX74" fmla="*/ 41910 w 60007"/>
                  <a:gd name="connsiteY74" fmla="*/ 952 h 60007"/>
                  <a:gd name="connsiteX75" fmla="*/ 44767 w 60007"/>
                  <a:gd name="connsiteY75" fmla="*/ 2857 h 60007"/>
                  <a:gd name="connsiteX76" fmla="*/ 49530 w 60007"/>
                  <a:gd name="connsiteY76" fmla="*/ 8572 h 60007"/>
                  <a:gd name="connsiteX77" fmla="*/ 52388 w 60007"/>
                  <a:gd name="connsiteY77" fmla="*/ 11430 h 60007"/>
                  <a:gd name="connsiteX78" fmla="*/ 53340 w 60007"/>
                  <a:gd name="connsiteY78" fmla="*/ 14288 h 60007"/>
                  <a:gd name="connsiteX79" fmla="*/ 53340 w 60007"/>
                  <a:gd name="connsiteY79" fmla="*/ 15240 h 60007"/>
                  <a:gd name="connsiteX80" fmla="*/ 52388 w 60007"/>
                  <a:gd name="connsiteY80" fmla="*/ 17145 h 60007"/>
                  <a:gd name="connsiteX81" fmla="*/ 52388 w 60007"/>
                  <a:gd name="connsiteY81" fmla="*/ 18097 h 60007"/>
                  <a:gd name="connsiteX82" fmla="*/ 52388 w 60007"/>
                  <a:gd name="connsiteY82" fmla="*/ 18097 h 60007"/>
                  <a:gd name="connsiteX83" fmla="*/ 54292 w 60007"/>
                  <a:gd name="connsiteY83" fmla="*/ 19050 h 60007"/>
                  <a:gd name="connsiteX84" fmla="*/ 55245 w 60007"/>
                  <a:gd name="connsiteY84" fmla="*/ 20002 h 60007"/>
                  <a:gd name="connsiteX85" fmla="*/ 55245 w 60007"/>
                  <a:gd name="connsiteY85" fmla="*/ 20955 h 60007"/>
                  <a:gd name="connsiteX86" fmla="*/ 55245 w 60007"/>
                  <a:gd name="connsiteY86" fmla="*/ 22860 h 60007"/>
                  <a:gd name="connsiteX87" fmla="*/ 55245 w 60007"/>
                  <a:gd name="connsiteY87" fmla="*/ 23813 h 60007"/>
                  <a:gd name="connsiteX88" fmla="*/ 56197 w 60007"/>
                  <a:gd name="connsiteY88" fmla="*/ 26670 h 60007"/>
                  <a:gd name="connsiteX89" fmla="*/ 56197 w 60007"/>
                  <a:gd name="connsiteY89" fmla="*/ 27622 h 60007"/>
                  <a:gd name="connsiteX90" fmla="*/ 51435 w 60007"/>
                  <a:gd name="connsiteY90" fmla="*/ 30480 h 60007"/>
                  <a:gd name="connsiteX91" fmla="*/ 54292 w 60007"/>
                  <a:gd name="connsiteY91" fmla="*/ 30480 h 60007"/>
                  <a:gd name="connsiteX92" fmla="*/ 58103 w 60007"/>
                  <a:gd name="connsiteY92" fmla="*/ 27622 h 60007"/>
                  <a:gd name="connsiteX93" fmla="*/ 60007 w 60007"/>
                  <a:gd name="connsiteY93" fmla="*/ 27622 h 60007"/>
                  <a:gd name="connsiteX94" fmla="*/ 60007 w 60007"/>
                  <a:gd name="connsiteY94" fmla="*/ 30480 h 60007"/>
                  <a:gd name="connsiteX95" fmla="*/ 60007 w 60007"/>
                  <a:gd name="connsiteY95" fmla="*/ 32385 h 60007"/>
                  <a:gd name="connsiteX96" fmla="*/ 59055 w 60007"/>
                  <a:gd name="connsiteY96" fmla="*/ 33338 h 60007"/>
                  <a:gd name="connsiteX97" fmla="*/ 58103 w 60007"/>
                  <a:gd name="connsiteY97" fmla="*/ 34290 h 60007"/>
                  <a:gd name="connsiteX98" fmla="*/ 56197 w 60007"/>
                  <a:gd name="connsiteY98" fmla="*/ 35242 h 60007"/>
                  <a:gd name="connsiteX99" fmla="*/ 55245 w 60007"/>
                  <a:gd name="connsiteY99" fmla="*/ 36195 h 60007"/>
                  <a:gd name="connsiteX100" fmla="*/ 54292 w 60007"/>
                  <a:gd name="connsiteY100" fmla="*/ 38100 h 60007"/>
                  <a:gd name="connsiteX101" fmla="*/ 52388 w 60007"/>
                  <a:gd name="connsiteY101" fmla="*/ 41910 h 60007"/>
                  <a:gd name="connsiteX102" fmla="*/ 51435 w 60007"/>
                  <a:gd name="connsiteY102" fmla="*/ 42863 h 60007"/>
                  <a:gd name="connsiteX103" fmla="*/ 49530 w 60007"/>
                  <a:gd name="connsiteY103" fmla="*/ 44767 h 60007"/>
                  <a:gd name="connsiteX104" fmla="*/ 41910 w 60007"/>
                  <a:gd name="connsiteY104" fmla="*/ 51435 h 60007"/>
                  <a:gd name="connsiteX105" fmla="*/ 40005 w 60007"/>
                  <a:gd name="connsiteY105" fmla="*/ 53340 h 60007"/>
                  <a:gd name="connsiteX106" fmla="*/ 37147 w 60007"/>
                  <a:gd name="connsiteY106" fmla="*/ 58102 h 60007"/>
                  <a:gd name="connsiteX107" fmla="*/ 11430 w 60007"/>
                  <a:gd name="connsiteY107" fmla="*/ 44767 h 60007"/>
                  <a:gd name="connsiteX108" fmla="*/ 8572 w 60007"/>
                  <a:gd name="connsiteY108" fmla="*/ 44767 h 60007"/>
                  <a:gd name="connsiteX109" fmla="*/ 6667 w 60007"/>
                  <a:gd name="connsiteY109" fmla="*/ 45720 h 60007"/>
                  <a:gd name="connsiteX110" fmla="*/ 11430 w 60007"/>
                  <a:gd name="connsiteY110" fmla="*/ 46672 h 60007"/>
                  <a:gd name="connsiteX111" fmla="*/ 13335 w 60007"/>
                  <a:gd name="connsiteY111" fmla="*/ 47625 h 60007"/>
                  <a:gd name="connsiteX112" fmla="*/ 15240 w 60007"/>
                  <a:gd name="connsiteY112" fmla="*/ 48577 h 60007"/>
                  <a:gd name="connsiteX113" fmla="*/ 16192 w 60007"/>
                  <a:gd name="connsiteY113" fmla="*/ 47625 h 60007"/>
                  <a:gd name="connsiteX114" fmla="*/ 16192 w 60007"/>
                  <a:gd name="connsiteY114" fmla="*/ 46672 h 60007"/>
                  <a:gd name="connsiteX115" fmla="*/ 16192 w 60007"/>
                  <a:gd name="connsiteY115" fmla="*/ 45720 h 60007"/>
                  <a:gd name="connsiteX116" fmla="*/ 14288 w 60007"/>
                  <a:gd name="connsiteY116" fmla="*/ 43815 h 60007"/>
                  <a:gd name="connsiteX117" fmla="*/ 11430 w 60007"/>
                  <a:gd name="connsiteY117" fmla="*/ 44767 h 6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007" h="60007">
                    <a:moveTo>
                      <a:pt x="37147" y="58102"/>
                    </a:moveTo>
                    <a:lnTo>
                      <a:pt x="35242" y="60007"/>
                    </a:lnTo>
                    <a:lnTo>
                      <a:pt x="32385" y="57150"/>
                    </a:lnTo>
                    <a:lnTo>
                      <a:pt x="28575" y="55245"/>
                    </a:lnTo>
                    <a:lnTo>
                      <a:pt x="16192" y="50482"/>
                    </a:lnTo>
                    <a:lnTo>
                      <a:pt x="16192" y="49530"/>
                    </a:lnTo>
                    <a:lnTo>
                      <a:pt x="16192" y="43815"/>
                    </a:lnTo>
                    <a:lnTo>
                      <a:pt x="16192" y="42863"/>
                    </a:lnTo>
                    <a:lnTo>
                      <a:pt x="14288" y="43815"/>
                    </a:lnTo>
                    <a:lnTo>
                      <a:pt x="12382" y="43815"/>
                    </a:lnTo>
                    <a:lnTo>
                      <a:pt x="10478" y="42863"/>
                    </a:lnTo>
                    <a:lnTo>
                      <a:pt x="8572" y="40957"/>
                    </a:lnTo>
                    <a:lnTo>
                      <a:pt x="7620" y="40005"/>
                    </a:lnTo>
                    <a:lnTo>
                      <a:pt x="7620" y="37147"/>
                    </a:lnTo>
                    <a:lnTo>
                      <a:pt x="6667" y="36195"/>
                    </a:lnTo>
                    <a:lnTo>
                      <a:pt x="5715" y="35242"/>
                    </a:lnTo>
                    <a:lnTo>
                      <a:pt x="4763" y="35242"/>
                    </a:lnTo>
                    <a:lnTo>
                      <a:pt x="3810" y="35242"/>
                    </a:lnTo>
                    <a:lnTo>
                      <a:pt x="2857" y="34290"/>
                    </a:lnTo>
                    <a:lnTo>
                      <a:pt x="953" y="32385"/>
                    </a:lnTo>
                    <a:lnTo>
                      <a:pt x="953" y="30480"/>
                    </a:lnTo>
                    <a:lnTo>
                      <a:pt x="953" y="29527"/>
                    </a:lnTo>
                    <a:lnTo>
                      <a:pt x="953" y="28575"/>
                    </a:lnTo>
                    <a:lnTo>
                      <a:pt x="953" y="28575"/>
                    </a:lnTo>
                    <a:lnTo>
                      <a:pt x="953" y="28575"/>
                    </a:lnTo>
                    <a:lnTo>
                      <a:pt x="1905" y="28575"/>
                    </a:lnTo>
                    <a:lnTo>
                      <a:pt x="1905" y="28575"/>
                    </a:lnTo>
                    <a:lnTo>
                      <a:pt x="2857" y="28575"/>
                    </a:lnTo>
                    <a:lnTo>
                      <a:pt x="3810" y="28575"/>
                    </a:lnTo>
                    <a:lnTo>
                      <a:pt x="3810" y="28575"/>
                    </a:lnTo>
                    <a:lnTo>
                      <a:pt x="3810" y="28575"/>
                    </a:lnTo>
                    <a:lnTo>
                      <a:pt x="4763" y="27622"/>
                    </a:lnTo>
                    <a:lnTo>
                      <a:pt x="4763" y="27622"/>
                    </a:lnTo>
                    <a:lnTo>
                      <a:pt x="5715" y="26670"/>
                    </a:lnTo>
                    <a:lnTo>
                      <a:pt x="6667" y="25717"/>
                    </a:lnTo>
                    <a:lnTo>
                      <a:pt x="6667" y="24765"/>
                    </a:lnTo>
                    <a:lnTo>
                      <a:pt x="6667" y="23813"/>
                    </a:lnTo>
                    <a:lnTo>
                      <a:pt x="5715" y="24765"/>
                    </a:lnTo>
                    <a:lnTo>
                      <a:pt x="3810" y="25717"/>
                    </a:lnTo>
                    <a:lnTo>
                      <a:pt x="1905" y="25717"/>
                    </a:lnTo>
                    <a:lnTo>
                      <a:pt x="953" y="25717"/>
                    </a:lnTo>
                    <a:lnTo>
                      <a:pt x="0" y="23813"/>
                    </a:lnTo>
                    <a:lnTo>
                      <a:pt x="953" y="21907"/>
                    </a:lnTo>
                    <a:lnTo>
                      <a:pt x="2857" y="20955"/>
                    </a:lnTo>
                    <a:lnTo>
                      <a:pt x="4763" y="20002"/>
                    </a:lnTo>
                    <a:lnTo>
                      <a:pt x="2857" y="20002"/>
                    </a:lnTo>
                    <a:lnTo>
                      <a:pt x="1905" y="19050"/>
                    </a:lnTo>
                    <a:lnTo>
                      <a:pt x="953" y="18097"/>
                    </a:lnTo>
                    <a:lnTo>
                      <a:pt x="0" y="17145"/>
                    </a:lnTo>
                    <a:lnTo>
                      <a:pt x="2857" y="17145"/>
                    </a:lnTo>
                    <a:lnTo>
                      <a:pt x="3810" y="16192"/>
                    </a:lnTo>
                    <a:lnTo>
                      <a:pt x="4763" y="15240"/>
                    </a:lnTo>
                    <a:lnTo>
                      <a:pt x="6667" y="13335"/>
                    </a:lnTo>
                    <a:lnTo>
                      <a:pt x="7620" y="12382"/>
                    </a:lnTo>
                    <a:lnTo>
                      <a:pt x="8572" y="11430"/>
                    </a:lnTo>
                    <a:lnTo>
                      <a:pt x="9525" y="10477"/>
                    </a:lnTo>
                    <a:lnTo>
                      <a:pt x="10478" y="9525"/>
                    </a:lnTo>
                    <a:lnTo>
                      <a:pt x="11430" y="8572"/>
                    </a:lnTo>
                    <a:lnTo>
                      <a:pt x="14288" y="3810"/>
                    </a:lnTo>
                    <a:lnTo>
                      <a:pt x="15240" y="1905"/>
                    </a:lnTo>
                    <a:lnTo>
                      <a:pt x="17145" y="952"/>
                    </a:lnTo>
                    <a:lnTo>
                      <a:pt x="20003" y="0"/>
                    </a:lnTo>
                    <a:lnTo>
                      <a:pt x="21907" y="0"/>
                    </a:lnTo>
                    <a:lnTo>
                      <a:pt x="23813" y="0"/>
                    </a:lnTo>
                    <a:lnTo>
                      <a:pt x="25717" y="0"/>
                    </a:lnTo>
                    <a:lnTo>
                      <a:pt x="27622" y="0"/>
                    </a:lnTo>
                    <a:lnTo>
                      <a:pt x="27622" y="0"/>
                    </a:lnTo>
                    <a:lnTo>
                      <a:pt x="27622" y="0"/>
                    </a:lnTo>
                    <a:lnTo>
                      <a:pt x="27622" y="0"/>
                    </a:lnTo>
                    <a:lnTo>
                      <a:pt x="28575" y="0"/>
                    </a:lnTo>
                    <a:lnTo>
                      <a:pt x="29528" y="0"/>
                    </a:lnTo>
                    <a:lnTo>
                      <a:pt x="31432" y="0"/>
                    </a:lnTo>
                    <a:lnTo>
                      <a:pt x="36195" y="0"/>
                    </a:lnTo>
                    <a:lnTo>
                      <a:pt x="39053" y="0"/>
                    </a:lnTo>
                    <a:lnTo>
                      <a:pt x="41910" y="952"/>
                    </a:lnTo>
                    <a:lnTo>
                      <a:pt x="44767" y="2857"/>
                    </a:lnTo>
                    <a:lnTo>
                      <a:pt x="49530" y="8572"/>
                    </a:lnTo>
                    <a:lnTo>
                      <a:pt x="52388" y="11430"/>
                    </a:lnTo>
                    <a:lnTo>
                      <a:pt x="53340" y="14288"/>
                    </a:lnTo>
                    <a:lnTo>
                      <a:pt x="53340" y="15240"/>
                    </a:lnTo>
                    <a:lnTo>
                      <a:pt x="52388" y="17145"/>
                    </a:lnTo>
                    <a:lnTo>
                      <a:pt x="52388" y="18097"/>
                    </a:lnTo>
                    <a:lnTo>
                      <a:pt x="52388" y="18097"/>
                    </a:lnTo>
                    <a:lnTo>
                      <a:pt x="54292" y="19050"/>
                    </a:lnTo>
                    <a:lnTo>
                      <a:pt x="55245" y="20002"/>
                    </a:lnTo>
                    <a:lnTo>
                      <a:pt x="55245" y="20955"/>
                    </a:lnTo>
                    <a:lnTo>
                      <a:pt x="55245" y="22860"/>
                    </a:lnTo>
                    <a:lnTo>
                      <a:pt x="55245" y="23813"/>
                    </a:lnTo>
                    <a:lnTo>
                      <a:pt x="56197" y="26670"/>
                    </a:lnTo>
                    <a:lnTo>
                      <a:pt x="56197" y="27622"/>
                    </a:lnTo>
                    <a:lnTo>
                      <a:pt x="51435" y="30480"/>
                    </a:lnTo>
                    <a:lnTo>
                      <a:pt x="54292" y="30480"/>
                    </a:lnTo>
                    <a:lnTo>
                      <a:pt x="58103" y="27622"/>
                    </a:lnTo>
                    <a:lnTo>
                      <a:pt x="60007" y="27622"/>
                    </a:lnTo>
                    <a:lnTo>
                      <a:pt x="60007" y="30480"/>
                    </a:lnTo>
                    <a:lnTo>
                      <a:pt x="60007" y="32385"/>
                    </a:lnTo>
                    <a:lnTo>
                      <a:pt x="59055" y="33338"/>
                    </a:lnTo>
                    <a:lnTo>
                      <a:pt x="58103" y="34290"/>
                    </a:lnTo>
                    <a:lnTo>
                      <a:pt x="56197" y="35242"/>
                    </a:lnTo>
                    <a:lnTo>
                      <a:pt x="55245" y="36195"/>
                    </a:lnTo>
                    <a:lnTo>
                      <a:pt x="54292" y="38100"/>
                    </a:lnTo>
                    <a:lnTo>
                      <a:pt x="52388" y="41910"/>
                    </a:lnTo>
                    <a:lnTo>
                      <a:pt x="51435" y="42863"/>
                    </a:lnTo>
                    <a:lnTo>
                      <a:pt x="49530" y="44767"/>
                    </a:lnTo>
                    <a:lnTo>
                      <a:pt x="41910" y="51435"/>
                    </a:lnTo>
                    <a:lnTo>
                      <a:pt x="40005" y="53340"/>
                    </a:lnTo>
                    <a:lnTo>
                      <a:pt x="37147" y="58102"/>
                    </a:lnTo>
                    <a:close/>
                    <a:moveTo>
                      <a:pt x="11430" y="44767"/>
                    </a:moveTo>
                    <a:lnTo>
                      <a:pt x="8572" y="44767"/>
                    </a:lnTo>
                    <a:lnTo>
                      <a:pt x="6667" y="45720"/>
                    </a:lnTo>
                    <a:lnTo>
                      <a:pt x="11430" y="46672"/>
                    </a:lnTo>
                    <a:lnTo>
                      <a:pt x="13335" y="47625"/>
                    </a:lnTo>
                    <a:lnTo>
                      <a:pt x="15240" y="48577"/>
                    </a:lnTo>
                    <a:lnTo>
                      <a:pt x="16192" y="47625"/>
                    </a:lnTo>
                    <a:lnTo>
                      <a:pt x="16192" y="46672"/>
                    </a:lnTo>
                    <a:lnTo>
                      <a:pt x="16192" y="45720"/>
                    </a:lnTo>
                    <a:lnTo>
                      <a:pt x="14288" y="43815"/>
                    </a:lnTo>
                    <a:lnTo>
                      <a:pt x="11430" y="44767"/>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3" name="Freeform: Shape 207">
                <a:extLst>
                  <a:ext uri="{FF2B5EF4-FFF2-40B4-BE49-F238E27FC236}">
                    <a16:creationId xmlns:a16="http://schemas.microsoft.com/office/drawing/2014/main" id="{9FC9DFEA-2062-376C-835C-BD7C55936BC2}"/>
                  </a:ext>
                </a:extLst>
              </p:cNvPr>
              <p:cNvSpPr/>
              <p:nvPr/>
            </p:nvSpPr>
            <p:spPr>
              <a:xfrm>
                <a:off x="5453829" y="3583200"/>
                <a:ext cx="106476" cy="39584"/>
              </a:xfrm>
              <a:custGeom>
                <a:avLst/>
                <a:gdLst>
                  <a:gd name="connsiteX0" fmla="*/ 86677 w 96202"/>
                  <a:gd name="connsiteY0" fmla="*/ 8572 h 33337"/>
                  <a:gd name="connsiteX1" fmla="*/ 88583 w 96202"/>
                  <a:gd name="connsiteY1" fmla="*/ 13335 h 33337"/>
                  <a:gd name="connsiteX2" fmla="*/ 85725 w 96202"/>
                  <a:gd name="connsiteY2" fmla="*/ 19050 h 33337"/>
                  <a:gd name="connsiteX3" fmla="*/ 80010 w 96202"/>
                  <a:gd name="connsiteY3" fmla="*/ 22860 h 33337"/>
                  <a:gd name="connsiteX4" fmla="*/ 75248 w 96202"/>
                  <a:gd name="connsiteY4" fmla="*/ 22860 h 33337"/>
                  <a:gd name="connsiteX5" fmla="*/ 80010 w 96202"/>
                  <a:gd name="connsiteY5" fmla="*/ 20003 h 33337"/>
                  <a:gd name="connsiteX6" fmla="*/ 84773 w 96202"/>
                  <a:gd name="connsiteY6" fmla="*/ 10478 h 33337"/>
                  <a:gd name="connsiteX7" fmla="*/ 86677 w 96202"/>
                  <a:gd name="connsiteY7" fmla="*/ 8572 h 33337"/>
                  <a:gd name="connsiteX8" fmla="*/ 91440 w 96202"/>
                  <a:gd name="connsiteY8" fmla="*/ 5715 h 33337"/>
                  <a:gd name="connsiteX9" fmla="*/ 92393 w 96202"/>
                  <a:gd name="connsiteY9" fmla="*/ 4763 h 33337"/>
                  <a:gd name="connsiteX10" fmla="*/ 93345 w 96202"/>
                  <a:gd name="connsiteY10" fmla="*/ 3810 h 33337"/>
                  <a:gd name="connsiteX11" fmla="*/ 94298 w 96202"/>
                  <a:gd name="connsiteY11" fmla="*/ 2858 h 33337"/>
                  <a:gd name="connsiteX12" fmla="*/ 95250 w 96202"/>
                  <a:gd name="connsiteY12" fmla="*/ 1905 h 33337"/>
                  <a:gd name="connsiteX13" fmla="*/ 96202 w 96202"/>
                  <a:gd name="connsiteY13" fmla="*/ 0 h 33337"/>
                  <a:gd name="connsiteX14" fmla="*/ 94298 w 96202"/>
                  <a:gd name="connsiteY14" fmla="*/ 0 h 33337"/>
                  <a:gd name="connsiteX15" fmla="*/ 91440 w 96202"/>
                  <a:gd name="connsiteY15" fmla="*/ 953 h 33337"/>
                  <a:gd name="connsiteX16" fmla="*/ 88583 w 96202"/>
                  <a:gd name="connsiteY16" fmla="*/ 2858 h 33337"/>
                  <a:gd name="connsiteX17" fmla="*/ 87630 w 96202"/>
                  <a:gd name="connsiteY17" fmla="*/ 5715 h 33337"/>
                  <a:gd name="connsiteX18" fmla="*/ 88583 w 96202"/>
                  <a:gd name="connsiteY18" fmla="*/ 6667 h 33337"/>
                  <a:gd name="connsiteX19" fmla="*/ 89535 w 96202"/>
                  <a:gd name="connsiteY19" fmla="*/ 6667 h 33337"/>
                  <a:gd name="connsiteX20" fmla="*/ 91440 w 96202"/>
                  <a:gd name="connsiteY20" fmla="*/ 5715 h 33337"/>
                  <a:gd name="connsiteX21" fmla="*/ 8573 w 96202"/>
                  <a:gd name="connsiteY21" fmla="*/ 7620 h 33337"/>
                  <a:gd name="connsiteX22" fmla="*/ 8573 w 96202"/>
                  <a:gd name="connsiteY22" fmla="*/ 7620 h 33337"/>
                  <a:gd name="connsiteX23" fmla="*/ 6667 w 96202"/>
                  <a:gd name="connsiteY23" fmla="*/ 6667 h 33337"/>
                  <a:gd name="connsiteX24" fmla="*/ 5715 w 96202"/>
                  <a:gd name="connsiteY24" fmla="*/ 6667 h 33337"/>
                  <a:gd name="connsiteX25" fmla="*/ 4763 w 96202"/>
                  <a:gd name="connsiteY25" fmla="*/ 7620 h 33337"/>
                  <a:gd name="connsiteX26" fmla="*/ 4763 w 96202"/>
                  <a:gd name="connsiteY26" fmla="*/ 9525 h 33337"/>
                  <a:gd name="connsiteX27" fmla="*/ 6667 w 96202"/>
                  <a:gd name="connsiteY27" fmla="*/ 12383 h 33337"/>
                  <a:gd name="connsiteX28" fmla="*/ 6667 w 96202"/>
                  <a:gd name="connsiteY28" fmla="*/ 14288 h 33337"/>
                  <a:gd name="connsiteX29" fmla="*/ 7620 w 96202"/>
                  <a:gd name="connsiteY29" fmla="*/ 13335 h 33337"/>
                  <a:gd name="connsiteX30" fmla="*/ 8573 w 96202"/>
                  <a:gd name="connsiteY30" fmla="*/ 11430 h 33337"/>
                  <a:gd name="connsiteX31" fmla="*/ 8573 w 96202"/>
                  <a:gd name="connsiteY31" fmla="*/ 9525 h 33337"/>
                  <a:gd name="connsiteX32" fmla="*/ 8573 w 96202"/>
                  <a:gd name="connsiteY32" fmla="*/ 7620 h 33337"/>
                  <a:gd name="connsiteX33" fmla="*/ 8573 w 96202"/>
                  <a:gd name="connsiteY33" fmla="*/ 7620 h 33337"/>
                  <a:gd name="connsiteX34" fmla="*/ 2858 w 96202"/>
                  <a:gd name="connsiteY34" fmla="*/ 30480 h 33337"/>
                  <a:gd name="connsiteX35" fmla="*/ 0 w 96202"/>
                  <a:gd name="connsiteY35" fmla="*/ 30480 h 33337"/>
                  <a:gd name="connsiteX36" fmla="*/ 953 w 96202"/>
                  <a:gd name="connsiteY36" fmla="*/ 31433 h 33337"/>
                  <a:gd name="connsiteX37" fmla="*/ 1905 w 96202"/>
                  <a:gd name="connsiteY37" fmla="*/ 32385 h 33337"/>
                  <a:gd name="connsiteX38" fmla="*/ 2858 w 96202"/>
                  <a:gd name="connsiteY38" fmla="*/ 33338 h 33337"/>
                  <a:gd name="connsiteX39" fmla="*/ 3810 w 96202"/>
                  <a:gd name="connsiteY39" fmla="*/ 33338 h 33337"/>
                  <a:gd name="connsiteX40" fmla="*/ 5715 w 96202"/>
                  <a:gd name="connsiteY40" fmla="*/ 30480 h 33337"/>
                  <a:gd name="connsiteX41" fmla="*/ 4763 w 96202"/>
                  <a:gd name="connsiteY41" fmla="*/ 29528 h 33337"/>
                  <a:gd name="connsiteX42" fmla="*/ 2858 w 96202"/>
                  <a:gd name="connsiteY42" fmla="*/ 30480 h 33337"/>
                  <a:gd name="connsiteX43" fmla="*/ 49530 w 96202"/>
                  <a:gd name="connsiteY43" fmla="*/ 23813 h 33337"/>
                  <a:gd name="connsiteX44" fmla="*/ 48577 w 96202"/>
                  <a:gd name="connsiteY44" fmla="*/ 26670 h 33337"/>
                  <a:gd name="connsiteX45" fmla="*/ 50483 w 96202"/>
                  <a:gd name="connsiteY45" fmla="*/ 29528 h 33337"/>
                  <a:gd name="connsiteX46" fmla="*/ 53340 w 96202"/>
                  <a:gd name="connsiteY46" fmla="*/ 30480 h 33337"/>
                  <a:gd name="connsiteX47" fmla="*/ 56198 w 96202"/>
                  <a:gd name="connsiteY47" fmla="*/ 28575 h 33337"/>
                  <a:gd name="connsiteX48" fmla="*/ 57150 w 96202"/>
                  <a:gd name="connsiteY48" fmla="*/ 24765 h 33337"/>
                  <a:gd name="connsiteX49" fmla="*/ 55245 w 96202"/>
                  <a:gd name="connsiteY49" fmla="*/ 22860 h 33337"/>
                  <a:gd name="connsiteX50" fmla="*/ 52388 w 96202"/>
                  <a:gd name="connsiteY50" fmla="*/ 22860 h 33337"/>
                  <a:gd name="connsiteX51" fmla="*/ 49530 w 96202"/>
                  <a:gd name="connsiteY51" fmla="*/ 23813 h 33337"/>
                  <a:gd name="connsiteX52" fmla="*/ 19050 w 96202"/>
                  <a:gd name="connsiteY52" fmla="*/ 20955 h 33337"/>
                  <a:gd name="connsiteX53" fmla="*/ 18098 w 96202"/>
                  <a:gd name="connsiteY53" fmla="*/ 21908 h 33337"/>
                  <a:gd name="connsiteX54" fmla="*/ 18098 w 96202"/>
                  <a:gd name="connsiteY54" fmla="*/ 23813 h 33337"/>
                  <a:gd name="connsiteX55" fmla="*/ 19050 w 96202"/>
                  <a:gd name="connsiteY55" fmla="*/ 24765 h 33337"/>
                  <a:gd name="connsiteX56" fmla="*/ 20955 w 96202"/>
                  <a:gd name="connsiteY56" fmla="*/ 24765 h 33337"/>
                  <a:gd name="connsiteX57" fmla="*/ 22860 w 96202"/>
                  <a:gd name="connsiteY57" fmla="*/ 23813 h 33337"/>
                  <a:gd name="connsiteX58" fmla="*/ 22860 w 96202"/>
                  <a:gd name="connsiteY58" fmla="*/ 22860 h 33337"/>
                  <a:gd name="connsiteX59" fmla="*/ 21908 w 96202"/>
                  <a:gd name="connsiteY59" fmla="*/ 21908 h 33337"/>
                  <a:gd name="connsiteX60" fmla="*/ 19050 w 96202"/>
                  <a:gd name="connsiteY60" fmla="*/ 20955 h 33337"/>
                  <a:gd name="connsiteX61" fmla="*/ 31433 w 96202"/>
                  <a:gd name="connsiteY61" fmla="*/ 24765 h 33337"/>
                  <a:gd name="connsiteX62" fmla="*/ 34290 w 96202"/>
                  <a:gd name="connsiteY62" fmla="*/ 23813 h 33337"/>
                  <a:gd name="connsiteX63" fmla="*/ 35243 w 96202"/>
                  <a:gd name="connsiteY63" fmla="*/ 22860 h 33337"/>
                  <a:gd name="connsiteX64" fmla="*/ 36195 w 96202"/>
                  <a:gd name="connsiteY64" fmla="*/ 21908 h 33337"/>
                  <a:gd name="connsiteX65" fmla="*/ 36195 w 96202"/>
                  <a:gd name="connsiteY65" fmla="*/ 20003 h 33337"/>
                  <a:gd name="connsiteX66" fmla="*/ 37148 w 96202"/>
                  <a:gd name="connsiteY66" fmla="*/ 19050 h 33337"/>
                  <a:gd name="connsiteX67" fmla="*/ 38100 w 96202"/>
                  <a:gd name="connsiteY67" fmla="*/ 17145 h 33337"/>
                  <a:gd name="connsiteX68" fmla="*/ 39052 w 96202"/>
                  <a:gd name="connsiteY68" fmla="*/ 16192 h 33337"/>
                  <a:gd name="connsiteX69" fmla="*/ 41910 w 96202"/>
                  <a:gd name="connsiteY69" fmla="*/ 13335 h 33337"/>
                  <a:gd name="connsiteX70" fmla="*/ 40005 w 96202"/>
                  <a:gd name="connsiteY70" fmla="*/ 12383 h 33337"/>
                  <a:gd name="connsiteX71" fmla="*/ 38100 w 96202"/>
                  <a:gd name="connsiteY71" fmla="*/ 13335 h 33337"/>
                  <a:gd name="connsiteX72" fmla="*/ 34290 w 96202"/>
                  <a:gd name="connsiteY72" fmla="*/ 16192 h 33337"/>
                  <a:gd name="connsiteX73" fmla="*/ 32385 w 96202"/>
                  <a:gd name="connsiteY73" fmla="*/ 17145 h 33337"/>
                  <a:gd name="connsiteX74" fmla="*/ 28575 w 96202"/>
                  <a:gd name="connsiteY74" fmla="*/ 18097 h 33337"/>
                  <a:gd name="connsiteX75" fmla="*/ 26670 w 96202"/>
                  <a:gd name="connsiteY75" fmla="*/ 19050 h 33337"/>
                  <a:gd name="connsiteX76" fmla="*/ 29527 w 96202"/>
                  <a:gd name="connsiteY76" fmla="*/ 24765 h 33337"/>
                  <a:gd name="connsiteX77" fmla="*/ 31433 w 96202"/>
                  <a:gd name="connsiteY77" fmla="*/ 24765 h 33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202" h="33337">
                    <a:moveTo>
                      <a:pt x="86677" y="8572"/>
                    </a:moveTo>
                    <a:lnTo>
                      <a:pt x="88583" y="13335"/>
                    </a:lnTo>
                    <a:lnTo>
                      <a:pt x="85725" y="19050"/>
                    </a:lnTo>
                    <a:lnTo>
                      <a:pt x="80010" y="22860"/>
                    </a:lnTo>
                    <a:lnTo>
                      <a:pt x="75248" y="22860"/>
                    </a:lnTo>
                    <a:lnTo>
                      <a:pt x="80010" y="20003"/>
                    </a:lnTo>
                    <a:lnTo>
                      <a:pt x="84773" y="10478"/>
                    </a:lnTo>
                    <a:lnTo>
                      <a:pt x="86677" y="8572"/>
                    </a:lnTo>
                    <a:close/>
                    <a:moveTo>
                      <a:pt x="91440" y="5715"/>
                    </a:moveTo>
                    <a:lnTo>
                      <a:pt x="92393" y="4763"/>
                    </a:lnTo>
                    <a:lnTo>
                      <a:pt x="93345" y="3810"/>
                    </a:lnTo>
                    <a:lnTo>
                      <a:pt x="94298" y="2858"/>
                    </a:lnTo>
                    <a:lnTo>
                      <a:pt x="95250" y="1905"/>
                    </a:lnTo>
                    <a:lnTo>
                      <a:pt x="96202" y="0"/>
                    </a:lnTo>
                    <a:lnTo>
                      <a:pt x="94298" y="0"/>
                    </a:lnTo>
                    <a:lnTo>
                      <a:pt x="91440" y="953"/>
                    </a:lnTo>
                    <a:lnTo>
                      <a:pt x="88583" y="2858"/>
                    </a:lnTo>
                    <a:lnTo>
                      <a:pt x="87630" y="5715"/>
                    </a:lnTo>
                    <a:lnTo>
                      <a:pt x="88583" y="6667"/>
                    </a:lnTo>
                    <a:lnTo>
                      <a:pt x="89535" y="6667"/>
                    </a:lnTo>
                    <a:lnTo>
                      <a:pt x="91440" y="5715"/>
                    </a:lnTo>
                    <a:close/>
                    <a:moveTo>
                      <a:pt x="8573" y="7620"/>
                    </a:moveTo>
                    <a:lnTo>
                      <a:pt x="8573" y="7620"/>
                    </a:lnTo>
                    <a:lnTo>
                      <a:pt x="6667" y="6667"/>
                    </a:lnTo>
                    <a:lnTo>
                      <a:pt x="5715" y="6667"/>
                    </a:lnTo>
                    <a:lnTo>
                      <a:pt x="4763" y="7620"/>
                    </a:lnTo>
                    <a:lnTo>
                      <a:pt x="4763" y="9525"/>
                    </a:lnTo>
                    <a:lnTo>
                      <a:pt x="6667" y="12383"/>
                    </a:lnTo>
                    <a:lnTo>
                      <a:pt x="6667" y="14288"/>
                    </a:lnTo>
                    <a:lnTo>
                      <a:pt x="7620" y="13335"/>
                    </a:lnTo>
                    <a:lnTo>
                      <a:pt x="8573" y="11430"/>
                    </a:lnTo>
                    <a:lnTo>
                      <a:pt x="8573" y="9525"/>
                    </a:lnTo>
                    <a:lnTo>
                      <a:pt x="8573" y="7620"/>
                    </a:lnTo>
                    <a:lnTo>
                      <a:pt x="8573" y="7620"/>
                    </a:lnTo>
                    <a:close/>
                    <a:moveTo>
                      <a:pt x="2858" y="30480"/>
                    </a:moveTo>
                    <a:lnTo>
                      <a:pt x="0" y="30480"/>
                    </a:lnTo>
                    <a:lnTo>
                      <a:pt x="953" y="31433"/>
                    </a:lnTo>
                    <a:lnTo>
                      <a:pt x="1905" y="32385"/>
                    </a:lnTo>
                    <a:lnTo>
                      <a:pt x="2858" y="33338"/>
                    </a:lnTo>
                    <a:lnTo>
                      <a:pt x="3810" y="33338"/>
                    </a:lnTo>
                    <a:lnTo>
                      <a:pt x="5715" y="30480"/>
                    </a:lnTo>
                    <a:lnTo>
                      <a:pt x="4763" y="29528"/>
                    </a:lnTo>
                    <a:lnTo>
                      <a:pt x="2858" y="30480"/>
                    </a:lnTo>
                    <a:close/>
                    <a:moveTo>
                      <a:pt x="49530" y="23813"/>
                    </a:moveTo>
                    <a:lnTo>
                      <a:pt x="48577" y="26670"/>
                    </a:lnTo>
                    <a:lnTo>
                      <a:pt x="50483" y="29528"/>
                    </a:lnTo>
                    <a:lnTo>
                      <a:pt x="53340" y="30480"/>
                    </a:lnTo>
                    <a:lnTo>
                      <a:pt x="56198" y="28575"/>
                    </a:lnTo>
                    <a:lnTo>
                      <a:pt x="57150" y="24765"/>
                    </a:lnTo>
                    <a:lnTo>
                      <a:pt x="55245" y="22860"/>
                    </a:lnTo>
                    <a:lnTo>
                      <a:pt x="52388" y="22860"/>
                    </a:lnTo>
                    <a:lnTo>
                      <a:pt x="49530" y="23813"/>
                    </a:lnTo>
                    <a:close/>
                    <a:moveTo>
                      <a:pt x="19050" y="20955"/>
                    </a:moveTo>
                    <a:lnTo>
                      <a:pt x="18098" y="21908"/>
                    </a:lnTo>
                    <a:lnTo>
                      <a:pt x="18098" y="23813"/>
                    </a:lnTo>
                    <a:lnTo>
                      <a:pt x="19050" y="24765"/>
                    </a:lnTo>
                    <a:lnTo>
                      <a:pt x="20955" y="24765"/>
                    </a:lnTo>
                    <a:lnTo>
                      <a:pt x="22860" y="23813"/>
                    </a:lnTo>
                    <a:lnTo>
                      <a:pt x="22860" y="22860"/>
                    </a:lnTo>
                    <a:lnTo>
                      <a:pt x="21908" y="21908"/>
                    </a:lnTo>
                    <a:lnTo>
                      <a:pt x="19050" y="20955"/>
                    </a:lnTo>
                    <a:close/>
                    <a:moveTo>
                      <a:pt x="31433" y="24765"/>
                    </a:moveTo>
                    <a:lnTo>
                      <a:pt x="34290" y="23813"/>
                    </a:lnTo>
                    <a:lnTo>
                      <a:pt x="35243" y="22860"/>
                    </a:lnTo>
                    <a:lnTo>
                      <a:pt x="36195" y="21908"/>
                    </a:lnTo>
                    <a:lnTo>
                      <a:pt x="36195" y="20003"/>
                    </a:lnTo>
                    <a:lnTo>
                      <a:pt x="37148" y="19050"/>
                    </a:lnTo>
                    <a:lnTo>
                      <a:pt x="38100" y="17145"/>
                    </a:lnTo>
                    <a:lnTo>
                      <a:pt x="39052" y="16192"/>
                    </a:lnTo>
                    <a:lnTo>
                      <a:pt x="41910" y="13335"/>
                    </a:lnTo>
                    <a:lnTo>
                      <a:pt x="40005" y="12383"/>
                    </a:lnTo>
                    <a:lnTo>
                      <a:pt x="38100" y="13335"/>
                    </a:lnTo>
                    <a:lnTo>
                      <a:pt x="34290" y="16192"/>
                    </a:lnTo>
                    <a:lnTo>
                      <a:pt x="32385" y="17145"/>
                    </a:lnTo>
                    <a:lnTo>
                      <a:pt x="28575" y="18097"/>
                    </a:lnTo>
                    <a:lnTo>
                      <a:pt x="26670" y="19050"/>
                    </a:lnTo>
                    <a:lnTo>
                      <a:pt x="29527" y="24765"/>
                    </a:lnTo>
                    <a:lnTo>
                      <a:pt x="31433" y="2476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4" name="Freeform: Shape 209">
                <a:extLst>
                  <a:ext uri="{FF2B5EF4-FFF2-40B4-BE49-F238E27FC236}">
                    <a16:creationId xmlns:a16="http://schemas.microsoft.com/office/drawing/2014/main" id="{9A4A4040-548D-CD98-2D40-99BF21E5C703}"/>
                  </a:ext>
                </a:extLst>
              </p:cNvPr>
              <p:cNvSpPr/>
              <p:nvPr/>
            </p:nvSpPr>
            <p:spPr>
              <a:xfrm>
                <a:off x="5487564" y="4007326"/>
                <a:ext cx="66415" cy="40715"/>
              </a:xfrm>
              <a:custGeom>
                <a:avLst/>
                <a:gdLst>
                  <a:gd name="connsiteX0" fmla="*/ 34290 w 60007"/>
                  <a:gd name="connsiteY0" fmla="*/ 32385 h 34289"/>
                  <a:gd name="connsiteX1" fmla="*/ 33338 w 60007"/>
                  <a:gd name="connsiteY1" fmla="*/ 34290 h 34289"/>
                  <a:gd name="connsiteX2" fmla="*/ 32385 w 60007"/>
                  <a:gd name="connsiteY2" fmla="*/ 33338 h 34289"/>
                  <a:gd name="connsiteX3" fmla="*/ 32385 w 60007"/>
                  <a:gd name="connsiteY3" fmla="*/ 32385 h 34289"/>
                  <a:gd name="connsiteX4" fmla="*/ 32385 w 60007"/>
                  <a:gd name="connsiteY4" fmla="*/ 31432 h 34289"/>
                  <a:gd name="connsiteX5" fmla="*/ 33338 w 60007"/>
                  <a:gd name="connsiteY5" fmla="*/ 30480 h 34289"/>
                  <a:gd name="connsiteX6" fmla="*/ 32385 w 60007"/>
                  <a:gd name="connsiteY6" fmla="*/ 31432 h 34289"/>
                  <a:gd name="connsiteX7" fmla="*/ 30480 w 60007"/>
                  <a:gd name="connsiteY7" fmla="*/ 32385 h 34289"/>
                  <a:gd name="connsiteX8" fmla="*/ 29528 w 60007"/>
                  <a:gd name="connsiteY8" fmla="*/ 33338 h 34289"/>
                  <a:gd name="connsiteX9" fmla="*/ 29528 w 60007"/>
                  <a:gd name="connsiteY9" fmla="*/ 31432 h 34289"/>
                  <a:gd name="connsiteX10" fmla="*/ 27622 w 60007"/>
                  <a:gd name="connsiteY10" fmla="*/ 30480 h 34289"/>
                  <a:gd name="connsiteX11" fmla="*/ 26670 w 60007"/>
                  <a:gd name="connsiteY11" fmla="*/ 28575 h 34289"/>
                  <a:gd name="connsiteX12" fmla="*/ 27622 w 60007"/>
                  <a:gd name="connsiteY12" fmla="*/ 25717 h 34289"/>
                  <a:gd name="connsiteX13" fmla="*/ 26670 w 60007"/>
                  <a:gd name="connsiteY13" fmla="*/ 25717 h 34289"/>
                  <a:gd name="connsiteX14" fmla="*/ 25718 w 60007"/>
                  <a:gd name="connsiteY14" fmla="*/ 25717 h 34289"/>
                  <a:gd name="connsiteX15" fmla="*/ 24765 w 60007"/>
                  <a:gd name="connsiteY15" fmla="*/ 25717 h 34289"/>
                  <a:gd name="connsiteX16" fmla="*/ 25718 w 60007"/>
                  <a:gd name="connsiteY16" fmla="*/ 23813 h 34289"/>
                  <a:gd name="connsiteX17" fmla="*/ 27622 w 60007"/>
                  <a:gd name="connsiteY17" fmla="*/ 22860 h 34289"/>
                  <a:gd name="connsiteX18" fmla="*/ 29528 w 60007"/>
                  <a:gd name="connsiteY18" fmla="*/ 21907 h 34289"/>
                  <a:gd name="connsiteX19" fmla="*/ 31433 w 60007"/>
                  <a:gd name="connsiteY19" fmla="*/ 21907 h 34289"/>
                  <a:gd name="connsiteX20" fmla="*/ 29528 w 60007"/>
                  <a:gd name="connsiteY20" fmla="*/ 20955 h 34289"/>
                  <a:gd name="connsiteX21" fmla="*/ 26670 w 60007"/>
                  <a:gd name="connsiteY21" fmla="*/ 20955 h 34289"/>
                  <a:gd name="connsiteX22" fmla="*/ 23813 w 60007"/>
                  <a:gd name="connsiteY22" fmla="*/ 20955 h 34289"/>
                  <a:gd name="connsiteX23" fmla="*/ 22860 w 60007"/>
                  <a:gd name="connsiteY23" fmla="*/ 19050 h 34289"/>
                  <a:gd name="connsiteX24" fmla="*/ 24765 w 60007"/>
                  <a:gd name="connsiteY24" fmla="*/ 17145 h 34289"/>
                  <a:gd name="connsiteX25" fmla="*/ 29528 w 60007"/>
                  <a:gd name="connsiteY25" fmla="*/ 16192 h 34289"/>
                  <a:gd name="connsiteX26" fmla="*/ 31433 w 60007"/>
                  <a:gd name="connsiteY26" fmla="*/ 14288 h 34289"/>
                  <a:gd name="connsiteX27" fmla="*/ 29528 w 60007"/>
                  <a:gd name="connsiteY27" fmla="*/ 15240 h 34289"/>
                  <a:gd name="connsiteX28" fmla="*/ 25718 w 60007"/>
                  <a:gd name="connsiteY28" fmla="*/ 15240 h 34289"/>
                  <a:gd name="connsiteX29" fmla="*/ 23813 w 60007"/>
                  <a:gd name="connsiteY29" fmla="*/ 15240 h 34289"/>
                  <a:gd name="connsiteX30" fmla="*/ 21908 w 60007"/>
                  <a:gd name="connsiteY30" fmla="*/ 16192 h 34289"/>
                  <a:gd name="connsiteX31" fmla="*/ 20003 w 60007"/>
                  <a:gd name="connsiteY31" fmla="*/ 17145 h 34289"/>
                  <a:gd name="connsiteX32" fmla="*/ 18097 w 60007"/>
                  <a:gd name="connsiteY32" fmla="*/ 18098 h 34289"/>
                  <a:gd name="connsiteX33" fmla="*/ 15240 w 60007"/>
                  <a:gd name="connsiteY33" fmla="*/ 18098 h 34289"/>
                  <a:gd name="connsiteX34" fmla="*/ 16193 w 60007"/>
                  <a:gd name="connsiteY34" fmla="*/ 15240 h 34289"/>
                  <a:gd name="connsiteX35" fmla="*/ 15240 w 60007"/>
                  <a:gd name="connsiteY35" fmla="*/ 14288 h 34289"/>
                  <a:gd name="connsiteX36" fmla="*/ 13335 w 60007"/>
                  <a:gd name="connsiteY36" fmla="*/ 14288 h 34289"/>
                  <a:gd name="connsiteX37" fmla="*/ 11430 w 60007"/>
                  <a:gd name="connsiteY37" fmla="*/ 14288 h 34289"/>
                  <a:gd name="connsiteX38" fmla="*/ 9525 w 60007"/>
                  <a:gd name="connsiteY38" fmla="*/ 13335 h 34289"/>
                  <a:gd name="connsiteX39" fmla="*/ 8572 w 60007"/>
                  <a:gd name="connsiteY39" fmla="*/ 11430 h 34289"/>
                  <a:gd name="connsiteX40" fmla="*/ 8572 w 60007"/>
                  <a:gd name="connsiteY40" fmla="*/ 9525 h 34289"/>
                  <a:gd name="connsiteX41" fmla="*/ 9525 w 60007"/>
                  <a:gd name="connsiteY41" fmla="*/ 7620 h 34289"/>
                  <a:gd name="connsiteX42" fmla="*/ 6668 w 60007"/>
                  <a:gd name="connsiteY42" fmla="*/ 7620 h 34289"/>
                  <a:gd name="connsiteX43" fmla="*/ 4763 w 60007"/>
                  <a:gd name="connsiteY43" fmla="*/ 7620 h 34289"/>
                  <a:gd name="connsiteX44" fmla="*/ 2858 w 60007"/>
                  <a:gd name="connsiteY44" fmla="*/ 6667 h 34289"/>
                  <a:gd name="connsiteX45" fmla="*/ 0 w 60007"/>
                  <a:gd name="connsiteY45" fmla="*/ 5715 h 34289"/>
                  <a:gd name="connsiteX46" fmla="*/ 2858 w 60007"/>
                  <a:gd name="connsiteY46" fmla="*/ 5715 h 34289"/>
                  <a:gd name="connsiteX47" fmla="*/ 8572 w 60007"/>
                  <a:gd name="connsiteY47" fmla="*/ 4763 h 34289"/>
                  <a:gd name="connsiteX48" fmla="*/ 19050 w 60007"/>
                  <a:gd name="connsiteY48" fmla="*/ 3810 h 34289"/>
                  <a:gd name="connsiteX49" fmla="*/ 22860 w 60007"/>
                  <a:gd name="connsiteY49" fmla="*/ 2857 h 34289"/>
                  <a:gd name="connsiteX50" fmla="*/ 26670 w 60007"/>
                  <a:gd name="connsiteY50" fmla="*/ 1905 h 34289"/>
                  <a:gd name="connsiteX51" fmla="*/ 34290 w 60007"/>
                  <a:gd name="connsiteY51" fmla="*/ 0 h 34289"/>
                  <a:gd name="connsiteX52" fmla="*/ 42863 w 60007"/>
                  <a:gd name="connsiteY52" fmla="*/ 0 h 34289"/>
                  <a:gd name="connsiteX53" fmla="*/ 59055 w 60007"/>
                  <a:gd name="connsiteY53" fmla="*/ 952 h 34289"/>
                  <a:gd name="connsiteX54" fmla="*/ 59055 w 60007"/>
                  <a:gd name="connsiteY54" fmla="*/ 2857 h 34289"/>
                  <a:gd name="connsiteX55" fmla="*/ 60008 w 60007"/>
                  <a:gd name="connsiteY55" fmla="*/ 4763 h 34289"/>
                  <a:gd name="connsiteX56" fmla="*/ 60008 w 60007"/>
                  <a:gd name="connsiteY56" fmla="*/ 6667 h 34289"/>
                  <a:gd name="connsiteX57" fmla="*/ 59055 w 60007"/>
                  <a:gd name="connsiteY57" fmla="*/ 8573 h 34289"/>
                  <a:gd name="connsiteX58" fmla="*/ 58103 w 60007"/>
                  <a:gd name="connsiteY58" fmla="*/ 9525 h 34289"/>
                  <a:gd name="connsiteX59" fmla="*/ 55245 w 60007"/>
                  <a:gd name="connsiteY59" fmla="*/ 9525 h 34289"/>
                  <a:gd name="connsiteX60" fmla="*/ 54293 w 60007"/>
                  <a:gd name="connsiteY60" fmla="*/ 10477 h 34289"/>
                  <a:gd name="connsiteX61" fmla="*/ 54293 w 60007"/>
                  <a:gd name="connsiteY61" fmla="*/ 12382 h 34289"/>
                  <a:gd name="connsiteX62" fmla="*/ 56197 w 60007"/>
                  <a:gd name="connsiteY62" fmla="*/ 14288 h 34289"/>
                  <a:gd name="connsiteX63" fmla="*/ 58103 w 60007"/>
                  <a:gd name="connsiteY63" fmla="*/ 16192 h 34289"/>
                  <a:gd name="connsiteX64" fmla="*/ 58103 w 60007"/>
                  <a:gd name="connsiteY64" fmla="*/ 19050 h 34289"/>
                  <a:gd name="connsiteX65" fmla="*/ 56197 w 60007"/>
                  <a:gd name="connsiteY65" fmla="*/ 20955 h 34289"/>
                  <a:gd name="connsiteX66" fmla="*/ 54293 w 60007"/>
                  <a:gd name="connsiteY66" fmla="*/ 21907 h 34289"/>
                  <a:gd name="connsiteX67" fmla="*/ 49530 w 60007"/>
                  <a:gd name="connsiteY67" fmla="*/ 21907 h 34289"/>
                  <a:gd name="connsiteX68" fmla="*/ 47625 w 60007"/>
                  <a:gd name="connsiteY68" fmla="*/ 21907 h 34289"/>
                  <a:gd name="connsiteX69" fmla="*/ 46672 w 60007"/>
                  <a:gd name="connsiteY69" fmla="*/ 20002 h 34289"/>
                  <a:gd name="connsiteX70" fmla="*/ 40005 w 60007"/>
                  <a:gd name="connsiteY70" fmla="*/ 22860 h 34289"/>
                  <a:gd name="connsiteX71" fmla="*/ 39053 w 60007"/>
                  <a:gd name="connsiteY71" fmla="*/ 23813 h 34289"/>
                  <a:gd name="connsiteX72" fmla="*/ 38100 w 60007"/>
                  <a:gd name="connsiteY72" fmla="*/ 25717 h 34289"/>
                  <a:gd name="connsiteX73" fmla="*/ 37147 w 60007"/>
                  <a:gd name="connsiteY73" fmla="*/ 27623 h 34289"/>
                  <a:gd name="connsiteX74" fmla="*/ 34290 w 60007"/>
                  <a:gd name="connsiteY74" fmla="*/ 32385 h 34289"/>
                  <a:gd name="connsiteX75" fmla="*/ 15240 w 60007"/>
                  <a:gd name="connsiteY75" fmla="*/ 28575 h 34289"/>
                  <a:gd name="connsiteX76" fmla="*/ 15240 w 60007"/>
                  <a:gd name="connsiteY76" fmla="*/ 29527 h 34289"/>
                  <a:gd name="connsiteX77" fmla="*/ 15240 w 60007"/>
                  <a:gd name="connsiteY77" fmla="*/ 30480 h 34289"/>
                  <a:gd name="connsiteX78" fmla="*/ 15240 w 60007"/>
                  <a:gd name="connsiteY78" fmla="*/ 31432 h 34289"/>
                  <a:gd name="connsiteX79" fmla="*/ 16193 w 60007"/>
                  <a:gd name="connsiteY79" fmla="*/ 31432 h 34289"/>
                  <a:gd name="connsiteX80" fmla="*/ 16193 w 60007"/>
                  <a:gd name="connsiteY80" fmla="*/ 30480 h 34289"/>
                  <a:gd name="connsiteX81" fmla="*/ 16193 w 60007"/>
                  <a:gd name="connsiteY81" fmla="*/ 29527 h 34289"/>
                  <a:gd name="connsiteX82" fmla="*/ 15240 w 60007"/>
                  <a:gd name="connsiteY82" fmla="*/ 28575 h 34289"/>
                  <a:gd name="connsiteX83" fmla="*/ 19050 w 60007"/>
                  <a:gd name="connsiteY83" fmla="*/ 26670 h 34289"/>
                  <a:gd name="connsiteX84" fmla="*/ 18097 w 60007"/>
                  <a:gd name="connsiteY84" fmla="*/ 28575 h 34289"/>
                  <a:gd name="connsiteX85" fmla="*/ 18097 w 60007"/>
                  <a:gd name="connsiteY85" fmla="*/ 28575 h 34289"/>
                  <a:gd name="connsiteX86" fmla="*/ 19050 w 60007"/>
                  <a:gd name="connsiteY86" fmla="*/ 28575 h 34289"/>
                  <a:gd name="connsiteX87" fmla="*/ 19050 w 60007"/>
                  <a:gd name="connsiteY87" fmla="*/ 28575 h 34289"/>
                  <a:gd name="connsiteX88" fmla="*/ 19050 w 60007"/>
                  <a:gd name="connsiteY88" fmla="*/ 26670 h 34289"/>
                  <a:gd name="connsiteX89" fmla="*/ 19050 w 60007"/>
                  <a:gd name="connsiteY89" fmla="*/ 26670 h 34289"/>
                  <a:gd name="connsiteX90" fmla="*/ 19050 w 60007"/>
                  <a:gd name="connsiteY90" fmla="*/ 26670 h 34289"/>
                  <a:gd name="connsiteX91" fmla="*/ 22860 w 60007"/>
                  <a:gd name="connsiteY91" fmla="*/ 20955 h 34289"/>
                  <a:gd name="connsiteX92" fmla="*/ 22860 w 60007"/>
                  <a:gd name="connsiteY92" fmla="*/ 20955 h 34289"/>
                  <a:gd name="connsiteX93" fmla="*/ 21908 w 60007"/>
                  <a:gd name="connsiteY93" fmla="*/ 21907 h 34289"/>
                  <a:gd name="connsiteX94" fmla="*/ 22860 w 60007"/>
                  <a:gd name="connsiteY94" fmla="*/ 21907 h 34289"/>
                  <a:gd name="connsiteX95" fmla="*/ 23813 w 60007"/>
                  <a:gd name="connsiteY95" fmla="*/ 21907 h 34289"/>
                  <a:gd name="connsiteX96" fmla="*/ 24765 w 60007"/>
                  <a:gd name="connsiteY96" fmla="*/ 20955 h 34289"/>
                  <a:gd name="connsiteX97" fmla="*/ 24765 w 60007"/>
                  <a:gd name="connsiteY97" fmla="*/ 20002 h 34289"/>
                  <a:gd name="connsiteX98" fmla="*/ 22860 w 60007"/>
                  <a:gd name="connsiteY98" fmla="*/ 20955 h 34289"/>
                  <a:gd name="connsiteX99" fmla="*/ 22860 w 60007"/>
                  <a:gd name="connsiteY99" fmla="*/ 20955 h 34289"/>
                  <a:gd name="connsiteX100" fmla="*/ 15240 w 60007"/>
                  <a:gd name="connsiteY100" fmla="*/ 21907 h 34289"/>
                  <a:gd name="connsiteX101" fmla="*/ 15240 w 60007"/>
                  <a:gd name="connsiteY101" fmla="*/ 21907 h 34289"/>
                  <a:gd name="connsiteX102" fmla="*/ 13335 w 60007"/>
                  <a:gd name="connsiteY102" fmla="*/ 22860 h 34289"/>
                  <a:gd name="connsiteX103" fmla="*/ 15240 w 60007"/>
                  <a:gd name="connsiteY103" fmla="*/ 22860 h 34289"/>
                  <a:gd name="connsiteX104" fmla="*/ 15240 w 60007"/>
                  <a:gd name="connsiteY104" fmla="*/ 21907 h 34289"/>
                  <a:gd name="connsiteX105" fmla="*/ 14288 w 60007"/>
                  <a:gd name="connsiteY105" fmla="*/ 14288 h 34289"/>
                  <a:gd name="connsiteX106" fmla="*/ 14288 w 60007"/>
                  <a:gd name="connsiteY106" fmla="*/ 14288 h 34289"/>
                  <a:gd name="connsiteX107" fmla="*/ 12383 w 60007"/>
                  <a:gd name="connsiteY107" fmla="*/ 14288 h 34289"/>
                  <a:gd name="connsiteX108" fmla="*/ 11430 w 60007"/>
                  <a:gd name="connsiteY108" fmla="*/ 14288 h 34289"/>
                  <a:gd name="connsiteX109" fmla="*/ 10478 w 60007"/>
                  <a:gd name="connsiteY109" fmla="*/ 14288 h 34289"/>
                  <a:gd name="connsiteX110" fmla="*/ 10478 w 60007"/>
                  <a:gd name="connsiteY110" fmla="*/ 15240 h 34289"/>
                  <a:gd name="connsiteX111" fmla="*/ 11430 w 60007"/>
                  <a:gd name="connsiteY111" fmla="*/ 16192 h 34289"/>
                  <a:gd name="connsiteX112" fmla="*/ 12383 w 60007"/>
                  <a:gd name="connsiteY112" fmla="*/ 16192 h 34289"/>
                  <a:gd name="connsiteX113" fmla="*/ 13335 w 60007"/>
                  <a:gd name="connsiteY113" fmla="*/ 16192 h 34289"/>
                  <a:gd name="connsiteX114" fmla="*/ 13335 w 60007"/>
                  <a:gd name="connsiteY114" fmla="*/ 15240 h 34289"/>
                  <a:gd name="connsiteX115" fmla="*/ 14288 w 60007"/>
                  <a:gd name="connsiteY115" fmla="*/ 14288 h 34289"/>
                  <a:gd name="connsiteX116" fmla="*/ 10478 w 60007"/>
                  <a:gd name="connsiteY116" fmla="*/ 29527 h 34289"/>
                  <a:gd name="connsiteX117" fmla="*/ 9525 w 60007"/>
                  <a:gd name="connsiteY117" fmla="*/ 30480 h 34289"/>
                  <a:gd name="connsiteX118" fmla="*/ 10478 w 60007"/>
                  <a:gd name="connsiteY118" fmla="*/ 31432 h 34289"/>
                  <a:gd name="connsiteX119" fmla="*/ 11430 w 60007"/>
                  <a:gd name="connsiteY119" fmla="*/ 31432 h 34289"/>
                  <a:gd name="connsiteX120" fmla="*/ 12383 w 60007"/>
                  <a:gd name="connsiteY120" fmla="*/ 31432 h 34289"/>
                  <a:gd name="connsiteX121" fmla="*/ 13335 w 60007"/>
                  <a:gd name="connsiteY121" fmla="*/ 30480 h 34289"/>
                  <a:gd name="connsiteX122" fmla="*/ 13335 w 60007"/>
                  <a:gd name="connsiteY122" fmla="*/ 28575 h 34289"/>
                  <a:gd name="connsiteX123" fmla="*/ 12383 w 60007"/>
                  <a:gd name="connsiteY123" fmla="*/ 28575 h 34289"/>
                  <a:gd name="connsiteX124" fmla="*/ 10478 w 60007"/>
                  <a:gd name="connsiteY124" fmla="*/ 29527 h 3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60007" h="34289">
                    <a:moveTo>
                      <a:pt x="34290" y="32385"/>
                    </a:moveTo>
                    <a:lnTo>
                      <a:pt x="33338" y="34290"/>
                    </a:lnTo>
                    <a:lnTo>
                      <a:pt x="32385" y="33338"/>
                    </a:lnTo>
                    <a:lnTo>
                      <a:pt x="32385" y="32385"/>
                    </a:lnTo>
                    <a:lnTo>
                      <a:pt x="32385" y="31432"/>
                    </a:lnTo>
                    <a:lnTo>
                      <a:pt x="33338" y="30480"/>
                    </a:lnTo>
                    <a:lnTo>
                      <a:pt x="32385" y="31432"/>
                    </a:lnTo>
                    <a:lnTo>
                      <a:pt x="30480" y="32385"/>
                    </a:lnTo>
                    <a:lnTo>
                      <a:pt x="29528" y="33338"/>
                    </a:lnTo>
                    <a:lnTo>
                      <a:pt x="29528" y="31432"/>
                    </a:lnTo>
                    <a:lnTo>
                      <a:pt x="27622" y="30480"/>
                    </a:lnTo>
                    <a:lnTo>
                      <a:pt x="26670" y="28575"/>
                    </a:lnTo>
                    <a:lnTo>
                      <a:pt x="27622" y="25717"/>
                    </a:lnTo>
                    <a:lnTo>
                      <a:pt x="26670" y="25717"/>
                    </a:lnTo>
                    <a:lnTo>
                      <a:pt x="25718" y="25717"/>
                    </a:lnTo>
                    <a:lnTo>
                      <a:pt x="24765" y="25717"/>
                    </a:lnTo>
                    <a:lnTo>
                      <a:pt x="25718" y="23813"/>
                    </a:lnTo>
                    <a:lnTo>
                      <a:pt x="27622" y="22860"/>
                    </a:lnTo>
                    <a:lnTo>
                      <a:pt x="29528" y="21907"/>
                    </a:lnTo>
                    <a:lnTo>
                      <a:pt x="31433" y="21907"/>
                    </a:lnTo>
                    <a:lnTo>
                      <a:pt x="29528" y="20955"/>
                    </a:lnTo>
                    <a:lnTo>
                      <a:pt x="26670" y="20955"/>
                    </a:lnTo>
                    <a:lnTo>
                      <a:pt x="23813" y="20955"/>
                    </a:lnTo>
                    <a:lnTo>
                      <a:pt x="22860" y="19050"/>
                    </a:lnTo>
                    <a:lnTo>
                      <a:pt x="24765" y="17145"/>
                    </a:lnTo>
                    <a:lnTo>
                      <a:pt x="29528" y="16192"/>
                    </a:lnTo>
                    <a:lnTo>
                      <a:pt x="31433" y="14288"/>
                    </a:lnTo>
                    <a:lnTo>
                      <a:pt x="29528" y="15240"/>
                    </a:lnTo>
                    <a:lnTo>
                      <a:pt x="25718" y="15240"/>
                    </a:lnTo>
                    <a:lnTo>
                      <a:pt x="23813" y="15240"/>
                    </a:lnTo>
                    <a:lnTo>
                      <a:pt x="21908" y="16192"/>
                    </a:lnTo>
                    <a:lnTo>
                      <a:pt x="20003" y="17145"/>
                    </a:lnTo>
                    <a:lnTo>
                      <a:pt x="18097" y="18098"/>
                    </a:lnTo>
                    <a:lnTo>
                      <a:pt x="15240" y="18098"/>
                    </a:lnTo>
                    <a:lnTo>
                      <a:pt x="16193" y="15240"/>
                    </a:lnTo>
                    <a:lnTo>
                      <a:pt x="15240" y="14288"/>
                    </a:lnTo>
                    <a:lnTo>
                      <a:pt x="13335" y="14288"/>
                    </a:lnTo>
                    <a:lnTo>
                      <a:pt x="11430" y="14288"/>
                    </a:lnTo>
                    <a:lnTo>
                      <a:pt x="9525" y="13335"/>
                    </a:lnTo>
                    <a:lnTo>
                      <a:pt x="8572" y="11430"/>
                    </a:lnTo>
                    <a:lnTo>
                      <a:pt x="8572" y="9525"/>
                    </a:lnTo>
                    <a:lnTo>
                      <a:pt x="9525" y="7620"/>
                    </a:lnTo>
                    <a:lnTo>
                      <a:pt x="6668" y="7620"/>
                    </a:lnTo>
                    <a:lnTo>
                      <a:pt x="4763" y="7620"/>
                    </a:lnTo>
                    <a:lnTo>
                      <a:pt x="2858" y="6667"/>
                    </a:lnTo>
                    <a:lnTo>
                      <a:pt x="0" y="5715"/>
                    </a:lnTo>
                    <a:lnTo>
                      <a:pt x="2858" y="5715"/>
                    </a:lnTo>
                    <a:lnTo>
                      <a:pt x="8572" y="4763"/>
                    </a:lnTo>
                    <a:lnTo>
                      <a:pt x="19050" y="3810"/>
                    </a:lnTo>
                    <a:lnTo>
                      <a:pt x="22860" y="2857"/>
                    </a:lnTo>
                    <a:lnTo>
                      <a:pt x="26670" y="1905"/>
                    </a:lnTo>
                    <a:lnTo>
                      <a:pt x="34290" y="0"/>
                    </a:lnTo>
                    <a:lnTo>
                      <a:pt x="42863" y="0"/>
                    </a:lnTo>
                    <a:lnTo>
                      <a:pt x="59055" y="952"/>
                    </a:lnTo>
                    <a:lnTo>
                      <a:pt x="59055" y="2857"/>
                    </a:lnTo>
                    <a:lnTo>
                      <a:pt x="60008" y="4763"/>
                    </a:lnTo>
                    <a:lnTo>
                      <a:pt x="60008" y="6667"/>
                    </a:lnTo>
                    <a:lnTo>
                      <a:pt x="59055" y="8573"/>
                    </a:lnTo>
                    <a:lnTo>
                      <a:pt x="58103" y="9525"/>
                    </a:lnTo>
                    <a:lnTo>
                      <a:pt x="55245" y="9525"/>
                    </a:lnTo>
                    <a:lnTo>
                      <a:pt x="54293" y="10477"/>
                    </a:lnTo>
                    <a:lnTo>
                      <a:pt x="54293" y="12382"/>
                    </a:lnTo>
                    <a:lnTo>
                      <a:pt x="56197" y="14288"/>
                    </a:lnTo>
                    <a:lnTo>
                      <a:pt x="58103" y="16192"/>
                    </a:lnTo>
                    <a:lnTo>
                      <a:pt x="58103" y="19050"/>
                    </a:lnTo>
                    <a:lnTo>
                      <a:pt x="56197" y="20955"/>
                    </a:lnTo>
                    <a:lnTo>
                      <a:pt x="54293" y="21907"/>
                    </a:lnTo>
                    <a:lnTo>
                      <a:pt x="49530" y="21907"/>
                    </a:lnTo>
                    <a:lnTo>
                      <a:pt x="47625" y="21907"/>
                    </a:lnTo>
                    <a:lnTo>
                      <a:pt x="46672" y="20002"/>
                    </a:lnTo>
                    <a:lnTo>
                      <a:pt x="40005" y="22860"/>
                    </a:lnTo>
                    <a:lnTo>
                      <a:pt x="39053" y="23813"/>
                    </a:lnTo>
                    <a:lnTo>
                      <a:pt x="38100" y="25717"/>
                    </a:lnTo>
                    <a:lnTo>
                      <a:pt x="37147" y="27623"/>
                    </a:lnTo>
                    <a:lnTo>
                      <a:pt x="34290" y="32385"/>
                    </a:lnTo>
                    <a:close/>
                    <a:moveTo>
                      <a:pt x="15240" y="28575"/>
                    </a:moveTo>
                    <a:lnTo>
                      <a:pt x="15240" y="29527"/>
                    </a:lnTo>
                    <a:lnTo>
                      <a:pt x="15240" y="30480"/>
                    </a:lnTo>
                    <a:lnTo>
                      <a:pt x="15240" y="31432"/>
                    </a:lnTo>
                    <a:lnTo>
                      <a:pt x="16193" y="31432"/>
                    </a:lnTo>
                    <a:lnTo>
                      <a:pt x="16193" y="30480"/>
                    </a:lnTo>
                    <a:lnTo>
                      <a:pt x="16193" y="29527"/>
                    </a:lnTo>
                    <a:lnTo>
                      <a:pt x="15240" y="28575"/>
                    </a:lnTo>
                    <a:close/>
                    <a:moveTo>
                      <a:pt x="19050" y="26670"/>
                    </a:moveTo>
                    <a:lnTo>
                      <a:pt x="18097" y="28575"/>
                    </a:lnTo>
                    <a:lnTo>
                      <a:pt x="18097" y="28575"/>
                    </a:lnTo>
                    <a:lnTo>
                      <a:pt x="19050" y="28575"/>
                    </a:lnTo>
                    <a:lnTo>
                      <a:pt x="19050" y="28575"/>
                    </a:lnTo>
                    <a:lnTo>
                      <a:pt x="19050" y="26670"/>
                    </a:lnTo>
                    <a:lnTo>
                      <a:pt x="19050" y="26670"/>
                    </a:lnTo>
                    <a:lnTo>
                      <a:pt x="19050" y="26670"/>
                    </a:lnTo>
                    <a:close/>
                    <a:moveTo>
                      <a:pt x="22860" y="20955"/>
                    </a:moveTo>
                    <a:lnTo>
                      <a:pt x="22860" y="20955"/>
                    </a:lnTo>
                    <a:lnTo>
                      <a:pt x="21908" y="21907"/>
                    </a:lnTo>
                    <a:lnTo>
                      <a:pt x="22860" y="21907"/>
                    </a:lnTo>
                    <a:lnTo>
                      <a:pt x="23813" y="21907"/>
                    </a:lnTo>
                    <a:lnTo>
                      <a:pt x="24765" y="20955"/>
                    </a:lnTo>
                    <a:lnTo>
                      <a:pt x="24765" y="20002"/>
                    </a:lnTo>
                    <a:lnTo>
                      <a:pt x="22860" y="20955"/>
                    </a:lnTo>
                    <a:lnTo>
                      <a:pt x="22860" y="20955"/>
                    </a:lnTo>
                    <a:close/>
                    <a:moveTo>
                      <a:pt x="15240" y="21907"/>
                    </a:moveTo>
                    <a:lnTo>
                      <a:pt x="15240" y="21907"/>
                    </a:lnTo>
                    <a:lnTo>
                      <a:pt x="13335" y="22860"/>
                    </a:lnTo>
                    <a:lnTo>
                      <a:pt x="15240" y="22860"/>
                    </a:lnTo>
                    <a:lnTo>
                      <a:pt x="15240" y="21907"/>
                    </a:lnTo>
                    <a:close/>
                    <a:moveTo>
                      <a:pt x="14288" y="14288"/>
                    </a:moveTo>
                    <a:lnTo>
                      <a:pt x="14288" y="14288"/>
                    </a:lnTo>
                    <a:lnTo>
                      <a:pt x="12383" y="14288"/>
                    </a:lnTo>
                    <a:lnTo>
                      <a:pt x="11430" y="14288"/>
                    </a:lnTo>
                    <a:lnTo>
                      <a:pt x="10478" y="14288"/>
                    </a:lnTo>
                    <a:lnTo>
                      <a:pt x="10478" y="15240"/>
                    </a:lnTo>
                    <a:lnTo>
                      <a:pt x="11430" y="16192"/>
                    </a:lnTo>
                    <a:lnTo>
                      <a:pt x="12383" y="16192"/>
                    </a:lnTo>
                    <a:lnTo>
                      <a:pt x="13335" y="16192"/>
                    </a:lnTo>
                    <a:lnTo>
                      <a:pt x="13335" y="15240"/>
                    </a:lnTo>
                    <a:lnTo>
                      <a:pt x="14288" y="14288"/>
                    </a:lnTo>
                    <a:close/>
                    <a:moveTo>
                      <a:pt x="10478" y="29527"/>
                    </a:moveTo>
                    <a:lnTo>
                      <a:pt x="9525" y="30480"/>
                    </a:lnTo>
                    <a:lnTo>
                      <a:pt x="10478" y="31432"/>
                    </a:lnTo>
                    <a:lnTo>
                      <a:pt x="11430" y="31432"/>
                    </a:lnTo>
                    <a:lnTo>
                      <a:pt x="12383" y="31432"/>
                    </a:lnTo>
                    <a:lnTo>
                      <a:pt x="13335" y="30480"/>
                    </a:lnTo>
                    <a:lnTo>
                      <a:pt x="13335" y="28575"/>
                    </a:lnTo>
                    <a:lnTo>
                      <a:pt x="12383" y="28575"/>
                    </a:lnTo>
                    <a:lnTo>
                      <a:pt x="10478" y="29527"/>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5" name="Freeform: Shape 210">
                <a:extLst>
                  <a:ext uri="{FF2B5EF4-FFF2-40B4-BE49-F238E27FC236}">
                    <a16:creationId xmlns:a16="http://schemas.microsoft.com/office/drawing/2014/main" id="{38D82884-1BBE-69D7-F66E-15F44A55F3DE}"/>
                  </a:ext>
                </a:extLst>
              </p:cNvPr>
              <p:cNvSpPr/>
              <p:nvPr/>
            </p:nvSpPr>
            <p:spPr>
              <a:xfrm>
                <a:off x="5918740" y="3976789"/>
                <a:ext cx="263555" cy="231855"/>
              </a:xfrm>
              <a:custGeom>
                <a:avLst/>
                <a:gdLst>
                  <a:gd name="connsiteX0" fmla="*/ 122872 w 238125"/>
                  <a:gd name="connsiteY0" fmla="*/ 175260 h 195262"/>
                  <a:gd name="connsiteX1" fmla="*/ 118110 w 238125"/>
                  <a:gd name="connsiteY1" fmla="*/ 185738 h 195262"/>
                  <a:gd name="connsiteX2" fmla="*/ 116205 w 238125"/>
                  <a:gd name="connsiteY2" fmla="*/ 185738 h 195262"/>
                  <a:gd name="connsiteX3" fmla="*/ 114300 w 238125"/>
                  <a:gd name="connsiteY3" fmla="*/ 184785 h 195262"/>
                  <a:gd name="connsiteX4" fmla="*/ 111443 w 238125"/>
                  <a:gd name="connsiteY4" fmla="*/ 181928 h 195262"/>
                  <a:gd name="connsiteX5" fmla="*/ 111443 w 238125"/>
                  <a:gd name="connsiteY5" fmla="*/ 185738 h 195262"/>
                  <a:gd name="connsiteX6" fmla="*/ 112395 w 238125"/>
                  <a:gd name="connsiteY6" fmla="*/ 187643 h 195262"/>
                  <a:gd name="connsiteX7" fmla="*/ 111443 w 238125"/>
                  <a:gd name="connsiteY7" fmla="*/ 188595 h 195262"/>
                  <a:gd name="connsiteX8" fmla="*/ 101918 w 238125"/>
                  <a:gd name="connsiteY8" fmla="*/ 190500 h 195262"/>
                  <a:gd name="connsiteX9" fmla="*/ 99060 w 238125"/>
                  <a:gd name="connsiteY9" fmla="*/ 189548 h 195262"/>
                  <a:gd name="connsiteX10" fmla="*/ 97155 w 238125"/>
                  <a:gd name="connsiteY10" fmla="*/ 187643 h 195262"/>
                  <a:gd name="connsiteX11" fmla="*/ 95250 w 238125"/>
                  <a:gd name="connsiteY11" fmla="*/ 189548 h 195262"/>
                  <a:gd name="connsiteX12" fmla="*/ 92393 w 238125"/>
                  <a:gd name="connsiteY12" fmla="*/ 189548 h 195262"/>
                  <a:gd name="connsiteX13" fmla="*/ 89535 w 238125"/>
                  <a:gd name="connsiteY13" fmla="*/ 187643 h 195262"/>
                  <a:gd name="connsiteX14" fmla="*/ 87630 w 238125"/>
                  <a:gd name="connsiteY14" fmla="*/ 185738 h 195262"/>
                  <a:gd name="connsiteX15" fmla="*/ 88582 w 238125"/>
                  <a:gd name="connsiteY15" fmla="*/ 187643 h 195262"/>
                  <a:gd name="connsiteX16" fmla="*/ 88582 w 238125"/>
                  <a:gd name="connsiteY16" fmla="*/ 189548 h 195262"/>
                  <a:gd name="connsiteX17" fmla="*/ 87630 w 238125"/>
                  <a:gd name="connsiteY17" fmla="*/ 191453 h 195262"/>
                  <a:gd name="connsiteX18" fmla="*/ 84772 w 238125"/>
                  <a:gd name="connsiteY18" fmla="*/ 192405 h 195262"/>
                  <a:gd name="connsiteX19" fmla="*/ 82868 w 238125"/>
                  <a:gd name="connsiteY19" fmla="*/ 191453 h 195262"/>
                  <a:gd name="connsiteX20" fmla="*/ 81915 w 238125"/>
                  <a:gd name="connsiteY20" fmla="*/ 189548 h 195262"/>
                  <a:gd name="connsiteX21" fmla="*/ 81915 w 238125"/>
                  <a:gd name="connsiteY21" fmla="*/ 187643 h 195262"/>
                  <a:gd name="connsiteX22" fmla="*/ 80963 w 238125"/>
                  <a:gd name="connsiteY22" fmla="*/ 185738 h 195262"/>
                  <a:gd name="connsiteX23" fmla="*/ 80963 w 238125"/>
                  <a:gd name="connsiteY23" fmla="*/ 187643 h 195262"/>
                  <a:gd name="connsiteX24" fmla="*/ 80963 w 238125"/>
                  <a:gd name="connsiteY24" fmla="*/ 189548 h 195262"/>
                  <a:gd name="connsiteX25" fmla="*/ 80963 w 238125"/>
                  <a:gd name="connsiteY25" fmla="*/ 191453 h 195262"/>
                  <a:gd name="connsiteX26" fmla="*/ 81915 w 238125"/>
                  <a:gd name="connsiteY26" fmla="*/ 193358 h 195262"/>
                  <a:gd name="connsiteX27" fmla="*/ 80010 w 238125"/>
                  <a:gd name="connsiteY27" fmla="*/ 194310 h 195262"/>
                  <a:gd name="connsiteX28" fmla="*/ 78105 w 238125"/>
                  <a:gd name="connsiteY28" fmla="*/ 194310 h 195262"/>
                  <a:gd name="connsiteX29" fmla="*/ 77153 w 238125"/>
                  <a:gd name="connsiteY29" fmla="*/ 193358 h 195262"/>
                  <a:gd name="connsiteX30" fmla="*/ 76200 w 238125"/>
                  <a:gd name="connsiteY30" fmla="*/ 191453 h 195262"/>
                  <a:gd name="connsiteX31" fmla="*/ 75247 w 238125"/>
                  <a:gd name="connsiteY31" fmla="*/ 193358 h 195262"/>
                  <a:gd name="connsiteX32" fmla="*/ 72390 w 238125"/>
                  <a:gd name="connsiteY32" fmla="*/ 194310 h 195262"/>
                  <a:gd name="connsiteX33" fmla="*/ 70485 w 238125"/>
                  <a:gd name="connsiteY33" fmla="*/ 194310 h 195262"/>
                  <a:gd name="connsiteX34" fmla="*/ 70485 w 238125"/>
                  <a:gd name="connsiteY34" fmla="*/ 192405 h 195262"/>
                  <a:gd name="connsiteX35" fmla="*/ 68580 w 238125"/>
                  <a:gd name="connsiteY35" fmla="*/ 195263 h 195262"/>
                  <a:gd name="connsiteX36" fmla="*/ 65722 w 238125"/>
                  <a:gd name="connsiteY36" fmla="*/ 195263 h 195262"/>
                  <a:gd name="connsiteX37" fmla="*/ 62865 w 238125"/>
                  <a:gd name="connsiteY37" fmla="*/ 194310 h 195262"/>
                  <a:gd name="connsiteX38" fmla="*/ 60007 w 238125"/>
                  <a:gd name="connsiteY38" fmla="*/ 192405 h 195262"/>
                  <a:gd name="connsiteX39" fmla="*/ 59055 w 238125"/>
                  <a:gd name="connsiteY39" fmla="*/ 188595 h 195262"/>
                  <a:gd name="connsiteX40" fmla="*/ 57150 w 238125"/>
                  <a:gd name="connsiteY40" fmla="*/ 185738 h 195262"/>
                  <a:gd name="connsiteX41" fmla="*/ 55245 w 238125"/>
                  <a:gd name="connsiteY41" fmla="*/ 181928 h 195262"/>
                  <a:gd name="connsiteX42" fmla="*/ 54293 w 238125"/>
                  <a:gd name="connsiteY42" fmla="*/ 178118 h 195262"/>
                  <a:gd name="connsiteX43" fmla="*/ 55245 w 238125"/>
                  <a:gd name="connsiteY43" fmla="*/ 178118 h 195262"/>
                  <a:gd name="connsiteX44" fmla="*/ 56197 w 238125"/>
                  <a:gd name="connsiteY44" fmla="*/ 178118 h 195262"/>
                  <a:gd name="connsiteX45" fmla="*/ 56197 w 238125"/>
                  <a:gd name="connsiteY45" fmla="*/ 178118 h 195262"/>
                  <a:gd name="connsiteX46" fmla="*/ 53340 w 238125"/>
                  <a:gd name="connsiteY46" fmla="*/ 177165 h 195262"/>
                  <a:gd name="connsiteX47" fmla="*/ 54293 w 238125"/>
                  <a:gd name="connsiteY47" fmla="*/ 175260 h 195262"/>
                  <a:gd name="connsiteX48" fmla="*/ 56197 w 238125"/>
                  <a:gd name="connsiteY48" fmla="*/ 173355 h 195262"/>
                  <a:gd name="connsiteX49" fmla="*/ 57150 w 238125"/>
                  <a:gd name="connsiteY49" fmla="*/ 171450 h 195262"/>
                  <a:gd name="connsiteX50" fmla="*/ 55245 w 238125"/>
                  <a:gd name="connsiteY50" fmla="*/ 172403 h 195262"/>
                  <a:gd name="connsiteX51" fmla="*/ 52388 w 238125"/>
                  <a:gd name="connsiteY51" fmla="*/ 172403 h 195262"/>
                  <a:gd name="connsiteX52" fmla="*/ 50482 w 238125"/>
                  <a:gd name="connsiteY52" fmla="*/ 171450 h 195262"/>
                  <a:gd name="connsiteX53" fmla="*/ 50482 w 238125"/>
                  <a:gd name="connsiteY53" fmla="*/ 169545 h 195262"/>
                  <a:gd name="connsiteX54" fmla="*/ 51435 w 238125"/>
                  <a:gd name="connsiteY54" fmla="*/ 168593 h 195262"/>
                  <a:gd name="connsiteX55" fmla="*/ 53340 w 238125"/>
                  <a:gd name="connsiteY55" fmla="*/ 168593 h 195262"/>
                  <a:gd name="connsiteX56" fmla="*/ 55245 w 238125"/>
                  <a:gd name="connsiteY56" fmla="*/ 168593 h 195262"/>
                  <a:gd name="connsiteX57" fmla="*/ 56197 w 238125"/>
                  <a:gd name="connsiteY57" fmla="*/ 168593 h 195262"/>
                  <a:gd name="connsiteX58" fmla="*/ 55245 w 238125"/>
                  <a:gd name="connsiteY58" fmla="*/ 168593 h 195262"/>
                  <a:gd name="connsiteX59" fmla="*/ 54293 w 238125"/>
                  <a:gd name="connsiteY59" fmla="*/ 168593 h 195262"/>
                  <a:gd name="connsiteX60" fmla="*/ 54293 w 238125"/>
                  <a:gd name="connsiteY60" fmla="*/ 167640 h 195262"/>
                  <a:gd name="connsiteX61" fmla="*/ 54293 w 238125"/>
                  <a:gd name="connsiteY61" fmla="*/ 166688 h 195262"/>
                  <a:gd name="connsiteX62" fmla="*/ 52388 w 238125"/>
                  <a:gd name="connsiteY62" fmla="*/ 168593 h 195262"/>
                  <a:gd name="connsiteX63" fmla="*/ 51435 w 238125"/>
                  <a:gd name="connsiteY63" fmla="*/ 168593 h 195262"/>
                  <a:gd name="connsiteX64" fmla="*/ 49530 w 238125"/>
                  <a:gd name="connsiteY64" fmla="*/ 165735 h 195262"/>
                  <a:gd name="connsiteX65" fmla="*/ 47625 w 238125"/>
                  <a:gd name="connsiteY65" fmla="*/ 163830 h 195262"/>
                  <a:gd name="connsiteX66" fmla="*/ 42863 w 238125"/>
                  <a:gd name="connsiteY66" fmla="*/ 159068 h 195262"/>
                  <a:gd name="connsiteX67" fmla="*/ 40005 w 238125"/>
                  <a:gd name="connsiteY67" fmla="*/ 157163 h 195262"/>
                  <a:gd name="connsiteX68" fmla="*/ 34290 w 238125"/>
                  <a:gd name="connsiteY68" fmla="*/ 154305 h 195262"/>
                  <a:gd name="connsiteX69" fmla="*/ 28575 w 238125"/>
                  <a:gd name="connsiteY69" fmla="*/ 153353 h 195262"/>
                  <a:gd name="connsiteX70" fmla="*/ 22860 w 238125"/>
                  <a:gd name="connsiteY70" fmla="*/ 153353 h 195262"/>
                  <a:gd name="connsiteX71" fmla="*/ 16193 w 238125"/>
                  <a:gd name="connsiteY71" fmla="*/ 152400 h 195262"/>
                  <a:gd name="connsiteX72" fmla="*/ 21907 w 238125"/>
                  <a:gd name="connsiteY72" fmla="*/ 149543 h 195262"/>
                  <a:gd name="connsiteX73" fmla="*/ 20955 w 238125"/>
                  <a:gd name="connsiteY73" fmla="*/ 149543 h 195262"/>
                  <a:gd name="connsiteX74" fmla="*/ 20003 w 238125"/>
                  <a:gd name="connsiteY74" fmla="*/ 149543 h 195262"/>
                  <a:gd name="connsiteX75" fmla="*/ 19050 w 238125"/>
                  <a:gd name="connsiteY75" fmla="*/ 149543 h 195262"/>
                  <a:gd name="connsiteX76" fmla="*/ 16193 w 238125"/>
                  <a:gd name="connsiteY76" fmla="*/ 149543 h 195262"/>
                  <a:gd name="connsiteX77" fmla="*/ 15240 w 238125"/>
                  <a:gd name="connsiteY77" fmla="*/ 150495 h 195262"/>
                  <a:gd name="connsiteX78" fmla="*/ 13335 w 238125"/>
                  <a:gd name="connsiteY78" fmla="*/ 152400 h 195262"/>
                  <a:gd name="connsiteX79" fmla="*/ 12382 w 238125"/>
                  <a:gd name="connsiteY79" fmla="*/ 153353 h 195262"/>
                  <a:gd name="connsiteX80" fmla="*/ 9525 w 238125"/>
                  <a:gd name="connsiteY80" fmla="*/ 154305 h 195262"/>
                  <a:gd name="connsiteX81" fmla="*/ 0 w 238125"/>
                  <a:gd name="connsiteY81" fmla="*/ 154305 h 195262"/>
                  <a:gd name="connsiteX82" fmla="*/ 1905 w 238125"/>
                  <a:gd name="connsiteY82" fmla="*/ 137160 h 195262"/>
                  <a:gd name="connsiteX83" fmla="*/ 1905 w 238125"/>
                  <a:gd name="connsiteY83" fmla="*/ 131445 h 195262"/>
                  <a:gd name="connsiteX84" fmla="*/ 0 w 238125"/>
                  <a:gd name="connsiteY84" fmla="*/ 121920 h 195262"/>
                  <a:gd name="connsiteX85" fmla="*/ 0 w 238125"/>
                  <a:gd name="connsiteY85" fmla="*/ 119063 h 195262"/>
                  <a:gd name="connsiteX86" fmla="*/ 953 w 238125"/>
                  <a:gd name="connsiteY86" fmla="*/ 104775 h 195262"/>
                  <a:gd name="connsiteX87" fmla="*/ 953 w 238125"/>
                  <a:gd name="connsiteY87" fmla="*/ 101918 h 195262"/>
                  <a:gd name="connsiteX88" fmla="*/ 1905 w 238125"/>
                  <a:gd name="connsiteY88" fmla="*/ 100965 h 195262"/>
                  <a:gd name="connsiteX89" fmla="*/ 4763 w 238125"/>
                  <a:gd name="connsiteY89" fmla="*/ 99060 h 195262"/>
                  <a:gd name="connsiteX90" fmla="*/ 6668 w 238125"/>
                  <a:gd name="connsiteY90" fmla="*/ 98108 h 195262"/>
                  <a:gd name="connsiteX91" fmla="*/ 7620 w 238125"/>
                  <a:gd name="connsiteY91" fmla="*/ 97155 h 195262"/>
                  <a:gd name="connsiteX92" fmla="*/ 8573 w 238125"/>
                  <a:gd name="connsiteY92" fmla="*/ 96203 h 195262"/>
                  <a:gd name="connsiteX93" fmla="*/ 9525 w 238125"/>
                  <a:gd name="connsiteY93" fmla="*/ 94298 h 195262"/>
                  <a:gd name="connsiteX94" fmla="*/ 10478 w 238125"/>
                  <a:gd name="connsiteY94" fmla="*/ 90488 h 195262"/>
                  <a:gd name="connsiteX95" fmla="*/ 13335 w 238125"/>
                  <a:gd name="connsiteY95" fmla="*/ 84773 h 195262"/>
                  <a:gd name="connsiteX96" fmla="*/ 14288 w 238125"/>
                  <a:gd name="connsiteY96" fmla="*/ 83820 h 195262"/>
                  <a:gd name="connsiteX97" fmla="*/ 15240 w 238125"/>
                  <a:gd name="connsiteY97" fmla="*/ 82868 h 195262"/>
                  <a:gd name="connsiteX98" fmla="*/ 17145 w 238125"/>
                  <a:gd name="connsiteY98" fmla="*/ 81915 h 195262"/>
                  <a:gd name="connsiteX99" fmla="*/ 18098 w 238125"/>
                  <a:gd name="connsiteY99" fmla="*/ 80963 h 195262"/>
                  <a:gd name="connsiteX100" fmla="*/ 19050 w 238125"/>
                  <a:gd name="connsiteY100" fmla="*/ 79058 h 195262"/>
                  <a:gd name="connsiteX101" fmla="*/ 19050 w 238125"/>
                  <a:gd name="connsiteY101" fmla="*/ 77153 h 195262"/>
                  <a:gd name="connsiteX102" fmla="*/ 18098 w 238125"/>
                  <a:gd name="connsiteY102" fmla="*/ 75248 h 195262"/>
                  <a:gd name="connsiteX103" fmla="*/ 18098 w 238125"/>
                  <a:gd name="connsiteY103" fmla="*/ 74295 h 195262"/>
                  <a:gd name="connsiteX104" fmla="*/ 19050 w 238125"/>
                  <a:gd name="connsiteY104" fmla="*/ 72390 h 195262"/>
                  <a:gd name="connsiteX105" fmla="*/ 20955 w 238125"/>
                  <a:gd name="connsiteY105" fmla="*/ 71438 h 195262"/>
                  <a:gd name="connsiteX106" fmla="*/ 22860 w 238125"/>
                  <a:gd name="connsiteY106" fmla="*/ 70485 h 195262"/>
                  <a:gd name="connsiteX107" fmla="*/ 23813 w 238125"/>
                  <a:gd name="connsiteY107" fmla="*/ 67628 h 195262"/>
                  <a:gd name="connsiteX108" fmla="*/ 22860 w 238125"/>
                  <a:gd name="connsiteY108" fmla="*/ 61913 h 195262"/>
                  <a:gd name="connsiteX109" fmla="*/ 19050 w 238125"/>
                  <a:gd name="connsiteY109" fmla="*/ 55245 h 195262"/>
                  <a:gd name="connsiteX110" fmla="*/ 17145 w 238125"/>
                  <a:gd name="connsiteY110" fmla="*/ 49530 h 195262"/>
                  <a:gd name="connsiteX111" fmla="*/ 18098 w 238125"/>
                  <a:gd name="connsiteY111" fmla="*/ 43815 h 195262"/>
                  <a:gd name="connsiteX112" fmla="*/ 19050 w 238125"/>
                  <a:gd name="connsiteY112" fmla="*/ 40958 h 195262"/>
                  <a:gd name="connsiteX113" fmla="*/ 19050 w 238125"/>
                  <a:gd name="connsiteY113" fmla="*/ 29528 h 195262"/>
                  <a:gd name="connsiteX114" fmla="*/ 20003 w 238125"/>
                  <a:gd name="connsiteY114" fmla="*/ 24765 h 195262"/>
                  <a:gd name="connsiteX115" fmla="*/ 24765 w 238125"/>
                  <a:gd name="connsiteY115" fmla="*/ 19050 h 195262"/>
                  <a:gd name="connsiteX116" fmla="*/ 26670 w 238125"/>
                  <a:gd name="connsiteY116" fmla="*/ 16193 h 195262"/>
                  <a:gd name="connsiteX117" fmla="*/ 28575 w 238125"/>
                  <a:gd name="connsiteY117" fmla="*/ 8573 h 195262"/>
                  <a:gd name="connsiteX118" fmla="*/ 29528 w 238125"/>
                  <a:gd name="connsiteY118" fmla="*/ 6668 h 195262"/>
                  <a:gd name="connsiteX119" fmla="*/ 31432 w 238125"/>
                  <a:gd name="connsiteY119" fmla="*/ 4763 h 195262"/>
                  <a:gd name="connsiteX120" fmla="*/ 34290 w 238125"/>
                  <a:gd name="connsiteY120" fmla="*/ 2858 h 195262"/>
                  <a:gd name="connsiteX121" fmla="*/ 38100 w 238125"/>
                  <a:gd name="connsiteY121" fmla="*/ 1905 h 195262"/>
                  <a:gd name="connsiteX122" fmla="*/ 41910 w 238125"/>
                  <a:gd name="connsiteY122" fmla="*/ 1905 h 195262"/>
                  <a:gd name="connsiteX123" fmla="*/ 45720 w 238125"/>
                  <a:gd name="connsiteY123" fmla="*/ 1905 h 195262"/>
                  <a:gd name="connsiteX124" fmla="*/ 49530 w 238125"/>
                  <a:gd name="connsiteY124" fmla="*/ 1905 h 195262"/>
                  <a:gd name="connsiteX125" fmla="*/ 54293 w 238125"/>
                  <a:gd name="connsiteY125" fmla="*/ 0 h 195262"/>
                  <a:gd name="connsiteX126" fmla="*/ 56197 w 238125"/>
                  <a:gd name="connsiteY126" fmla="*/ 0 h 195262"/>
                  <a:gd name="connsiteX127" fmla="*/ 59055 w 238125"/>
                  <a:gd name="connsiteY127" fmla="*/ 0 h 195262"/>
                  <a:gd name="connsiteX128" fmla="*/ 64770 w 238125"/>
                  <a:gd name="connsiteY128" fmla="*/ 1905 h 195262"/>
                  <a:gd name="connsiteX129" fmla="*/ 70485 w 238125"/>
                  <a:gd name="connsiteY129" fmla="*/ 3810 h 195262"/>
                  <a:gd name="connsiteX130" fmla="*/ 75247 w 238125"/>
                  <a:gd name="connsiteY130" fmla="*/ 6668 h 195262"/>
                  <a:gd name="connsiteX131" fmla="*/ 83820 w 238125"/>
                  <a:gd name="connsiteY131" fmla="*/ 15240 h 195262"/>
                  <a:gd name="connsiteX132" fmla="*/ 88582 w 238125"/>
                  <a:gd name="connsiteY132" fmla="*/ 16193 h 195262"/>
                  <a:gd name="connsiteX133" fmla="*/ 93345 w 238125"/>
                  <a:gd name="connsiteY133" fmla="*/ 14288 h 195262"/>
                  <a:gd name="connsiteX134" fmla="*/ 99060 w 238125"/>
                  <a:gd name="connsiteY134" fmla="*/ 11430 h 195262"/>
                  <a:gd name="connsiteX135" fmla="*/ 104775 w 238125"/>
                  <a:gd name="connsiteY135" fmla="*/ 10478 h 195262"/>
                  <a:gd name="connsiteX136" fmla="*/ 110490 w 238125"/>
                  <a:gd name="connsiteY136" fmla="*/ 12383 h 195262"/>
                  <a:gd name="connsiteX137" fmla="*/ 115253 w 238125"/>
                  <a:gd name="connsiteY137" fmla="*/ 15240 h 195262"/>
                  <a:gd name="connsiteX138" fmla="*/ 120968 w 238125"/>
                  <a:gd name="connsiteY138" fmla="*/ 18098 h 195262"/>
                  <a:gd name="connsiteX139" fmla="*/ 124778 w 238125"/>
                  <a:gd name="connsiteY139" fmla="*/ 19050 h 195262"/>
                  <a:gd name="connsiteX140" fmla="*/ 128588 w 238125"/>
                  <a:gd name="connsiteY140" fmla="*/ 20003 h 195262"/>
                  <a:gd name="connsiteX141" fmla="*/ 132397 w 238125"/>
                  <a:gd name="connsiteY141" fmla="*/ 20003 h 195262"/>
                  <a:gd name="connsiteX142" fmla="*/ 136208 w 238125"/>
                  <a:gd name="connsiteY142" fmla="*/ 20003 h 195262"/>
                  <a:gd name="connsiteX143" fmla="*/ 139065 w 238125"/>
                  <a:gd name="connsiteY143" fmla="*/ 19050 h 195262"/>
                  <a:gd name="connsiteX144" fmla="*/ 140970 w 238125"/>
                  <a:gd name="connsiteY144" fmla="*/ 17145 h 195262"/>
                  <a:gd name="connsiteX145" fmla="*/ 142875 w 238125"/>
                  <a:gd name="connsiteY145" fmla="*/ 15240 h 195262"/>
                  <a:gd name="connsiteX146" fmla="*/ 145733 w 238125"/>
                  <a:gd name="connsiteY146" fmla="*/ 13335 h 195262"/>
                  <a:gd name="connsiteX147" fmla="*/ 151447 w 238125"/>
                  <a:gd name="connsiteY147" fmla="*/ 10478 h 195262"/>
                  <a:gd name="connsiteX148" fmla="*/ 158115 w 238125"/>
                  <a:gd name="connsiteY148" fmla="*/ 9525 h 195262"/>
                  <a:gd name="connsiteX149" fmla="*/ 165735 w 238125"/>
                  <a:gd name="connsiteY149" fmla="*/ 9525 h 195262"/>
                  <a:gd name="connsiteX150" fmla="*/ 172403 w 238125"/>
                  <a:gd name="connsiteY150" fmla="*/ 9525 h 195262"/>
                  <a:gd name="connsiteX151" fmla="*/ 178118 w 238125"/>
                  <a:gd name="connsiteY151" fmla="*/ 11430 h 195262"/>
                  <a:gd name="connsiteX152" fmla="*/ 183833 w 238125"/>
                  <a:gd name="connsiteY152" fmla="*/ 14288 h 195262"/>
                  <a:gd name="connsiteX153" fmla="*/ 189547 w 238125"/>
                  <a:gd name="connsiteY153" fmla="*/ 16193 h 195262"/>
                  <a:gd name="connsiteX154" fmla="*/ 194310 w 238125"/>
                  <a:gd name="connsiteY154" fmla="*/ 15240 h 195262"/>
                  <a:gd name="connsiteX155" fmla="*/ 204788 w 238125"/>
                  <a:gd name="connsiteY155" fmla="*/ 7620 h 195262"/>
                  <a:gd name="connsiteX156" fmla="*/ 210503 w 238125"/>
                  <a:gd name="connsiteY156" fmla="*/ 4763 h 195262"/>
                  <a:gd name="connsiteX157" fmla="*/ 217170 w 238125"/>
                  <a:gd name="connsiteY157" fmla="*/ 3810 h 195262"/>
                  <a:gd name="connsiteX158" fmla="*/ 226695 w 238125"/>
                  <a:gd name="connsiteY158" fmla="*/ 17145 h 195262"/>
                  <a:gd name="connsiteX159" fmla="*/ 227647 w 238125"/>
                  <a:gd name="connsiteY159" fmla="*/ 26670 h 195262"/>
                  <a:gd name="connsiteX160" fmla="*/ 228600 w 238125"/>
                  <a:gd name="connsiteY160" fmla="*/ 29528 h 195262"/>
                  <a:gd name="connsiteX161" fmla="*/ 230505 w 238125"/>
                  <a:gd name="connsiteY161" fmla="*/ 31433 h 195262"/>
                  <a:gd name="connsiteX162" fmla="*/ 235268 w 238125"/>
                  <a:gd name="connsiteY162" fmla="*/ 33338 h 195262"/>
                  <a:gd name="connsiteX163" fmla="*/ 237172 w 238125"/>
                  <a:gd name="connsiteY163" fmla="*/ 35243 h 195262"/>
                  <a:gd name="connsiteX164" fmla="*/ 238125 w 238125"/>
                  <a:gd name="connsiteY164" fmla="*/ 38100 h 195262"/>
                  <a:gd name="connsiteX165" fmla="*/ 238125 w 238125"/>
                  <a:gd name="connsiteY165" fmla="*/ 40958 h 195262"/>
                  <a:gd name="connsiteX166" fmla="*/ 237172 w 238125"/>
                  <a:gd name="connsiteY166" fmla="*/ 45720 h 195262"/>
                  <a:gd name="connsiteX167" fmla="*/ 237172 w 238125"/>
                  <a:gd name="connsiteY167" fmla="*/ 48578 h 195262"/>
                  <a:gd name="connsiteX168" fmla="*/ 237172 w 238125"/>
                  <a:gd name="connsiteY168" fmla="*/ 50483 h 195262"/>
                  <a:gd name="connsiteX169" fmla="*/ 236220 w 238125"/>
                  <a:gd name="connsiteY169" fmla="*/ 51435 h 195262"/>
                  <a:gd name="connsiteX170" fmla="*/ 235268 w 238125"/>
                  <a:gd name="connsiteY170" fmla="*/ 50483 h 195262"/>
                  <a:gd name="connsiteX171" fmla="*/ 232410 w 238125"/>
                  <a:gd name="connsiteY171" fmla="*/ 51435 h 195262"/>
                  <a:gd name="connsiteX172" fmla="*/ 227647 w 238125"/>
                  <a:gd name="connsiteY172" fmla="*/ 53340 h 195262"/>
                  <a:gd name="connsiteX173" fmla="*/ 224790 w 238125"/>
                  <a:gd name="connsiteY173" fmla="*/ 55245 h 195262"/>
                  <a:gd name="connsiteX174" fmla="*/ 222885 w 238125"/>
                  <a:gd name="connsiteY174" fmla="*/ 57150 h 195262"/>
                  <a:gd name="connsiteX175" fmla="*/ 220980 w 238125"/>
                  <a:gd name="connsiteY175" fmla="*/ 60008 h 195262"/>
                  <a:gd name="connsiteX176" fmla="*/ 219075 w 238125"/>
                  <a:gd name="connsiteY176" fmla="*/ 62865 h 195262"/>
                  <a:gd name="connsiteX177" fmla="*/ 218122 w 238125"/>
                  <a:gd name="connsiteY177" fmla="*/ 65723 h 195262"/>
                  <a:gd name="connsiteX178" fmla="*/ 213360 w 238125"/>
                  <a:gd name="connsiteY178" fmla="*/ 78105 h 195262"/>
                  <a:gd name="connsiteX179" fmla="*/ 212408 w 238125"/>
                  <a:gd name="connsiteY179" fmla="*/ 83820 h 195262"/>
                  <a:gd name="connsiteX180" fmla="*/ 211455 w 238125"/>
                  <a:gd name="connsiteY180" fmla="*/ 85725 h 195262"/>
                  <a:gd name="connsiteX181" fmla="*/ 210503 w 238125"/>
                  <a:gd name="connsiteY181" fmla="*/ 87630 h 195262"/>
                  <a:gd name="connsiteX182" fmla="*/ 206693 w 238125"/>
                  <a:gd name="connsiteY182" fmla="*/ 90488 h 195262"/>
                  <a:gd name="connsiteX183" fmla="*/ 204788 w 238125"/>
                  <a:gd name="connsiteY183" fmla="*/ 92393 h 195262"/>
                  <a:gd name="connsiteX184" fmla="*/ 203835 w 238125"/>
                  <a:gd name="connsiteY184" fmla="*/ 94298 h 195262"/>
                  <a:gd name="connsiteX185" fmla="*/ 203835 w 238125"/>
                  <a:gd name="connsiteY185" fmla="*/ 99060 h 195262"/>
                  <a:gd name="connsiteX186" fmla="*/ 202883 w 238125"/>
                  <a:gd name="connsiteY186" fmla="*/ 100965 h 195262"/>
                  <a:gd name="connsiteX187" fmla="*/ 200978 w 238125"/>
                  <a:gd name="connsiteY187" fmla="*/ 103823 h 195262"/>
                  <a:gd name="connsiteX188" fmla="*/ 199072 w 238125"/>
                  <a:gd name="connsiteY188" fmla="*/ 104775 h 195262"/>
                  <a:gd name="connsiteX189" fmla="*/ 197168 w 238125"/>
                  <a:gd name="connsiteY189" fmla="*/ 106680 h 195262"/>
                  <a:gd name="connsiteX190" fmla="*/ 194310 w 238125"/>
                  <a:gd name="connsiteY190" fmla="*/ 107633 h 195262"/>
                  <a:gd name="connsiteX191" fmla="*/ 192405 w 238125"/>
                  <a:gd name="connsiteY191" fmla="*/ 109538 h 195262"/>
                  <a:gd name="connsiteX192" fmla="*/ 192405 w 238125"/>
                  <a:gd name="connsiteY192" fmla="*/ 112395 h 195262"/>
                  <a:gd name="connsiteX193" fmla="*/ 188595 w 238125"/>
                  <a:gd name="connsiteY193" fmla="*/ 124778 h 195262"/>
                  <a:gd name="connsiteX194" fmla="*/ 187643 w 238125"/>
                  <a:gd name="connsiteY194" fmla="*/ 127635 h 195262"/>
                  <a:gd name="connsiteX195" fmla="*/ 183833 w 238125"/>
                  <a:gd name="connsiteY195" fmla="*/ 133350 h 195262"/>
                  <a:gd name="connsiteX196" fmla="*/ 182880 w 238125"/>
                  <a:gd name="connsiteY196" fmla="*/ 135255 h 195262"/>
                  <a:gd name="connsiteX197" fmla="*/ 182880 w 238125"/>
                  <a:gd name="connsiteY197" fmla="*/ 136208 h 195262"/>
                  <a:gd name="connsiteX198" fmla="*/ 183833 w 238125"/>
                  <a:gd name="connsiteY198" fmla="*/ 137160 h 195262"/>
                  <a:gd name="connsiteX199" fmla="*/ 183833 w 238125"/>
                  <a:gd name="connsiteY199" fmla="*/ 138113 h 195262"/>
                  <a:gd name="connsiteX200" fmla="*/ 183833 w 238125"/>
                  <a:gd name="connsiteY200" fmla="*/ 139065 h 195262"/>
                  <a:gd name="connsiteX201" fmla="*/ 182880 w 238125"/>
                  <a:gd name="connsiteY201" fmla="*/ 140018 h 195262"/>
                  <a:gd name="connsiteX202" fmla="*/ 181928 w 238125"/>
                  <a:gd name="connsiteY202" fmla="*/ 140970 h 195262"/>
                  <a:gd name="connsiteX203" fmla="*/ 180022 w 238125"/>
                  <a:gd name="connsiteY203" fmla="*/ 142875 h 195262"/>
                  <a:gd name="connsiteX204" fmla="*/ 179070 w 238125"/>
                  <a:gd name="connsiteY204" fmla="*/ 143828 h 195262"/>
                  <a:gd name="connsiteX205" fmla="*/ 178118 w 238125"/>
                  <a:gd name="connsiteY205" fmla="*/ 144780 h 195262"/>
                  <a:gd name="connsiteX206" fmla="*/ 178118 w 238125"/>
                  <a:gd name="connsiteY206" fmla="*/ 146685 h 195262"/>
                  <a:gd name="connsiteX207" fmla="*/ 177165 w 238125"/>
                  <a:gd name="connsiteY207" fmla="*/ 148590 h 195262"/>
                  <a:gd name="connsiteX208" fmla="*/ 175260 w 238125"/>
                  <a:gd name="connsiteY208" fmla="*/ 150495 h 195262"/>
                  <a:gd name="connsiteX209" fmla="*/ 171450 w 238125"/>
                  <a:gd name="connsiteY209" fmla="*/ 150495 h 195262"/>
                  <a:gd name="connsiteX210" fmla="*/ 168593 w 238125"/>
                  <a:gd name="connsiteY210" fmla="*/ 148590 h 195262"/>
                  <a:gd name="connsiteX211" fmla="*/ 166688 w 238125"/>
                  <a:gd name="connsiteY211" fmla="*/ 144780 h 195262"/>
                  <a:gd name="connsiteX212" fmla="*/ 163830 w 238125"/>
                  <a:gd name="connsiteY212" fmla="*/ 140970 h 195262"/>
                  <a:gd name="connsiteX213" fmla="*/ 161925 w 238125"/>
                  <a:gd name="connsiteY213" fmla="*/ 139065 h 195262"/>
                  <a:gd name="connsiteX214" fmla="*/ 160972 w 238125"/>
                  <a:gd name="connsiteY214" fmla="*/ 138113 h 195262"/>
                  <a:gd name="connsiteX215" fmla="*/ 160020 w 238125"/>
                  <a:gd name="connsiteY215" fmla="*/ 138113 h 195262"/>
                  <a:gd name="connsiteX216" fmla="*/ 159068 w 238125"/>
                  <a:gd name="connsiteY216" fmla="*/ 139065 h 195262"/>
                  <a:gd name="connsiteX217" fmla="*/ 158115 w 238125"/>
                  <a:gd name="connsiteY217" fmla="*/ 140970 h 195262"/>
                  <a:gd name="connsiteX218" fmla="*/ 157163 w 238125"/>
                  <a:gd name="connsiteY218" fmla="*/ 141923 h 195262"/>
                  <a:gd name="connsiteX219" fmla="*/ 155258 w 238125"/>
                  <a:gd name="connsiteY219" fmla="*/ 141923 h 195262"/>
                  <a:gd name="connsiteX220" fmla="*/ 153353 w 238125"/>
                  <a:gd name="connsiteY220" fmla="*/ 141923 h 195262"/>
                  <a:gd name="connsiteX221" fmla="*/ 151447 w 238125"/>
                  <a:gd name="connsiteY221" fmla="*/ 140970 h 195262"/>
                  <a:gd name="connsiteX222" fmla="*/ 149543 w 238125"/>
                  <a:gd name="connsiteY222" fmla="*/ 140018 h 195262"/>
                  <a:gd name="connsiteX223" fmla="*/ 140018 w 238125"/>
                  <a:gd name="connsiteY223" fmla="*/ 147638 h 195262"/>
                  <a:gd name="connsiteX224" fmla="*/ 131445 w 238125"/>
                  <a:gd name="connsiteY224" fmla="*/ 156210 h 195262"/>
                  <a:gd name="connsiteX225" fmla="*/ 128588 w 238125"/>
                  <a:gd name="connsiteY225" fmla="*/ 160020 h 195262"/>
                  <a:gd name="connsiteX226" fmla="*/ 126682 w 238125"/>
                  <a:gd name="connsiteY226" fmla="*/ 162878 h 195262"/>
                  <a:gd name="connsiteX227" fmla="*/ 125730 w 238125"/>
                  <a:gd name="connsiteY227" fmla="*/ 166688 h 195262"/>
                  <a:gd name="connsiteX228" fmla="*/ 122872 w 238125"/>
                  <a:gd name="connsiteY228" fmla="*/ 175260 h 195262"/>
                  <a:gd name="connsiteX229" fmla="*/ 90488 w 238125"/>
                  <a:gd name="connsiteY229" fmla="*/ 190500 h 195262"/>
                  <a:gd name="connsiteX230" fmla="*/ 90488 w 238125"/>
                  <a:gd name="connsiteY230" fmla="*/ 190500 h 195262"/>
                  <a:gd name="connsiteX231" fmla="*/ 89535 w 238125"/>
                  <a:gd name="connsiteY231" fmla="*/ 192405 h 195262"/>
                  <a:gd name="connsiteX232" fmla="*/ 90488 w 238125"/>
                  <a:gd name="connsiteY232" fmla="*/ 192405 h 195262"/>
                  <a:gd name="connsiteX233" fmla="*/ 91440 w 238125"/>
                  <a:gd name="connsiteY233" fmla="*/ 192405 h 195262"/>
                  <a:gd name="connsiteX234" fmla="*/ 92393 w 238125"/>
                  <a:gd name="connsiteY234" fmla="*/ 191453 h 195262"/>
                  <a:gd name="connsiteX235" fmla="*/ 93345 w 238125"/>
                  <a:gd name="connsiteY235" fmla="*/ 190500 h 195262"/>
                  <a:gd name="connsiteX236" fmla="*/ 92393 w 238125"/>
                  <a:gd name="connsiteY236" fmla="*/ 190500 h 195262"/>
                  <a:gd name="connsiteX237" fmla="*/ 90488 w 238125"/>
                  <a:gd name="connsiteY237" fmla="*/ 190500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38125" h="195262">
                    <a:moveTo>
                      <a:pt x="122872" y="175260"/>
                    </a:moveTo>
                    <a:lnTo>
                      <a:pt x="118110" y="185738"/>
                    </a:lnTo>
                    <a:lnTo>
                      <a:pt x="116205" y="185738"/>
                    </a:lnTo>
                    <a:lnTo>
                      <a:pt x="114300" y="184785"/>
                    </a:lnTo>
                    <a:lnTo>
                      <a:pt x="111443" y="181928"/>
                    </a:lnTo>
                    <a:lnTo>
                      <a:pt x="111443" y="185738"/>
                    </a:lnTo>
                    <a:lnTo>
                      <a:pt x="112395" y="187643"/>
                    </a:lnTo>
                    <a:lnTo>
                      <a:pt x="111443" y="188595"/>
                    </a:lnTo>
                    <a:lnTo>
                      <a:pt x="101918" y="190500"/>
                    </a:lnTo>
                    <a:lnTo>
                      <a:pt x="99060" y="189548"/>
                    </a:lnTo>
                    <a:lnTo>
                      <a:pt x="97155" y="187643"/>
                    </a:lnTo>
                    <a:lnTo>
                      <a:pt x="95250" y="189548"/>
                    </a:lnTo>
                    <a:lnTo>
                      <a:pt x="92393" y="189548"/>
                    </a:lnTo>
                    <a:lnTo>
                      <a:pt x="89535" y="187643"/>
                    </a:lnTo>
                    <a:lnTo>
                      <a:pt x="87630" y="185738"/>
                    </a:lnTo>
                    <a:lnTo>
                      <a:pt x="88582" y="187643"/>
                    </a:lnTo>
                    <a:lnTo>
                      <a:pt x="88582" y="189548"/>
                    </a:lnTo>
                    <a:lnTo>
                      <a:pt x="87630" y="191453"/>
                    </a:lnTo>
                    <a:lnTo>
                      <a:pt x="84772" y="192405"/>
                    </a:lnTo>
                    <a:lnTo>
                      <a:pt x="82868" y="191453"/>
                    </a:lnTo>
                    <a:lnTo>
                      <a:pt x="81915" y="189548"/>
                    </a:lnTo>
                    <a:lnTo>
                      <a:pt x="81915" y="187643"/>
                    </a:lnTo>
                    <a:lnTo>
                      <a:pt x="80963" y="185738"/>
                    </a:lnTo>
                    <a:lnTo>
                      <a:pt x="80963" y="187643"/>
                    </a:lnTo>
                    <a:lnTo>
                      <a:pt x="80963" y="189548"/>
                    </a:lnTo>
                    <a:lnTo>
                      <a:pt x="80963" y="191453"/>
                    </a:lnTo>
                    <a:lnTo>
                      <a:pt x="81915" y="193358"/>
                    </a:lnTo>
                    <a:lnTo>
                      <a:pt x="80010" y="194310"/>
                    </a:lnTo>
                    <a:lnTo>
                      <a:pt x="78105" y="194310"/>
                    </a:lnTo>
                    <a:lnTo>
                      <a:pt x="77153" y="193358"/>
                    </a:lnTo>
                    <a:lnTo>
                      <a:pt x="76200" y="191453"/>
                    </a:lnTo>
                    <a:lnTo>
                      <a:pt x="75247" y="193358"/>
                    </a:lnTo>
                    <a:lnTo>
                      <a:pt x="72390" y="194310"/>
                    </a:lnTo>
                    <a:lnTo>
                      <a:pt x="70485" y="194310"/>
                    </a:lnTo>
                    <a:lnTo>
                      <a:pt x="70485" y="192405"/>
                    </a:lnTo>
                    <a:lnTo>
                      <a:pt x="68580" y="195263"/>
                    </a:lnTo>
                    <a:lnTo>
                      <a:pt x="65722" y="195263"/>
                    </a:lnTo>
                    <a:lnTo>
                      <a:pt x="62865" y="194310"/>
                    </a:lnTo>
                    <a:lnTo>
                      <a:pt x="60007" y="192405"/>
                    </a:lnTo>
                    <a:lnTo>
                      <a:pt x="59055" y="188595"/>
                    </a:lnTo>
                    <a:lnTo>
                      <a:pt x="57150" y="185738"/>
                    </a:lnTo>
                    <a:lnTo>
                      <a:pt x="55245" y="181928"/>
                    </a:lnTo>
                    <a:lnTo>
                      <a:pt x="54293" y="178118"/>
                    </a:lnTo>
                    <a:lnTo>
                      <a:pt x="55245" y="178118"/>
                    </a:lnTo>
                    <a:lnTo>
                      <a:pt x="56197" y="178118"/>
                    </a:lnTo>
                    <a:lnTo>
                      <a:pt x="56197" y="178118"/>
                    </a:lnTo>
                    <a:lnTo>
                      <a:pt x="53340" y="177165"/>
                    </a:lnTo>
                    <a:lnTo>
                      <a:pt x="54293" y="175260"/>
                    </a:lnTo>
                    <a:lnTo>
                      <a:pt x="56197" y="173355"/>
                    </a:lnTo>
                    <a:lnTo>
                      <a:pt x="57150" y="171450"/>
                    </a:lnTo>
                    <a:lnTo>
                      <a:pt x="55245" y="172403"/>
                    </a:lnTo>
                    <a:lnTo>
                      <a:pt x="52388" y="172403"/>
                    </a:lnTo>
                    <a:lnTo>
                      <a:pt x="50482" y="171450"/>
                    </a:lnTo>
                    <a:lnTo>
                      <a:pt x="50482" y="169545"/>
                    </a:lnTo>
                    <a:lnTo>
                      <a:pt x="51435" y="168593"/>
                    </a:lnTo>
                    <a:lnTo>
                      <a:pt x="53340" y="168593"/>
                    </a:lnTo>
                    <a:lnTo>
                      <a:pt x="55245" y="168593"/>
                    </a:lnTo>
                    <a:lnTo>
                      <a:pt x="56197" y="168593"/>
                    </a:lnTo>
                    <a:lnTo>
                      <a:pt x="55245" y="168593"/>
                    </a:lnTo>
                    <a:lnTo>
                      <a:pt x="54293" y="168593"/>
                    </a:lnTo>
                    <a:lnTo>
                      <a:pt x="54293" y="167640"/>
                    </a:lnTo>
                    <a:lnTo>
                      <a:pt x="54293" y="166688"/>
                    </a:lnTo>
                    <a:lnTo>
                      <a:pt x="52388" y="168593"/>
                    </a:lnTo>
                    <a:lnTo>
                      <a:pt x="51435" y="168593"/>
                    </a:lnTo>
                    <a:lnTo>
                      <a:pt x="49530" y="165735"/>
                    </a:lnTo>
                    <a:lnTo>
                      <a:pt x="47625" y="163830"/>
                    </a:lnTo>
                    <a:lnTo>
                      <a:pt x="42863" y="159068"/>
                    </a:lnTo>
                    <a:lnTo>
                      <a:pt x="40005" y="157163"/>
                    </a:lnTo>
                    <a:lnTo>
                      <a:pt x="34290" y="154305"/>
                    </a:lnTo>
                    <a:lnTo>
                      <a:pt x="28575" y="153353"/>
                    </a:lnTo>
                    <a:lnTo>
                      <a:pt x="22860" y="153353"/>
                    </a:lnTo>
                    <a:lnTo>
                      <a:pt x="16193" y="152400"/>
                    </a:lnTo>
                    <a:lnTo>
                      <a:pt x="21907" y="149543"/>
                    </a:lnTo>
                    <a:lnTo>
                      <a:pt x="20955" y="149543"/>
                    </a:lnTo>
                    <a:lnTo>
                      <a:pt x="20003" y="149543"/>
                    </a:lnTo>
                    <a:lnTo>
                      <a:pt x="19050" y="149543"/>
                    </a:lnTo>
                    <a:lnTo>
                      <a:pt x="16193" y="149543"/>
                    </a:lnTo>
                    <a:lnTo>
                      <a:pt x="15240" y="150495"/>
                    </a:lnTo>
                    <a:lnTo>
                      <a:pt x="13335" y="152400"/>
                    </a:lnTo>
                    <a:lnTo>
                      <a:pt x="12382" y="153353"/>
                    </a:lnTo>
                    <a:lnTo>
                      <a:pt x="9525" y="154305"/>
                    </a:lnTo>
                    <a:lnTo>
                      <a:pt x="0" y="154305"/>
                    </a:lnTo>
                    <a:lnTo>
                      <a:pt x="1905" y="137160"/>
                    </a:lnTo>
                    <a:lnTo>
                      <a:pt x="1905" y="131445"/>
                    </a:lnTo>
                    <a:lnTo>
                      <a:pt x="0" y="121920"/>
                    </a:lnTo>
                    <a:lnTo>
                      <a:pt x="0" y="119063"/>
                    </a:lnTo>
                    <a:lnTo>
                      <a:pt x="953" y="104775"/>
                    </a:lnTo>
                    <a:lnTo>
                      <a:pt x="953" y="101918"/>
                    </a:lnTo>
                    <a:lnTo>
                      <a:pt x="1905" y="100965"/>
                    </a:lnTo>
                    <a:lnTo>
                      <a:pt x="4763" y="99060"/>
                    </a:lnTo>
                    <a:lnTo>
                      <a:pt x="6668" y="98108"/>
                    </a:lnTo>
                    <a:lnTo>
                      <a:pt x="7620" y="97155"/>
                    </a:lnTo>
                    <a:lnTo>
                      <a:pt x="8573" y="96203"/>
                    </a:lnTo>
                    <a:lnTo>
                      <a:pt x="9525" y="94298"/>
                    </a:lnTo>
                    <a:lnTo>
                      <a:pt x="10478" y="90488"/>
                    </a:lnTo>
                    <a:lnTo>
                      <a:pt x="13335" y="84773"/>
                    </a:lnTo>
                    <a:lnTo>
                      <a:pt x="14288" y="83820"/>
                    </a:lnTo>
                    <a:lnTo>
                      <a:pt x="15240" y="82868"/>
                    </a:lnTo>
                    <a:lnTo>
                      <a:pt x="17145" y="81915"/>
                    </a:lnTo>
                    <a:lnTo>
                      <a:pt x="18098" y="80963"/>
                    </a:lnTo>
                    <a:lnTo>
                      <a:pt x="19050" y="79058"/>
                    </a:lnTo>
                    <a:lnTo>
                      <a:pt x="19050" y="77153"/>
                    </a:lnTo>
                    <a:lnTo>
                      <a:pt x="18098" y="75248"/>
                    </a:lnTo>
                    <a:lnTo>
                      <a:pt x="18098" y="74295"/>
                    </a:lnTo>
                    <a:lnTo>
                      <a:pt x="19050" y="72390"/>
                    </a:lnTo>
                    <a:lnTo>
                      <a:pt x="20955" y="71438"/>
                    </a:lnTo>
                    <a:lnTo>
                      <a:pt x="22860" y="70485"/>
                    </a:lnTo>
                    <a:lnTo>
                      <a:pt x="23813" y="67628"/>
                    </a:lnTo>
                    <a:lnTo>
                      <a:pt x="22860" y="61913"/>
                    </a:lnTo>
                    <a:lnTo>
                      <a:pt x="19050" y="55245"/>
                    </a:lnTo>
                    <a:lnTo>
                      <a:pt x="17145" y="49530"/>
                    </a:lnTo>
                    <a:lnTo>
                      <a:pt x="18098" y="43815"/>
                    </a:lnTo>
                    <a:lnTo>
                      <a:pt x="19050" y="40958"/>
                    </a:lnTo>
                    <a:lnTo>
                      <a:pt x="19050" y="29528"/>
                    </a:lnTo>
                    <a:lnTo>
                      <a:pt x="20003" y="24765"/>
                    </a:lnTo>
                    <a:lnTo>
                      <a:pt x="24765" y="19050"/>
                    </a:lnTo>
                    <a:lnTo>
                      <a:pt x="26670" y="16193"/>
                    </a:lnTo>
                    <a:lnTo>
                      <a:pt x="28575" y="8573"/>
                    </a:lnTo>
                    <a:lnTo>
                      <a:pt x="29528" y="6668"/>
                    </a:lnTo>
                    <a:lnTo>
                      <a:pt x="31432" y="4763"/>
                    </a:lnTo>
                    <a:lnTo>
                      <a:pt x="34290" y="2858"/>
                    </a:lnTo>
                    <a:lnTo>
                      <a:pt x="38100" y="1905"/>
                    </a:lnTo>
                    <a:lnTo>
                      <a:pt x="41910" y="1905"/>
                    </a:lnTo>
                    <a:lnTo>
                      <a:pt x="45720" y="1905"/>
                    </a:lnTo>
                    <a:lnTo>
                      <a:pt x="49530" y="1905"/>
                    </a:lnTo>
                    <a:lnTo>
                      <a:pt x="54293" y="0"/>
                    </a:lnTo>
                    <a:lnTo>
                      <a:pt x="56197" y="0"/>
                    </a:lnTo>
                    <a:lnTo>
                      <a:pt x="59055" y="0"/>
                    </a:lnTo>
                    <a:lnTo>
                      <a:pt x="64770" y="1905"/>
                    </a:lnTo>
                    <a:lnTo>
                      <a:pt x="70485" y="3810"/>
                    </a:lnTo>
                    <a:lnTo>
                      <a:pt x="75247" y="6668"/>
                    </a:lnTo>
                    <a:lnTo>
                      <a:pt x="83820" y="15240"/>
                    </a:lnTo>
                    <a:lnTo>
                      <a:pt x="88582" y="16193"/>
                    </a:lnTo>
                    <a:lnTo>
                      <a:pt x="93345" y="14288"/>
                    </a:lnTo>
                    <a:lnTo>
                      <a:pt x="99060" y="11430"/>
                    </a:lnTo>
                    <a:lnTo>
                      <a:pt x="104775" y="10478"/>
                    </a:lnTo>
                    <a:lnTo>
                      <a:pt x="110490" y="12383"/>
                    </a:lnTo>
                    <a:lnTo>
                      <a:pt x="115253" y="15240"/>
                    </a:lnTo>
                    <a:lnTo>
                      <a:pt x="120968" y="18098"/>
                    </a:lnTo>
                    <a:lnTo>
                      <a:pt x="124778" y="19050"/>
                    </a:lnTo>
                    <a:lnTo>
                      <a:pt x="128588" y="20003"/>
                    </a:lnTo>
                    <a:lnTo>
                      <a:pt x="132397" y="20003"/>
                    </a:lnTo>
                    <a:lnTo>
                      <a:pt x="136208" y="20003"/>
                    </a:lnTo>
                    <a:lnTo>
                      <a:pt x="139065" y="19050"/>
                    </a:lnTo>
                    <a:lnTo>
                      <a:pt x="140970" y="17145"/>
                    </a:lnTo>
                    <a:lnTo>
                      <a:pt x="142875" y="15240"/>
                    </a:lnTo>
                    <a:lnTo>
                      <a:pt x="145733" y="13335"/>
                    </a:lnTo>
                    <a:lnTo>
                      <a:pt x="151447" y="10478"/>
                    </a:lnTo>
                    <a:lnTo>
                      <a:pt x="158115" y="9525"/>
                    </a:lnTo>
                    <a:lnTo>
                      <a:pt x="165735" y="9525"/>
                    </a:lnTo>
                    <a:lnTo>
                      <a:pt x="172403" y="9525"/>
                    </a:lnTo>
                    <a:lnTo>
                      <a:pt x="178118" y="11430"/>
                    </a:lnTo>
                    <a:lnTo>
                      <a:pt x="183833" y="14288"/>
                    </a:lnTo>
                    <a:lnTo>
                      <a:pt x="189547" y="16193"/>
                    </a:lnTo>
                    <a:lnTo>
                      <a:pt x="194310" y="15240"/>
                    </a:lnTo>
                    <a:lnTo>
                      <a:pt x="204788" y="7620"/>
                    </a:lnTo>
                    <a:lnTo>
                      <a:pt x="210503" y="4763"/>
                    </a:lnTo>
                    <a:lnTo>
                      <a:pt x="217170" y="3810"/>
                    </a:lnTo>
                    <a:lnTo>
                      <a:pt x="226695" y="17145"/>
                    </a:lnTo>
                    <a:lnTo>
                      <a:pt x="227647" y="26670"/>
                    </a:lnTo>
                    <a:lnTo>
                      <a:pt x="228600" y="29528"/>
                    </a:lnTo>
                    <a:lnTo>
                      <a:pt x="230505" y="31433"/>
                    </a:lnTo>
                    <a:lnTo>
                      <a:pt x="235268" y="33338"/>
                    </a:lnTo>
                    <a:lnTo>
                      <a:pt x="237172" y="35243"/>
                    </a:lnTo>
                    <a:lnTo>
                      <a:pt x="238125" y="38100"/>
                    </a:lnTo>
                    <a:lnTo>
                      <a:pt x="238125" y="40958"/>
                    </a:lnTo>
                    <a:lnTo>
                      <a:pt x="237172" y="45720"/>
                    </a:lnTo>
                    <a:lnTo>
                      <a:pt x="237172" y="48578"/>
                    </a:lnTo>
                    <a:lnTo>
                      <a:pt x="237172" y="50483"/>
                    </a:lnTo>
                    <a:lnTo>
                      <a:pt x="236220" y="51435"/>
                    </a:lnTo>
                    <a:lnTo>
                      <a:pt x="235268" y="50483"/>
                    </a:lnTo>
                    <a:lnTo>
                      <a:pt x="232410" y="51435"/>
                    </a:lnTo>
                    <a:lnTo>
                      <a:pt x="227647" y="53340"/>
                    </a:lnTo>
                    <a:lnTo>
                      <a:pt x="224790" y="55245"/>
                    </a:lnTo>
                    <a:lnTo>
                      <a:pt x="222885" y="57150"/>
                    </a:lnTo>
                    <a:lnTo>
                      <a:pt x="220980" y="60008"/>
                    </a:lnTo>
                    <a:lnTo>
                      <a:pt x="219075" y="62865"/>
                    </a:lnTo>
                    <a:lnTo>
                      <a:pt x="218122" y="65723"/>
                    </a:lnTo>
                    <a:lnTo>
                      <a:pt x="213360" y="78105"/>
                    </a:lnTo>
                    <a:lnTo>
                      <a:pt x="212408" y="83820"/>
                    </a:lnTo>
                    <a:lnTo>
                      <a:pt x="211455" y="85725"/>
                    </a:lnTo>
                    <a:lnTo>
                      <a:pt x="210503" y="87630"/>
                    </a:lnTo>
                    <a:lnTo>
                      <a:pt x="206693" y="90488"/>
                    </a:lnTo>
                    <a:lnTo>
                      <a:pt x="204788" y="92393"/>
                    </a:lnTo>
                    <a:lnTo>
                      <a:pt x="203835" y="94298"/>
                    </a:lnTo>
                    <a:lnTo>
                      <a:pt x="203835" y="99060"/>
                    </a:lnTo>
                    <a:lnTo>
                      <a:pt x="202883" y="100965"/>
                    </a:lnTo>
                    <a:lnTo>
                      <a:pt x="200978" y="103823"/>
                    </a:lnTo>
                    <a:lnTo>
                      <a:pt x="199072" y="104775"/>
                    </a:lnTo>
                    <a:lnTo>
                      <a:pt x="197168" y="106680"/>
                    </a:lnTo>
                    <a:lnTo>
                      <a:pt x="194310" y="107633"/>
                    </a:lnTo>
                    <a:lnTo>
                      <a:pt x="192405" y="109538"/>
                    </a:lnTo>
                    <a:lnTo>
                      <a:pt x="192405" y="112395"/>
                    </a:lnTo>
                    <a:lnTo>
                      <a:pt x="188595" y="124778"/>
                    </a:lnTo>
                    <a:lnTo>
                      <a:pt x="187643" y="127635"/>
                    </a:lnTo>
                    <a:lnTo>
                      <a:pt x="183833" y="133350"/>
                    </a:lnTo>
                    <a:lnTo>
                      <a:pt x="182880" y="135255"/>
                    </a:lnTo>
                    <a:lnTo>
                      <a:pt x="182880" y="136208"/>
                    </a:lnTo>
                    <a:lnTo>
                      <a:pt x="183833" y="137160"/>
                    </a:lnTo>
                    <a:lnTo>
                      <a:pt x="183833" y="138113"/>
                    </a:lnTo>
                    <a:lnTo>
                      <a:pt x="183833" y="139065"/>
                    </a:lnTo>
                    <a:lnTo>
                      <a:pt x="182880" y="140018"/>
                    </a:lnTo>
                    <a:lnTo>
                      <a:pt x="181928" y="140970"/>
                    </a:lnTo>
                    <a:lnTo>
                      <a:pt x="180022" y="142875"/>
                    </a:lnTo>
                    <a:lnTo>
                      <a:pt x="179070" y="143828"/>
                    </a:lnTo>
                    <a:lnTo>
                      <a:pt x="178118" y="144780"/>
                    </a:lnTo>
                    <a:lnTo>
                      <a:pt x="178118" y="146685"/>
                    </a:lnTo>
                    <a:lnTo>
                      <a:pt x="177165" y="148590"/>
                    </a:lnTo>
                    <a:lnTo>
                      <a:pt x="175260" y="150495"/>
                    </a:lnTo>
                    <a:lnTo>
                      <a:pt x="171450" y="150495"/>
                    </a:lnTo>
                    <a:lnTo>
                      <a:pt x="168593" y="148590"/>
                    </a:lnTo>
                    <a:lnTo>
                      <a:pt x="166688" y="144780"/>
                    </a:lnTo>
                    <a:lnTo>
                      <a:pt x="163830" y="140970"/>
                    </a:lnTo>
                    <a:lnTo>
                      <a:pt x="161925" y="139065"/>
                    </a:lnTo>
                    <a:lnTo>
                      <a:pt x="160972" y="138113"/>
                    </a:lnTo>
                    <a:lnTo>
                      <a:pt x="160020" y="138113"/>
                    </a:lnTo>
                    <a:lnTo>
                      <a:pt x="159068" y="139065"/>
                    </a:lnTo>
                    <a:lnTo>
                      <a:pt x="158115" y="140970"/>
                    </a:lnTo>
                    <a:lnTo>
                      <a:pt x="157163" y="141923"/>
                    </a:lnTo>
                    <a:lnTo>
                      <a:pt x="155258" y="141923"/>
                    </a:lnTo>
                    <a:lnTo>
                      <a:pt x="153353" y="141923"/>
                    </a:lnTo>
                    <a:lnTo>
                      <a:pt x="151447" y="140970"/>
                    </a:lnTo>
                    <a:lnTo>
                      <a:pt x="149543" y="140018"/>
                    </a:lnTo>
                    <a:lnTo>
                      <a:pt x="140018" y="147638"/>
                    </a:lnTo>
                    <a:lnTo>
                      <a:pt x="131445" y="156210"/>
                    </a:lnTo>
                    <a:lnTo>
                      <a:pt x="128588" y="160020"/>
                    </a:lnTo>
                    <a:lnTo>
                      <a:pt x="126682" y="162878"/>
                    </a:lnTo>
                    <a:lnTo>
                      <a:pt x="125730" y="166688"/>
                    </a:lnTo>
                    <a:lnTo>
                      <a:pt x="122872" y="175260"/>
                    </a:lnTo>
                    <a:close/>
                    <a:moveTo>
                      <a:pt x="90488" y="190500"/>
                    </a:moveTo>
                    <a:lnTo>
                      <a:pt x="90488" y="190500"/>
                    </a:lnTo>
                    <a:lnTo>
                      <a:pt x="89535" y="192405"/>
                    </a:lnTo>
                    <a:lnTo>
                      <a:pt x="90488" y="192405"/>
                    </a:lnTo>
                    <a:lnTo>
                      <a:pt x="91440" y="192405"/>
                    </a:lnTo>
                    <a:lnTo>
                      <a:pt x="92393" y="191453"/>
                    </a:lnTo>
                    <a:lnTo>
                      <a:pt x="93345" y="190500"/>
                    </a:lnTo>
                    <a:lnTo>
                      <a:pt x="92393" y="190500"/>
                    </a:lnTo>
                    <a:lnTo>
                      <a:pt x="90488" y="19050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6" name="Freeform: Shape 211">
                <a:extLst>
                  <a:ext uri="{FF2B5EF4-FFF2-40B4-BE49-F238E27FC236}">
                    <a16:creationId xmlns:a16="http://schemas.microsoft.com/office/drawing/2014/main" id="{7AE10548-D14A-FFD3-C712-DDCEAA28222C}"/>
                  </a:ext>
                </a:extLst>
              </p:cNvPr>
              <p:cNvSpPr/>
              <p:nvPr/>
            </p:nvSpPr>
            <p:spPr>
              <a:xfrm>
                <a:off x="5730035" y="4696108"/>
                <a:ext cx="2107" cy="1130"/>
              </a:xfrm>
              <a:custGeom>
                <a:avLst/>
                <a:gdLst>
                  <a:gd name="connsiteX0" fmla="*/ 0 w 1904"/>
                  <a:gd name="connsiteY0" fmla="*/ 952 h 952"/>
                  <a:gd name="connsiteX1" fmla="*/ 1905 w 1904"/>
                  <a:gd name="connsiteY1" fmla="*/ 952 h 952"/>
                  <a:gd name="connsiteX2" fmla="*/ 1905 w 1904"/>
                  <a:gd name="connsiteY2" fmla="*/ 0 h 952"/>
                  <a:gd name="connsiteX3" fmla="*/ 952 w 1904"/>
                  <a:gd name="connsiteY3" fmla="*/ 0 h 952"/>
                </a:gdLst>
                <a:ahLst/>
                <a:cxnLst>
                  <a:cxn ang="0">
                    <a:pos x="connsiteX0" y="connsiteY0"/>
                  </a:cxn>
                  <a:cxn ang="0">
                    <a:pos x="connsiteX1" y="connsiteY1"/>
                  </a:cxn>
                  <a:cxn ang="0">
                    <a:pos x="connsiteX2" y="connsiteY2"/>
                  </a:cxn>
                  <a:cxn ang="0">
                    <a:pos x="connsiteX3" y="connsiteY3"/>
                  </a:cxn>
                </a:cxnLst>
                <a:rect l="l" t="t" r="r" b="b"/>
                <a:pathLst>
                  <a:path w="1904" h="952">
                    <a:moveTo>
                      <a:pt x="0" y="952"/>
                    </a:moveTo>
                    <a:lnTo>
                      <a:pt x="1905" y="952"/>
                    </a:lnTo>
                    <a:lnTo>
                      <a:pt x="1905" y="0"/>
                    </a:lnTo>
                    <a:lnTo>
                      <a:pt x="952" y="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7" name="Freeform: Shape 212">
                <a:extLst>
                  <a:ext uri="{FF2B5EF4-FFF2-40B4-BE49-F238E27FC236}">
                    <a16:creationId xmlns:a16="http://schemas.microsoft.com/office/drawing/2014/main" id="{37E55D5A-6D7A-70C6-FB42-60FA0F8C88AF}"/>
                  </a:ext>
                </a:extLst>
              </p:cNvPr>
              <p:cNvSpPr/>
              <p:nvPr/>
            </p:nvSpPr>
            <p:spPr>
              <a:xfrm>
                <a:off x="6003077" y="4270849"/>
                <a:ext cx="22138" cy="37322"/>
              </a:xfrm>
              <a:custGeom>
                <a:avLst/>
                <a:gdLst>
                  <a:gd name="connsiteX0" fmla="*/ 4763 w 20002"/>
                  <a:gd name="connsiteY0" fmla="*/ 25718 h 31432"/>
                  <a:gd name="connsiteX1" fmla="*/ 5715 w 20002"/>
                  <a:gd name="connsiteY1" fmla="*/ 28575 h 31432"/>
                  <a:gd name="connsiteX2" fmla="*/ 4763 w 20002"/>
                  <a:gd name="connsiteY2" fmla="*/ 30480 h 31432"/>
                  <a:gd name="connsiteX3" fmla="*/ 2857 w 20002"/>
                  <a:gd name="connsiteY3" fmla="*/ 31433 h 31432"/>
                  <a:gd name="connsiteX4" fmla="*/ 952 w 20002"/>
                  <a:gd name="connsiteY4" fmla="*/ 30480 h 31432"/>
                  <a:gd name="connsiteX5" fmla="*/ 0 w 20002"/>
                  <a:gd name="connsiteY5" fmla="*/ 27623 h 31432"/>
                  <a:gd name="connsiteX6" fmla="*/ 952 w 20002"/>
                  <a:gd name="connsiteY6" fmla="*/ 25718 h 31432"/>
                  <a:gd name="connsiteX7" fmla="*/ 2857 w 20002"/>
                  <a:gd name="connsiteY7" fmla="*/ 24765 h 31432"/>
                  <a:gd name="connsiteX8" fmla="*/ 4763 w 20002"/>
                  <a:gd name="connsiteY8" fmla="*/ 25718 h 31432"/>
                  <a:gd name="connsiteX9" fmla="*/ 17145 w 20002"/>
                  <a:gd name="connsiteY9" fmla="*/ 953 h 31432"/>
                  <a:gd name="connsiteX10" fmla="*/ 19050 w 20002"/>
                  <a:gd name="connsiteY10" fmla="*/ 1905 h 31432"/>
                  <a:gd name="connsiteX11" fmla="*/ 20002 w 20002"/>
                  <a:gd name="connsiteY11" fmla="*/ 953 h 31432"/>
                  <a:gd name="connsiteX12" fmla="*/ 19050 w 20002"/>
                  <a:gd name="connsiteY12" fmla="*/ 0 h 31432"/>
                  <a:gd name="connsiteX13" fmla="*/ 17145 w 20002"/>
                  <a:gd name="connsiteY13" fmla="*/ 953 h 3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02" h="31432">
                    <a:moveTo>
                      <a:pt x="4763" y="25718"/>
                    </a:moveTo>
                    <a:lnTo>
                      <a:pt x="5715" y="28575"/>
                    </a:lnTo>
                    <a:lnTo>
                      <a:pt x="4763" y="30480"/>
                    </a:lnTo>
                    <a:lnTo>
                      <a:pt x="2857" y="31433"/>
                    </a:lnTo>
                    <a:lnTo>
                      <a:pt x="952" y="30480"/>
                    </a:lnTo>
                    <a:lnTo>
                      <a:pt x="0" y="27623"/>
                    </a:lnTo>
                    <a:lnTo>
                      <a:pt x="952" y="25718"/>
                    </a:lnTo>
                    <a:lnTo>
                      <a:pt x="2857" y="24765"/>
                    </a:lnTo>
                    <a:lnTo>
                      <a:pt x="4763" y="25718"/>
                    </a:lnTo>
                    <a:close/>
                    <a:moveTo>
                      <a:pt x="17145" y="953"/>
                    </a:moveTo>
                    <a:lnTo>
                      <a:pt x="19050" y="1905"/>
                    </a:lnTo>
                    <a:lnTo>
                      <a:pt x="20002" y="953"/>
                    </a:lnTo>
                    <a:lnTo>
                      <a:pt x="19050" y="0"/>
                    </a:lnTo>
                    <a:lnTo>
                      <a:pt x="17145" y="95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68" name="Freeform: Shape 213">
                <a:extLst>
                  <a:ext uri="{FF2B5EF4-FFF2-40B4-BE49-F238E27FC236}">
                    <a16:creationId xmlns:a16="http://schemas.microsoft.com/office/drawing/2014/main" id="{F585ABC5-9906-2358-D8CA-FF7BD31FCE14}"/>
                  </a:ext>
                </a:extLst>
              </p:cNvPr>
              <p:cNvSpPr/>
              <p:nvPr/>
            </p:nvSpPr>
            <p:spPr>
              <a:xfrm>
                <a:off x="5565576" y="3404503"/>
                <a:ext cx="269880" cy="218283"/>
              </a:xfrm>
              <a:custGeom>
                <a:avLst/>
                <a:gdLst>
                  <a:gd name="connsiteX0" fmla="*/ 243840 w 243840"/>
                  <a:gd name="connsiteY0" fmla="*/ 78105 h 183832"/>
                  <a:gd name="connsiteX1" fmla="*/ 242888 w 243840"/>
                  <a:gd name="connsiteY1" fmla="*/ 76200 h 183832"/>
                  <a:gd name="connsiteX2" fmla="*/ 241935 w 243840"/>
                  <a:gd name="connsiteY2" fmla="*/ 76200 h 183832"/>
                  <a:gd name="connsiteX3" fmla="*/ 237173 w 243840"/>
                  <a:gd name="connsiteY3" fmla="*/ 73342 h 183832"/>
                  <a:gd name="connsiteX4" fmla="*/ 236220 w 243840"/>
                  <a:gd name="connsiteY4" fmla="*/ 71438 h 183832"/>
                  <a:gd name="connsiteX5" fmla="*/ 234315 w 243840"/>
                  <a:gd name="connsiteY5" fmla="*/ 68580 h 183832"/>
                  <a:gd name="connsiteX6" fmla="*/ 234315 w 243840"/>
                  <a:gd name="connsiteY6" fmla="*/ 68580 h 183832"/>
                  <a:gd name="connsiteX7" fmla="*/ 234315 w 243840"/>
                  <a:gd name="connsiteY7" fmla="*/ 67628 h 183832"/>
                  <a:gd name="connsiteX8" fmla="*/ 234315 w 243840"/>
                  <a:gd name="connsiteY8" fmla="*/ 65723 h 183832"/>
                  <a:gd name="connsiteX9" fmla="*/ 233363 w 243840"/>
                  <a:gd name="connsiteY9" fmla="*/ 64770 h 183832"/>
                  <a:gd name="connsiteX10" fmla="*/ 233363 w 243840"/>
                  <a:gd name="connsiteY10" fmla="*/ 63817 h 183832"/>
                  <a:gd name="connsiteX11" fmla="*/ 232410 w 243840"/>
                  <a:gd name="connsiteY11" fmla="*/ 62865 h 183832"/>
                  <a:gd name="connsiteX12" fmla="*/ 231458 w 243840"/>
                  <a:gd name="connsiteY12" fmla="*/ 60007 h 183832"/>
                  <a:gd name="connsiteX13" fmla="*/ 231458 w 243840"/>
                  <a:gd name="connsiteY13" fmla="*/ 58103 h 183832"/>
                  <a:gd name="connsiteX14" fmla="*/ 231458 w 243840"/>
                  <a:gd name="connsiteY14" fmla="*/ 55245 h 183832"/>
                  <a:gd name="connsiteX15" fmla="*/ 231458 w 243840"/>
                  <a:gd name="connsiteY15" fmla="*/ 53340 h 183832"/>
                  <a:gd name="connsiteX16" fmla="*/ 230505 w 243840"/>
                  <a:gd name="connsiteY16" fmla="*/ 48578 h 183832"/>
                  <a:gd name="connsiteX17" fmla="*/ 230505 w 243840"/>
                  <a:gd name="connsiteY17" fmla="*/ 46672 h 183832"/>
                  <a:gd name="connsiteX18" fmla="*/ 230505 w 243840"/>
                  <a:gd name="connsiteY18" fmla="*/ 43815 h 183832"/>
                  <a:gd name="connsiteX19" fmla="*/ 230505 w 243840"/>
                  <a:gd name="connsiteY19" fmla="*/ 40005 h 183832"/>
                  <a:gd name="connsiteX20" fmla="*/ 229553 w 243840"/>
                  <a:gd name="connsiteY20" fmla="*/ 38100 h 183832"/>
                  <a:gd name="connsiteX21" fmla="*/ 228600 w 243840"/>
                  <a:gd name="connsiteY21" fmla="*/ 35242 h 183832"/>
                  <a:gd name="connsiteX22" fmla="*/ 230505 w 243840"/>
                  <a:gd name="connsiteY22" fmla="*/ 33338 h 183832"/>
                  <a:gd name="connsiteX23" fmla="*/ 229553 w 243840"/>
                  <a:gd name="connsiteY23" fmla="*/ 32385 h 183832"/>
                  <a:gd name="connsiteX24" fmla="*/ 229553 w 243840"/>
                  <a:gd name="connsiteY24" fmla="*/ 32385 h 183832"/>
                  <a:gd name="connsiteX25" fmla="*/ 228600 w 243840"/>
                  <a:gd name="connsiteY25" fmla="*/ 31432 h 183832"/>
                  <a:gd name="connsiteX26" fmla="*/ 228600 w 243840"/>
                  <a:gd name="connsiteY26" fmla="*/ 31432 h 183832"/>
                  <a:gd name="connsiteX27" fmla="*/ 228600 w 243840"/>
                  <a:gd name="connsiteY27" fmla="*/ 29528 h 183832"/>
                  <a:gd name="connsiteX28" fmla="*/ 228600 w 243840"/>
                  <a:gd name="connsiteY28" fmla="*/ 27622 h 183832"/>
                  <a:gd name="connsiteX29" fmla="*/ 228600 w 243840"/>
                  <a:gd name="connsiteY29" fmla="*/ 25717 h 183832"/>
                  <a:gd name="connsiteX30" fmla="*/ 226695 w 243840"/>
                  <a:gd name="connsiteY30" fmla="*/ 24765 h 183832"/>
                  <a:gd name="connsiteX31" fmla="*/ 222885 w 243840"/>
                  <a:gd name="connsiteY31" fmla="*/ 21907 h 183832"/>
                  <a:gd name="connsiteX32" fmla="*/ 220980 w 243840"/>
                  <a:gd name="connsiteY32" fmla="*/ 20003 h 183832"/>
                  <a:gd name="connsiteX33" fmla="*/ 220028 w 243840"/>
                  <a:gd name="connsiteY33" fmla="*/ 19050 h 183832"/>
                  <a:gd name="connsiteX34" fmla="*/ 210503 w 243840"/>
                  <a:gd name="connsiteY34" fmla="*/ 18097 h 183832"/>
                  <a:gd name="connsiteX35" fmla="*/ 207645 w 243840"/>
                  <a:gd name="connsiteY35" fmla="*/ 16192 h 183832"/>
                  <a:gd name="connsiteX36" fmla="*/ 204788 w 243840"/>
                  <a:gd name="connsiteY36" fmla="*/ 11430 h 183832"/>
                  <a:gd name="connsiteX37" fmla="*/ 202883 w 243840"/>
                  <a:gd name="connsiteY37" fmla="*/ 14288 h 183832"/>
                  <a:gd name="connsiteX38" fmla="*/ 200025 w 243840"/>
                  <a:gd name="connsiteY38" fmla="*/ 15240 h 183832"/>
                  <a:gd name="connsiteX39" fmla="*/ 196215 w 243840"/>
                  <a:gd name="connsiteY39" fmla="*/ 16192 h 183832"/>
                  <a:gd name="connsiteX40" fmla="*/ 192405 w 243840"/>
                  <a:gd name="connsiteY40" fmla="*/ 16192 h 183832"/>
                  <a:gd name="connsiteX41" fmla="*/ 187643 w 243840"/>
                  <a:gd name="connsiteY41" fmla="*/ 15240 h 183832"/>
                  <a:gd name="connsiteX42" fmla="*/ 185738 w 243840"/>
                  <a:gd name="connsiteY42" fmla="*/ 15240 h 183832"/>
                  <a:gd name="connsiteX43" fmla="*/ 180023 w 243840"/>
                  <a:gd name="connsiteY43" fmla="*/ 17145 h 183832"/>
                  <a:gd name="connsiteX44" fmla="*/ 178118 w 243840"/>
                  <a:gd name="connsiteY44" fmla="*/ 17145 h 183832"/>
                  <a:gd name="connsiteX45" fmla="*/ 172403 w 243840"/>
                  <a:gd name="connsiteY45" fmla="*/ 15240 h 183832"/>
                  <a:gd name="connsiteX46" fmla="*/ 163830 w 243840"/>
                  <a:gd name="connsiteY46" fmla="*/ 11430 h 183832"/>
                  <a:gd name="connsiteX47" fmla="*/ 158115 w 243840"/>
                  <a:gd name="connsiteY47" fmla="*/ 5715 h 183832"/>
                  <a:gd name="connsiteX48" fmla="*/ 159068 w 243840"/>
                  <a:gd name="connsiteY48" fmla="*/ 0 h 183832"/>
                  <a:gd name="connsiteX49" fmla="*/ 156210 w 243840"/>
                  <a:gd name="connsiteY49" fmla="*/ 0 h 183832"/>
                  <a:gd name="connsiteX50" fmla="*/ 153353 w 243840"/>
                  <a:gd name="connsiteY50" fmla="*/ 952 h 183832"/>
                  <a:gd name="connsiteX51" fmla="*/ 149543 w 243840"/>
                  <a:gd name="connsiteY51" fmla="*/ 1905 h 183832"/>
                  <a:gd name="connsiteX52" fmla="*/ 146685 w 243840"/>
                  <a:gd name="connsiteY52" fmla="*/ 2857 h 183832"/>
                  <a:gd name="connsiteX53" fmla="*/ 144780 w 243840"/>
                  <a:gd name="connsiteY53" fmla="*/ 4763 h 183832"/>
                  <a:gd name="connsiteX54" fmla="*/ 143828 w 243840"/>
                  <a:gd name="connsiteY54" fmla="*/ 8572 h 183832"/>
                  <a:gd name="connsiteX55" fmla="*/ 140970 w 243840"/>
                  <a:gd name="connsiteY55" fmla="*/ 16192 h 183832"/>
                  <a:gd name="connsiteX56" fmla="*/ 136208 w 243840"/>
                  <a:gd name="connsiteY56" fmla="*/ 28575 h 183832"/>
                  <a:gd name="connsiteX57" fmla="*/ 132398 w 243840"/>
                  <a:gd name="connsiteY57" fmla="*/ 35242 h 183832"/>
                  <a:gd name="connsiteX58" fmla="*/ 129540 w 243840"/>
                  <a:gd name="connsiteY58" fmla="*/ 40957 h 183832"/>
                  <a:gd name="connsiteX59" fmla="*/ 124778 w 243840"/>
                  <a:gd name="connsiteY59" fmla="*/ 45720 h 183832"/>
                  <a:gd name="connsiteX60" fmla="*/ 120015 w 243840"/>
                  <a:gd name="connsiteY60" fmla="*/ 48578 h 183832"/>
                  <a:gd name="connsiteX61" fmla="*/ 101918 w 243840"/>
                  <a:gd name="connsiteY61" fmla="*/ 57150 h 183832"/>
                  <a:gd name="connsiteX62" fmla="*/ 96203 w 243840"/>
                  <a:gd name="connsiteY62" fmla="*/ 60007 h 183832"/>
                  <a:gd name="connsiteX63" fmla="*/ 92393 w 243840"/>
                  <a:gd name="connsiteY63" fmla="*/ 63817 h 183832"/>
                  <a:gd name="connsiteX64" fmla="*/ 81915 w 243840"/>
                  <a:gd name="connsiteY64" fmla="*/ 73342 h 183832"/>
                  <a:gd name="connsiteX65" fmla="*/ 80010 w 243840"/>
                  <a:gd name="connsiteY65" fmla="*/ 75248 h 183832"/>
                  <a:gd name="connsiteX66" fmla="*/ 79057 w 243840"/>
                  <a:gd name="connsiteY66" fmla="*/ 78105 h 183832"/>
                  <a:gd name="connsiteX67" fmla="*/ 77153 w 243840"/>
                  <a:gd name="connsiteY67" fmla="*/ 84773 h 183832"/>
                  <a:gd name="connsiteX68" fmla="*/ 75248 w 243840"/>
                  <a:gd name="connsiteY68" fmla="*/ 88582 h 183832"/>
                  <a:gd name="connsiteX69" fmla="*/ 69532 w 243840"/>
                  <a:gd name="connsiteY69" fmla="*/ 96203 h 183832"/>
                  <a:gd name="connsiteX70" fmla="*/ 67628 w 243840"/>
                  <a:gd name="connsiteY70" fmla="*/ 101917 h 183832"/>
                  <a:gd name="connsiteX71" fmla="*/ 66675 w 243840"/>
                  <a:gd name="connsiteY71" fmla="*/ 107632 h 183832"/>
                  <a:gd name="connsiteX72" fmla="*/ 67628 w 243840"/>
                  <a:gd name="connsiteY72" fmla="*/ 116205 h 183832"/>
                  <a:gd name="connsiteX73" fmla="*/ 67628 w 243840"/>
                  <a:gd name="connsiteY73" fmla="*/ 117157 h 183832"/>
                  <a:gd name="connsiteX74" fmla="*/ 69532 w 243840"/>
                  <a:gd name="connsiteY74" fmla="*/ 120015 h 183832"/>
                  <a:gd name="connsiteX75" fmla="*/ 70485 w 243840"/>
                  <a:gd name="connsiteY75" fmla="*/ 121920 h 183832"/>
                  <a:gd name="connsiteX76" fmla="*/ 71438 w 243840"/>
                  <a:gd name="connsiteY76" fmla="*/ 122873 h 183832"/>
                  <a:gd name="connsiteX77" fmla="*/ 71438 w 243840"/>
                  <a:gd name="connsiteY77" fmla="*/ 126682 h 183832"/>
                  <a:gd name="connsiteX78" fmla="*/ 70485 w 243840"/>
                  <a:gd name="connsiteY78" fmla="*/ 129540 h 183832"/>
                  <a:gd name="connsiteX79" fmla="*/ 68580 w 243840"/>
                  <a:gd name="connsiteY79" fmla="*/ 132398 h 183832"/>
                  <a:gd name="connsiteX80" fmla="*/ 60007 w 243840"/>
                  <a:gd name="connsiteY80" fmla="*/ 145733 h 183832"/>
                  <a:gd name="connsiteX81" fmla="*/ 55245 w 243840"/>
                  <a:gd name="connsiteY81" fmla="*/ 151448 h 183832"/>
                  <a:gd name="connsiteX82" fmla="*/ 33338 w 243840"/>
                  <a:gd name="connsiteY82" fmla="*/ 168592 h 183832"/>
                  <a:gd name="connsiteX83" fmla="*/ 26670 w 243840"/>
                  <a:gd name="connsiteY83" fmla="*/ 171450 h 183832"/>
                  <a:gd name="connsiteX84" fmla="*/ 20003 w 243840"/>
                  <a:gd name="connsiteY84" fmla="*/ 174308 h 183832"/>
                  <a:gd name="connsiteX85" fmla="*/ 12383 w 243840"/>
                  <a:gd name="connsiteY85" fmla="*/ 176212 h 183832"/>
                  <a:gd name="connsiteX86" fmla="*/ 8573 w 243840"/>
                  <a:gd name="connsiteY86" fmla="*/ 176212 h 183832"/>
                  <a:gd name="connsiteX87" fmla="*/ 6668 w 243840"/>
                  <a:gd name="connsiteY87" fmla="*/ 177165 h 183832"/>
                  <a:gd name="connsiteX88" fmla="*/ 5715 w 243840"/>
                  <a:gd name="connsiteY88" fmla="*/ 178117 h 183832"/>
                  <a:gd name="connsiteX89" fmla="*/ 3810 w 243840"/>
                  <a:gd name="connsiteY89" fmla="*/ 179070 h 183832"/>
                  <a:gd name="connsiteX90" fmla="*/ 1905 w 243840"/>
                  <a:gd name="connsiteY90" fmla="*/ 182880 h 183832"/>
                  <a:gd name="connsiteX91" fmla="*/ 0 w 243840"/>
                  <a:gd name="connsiteY91" fmla="*/ 183833 h 183832"/>
                  <a:gd name="connsiteX92" fmla="*/ 90488 w 243840"/>
                  <a:gd name="connsiteY92" fmla="*/ 183833 h 183832"/>
                  <a:gd name="connsiteX93" fmla="*/ 90488 w 243840"/>
                  <a:gd name="connsiteY93" fmla="*/ 183833 h 183832"/>
                  <a:gd name="connsiteX94" fmla="*/ 90488 w 243840"/>
                  <a:gd name="connsiteY94" fmla="*/ 160973 h 183832"/>
                  <a:gd name="connsiteX95" fmla="*/ 90488 w 243840"/>
                  <a:gd name="connsiteY95" fmla="*/ 160020 h 183832"/>
                  <a:gd name="connsiteX96" fmla="*/ 111443 w 243840"/>
                  <a:gd name="connsiteY96" fmla="*/ 145733 h 183832"/>
                  <a:gd name="connsiteX97" fmla="*/ 114300 w 243840"/>
                  <a:gd name="connsiteY97" fmla="*/ 144780 h 183832"/>
                  <a:gd name="connsiteX98" fmla="*/ 120968 w 243840"/>
                  <a:gd name="connsiteY98" fmla="*/ 140017 h 183832"/>
                  <a:gd name="connsiteX99" fmla="*/ 120968 w 243840"/>
                  <a:gd name="connsiteY99" fmla="*/ 140017 h 183832"/>
                  <a:gd name="connsiteX100" fmla="*/ 130493 w 243840"/>
                  <a:gd name="connsiteY100" fmla="*/ 140970 h 183832"/>
                  <a:gd name="connsiteX101" fmla="*/ 131445 w 243840"/>
                  <a:gd name="connsiteY101" fmla="*/ 140970 h 183832"/>
                  <a:gd name="connsiteX102" fmla="*/ 133350 w 243840"/>
                  <a:gd name="connsiteY102" fmla="*/ 140970 h 183832"/>
                  <a:gd name="connsiteX103" fmla="*/ 134303 w 243840"/>
                  <a:gd name="connsiteY103" fmla="*/ 137160 h 183832"/>
                  <a:gd name="connsiteX104" fmla="*/ 135255 w 243840"/>
                  <a:gd name="connsiteY104" fmla="*/ 136208 h 183832"/>
                  <a:gd name="connsiteX105" fmla="*/ 155258 w 243840"/>
                  <a:gd name="connsiteY105" fmla="*/ 132398 h 183832"/>
                  <a:gd name="connsiteX106" fmla="*/ 159068 w 243840"/>
                  <a:gd name="connsiteY106" fmla="*/ 130492 h 183832"/>
                  <a:gd name="connsiteX107" fmla="*/ 165735 w 243840"/>
                  <a:gd name="connsiteY107" fmla="*/ 121920 h 183832"/>
                  <a:gd name="connsiteX108" fmla="*/ 185738 w 243840"/>
                  <a:gd name="connsiteY108" fmla="*/ 112395 h 183832"/>
                  <a:gd name="connsiteX109" fmla="*/ 189548 w 243840"/>
                  <a:gd name="connsiteY109" fmla="*/ 111442 h 183832"/>
                  <a:gd name="connsiteX110" fmla="*/ 191453 w 243840"/>
                  <a:gd name="connsiteY110" fmla="*/ 110490 h 183832"/>
                  <a:gd name="connsiteX111" fmla="*/ 191453 w 243840"/>
                  <a:gd name="connsiteY111" fmla="*/ 110490 h 183832"/>
                  <a:gd name="connsiteX112" fmla="*/ 192405 w 243840"/>
                  <a:gd name="connsiteY112" fmla="*/ 109538 h 183832"/>
                  <a:gd name="connsiteX113" fmla="*/ 192405 w 243840"/>
                  <a:gd name="connsiteY113" fmla="*/ 109538 h 183832"/>
                  <a:gd name="connsiteX114" fmla="*/ 192405 w 243840"/>
                  <a:gd name="connsiteY114" fmla="*/ 108585 h 183832"/>
                  <a:gd name="connsiteX115" fmla="*/ 191453 w 243840"/>
                  <a:gd name="connsiteY115" fmla="*/ 107632 h 183832"/>
                  <a:gd name="connsiteX116" fmla="*/ 188595 w 243840"/>
                  <a:gd name="connsiteY116" fmla="*/ 106680 h 183832"/>
                  <a:gd name="connsiteX117" fmla="*/ 188595 w 243840"/>
                  <a:gd name="connsiteY117" fmla="*/ 106680 h 183832"/>
                  <a:gd name="connsiteX118" fmla="*/ 187643 w 243840"/>
                  <a:gd name="connsiteY118" fmla="*/ 105728 h 183832"/>
                  <a:gd name="connsiteX119" fmla="*/ 187643 w 243840"/>
                  <a:gd name="connsiteY119" fmla="*/ 105728 h 183832"/>
                  <a:gd name="connsiteX120" fmla="*/ 188595 w 243840"/>
                  <a:gd name="connsiteY120" fmla="*/ 101917 h 183832"/>
                  <a:gd name="connsiteX121" fmla="*/ 187643 w 243840"/>
                  <a:gd name="connsiteY121" fmla="*/ 97155 h 183832"/>
                  <a:gd name="connsiteX122" fmla="*/ 187643 w 243840"/>
                  <a:gd name="connsiteY122" fmla="*/ 96203 h 183832"/>
                  <a:gd name="connsiteX123" fmla="*/ 188595 w 243840"/>
                  <a:gd name="connsiteY123" fmla="*/ 95250 h 183832"/>
                  <a:gd name="connsiteX124" fmla="*/ 190500 w 243840"/>
                  <a:gd name="connsiteY124" fmla="*/ 95250 h 183832"/>
                  <a:gd name="connsiteX125" fmla="*/ 194310 w 243840"/>
                  <a:gd name="connsiteY125" fmla="*/ 95250 h 183832"/>
                  <a:gd name="connsiteX126" fmla="*/ 203835 w 243840"/>
                  <a:gd name="connsiteY126" fmla="*/ 92392 h 183832"/>
                  <a:gd name="connsiteX127" fmla="*/ 204788 w 243840"/>
                  <a:gd name="connsiteY127" fmla="*/ 90488 h 183832"/>
                  <a:gd name="connsiteX128" fmla="*/ 205740 w 243840"/>
                  <a:gd name="connsiteY128" fmla="*/ 87630 h 183832"/>
                  <a:gd name="connsiteX129" fmla="*/ 206693 w 243840"/>
                  <a:gd name="connsiteY129" fmla="*/ 87630 h 183832"/>
                  <a:gd name="connsiteX130" fmla="*/ 207645 w 243840"/>
                  <a:gd name="connsiteY130" fmla="*/ 86678 h 183832"/>
                  <a:gd name="connsiteX131" fmla="*/ 207645 w 243840"/>
                  <a:gd name="connsiteY131" fmla="*/ 86678 h 183832"/>
                  <a:gd name="connsiteX132" fmla="*/ 208598 w 243840"/>
                  <a:gd name="connsiteY132" fmla="*/ 86678 h 183832"/>
                  <a:gd name="connsiteX133" fmla="*/ 214313 w 243840"/>
                  <a:gd name="connsiteY133" fmla="*/ 85725 h 183832"/>
                  <a:gd name="connsiteX134" fmla="*/ 216218 w 243840"/>
                  <a:gd name="connsiteY134" fmla="*/ 85725 h 183832"/>
                  <a:gd name="connsiteX135" fmla="*/ 218123 w 243840"/>
                  <a:gd name="connsiteY135" fmla="*/ 85725 h 183832"/>
                  <a:gd name="connsiteX136" fmla="*/ 221933 w 243840"/>
                  <a:gd name="connsiteY136" fmla="*/ 85725 h 183832"/>
                  <a:gd name="connsiteX137" fmla="*/ 225743 w 243840"/>
                  <a:gd name="connsiteY137" fmla="*/ 85725 h 183832"/>
                  <a:gd name="connsiteX138" fmla="*/ 228600 w 243840"/>
                  <a:gd name="connsiteY138" fmla="*/ 86678 h 183832"/>
                  <a:gd name="connsiteX139" fmla="*/ 235268 w 243840"/>
                  <a:gd name="connsiteY139" fmla="*/ 86678 h 183832"/>
                  <a:gd name="connsiteX140" fmla="*/ 236220 w 243840"/>
                  <a:gd name="connsiteY140" fmla="*/ 86678 h 183832"/>
                  <a:gd name="connsiteX141" fmla="*/ 238125 w 243840"/>
                  <a:gd name="connsiteY141" fmla="*/ 86678 h 183832"/>
                  <a:gd name="connsiteX142" fmla="*/ 239078 w 243840"/>
                  <a:gd name="connsiteY142" fmla="*/ 86678 h 183832"/>
                  <a:gd name="connsiteX143" fmla="*/ 240030 w 243840"/>
                  <a:gd name="connsiteY143" fmla="*/ 86678 h 183832"/>
                  <a:gd name="connsiteX144" fmla="*/ 240030 w 243840"/>
                  <a:gd name="connsiteY144" fmla="*/ 85725 h 183832"/>
                  <a:gd name="connsiteX145" fmla="*/ 240030 w 243840"/>
                  <a:gd name="connsiteY145" fmla="*/ 84773 h 183832"/>
                  <a:gd name="connsiteX146" fmla="*/ 240030 w 243840"/>
                  <a:gd name="connsiteY146" fmla="*/ 84773 h 183832"/>
                  <a:gd name="connsiteX147" fmla="*/ 240030 w 243840"/>
                  <a:gd name="connsiteY147" fmla="*/ 83820 h 183832"/>
                  <a:gd name="connsiteX148" fmla="*/ 240030 w 243840"/>
                  <a:gd name="connsiteY148" fmla="*/ 82867 h 183832"/>
                  <a:gd name="connsiteX149" fmla="*/ 240030 w 243840"/>
                  <a:gd name="connsiteY149" fmla="*/ 82867 h 183832"/>
                  <a:gd name="connsiteX150" fmla="*/ 240030 w 243840"/>
                  <a:gd name="connsiteY150" fmla="*/ 81915 h 183832"/>
                  <a:gd name="connsiteX151" fmla="*/ 240030 w 243840"/>
                  <a:gd name="connsiteY151" fmla="*/ 80963 h 183832"/>
                  <a:gd name="connsiteX152" fmla="*/ 242888 w 243840"/>
                  <a:gd name="connsiteY152" fmla="*/ 79057 h 183832"/>
                  <a:gd name="connsiteX153" fmla="*/ 242888 w 243840"/>
                  <a:gd name="connsiteY153" fmla="*/ 79057 h 183832"/>
                  <a:gd name="connsiteX154" fmla="*/ 243840 w 243840"/>
                  <a:gd name="connsiteY154" fmla="*/ 78105 h 183832"/>
                  <a:gd name="connsiteX155" fmla="*/ 243840 w 243840"/>
                  <a:gd name="connsiteY155" fmla="*/ 78105 h 183832"/>
                  <a:gd name="connsiteX156" fmla="*/ 243840 w 243840"/>
                  <a:gd name="connsiteY156" fmla="*/ 78105 h 183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243840" h="183832">
                    <a:moveTo>
                      <a:pt x="243840" y="78105"/>
                    </a:moveTo>
                    <a:lnTo>
                      <a:pt x="242888" y="76200"/>
                    </a:lnTo>
                    <a:lnTo>
                      <a:pt x="241935" y="76200"/>
                    </a:lnTo>
                    <a:lnTo>
                      <a:pt x="237173" y="73342"/>
                    </a:lnTo>
                    <a:lnTo>
                      <a:pt x="236220" y="71438"/>
                    </a:lnTo>
                    <a:lnTo>
                      <a:pt x="234315" y="68580"/>
                    </a:lnTo>
                    <a:lnTo>
                      <a:pt x="234315" y="68580"/>
                    </a:lnTo>
                    <a:lnTo>
                      <a:pt x="234315" y="67628"/>
                    </a:lnTo>
                    <a:lnTo>
                      <a:pt x="234315" y="65723"/>
                    </a:lnTo>
                    <a:lnTo>
                      <a:pt x="233363" y="64770"/>
                    </a:lnTo>
                    <a:lnTo>
                      <a:pt x="233363" y="63817"/>
                    </a:lnTo>
                    <a:lnTo>
                      <a:pt x="232410" y="62865"/>
                    </a:lnTo>
                    <a:lnTo>
                      <a:pt x="231458" y="60007"/>
                    </a:lnTo>
                    <a:lnTo>
                      <a:pt x="231458" y="58103"/>
                    </a:lnTo>
                    <a:lnTo>
                      <a:pt x="231458" y="55245"/>
                    </a:lnTo>
                    <a:lnTo>
                      <a:pt x="231458" y="53340"/>
                    </a:lnTo>
                    <a:lnTo>
                      <a:pt x="230505" y="48578"/>
                    </a:lnTo>
                    <a:lnTo>
                      <a:pt x="230505" y="46672"/>
                    </a:lnTo>
                    <a:lnTo>
                      <a:pt x="230505" y="43815"/>
                    </a:lnTo>
                    <a:lnTo>
                      <a:pt x="230505" y="40005"/>
                    </a:lnTo>
                    <a:lnTo>
                      <a:pt x="229553" y="38100"/>
                    </a:lnTo>
                    <a:lnTo>
                      <a:pt x="228600" y="35242"/>
                    </a:lnTo>
                    <a:lnTo>
                      <a:pt x="230505" y="33338"/>
                    </a:lnTo>
                    <a:lnTo>
                      <a:pt x="229553" y="32385"/>
                    </a:lnTo>
                    <a:lnTo>
                      <a:pt x="229553" y="32385"/>
                    </a:lnTo>
                    <a:lnTo>
                      <a:pt x="228600" y="31432"/>
                    </a:lnTo>
                    <a:lnTo>
                      <a:pt x="228600" y="31432"/>
                    </a:lnTo>
                    <a:lnTo>
                      <a:pt x="228600" y="29528"/>
                    </a:lnTo>
                    <a:lnTo>
                      <a:pt x="228600" y="27622"/>
                    </a:lnTo>
                    <a:lnTo>
                      <a:pt x="228600" y="25717"/>
                    </a:lnTo>
                    <a:lnTo>
                      <a:pt x="226695" y="24765"/>
                    </a:lnTo>
                    <a:lnTo>
                      <a:pt x="222885" y="21907"/>
                    </a:lnTo>
                    <a:lnTo>
                      <a:pt x="220980" y="20003"/>
                    </a:lnTo>
                    <a:lnTo>
                      <a:pt x="220028" y="19050"/>
                    </a:lnTo>
                    <a:lnTo>
                      <a:pt x="210503" y="18097"/>
                    </a:lnTo>
                    <a:lnTo>
                      <a:pt x="207645" y="16192"/>
                    </a:lnTo>
                    <a:lnTo>
                      <a:pt x="204788" y="11430"/>
                    </a:lnTo>
                    <a:lnTo>
                      <a:pt x="202883" y="14288"/>
                    </a:lnTo>
                    <a:lnTo>
                      <a:pt x="200025" y="15240"/>
                    </a:lnTo>
                    <a:lnTo>
                      <a:pt x="196215" y="16192"/>
                    </a:lnTo>
                    <a:lnTo>
                      <a:pt x="192405" y="16192"/>
                    </a:lnTo>
                    <a:lnTo>
                      <a:pt x="187643" y="15240"/>
                    </a:lnTo>
                    <a:lnTo>
                      <a:pt x="185738" y="15240"/>
                    </a:lnTo>
                    <a:lnTo>
                      <a:pt x="180023" y="17145"/>
                    </a:lnTo>
                    <a:lnTo>
                      <a:pt x="178118" y="17145"/>
                    </a:lnTo>
                    <a:lnTo>
                      <a:pt x="172403" y="15240"/>
                    </a:lnTo>
                    <a:lnTo>
                      <a:pt x="163830" y="11430"/>
                    </a:lnTo>
                    <a:lnTo>
                      <a:pt x="158115" y="5715"/>
                    </a:lnTo>
                    <a:lnTo>
                      <a:pt x="159068" y="0"/>
                    </a:lnTo>
                    <a:lnTo>
                      <a:pt x="156210" y="0"/>
                    </a:lnTo>
                    <a:lnTo>
                      <a:pt x="153353" y="952"/>
                    </a:lnTo>
                    <a:lnTo>
                      <a:pt x="149543" y="1905"/>
                    </a:lnTo>
                    <a:lnTo>
                      <a:pt x="146685" y="2857"/>
                    </a:lnTo>
                    <a:lnTo>
                      <a:pt x="144780" y="4763"/>
                    </a:lnTo>
                    <a:lnTo>
                      <a:pt x="143828" y="8572"/>
                    </a:lnTo>
                    <a:lnTo>
                      <a:pt x="140970" y="16192"/>
                    </a:lnTo>
                    <a:lnTo>
                      <a:pt x="136208" y="28575"/>
                    </a:lnTo>
                    <a:lnTo>
                      <a:pt x="132398" y="35242"/>
                    </a:lnTo>
                    <a:lnTo>
                      <a:pt x="129540" y="40957"/>
                    </a:lnTo>
                    <a:lnTo>
                      <a:pt x="124778" y="45720"/>
                    </a:lnTo>
                    <a:lnTo>
                      <a:pt x="120015" y="48578"/>
                    </a:lnTo>
                    <a:lnTo>
                      <a:pt x="101918" y="57150"/>
                    </a:lnTo>
                    <a:lnTo>
                      <a:pt x="96203" y="60007"/>
                    </a:lnTo>
                    <a:lnTo>
                      <a:pt x="92393" y="63817"/>
                    </a:lnTo>
                    <a:lnTo>
                      <a:pt x="81915" y="73342"/>
                    </a:lnTo>
                    <a:lnTo>
                      <a:pt x="80010" y="75248"/>
                    </a:lnTo>
                    <a:lnTo>
                      <a:pt x="79057" y="78105"/>
                    </a:lnTo>
                    <a:lnTo>
                      <a:pt x="77153" y="84773"/>
                    </a:lnTo>
                    <a:lnTo>
                      <a:pt x="75248" y="88582"/>
                    </a:lnTo>
                    <a:lnTo>
                      <a:pt x="69532" y="96203"/>
                    </a:lnTo>
                    <a:lnTo>
                      <a:pt x="67628" y="101917"/>
                    </a:lnTo>
                    <a:lnTo>
                      <a:pt x="66675" y="107632"/>
                    </a:lnTo>
                    <a:lnTo>
                      <a:pt x="67628" y="116205"/>
                    </a:lnTo>
                    <a:lnTo>
                      <a:pt x="67628" y="117157"/>
                    </a:lnTo>
                    <a:lnTo>
                      <a:pt x="69532" y="120015"/>
                    </a:lnTo>
                    <a:lnTo>
                      <a:pt x="70485" y="121920"/>
                    </a:lnTo>
                    <a:lnTo>
                      <a:pt x="71438" y="122873"/>
                    </a:lnTo>
                    <a:lnTo>
                      <a:pt x="71438" y="126682"/>
                    </a:lnTo>
                    <a:lnTo>
                      <a:pt x="70485" y="129540"/>
                    </a:lnTo>
                    <a:lnTo>
                      <a:pt x="68580" y="132398"/>
                    </a:lnTo>
                    <a:lnTo>
                      <a:pt x="60007" y="145733"/>
                    </a:lnTo>
                    <a:lnTo>
                      <a:pt x="55245" y="151448"/>
                    </a:lnTo>
                    <a:lnTo>
                      <a:pt x="33338" y="168592"/>
                    </a:lnTo>
                    <a:lnTo>
                      <a:pt x="26670" y="171450"/>
                    </a:lnTo>
                    <a:lnTo>
                      <a:pt x="20003" y="174308"/>
                    </a:lnTo>
                    <a:lnTo>
                      <a:pt x="12383" y="176212"/>
                    </a:lnTo>
                    <a:lnTo>
                      <a:pt x="8573" y="176212"/>
                    </a:lnTo>
                    <a:lnTo>
                      <a:pt x="6668" y="177165"/>
                    </a:lnTo>
                    <a:lnTo>
                      <a:pt x="5715" y="178117"/>
                    </a:lnTo>
                    <a:lnTo>
                      <a:pt x="3810" y="179070"/>
                    </a:lnTo>
                    <a:lnTo>
                      <a:pt x="1905" y="182880"/>
                    </a:lnTo>
                    <a:lnTo>
                      <a:pt x="0" y="183833"/>
                    </a:lnTo>
                    <a:lnTo>
                      <a:pt x="90488" y="183833"/>
                    </a:lnTo>
                    <a:lnTo>
                      <a:pt x="90488" y="183833"/>
                    </a:lnTo>
                    <a:lnTo>
                      <a:pt x="90488" y="160973"/>
                    </a:lnTo>
                    <a:lnTo>
                      <a:pt x="90488" y="160020"/>
                    </a:lnTo>
                    <a:lnTo>
                      <a:pt x="111443" y="145733"/>
                    </a:lnTo>
                    <a:lnTo>
                      <a:pt x="114300" y="144780"/>
                    </a:lnTo>
                    <a:lnTo>
                      <a:pt x="120968" y="140017"/>
                    </a:lnTo>
                    <a:lnTo>
                      <a:pt x="120968" y="140017"/>
                    </a:lnTo>
                    <a:lnTo>
                      <a:pt x="130493" y="140970"/>
                    </a:lnTo>
                    <a:lnTo>
                      <a:pt x="131445" y="140970"/>
                    </a:lnTo>
                    <a:lnTo>
                      <a:pt x="133350" y="140970"/>
                    </a:lnTo>
                    <a:lnTo>
                      <a:pt x="134303" y="137160"/>
                    </a:lnTo>
                    <a:lnTo>
                      <a:pt x="135255" y="136208"/>
                    </a:lnTo>
                    <a:lnTo>
                      <a:pt x="155258" y="132398"/>
                    </a:lnTo>
                    <a:lnTo>
                      <a:pt x="159068" y="130492"/>
                    </a:lnTo>
                    <a:lnTo>
                      <a:pt x="165735" y="121920"/>
                    </a:lnTo>
                    <a:lnTo>
                      <a:pt x="185738" y="112395"/>
                    </a:lnTo>
                    <a:lnTo>
                      <a:pt x="189548" y="111442"/>
                    </a:lnTo>
                    <a:lnTo>
                      <a:pt x="191453" y="110490"/>
                    </a:lnTo>
                    <a:lnTo>
                      <a:pt x="191453" y="110490"/>
                    </a:lnTo>
                    <a:lnTo>
                      <a:pt x="192405" y="109538"/>
                    </a:lnTo>
                    <a:lnTo>
                      <a:pt x="192405" y="109538"/>
                    </a:lnTo>
                    <a:lnTo>
                      <a:pt x="192405" y="108585"/>
                    </a:lnTo>
                    <a:lnTo>
                      <a:pt x="191453" y="107632"/>
                    </a:lnTo>
                    <a:lnTo>
                      <a:pt x="188595" y="106680"/>
                    </a:lnTo>
                    <a:lnTo>
                      <a:pt x="188595" y="106680"/>
                    </a:lnTo>
                    <a:lnTo>
                      <a:pt x="187643" y="105728"/>
                    </a:lnTo>
                    <a:lnTo>
                      <a:pt x="187643" y="105728"/>
                    </a:lnTo>
                    <a:lnTo>
                      <a:pt x="188595" y="101917"/>
                    </a:lnTo>
                    <a:lnTo>
                      <a:pt x="187643" y="97155"/>
                    </a:lnTo>
                    <a:lnTo>
                      <a:pt x="187643" y="96203"/>
                    </a:lnTo>
                    <a:lnTo>
                      <a:pt x="188595" y="95250"/>
                    </a:lnTo>
                    <a:lnTo>
                      <a:pt x="190500" y="95250"/>
                    </a:lnTo>
                    <a:lnTo>
                      <a:pt x="194310" y="95250"/>
                    </a:lnTo>
                    <a:lnTo>
                      <a:pt x="203835" y="92392"/>
                    </a:lnTo>
                    <a:lnTo>
                      <a:pt x="204788" y="90488"/>
                    </a:lnTo>
                    <a:lnTo>
                      <a:pt x="205740" y="87630"/>
                    </a:lnTo>
                    <a:lnTo>
                      <a:pt x="206693" y="87630"/>
                    </a:lnTo>
                    <a:lnTo>
                      <a:pt x="207645" y="86678"/>
                    </a:lnTo>
                    <a:lnTo>
                      <a:pt x="207645" y="86678"/>
                    </a:lnTo>
                    <a:lnTo>
                      <a:pt x="208598" y="86678"/>
                    </a:lnTo>
                    <a:lnTo>
                      <a:pt x="214313" y="85725"/>
                    </a:lnTo>
                    <a:lnTo>
                      <a:pt x="216218" y="85725"/>
                    </a:lnTo>
                    <a:lnTo>
                      <a:pt x="218123" y="85725"/>
                    </a:lnTo>
                    <a:lnTo>
                      <a:pt x="221933" y="85725"/>
                    </a:lnTo>
                    <a:lnTo>
                      <a:pt x="225743" y="85725"/>
                    </a:lnTo>
                    <a:lnTo>
                      <a:pt x="228600" y="86678"/>
                    </a:lnTo>
                    <a:lnTo>
                      <a:pt x="235268" y="86678"/>
                    </a:lnTo>
                    <a:lnTo>
                      <a:pt x="236220" y="86678"/>
                    </a:lnTo>
                    <a:lnTo>
                      <a:pt x="238125" y="86678"/>
                    </a:lnTo>
                    <a:lnTo>
                      <a:pt x="239078" y="86678"/>
                    </a:lnTo>
                    <a:lnTo>
                      <a:pt x="240030" y="86678"/>
                    </a:lnTo>
                    <a:lnTo>
                      <a:pt x="240030" y="85725"/>
                    </a:lnTo>
                    <a:lnTo>
                      <a:pt x="240030" y="84773"/>
                    </a:lnTo>
                    <a:lnTo>
                      <a:pt x="240030" y="84773"/>
                    </a:lnTo>
                    <a:lnTo>
                      <a:pt x="240030" y="83820"/>
                    </a:lnTo>
                    <a:lnTo>
                      <a:pt x="240030" y="82867"/>
                    </a:lnTo>
                    <a:lnTo>
                      <a:pt x="240030" y="82867"/>
                    </a:lnTo>
                    <a:lnTo>
                      <a:pt x="240030" y="81915"/>
                    </a:lnTo>
                    <a:lnTo>
                      <a:pt x="240030" y="80963"/>
                    </a:lnTo>
                    <a:lnTo>
                      <a:pt x="242888" y="79057"/>
                    </a:lnTo>
                    <a:lnTo>
                      <a:pt x="242888" y="79057"/>
                    </a:lnTo>
                    <a:lnTo>
                      <a:pt x="243840" y="78105"/>
                    </a:lnTo>
                    <a:lnTo>
                      <a:pt x="243840" y="78105"/>
                    </a:lnTo>
                    <a:lnTo>
                      <a:pt x="243840" y="78105"/>
                    </a:lnTo>
                    <a:close/>
                  </a:path>
                </a:pathLst>
              </a:custGeom>
              <a:solidFill>
                <a:schemeClr val="accent1"/>
              </a:solidFill>
              <a:ln w="6350" cap="rnd">
                <a:solidFill>
                  <a:schemeClr val="bg1">
                    <a:alpha val="80000"/>
                  </a:schemeClr>
                </a:solidFill>
                <a:prstDash val="solid"/>
                <a:round/>
              </a:ln>
            </p:spPr>
            <p:txBody>
              <a:bodyPr rtlCol="0" anchor="ctr"/>
              <a:lstStyle/>
              <a:p>
                <a:endParaRPr lang="en-US"/>
              </a:p>
            </p:txBody>
          </p:sp>
          <p:sp>
            <p:nvSpPr>
              <p:cNvPr id="769" name="Freeform: Shape 214">
                <a:extLst>
                  <a:ext uri="{FF2B5EF4-FFF2-40B4-BE49-F238E27FC236}">
                    <a16:creationId xmlns:a16="http://schemas.microsoft.com/office/drawing/2014/main" id="{84ACC11F-898D-1388-9E6D-68DF1F3F6DE2}"/>
                  </a:ext>
                </a:extLst>
              </p:cNvPr>
              <p:cNvSpPr/>
              <p:nvPr/>
            </p:nvSpPr>
            <p:spPr>
              <a:xfrm>
                <a:off x="5478076" y="3622786"/>
                <a:ext cx="187650" cy="179829"/>
              </a:xfrm>
              <a:custGeom>
                <a:avLst/>
                <a:gdLst>
                  <a:gd name="connsiteX0" fmla="*/ 169545 w 169544"/>
                  <a:gd name="connsiteY0" fmla="*/ 28575 h 151447"/>
                  <a:gd name="connsiteX1" fmla="*/ 169545 w 169544"/>
                  <a:gd name="connsiteY1" fmla="*/ 8572 h 151447"/>
                  <a:gd name="connsiteX2" fmla="*/ 169545 w 169544"/>
                  <a:gd name="connsiteY2" fmla="*/ 8572 h 151447"/>
                  <a:gd name="connsiteX3" fmla="*/ 169545 w 169544"/>
                  <a:gd name="connsiteY3" fmla="*/ 0 h 151447"/>
                  <a:gd name="connsiteX4" fmla="*/ 79057 w 169544"/>
                  <a:gd name="connsiteY4" fmla="*/ 0 h 151447"/>
                  <a:gd name="connsiteX5" fmla="*/ 75248 w 169544"/>
                  <a:gd name="connsiteY5" fmla="*/ 12382 h 151447"/>
                  <a:gd name="connsiteX6" fmla="*/ 72390 w 169544"/>
                  <a:gd name="connsiteY6" fmla="*/ 19050 h 151447"/>
                  <a:gd name="connsiteX7" fmla="*/ 68580 w 169544"/>
                  <a:gd name="connsiteY7" fmla="*/ 23813 h 151447"/>
                  <a:gd name="connsiteX8" fmla="*/ 64770 w 169544"/>
                  <a:gd name="connsiteY8" fmla="*/ 25717 h 151447"/>
                  <a:gd name="connsiteX9" fmla="*/ 59055 w 169544"/>
                  <a:gd name="connsiteY9" fmla="*/ 28575 h 151447"/>
                  <a:gd name="connsiteX10" fmla="*/ 56197 w 169544"/>
                  <a:gd name="connsiteY10" fmla="*/ 30480 h 151447"/>
                  <a:gd name="connsiteX11" fmla="*/ 54293 w 169544"/>
                  <a:gd name="connsiteY11" fmla="*/ 33338 h 151447"/>
                  <a:gd name="connsiteX12" fmla="*/ 52388 w 169544"/>
                  <a:gd name="connsiteY12" fmla="*/ 36195 h 151447"/>
                  <a:gd name="connsiteX13" fmla="*/ 46672 w 169544"/>
                  <a:gd name="connsiteY13" fmla="*/ 51435 h 151447"/>
                  <a:gd name="connsiteX14" fmla="*/ 45720 w 169544"/>
                  <a:gd name="connsiteY14" fmla="*/ 55245 h 151447"/>
                  <a:gd name="connsiteX15" fmla="*/ 44768 w 169544"/>
                  <a:gd name="connsiteY15" fmla="*/ 62865 h 151447"/>
                  <a:gd name="connsiteX16" fmla="*/ 43815 w 169544"/>
                  <a:gd name="connsiteY16" fmla="*/ 65722 h 151447"/>
                  <a:gd name="connsiteX17" fmla="*/ 41910 w 169544"/>
                  <a:gd name="connsiteY17" fmla="*/ 69532 h 151447"/>
                  <a:gd name="connsiteX18" fmla="*/ 31432 w 169544"/>
                  <a:gd name="connsiteY18" fmla="*/ 79057 h 151447"/>
                  <a:gd name="connsiteX19" fmla="*/ 26670 w 169544"/>
                  <a:gd name="connsiteY19" fmla="*/ 83820 h 151447"/>
                  <a:gd name="connsiteX20" fmla="*/ 23813 w 169544"/>
                  <a:gd name="connsiteY20" fmla="*/ 85725 h 151447"/>
                  <a:gd name="connsiteX21" fmla="*/ 22860 w 169544"/>
                  <a:gd name="connsiteY21" fmla="*/ 89535 h 151447"/>
                  <a:gd name="connsiteX22" fmla="*/ 26670 w 169544"/>
                  <a:gd name="connsiteY22" fmla="*/ 85725 h 151447"/>
                  <a:gd name="connsiteX23" fmla="*/ 25718 w 169544"/>
                  <a:gd name="connsiteY23" fmla="*/ 88582 h 151447"/>
                  <a:gd name="connsiteX24" fmla="*/ 23813 w 169544"/>
                  <a:gd name="connsiteY24" fmla="*/ 92392 h 151447"/>
                  <a:gd name="connsiteX25" fmla="*/ 20955 w 169544"/>
                  <a:gd name="connsiteY25" fmla="*/ 97155 h 151447"/>
                  <a:gd name="connsiteX26" fmla="*/ 19050 w 169544"/>
                  <a:gd name="connsiteY26" fmla="*/ 100013 h 151447"/>
                  <a:gd name="connsiteX27" fmla="*/ 17145 w 169544"/>
                  <a:gd name="connsiteY27" fmla="*/ 108585 h 151447"/>
                  <a:gd name="connsiteX28" fmla="*/ 15240 w 169544"/>
                  <a:gd name="connsiteY28" fmla="*/ 113347 h 151447"/>
                  <a:gd name="connsiteX29" fmla="*/ 12382 w 169544"/>
                  <a:gd name="connsiteY29" fmla="*/ 117157 h 151447"/>
                  <a:gd name="connsiteX30" fmla="*/ 11430 w 169544"/>
                  <a:gd name="connsiteY30" fmla="*/ 118110 h 151447"/>
                  <a:gd name="connsiteX31" fmla="*/ 7620 w 169544"/>
                  <a:gd name="connsiteY31" fmla="*/ 120967 h 151447"/>
                  <a:gd name="connsiteX32" fmla="*/ 6668 w 169544"/>
                  <a:gd name="connsiteY32" fmla="*/ 121920 h 151447"/>
                  <a:gd name="connsiteX33" fmla="*/ 4763 w 169544"/>
                  <a:gd name="connsiteY33" fmla="*/ 124777 h 151447"/>
                  <a:gd name="connsiteX34" fmla="*/ 3810 w 169544"/>
                  <a:gd name="connsiteY34" fmla="*/ 126682 h 151447"/>
                  <a:gd name="connsiteX35" fmla="*/ 953 w 169544"/>
                  <a:gd name="connsiteY35" fmla="*/ 141922 h 151447"/>
                  <a:gd name="connsiteX36" fmla="*/ 0 w 169544"/>
                  <a:gd name="connsiteY36" fmla="*/ 147638 h 151447"/>
                  <a:gd name="connsiteX37" fmla="*/ 953 w 169544"/>
                  <a:gd name="connsiteY37" fmla="*/ 151447 h 151447"/>
                  <a:gd name="connsiteX38" fmla="*/ 953 w 169544"/>
                  <a:gd name="connsiteY38" fmla="*/ 149542 h 151447"/>
                  <a:gd name="connsiteX39" fmla="*/ 953 w 169544"/>
                  <a:gd name="connsiteY39" fmla="*/ 148590 h 151447"/>
                  <a:gd name="connsiteX40" fmla="*/ 953 w 169544"/>
                  <a:gd name="connsiteY40" fmla="*/ 146685 h 151447"/>
                  <a:gd name="connsiteX41" fmla="*/ 1905 w 169544"/>
                  <a:gd name="connsiteY41" fmla="*/ 145733 h 151447"/>
                  <a:gd name="connsiteX42" fmla="*/ 2857 w 169544"/>
                  <a:gd name="connsiteY42" fmla="*/ 141922 h 151447"/>
                  <a:gd name="connsiteX43" fmla="*/ 2857 w 169544"/>
                  <a:gd name="connsiteY43" fmla="*/ 140970 h 151447"/>
                  <a:gd name="connsiteX44" fmla="*/ 2857 w 169544"/>
                  <a:gd name="connsiteY44" fmla="*/ 140970 h 151447"/>
                  <a:gd name="connsiteX45" fmla="*/ 2857 w 169544"/>
                  <a:gd name="connsiteY45" fmla="*/ 140017 h 151447"/>
                  <a:gd name="connsiteX46" fmla="*/ 3810 w 169544"/>
                  <a:gd name="connsiteY46" fmla="*/ 140017 h 151447"/>
                  <a:gd name="connsiteX47" fmla="*/ 5715 w 169544"/>
                  <a:gd name="connsiteY47" fmla="*/ 140017 h 151447"/>
                  <a:gd name="connsiteX48" fmla="*/ 10478 w 169544"/>
                  <a:gd name="connsiteY48" fmla="*/ 140017 h 151447"/>
                  <a:gd name="connsiteX49" fmla="*/ 35243 w 169544"/>
                  <a:gd name="connsiteY49" fmla="*/ 140017 h 151447"/>
                  <a:gd name="connsiteX50" fmla="*/ 40005 w 169544"/>
                  <a:gd name="connsiteY50" fmla="*/ 140017 h 151447"/>
                  <a:gd name="connsiteX51" fmla="*/ 42863 w 169544"/>
                  <a:gd name="connsiteY51" fmla="*/ 140017 h 151447"/>
                  <a:gd name="connsiteX52" fmla="*/ 51435 w 169544"/>
                  <a:gd name="connsiteY52" fmla="*/ 140017 h 151447"/>
                  <a:gd name="connsiteX53" fmla="*/ 54293 w 169544"/>
                  <a:gd name="connsiteY53" fmla="*/ 140017 h 151447"/>
                  <a:gd name="connsiteX54" fmla="*/ 58103 w 169544"/>
                  <a:gd name="connsiteY54" fmla="*/ 140017 h 151447"/>
                  <a:gd name="connsiteX55" fmla="*/ 62865 w 169544"/>
                  <a:gd name="connsiteY55" fmla="*/ 140017 h 151447"/>
                  <a:gd name="connsiteX56" fmla="*/ 70485 w 169544"/>
                  <a:gd name="connsiteY56" fmla="*/ 140017 h 151447"/>
                  <a:gd name="connsiteX57" fmla="*/ 77153 w 169544"/>
                  <a:gd name="connsiteY57" fmla="*/ 140017 h 151447"/>
                  <a:gd name="connsiteX58" fmla="*/ 81915 w 169544"/>
                  <a:gd name="connsiteY58" fmla="*/ 140017 h 151447"/>
                  <a:gd name="connsiteX59" fmla="*/ 81915 w 169544"/>
                  <a:gd name="connsiteY59" fmla="*/ 136208 h 151447"/>
                  <a:gd name="connsiteX60" fmla="*/ 81915 w 169544"/>
                  <a:gd name="connsiteY60" fmla="*/ 131445 h 151447"/>
                  <a:gd name="connsiteX61" fmla="*/ 81915 w 169544"/>
                  <a:gd name="connsiteY61" fmla="*/ 130492 h 151447"/>
                  <a:gd name="connsiteX62" fmla="*/ 81915 w 169544"/>
                  <a:gd name="connsiteY62" fmla="*/ 126682 h 151447"/>
                  <a:gd name="connsiteX63" fmla="*/ 80963 w 169544"/>
                  <a:gd name="connsiteY63" fmla="*/ 123825 h 151447"/>
                  <a:gd name="connsiteX64" fmla="*/ 80963 w 169544"/>
                  <a:gd name="connsiteY64" fmla="*/ 116205 h 151447"/>
                  <a:gd name="connsiteX65" fmla="*/ 80963 w 169544"/>
                  <a:gd name="connsiteY65" fmla="*/ 114300 h 151447"/>
                  <a:gd name="connsiteX66" fmla="*/ 80010 w 169544"/>
                  <a:gd name="connsiteY66" fmla="*/ 113347 h 151447"/>
                  <a:gd name="connsiteX67" fmla="*/ 80010 w 169544"/>
                  <a:gd name="connsiteY67" fmla="*/ 112395 h 151447"/>
                  <a:gd name="connsiteX68" fmla="*/ 79057 w 169544"/>
                  <a:gd name="connsiteY68" fmla="*/ 110490 h 151447"/>
                  <a:gd name="connsiteX69" fmla="*/ 79057 w 169544"/>
                  <a:gd name="connsiteY69" fmla="*/ 109538 h 151447"/>
                  <a:gd name="connsiteX70" fmla="*/ 79057 w 169544"/>
                  <a:gd name="connsiteY70" fmla="*/ 108585 h 151447"/>
                  <a:gd name="connsiteX71" fmla="*/ 80010 w 169544"/>
                  <a:gd name="connsiteY71" fmla="*/ 107632 h 151447"/>
                  <a:gd name="connsiteX72" fmla="*/ 80010 w 169544"/>
                  <a:gd name="connsiteY72" fmla="*/ 106680 h 151447"/>
                  <a:gd name="connsiteX73" fmla="*/ 80010 w 169544"/>
                  <a:gd name="connsiteY73" fmla="*/ 106680 h 151447"/>
                  <a:gd name="connsiteX74" fmla="*/ 81915 w 169544"/>
                  <a:gd name="connsiteY74" fmla="*/ 103822 h 151447"/>
                  <a:gd name="connsiteX75" fmla="*/ 87630 w 169544"/>
                  <a:gd name="connsiteY75" fmla="*/ 100013 h 151447"/>
                  <a:gd name="connsiteX76" fmla="*/ 90488 w 169544"/>
                  <a:gd name="connsiteY76" fmla="*/ 98107 h 151447"/>
                  <a:gd name="connsiteX77" fmla="*/ 91440 w 169544"/>
                  <a:gd name="connsiteY77" fmla="*/ 97155 h 151447"/>
                  <a:gd name="connsiteX78" fmla="*/ 91440 w 169544"/>
                  <a:gd name="connsiteY78" fmla="*/ 97155 h 151447"/>
                  <a:gd name="connsiteX79" fmla="*/ 92393 w 169544"/>
                  <a:gd name="connsiteY79" fmla="*/ 97155 h 151447"/>
                  <a:gd name="connsiteX80" fmla="*/ 93345 w 169544"/>
                  <a:gd name="connsiteY80" fmla="*/ 97155 h 151447"/>
                  <a:gd name="connsiteX81" fmla="*/ 95250 w 169544"/>
                  <a:gd name="connsiteY81" fmla="*/ 97155 h 151447"/>
                  <a:gd name="connsiteX82" fmla="*/ 96203 w 169544"/>
                  <a:gd name="connsiteY82" fmla="*/ 96202 h 151447"/>
                  <a:gd name="connsiteX83" fmla="*/ 99060 w 169544"/>
                  <a:gd name="connsiteY83" fmla="*/ 95250 h 151447"/>
                  <a:gd name="connsiteX84" fmla="*/ 100965 w 169544"/>
                  <a:gd name="connsiteY84" fmla="*/ 94297 h 151447"/>
                  <a:gd name="connsiteX85" fmla="*/ 101918 w 169544"/>
                  <a:gd name="connsiteY85" fmla="*/ 93345 h 151447"/>
                  <a:gd name="connsiteX86" fmla="*/ 102870 w 169544"/>
                  <a:gd name="connsiteY86" fmla="*/ 37147 h 151447"/>
                  <a:gd name="connsiteX87" fmla="*/ 121920 w 169544"/>
                  <a:gd name="connsiteY87" fmla="*/ 37147 h 151447"/>
                  <a:gd name="connsiteX88" fmla="*/ 148590 w 169544"/>
                  <a:gd name="connsiteY88" fmla="*/ 37147 h 151447"/>
                  <a:gd name="connsiteX89" fmla="*/ 169545 w 169544"/>
                  <a:gd name="connsiteY89" fmla="*/ 37147 h 151447"/>
                  <a:gd name="connsiteX90" fmla="*/ 169545 w 169544"/>
                  <a:gd name="connsiteY90" fmla="*/ 2857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69544" h="151447">
                    <a:moveTo>
                      <a:pt x="169545" y="28575"/>
                    </a:moveTo>
                    <a:lnTo>
                      <a:pt x="169545" y="8572"/>
                    </a:lnTo>
                    <a:lnTo>
                      <a:pt x="169545" y="8572"/>
                    </a:lnTo>
                    <a:lnTo>
                      <a:pt x="169545" y="0"/>
                    </a:lnTo>
                    <a:lnTo>
                      <a:pt x="79057" y="0"/>
                    </a:lnTo>
                    <a:lnTo>
                      <a:pt x="75248" y="12382"/>
                    </a:lnTo>
                    <a:lnTo>
                      <a:pt x="72390" y="19050"/>
                    </a:lnTo>
                    <a:lnTo>
                      <a:pt x="68580" y="23813"/>
                    </a:lnTo>
                    <a:lnTo>
                      <a:pt x="64770" y="25717"/>
                    </a:lnTo>
                    <a:lnTo>
                      <a:pt x="59055" y="28575"/>
                    </a:lnTo>
                    <a:lnTo>
                      <a:pt x="56197" y="30480"/>
                    </a:lnTo>
                    <a:lnTo>
                      <a:pt x="54293" y="33338"/>
                    </a:lnTo>
                    <a:lnTo>
                      <a:pt x="52388" y="36195"/>
                    </a:lnTo>
                    <a:lnTo>
                      <a:pt x="46672" y="51435"/>
                    </a:lnTo>
                    <a:lnTo>
                      <a:pt x="45720" y="55245"/>
                    </a:lnTo>
                    <a:lnTo>
                      <a:pt x="44768" y="62865"/>
                    </a:lnTo>
                    <a:lnTo>
                      <a:pt x="43815" y="65722"/>
                    </a:lnTo>
                    <a:lnTo>
                      <a:pt x="41910" y="69532"/>
                    </a:lnTo>
                    <a:lnTo>
                      <a:pt x="31432" y="79057"/>
                    </a:lnTo>
                    <a:lnTo>
                      <a:pt x="26670" y="83820"/>
                    </a:lnTo>
                    <a:lnTo>
                      <a:pt x="23813" y="85725"/>
                    </a:lnTo>
                    <a:lnTo>
                      <a:pt x="22860" y="89535"/>
                    </a:lnTo>
                    <a:lnTo>
                      <a:pt x="26670" y="85725"/>
                    </a:lnTo>
                    <a:lnTo>
                      <a:pt x="25718" y="88582"/>
                    </a:lnTo>
                    <a:lnTo>
                      <a:pt x="23813" y="92392"/>
                    </a:lnTo>
                    <a:lnTo>
                      <a:pt x="20955" y="97155"/>
                    </a:lnTo>
                    <a:lnTo>
                      <a:pt x="19050" y="100013"/>
                    </a:lnTo>
                    <a:lnTo>
                      <a:pt x="17145" y="108585"/>
                    </a:lnTo>
                    <a:lnTo>
                      <a:pt x="15240" y="113347"/>
                    </a:lnTo>
                    <a:lnTo>
                      <a:pt x="12382" y="117157"/>
                    </a:lnTo>
                    <a:lnTo>
                      <a:pt x="11430" y="118110"/>
                    </a:lnTo>
                    <a:lnTo>
                      <a:pt x="7620" y="120967"/>
                    </a:lnTo>
                    <a:lnTo>
                      <a:pt x="6668" y="121920"/>
                    </a:lnTo>
                    <a:lnTo>
                      <a:pt x="4763" y="124777"/>
                    </a:lnTo>
                    <a:lnTo>
                      <a:pt x="3810" y="126682"/>
                    </a:lnTo>
                    <a:lnTo>
                      <a:pt x="953" y="141922"/>
                    </a:lnTo>
                    <a:lnTo>
                      <a:pt x="0" y="147638"/>
                    </a:lnTo>
                    <a:lnTo>
                      <a:pt x="953" y="151447"/>
                    </a:lnTo>
                    <a:lnTo>
                      <a:pt x="953" y="149542"/>
                    </a:lnTo>
                    <a:lnTo>
                      <a:pt x="953" y="148590"/>
                    </a:lnTo>
                    <a:lnTo>
                      <a:pt x="953" y="146685"/>
                    </a:lnTo>
                    <a:lnTo>
                      <a:pt x="1905" y="145733"/>
                    </a:lnTo>
                    <a:lnTo>
                      <a:pt x="2857" y="141922"/>
                    </a:lnTo>
                    <a:lnTo>
                      <a:pt x="2857" y="140970"/>
                    </a:lnTo>
                    <a:lnTo>
                      <a:pt x="2857" y="140970"/>
                    </a:lnTo>
                    <a:lnTo>
                      <a:pt x="2857" y="140017"/>
                    </a:lnTo>
                    <a:lnTo>
                      <a:pt x="3810" y="140017"/>
                    </a:lnTo>
                    <a:lnTo>
                      <a:pt x="5715" y="140017"/>
                    </a:lnTo>
                    <a:lnTo>
                      <a:pt x="10478" y="140017"/>
                    </a:lnTo>
                    <a:lnTo>
                      <a:pt x="35243" y="140017"/>
                    </a:lnTo>
                    <a:lnTo>
                      <a:pt x="40005" y="140017"/>
                    </a:lnTo>
                    <a:lnTo>
                      <a:pt x="42863" y="140017"/>
                    </a:lnTo>
                    <a:lnTo>
                      <a:pt x="51435" y="140017"/>
                    </a:lnTo>
                    <a:lnTo>
                      <a:pt x="54293" y="140017"/>
                    </a:lnTo>
                    <a:lnTo>
                      <a:pt x="58103" y="140017"/>
                    </a:lnTo>
                    <a:lnTo>
                      <a:pt x="62865" y="140017"/>
                    </a:lnTo>
                    <a:lnTo>
                      <a:pt x="70485" y="140017"/>
                    </a:lnTo>
                    <a:lnTo>
                      <a:pt x="77153" y="140017"/>
                    </a:lnTo>
                    <a:lnTo>
                      <a:pt x="81915" y="140017"/>
                    </a:lnTo>
                    <a:lnTo>
                      <a:pt x="81915" y="136208"/>
                    </a:lnTo>
                    <a:lnTo>
                      <a:pt x="81915" y="131445"/>
                    </a:lnTo>
                    <a:lnTo>
                      <a:pt x="81915" y="130492"/>
                    </a:lnTo>
                    <a:lnTo>
                      <a:pt x="81915" y="126682"/>
                    </a:lnTo>
                    <a:lnTo>
                      <a:pt x="80963" y="123825"/>
                    </a:lnTo>
                    <a:lnTo>
                      <a:pt x="80963" y="116205"/>
                    </a:lnTo>
                    <a:lnTo>
                      <a:pt x="80963" y="114300"/>
                    </a:lnTo>
                    <a:lnTo>
                      <a:pt x="80010" y="113347"/>
                    </a:lnTo>
                    <a:lnTo>
                      <a:pt x="80010" y="112395"/>
                    </a:lnTo>
                    <a:lnTo>
                      <a:pt x="79057" y="110490"/>
                    </a:lnTo>
                    <a:lnTo>
                      <a:pt x="79057" y="109538"/>
                    </a:lnTo>
                    <a:lnTo>
                      <a:pt x="79057" y="108585"/>
                    </a:lnTo>
                    <a:lnTo>
                      <a:pt x="80010" y="107632"/>
                    </a:lnTo>
                    <a:lnTo>
                      <a:pt x="80010" y="106680"/>
                    </a:lnTo>
                    <a:lnTo>
                      <a:pt x="80010" y="106680"/>
                    </a:lnTo>
                    <a:lnTo>
                      <a:pt x="81915" y="103822"/>
                    </a:lnTo>
                    <a:lnTo>
                      <a:pt x="87630" y="100013"/>
                    </a:lnTo>
                    <a:lnTo>
                      <a:pt x="90488" y="98107"/>
                    </a:lnTo>
                    <a:lnTo>
                      <a:pt x="91440" y="97155"/>
                    </a:lnTo>
                    <a:lnTo>
                      <a:pt x="91440" y="97155"/>
                    </a:lnTo>
                    <a:lnTo>
                      <a:pt x="92393" y="97155"/>
                    </a:lnTo>
                    <a:lnTo>
                      <a:pt x="93345" y="97155"/>
                    </a:lnTo>
                    <a:lnTo>
                      <a:pt x="95250" y="97155"/>
                    </a:lnTo>
                    <a:lnTo>
                      <a:pt x="96203" y="96202"/>
                    </a:lnTo>
                    <a:lnTo>
                      <a:pt x="99060" y="95250"/>
                    </a:lnTo>
                    <a:lnTo>
                      <a:pt x="100965" y="94297"/>
                    </a:lnTo>
                    <a:lnTo>
                      <a:pt x="101918" y="93345"/>
                    </a:lnTo>
                    <a:lnTo>
                      <a:pt x="102870" y="37147"/>
                    </a:lnTo>
                    <a:lnTo>
                      <a:pt x="121920" y="37147"/>
                    </a:lnTo>
                    <a:lnTo>
                      <a:pt x="148590" y="37147"/>
                    </a:lnTo>
                    <a:lnTo>
                      <a:pt x="169545" y="37147"/>
                    </a:lnTo>
                    <a:lnTo>
                      <a:pt x="169545" y="28575"/>
                    </a:lnTo>
                    <a:close/>
                  </a:path>
                </a:pathLst>
              </a:custGeom>
              <a:solidFill>
                <a:schemeClr val="accent1"/>
              </a:solidFill>
              <a:ln w="6350" cap="rnd">
                <a:solidFill>
                  <a:schemeClr val="bg1">
                    <a:alpha val="80000"/>
                  </a:schemeClr>
                </a:solidFill>
                <a:prstDash val="solid"/>
                <a:round/>
              </a:ln>
            </p:spPr>
            <p:txBody>
              <a:bodyPr rtlCol="0" anchor="ctr"/>
              <a:lstStyle/>
              <a:p>
                <a:endParaRPr lang="en-US"/>
              </a:p>
            </p:txBody>
          </p:sp>
          <p:sp>
            <p:nvSpPr>
              <p:cNvPr id="770" name="Freeform: Shape 215">
                <a:extLst>
                  <a:ext uri="{FF2B5EF4-FFF2-40B4-BE49-F238E27FC236}">
                    <a16:creationId xmlns:a16="http://schemas.microsoft.com/office/drawing/2014/main" id="{BB9D2100-9532-D30F-2D02-E6AD6342EC44}"/>
                  </a:ext>
                </a:extLst>
              </p:cNvPr>
              <p:cNvSpPr/>
              <p:nvPr/>
            </p:nvSpPr>
            <p:spPr>
              <a:xfrm>
                <a:off x="6593440" y="3951908"/>
                <a:ext cx="333132" cy="275965"/>
              </a:xfrm>
              <a:custGeom>
                <a:avLst/>
                <a:gdLst>
                  <a:gd name="connsiteX0" fmla="*/ 280988 w 300989"/>
                  <a:gd name="connsiteY0" fmla="*/ 140970 h 232410"/>
                  <a:gd name="connsiteX1" fmla="*/ 280035 w 300989"/>
                  <a:gd name="connsiteY1" fmla="*/ 140017 h 232410"/>
                  <a:gd name="connsiteX2" fmla="*/ 267652 w 300989"/>
                  <a:gd name="connsiteY2" fmla="*/ 136208 h 232410"/>
                  <a:gd name="connsiteX3" fmla="*/ 262890 w 300989"/>
                  <a:gd name="connsiteY3" fmla="*/ 134302 h 232410"/>
                  <a:gd name="connsiteX4" fmla="*/ 255270 w 300989"/>
                  <a:gd name="connsiteY4" fmla="*/ 131445 h 232410"/>
                  <a:gd name="connsiteX5" fmla="*/ 248602 w 300989"/>
                  <a:gd name="connsiteY5" fmla="*/ 129540 h 232410"/>
                  <a:gd name="connsiteX6" fmla="*/ 244792 w 300989"/>
                  <a:gd name="connsiteY6" fmla="*/ 128588 h 232410"/>
                  <a:gd name="connsiteX7" fmla="*/ 239077 w 300989"/>
                  <a:gd name="connsiteY7" fmla="*/ 126683 h 232410"/>
                  <a:gd name="connsiteX8" fmla="*/ 224790 w 300989"/>
                  <a:gd name="connsiteY8" fmla="*/ 121920 h 232410"/>
                  <a:gd name="connsiteX9" fmla="*/ 222885 w 300989"/>
                  <a:gd name="connsiteY9" fmla="*/ 120967 h 232410"/>
                  <a:gd name="connsiteX10" fmla="*/ 220980 w 300989"/>
                  <a:gd name="connsiteY10" fmla="*/ 120015 h 232410"/>
                  <a:gd name="connsiteX11" fmla="*/ 217170 w 300989"/>
                  <a:gd name="connsiteY11" fmla="*/ 117158 h 232410"/>
                  <a:gd name="connsiteX12" fmla="*/ 213360 w 300989"/>
                  <a:gd name="connsiteY12" fmla="*/ 113348 h 232410"/>
                  <a:gd name="connsiteX13" fmla="*/ 213360 w 300989"/>
                  <a:gd name="connsiteY13" fmla="*/ 113348 h 232410"/>
                  <a:gd name="connsiteX14" fmla="*/ 212408 w 300989"/>
                  <a:gd name="connsiteY14" fmla="*/ 113348 h 232410"/>
                  <a:gd name="connsiteX15" fmla="*/ 212408 w 300989"/>
                  <a:gd name="connsiteY15" fmla="*/ 113348 h 232410"/>
                  <a:gd name="connsiteX16" fmla="*/ 212408 w 300989"/>
                  <a:gd name="connsiteY16" fmla="*/ 113348 h 232410"/>
                  <a:gd name="connsiteX17" fmla="*/ 211455 w 300989"/>
                  <a:gd name="connsiteY17" fmla="*/ 113348 h 232410"/>
                  <a:gd name="connsiteX18" fmla="*/ 210502 w 300989"/>
                  <a:gd name="connsiteY18" fmla="*/ 112395 h 232410"/>
                  <a:gd name="connsiteX19" fmla="*/ 210502 w 300989"/>
                  <a:gd name="connsiteY19" fmla="*/ 112395 h 232410"/>
                  <a:gd name="connsiteX20" fmla="*/ 209550 w 300989"/>
                  <a:gd name="connsiteY20" fmla="*/ 111442 h 232410"/>
                  <a:gd name="connsiteX21" fmla="*/ 208597 w 300989"/>
                  <a:gd name="connsiteY21" fmla="*/ 110490 h 232410"/>
                  <a:gd name="connsiteX22" fmla="*/ 207645 w 300989"/>
                  <a:gd name="connsiteY22" fmla="*/ 109538 h 232410"/>
                  <a:gd name="connsiteX23" fmla="*/ 206692 w 300989"/>
                  <a:gd name="connsiteY23" fmla="*/ 106680 h 232410"/>
                  <a:gd name="connsiteX24" fmla="*/ 204788 w 300989"/>
                  <a:gd name="connsiteY24" fmla="*/ 103823 h 232410"/>
                  <a:gd name="connsiteX25" fmla="*/ 204788 w 300989"/>
                  <a:gd name="connsiteY25" fmla="*/ 102870 h 232410"/>
                  <a:gd name="connsiteX26" fmla="*/ 204788 w 300989"/>
                  <a:gd name="connsiteY26" fmla="*/ 102870 h 232410"/>
                  <a:gd name="connsiteX27" fmla="*/ 203835 w 300989"/>
                  <a:gd name="connsiteY27" fmla="*/ 101917 h 232410"/>
                  <a:gd name="connsiteX28" fmla="*/ 203835 w 300989"/>
                  <a:gd name="connsiteY28" fmla="*/ 101917 h 232410"/>
                  <a:gd name="connsiteX29" fmla="*/ 202883 w 300989"/>
                  <a:gd name="connsiteY29" fmla="*/ 100965 h 232410"/>
                  <a:gd name="connsiteX30" fmla="*/ 201930 w 300989"/>
                  <a:gd name="connsiteY30" fmla="*/ 100013 h 232410"/>
                  <a:gd name="connsiteX31" fmla="*/ 200977 w 300989"/>
                  <a:gd name="connsiteY31" fmla="*/ 99060 h 232410"/>
                  <a:gd name="connsiteX32" fmla="*/ 200025 w 300989"/>
                  <a:gd name="connsiteY32" fmla="*/ 98108 h 232410"/>
                  <a:gd name="connsiteX33" fmla="*/ 199072 w 300989"/>
                  <a:gd name="connsiteY33" fmla="*/ 97155 h 232410"/>
                  <a:gd name="connsiteX34" fmla="*/ 198120 w 300989"/>
                  <a:gd name="connsiteY34" fmla="*/ 96202 h 232410"/>
                  <a:gd name="connsiteX35" fmla="*/ 198120 w 300989"/>
                  <a:gd name="connsiteY35" fmla="*/ 96202 h 232410"/>
                  <a:gd name="connsiteX36" fmla="*/ 197167 w 300989"/>
                  <a:gd name="connsiteY36" fmla="*/ 95250 h 232410"/>
                  <a:gd name="connsiteX37" fmla="*/ 197167 w 300989"/>
                  <a:gd name="connsiteY37" fmla="*/ 94298 h 232410"/>
                  <a:gd name="connsiteX38" fmla="*/ 197167 w 300989"/>
                  <a:gd name="connsiteY38" fmla="*/ 93345 h 232410"/>
                  <a:gd name="connsiteX39" fmla="*/ 196215 w 300989"/>
                  <a:gd name="connsiteY39" fmla="*/ 92392 h 232410"/>
                  <a:gd name="connsiteX40" fmla="*/ 196215 w 300989"/>
                  <a:gd name="connsiteY40" fmla="*/ 90488 h 232410"/>
                  <a:gd name="connsiteX41" fmla="*/ 195263 w 300989"/>
                  <a:gd name="connsiteY41" fmla="*/ 89535 h 232410"/>
                  <a:gd name="connsiteX42" fmla="*/ 194310 w 300989"/>
                  <a:gd name="connsiteY42" fmla="*/ 88583 h 232410"/>
                  <a:gd name="connsiteX43" fmla="*/ 194310 w 300989"/>
                  <a:gd name="connsiteY43" fmla="*/ 88583 h 232410"/>
                  <a:gd name="connsiteX44" fmla="*/ 194310 w 300989"/>
                  <a:gd name="connsiteY44" fmla="*/ 87630 h 232410"/>
                  <a:gd name="connsiteX45" fmla="*/ 194310 w 300989"/>
                  <a:gd name="connsiteY45" fmla="*/ 87630 h 232410"/>
                  <a:gd name="connsiteX46" fmla="*/ 195263 w 300989"/>
                  <a:gd name="connsiteY46" fmla="*/ 84773 h 232410"/>
                  <a:gd name="connsiteX47" fmla="*/ 197167 w 300989"/>
                  <a:gd name="connsiteY47" fmla="*/ 82867 h 232410"/>
                  <a:gd name="connsiteX48" fmla="*/ 198120 w 300989"/>
                  <a:gd name="connsiteY48" fmla="*/ 80963 h 232410"/>
                  <a:gd name="connsiteX49" fmla="*/ 199072 w 300989"/>
                  <a:gd name="connsiteY49" fmla="*/ 80963 h 232410"/>
                  <a:gd name="connsiteX50" fmla="*/ 199072 w 300989"/>
                  <a:gd name="connsiteY50" fmla="*/ 80010 h 232410"/>
                  <a:gd name="connsiteX51" fmla="*/ 199072 w 300989"/>
                  <a:gd name="connsiteY51" fmla="*/ 80010 h 232410"/>
                  <a:gd name="connsiteX52" fmla="*/ 199072 w 300989"/>
                  <a:gd name="connsiteY52" fmla="*/ 80010 h 232410"/>
                  <a:gd name="connsiteX53" fmla="*/ 199072 w 300989"/>
                  <a:gd name="connsiteY53" fmla="*/ 79058 h 232410"/>
                  <a:gd name="connsiteX54" fmla="*/ 198120 w 300989"/>
                  <a:gd name="connsiteY54" fmla="*/ 79058 h 232410"/>
                  <a:gd name="connsiteX55" fmla="*/ 196215 w 300989"/>
                  <a:gd name="connsiteY55" fmla="*/ 79058 h 232410"/>
                  <a:gd name="connsiteX56" fmla="*/ 195263 w 300989"/>
                  <a:gd name="connsiteY56" fmla="*/ 78105 h 232410"/>
                  <a:gd name="connsiteX57" fmla="*/ 194310 w 300989"/>
                  <a:gd name="connsiteY57" fmla="*/ 78105 h 232410"/>
                  <a:gd name="connsiteX58" fmla="*/ 192405 w 300989"/>
                  <a:gd name="connsiteY58" fmla="*/ 78105 h 232410"/>
                  <a:gd name="connsiteX59" fmla="*/ 181927 w 300989"/>
                  <a:gd name="connsiteY59" fmla="*/ 80963 h 232410"/>
                  <a:gd name="connsiteX60" fmla="*/ 180022 w 300989"/>
                  <a:gd name="connsiteY60" fmla="*/ 80963 h 232410"/>
                  <a:gd name="connsiteX61" fmla="*/ 178117 w 300989"/>
                  <a:gd name="connsiteY61" fmla="*/ 80010 h 232410"/>
                  <a:gd name="connsiteX62" fmla="*/ 177165 w 300989"/>
                  <a:gd name="connsiteY62" fmla="*/ 79058 h 232410"/>
                  <a:gd name="connsiteX63" fmla="*/ 177165 w 300989"/>
                  <a:gd name="connsiteY63" fmla="*/ 78105 h 232410"/>
                  <a:gd name="connsiteX64" fmla="*/ 176213 w 300989"/>
                  <a:gd name="connsiteY64" fmla="*/ 76200 h 232410"/>
                  <a:gd name="connsiteX65" fmla="*/ 177165 w 300989"/>
                  <a:gd name="connsiteY65" fmla="*/ 68580 h 232410"/>
                  <a:gd name="connsiteX66" fmla="*/ 179070 w 300989"/>
                  <a:gd name="connsiteY66" fmla="*/ 61913 h 232410"/>
                  <a:gd name="connsiteX67" fmla="*/ 188595 w 300989"/>
                  <a:gd name="connsiteY67" fmla="*/ 49530 h 232410"/>
                  <a:gd name="connsiteX68" fmla="*/ 156210 w 300989"/>
                  <a:gd name="connsiteY68" fmla="*/ 15240 h 232410"/>
                  <a:gd name="connsiteX69" fmla="*/ 149542 w 300989"/>
                  <a:gd name="connsiteY69" fmla="*/ 11430 h 232410"/>
                  <a:gd name="connsiteX70" fmla="*/ 142875 w 300989"/>
                  <a:gd name="connsiteY70" fmla="*/ 8573 h 232410"/>
                  <a:gd name="connsiteX71" fmla="*/ 136208 w 300989"/>
                  <a:gd name="connsiteY71" fmla="*/ 7620 h 232410"/>
                  <a:gd name="connsiteX72" fmla="*/ 126683 w 300989"/>
                  <a:gd name="connsiteY72" fmla="*/ 6667 h 232410"/>
                  <a:gd name="connsiteX73" fmla="*/ 123825 w 300989"/>
                  <a:gd name="connsiteY73" fmla="*/ 6667 h 232410"/>
                  <a:gd name="connsiteX74" fmla="*/ 122872 w 300989"/>
                  <a:gd name="connsiteY74" fmla="*/ 5715 h 232410"/>
                  <a:gd name="connsiteX75" fmla="*/ 121920 w 300989"/>
                  <a:gd name="connsiteY75" fmla="*/ 5715 h 232410"/>
                  <a:gd name="connsiteX76" fmla="*/ 121920 w 300989"/>
                  <a:gd name="connsiteY76" fmla="*/ 4763 h 232410"/>
                  <a:gd name="connsiteX77" fmla="*/ 120967 w 300989"/>
                  <a:gd name="connsiteY77" fmla="*/ 4763 h 232410"/>
                  <a:gd name="connsiteX78" fmla="*/ 119063 w 300989"/>
                  <a:gd name="connsiteY78" fmla="*/ 5715 h 232410"/>
                  <a:gd name="connsiteX79" fmla="*/ 115252 w 300989"/>
                  <a:gd name="connsiteY79" fmla="*/ 7620 h 232410"/>
                  <a:gd name="connsiteX80" fmla="*/ 112395 w 300989"/>
                  <a:gd name="connsiteY80" fmla="*/ 8573 h 232410"/>
                  <a:gd name="connsiteX81" fmla="*/ 111442 w 300989"/>
                  <a:gd name="connsiteY81" fmla="*/ 8573 h 232410"/>
                  <a:gd name="connsiteX82" fmla="*/ 109538 w 300989"/>
                  <a:gd name="connsiteY82" fmla="*/ 8573 h 232410"/>
                  <a:gd name="connsiteX83" fmla="*/ 108585 w 300989"/>
                  <a:gd name="connsiteY83" fmla="*/ 8573 h 232410"/>
                  <a:gd name="connsiteX84" fmla="*/ 104775 w 300989"/>
                  <a:gd name="connsiteY84" fmla="*/ 5715 h 232410"/>
                  <a:gd name="connsiteX85" fmla="*/ 100013 w 300989"/>
                  <a:gd name="connsiteY85" fmla="*/ 1905 h 232410"/>
                  <a:gd name="connsiteX86" fmla="*/ 98108 w 300989"/>
                  <a:gd name="connsiteY86" fmla="*/ 0 h 232410"/>
                  <a:gd name="connsiteX87" fmla="*/ 94297 w 300989"/>
                  <a:gd name="connsiteY87" fmla="*/ 8573 h 232410"/>
                  <a:gd name="connsiteX88" fmla="*/ 93345 w 300989"/>
                  <a:gd name="connsiteY88" fmla="*/ 11430 h 232410"/>
                  <a:gd name="connsiteX89" fmla="*/ 91440 w 300989"/>
                  <a:gd name="connsiteY89" fmla="*/ 14288 h 232410"/>
                  <a:gd name="connsiteX90" fmla="*/ 90488 w 300989"/>
                  <a:gd name="connsiteY90" fmla="*/ 13335 h 232410"/>
                  <a:gd name="connsiteX91" fmla="*/ 89535 w 300989"/>
                  <a:gd name="connsiteY91" fmla="*/ 11430 h 232410"/>
                  <a:gd name="connsiteX92" fmla="*/ 86677 w 300989"/>
                  <a:gd name="connsiteY92" fmla="*/ 9525 h 232410"/>
                  <a:gd name="connsiteX93" fmla="*/ 84772 w 300989"/>
                  <a:gd name="connsiteY93" fmla="*/ 8573 h 232410"/>
                  <a:gd name="connsiteX94" fmla="*/ 83820 w 300989"/>
                  <a:gd name="connsiteY94" fmla="*/ 9525 h 232410"/>
                  <a:gd name="connsiteX95" fmla="*/ 82867 w 300989"/>
                  <a:gd name="connsiteY95" fmla="*/ 10477 h 232410"/>
                  <a:gd name="connsiteX96" fmla="*/ 80963 w 300989"/>
                  <a:gd name="connsiteY96" fmla="*/ 12383 h 232410"/>
                  <a:gd name="connsiteX97" fmla="*/ 78105 w 300989"/>
                  <a:gd name="connsiteY97" fmla="*/ 12383 h 232410"/>
                  <a:gd name="connsiteX98" fmla="*/ 73342 w 300989"/>
                  <a:gd name="connsiteY98" fmla="*/ 11430 h 232410"/>
                  <a:gd name="connsiteX99" fmla="*/ 70485 w 300989"/>
                  <a:gd name="connsiteY99" fmla="*/ 12383 h 232410"/>
                  <a:gd name="connsiteX100" fmla="*/ 69533 w 300989"/>
                  <a:gd name="connsiteY100" fmla="*/ 16192 h 232410"/>
                  <a:gd name="connsiteX101" fmla="*/ 69533 w 300989"/>
                  <a:gd name="connsiteY101" fmla="*/ 17145 h 232410"/>
                  <a:gd name="connsiteX102" fmla="*/ 69533 w 300989"/>
                  <a:gd name="connsiteY102" fmla="*/ 19050 h 232410"/>
                  <a:gd name="connsiteX103" fmla="*/ 68580 w 300989"/>
                  <a:gd name="connsiteY103" fmla="*/ 20955 h 232410"/>
                  <a:gd name="connsiteX104" fmla="*/ 68580 w 300989"/>
                  <a:gd name="connsiteY104" fmla="*/ 22860 h 232410"/>
                  <a:gd name="connsiteX105" fmla="*/ 68580 w 300989"/>
                  <a:gd name="connsiteY105" fmla="*/ 24765 h 232410"/>
                  <a:gd name="connsiteX106" fmla="*/ 67627 w 300989"/>
                  <a:gd name="connsiteY106" fmla="*/ 26670 h 232410"/>
                  <a:gd name="connsiteX107" fmla="*/ 67627 w 300989"/>
                  <a:gd name="connsiteY107" fmla="*/ 27623 h 232410"/>
                  <a:gd name="connsiteX108" fmla="*/ 65722 w 300989"/>
                  <a:gd name="connsiteY108" fmla="*/ 29527 h 232410"/>
                  <a:gd name="connsiteX109" fmla="*/ 64770 w 300989"/>
                  <a:gd name="connsiteY109" fmla="*/ 31433 h 232410"/>
                  <a:gd name="connsiteX110" fmla="*/ 64770 w 300989"/>
                  <a:gd name="connsiteY110" fmla="*/ 32385 h 232410"/>
                  <a:gd name="connsiteX111" fmla="*/ 63817 w 300989"/>
                  <a:gd name="connsiteY111" fmla="*/ 35242 h 232410"/>
                  <a:gd name="connsiteX112" fmla="*/ 62865 w 300989"/>
                  <a:gd name="connsiteY112" fmla="*/ 38100 h 232410"/>
                  <a:gd name="connsiteX113" fmla="*/ 62865 w 300989"/>
                  <a:gd name="connsiteY113" fmla="*/ 40005 h 232410"/>
                  <a:gd name="connsiteX114" fmla="*/ 62865 w 300989"/>
                  <a:gd name="connsiteY114" fmla="*/ 40958 h 232410"/>
                  <a:gd name="connsiteX115" fmla="*/ 62865 w 300989"/>
                  <a:gd name="connsiteY115" fmla="*/ 41910 h 232410"/>
                  <a:gd name="connsiteX116" fmla="*/ 62865 w 300989"/>
                  <a:gd name="connsiteY116" fmla="*/ 41910 h 232410"/>
                  <a:gd name="connsiteX117" fmla="*/ 62865 w 300989"/>
                  <a:gd name="connsiteY117" fmla="*/ 42863 h 232410"/>
                  <a:gd name="connsiteX118" fmla="*/ 62865 w 300989"/>
                  <a:gd name="connsiteY118" fmla="*/ 42863 h 232410"/>
                  <a:gd name="connsiteX119" fmla="*/ 62865 w 300989"/>
                  <a:gd name="connsiteY119" fmla="*/ 43815 h 232410"/>
                  <a:gd name="connsiteX120" fmla="*/ 62865 w 300989"/>
                  <a:gd name="connsiteY120" fmla="*/ 43815 h 232410"/>
                  <a:gd name="connsiteX121" fmla="*/ 62865 w 300989"/>
                  <a:gd name="connsiteY121" fmla="*/ 43815 h 232410"/>
                  <a:gd name="connsiteX122" fmla="*/ 61913 w 300989"/>
                  <a:gd name="connsiteY122" fmla="*/ 43815 h 232410"/>
                  <a:gd name="connsiteX123" fmla="*/ 60008 w 300989"/>
                  <a:gd name="connsiteY123" fmla="*/ 44767 h 232410"/>
                  <a:gd name="connsiteX124" fmla="*/ 56197 w 300989"/>
                  <a:gd name="connsiteY124" fmla="*/ 44767 h 232410"/>
                  <a:gd name="connsiteX125" fmla="*/ 54292 w 300989"/>
                  <a:gd name="connsiteY125" fmla="*/ 45720 h 232410"/>
                  <a:gd name="connsiteX126" fmla="*/ 53340 w 300989"/>
                  <a:gd name="connsiteY126" fmla="*/ 46673 h 232410"/>
                  <a:gd name="connsiteX127" fmla="*/ 51435 w 300989"/>
                  <a:gd name="connsiteY127" fmla="*/ 48577 h 232410"/>
                  <a:gd name="connsiteX128" fmla="*/ 50483 w 300989"/>
                  <a:gd name="connsiteY128" fmla="*/ 50483 h 232410"/>
                  <a:gd name="connsiteX129" fmla="*/ 47625 w 300989"/>
                  <a:gd name="connsiteY129" fmla="*/ 56198 h 232410"/>
                  <a:gd name="connsiteX130" fmla="*/ 46672 w 300989"/>
                  <a:gd name="connsiteY130" fmla="*/ 58102 h 232410"/>
                  <a:gd name="connsiteX131" fmla="*/ 45720 w 300989"/>
                  <a:gd name="connsiteY131" fmla="*/ 59055 h 232410"/>
                  <a:gd name="connsiteX132" fmla="*/ 42863 w 300989"/>
                  <a:gd name="connsiteY132" fmla="*/ 62865 h 232410"/>
                  <a:gd name="connsiteX133" fmla="*/ 41910 w 300989"/>
                  <a:gd name="connsiteY133" fmla="*/ 63817 h 232410"/>
                  <a:gd name="connsiteX134" fmla="*/ 41910 w 300989"/>
                  <a:gd name="connsiteY134" fmla="*/ 65723 h 232410"/>
                  <a:gd name="connsiteX135" fmla="*/ 40957 w 300989"/>
                  <a:gd name="connsiteY135" fmla="*/ 68580 h 232410"/>
                  <a:gd name="connsiteX136" fmla="*/ 40005 w 300989"/>
                  <a:gd name="connsiteY136" fmla="*/ 73342 h 232410"/>
                  <a:gd name="connsiteX137" fmla="*/ 39052 w 300989"/>
                  <a:gd name="connsiteY137" fmla="*/ 75248 h 232410"/>
                  <a:gd name="connsiteX138" fmla="*/ 39052 w 300989"/>
                  <a:gd name="connsiteY138" fmla="*/ 76200 h 232410"/>
                  <a:gd name="connsiteX139" fmla="*/ 39052 w 300989"/>
                  <a:gd name="connsiteY139" fmla="*/ 78105 h 232410"/>
                  <a:gd name="connsiteX140" fmla="*/ 39052 w 300989"/>
                  <a:gd name="connsiteY140" fmla="*/ 80010 h 232410"/>
                  <a:gd name="connsiteX141" fmla="*/ 39052 w 300989"/>
                  <a:gd name="connsiteY141" fmla="*/ 81915 h 232410"/>
                  <a:gd name="connsiteX142" fmla="*/ 38100 w 300989"/>
                  <a:gd name="connsiteY142" fmla="*/ 82867 h 232410"/>
                  <a:gd name="connsiteX143" fmla="*/ 38100 w 300989"/>
                  <a:gd name="connsiteY143" fmla="*/ 83820 h 232410"/>
                  <a:gd name="connsiteX144" fmla="*/ 37147 w 300989"/>
                  <a:gd name="connsiteY144" fmla="*/ 83820 h 232410"/>
                  <a:gd name="connsiteX145" fmla="*/ 36195 w 300989"/>
                  <a:gd name="connsiteY145" fmla="*/ 84773 h 232410"/>
                  <a:gd name="connsiteX146" fmla="*/ 34290 w 300989"/>
                  <a:gd name="connsiteY146" fmla="*/ 83820 h 232410"/>
                  <a:gd name="connsiteX147" fmla="*/ 32385 w 300989"/>
                  <a:gd name="connsiteY147" fmla="*/ 82867 h 232410"/>
                  <a:gd name="connsiteX148" fmla="*/ 31432 w 300989"/>
                  <a:gd name="connsiteY148" fmla="*/ 82867 h 232410"/>
                  <a:gd name="connsiteX149" fmla="*/ 28575 w 300989"/>
                  <a:gd name="connsiteY149" fmla="*/ 83820 h 232410"/>
                  <a:gd name="connsiteX150" fmla="*/ 26670 w 300989"/>
                  <a:gd name="connsiteY150" fmla="*/ 85725 h 232410"/>
                  <a:gd name="connsiteX151" fmla="*/ 25717 w 300989"/>
                  <a:gd name="connsiteY151" fmla="*/ 88583 h 232410"/>
                  <a:gd name="connsiteX152" fmla="*/ 25717 w 300989"/>
                  <a:gd name="connsiteY152" fmla="*/ 91440 h 232410"/>
                  <a:gd name="connsiteX153" fmla="*/ 26670 w 300989"/>
                  <a:gd name="connsiteY153" fmla="*/ 94298 h 232410"/>
                  <a:gd name="connsiteX154" fmla="*/ 25717 w 300989"/>
                  <a:gd name="connsiteY154" fmla="*/ 96202 h 232410"/>
                  <a:gd name="connsiteX155" fmla="*/ 25717 w 300989"/>
                  <a:gd name="connsiteY155" fmla="*/ 97155 h 232410"/>
                  <a:gd name="connsiteX156" fmla="*/ 25717 w 300989"/>
                  <a:gd name="connsiteY156" fmla="*/ 98108 h 232410"/>
                  <a:gd name="connsiteX157" fmla="*/ 24765 w 300989"/>
                  <a:gd name="connsiteY157" fmla="*/ 99060 h 232410"/>
                  <a:gd name="connsiteX158" fmla="*/ 23813 w 300989"/>
                  <a:gd name="connsiteY158" fmla="*/ 101917 h 232410"/>
                  <a:gd name="connsiteX159" fmla="*/ 22860 w 300989"/>
                  <a:gd name="connsiteY159" fmla="*/ 103823 h 232410"/>
                  <a:gd name="connsiteX160" fmla="*/ 22860 w 300989"/>
                  <a:gd name="connsiteY160" fmla="*/ 105727 h 232410"/>
                  <a:gd name="connsiteX161" fmla="*/ 21907 w 300989"/>
                  <a:gd name="connsiteY161" fmla="*/ 106680 h 232410"/>
                  <a:gd name="connsiteX162" fmla="*/ 21907 w 300989"/>
                  <a:gd name="connsiteY162" fmla="*/ 109538 h 232410"/>
                  <a:gd name="connsiteX163" fmla="*/ 21907 w 300989"/>
                  <a:gd name="connsiteY163" fmla="*/ 109538 h 232410"/>
                  <a:gd name="connsiteX164" fmla="*/ 21907 w 300989"/>
                  <a:gd name="connsiteY164" fmla="*/ 111442 h 232410"/>
                  <a:gd name="connsiteX165" fmla="*/ 21907 w 300989"/>
                  <a:gd name="connsiteY165" fmla="*/ 113348 h 232410"/>
                  <a:gd name="connsiteX166" fmla="*/ 21907 w 300989"/>
                  <a:gd name="connsiteY166" fmla="*/ 118110 h 232410"/>
                  <a:gd name="connsiteX167" fmla="*/ 21907 w 300989"/>
                  <a:gd name="connsiteY167" fmla="*/ 121920 h 232410"/>
                  <a:gd name="connsiteX168" fmla="*/ 21907 w 300989"/>
                  <a:gd name="connsiteY168" fmla="*/ 125730 h 232410"/>
                  <a:gd name="connsiteX169" fmla="*/ 21907 w 300989"/>
                  <a:gd name="connsiteY169" fmla="*/ 126683 h 232410"/>
                  <a:gd name="connsiteX170" fmla="*/ 21907 w 300989"/>
                  <a:gd name="connsiteY170" fmla="*/ 127635 h 232410"/>
                  <a:gd name="connsiteX171" fmla="*/ 21907 w 300989"/>
                  <a:gd name="connsiteY171" fmla="*/ 128588 h 232410"/>
                  <a:gd name="connsiteX172" fmla="*/ 21907 w 300989"/>
                  <a:gd name="connsiteY172" fmla="*/ 129540 h 232410"/>
                  <a:gd name="connsiteX173" fmla="*/ 20955 w 300989"/>
                  <a:gd name="connsiteY173" fmla="*/ 130492 h 232410"/>
                  <a:gd name="connsiteX174" fmla="*/ 20002 w 300989"/>
                  <a:gd name="connsiteY174" fmla="*/ 131445 h 232410"/>
                  <a:gd name="connsiteX175" fmla="*/ 19050 w 300989"/>
                  <a:gd name="connsiteY175" fmla="*/ 131445 h 232410"/>
                  <a:gd name="connsiteX176" fmla="*/ 19050 w 300989"/>
                  <a:gd name="connsiteY176" fmla="*/ 131445 h 232410"/>
                  <a:gd name="connsiteX177" fmla="*/ 18097 w 300989"/>
                  <a:gd name="connsiteY177" fmla="*/ 131445 h 232410"/>
                  <a:gd name="connsiteX178" fmla="*/ 18097 w 300989"/>
                  <a:gd name="connsiteY178" fmla="*/ 131445 h 232410"/>
                  <a:gd name="connsiteX179" fmla="*/ 17145 w 300989"/>
                  <a:gd name="connsiteY179" fmla="*/ 131445 h 232410"/>
                  <a:gd name="connsiteX180" fmla="*/ 15240 w 300989"/>
                  <a:gd name="connsiteY180" fmla="*/ 131445 h 232410"/>
                  <a:gd name="connsiteX181" fmla="*/ 8572 w 300989"/>
                  <a:gd name="connsiteY181" fmla="*/ 131445 h 232410"/>
                  <a:gd name="connsiteX182" fmla="*/ 8572 w 300989"/>
                  <a:gd name="connsiteY182" fmla="*/ 131445 h 232410"/>
                  <a:gd name="connsiteX183" fmla="*/ 6667 w 300989"/>
                  <a:gd name="connsiteY183" fmla="*/ 131445 h 232410"/>
                  <a:gd name="connsiteX184" fmla="*/ 5715 w 300989"/>
                  <a:gd name="connsiteY184" fmla="*/ 131445 h 232410"/>
                  <a:gd name="connsiteX185" fmla="*/ 5715 w 300989"/>
                  <a:gd name="connsiteY185" fmla="*/ 132398 h 232410"/>
                  <a:gd name="connsiteX186" fmla="*/ 4763 w 300989"/>
                  <a:gd name="connsiteY186" fmla="*/ 132398 h 232410"/>
                  <a:gd name="connsiteX187" fmla="*/ 3810 w 300989"/>
                  <a:gd name="connsiteY187" fmla="*/ 134302 h 232410"/>
                  <a:gd name="connsiteX188" fmla="*/ 1905 w 300989"/>
                  <a:gd name="connsiteY188" fmla="*/ 139065 h 232410"/>
                  <a:gd name="connsiteX189" fmla="*/ 0 w 300989"/>
                  <a:gd name="connsiteY189" fmla="*/ 141923 h 232410"/>
                  <a:gd name="connsiteX190" fmla="*/ 0 w 300989"/>
                  <a:gd name="connsiteY190" fmla="*/ 141923 h 232410"/>
                  <a:gd name="connsiteX191" fmla="*/ 0 w 300989"/>
                  <a:gd name="connsiteY191" fmla="*/ 142875 h 232410"/>
                  <a:gd name="connsiteX192" fmla="*/ 0 w 300989"/>
                  <a:gd name="connsiteY192" fmla="*/ 142875 h 232410"/>
                  <a:gd name="connsiteX193" fmla="*/ 0 w 300989"/>
                  <a:gd name="connsiteY193" fmla="*/ 142875 h 232410"/>
                  <a:gd name="connsiteX194" fmla="*/ 952 w 300989"/>
                  <a:gd name="connsiteY194" fmla="*/ 143827 h 232410"/>
                  <a:gd name="connsiteX195" fmla="*/ 1905 w 300989"/>
                  <a:gd name="connsiteY195" fmla="*/ 143827 h 232410"/>
                  <a:gd name="connsiteX196" fmla="*/ 1905 w 300989"/>
                  <a:gd name="connsiteY196" fmla="*/ 144780 h 232410"/>
                  <a:gd name="connsiteX197" fmla="*/ 2857 w 300989"/>
                  <a:gd name="connsiteY197" fmla="*/ 144780 h 232410"/>
                  <a:gd name="connsiteX198" fmla="*/ 3810 w 300989"/>
                  <a:gd name="connsiteY198" fmla="*/ 144780 h 232410"/>
                  <a:gd name="connsiteX199" fmla="*/ 4763 w 300989"/>
                  <a:gd name="connsiteY199" fmla="*/ 145733 h 232410"/>
                  <a:gd name="connsiteX200" fmla="*/ 5715 w 300989"/>
                  <a:gd name="connsiteY200" fmla="*/ 145733 h 232410"/>
                  <a:gd name="connsiteX201" fmla="*/ 5715 w 300989"/>
                  <a:gd name="connsiteY201" fmla="*/ 145733 h 232410"/>
                  <a:gd name="connsiteX202" fmla="*/ 12382 w 300989"/>
                  <a:gd name="connsiteY202" fmla="*/ 146685 h 232410"/>
                  <a:gd name="connsiteX203" fmla="*/ 13335 w 300989"/>
                  <a:gd name="connsiteY203" fmla="*/ 147638 h 232410"/>
                  <a:gd name="connsiteX204" fmla="*/ 14288 w 300989"/>
                  <a:gd name="connsiteY204" fmla="*/ 147638 h 232410"/>
                  <a:gd name="connsiteX205" fmla="*/ 15240 w 300989"/>
                  <a:gd name="connsiteY205" fmla="*/ 148590 h 232410"/>
                  <a:gd name="connsiteX206" fmla="*/ 15240 w 300989"/>
                  <a:gd name="connsiteY206" fmla="*/ 148590 h 232410"/>
                  <a:gd name="connsiteX207" fmla="*/ 18097 w 300989"/>
                  <a:gd name="connsiteY207" fmla="*/ 150495 h 232410"/>
                  <a:gd name="connsiteX208" fmla="*/ 19050 w 300989"/>
                  <a:gd name="connsiteY208" fmla="*/ 151448 h 232410"/>
                  <a:gd name="connsiteX209" fmla="*/ 19050 w 300989"/>
                  <a:gd name="connsiteY209" fmla="*/ 151448 h 232410"/>
                  <a:gd name="connsiteX210" fmla="*/ 20002 w 300989"/>
                  <a:gd name="connsiteY210" fmla="*/ 152400 h 232410"/>
                  <a:gd name="connsiteX211" fmla="*/ 20002 w 300989"/>
                  <a:gd name="connsiteY211" fmla="*/ 153352 h 232410"/>
                  <a:gd name="connsiteX212" fmla="*/ 20002 w 300989"/>
                  <a:gd name="connsiteY212" fmla="*/ 154305 h 232410"/>
                  <a:gd name="connsiteX213" fmla="*/ 20955 w 300989"/>
                  <a:gd name="connsiteY213" fmla="*/ 155258 h 232410"/>
                  <a:gd name="connsiteX214" fmla="*/ 20955 w 300989"/>
                  <a:gd name="connsiteY214" fmla="*/ 155258 h 232410"/>
                  <a:gd name="connsiteX215" fmla="*/ 20955 w 300989"/>
                  <a:gd name="connsiteY215" fmla="*/ 156210 h 232410"/>
                  <a:gd name="connsiteX216" fmla="*/ 23813 w 300989"/>
                  <a:gd name="connsiteY216" fmla="*/ 159067 h 232410"/>
                  <a:gd name="connsiteX217" fmla="*/ 24765 w 300989"/>
                  <a:gd name="connsiteY217" fmla="*/ 160020 h 232410"/>
                  <a:gd name="connsiteX218" fmla="*/ 25717 w 300989"/>
                  <a:gd name="connsiteY218" fmla="*/ 160973 h 232410"/>
                  <a:gd name="connsiteX219" fmla="*/ 26670 w 300989"/>
                  <a:gd name="connsiteY219" fmla="*/ 160973 h 232410"/>
                  <a:gd name="connsiteX220" fmla="*/ 27622 w 300989"/>
                  <a:gd name="connsiteY220" fmla="*/ 161925 h 232410"/>
                  <a:gd name="connsiteX221" fmla="*/ 28575 w 300989"/>
                  <a:gd name="connsiteY221" fmla="*/ 161925 h 232410"/>
                  <a:gd name="connsiteX222" fmla="*/ 29527 w 300989"/>
                  <a:gd name="connsiteY222" fmla="*/ 162877 h 232410"/>
                  <a:gd name="connsiteX223" fmla="*/ 30480 w 300989"/>
                  <a:gd name="connsiteY223" fmla="*/ 163830 h 232410"/>
                  <a:gd name="connsiteX224" fmla="*/ 30480 w 300989"/>
                  <a:gd name="connsiteY224" fmla="*/ 164783 h 232410"/>
                  <a:gd name="connsiteX225" fmla="*/ 31432 w 300989"/>
                  <a:gd name="connsiteY225" fmla="*/ 164783 h 232410"/>
                  <a:gd name="connsiteX226" fmla="*/ 31432 w 300989"/>
                  <a:gd name="connsiteY226" fmla="*/ 165735 h 232410"/>
                  <a:gd name="connsiteX227" fmla="*/ 32385 w 300989"/>
                  <a:gd name="connsiteY227" fmla="*/ 165735 h 232410"/>
                  <a:gd name="connsiteX228" fmla="*/ 32385 w 300989"/>
                  <a:gd name="connsiteY228" fmla="*/ 166688 h 232410"/>
                  <a:gd name="connsiteX229" fmla="*/ 34290 w 300989"/>
                  <a:gd name="connsiteY229" fmla="*/ 167640 h 232410"/>
                  <a:gd name="connsiteX230" fmla="*/ 35242 w 300989"/>
                  <a:gd name="connsiteY230" fmla="*/ 169545 h 232410"/>
                  <a:gd name="connsiteX231" fmla="*/ 37147 w 300989"/>
                  <a:gd name="connsiteY231" fmla="*/ 176213 h 232410"/>
                  <a:gd name="connsiteX232" fmla="*/ 38100 w 300989"/>
                  <a:gd name="connsiteY232" fmla="*/ 178117 h 232410"/>
                  <a:gd name="connsiteX233" fmla="*/ 39052 w 300989"/>
                  <a:gd name="connsiteY233" fmla="*/ 179070 h 232410"/>
                  <a:gd name="connsiteX234" fmla="*/ 39052 w 300989"/>
                  <a:gd name="connsiteY234" fmla="*/ 180023 h 232410"/>
                  <a:gd name="connsiteX235" fmla="*/ 39052 w 300989"/>
                  <a:gd name="connsiteY235" fmla="*/ 180975 h 232410"/>
                  <a:gd name="connsiteX236" fmla="*/ 39052 w 300989"/>
                  <a:gd name="connsiteY236" fmla="*/ 180975 h 232410"/>
                  <a:gd name="connsiteX237" fmla="*/ 39052 w 300989"/>
                  <a:gd name="connsiteY237" fmla="*/ 181927 h 232410"/>
                  <a:gd name="connsiteX238" fmla="*/ 40005 w 300989"/>
                  <a:gd name="connsiteY238" fmla="*/ 183833 h 232410"/>
                  <a:gd name="connsiteX239" fmla="*/ 40957 w 300989"/>
                  <a:gd name="connsiteY239" fmla="*/ 185738 h 232410"/>
                  <a:gd name="connsiteX240" fmla="*/ 41910 w 300989"/>
                  <a:gd name="connsiteY240" fmla="*/ 187642 h 232410"/>
                  <a:gd name="connsiteX241" fmla="*/ 42863 w 300989"/>
                  <a:gd name="connsiteY241" fmla="*/ 188595 h 232410"/>
                  <a:gd name="connsiteX242" fmla="*/ 43815 w 300989"/>
                  <a:gd name="connsiteY242" fmla="*/ 189548 h 232410"/>
                  <a:gd name="connsiteX243" fmla="*/ 44767 w 300989"/>
                  <a:gd name="connsiteY243" fmla="*/ 191452 h 232410"/>
                  <a:gd name="connsiteX244" fmla="*/ 45720 w 300989"/>
                  <a:gd name="connsiteY244" fmla="*/ 191452 h 232410"/>
                  <a:gd name="connsiteX245" fmla="*/ 45720 w 300989"/>
                  <a:gd name="connsiteY245" fmla="*/ 193358 h 232410"/>
                  <a:gd name="connsiteX246" fmla="*/ 47625 w 300989"/>
                  <a:gd name="connsiteY246" fmla="*/ 193358 h 232410"/>
                  <a:gd name="connsiteX247" fmla="*/ 50483 w 300989"/>
                  <a:gd name="connsiteY247" fmla="*/ 193358 h 232410"/>
                  <a:gd name="connsiteX248" fmla="*/ 53340 w 300989"/>
                  <a:gd name="connsiteY248" fmla="*/ 194310 h 232410"/>
                  <a:gd name="connsiteX249" fmla="*/ 55245 w 300989"/>
                  <a:gd name="connsiteY249" fmla="*/ 196215 h 232410"/>
                  <a:gd name="connsiteX250" fmla="*/ 56197 w 300989"/>
                  <a:gd name="connsiteY250" fmla="*/ 199073 h 232410"/>
                  <a:gd name="connsiteX251" fmla="*/ 55245 w 300989"/>
                  <a:gd name="connsiteY251" fmla="*/ 201930 h 232410"/>
                  <a:gd name="connsiteX252" fmla="*/ 55245 w 300989"/>
                  <a:gd name="connsiteY252" fmla="*/ 205740 h 232410"/>
                  <a:gd name="connsiteX253" fmla="*/ 57150 w 300989"/>
                  <a:gd name="connsiteY253" fmla="*/ 208598 h 232410"/>
                  <a:gd name="connsiteX254" fmla="*/ 60008 w 300989"/>
                  <a:gd name="connsiteY254" fmla="*/ 210502 h 232410"/>
                  <a:gd name="connsiteX255" fmla="*/ 62865 w 300989"/>
                  <a:gd name="connsiteY255" fmla="*/ 212408 h 232410"/>
                  <a:gd name="connsiteX256" fmla="*/ 75247 w 300989"/>
                  <a:gd name="connsiteY256" fmla="*/ 213360 h 232410"/>
                  <a:gd name="connsiteX257" fmla="*/ 79058 w 300989"/>
                  <a:gd name="connsiteY257" fmla="*/ 214313 h 232410"/>
                  <a:gd name="connsiteX258" fmla="*/ 83820 w 300989"/>
                  <a:gd name="connsiteY258" fmla="*/ 216217 h 232410"/>
                  <a:gd name="connsiteX259" fmla="*/ 99060 w 300989"/>
                  <a:gd name="connsiteY259" fmla="*/ 226695 h 232410"/>
                  <a:gd name="connsiteX260" fmla="*/ 102870 w 300989"/>
                  <a:gd name="connsiteY260" fmla="*/ 228600 h 232410"/>
                  <a:gd name="connsiteX261" fmla="*/ 106680 w 300989"/>
                  <a:gd name="connsiteY261" fmla="*/ 229552 h 232410"/>
                  <a:gd name="connsiteX262" fmla="*/ 115252 w 300989"/>
                  <a:gd name="connsiteY262" fmla="*/ 230505 h 232410"/>
                  <a:gd name="connsiteX263" fmla="*/ 123825 w 300989"/>
                  <a:gd name="connsiteY263" fmla="*/ 232410 h 232410"/>
                  <a:gd name="connsiteX264" fmla="*/ 127635 w 300989"/>
                  <a:gd name="connsiteY264" fmla="*/ 232410 h 232410"/>
                  <a:gd name="connsiteX265" fmla="*/ 131445 w 300989"/>
                  <a:gd name="connsiteY265" fmla="*/ 231458 h 232410"/>
                  <a:gd name="connsiteX266" fmla="*/ 133350 w 300989"/>
                  <a:gd name="connsiteY266" fmla="*/ 230505 h 232410"/>
                  <a:gd name="connsiteX267" fmla="*/ 134302 w 300989"/>
                  <a:gd name="connsiteY267" fmla="*/ 228600 h 232410"/>
                  <a:gd name="connsiteX268" fmla="*/ 136208 w 300989"/>
                  <a:gd name="connsiteY268" fmla="*/ 226695 h 232410"/>
                  <a:gd name="connsiteX269" fmla="*/ 137160 w 300989"/>
                  <a:gd name="connsiteY269" fmla="*/ 224790 h 232410"/>
                  <a:gd name="connsiteX270" fmla="*/ 139065 w 300989"/>
                  <a:gd name="connsiteY270" fmla="*/ 223838 h 232410"/>
                  <a:gd name="connsiteX271" fmla="*/ 152400 w 300989"/>
                  <a:gd name="connsiteY271" fmla="*/ 217170 h 232410"/>
                  <a:gd name="connsiteX272" fmla="*/ 155258 w 300989"/>
                  <a:gd name="connsiteY272" fmla="*/ 216217 h 232410"/>
                  <a:gd name="connsiteX273" fmla="*/ 157163 w 300989"/>
                  <a:gd name="connsiteY273" fmla="*/ 217170 h 232410"/>
                  <a:gd name="connsiteX274" fmla="*/ 158115 w 300989"/>
                  <a:gd name="connsiteY274" fmla="*/ 218123 h 232410"/>
                  <a:gd name="connsiteX275" fmla="*/ 160020 w 300989"/>
                  <a:gd name="connsiteY275" fmla="*/ 220027 h 232410"/>
                  <a:gd name="connsiteX276" fmla="*/ 161925 w 300989"/>
                  <a:gd name="connsiteY276" fmla="*/ 220980 h 232410"/>
                  <a:gd name="connsiteX277" fmla="*/ 165735 w 300989"/>
                  <a:gd name="connsiteY277" fmla="*/ 222885 h 232410"/>
                  <a:gd name="connsiteX278" fmla="*/ 169545 w 300989"/>
                  <a:gd name="connsiteY278" fmla="*/ 222885 h 232410"/>
                  <a:gd name="connsiteX279" fmla="*/ 178117 w 300989"/>
                  <a:gd name="connsiteY279" fmla="*/ 221933 h 232410"/>
                  <a:gd name="connsiteX280" fmla="*/ 179070 w 300989"/>
                  <a:gd name="connsiteY280" fmla="*/ 221933 h 232410"/>
                  <a:gd name="connsiteX281" fmla="*/ 179070 w 300989"/>
                  <a:gd name="connsiteY281" fmla="*/ 220980 h 232410"/>
                  <a:gd name="connsiteX282" fmla="*/ 179070 w 300989"/>
                  <a:gd name="connsiteY282" fmla="*/ 220980 h 232410"/>
                  <a:gd name="connsiteX283" fmla="*/ 180022 w 300989"/>
                  <a:gd name="connsiteY283" fmla="*/ 220027 h 232410"/>
                  <a:gd name="connsiteX284" fmla="*/ 180022 w 300989"/>
                  <a:gd name="connsiteY284" fmla="*/ 220027 h 232410"/>
                  <a:gd name="connsiteX285" fmla="*/ 180975 w 300989"/>
                  <a:gd name="connsiteY285" fmla="*/ 219075 h 232410"/>
                  <a:gd name="connsiteX286" fmla="*/ 181927 w 300989"/>
                  <a:gd name="connsiteY286" fmla="*/ 219075 h 232410"/>
                  <a:gd name="connsiteX287" fmla="*/ 182880 w 300989"/>
                  <a:gd name="connsiteY287" fmla="*/ 218123 h 232410"/>
                  <a:gd name="connsiteX288" fmla="*/ 183833 w 300989"/>
                  <a:gd name="connsiteY288" fmla="*/ 218123 h 232410"/>
                  <a:gd name="connsiteX289" fmla="*/ 183833 w 300989"/>
                  <a:gd name="connsiteY289" fmla="*/ 218123 h 232410"/>
                  <a:gd name="connsiteX290" fmla="*/ 184785 w 300989"/>
                  <a:gd name="connsiteY290" fmla="*/ 217170 h 232410"/>
                  <a:gd name="connsiteX291" fmla="*/ 185738 w 300989"/>
                  <a:gd name="connsiteY291" fmla="*/ 217170 h 232410"/>
                  <a:gd name="connsiteX292" fmla="*/ 186690 w 300989"/>
                  <a:gd name="connsiteY292" fmla="*/ 217170 h 232410"/>
                  <a:gd name="connsiteX293" fmla="*/ 192405 w 300989"/>
                  <a:gd name="connsiteY293" fmla="*/ 216217 h 232410"/>
                  <a:gd name="connsiteX294" fmla="*/ 195263 w 300989"/>
                  <a:gd name="connsiteY294" fmla="*/ 216217 h 232410"/>
                  <a:gd name="connsiteX295" fmla="*/ 198120 w 300989"/>
                  <a:gd name="connsiteY295" fmla="*/ 215265 h 232410"/>
                  <a:gd name="connsiteX296" fmla="*/ 198120 w 300989"/>
                  <a:gd name="connsiteY296" fmla="*/ 214313 h 232410"/>
                  <a:gd name="connsiteX297" fmla="*/ 199072 w 300989"/>
                  <a:gd name="connsiteY297" fmla="*/ 214313 h 232410"/>
                  <a:gd name="connsiteX298" fmla="*/ 199072 w 300989"/>
                  <a:gd name="connsiteY298" fmla="*/ 214313 h 232410"/>
                  <a:gd name="connsiteX299" fmla="*/ 199072 w 300989"/>
                  <a:gd name="connsiteY299" fmla="*/ 213360 h 232410"/>
                  <a:gd name="connsiteX300" fmla="*/ 199072 w 300989"/>
                  <a:gd name="connsiteY300" fmla="*/ 212408 h 232410"/>
                  <a:gd name="connsiteX301" fmla="*/ 200025 w 300989"/>
                  <a:gd name="connsiteY301" fmla="*/ 212408 h 232410"/>
                  <a:gd name="connsiteX302" fmla="*/ 200025 w 300989"/>
                  <a:gd name="connsiteY302" fmla="*/ 211455 h 232410"/>
                  <a:gd name="connsiteX303" fmla="*/ 200977 w 300989"/>
                  <a:gd name="connsiteY303" fmla="*/ 210502 h 232410"/>
                  <a:gd name="connsiteX304" fmla="*/ 200977 w 300989"/>
                  <a:gd name="connsiteY304" fmla="*/ 210502 h 232410"/>
                  <a:gd name="connsiteX305" fmla="*/ 201930 w 300989"/>
                  <a:gd name="connsiteY305" fmla="*/ 209550 h 232410"/>
                  <a:gd name="connsiteX306" fmla="*/ 201930 w 300989"/>
                  <a:gd name="connsiteY306" fmla="*/ 209550 h 232410"/>
                  <a:gd name="connsiteX307" fmla="*/ 201930 w 300989"/>
                  <a:gd name="connsiteY307" fmla="*/ 209550 h 232410"/>
                  <a:gd name="connsiteX308" fmla="*/ 204788 w 300989"/>
                  <a:gd name="connsiteY308" fmla="*/ 207645 h 232410"/>
                  <a:gd name="connsiteX309" fmla="*/ 207645 w 300989"/>
                  <a:gd name="connsiteY309" fmla="*/ 206692 h 232410"/>
                  <a:gd name="connsiteX310" fmla="*/ 212408 w 300989"/>
                  <a:gd name="connsiteY310" fmla="*/ 203835 h 232410"/>
                  <a:gd name="connsiteX311" fmla="*/ 217170 w 300989"/>
                  <a:gd name="connsiteY311" fmla="*/ 202883 h 232410"/>
                  <a:gd name="connsiteX312" fmla="*/ 218122 w 300989"/>
                  <a:gd name="connsiteY312" fmla="*/ 202883 h 232410"/>
                  <a:gd name="connsiteX313" fmla="*/ 219075 w 300989"/>
                  <a:gd name="connsiteY313" fmla="*/ 202883 h 232410"/>
                  <a:gd name="connsiteX314" fmla="*/ 220980 w 300989"/>
                  <a:gd name="connsiteY314" fmla="*/ 201930 h 232410"/>
                  <a:gd name="connsiteX315" fmla="*/ 224790 w 300989"/>
                  <a:gd name="connsiteY315" fmla="*/ 202883 h 232410"/>
                  <a:gd name="connsiteX316" fmla="*/ 231458 w 300989"/>
                  <a:gd name="connsiteY316" fmla="*/ 202883 h 232410"/>
                  <a:gd name="connsiteX317" fmla="*/ 236220 w 300989"/>
                  <a:gd name="connsiteY317" fmla="*/ 202883 h 232410"/>
                  <a:gd name="connsiteX318" fmla="*/ 238125 w 300989"/>
                  <a:gd name="connsiteY318" fmla="*/ 203835 h 232410"/>
                  <a:gd name="connsiteX319" fmla="*/ 240030 w 300989"/>
                  <a:gd name="connsiteY319" fmla="*/ 202883 h 232410"/>
                  <a:gd name="connsiteX320" fmla="*/ 240983 w 300989"/>
                  <a:gd name="connsiteY320" fmla="*/ 201930 h 232410"/>
                  <a:gd name="connsiteX321" fmla="*/ 241935 w 300989"/>
                  <a:gd name="connsiteY321" fmla="*/ 200977 h 232410"/>
                  <a:gd name="connsiteX322" fmla="*/ 246697 w 300989"/>
                  <a:gd name="connsiteY322" fmla="*/ 195263 h 232410"/>
                  <a:gd name="connsiteX323" fmla="*/ 260985 w 300989"/>
                  <a:gd name="connsiteY323" fmla="*/ 180023 h 232410"/>
                  <a:gd name="connsiteX324" fmla="*/ 269558 w 300989"/>
                  <a:gd name="connsiteY324" fmla="*/ 171450 h 232410"/>
                  <a:gd name="connsiteX325" fmla="*/ 272415 w 300989"/>
                  <a:gd name="connsiteY325" fmla="*/ 168592 h 232410"/>
                  <a:gd name="connsiteX326" fmla="*/ 278130 w 300989"/>
                  <a:gd name="connsiteY326" fmla="*/ 162877 h 232410"/>
                  <a:gd name="connsiteX327" fmla="*/ 280988 w 300989"/>
                  <a:gd name="connsiteY327" fmla="*/ 160020 h 232410"/>
                  <a:gd name="connsiteX328" fmla="*/ 287655 w 300989"/>
                  <a:gd name="connsiteY328" fmla="*/ 153352 h 232410"/>
                  <a:gd name="connsiteX329" fmla="*/ 293370 w 300989"/>
                  <a:gd name="connsiteY329" fmla="*/ 148590 h 232410"/>
                  <a:gd name="connsiteX330" fmla="*/ 300990 w 300989"/>
                  <a:gd name="connsiteY330" fmla="*/ 140970 h 232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Lst>
                <a:rect l="l" t="t" r="r" b="b"/>
                <a:pathLst>
                  <a:path w="300989" h="232410">
                    <a:moveTo>
                      <a:pt x="280988" y="140970"/>
                    </a:moveTo>
                    <a:lnTo>
                      <a:pt x="280035" y="140017"/>
                    </a:lnTo>
                    <a:lnTo>
                      <a:pt x="267652" y="136208"/>
                    </a:lnTo>
                    <a:lnTo>
                      <a:pt x="262890" y="134302"/>
                    </a:lnTo>
                    <a:lnTo>
                      <a:pt x="255270" y="131445"/>
                    </a:lnTo>
                    <a:lnTo>
                      <a:pt x="248602" y="129540"/>
                    </a:lnTo>
                    <a:lnTo>
                      <a:pt x="244792" y="128588"/>
                    </a:lnTo>
                    <a:lnTo>
                      <a:pt x="239077" y="126683"/>
                    </a:lnTo>
                    <a:lnTo>
                      <a:pt x="224790" y="121920"/>
                    </a:lnTo>
                    <a:lnTo>
                      <a:pt x="222885" y="120967"/>
                    </a:lnTo>
                    <a:lnTo>
                      <a:pt x="220980" y="120015"/>
                    </a:lnTo>
                    <a:lnTo>
                      <a:pt x="217170" y="117158"/>
                    </a:lnTo>
                    <a:lnTo>
                      <a:pt x="213360" y="113348"/>
                    </a:lnTo>
                    <a:lnTo>
                      <a:pt x="213360" y="113348"/>
                    </a:lnTo>
                    <a:lnTo>
                      <a:pt x="212408" y="113348"/>
                    </a:lnTo>
                    <a:lnTo>
                      <a:pt x="212408" y="113348"/>
                    </a:lnTo>
                    <a:lnTo>
                      <a:pt x="212408" y="113348"/>
                    </a:lnTo>
                    <a:lnTo>
                      <a:pt x="211455" y="113348"/>
                    </a:lnTo>
                    <a:lnTo>
                      <a:pt x="210502" y="112395"/>
                    </a:lnTo>
                    <a:lnTo>
                      <a:pt x="210502" y="112395"/>
                    </a:lnTo>
                    <a:lnTo>
                      <a:pt x="209550" y="111442"/>
                    </a:lnTo>
                    <a:lnTo>
                      <a:pt x="208597" y="110490"/>
                    </a:lnTo>
                    <a:lnTo>
                      <a:pt x="207645" y="109538"/>
                    </a:lnTo>
                    <a:lnTo>
                      <a:pt x="206692" y="106680"/>
                    </a:lnTo>
                    <a:lnTo>
                      <a:pt x="204788" y="103823"/>
                    </a:lnTo>
                    <a:lnTo>
                      <a:pt x="204788" y="102870"/>
                    </a:lnTo>
                    <a:lnTo>
                      <a:pt x="204788" y="102870"/>
                    </a:lnTo>
                    <a:lnTo>
                      <a:pt x="203835" y="101917"/>
                    </a:lnTo>
                    <a:lnTo>
                      <a:pt x="203835" y="101917"/>
                    </a:lnTo>
                    <a:lnTo>
                      <a:pt x="202883" y="100965"/>
                    </a:lnTo>
                    <a:lnTo>
                      <a:pt x="201930" y="100013"/>
                    </a:lnTo>
                    <a:lnTo>
                      <a:pt x="200977" y="99060"/>
                    </a:lnTo>
                    <a:lnTo>
                      <a:pt x="200025" y="98108"/>
                    </a:lnTo>
                    <a:lnTo>
                      <a:pt x="199072" y="97155"/>
                    </a:lnTo>
                    <a:lnTo>
                      <a:pt x="198120" y="96202"/>
                    </a:lnTo>
                    <a:lnTo>
                      <a:pt x="198120" y="96202"/>
                    </a:lnTo>
                    <a:lnTo>
                      <a:pt x="197167" y="95250"/>
                    </a:lnTo>
                    <a:lnTo>
                      <a:pt x="197167" y="94298"/>
                    </a:lnTo>
                    <a:lnTo>
                      <a:pt x="197167" y="93345"/>
                    </a:lnTo>
                    <a:lnTo>
                      <a:pt x="196215" y="92392"/>
                    </a:lnTo>
                    <a:lnTo>
                      <a:pt x="196215" y="90488"/>
                    </a:lnTo>
                    <a:lnTo>
                      <a:pt x="195263" y="89535"/>
                    </a:lnTo>
                    <a:lnTo>
                      <a:pt x="194310" y="88583"/>
                    </a:lnTo>
                    <a:lnTo>
                      <a:pt x="194310" y="88583"/>
                    </a:lnTo>
                    <a:lnTo>
                      <a:pt x="194310" y="87630"/>
                    </a:lnTo>
                    <a:lnTo>
                      <a:pt x="194310" y="87630"/>
                    </a:lnTo>
                    <a:lnTo>
                      <a:pt x="195263" y="84773"/>
                    </a:lnTo>
                    <a:lnTo>
                      <a:pt x="197167" y="82867"/>
                    </a:lnTo>
                    <a:lnTo>
                      <a:pt x="198120" y="80963"/>
                    </a:lnTo>
                    <a:lnTo>
                      <a:pt x="199072" y="80963"/>
                    </a:lnTo>
                    <a:lnTo>
                      <a:pt x="199072" y="80010"/>
                    </a:lnTo>
                    <a:lnTo>
                      <a:pt x="199072" y="80010"/>
                    </a:lnTo>
                    <a:lnTo>
                      <a:pt x="199072" y="80010"/>
                    </a:lnTo>
                    <a:lnTo>
                      <a:pt x="199072" y="79058"/>
                    </a:lnTo>
                    <a:lnTo>
                      <a:pt x="198120" y="79058"/>
                    </a:lnTo>
                    <a:lnTo>
                      <a:pt x="196215" y="79058"/>
                    </a:lnTo>
                    <a:lnTo>
                      <a:pt x="195263" y="78105"/>
                    </a:lnTo>
                    <a:lnTo>
                      <a:pt x="194310" y="78105"/>
                    </a:lnTo>
                    <a:lnTo>
                      <a:pt x="192405" y="78105"/>
                    </a:lnTo>
                    <a:lnTo>
                      <a:pt x="181927" y="80963"/>
                    </a:lnTo>
                    <a:lnTo>
                      <a:pt x="180022" y="80963"/>
                    </a:lnTo>
                    <a:lnTo>
                      <a:pt x="178117" y="80010"/>
                    </a:lnTo>
                    <a:lnTo>
                      <a:pt x="177165" y="79058"/>
                    </a:lnTo>
                    <a:lnTo>
                      <a:pt x="177165" y="78105"/>
                    </a:lnTo>
                    <a:lnTo>
                      <a:pt x="176213" y="76200"/>
                    </a:lnTo>
                    <a:lnTo>
                      <a:pt x="177165" y="68580"/>
                    </a:lnTo>
                    <a:lnTo>
                      <a:pt x="179070" y="61913"/>
                    </a:lnTo>
                    <a:lnTo>
                      <a:pt x="188595" y="49530"/>
                    </a:lnTo>
                    <a:lnTo>
                      <a:pt x="156210" y="15240"/>
                    </a:lnTo>
                    <a:lnTo>
                      <a:pt x="149542" y="11430"/>
                    </a:lnTo>
                    <a:lnTo>
                      <a:pt x="142875" y="8573"/>
                    </a:lnTo>
                    <a:lnTo>
                      <a:pt x="136208" y="7620"/>
                    </a:lnTo>
                    <a:lnTo>
                      <a:pt x="126683" y="6667"/>
                    </a:lnTo>
                    <a:lnTo>
                      <a:pt x="123825" y="6667"/>
                    </a:lnTo>
                    <a:lnTo>
                      <a:pt x="122872" y="5715"/>
                    </a:lnTo>
                    <a:lnTo>
                      <a:pt x="121920" y="5715"/>
                    </a:lnTo>
                    <a:lnTo>
                      <a:pt x="121920" y="4763"/>
                    </a:lnTo>
                    <a:lnTo>
                      <a:pt x="120967" y="4763"/>
                    </a:lnTo>
                    <a:lnTo>
                      <a:pt x="119063" y="5715"/>
                    </a:lnTo>
                    <a:lnTo>
                      <a:pt x="115252" y="7620"/>
                    </a:lnTo>
                    <a:lnTo>
                      <a:pt x="112395" y="8573"/>
                    </a:lnTo>
                    <a:lnTo>
                      <a:pt x="111442" y="8573"/>
                    </a:lnTo>
                    <a:lnTo>
                      <a:pt x="109538" y="8573"/>
                    </a:lnTo>
                    <a:lnTo>
                      <a:pt x="108585" y="8573"/>
                    </a:lnTo>
                    <a:lnTo>
                      <a:pt x="104775" y="5715"/>
                    </a:lnTo>
                    <a:lnTo>
                      <a:pt x="100013" y="1905"/>
                    </a:lnTo>
                    <a:lnTo>
                      <a:pt x="98108" y="0"/>
                    </a:lnTo>
                    <a:lnTo>
                      <a:pt x="94297" y="8573"/>
                    </a:lnTo>
                    <a:lnTo>
                      <a:pt x="93345" y="11430"/>
                    </a:lnTo>
                    <a:lnTo>
                      <a:pt x="91440" y="14288"/>
                    </a:lnTo>
                    <a:lnTo>
                      <a:pt x="90488" y="13335"/>
                    </a:lnTo>
                    <a:lnTo>
                      <a:pt x="89535" y="11430"/>
                    </a:lnTo>
                    <a:lnTo>
                      <a:pt x="86677" y="9525"/>
                    </a:lnTo>
                    <a:lnTo>
                      <a:pt x="84772" y="8573"/>
                    </a:lnTo>
                    <a:lnTo>
                      <a:pt x="83820" y="9525"/>
                    </a:lnTo>
                    <a:lnTo>
                      <a:pt x="82867" y="10477"/>
                    </a:lnTo>
                    <a:lnTo>
                      <a:pt x="80963" y="12383"/>
                    </a:lnTo>
                    <a:lnTo>
                      <a:pt x="78105" y="12383"/>
                    </a:lnTo>
                    <a:lnTo>
                      <a:pt x="73342" y="11430"/>
                    </a:lnTo>
                    <a:lnTo>
                      <a:pt x="70485" y="12383"/>
                    </a:lnTo>
                    <a:lnTo>
                      <a:pt x="69533" y="16192"/>
                    </a:lnTo>
                    <a:lnTo>
                      <a:pt x="69533" y="17145"/>
                    </a:lnTo>
                    <a:lnTo>
                      <a:pt x="69533" y="19050"/>
                    </a:lnTo>
                    <a:lnTo>
                      <a:pt x="68580" y="20955"/>
                    </a:lnTo>
                    <a:lnTo>
                      <a:pt x="68580" y="22860"/>
                    </a:lnTo>
                    <a:lnTo>
                      <a:pt x="68580" y="24765"/>
                    </a:lnTo>
                    <a:lnTo>
                      <a:pt x="67627" y="26670"/>
                    </a:lnTo>
                    <a:lnTo>
                      <a:pt x="67627" y="27623"/>
                    </a:lnTo>
                    <a:lnTo>
                      <a:pt x="65722" y="29527"/>
                    </a:lnTo>
                    <a:lnTo>
                      <a:pt x="64770" y="31433"/>
                    </a:lnTo>
                    <a:lnTo>
                      <a:pt x="64770" y="32385"/>
                    </a:lnTo>
                    <a:lnTo>
                      <a:pt x="63817" y="35242"/>
                    </a:lnTo>
                    <a:lnTo>
                      <a:pt x="62865" y="38100"/>
                    </a:lnTo>
                    <a:lnTo>
                      <a:pt x="62865" y="40005"/>
                    </a:lnTo>
                    <a:lnTo>
                      <a:pt x="62865" y="40958"/>
                    </a:lnTo>
                    <a:lnTo>
                      <a:pt x="62865" y="41910"/>
                    </a:lnTo>
                    <a:lnTo>
                      <a:pt x="62865" y="41910"/>
                    </a:lnTo>
                    <a:lnTo>
                      <a:pt x="62865" y="42863"/>
                    </a:lnTo>
                    <a:lnTo>
                      <a:pt x="62865" y="42863"/>
                    </a:lnTo>
                    <a:lnTo>
                      <a:pt x="62865" y="43815"/>
                    </a:lnTo>
                    <a:lnTo>
                      <a:pt x="62865" y="43815"/>
                    </a:lnTo>
                    <a:lnTo>
                      <a:pt x="62865" y="43815"/>
                    </a:lnTo>
                    <a:lnTo>
                      <a:pt x="61913" y="43815"/>
                    </a:lnTo>
                    <a:lnTo>
                      <a:pt x="60008" y="44767"/>
                    </a:lnTo>
                    <a:lnTo>
                      <a:pt x="56197" y="44767"/>
                    </a:lnTo>
                    <a:lnTo>
                      <a:pt x="54292" y="45720"/>
                    </a:lnTo>
                    <a:lnTo>
                      <a:pt x="53340" y="46673"/>
                    </a:lnTo>
                    <a:lnTo>
                      <a:pt x="51435" y="48577"/>
                    </a:lnTo>
                    <a:lnTo>
                      <a:pt x="50483" y="50483"/>
                    </a:lnTo>
                    <a:lnTo>
                      <a:pt x="47625" y="56198"/>
                    </a:lnTo>
                    <a:lnTo>
                      <a:pt x="46672" y="58102"/>
                    </a:lnTo>
                    <a:lnTo>
                      <a:pt x="45720" y="59055"/>
                    </a:lnTo>
                    <a:lnTo>
                      <a:pt x="42863" y="62865"/>
                    </a:lnTo>
                    <a:lnTo>
                      <a:pt x="41910" y="63817"/>
                    </a:lnTo>
                    <a:lnTo>
                      <a:pt x="41910" y="65723"/>
                    </a:lnTo>
                    <a:lnTo>
                      <a:pt x="40957" y="68580"/>
                    </a:lnTo>
                    <a:lnTo>
                      <a:pt x="40005" y="73342"/>
                    </a:lnTo>
                    <a:lnTo>
                      <a:pt x="39052" y="75248"/>
                    </a:lnTo>
                    <a:lnTo>
                      <a:pt x="39052" y="76200"/>
                    </a:lnTo>
                    <a:lnTo>
                      <a:pt x="39052" y="78105"/>
                    </a:lnTo>
                    <a:lnTo>
                      <a:pt x="39052" y="80010"/>
                    </a:lnTo>
                    <a:lnTo>
                      <a:pt x="39052" y="81915"/>
                    </a:lnTo>
                    <a:lnTo>
                      <a:pt x="38100" y="82867"/>
                    </a:lnTo>
                    <a:lnTo>
                      <a:pt x="38100" y="83820"/>
                    </a:lnTo>
                    <a:lnTo>
                      <a:pt x="37147" y="83820"/>
                    </a:lnTo>
                    <a:lnTo>
                      <a:pt x="36195" y="84773"/>
                    </a:lnTo>
                    <a:lnTo>
                      <a:pt x="34290" y="83820"/>
                    </a:lnTo>
                    <a:lnTo>
                      <a:pt x="32385" y="82867"/>
                    </a:lnTo>
                    <a:lnTo>
                      <a:pt x="31432" y="82867"/>
                    </a:lnTo>
                    <a:lnTo>
                      <a:pt x="28575" y="83820"/>
                    </a:lnTo>
                    <a:lnTo>
                      <a:pt x="26670" y="85725"/>
                    </a:lnTo>
                    <a:lnTo>
                      <a:pt x="25717" y="88583"/>
                    </a:lnTo>
                    <a:lnTo>
                      <a:pt x="25717" y="91440"/>
                    </a:lnTo>
                    <a:lnTo>
                      <a:pt x="26670" y="94298"/>
                    </a:lnTo>
                    <a:lnTo>
                      <a:pt x="25717" y="96202"/>
                    </a:lnTo>
                    <a:lnTo>
                      <a:pt x="25717" y="97155"/>
                    </a:lnTo>
                    <a:lnTo>
                      <a:pt x="25717" y="98108"/>
                    </a:lnTo>
                    <a:lnTo>
                      <a:pt x="24765" y="99060"/>
                    </a:lnTo>
                    <a:lnTo>
                      <a:pt x="23813" y="101917"/>
                    </a:lnTo>
                    <a:lnTo>
                      <a:pt x="22860" y="103823"/>
                    </a:lnTo>
                    <a:lnTo>
                      <a:pt x="22860" y="105727"/>
                    </a:lnTo>
                    <a:lnTo>
                      <a:pt x="21907" y="106680"/>
                    </a:lnTo>
                    <a:lnTo>
                      <a:pt x="21907" y="109538"/>
                    </a:lnTo>
                    <a:lnTo>
                      <a:pt x="21907" y="109538"/>
                    </a:lnTo>
                    <a:lnTo>
                      <a:pt x="21907" y="111442"/>
                    </a:lnTo>
                    <a:lnTo>
                      <a:pt x="21907" y="113348"/>
                    </a:lnTo>
                    <a:lnTo>
                      <a:pt x="21907" y="118110"/>
                    </a:lnTo>
                    <a:lnTo>
                      <a:pt x="21907" y="121920"/>
                    </a:lnTo>
                    <a:lnTo>
                      <a:pt x="21907" y="125730"/>
                    </a:lnTo>
                    <a:lnTo>
                      <a:pt x="21907" y="126683"/>
                    </a:lnTo>
                    <a:lnTo>
                      <a:pt x="21907" y="127635"/>
                    </a:lnTo>
                    <a:lnTo>
                      <a:pt x="21907" y="128588"/>
                    </a:lnTo>
                    <a:lnTo>
                      <a:pt x="21907" y="129540"/>
                    </a:lnTo>
                    <a:lnTo>
                      <a:pt x="20955" y="130492"/>
                    </a:lnTo>
                    <a:lnTo>
                      <a:pt x="20002" y="131445"/>
                    </a:lnTo>
                    <a:lnTo>
                      <a:pt x="19050" y="131445"/>
                    </a:lnTo>
                    <a:lnTo>
                      <a:pt x="19050" y="131445"/>
                    </a:lnTo>
                    <a:lnTo>
                      <a:pt x="18097" y="131445"/>
                    </a:lnTo>
                    <a:lnTo>
                      <a:pt x="18097" y="131445"/>
                    </a:lnTo>
                    <a:lnTo>
                      <a:pt x="17145" y="131445"/>
                    </a:lnTo>
                    <a:lnTo>
                      <a:pt x="15240" y="131445"/>
                    </a:lnTo>
                    <a:lnTo>
                      <a:pt x="8572" y="131445"/>
                    </a:lnTo>
                    <a:lnTo>
                      <a:pt x="8572" y="131445"/>
                    </a:lnTo>
                    <a:lnTo>
                      <a:pt x="6667" y="131445"/>
                    </a:lnTo>
                    <a:lnTo>
                      <a:pt x="5715" y="131445"/>
                    </a:lnTo>
                    <a:lnTo>
                      <a:pt x="5715" y="132398"/>
                    </a:lnTo>
                    <a:lnTo>
                      <a:pt x="4763" y="132398"/>
                    </a:lnTo>
                    <a:lnTo>
                      <a:pt x="3810" y="134302"/>
                    </a:lnTo>
                    <a:lnTo>
                      <a:pt x="1905" y="139065"/>
                    </a:lnTo>
                    <a:lnTo>
                      <a:pt x="0" y="141923"/>
                    </a:lnTo>
                    <a:lnTo>
                      <a:pt x="0" y="141923"/>
                    </a:lnTo>
                    <a:lnTo>
                      <a:pt x="0" y="142875"/>
                    </a:lnTo>
                    <a:lnTo>
                      <a:pt x="0" y="142875"/>
                    </a:lnTo>
                    <a:lnTo>
                      <a:pt x="0" y="142875"/>
                    </a:lnTo>
                    <a:lnTo>
                      <a:pt x="952" y="143827"/>
                    </a:lnTo>
                    <a:lnTo>
                      <a:pt x="1905" y="143827"/>
                    </a:lnTo>
                    <a:lnTo>
                      <a:pt x="1905" y="144780"/>
                    </a:lnTo>
                    <a:lnTo>
                      <a:pt x="2857" y="144780"/>
                    </a:lnTo>
                    <a:lnTo>
                      <a:pt x="3810" y="144780"/>
                    </a:lnTo>
                    <a:lnTo>
                      <a:pt x="4763" y="145733"/>
                    </a:lnTo>
                    <a:lnTo>
                      <a:pt x="5715" y="145733"/>
                    </a:lnTo>
                    <a:lnTo>
                      <a:pt x="5715" y="145733"/>
                    </a:lnTo>
                    <a:lnTo>
                      <a:pt x="12382" y="146685"/>
                    </a:lnTo>
                    <a:lnTo>
                      <a:pt x="13335" y="147638"/>
                    </a:lnTo>
                    <a:lnTo>
                      <a:pt x="14288" y="147638"/>
                    </a:lnTo>
                    <a:lnTo>
                      <a:pt x="15240" y="148590"/>
                    </a:lnTo>
                    <a:lnTo>
                      <a:pt x="15240" y="148590"/>
                    </a:lnTo>
                    <a:lnTo>
                      <a:pt x="18097" y="150495"/>
                    </a:lnTo>
                    <a:lnTo>
                      <a:pt x="19050" y="151448"/>
                    </a:lnTo>
                    <a:lnTo>
                      <a:pt x="19050" y="151448"/>
                    </a:lnTo>
                    <a:lnTo>
                      <a:pt x="20002" y="152400"/>
                    </a:lnTo>
                    <a:lnTo>
                      <a:pt x="20002" y="153352"/>
                    </a:lnTo>
                    <a:lnTo>
                      <a:pt x="20002" y="154305"/>
                    </a:lnTo>
                    <a:lnTo>
                      <a:pt x="20955" y="155258"/>
                    </a:lnTo>
                    <a:lnTo>
                      <a:pt x="20955" y="155258"/>
                    </a:lnTo>
                    <a:lnTo>
                      <a:pt x="20955" y="156210"/>
                    </a:lnTo>
                    <a:lnTo>
                      <a:pt x="23813" y="159067"/>
                    </a:lnTo>
                    <a:lnTo>
                      <a:pt x="24765" y="160020"/>
                    </a:lnTo>
                    <a:lnTo>
                      <a:pt x="25717" y="160973"/>
                    </a:lnTo>
                    <a:lnTo>
                      <a:pt x="26670" y="160973"/>
                    </a:lnTo>
                    <a:lnTo>
                      <a:pt x="27622" y="161925"/>
                    </a:lnTo>
                    <a:lnTo>
                      <a:pt x="28575" y="161925"/>
                    </a:lnTo>
                    <a:lnTo>
                      <a:pt x="29527" y="162877"/>
                    </a:lnTo>
                    <a:lnTo>
                      <a:pt x="30480" y="163830"/>
                    </a:lnTo>
                    <a:lnTo>
                      <a:pt x="30480" y="164783"/>
                    </a:lnTo>
                    <a:lnTo>
                      <a:pt x="31432" y="164783"/>
                    </a:lnTo>
                    <a:lnTo>
                      <a:pt x="31432" y="165735"/>
                    </a:lnTo>
                    <a:lnTo>
                      <a:pt x="32385" y="165735"/>
                    </a:lnTo>
                    <a:lnTo>
                      <a:pt x="32385" y="166688"/>
                    </a:lnTo>
                    <a:lnTo>
                      <a:pt x="34290" y="167640"/>
                    </a:lnTo>
                    <a:lnTo>
                      <a:pt x="35242" y="169545"/>
                    </a:lnTo>
                    <a:lnTo>
                      <a:pt x="37147" y="176213"/>
                    </a:lnTo>
                    <a:lnTo>
                      <a:pt x="38100" y="178117"/>
                    </a:lnTo>
                    <a:lnTo>
                      <a:pt x="39052" y="179070"/>
                    </a:lnTo>
                    <a:lnTo>
                      <a:pt x="39052" y="180023"/>
                    </a:lnTo>
                    <a:lnTo>
                      <a:pt x="39052" y="180975"/>
                    </a:lnTo>
                    <a:lnTo>
                      <a:pt x="39052" y="180975"/>
                    </a:lnTo>
                    <a:lnTo>
                      <a:pt x="39052" y="181927"/>
                    </a:lnTo>
                    <a:lnTo>
                      <a:pt x="40005" y="183833"/>
                    </a:lnTo>
                    <a:lnTo>
                      <a:pt x="40957" y="185738"/>
                    </a:lnTo>
                    <a:lnTo>
                      <a:pt x="41910" y="187642"/>
                    </a:lnTo>
                    <a:lnTo>
                      <a:pt x="42863" y="188595"/>
                    </a:lnTo>
                    <a:lnTo>
                      <a:pt x="43815" y="189548"/>
                    </a:lnTo>
                    <a:lnTo>
                      <a:pt x="44767" y="191452"/>
                    </a:lnTo>
                    <a:lnTo>
                      <a:pt x="45720" y="191452"/>
                    </a:lnTo>
                    <a:lnTo>
                      <a:pt x="45720" y="193358"/>
                    </a:lnTo>
                    <a:lnTo>
                      <a:pt x="47625" y="193358"/>
                    </a:lnTo>
                    <a:lnTo>
                      <a:pt x="50483" y="193358"/>
                    </a:lnTo>
                    <a:lnTo>
                      <a:pt x="53340" y="194310"/>
                    </a:lnTo>
                    <a:lnTo>
                      <a:pt x="55245" y="196215"/>
                    </a:lnTo>
                    <a:lnTo>
                      <a:pt x="56197" y="199073"/>
                    </a:lnTo>
                    <a:lnTo>
                      <a:pt x="55245" y="201930"/>
                    </a:lnTo>
                    <a:lnTo>
                      <a:pt x="55245" y="205740"/>
                    </a:lnTo>
                    <a:lnTo>
                      <a:pt x="57150" y="208598"/>
                    </a:lnTo>
                    <a:lnTo>
                      <a:pt x="60008" y="210502"/>
                    </a:lnTo>
                    <a:lnTo>
                      <a:pt x="62865" y="212408"/>
                    </a:lnTo>
                    <a:lnTo>
                      <a:pt x="75247" y="213360"/>
                    </a:lnTo>
                    <a:lnTo>
                      <a:pt x="79058" y="214313"/>
                    </a:lnTo>
                    <a:lnTo>
                      <a:pt x="83820" y="216217"/>
                    </a:lnTo>
                    <a:lnTo>
                      <a:pt x="99060" y="226695"/>
                    </a:lnTo>
                    <a:lnTo>
                      <a:pt x="102870" y="228600"/>
                    </a:lnTo>
                    <a:lnTo>
                      <a:pt x="106680" y="229552"/>
                    </a:lnTo>
                    <a:lnTo>
                      <a:pt x="115252" y="230505"/>
                    </a:lnTo>
                    <a:lnTo>
                      <a:pt x="123825" y="232410"/>
                    </a:lnTo>
                    <a:lnTo>
                      <a:pt x="127635" y="232410"/>
                    </a:lnTo>
                    <a:lnTo>
                      <a:pt x="131445" y="231458"/>
                    </a:lnTo>
                    <a:lnTo>
                      <a:pt x="133350" y="230505"/>
                    </a:lnTo>
                    <a:lnTo>
                      <a:pt x="134302" y="228600"/>
                    </a:lnTo>
                    <a:lnTo>
                      <a:pt x="136208" y="226695"/>
                    </a:lnTo>
                    <a:lnTo>
                      <a:pt x="137160" y="224790"/>
                    </a:lnTo>
                    <a:lnTo>
                      <a:pt x="139065" y="223838"/>
                    </a:lnTo>
                    <a:lnTo>
                      <a:pt x="152400" y="217170"/>
                    </a:lnTo>
                    <a:lnTo>
                      <a:pt x="155258" y="216217"/>
                    </a:lnTo>
                    <a:lnTo>
                      <a:pt x="157163" y="217170"/>
                    </a:lnTo>
                    <a:lnTo>
                      <a:pt x="158115" y="218123"/>
                    </a:lnTo>
                    <a:lnTo>
                      <a:pt x="160020" y="220027"/>
                    </a:lnTo>
                    <a:lnTo>
                      <a:pt x="161925" y="220980"/>
                    </a:lnTo>
                    <a:lnTo>
                      <a:pt x="165735" y="222885"/>
                    </a:lnTo>
                    <a:lnTo>
                      <a:pt x="169545" y="222885"/>
                    </a:lnTo>
                    <a:lnTo>
                      <a:pt x="178117" y="221933"/>
                    </a:lnTo>
                    <a:lnTo>
                      <a:pt x="179070" y="221933"/>
                    </a:lnTo>
                    <a:lnTo>
                      <a:pt x="179070" y="220980"/>
                    </a:lnTo>
                    <a:lnTo>
                      <a:pt x="179070" y="220980"/>
                    </a:lnTo>
                    <a:lnTo>
                      <a:pt x="180022" y="220027"/>
                    </a:lnTo>
                    <a:lnTo>
                      <a:pt x="180022" y="220027"/>
                    </a:lnTo>
                    <a:lnTo>
                      <a:pt x="180975" y="219075"/>
                    </a:lnTo>
                    <a:lnTo>
                      <a:pt x="181927" y="219075"/>
                    </a:lnTo>
                    <a:lnTo>
                      <a:pt x="182880" y="218123"/>
                    </a:lnTo>
                    <a:lnTo>
                      <a:pt x="183833" y="218123"/>
                    </a:lnTo>
                    <a:lnTo>
                      <a:pt x="183833" y="218123"/>
                    </a:lnTo>
                    <a:lnTo>
                      <a:pt x="184785" y="217170"/>
                    </a:lnTo>
                    <a:lnTo>
                      <a:pt x="185738" y="217170"/>
                    </a:lnTo>
                    <a:lnTo>
                      <a:pt x="186690" y="217170"/>
                    </a:lnTo>
                    <a:lnTo>
                      <a:pt x="192405" y="216217"/>
                    </a:lnTo>
                    <a:lnTo>
                      <a:pt x="195263" y="216217"/>
                    </a:lnTo>
                    <a:lnTo>
                      <a:pt x="198120" y="215265"/>
                    </a:lnTo>
                    <a:lnTo>
                      <a:pt x="198120" y="214313"/>
                    </a:lnTo>
                    <a:lnTo>
                      <a:pt x="199072" y="214313"/>
                    </a:lnTo>
                    <a:lnTo>
                      <a:pt x="199072" y="214313"/>
                    </a:lnTo>
                    <a:lnTo>
                      <a:pt x="199072" y="213360"/>
                    </a:lnTo>
                    <a:lnTo>
                      <a:pt x="199072" y="212408"/>
                    </a:lnTo>
                    <a:lnTo>
                      <a:pt x="200025" y="212408"/>
                    </a:lnTo>
                    <a:lnTo>
                      <a:pt x="200025" y="211455"/>
                    </a:lnTo>
                    <a:lnTo>
                      <a:pt x="200977" y="210502"/>
                    </a:lnTo>
                    <a:lnTo>
                      <a:pt x="200977" y="210502"/>
                    </a:lnTo>
                    <a:lnTo>
                      <a:pt x="201930" y="209550"/>
                    </a:lnTo>
                    <a:lnTo>
                      <a:pt x="201930" y="209550"/>
                    </a:lnTo>
                    <a:lnTo>
                      <a:pt x="201930" y="209550"/>
                    </a:lnTo>
                    <a:lnTo>
                      <a:pt x="204788" y="207645"/>
                    </a:lnTo>
                    <a:lnTo>
                      <a:pt x="207645" y="206692"/>
                    </a:lnTo>
                    <a:lnTo>
                      <a:pt x="212408" y="203835"/>
                    </a:lnTo>
                    <a:lnTo>
                      <a:pt x="217170" y="202883"/>
                    </a:lnTo>
                    <a:lnTo>
                      <a:pt x="218122" y="202883"/>
                    </a:lnTo>
                    <a:lnTo>
                      <a:pt x="219075" y="202883"/>
                    </a:lnTo>
                    <a:lnTo>
                      <a:pt x="220980" y="201930"/>
                    </a:lnTo>
                    <a:lnTo>
                      <a:pt x="224790" y="202883"/>
                    </a:lnTo>
                    <a:lnTo>
                      <a:pt x="231458" y="202883"/>
                    </a:lnTo>
                    <a:lnTo>
                      <a:pt x="236220" y="202883"/>
                    </a:lnTo>
                    <a:lnTo>
                      <a:pt x="238125" y="203835"/>
                    </a:lnTo>
                    <a:lnTo>
                      <a:pt x="240030" y="202883"/>
                    </a:lnTo>
                    <a:lnTo>
                      <a:pt x="240983" y="201930"/>
                    </a:lnTo>
                    <a:lnTo>
                      <a:pt x="241935" y="200977"/>
                    </a:lnTo>
                    <a:lnTo>
                      <a:pt x="246697" y="195263"/>
                    </a:lnTo>
                    <a:lnTo>
                      <a:pt x="260985" y="180023"/>
                    </a:lnTo>
                    <a:lnTo>
                      <a:pt x="269558" y="171450"/>
                    </a:lnTo>
                    <a:lnTo>
                      <a:pt x="272415" y="168592"/>
                    </a:lnTo>
                    <a:lnTo>
                      <a:pt x="278130" y="162877"/>
                    </a:lnTo>
                    <a:lnTo>
                      <a:pt x="280988" y="160020"/>
                    </a:lnTo>
                    <a:lnTo>
                      <a:pt x="287655" y="153352"/>
                    </a:lnTo>
                    <a:lnTo>
                      <a:pt x="293370" y="148590"/>
                    </a:lnTo>
                    <a:lnTo>
                      <a:pt x="300990" y="14097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71" name="Freeform: Shape 216">
                <a:extLst>
                  <a:ext uri="{FF2B5EF4-FFF2-40B4-BE49-F238E27FC236}">
                    <a16:creationId xmlns:a16="http://schemas.microsoft.com/office/drawing/2014/main" id="{7516B2BC-D237-E6F0-8E4C-D859AE838083}"/>
                  </a:ext>
                </a:extLst>
              </p:cNvPr>
              <p:cNvSpPr/>
              <p:nvPr/>
            </p:nvSpPr>
            <p:spPr>
              <a:xfrm>
                <a:off x="6344644" y="3766422"/>
                <a:ext cx="373194" cy="318943"/>
              </a:xfrm>
              <a:custGeom>
                <a:avLst/>
                <a:gdLst>
                  <a:gd name="connsiteX0" fmla="*/ 336233 w 337185"/>
                  <a:gd name="connsiteY0" fmla="*/ 88583 h 268605"/>
                  <a:gd name="connsiteX1" fmla="*/ 334328 w 337185"/>
                  <a:gd name="connsiteY1" fmla="*/ 86678 h 268605"/>
                  <a:gd name="connsiteX2" fmla="*/ 330517 w 337185"/>
                  <a:gd name="connsiteY2" fmla="*/ 84773 h 268605"/>
                  <a:gd name="connsiteX3" fmla="*/ 330517 w 337185"/>
                  <a:gd name="connsiteY3" fmla="*/ 83820 h 268605"/>
                  <a:gd name="connsiteX4" fmla="*/ 329565 w 337185"/>
                  <a:gd name="connsiteY4" fmla="*/ 83820 h 268605"/>
                  <a:gd name="connsiteX5" fmla="*/ 328613 w 337185"/>
                  <a:gd name="connsiteY5" fmla="*/ 83820 h 268605"/>
                  <a:gd name="connsiteX6" fmla="*/ 328613 w 337185"/>
                  <a:gd name="connsiteY6" fmla="*/ 83820 h 268605"/>
                  <a:gd name="connsiteX7" fmla="*/ 327660 w 337185"/>
                  <a:gd name="connsiteY7" fmla="*/ 82868 h 268605"/>
                  <a:gd name="connsiteX8" fmla="*/ 324803 w 337185"/>
                  <a:gd name="connsiteY8" fmla="*/ 79058 h 268605"/>
                  <a:gd name="connsiteX9" fmla="*/ 320992 w 337185"/>
                  <a:gd name="connsiteY9" fmla="*/ 76200 h 268605"/>
                  <a:gd name="connsiteX10" fmla="*/ 317183 w 337185"/>
                  <a:gd name="connsiteY10" fmla="*/ 74295 h 268605"/>
                  <a:gd name="connsiteX11" fmla="*/ 314325 w 337185"/>
                  <a:gd name="connsiteY11" fmla="*/ 71438 h 268605"/>
                  <a:gd name="connsiteX12" fmla="*/ 312420 w 337185"/>
                  <a:gd name="connsiteY12" fmla="*/ 66675 h 268605"/>
                  <a:gd name="connsiteX13" fmla="*/ 310515 w 337185"/>
                  <a:gd name="connsiteY13" fmla="*/ 60960 h 268605"/>
                  <a:gd name="connsiteX14" fmla="*/ 308610 w 337185"/>
                  <a:gd name="connsiteY14" fmla="*/ 44768 h 268605"/>
                  <a:gd name="connsiteX15" fmla="*/ 308610 w 337185"/>
                  <a:gd name="connsiteY15" fmla="*/ 33338 h 268605"/>
                  <a:gd name="connsiteX16" fmla="*/ 307658 w 337185"/>
                  <a:gd name="connsiteY16" fmla="*/ 26670 h 268605"/>
                  <a:gd name="connsiteX17" fmla="*/ 307658 w 337185"/>
                  <a:gd name="connsiteY17" fmla="*/ 23813 h 268605"/>
                  <a:gd name="connsiteX18" fmla="*/ 309563 w 337185"/>
                  <a:gd name="connsiteY18" fmla="*/ 24765 h 268605"/>
                  <a:gd name="connsiteX19" fmla="*/ 310515 w 337185"/>
                  <a:gd name="connsiteY19" fmla="*/ 25718 h 268605"/>
                  <a:gd name="connsiteX20" fmla="*/ 309563 w 337185"/>
                  <a:gd name="connsiteY20" fmla="*/ 22860 h 268605"/>
                  <a:gd name="connsiteX21" fmla="*/ 308610 w 337185"/>
                  <a:gd name="connsiteY21" fmla="*/ 20955 h 268605"/>
                  <a:gd name="connsiteX22" fmla="*/ 305753 w 337185"/>
                  <a:gd name="connsiteY22" fmla="*/ 18098 h 268605"/>
                  <a:gd name="connsiteX23" fmla="*/ 303848 w 337185"/>
                  <a:gd name="connsiteY23" fmla="*/ 14288 h 268605"/>
                  <a:gd name="connsiteX24" fmla="*/ 302895 w 337185"/>
                  <a:gd name="connsiteY24" fmla="*/ 11430 h 268605"/>
                  <a:gd name="connsiteX25" fmla="*/ 302895 w 337185"/>
                  <a:gd name="connsiteY25" fmla="*/ 8573 h 268605"/>
                  <a:gd name="connsiteX26" fmla="*/ 302895 w 337185"/>
                  <a:gd name="connsiteY26" fmla="*/ 4763 h 268605"/>
                  <a:gd name="connsiteX27" fmla="*/ 296228 w 337185"/>
                  <a:gd name="connsiteY27" fmla="*/ 4763 h 268605"/>
                  <a:gd name="connsiteX28" fmla="*/ 289560 w 337185"/>
                  <a:gd name="connsiteY28" fmla="*/ 4763 h 268605"/>
                  <a:gd name="connsiteX29" fmla="*/ 285750 w 337185"/>
                  <a:gd name="connsiteY29" fmla="*/ 4763 h 268605"/>
                  <a:gd name="connsiteX30" fmla="*/ 276225 w 337185"/>
                  <a:gd name="connsiteY30" fmla="*/ 4763 h 268605"/>
                  <a:gd name="connsiteX31" fmla="*/ 269558 w 337185"/>
                  <a:gd name="connsiteY31" fmla="*/ 4763 h 268605"/>
                  <a:gd name="connsiteX32" fmla="*/ 265748 w 337185"/>
                  <a:gd name="connsiteY32" fmla="*/ 4763 h 268605"/>
                  <a:gd name="connsiteX33" fmla="*/ 253365 w 337185"/>
                  <a:gd name="connsiteY33" fmla="*/ 4763 h 268605"/>
                  <a:gd name="connsiteX34" fmla="*/ 242888 w 337185"/>
                  <a:gd name="connsiteY34" fmla="*/ 4763 h 268605"/>
                  <a:gd name="connsiteX35" fmla="*/ 220028 w 337185"/>
                  <a:gd name="connsiteY35" fmla="*/ 4763 h 268605"/>
                  <a:gd name="connsiteX36" fmla="*/ 210503 w 337185"/>
                  <a:gd name="connsiteY36" fmla="*/ 4763 h 268605"/>
                  <a:gd name="connsiteX37" fmla="*/ 203835 w 337185"/>
                  <a:gd name="connsiteY37" fmla="*/ 4763 h 268605"/>
                  <a:gd name="connsiteX38" fmla="*/ 193358 w 337185"/>
                  <a:gd name="connsiteY38" fmla="*/ 4763 h 268605"/>
                  <a:gd name="connsiteX39" fmla="*/ 194310 w 337185"/>
                  <a:gd name="connsiteY39" fmla="*/ 953 h 268605"/>
                  <a:gd name="connsiteX40" fmla="*/ 193358 w 337185"/>
                  <a:gd name="connsiteY40" fmla="*/ 0 h 268605"/>
                  <a:gd name="connsiteX41" fmla="*/ 193358 w 337185"/>
                  <a:gd name="connsiteY41" fmla="*/ 0 h 268605"/>
                  <a:gd name="connsiteX42" fmla="*/ 193358 w 337185"/>
                  <a:gd name="connsiteY42" fmla="*/ 0 h 268605"/>
                  <a:gd name="connsiteX43" fmla="*/ 193358 w 337185"/>
                  <a:gd name="connsiteY43" fmla="*/ 0 h 268605"/>
                  <a:gd name="connsiteX44" fmla="*/ 192405 w 337185"/>
                  <a:gd name="connsiteY44" fmla="*/ 0 h 268605"/>
                  <a:gd name="connsiteX45" fmla="*/ 192405 w 337185"/>
                  <a:gd name="connsiteY45" fmla="*/ 0 h 268605"/>
                  <a:gd name="connsiteX46" fmla="*/ 191453 w 337185"/>
                  <a:gd name="connsiteY46" fmla="*/ 953 h 268605"/>
                  <a:gd name="connsiteX47" fmla="*/ 191453 w 337185"/>
                  <a:gd name="connsiteY47" fmla="*/ 953 h 268605"/>
                  <a:gd name="connsiteX48" fmla="*/ 190500 w 337185"/>
                  <a:gd name="connsiteY48" fmla="*/ 1905 h 268605"/>
                  <a:gd name="connsiteX49" fmla="*/ 190500 w 337185"/>
                  <a:gd name="connsiteY49" fmla="*/ 2858 h 268605"/>
                  <a:gd name="connsiteX50" fmla="*/ 189548 w 337185"/>
                  <a:gd name="connsiteY50" fmla="*/ 4763 h 268605"/>
                  <a:gd name="connsiteX51" fmla="*/ 188595 w 337185"/>
                  <a:gd name="connsiteY51" fmla="*/ 4763 h 268605"/>
                  <a:gd name="connsiteX52" fmla="*/ 186690 w 337185"/>
                  <a:gd name="connsiteY52" fmla="*/ 4763 h 268605"/>
                  <a:gd name="connsiteX53" fmla="*/ 182880 w 337185"/>
                  <a:gd name="connsiteY53" fmla="*/ 4763 h 268605"/>
                  <a:gd name="connsiteX54" fmla="*/ 180975 w 337185"/>
                  <a:gd name="connsiteY54" fmla="*/ 4763 h 268605"/>
                  <a:gd name="connsiteX55" fmla="*/ 176213 w 337185"/>
                  <a:gd name="connsiteY55" fmla="*/ 4763 h 268605"/>
                  <a:gd name="connsiteX56" fmla="*/ 175260 w 337185"/>
                  <a:gd name="connsiteY56" fmla="*/ 4763 h 268605"/>
                  <a:gd name="connsiteX57" fmla="*/ 170498 w 337185"/>
                  <a:gd name="connsiteY57" fmla="*/ 4763 h 268605"/>
                  <a:gd name="connsiteX58" fmla="*/ 162878 w 337185"/>
                  <a:gd name="connsiteY58" fmla="*/ 4763 h 268605"/>
                  <a:gd name="connsiteX59" fmla="*/ 155258 w 337185"/>
                  <a:gd name="connsiteY59" fmla="*/ 4763 h 268605"/>
                  <a:gd name="connsiteX60" fmla="*/ 153353 w 337185"/>
                  <a:gd name="connsiteY60" fmla="*/ 4763 h 268605"/>
                  <a:gd name="connsiteX61" fmla="*/ 149543 w 337185"/>
                  <a:gd name="connsiteY61" fmla="*/ 4763 h 268605"/>
                  <a:gd name="connsiteX62" fmla="*/ 145733 w 337185"/>
                  <a:gd name="connsiteY62" fmla="*/ 4763 h 268605"/>
                  <a:gd name="connsiteX63" fmla="*/ 145733 w 337185"/>
                  <a:gd name="connsiteY63" fmla="*/ 4763 h 268605"/>
                  <a:gd name="connsiteX64" fmla="*/ 141923 w 337185"/>
                  <a:gd name="connsiteY64" fmla="*/ 4763 h 268605"/>
                  <a:gd name="connsiteX65" fmla="*/ 138113 w 337185"/>
                  <a:gd name="connsiteY65" fmla="*/ 4763 h 268605"/>
                  <a:gd name="connsiteX66" fmla="*/ 134303 w 337185"/>
                  <a:gd name="connsiteY66" fmla="*/ 4763 h 268605"/>
                  <a:gd name="connsiteX67" fmla="*/ 132398 w 337185"/>
                  <a:gd name="connsiteY67" fmla="*/ 4763 h 268605"/>
                  <a:gd name="connsiteX68" fmla="*/ 124778 w 337185"/>
                  <a:gd name="connsiteY68" fmla="*/ 4763 h 268605"/>
                  <a:gd name="connsiteX69" fmla="*/ 122873 w 337185"/>
                  <a:gd name="connsiteY69" fmla="*/ 4763 h 268605"/>
                  <a:gd name="connsiteX70" fmla="*/ 119063 w 337185"/>
                  <a:gd name="connsiteY70" fmla="*/ 4763 h 268605"/>
                  <a:gd name="connsiteX71" fmla="*/ 117158 w 337185"/>
                  <a:gd name="connsiteY71" fmla="*/ 4763 h 268605"/>
                  <a:gd name="connsiteX72" fmla="*/ 113348 w 337185"/>
                  <a:gd name="connsiteY72" fmla="*/ 4763 h 268605"/>
                  <a:gd name="connsiteX73" fmla="*/ 101918 w 337185"/>
                  <a:gd name="connsiteY73" fmla="*/ 4763 h 268605"/>
                  <a:gd name="connsiteX74" fmla="*/ 98108 w 337185"/>
                  <a:gd name="connsiteY74" fmla="*/ 4763 h 268605"/>
                  <a:gd name="connsiteX75" fmla="*/ 94298 w 337185"/>
                  <a:gd name="connsiteY75" fmla="*/ 4763 h 268605"/>
                  <a:gd name="connsiteX76" fmla="*/ 92393 w 337185"/>
                  <a:gd name="connsiteY76" fmla="*/ 4763 h 268605"/>
                  <a:gd name="connsiteX77" fmla="*/ 82868 w 337185"/>
                  <a:gd name="connsiteY77" fmla="*/ 4763 h 268605"/>
                  <a:gd name="connsiteX78" fmla="*/ 77153 w 337185"/>
                  <a:gd name="connsiteY78" fmla="*/ 4763 h 268605"/>
                  <a:gd name="connsiteX79" fmla="*/ 73343 w 337185"/>
                  <a:gd name="connsiteY79" fmla="*/ 4763 h 268605"/>
                  <a:gd name="connsiteX80" fmla="*/ 68580 w 337185"/>
                  <a:gd name="connsiteY80" fmla="*/ 4763 h 268605"/>
                  <a:gd name="connsiteX81" fmla="*/ 65723 w 337185"/>
                  <a:gd name="connsiteY81" fmla="*/ 4763 h 268605"/>
                  <a:gd name="connsiteX82" fmla="*/ 63818 w 337185"/>
                  <a:gd name="connsiteY82" fmla="*/ 4763 h 268605"/>
                  <a:gd name="connsiteX83" fmla="*/ 63818 w 337185"/>
                  <a:gd name="connsiteY83" fmla="*/ 12383 h 268605"/>
                  <a:gd name="connsiteX84" fmla="*/ 63818 w 337185"/>
                  <a:gd name="connsiteY84" fmla="*/ 20955 h 268605"/>
                  <a:gd name="connsiteX85" fmla="*/ 63818 w 337185"/>
                  <a:gd name="connsiteY85" fmla="*/ 47625 h 268605"/>
                  <a:gd name="connsiteX86" fmla="*/ 62865 w 337185"/>
                  <a:gd name="connsiteY86" fmla="*/ 47625 h 268605"/>
                  <a:gd name="connsiteX87" fmla="*/ 42863 w 337185"/>
                  <a:gd name="connsiteY87" fmla="*/ 47625 h 268605"/>
                  <a:gd name="connsiteX88" fmla="*/ 42863 w 337185"/>
                  <a:gd name="connsiteY88" fmla="*/ 58103 h 268605"/>
                  <a:gd name="connsiteX89" fmla="*/ 42863 w 337185"/>
                  <a:gd name="connsiteY89" fmla="*/ 60960 h 268605"/>
                  <a:gd name="connsiteX90" fmla="*/ 42863 w 337185"/>
                  <a:gd name="connsiteY90" fmla="*/ 72390 h 268605"/>
                  <a:gd name="connsiteX91" fmla="*/ 42863 w 337185"/>
                  <a:gd name="connsiteY91" fmla="*/ 77153 h 268605"/>
                  <a:gd name="connsiteX92" fmla="*/ 42863 w 337185"/>
                  <a:gd name="connsiteY92" fmla="*/ 81915 h 268605"/>
                  <a:gd name="connsiteX93" fmla="*/ 42863 w 337185"/>
                  <a:gd name="connsiteY93" fmla="*/ 91440 h 268605"/>
                  <a:gd name="connsiteX94" fmla="*/ 42863 w 337185"/>
                  <a:gd name="connsiteY94" fmla="*/ 99060 h 268605"/>
                  <a:gd name="connsiteX95" fmla="*/ 42863 w 337185"/>
                  <a:gd name="connsiteY95" fmla="*/ 105728 h 268605"/>
                  <a:gd name="connsiteX96" fmla="*/ 43815 w 337185"/>
                  <a:gd name="connsiteY96" fmla="*/ 115253 h 268605"/>
                  <a:gd name="connsiteX97" fmla="*/ 43815 w 337185"/>
                  <a:gd name="connsiteY97" fmla="*/ 124778 h 268605"/>
                  <a:gd name="connsiteX98" fmla="*/ 43815 w 337185"/>
                  <a:gd name="connsiteY98" fmla="*/ 126683 h 268605"/>
                  <a:gd name="connsiteX99" fmla="*/ 43815 w 337185"/>
                  <a:gd name="connsiteY99" fmla="*/ 137160 h 268605"/>
                  <a:gd name="connsiteX100" fmla="*/ 42863 w 337185"/>
                  <a:gd name="connsiteY100" fmla="*/ 137160 h 268605"/>
                  <a:gd name="connsiteX101" fmla="*/ 42863 w 337185"/>
                  <a:gd name="connsiteY101" fmla="*/ 138113 h 268605"/>
                  <a:gd name="connsiteX102" fmla="*/ 42863 w 337185"/>
                  <a:gd name="connsiteY102" fmla="*/ 138113 h 268605"/>
                  <a:gd name="connsiteX103" fmla="*/ 42863 w 337185"/>
                  <a:gd name="connsiteY103" fmla="*/ 138113 h 268605"/>
                  <a:gd name="connsiteX104" fmla="*/ 41910 w 337185"/>
                  <a:gd name="connsiteY104" fmla="*/ 138113 h 268605"/>
                  <a:gd name="connsiteX105" fmla="*/ 38100 w 337185"/>
                  <a:gd name="connsiteY105" fmla="*/ 137160 h 268605"/>
                  <a:gd name="connsiteX106" fmla="*/ 36195 w 337185"/>
                  <a:gd name="connsiteY106" fmla="*/ 137160 h 268605"/>
                  <a:gd name="connsiteX107" fmla="*/ 34290 w 337185"/>
                  <a:gd name="connsiteY107" fmla="*/ 138113 h 268605"/>
                  <a:gd name="connsiteX108" fmla="*/ 32385 w 337185"/>
                  <a:gd name="connsiteY108" fmla="*/ 138113 h 268605"/>
                  <a:gd name="connsiteX109" fmla="*/ 30480 w 337185"/>
                  <a:gd name="connsiteY109" fmla="*/ 138113 h 268605"/>
                  <a:gd name="connsiteX110" fmla="*/ 27623 w 337185"/>
                  <a:gd name="connsiteY110" fmla="*/ 138113 h 268605"/>
                  <a:gd name="connsiteX111" fmla="*/ 25718 w 337185"/>
                  <a:gd name="connsiteY111" fmla="*/ 139065 h 268605"/>
                  <a:gd name="connsiteX112" fmla="*/ 24765 w 337185"/>
                  <a:gd name="connsiteY112" fmla="*/ 139065 h 268605"/>
                  <a:gd name="connsiteX113" fmla="*/ 23813 w 337185"/>
                  <a:gd name="connsiteY113" fmla="*/ 140018 h 268605"/>
                  <a:gd name="connsiteX114" fmla="*/ 23813 w 337185"/>
                  <a:gd name="connsiteY114" fmla="*/ 140970 h 268605"/>
                  <a:gd name="connsiteX115" fmla="*/ 22860 w 337185"/>
                  <a:gd name="connsiteY115" fmla="*/ 140970 h 268605"/>
                  <a:gd name="connsiteX116" fmla="*/ 21908 w 337185"/>
                  <a:gd name="connsiteY116" fmla="*/ 141923 h 268605"/>
                  <a:gd name="connsiteX117" fmla="*/ 22860 w 337185"/>
                  <a:gd name="connsiteY117" fmla="*/ 143828 h 268605"/>
                  <a:gd name="connsiteX118" fmla="*/ 22860 w 337185"/>
                  <a:gd name="connsiteY118" fmla="*/ 146685 h 268605"/>
                  <a:gd name="connsiteX119" fmla="*/ 21908 w 337185"/>
                  <a:gd name="connsiteY119" fmla="*/ 149543 h 268605"/>
                  <a:gd name="connsiteX120" fmla="*/ 19050 w 337185"/>
                  <a:gd name="connsiteY120" fmla="*/ 153353 h 268605"/>
                  <a:gd name="connsiteX121" fmla="*/ 18098 w 337185"/>
                  <a:gd name="connsiteY121" fmla="*/ 155258 h 268605"/>
                  <a:gd name="connsiteX122" fmla="*/ 17145 w 337185"/>
                  <a:gd name="connsiteY122" fmla="*/ 155258 h 268605"/>
                  <a:gd name="connsiteX123" fmla="*/ 17145 w 337185"/>
                  <a:gd name="connsiteY123" fmla="*/ 156210 h 268605"/>
                  <a:gd name="connsiteX124" fmla="*/ 17145 w 337185"/>
                  <a:gd name="connsiteY124" fmla="*/ 158115 h 268605"/>
                  <a:gd name="connsiteX125" fmla="*/ 17145 w 337185"/>
                  <a:gd name="connsiteY125" fmla="*/ 159068 h 268605"/>
                  <a:gd name="connsiteX126" fmla="*/ 16193 w 337185"/>
                  <a:gd name="connsiteY126" fmla="*/ 159068 h 268605"/>
                  <a:gd name="connsiteX127" fmla="*/ 16193 w 337185"/>
                  <a:gd name="connsiteY127" fmla="*/ 160020 h 268605"/>
                  <a:gd name="connsiteX128" fmla="*/ 13335 w 337185"/>
                  <a:gd name="connsiteY128" fmla="*/ 160020 h 268605"/>
                  <a:gd name="connsiteX129" fmla="*/ 11430 w 337185"/>
                  <a:gd name="connsiteY129" fmla="*/ 162877 h 268605"/>
                  <a:gd name="connsiteX130" fmla="*/ 13335 w 337185"/>
                  <a:gd name="connsiteY130" fmla="*/ 168593 h 268605"/>
                  <a:gd name="connsiteX131" fmla="*/ 14288 w 337185"/>
                  <a:gd name="connsiteY131" fmla="*/ 169545 h 268605"/>
                  <a:gd name="connsiteX132" fmla="*/ 14288 w 337185"/>
                  <a:gd name="connsiteY132" fmla="*/ 170498 h 268605"/>
                  <a:gd name="connsiteX133" fmla="*/ 14288 w 337185"/>
                  <a:gd name="connsiteY133" fmla="*/ 171450 h 268605"/>
                  <a:gd name="connsiteX134" fmla="*/ 6668 w 337185"/>
                  <a:gd name="connsiteY134" fmla="*/ 175260 h 268605"/>
                  <a:gd name="connsiteX135" fmla="*/ 5715 w 337185"/>
                  <a:gd name="connsiteY135" fmla="*/ 177165 h 268605"/>
                  <a:gd name="connsiteX136" fmla="*/ 5715 w 337185"/>
                  <a:gd name="connsiteY136" fmla="*/ 178118 h 268605"/>
                  <a:gd name="connsiteX137" fmla="*/ 5715 w 337185"/>
                  <a:gd name="connsiteY137" fmla="*/ 179070 h 268605"/>
                  <a:gd name="connsiteX138" fmla="*/ 7620 w 337185"/>
                  <a:gd name="connsiteY138" fmla="*/ 185738 h 268605"/>
                  <a:gd name="connsiteX139" fmla="*/ 7620 w 337185"/>
                  <a:gd name="connsiteY139" fmla="*/ 187643 h 268605"/>
                  <a:gd name="connsiteX140" fmla="*/ 7620 w 337185"/>
                  <a:gd name="connsiteY140" fmla="*/ 189548 h 268605"/>
                  <a:gd name="connsiteX141" fmla="*/ 2858 w 337185"/>
                  <a:gd name="connsiteY141" fmla="*/ 192405 h 268605"/>
                  <a:gd name="connsiteX142" fmla="*/ 0 w 337185"/>
                  <a:gd name="connsiteY142" fmla="*/ 199073 h 268605"/>
                  <a:gd name="connsiteX143" fmla="*/ 0 w 337185"/>
                  <a:gd name="connsiteY143" fmla="*/ 200025 h 268605"/>
                  <a:gd name="connsiteX144" fmla="*/ 953 w 337185"/>
                  <a:gd name="connsiteY144" fmla="*/ 200025 h 268605"/>
                  <a:gd name="connsiteX145" fmla="*/ 953 w 337185"/>
                  <a:gd name="connsiteY145" fmla="*/ 200977 h 268605"/>
                  <a:gd name="connsiteX146" fmla="*/ 1905 w 337185"/>
                  <a:gd name="connsiteY146" fmla="*/ 200977 h 268605"/>
                  <a:gd name="connsiteX147" fmla="*/ 3810 w 337185"/>
                  <a:gd name="connsiteY147" fmla="*/ 200977 h 268605"/>
                  <a:gd name="connsiteX148" fmla="*/ 8573 w 337185"/>
                  <a:gd name="connsiteY148" fmla="*/ 200977 h 268605"/>
                  <a:gd name="connsiteX149" fmla="*/ 10478 w 337185"/>
                  <a:gd name="connsiteY149" fmla="*/ 201930 h 268605"/>
                  <a:gd name="connsiteX150" fmla="*/ 11430 w 337185"/>
                  <a:gd name="connsiteY150" fmla="*/ 203835 h 268605"/>
                  <a:gd name="connsiteX151" fmla="*/ 11430 w 337185"/>
                  <a:gd name="connsiteY151" fmla="*/ 203835 h 268605"/>
                  <a:gd name="connsiteX152" fmla="*/ 11430 w 337185"/>
                  <a:gd name="connsiteY152" fmla="*/ 204788 h 268605"/>
                  <a:gd name="connsiteX153" fmla="*/ 11430 w 337185"/>
                  <a:gd name="connsiteY153" fmla="*/ 205740 h 268605"/>
                  <a:gd name="connsiteX154" fmla="*/ 13335 w 337185"/>
                  <a:gd name="connsiteY154" fmla="*/ 212408 h 268605"/>
                  <a:gd name="connsiteX155" fmla="*/ 13335 w 337185"/>
                  <a:gd name="connsiteY155" fmla="*/ 213360 h 268605"/>
                  <a:gd name="connsiteX156" fmla="*/ 15240 w 337185"/>
                  <a:gd name="connsiteY156" fmla="*/ 214313 h 268605"/>
                  <a:gd name="connsiteX157" fmla="*/ 15240 w 337185"/>
                  <a:gd name="connsiteY157" fmla="*/ 215265 h 268605"/>
                  <a:gd name="connsiteX158" fmla="*/ 14288 w 337185"/>
                  <a:gd name="connsiteY158" fmla="*/ 221933 h 268605"/>
                  <a:gd name="connsiteX159" fmla="*/ 15240 w 337185"/>
                  <a:gd name="connsiteY159" fmla="*/ 223838 h 268605"/>
                  <a:gd name="connsiteX160" fmla="*/ 16193 w 337185"/>
                  <a:gd name="connsiteY160" fmla="*/ 224790 h 268605"/>
                  <a:gd name="connsiteX161" fmla="*/ 19050 w 337185"/>
                  <a:gd name="connsiteY161" fmla="*/ 227648 h 268605"/>
                  <a:gd name="connsiteX162" fmla="*/ 20003 w 337185"/>
                  <a:gd name="connsiteY162" fmla="*/ 227648 h 268605"/>
                  <a:gd name="connsiteX163" fmla="*/ 20003 w 337185"/>
                  <a:gd name="connsiteY163" fmla="*/ 227648 h 268605"/>
                  <a:gd name="connsiteX164" fmla="*/ 21908 w 337185"/>
                  <a:gd name="connsiteY164" fmla="*/ 228600 h 268605"/>
                  <a:gd name="connsiteX165" fmla="*/ 22860 w 337185"/>
                  <a:gd name="connsiteY165" fmla="*/ 230505 h 268605"/>
                  <a:gd name="connsiteX166" fmla="*/ 21908 w 337185"/>
                  <a:gd name="connsiteY166" fmla="*/ 235268 h 268605"/>
                  <a:gd name="connsiteX167" fmla="*/ 20955 w 337185"/>
                  <a:gd name="connsiteY167" fmla="*/ 237173 h 268605"/>
                  <a:gd name="connsiteX168" fmla="*/ 21908 w 337185"/>
                  <a:gd name="connsiteY168" fmla="*/ 240030 h 268605"/>
                  <a:gd name="connsiteX169" fmla="*/ 25718 w 337185"/>
                  <a:gd name="connsiteY169" fmla="*/ 243840 h 268605"/>
                  <a:gd name="connsiteX170" fmla="*/ 29528 w 337185"/>
                  <a:gd name="connsiteY170" fmla="*/ 247650 h 268605"/>
                  <a:gd name="connsiteX171" fmla="*/ 31433 w 337185"/>
                  <a:gd name="connsiteY171" fmla="*/ 250508 h 268605"/>
                  <a:gd name="connsiteX172" fmla="*/ 32385 w 337185"/>
                  <a:gd name="connsiteY172" fmla="*/ 252413 h 268605"/>
                  <a:gd name="connsiteX173" fmla="*/ 34290 w 337185"/>
                  <a:gd name="connsiteY173" fmla="*/ 254318 h 268605"/>
                  <a:gd name="connsiteX174" fmla="*/ 35243 w 337185"/>
                  <a:gd name="connsiteY174" fmla="*/ 256223 h 268605"/>
                  <a:gd name="connsiteX175" fmla="*/ 35243 w 337185"/>
                  <a:gd name="connsiteY175" fmla="*/ 257175 h 268605"/>
                  <a:gd name="connsiteX176" fmla="*/ 36195 w 337185"/>
                  <a:gd name="connsiteY176" fmla="*/ 258127 h 268605"/>
                  <a:gd name="connsiteX177" fmla="*/ 36195 w 337185"/>
                  <a:gd name="connsiteY177" fmla="*/ 259080 h 268605"/>
                  <a:gd name="connsiteX178" fmla="*/ 36195 w 337185"/>
                  <a:gd name="connsiteY178" fmla="*/ 260033 h 268605"/>
                  <a:gd name="connsiteX179" fmla="*/ 37148 w 337185"/>
                  <a:gd name="connsiteY179" fmla="*/ 260985 h 268605"/>
                  <a:gd name="connsiteX180" fmla="*/ 37148 w 337185"/>
                  <a:gd name="connsiteY180" fmla="*/ 261938 h 268605"/>
                  <a:gd name="connsiteX181" fmla="*/ 36195 w 337185"/>
                  <a:gd name="connsiteY181" fmla="*/ 262890 h 268605"/>
                  <a:gd name="connsiteX182" fmla="*/ 40958 w 337185"/>
                  <a:gd name="connsiteY182" fmla="*/ 262890 h 268605"/>
                  <a:gd name="connsiteX183" fmla="*/ 48578 w 337185"/>
                  <a:gd name="connsiteY183" fmla="*/ 260985 h 268605"/>
                  <a:gd name="connsiteX184" fmla="*/ 52388 w 337185"/>
                  <a:gd name="connsiteY184" fmla="*/ 260033 h 268605"/>
                  <a:gd name="connsiteX185" fmla="*/ 57150 w 337185"/>
                  <a:gd name="connsiteY185" fmla="*/ 260033 h 268605"/>
                  <a:gd name="connsiteX186" fmla="*/ 59055 w 337185"/>
                  <a:gd name="connsiteY186" fmla="*/ 259080 h 268605"/>
                  <a:gd name="connsiteX187" fmla="*/ 60960 w 337185"/>
                  <a:gd name="connsiteY187" fmla="*/ 258127 h 268605"/>
                  <a:gd name="connsiteX188" fmla="*/ 62865 w 337185"/>
                  <a:gd name="connsiteY188" fmla="*/ 256223 h 268605"/>
                  <a:gd name="connsiteX189" fmla="*/ 62865 w 337185"/>
                  <a:gd name="connsiteY189" fmla="*/ 253365 h 268605"/>
                  <a:gd name="connsiteX190" fmla="*/ 63818 w 337185"/>
                  <a:gd name="connsiteY190" fmla="*/ 251460 h 268605"/>
                  <a:gd name="connsiteX191" fmla="*/ 64770 w 337185"/>
                  <a:gd name="connsiteY191" fmla="*/ 249555 h 268605"/>
                  <a:gd name="connsiteX192" fmla="*/ 65723 w 337185"/>
                  <a:gd name="connsiteY192" fmla="*/ 248602 h 268605"/>
                  <a:gd name="connsiteX193" fmla="*/ 67628 w 337185"/>
                  <a:gd name="connsiteY193" fmla="*/ 248602 h 268605"/>
                  <a:gd name="connsiteX194" fmla="*/ 69533 w 337185"/>
                  <a:gd name="connsiteY194" fmla="*/ 248602 h 268605"/>
                  <a:gd name="connsiteX195" fmla="*/ 75248 w 337185"/>
                  <a:gd name="connsiteY195" fmla="*/ 246698 h 268605"/>
                  <a:gd name="connsiteX196" fmla="*/ 77153 w 337185"/>
                  <a:gd name="connsiteY196" fmla="*/ 246698 h 268605"/>
                  <a:gd name="connsiteX197" fmla="*/ 80010 w 337185"/>
                  <a:gd name="connsiteY197" fmla="*/ 246698 h 268605"/>
                  <a:gd name="connsiteX198" fmla="*/ 80963 w 337185"/>
                  <a:gd name="connsiteY198" fmla="*/ 247650 h 268605"/>
                  <a:gd name="connsiteX199" fmla="*/ 80963 w 337185"/>
                  <a:gd name="connsiteY199" fmla="*/ 248602 h 268605"/>
                  <a:gd name="connsiteX200" fmla="*/ 81915 w 337185"/>
                  <a:gd name="connsiteY200" fmla="*/ 250508 h 268605"/>
                  <a:gd name="connsiteX201" fmla="*/ 83820 w 337185"/>
                  <a:gd name="connsiteY201" fmla="*/ 253365 h 268605"/>
                  <a:gd name="connsiteX202" fmla="*/ 89535 w 337185"/>
                  <a:gd name="connsiteY202" fmla="*/ 258127 h 268605"/>
                  <a:gd name="connsiteX203" fmla="*/ 95250 w 337185"/>
                  <a:gd name="connsiteY203" fmla="*/ 263843 h 268605"/>
                  <a:gd name="connsiteX204" fmla="*/ 97155 w 337185"/>
                  <a:gd name="connsiteY204" fmla="*/ 264795 h 268605"/>
                  <a:gd name="connsiteX205" fmla="*/ 105728 w 337185"/>
                  <a:gd name="connsiteY205" fmla="*/ 262890 h 268605"/>
                  <a:gd name="connsiteX206" fmla="*/ 109538 w 337185"/>
                  <a:gd name="connsiteY206" fmla="*/ 262890 h 268605"/>
                  <a:gd name="connsiteX207" fmla="*/ 114300 w 337185"/>
                  <a:gd name="connsiteY207" fmla="*/ 262890 h 268605"/>
                  <a:gd name="connsiteX208" fmla="*/ 119063 w 337185"/>
                  <a:gd name="connsiteY208" fmla="*/ 262890 h 268605"/>
                  <a:gd name="connsiteX209" fmla="*/ 122873 w 337185"/>
                  <a:gd name="connsiteY209" fmla="*/ 263843 h 268605"/>
                  <a:gd name="connsiteX210" fmla="*/ 124778 w 337185"/>
                  <a:gd name="connsiteY210" fmla="*/ 265748 h 268605"/>
                  <a:gd name="connsiteX211" fmla="*/ 124778 w 337185"/>
                  <a:gd name="connsiteY211" fmla="*/ 266700 h 268605"/>
                  <a:gd name="connsiteX212" fmla="*/ 125730 w 337185"/>
                  <a:gd name="connsiteY212" fmla="*/ 267653 h 268605"/>
                  <a:gd name="connsiteX213" fmla="*/ 128588 w 337185"/>
                  <a:gd name="connsiteY213" fmla="*/ 268605 h 268605"/>
                  <a:gd name="connsiteX214" fmla="*/ 140970 w 337185"/>
                  <a:gd name="connsiteY214" fmla="*/ 268605 h 268605"/>
                  <a:gd name="connsiteX215" fmla="*/ 140970 w 337185"/>
                  <a:gd name="connsiteY215" fmla="*/ 265748 h 268605"/>
                  <a:gd name="connsiteX216" fmla="*/ 142875 w 337185"/>
                  <a:gd name="connsiteY216" fmla="*/ 263843 h 268605"/>
                  <a:gd name="connsiteX217" fmla="*/ 145733 w 337185"/>
                  <a:gd name="connsiteY217" fmla="*/ 262890 h 268605"/>
                  <a:gd name="connsiteX218" fmla="*/ 147638 w 337185"/>
                  <a:gd name="connsiteY218" fmla="*/ 260985 h 268605"/>
                  <a:gd name="connsiteX219" fmla="*/ 149543 w 337185"/>
                  <a:gd name="connsiteY219" fmla="*/ 260985 h 268605"/>
                  <a:gd name="connsiteX220" fmla="*/ 151448 w 337185"/>
                  <a:gd name="connsiteY220" fmla="*/ 260033 h 268605"/>
                  <a:gd name="connsiteX221" fmla="*/ 153353 w 337185"/>
                  <a:gd name="connsiteY221" fmla="*/ 260033 h 268605"/>
                  <a:gd name="connsiteX222" fmla="*/ 155258 w 337185"/>
                  <a:gd name="connsiteY222" fmla="*/ 259080 h 268605"/>
                  <a:gd name="connsiteX223" fmla="*/ 156210 w 337185"/>
                  <a:gd name="connsiteY223" fmla="*/ 257175 h 268605"/>
                  <a:gd name="connsiteX224" fmla="*/ 157163 w 337185"/>
                  <a:gd name="connsiteY224" fmla="*/ 254318 h 268605"/>
                  <a:gd name="connsiteX225" fmla="*/ 158115 w 337185"/>
                  <a:gd name="connsiteY225" fmla="*/ 253365 h 268605"/>
                  <a:gd name="connsiteX226" fmla="*/ 161925 w 337185"/>
                  <a:gd name="connsiteY226" fmla="*/ 250508 h 268605"/>
                  <a:gd name="connsiteX227" fmla="*/ 165735 w 337185"/>
                  <a:gd name="connsiteY227" fmla="*/ 250508 h 268605"/>
                  <a:gd name="connsiteX228" fmla="*/ 170498 w 337185"/>
                  <a:gd name="connsiteY228" fmla="*/ 252413 h 268605"/>
                  <a:gd name="connsiteX229" fmla="*/ 179070 w 337185"/>
                  <a:gd name="connsiteY229" fmla="*/ 259080 h 268605"/>
                  <a:gd name="connsiteX230" fmla="*/ 180975 w 337185"/>
                  <a:gd name="connsiteY230" fmla="*/ 260033 h 268605"/>
                  <a:gd name="connsiteX231" fmla="*/ 184785 w 337185"/>
                  <a:gd name="connsiteY231" fmla="*/ 260033 h 268605"/>
                  <a:gd name="connsiteX232" fmla="*/ 191453 w 337185"/>
                  <a:gd name="connsiteY232" fmla="*/ 257175 h 268605"/>
                  <a:gd name="connsiteX233" fmla="*/ 197168 w 337185"/>
                  <a:gd name="connsiteY233" fmla="*/ 251460 h 268605"/>
                  <a:gd name="connsiteX234" fmla="*/ 201930 w 337185"/>
                  <a:gd name="connsiteY234" fmla="*/ 244793 h 268605"/>
                  <a:gd name="connsiteX235" fmla="*/ 206693 w 337185"/>
                  <a:gd name="connsiteY235" fmla="*/ 238125 h 268605"/>
                  <a:gd name="connsiteX236" fmla="*/ 210503 w 337185"/>
                  <a:gd name="connsiteY236" fmla="*/ 235268 h 268605"/>
                  <a:gd name="connsiteX237" fmla="*/ 212408 w 337185"/>
                  <a:gd name="connsiteY237" fmla="*/ 233363 h 268605"/>
                  <a:gd name="connsiteX238" fmla="*/ 212408 w 337185"/>
                  <a:gd name="connsiteY238" fmla="*/ 231458 h 268605"/>
                  <a:gd name="connsiteX239" fmla="*/ 210503 w 337185"/>
                  <a:gd name="connsiteY239" fmla="*/ 220027 h 268605"/>
                  <a:gd name="connsiteX240" fmla="*/ 209550 w 337185"/>
                  <a:gd name="connsiteY240" fmla="*/ 217170 h 268605"/>
                  <a:gd name="connsiteX241" fmla="*/ 206693 w 337185"/>
                  <a:gd name="connsiteY241" fmla="*/ 213360 h 268605"/>
                  <a:gd name="connsiteX242" fmla="*/ 220028 w 337185"/>
                  <a:gd name="connsiteY242" fmla="*/ 213360 h 268605"/>
                  <a:gd name="connsiteX243" fmla="*/ 220028 w 337185"/>
                  <a:gd name="connsiteY243" fmla="*/ 211455 h 268605"/>
                  <a:gd name="connsiteX244" fmla="*/ 220028 w 337185"/>
                  <a:gd name="connsiteY244" fmla="*/ 209550 h 268605"/>
                  <a:gd name="connsiteX245" fmla="*/ 229553 w 337185"/>
                  <a:gd name="connsiteY245" fmla="*/ 209550 h 268605"/>
                  <a:gd name="connsiteX246" fmla="*/ 227648 w 337185"/>
                  <a:gd name="connsiteY246" fmla="*/ 221933 h 268605"/>
                  <a:gd name="connsiteX247" fmla="*/ 226695 w 337185"/>
                  <a:gd name="connsiteY247" fmla="*/ 225743 h 268605"/>
                  <a:gd name="connsiteX248" fmla="*/ 227648 w 337185"/>
                  <a:gd name="connsiteY248" fmla="*/ 235268 h 268605"/>
                  <a:gd name="connsiteX249" fmla="*/ 228600 w 337185"/>
                  <a:gd name="connsiteY249" fmla="*/ 238125 h 268605"/>
                  <a:gd name="connsiteX250" fmla="*/ 228600 w 337185"/>
                  <a:gd name="connsiteY250" fmla="*/ 238125 h 268605"/>
                  <a:gd name="connsiteX251" fmla="*/ 227648 w 337185"/>
                  <a:gd name="connsiteY251" fmla="*/ 239077 h 268605"/>
                  <a:gd name="connsiteX252" fmla="*/ 227648 w 337185"/>
                  <a:gd name="connsiteY252" fmla="*/ 240030 h 268605"/>
                  <a:gd name="connsiteX253" fmla="*/ 228600 w 337185"/>
                  <a:gd name="connsiteY253" fmla="*/ 240030 h 268605"/>
                  <a:gd name="connsiteX254" fmla="*/ 231458 w 337185"/>
                  <a:gd name="connsiteY254" fmla="*/ 240983 h 268605"/>
                  <a:gd name="connsiteX255" fmla="*/ 232410 w 337185"/>
                  <a:gd name="connsiteY255" fmla="*/ 241935 h 268605"/>
                  <a:gd name="connsiteX256" fmla="*/ 237173 w 337185"/>
                  <a:gd name="connsiteY256" fmla="*/ 244793 h 268605"/>
                  <a:gd name="connsiteX257" fmla="*/ 240983 w 337185"/>
                  <a:gd name="connsiteY257" fmla="*/ 248602 h 268605"/>
                  <a:gd name="connsiteX258" fmla="*/ 243840 w 337185"/>
                  <a:gd name="connsiteY258" fmla="*/ 252413 h 268605"/>
                  <a:gd name="connsiteX259" fmla="*/ 244793 w 337185"/>
                  <a:gd name="connsiteY259" fmla="*/ 257175 h 268605"/>
                  <a:gd name="connsiteX260" fmla="*/ 242888 w 337185"/>
                  <a:gd name="connsiteY260" fmla="*/ 262890 h 268605"/>
                  <a:gd name="connsiteX261" fmla="*/ 242888 w 337185"/>
                  <a:gd name="connsiteY261" fmla="*/ 265748 h 268605"/>
                  <a:gd name="connsiteX262" fmla="*/ 246698 w 337185"/>
                  <a:gd name="connsiteY262" fmla="*/ 265748 h 268605"/>
                  <a:gd name="connsiteX263" fmla="*/ 246698 w 337185"/>
                  <a:gd name="connsiteY263" fmla="*/ 262890 h 268605"/>
                  <a:gd name="connsiteX264" fmla="*/ 247650 w 337185"/>
                  <a:gd name="connsiteY264" fmla="*/ 261938 h 268605"/>
                  <a:gd name="connsiteX265" fmla="*/ 247650 w 337185"/>
                  <a:gd name="connsiteY265" fmla="*/ 260033 h 268605"/>
                  <a:gd name="connsiteX266" fmla="*/ 248603 w 337185"/>
                  <a:gd name="connsiteY266" fmla="*/ 258127 h 268605"/>
                  <a:gd name="connsiteX267" fmla="*/ 249555 w 337185"/>
                  <a:gd name="connsiteY267" fmla="*/ 255270 h 268605"/>
                  <a:gd name="connsiteX268" fmla="*/ 250508 w 337185"/>
                  <a:gd name="connsiteY268" fmla="*/ 254318 h 268605"/>
                  <a:gd name="connsiteX269" fmla="*/ 250508 w 337185"/>
                  <a:gd name="connsiteY269" fmla="*/ 253365 h 268605"/>
                  <a:gd name="connsiteX270" fmla="*/ 250508 w 337185"/>
                  <a:gd name="connsiteY270" fmla="*/ 252413 h 268605"/>
                  <a:gd name="connsiteX271" fmla="*/ 251460 w 337185"/>
                  <a:gd name="connsiteY271" fmla="*/ 250508 h 268605"/>
                  <a:gd name="connsiteX272" fmla="*/ 250508 w 337185"/>
                  <a:gd name="connsiteY272" fmla="*/ 247650 h 268605"/>
                  <a:gd name="connsiteX273" fmla="*/ 250508 w 337185"/>
                  <a:gd name="connsiteY273" fmla="*/ 244793 h 268605"/>
                  <a:gd name="connsiteX274" fmla="*/ 251460 w 337185"/>
                  <a:gd name="connsiteY274" fmla="*/ 241935 h 268605"/>
                  <a:gd name="connsiteX275" fmla="*/ 253365 w 337185"/>
                  <a:gd name="connsiteY275" fmla="*/ 240030 h 268605"/>
                  <a:gd name="connsiteX276" fmla="*/ 256223 w 337185"/>
                  <a:gd name="connsiteY276" fmla="*/ 239077 h 268605"/>
                  <a:gd name="connsiteX277" fmla="*/ 257175 w 337185"/>
                  <a:gd name="connsiteY277" fmla="*/ 239077 h 268605"/>
                  <a:gd name="connsiteX278" fmla="*/ 259080 w 337185"/>
                  <a:gd name="connsiteY278" fmla="*/ 240030 h 268605"/>
                  <a:gd name="connsiteX279" fmla="*/ 260985 w 337185"/>
                  <a:gd name="connsiteY279" fmla="*/ 240983 h 268605"/>
                  <a:gd name="connsiteX280" fmla="*/ 261938 w 337185"/>
                  <a:gd name="connsiteY280" fmla="*/ 240030 h 268605"/>
                  <a:gd name="connsiteX281" fmla="*/ 262890 w 337185"/>
                  <a:gd name="connsiteY281" fmla="*/ 240030 h 268605"/>
                  <a:gd name="connsiteX282" fmla="*/ 262890 w 337185"/>
                  <a:gd name="connsiteY282" fmla="*/ 239077 h 268605"/>
                  <a:gd name="connsiteX283" fmla="*/ 263843 w 337185"/>
                  <a:gd name="connsiteY283" fmla="*/ 238125 h 268605"/>
                  <a:gd name="connsiteX284" fmla="*/ 263843 w 337185"/>
                  <a:gd name="connsiteY284" fmla="*/ 236220 h 268605"/>
                  <a:gd name="connsiteX285" fmla="*/ 263843 w 337185"/>
                  <a:gd name="connsiteY285" fmla="*/ 234315 h 268605"/>
                  <a:gd name="connsiteX286" fmla="*/ 263843 w 337185"/>
                  <a:gd name="connsiteY286" fmla="*/ 232410 h 268605"/>
                  <a:gd name="connsiteX287" fmla="*/ 263843 w 337185"/>
                  <a:gd name="connsiteY287" fmla="*/ 231458 h 268605"/>
                  <a:gd name="connsiteX288" fmla="*/ 264795 w 337185"/>
                  <a:gd name="connsiteY288" fmla="*/ 229552 h 268605"/>
                  <a:gd name="connsiteX289" fmla="*/ 265748 w 337185"/>
                  <a:gd name="connsiteY289" fmla="*/ 224790 h 268605"/>
                  <a:gd name="connsiteX290" fmla="*/ 266700 w 337185"/>
                  <a:gd name="connsiteY290" fmla="*/ 221933 h 268605"/>
                  <a:gd name="connsiteX291" fmla="*/ 266700 w 337185"/>
                  <a:gd name="connsiteY291" fmla="*/ 220027 h 268605"/>
                  <a:gd name="connsiteX292" fmla="*/ 267653 w 337185"/>
                  <a:gd name="connsiteY292" fmla="*/ 219075 h 268605"/>
                  <a:gd name="connsiteX293" fmla="*/ 270510 w 337185"/>
                  <a:gd name="connsiteY293" fmla="*/ 215265 h 268605"/>
                  <a:gd name="connsiteX294" fmla="*/ 271463 w 337185"/>
                  <a:gd name="connsiteY294" fmla="*/ 214313 h 268605"/>
                  <a:gd name="connsiteX295" fmla="*/ 272415 w 337185"/>
                  <a:gd name="connsiteY295" fmla="*/ 212408 h 268605"/>
                  <a:gd name="connsiteX296" fmla="*/ 275273 w 337185"/>
                  <a:gd name="connsiteY296" fmla="*/ 206693 h 268605"/>
                  <a:gd name="connsiteX297" fmla="*/ 276225 w 337185"/>
                  <a:gd name="connsiteY297" fmla="*/ 204788 h 268605"/>
                  <a:gd name="connsiteX298" fmla="*/ 278130 w 337185"/>
                  <a:gd name="connsiteY298" fmla="*/ 202883 h 268605"/>
                  <a:gd name="connsiteX299" fmla="*/ 279083 w 337185"/>
                  <a:gd name="connsiteY299" fmla="*/ 201930 h 268605"/>
                  <a:gd name="connsiteX300" fmla="*/ 280988 w 337185"/>
                  <a:gd name="connsiteY300" fmla="*/ 200977 h 268605"/>
                  <a:gd name="connsiteX301" fmla="*/ 284798 w 337185"/>
                  <a:gd name="connsiteY301" fmla="*/ 200977 h 268605"/>
                  <a:gd name="connsiteX302" fmla="*/ 286703 w 337185"/>
                  <a:gd name="connsiteY302" fmla="*/ 200025 h 268605"/>
                  <a:gd name="connsiteX303" fmla="*/ 287655 w 337185"/>
                  <a:gd name="connsiteY303" fmla="*/ 200025 h 268605"/>
                  <a:gd name="connsiteX304" fmla="*/ 287655 w 337185"/>
                  <a:gd name="connsiteY304" fmla="*/ 200025 h 268605"/>
                  <a:gd name="connsiteX305" fmla="*/ 287655 w 337185"/>
                  <a:gd name="connsiteY305" fmla="*/ 200025 h 268605"/>
                  <a:gd name="connsiteX306" fmla="*/ 287655 w 337185"/>
                  <a:gd name="connsiteY306" fmla="*/ 199073 h 268605"/>
                  <a:gd name="connsiteX307" fmla="*/ 287655 w 337185"/>
                  <a:gd name="connsiteY307" fmla="*/ 199073 h 268605"/>
                  <a:gd name="connsiteX308" fmla="*/ 287655 w 337185"/>
                  <a:gd name="connsiteY308" fmla="*/ 198120 h 268605"/>
                  <a:gd name="connsiteX309" fmla="*/ 287655 w 337185"/>
                  <a:gd name="connsiteY309" fmla="*/ 198120 h 268605"/>
                  <a:gd name="connsiteX310" fmla="*/ 287655 w 337185"/>
                  <a:gd name="connsiteY310" fmla="*/ 197168 h 268605"/>
                  <a:gd name="connsiteX311" fmla="*/ 287655 w 337185"/>
                  <a:gd name="connsiteY311" fmla="*/ 196215 h 268605"/>
                  <a:gd name="connsiteX312" fmla="*/ 287655 w 337185"/>
                  <a:gd name="connsiteY312" fmla="*/ 194310 h 268605"/>
                  <a:gd name="connsiteX313" fmla="*/ 288608 w 337185"/>
                  <a:gd name="connsiteY313" fmla="*/ 191452 h 268605"/>
                  <a:gd name="connsiteX314" fmla="*/ 289560 w 337185"/>
                  <a:gd name="connsiteY314" fmla="*/ 188595 h 268605"/>
                  <a:gd name="connsiteX315" fmla="*/ 289560 w 337185"/>
                  <a:gd name="connsiteY315" fmla="*/ 187643 h 268605"/>
                  <a:gd name="connsiteX316" fmla="*/ 290513 w 337185"/>
                  <a:gd name="connsiteY316" fmla="*/ 185738 h 268605"/>
                  <a:gd name="connsiteX317" fmla="*/ 292417 w 337185"/>
                  <a:gd name="connsiteY317" fmla="*/ 183833 h 268605"/>
                  <a:gd name="connsiteX318" fmla="*/ 292417 w 337185"/>
                  <a:gd name="connsiteY318" fmla="*/ 182880 h 268605"/>
                  <a:gd name="connsiteX319" fmla="*/ 293370 w 337185"/>
                  <a:gd name="connsiteY319" fmla="*/ 180975 h 268605"/>
                  <a:gd name="connsiteX320" fmla="*/ 293370 w 337185"/>
                  <a:gd name="connsiteY320" fmla="*/ 179070 h 268605"/>
                  <a:gd name="connsiteX321" fmla="*/ 293370 w 337185"/>
                  <a:gd name="connsiteY321" fmla="*/ 177165 h 268605"/>
                  <a:gd name="connsiteX322" fmla="*/ 294323 w 337185"/>
                  <a:gd name="connsiteY322" fmla="*/ 175260 h 268605"/>
                  <a:gd name="connsiteX323" fmla="*/ 294323 w 337185"/>
                  <a:gd name="connsiteY323" fmla="*/ 173355 h 268605"/>
                  <a:gd name="connsiteX324" fmla="*/ 294323 w 337185"/>
                  <a:gd name="connsiteY324" fmla="*/ 172402 h 268605"/>
                  <a:gd name="connsiteX325" fmla="*/ 295275 w 337185"/>
                  <a:gd name="connsiteY325" fmla="*/ 168593 h 268605"/>
                  <a:gd name="connsiteX326" fmla="*/ 295275 w 337185"/>
                  <a:gd name="connsiteY326" fmla="*/ 164783 h 268605"/>
                  <a:gd name="connsiteX327" fmla="*/ 294323 w 337185"/>
                  <a:gd name="connsiteY327" fmla="*/ 160973 h 268605"/>
                  <a:gd name="connsiteX328" fmla="*/ 294323 w 337185"/>
                  <a:gd name="connsiteY328" fmla="*/ 154305 h 268605"/>
                  <a:gd name="connsiteX329" fmla="*/ 293370 w 337185"/>
                  <a:gd name="connsiteY329" fmla="*/ 150495 h 268605"/>
                  <a:gd name="connsiteX330" fmla="*/ 294323 w 337185"/>
                  <a:gd name="connsiteY330" fmla="*/ 149543 h 268605"/>
                  <a:gd name="connsiteX331" fmla="*/ 295275 w 337185"/>
                  <a:gd name="connsiteY331" fmla="*/ 148590 h 268605"/>
                  <a:gd name="connsiteX332" fmla="*/ 296228 w 337185"/>
                  <a:gd name="connsiteY332" fmla="*/ 146685 h 268605"/>
                  <a:gd name="connsiteX333" fmla="*/ 296228 w 337185"/>
                  <a:gd name="connsiteY333" fmla="*/ 145733 h 268605"/>
                  <a:gd name="connsiteX334" fmla="*/ 298133 w 337185"/>
                  <a:gd name="connsiteY334" fmla="*/ 140018 h 268605"/>
                  <a:gd name="connsiteX335" fmla="*/ 298133 w 337185"/>
                  <a:gd name="connsiteY335" fmla="*/ 139065 h 268605"/>
                  <a:gd name="connsiteX336" fmla="*/ 298133 w 337185"/>
                  <a:gd name="connsiteY336" fmla="*/ 138113 h 268605"/>
                  <a:gd name="connsiteX337" fmla="*/ 299085 w 337185"/>
                  <a:gd name="connsiteY337" fmla="*/ 138113 h 268605"/>
                  <a:gd name="connsiteX338" fmla="*/ 299085 w 337185"/>
                  <a:gd name="connsiteY338" fmla="*/ 137160 h 268605"/>
                  <a:gd name="connsiteX339" fmla="*/ 300038 w 337185"/>
                  <a:gd name="connsiteY339" fmla="*/ 136208 h 268605"/>
                  <a:gd name="connsiteX340" fmla="*/ 300038 w 337185"/>
                  <a:gd name="connsiteY340" fmla="*/ 134303 h 268605"/>
                  <a:gd name="connsiteX341" fmla="*/ 301942 w 337185"/>
                  <a:gd name="connsiteY341" fmla="*/ 131445 h 268605"/>
                  <a:gd name="connsiteX342" fmla="*/ 302895 w 337185"/>
                  <a:gd name="connsiteY342" fmla="*/ 127635 h 268605"/>
                  <a:gd name="connsiteX343" fmla="*/ 302895 w 337185"/>
                  <a:gd name="connsiteY343" fmla="*/ 124778 h 268605"/>
                  <a:gd name="connsiteX344" fmla="*/ 302895 w 337185"/>
                  <a:gd name="connsiteY344" fmla="*/ 120968 h 268605"/>
                  <a:gd name="connsiteX345" fmla="*/ 302895 w 337185"/>
                  <a:gd name="connsiteY345" fmla="*/ 120015 h 268605"/>
                  <a:gd name="connsiteX346" fmla="*/ 302895 w 337185"/>
                  <a:gd name="connsiteY346" fmla="*/ 120015 h 268605"/>
                  <a:gd name="connsiteX347" fmla="*/ 302895 w 337185"/>
                  <a:gd name="connsiteY347" fmla="*/ 119063 h 268605"/>
                  <a:gd name="connsiteX348" fmla="*/ 302895 w 337185"/>
                  <a:gd name="connsiteY348" fmla="*/ 119063 h 268605"/>
                  <a:gd name="connsiteX349" fmla="*/ 303848 w 337185"/>
                  <a:gd name="connsiteY349" fmla="*/ 117158 h 268605"/>
                  <a:gd name="connsiteX350" fmla="*/ 303848 w 337185"/>
                  <a:gd name="connsiteY350" fmla="*/ 116205 h 268605"/>
                  <a:gd name="connsiteX351" fmla="*/ 304800 w 337185"/>
                  <a:gd name="connsiteY351" fmla="*/ 115253 h 268605"/>
                  <a:gd name="connsiteX352" fmla="*/ 304800 w 337185"/>
                  <a:gd name="connsiteY352" fmla="*/ 113348 h 268605"/>
                  <a:gd name="connsiteX353" fmla="*/ 304800 w 337185"/>
                  <a:gd name="connsiteY353" fmla="*/ 112395 h 268605"/>
                  <a:gd name="connsiteX354" fmla="*/ 304800 w 337185"/>
                  <a:gd name="connsiteY354" fmla="*/ 111443 h 268605"/>
                  <a:gd name="connsiteX355" fmla="*/ 304800 w 337185"/>
                  <a:gd name="connsiteY355" fmla="*/ 111443 h 268605"/>
                  <a:gd name="connsiteX356" fmla="*/ 304800 w 337185"/>
                  <a:gd name="connsiteY356" fmla="*/ 110490 h 268605"/>
                  <a:gd name="connsiteX357" fmla="*/ 305753 w 337185"/>
                  <a:gd name="connsiteY357" fmla="*/ 110490 h 268605"/>
                  <a:gd name="connsiteX358" fmla="*/ 305753 w 337185"/>
                  <a:gd name="connsiteY358" fmla="*/ 109538 h 268605"/>
                  <a:gd name="connsiteX359" fmla="*/ 306705 w 337185"/>
                  <a:gd name="connsiteY359" fmla="*/ 109538 h 268605"/>
                  <a:gd name="connsiteX360" fmla="*/ 306705 w 337185"/>
                  <a:gd name="connsiteY360" fmla="*/ 110490 h 268605"/>
                  <a:gd name="connsiteX361" fmla="*/ 307658 w 337185"/>
                  <a:gd name="connsiteY361" fmla="*/ 110490 h 268605"/>
                  <a:gd name="connsiteX362" fmla="*/ 307658 w 337185"/>
                  <a:gd name="connsiteY362" fmla="*/ 110490 h 268605"/>
                  <a:gd name="connsiteX363" fmla="*/ 308610 w 337185"/>
                  <a:gd name="connsiteY363" fmla="*/ 110490 h 268605"/>
                  <a:gd name="connsiteX364" fmla="*/ 309563 w 337185"/>
                  <a:gd name="connsiteY364" fmla="*/ 110490 h 268605"/>
                  <a:gd name="connsiteX365" fmla="*/ 310515 w 337185"/>
                  <a:gd name="connsiteY365" fmla="*/ 110490 h 268605"/>
                  <a:gd name="connsiteX366" fmla="*/ 313373 w 337185"/>
                  <a:gd name="connsiteY366" fmla="*/ 109538 h 268605"/>
                  <a:gd name="connsiteX367" fmla="*/ 314325 w 337185"/>
                  <a:gd name="connsiteY367" fmla="*/ 109538 h 268605"/>
                  <a:gd name="connsiteX368" fmla="*/ 314325 w 337185"/>
                  <a:gd name="connsiteY368" fmla="*/ 108585 h 268605"/>
                  <a:gd name="connsiteX369" fmla="*/ 314325 w 337185"/>
                  <a:gd name="connsiteY369" fmla="*/ 107633 h 268605"/>
                  <a:gd name="connsiteX370" fmla="*/ 314325 w 337185"/>
                  <a:gd name="connsiteY370" fmla="*/ 106680 h 268605"/>
                  <a:gd name="connsiteX371" fmla="*/ 315278 w 337185"/>
                  <a:gd name="connsiteY371" fmla="*/ 106680 h 268605"/>
                  <a:gd name="connsiteX372" fmla="*/ 315278 w 337185"/>
                  <a:gd name="connsiteY372" fmla="*/ 105728 h 268605"/>
                  <a:gd name="connsiteX373" fmla="*/ 315278 w 337185"/>
                  <a:gd name="connsiteY373" fmla="*/ 105728 h 268605"/>
                  <a:gd name="connsiteX374" fmla="*/ 315278 w 337185"/>
                  <a:gd name="connsiteY374" fmla="*/ 104775 h 268605"/>
                  <a:gd name="connsiteX375" fmla="*/ 316230 w 337185"/>
                  <a:gd name="connsiteY375" fmla="*/ 104775 h 268605"/>
                  <a:gd name="connsiteX376" fmla="*/ 317183 w 337185"/>
                  <a:gd name="connsiteY376" fmla="*/ 103823 h 268605"/>
                  <a:gd name="connsiteX377" fmla="*/ 317183 w 337185"/>
                  <a:gd name="connsiteY377" fmla="*/ 103823 h 268605"/>
                  <a:gd name="connsiteX378" fmla="*/ 318135 w 337185"/>
                  <a:gd name="connsiteY378" fmla="*/ 103823 h 268605"/>
                  <a:gd name="connsiteX379" fmla="*/ 320992 w 337185"/>
                  <a:gd name="connsiteY379" fmla="*/ 101918 h 268605"/>
                  <a:gd name="connsiteX380" fmla="*/ 321945 w 337185"/>
                  <a:gd name="connsiteY380" fmla="*/ 100965 h 268605"/>
                  <a:gd name="connsiteX381" fmla="*/ 323850 w 337185"/>
                  <a:gd name="connsiteY381" fmla="*/ 100965 h 268605"/>
                  <a:gd name="connsiteX382" fmla="*/ 324803 w 337185"/>
                  <a:gd name="connsiteY382" fmla="*/ 100013 h 268605"/>
                  <a:gd name="connsiteX383" fmla="*/ 328613 w 337185"/>
                  <a:gd name="connsiteY383" fmla="*/ 99060 h 268605"/>
                  <a:gd name="connsiteX384" fmla="*/ 329565 w 337185"/>
                  <a:gd name="connsiteY384" fmla="*/ 99060 h 268605"/>
                  <a:gd name="connsiteX385" fmla="*/ 329565 w 337185"/>
                  <a:gd name="connsiteY385" fmla="*/ 99060 h 268605"/>
                  <a:gd name="connsiteX386" fmla="*/ 329565 w 337185"/>
                  <a:gd name="connsiteY386" fmla="*/ 99060 h 268605"/>
                  <a:gd name="connsiteX387" fmla="*/ 330517 w 337185"/>
                  <a:gd name="connsiteY387" fmla="*/ 99060 h 268605"/>
                  <a:gd name="connsiteX388" fmla="*/ 330517 w 337185"/>
                  <a:gd name="connsiteY388" fmla="*/ 98108 h 268605"/>
                  <a:gd name="connsiteX389" fmla="*/ 332423 w 337185"/>
                  <a:gd name="connsiteY389" fmla="*/ 97155 h 268605"/>
                  <a:gd name="connsiteX390" fmla="*/ 332423 w 337185"/>
                  <a:gd name="connsiteY390" fmla="*/ 96203 h 268605"/>
                  <a:gd name="connsiteX391" fmla="*/ 332423 w 337185"/>
                  <a:gd name="connsiteY391" fmla="*/ 96203 h 268605"/>
                  <a:gd name="connsiteX392" fmla="*/ 333375 w 337185"/>
                  <a:gd name="connsiteY392" fmla="*/ 95250 h 268605"/>
                  <a:gd name="connsiteX393" fmla="*/ 333375 w 337185"/>
                  <a:gd name="connsiteY393" fmla="*/ 95250 h 268605"/>
                  <a:gd name="connsiteX394" fmla="*/ 333375 w 337185"/>
                  <a:gd name="connsiteY394" fmla="*/ 94298 h 268605"/>
                  <a:gd name="connsiteX395" fmla="*/ 334328 w 337185"/>
                  <a:gd name="connsiteY395" fmla="*/ 93345 h 268605"/>
                  <a:gd name="connsiteX396" fmla="*/ 334328 w 337185"/>
                  <a:gd name="connsiteY396" fmla="*/ 93345 h 268605"/>
                  <a:gd name="connsiteX397" fmla="*/ 334328 w 337185"/>
                  <a:gd name="connsiteY397" fmla="*/ 92393 h 268605"/>
                  <a:gd name="connsiteX398" fmla="*/ 335280 w 337185"/>
                  <a:gd name="connsiteY398" fmla="*/ 92393 h 268605"/>
                  <a:gd name="connsiteX399" fmla="*/ 336233 w 337185"/>
                  <a:gd name="connsiteY399" fmla="*/ 91440 h 268605"/>
                  <a:gd name="connsiteX400" fmla="*/ 336233 w 337185"/>
                  <a:gd name="connsiteY400" fmla="*/ 90488 h 268605"/>
                  <a:gd name="connsiteX401" fmla="*/ 337185 w 337185"/>
                  <a:gd name="connsiteY401" fmla="*/ 90488 h 26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Lst>
                <a:rect l="l" t="t" r="r" b="b"/>
                <a:pathLst>
                  <a:path w="337185" h="268605">
                    <a:moveTo>
                      <a:pt x="336233" y="88583"/>
                    </a:moveTo>
                    <a:lnTo>
                      <a:pt x="334328" y="86678"/>
                    </a:lnTo>
                    <a:lnTo>
                      <a:pt x="330517" y="84773"/>
                    </a:lnTo>
                    <a:lnTo>
                      <a:pt x="330517" y="83820"/>
                    </a:lnTo>
                    <a:lnTo>
                      <a:pt x="329565" y="83820"/>
                    </a:lnTo>
                    <a:lnTo>
                      <a:pt x="328613" y="83820"/>
                    </a:lnTo>
                    <a:lnTo>
                      <a:pt x="328613" y="83820"/>
                    </a:lnTo>
                    <a:lnTo>
                      <a:pt x="327660" y="82868"/>
                    </a:lnTo>
                    <a:lnTo>
                      <a:pt x="324803" y="79058"/>
                    </a:lnTo>
                    <a:lnTo>
                      <a:pt x="320992" y="76200"/>
                    </a:lnTo>
                    <a:lnTo>
                      <a:pt x="317183" y="74295"/>
                    </a:lnTo>
                    <a:lnTo>
                      <a:pt x="314325" y="71438"/>
                    </a:lnTo>
                    <a:lnTo>
                      <a:pt x="312420" y="66675"/>
                    </a:lnTo>
                    <a:lnTo>
                      <a:pt x="310515" y="60960"/>
                    </a:lnTo>
                    <a:lnTo>
                      <a:pt x="308610" y="44768"/>
                    </a:lnTo>
                    <a:lnTo>
                      <a:pt x="308610" y="33338"/>
                    </a:lnTo>
                    <a:lnTo>
                      <a:pt x="307658" y="26670"/>
                    </a:lnTo>
                    <a:lnTo>
                      <a:pt x="307658" y="23813"/>
                    </a:lnTo>
                    <a:lnTo>
                      <a:pt x="309563" y="24765"/>
                    </a:lnTo>
                    <a:lnTo>
                      <a:pt x="310515" y="25718"/>
                    </a:lnTo>
                    <a:lnTo>
                      <a:pt x="309563" y="22860"/>
                    </a:lnTo>
                    <a:lnTo>
                      <a:pt x="308610" y="20955"/>
                    </a:lnTo>
                    <a:lnTo>
                      <a:pt x="305753" y="18098"/>
                    </a:lnTo>
                    <a:lnTo>
                      <a:pt x="303848" y="14288"/>
                    </a:lnTo>
                    <a:lnTo>
                      <a:pt x="302895" y="11430"/>
                    </a:lnTo>
                    <a:lnTo>
                      <a:pt x="302895" y="8573"/>
                    </a:lnTo>
                    <a:lnTo>
                      <a:pt x="302895" y="4763"/>
                    </a:lnTo>
                    <a:lnTo>
                      <a:pt x="296228" y="4763"/>
                    </a:lnTo>
                    <a:lnTo>
                      <a:pt x="289560" y="4763"/>
                    </a:lnTo>
                    <a:lnTo>
                      <a:pt x="285750" y="4763"/>
                    </a:lnTo>
                    <a:lnTo>
                      <a:pt x="276225" y="4763"/>
                    </a:lnTo>
                    <a:lnTo>
                      <a:pt x="269558" y="4763"/>
                    </a:lnTo>
                    <a:lnTo>
                      <a:pt x="265748" y="4763"/>
                    </a:lnTo>
                    <a:lnTo>
                      <a:pt x="253365" y="4763"/>
                    </a:lnTo>
                    <a:lnTo>
                      <a:pt x="242888" y="4763"/>
                    </a:lnTo>
                    <a:lnTo>
                      <a:pt x="220028" y="4763"/>
                    </a:lnTo>
                    <a:lnTo>
                      <a:pt x="210503" y="4763"/>
                    </a:lnTo>
                    <a:lnTo>
                      <a:pt x="203835" y="4763"/>
                    </a:lnTo>
                    <a:lnTo>
                      <a:pt x="193358" y="4763"/>
                    </a:lnTo>
                    <a:lnTo>
                      <a:pt x="194310" y="953"/>
                    </a:lnTo>
                    <a:lnTo>
                      <a:pt x="193358" y="0"/>
                    </a:lnTo>
                    <a:lnTo>
                      <a:pt x="193358" y="0"/>
                    </a:lnTo>
                    <a:lnTo>
                      <a:pt x="193358" y="0"/>
                    </a:lnTo>
                    <a:lnTo>
                      <a:pt x="193358" y="0"/>
                    </a:lnTo>
                    <a:lnTo>
                      <a:pt x="192405" y="0"/>
                    </a:lnTo>
                    <a:lnTo>
                      <a:pt x="192405" y="0"/>
                    </a:lnTo>
                    <a:lnTo>
                      <a:pt x="191453" y="953"/>
                    </a:lnTo>
                    <a:lnTo>
                      <a:pt x="191453" y="953"/>
                    </a:lnTo>
                    <a:lnTo>
                      <a:pt x="190500" y="1905"/>
                    </a:lnTo>
                    <a:lnTo>
                      <a:pt x="190500" y="2858"/>
                    </a:lnTo>
                    <a:lnTo>
                      <a:pt x="189548" y="4763"/>
                    </a:lnTo>
                    <a:lnTo>
                      <a:pt x="188595" y="4763"/>
                    </a:lnTo>
                    <a:lnTo>
                      <a:pt x="186690" y="4763"/>
                    </a:lnTo>
                    <a:lnTo>
                      <a:pt x="182880" y="4763"/>
                    </a:lnTo>
                    <a:lnTo>
                      <a:pt x="180975" y="4763"/>
                    </a:lnTo>
                    <a:lnTo>
                      <a:pt x="176213" y="4763"/>
                    </a:lnTo>
                    <a:lnTo>
                      <a:pt x="175260" y="4763"/>
                    </a:lnTo>
                    <a:lnTo>
                      <a:pt x="170498" y="4763"/>
                    </a:lnTo>
                    <a:lnTo>
                      <a:pt x="162878" y="4763"/>
                    </a:lnTo>
                    <a:lnTo>
                      <a:pt x="155258" y="4763"/>
                    </a:lnTo>
                    <a:lnTo>
                      <a:pt x="153353" y="4763"/>
                    </a:lnTo>
                    <a:lnTo>
                      <a:pt x="149543" y="4763"/>
                    </a:lnTo>
                    <a:lnTo>
                      <a:pt x="145733" y="4763"/>
                    </a:lnTo>
                    <a:lnTo>
                      <a:pt x="145733" y="4763"/>
                    </a:lnTo>
                    <a:lnTo>
                      <a:pt x="141923" y="4763"/>
                    </a:lnTo>
                    <a:lnTo>
                      <a:pt x="138113" y="4763"/>
                    </a:lnTo>
                    <a:lnTo>
                      <a:pt x="134303" y="4763"/>
                    </a:lnTo>
                    <a:lnTo>
                      <a:pt x="132398" y="4763"/>
                    </a:lnTo>
                    <a:lnTo>
                      <a:pt x="124778" y="4763"/>
                    </a:lnTo>
                    <a:lnTo>
                      <a:pt x="122873" y="4763"/>
                    </a:lnTo>
                    <a:lnTo>
                      <a:pt x="119063" y="4763"/>
                    </a:lnTo>
                    <a:lnTo>
                      <a:pt x="117158" y="4763"/>
                    </a:lnTo>
                    <a:lnTo>
                      <a:pt x="113348" y="4763"/>
                    </a:lnTo>
                    <a:lnTo>
                      <a:pt x="101918" y="4763"/>
                    </a:lnTo>
                    <a:lnTo>
                      <a:pt x="98108" y="4763"/>
                    </a:lnTo>
                    <a:lnTo>
                      <a:pt x="94298" y="4763"/>
                    </a:lnTo>
                    <a:lnTo>
                      <a:pt x="92393" y="4763"/>
                    </a:lnTo>
                    <a:lnTo>
                      <a:pt x="82868" y="4763"/>
                    </a:lnTo>
                    <a:lnTo>
                      <a:pt x="77153" y="4763"/>
                    </a:lnTo>
                    <a:lnTo>
                      <a:pt x="73343" y="4763"/>
                    </a:lnTo>
                    <a:lnTo>
                      <a:pt x="68580" y="4763"/>
                    </a:lnTo>
                    <a:lnTo>
                      <a:pt x="65723" y="4763"/>
                    </a:lnTo>
                    <a:lnTo>
                      <a:pt x="63818" y="4763"/>
                    </a:lnTo>
                    <a:lnTo>
                      <a:pt x="63818" y="12383"/>
                    </a:lnTo>
                    <a:lnTo>
                      <a:pt x="63818" y="20955"/>
                    </a:lnTo>
                    <a:lnTo>
                      <a:pt x="63818" y="47625"/>
                    </a:lnTo>
                    <a:lnTo>
                      <a:pt x="62865" y="47625"/>
                    </a:lnTo>
                    <a:lnTo>
                      <a:pt x="42863" y="47625"/>
                    </a:lnTo>
                    <a:lnTo>
                      <a:pt x="42863" y="58103"/>
                    </a:lnTo>
                    <a:lnTo>
                      <a:pt x="42863" y="60960"/>
                    </a:lnTo>
                    <a:lnTo>
                      <a:pt x="42863" y="72390"/>
                    </a:lnTo>
                    <a:lnTo>
                      <a:pt x="42863" y="77153"/>
                    </a:lnTo>
                    <a:lnTo>
                      <a:pt x="42863" y="81915"/>
                    </a:lnTo>
                    <a:lnTo>
                      <a:pt x="42863" y="91440"/>
                    </a:lnTo>
                    <a:lnTo>
                      <a:pt x="42863" y="99060"/>
                    </a:lnTo>
                    <a:lnTo>
                      <a:pt x="42863" y="105728"/>
                    </a:lnTo>
                    <a:lnTo>
                      <a:pt x="43815" y="115253"/>
                    </a:lnTo>
                    <a:lnTo>
                      <a:pt x="43815" y="124778"/>
                    </a:lnTo>
                    <a:lnTo>
                      <a:pt x="43815" y="126683"/>
                    </a:lnTo>
                    <a:lnTo>
                      <a:pt x="43815" y="137160"/>
                    </a:lnTo>
                    <a:lnTo>
                      <a:pt x="42863" y="137160"/>
                    </a:lnTo>
                    <a:lnTo>
                      <a:pt x="42863" y="138113"/>
                    </a:lnTo>
                    <a:lnTo>
                      <a:pt x="42863" y="138113"/>
                    </a:lnTo>
                    <a:lnTo>
                      <a:pt x="42863" y="138113"/>
                    </a:lnTo>
                    <a:lnTo>
                      <a:pt x="41910" y="138113"/>
                    </a:lnTo>
                    <a:lnTo>
                      <a:pt x="38100" y="137160"/>
                    </a:lnTo>
                    <a:lnTo>
                      <a:pt x="36195" y="137160"/>
                    </a:lnTo>
                    <a:lnTo>
                      <a:pt x="34290" y="138113"/>
                    </a:lnTo>
                    <a:lnTo>
                      <a:pt x="32385" y="138113"/>
                    </a:lnTo>
                    <a:lnTo>
                      <a:pt x="30480" y="138113"/>
                    </a:lnTo>
                    <a:lnTo>
                      <a:pt x="27623" y="138113"/>
                    </a:lnTo>
                    <a:lnTo>
                      <a:pt x="25718" y="139065"/>
                    </a:lnTo>
                    <a:lnTo>
                      <a:pt x="24765" y="139065"/>
                    </a:lnTo>
                    <a:lnTo>
                      <a:pt x="23813" y="140018"/>
                    </a:lnTo>
                    <a:lnTo>
                      <a:pt x="23813" y="140970"/>
                    </a:lnTo>
                    <a:lnTo>
                      <a:pt x="22860" y="140970"/>
                    </a:lnTo>
                    <a:lnTo>
                      <a:pt x="21908" y="141923"/>
                    </a:lnTo>
                    <a:lnTo>
                      <a:pt x="22860" y="143828"/>
                    </a:lnTo>
                    <a:lnTo>
                      <a:pt x="22860" y="146685"/>
                    </a:lnTo>
                    <a:lnTo>
                      <a:pt x="21908" y="149543"/>
                    </a:lnTo>
                    <a:lnTo>
                      <a:pt x="19050" y="153353"/>
                    </a:lnTo>
                    <a:lnTo>
                      <a:pt x="18098" y="155258"/>
                    </a:lnTo>
                    <a:lnTo>
                      <a:pt x="17145" y="155258"/>
                    </a:lnTo>
                    <a:lnTo>
                      <a:pt x="17145" y="156210"/>
                    </a:lnTo>
                    <a:lnTo>
                      <a:pt x="17145" y="158115"/>
                    </a:lnTo>
                    <a:lnTo>
                      <a:pt x="17145" y="159068"/>
                    </a:lnTo>
                    <a:lnTo>
                      <a:pt x="16193" y="159068"/>
                    </a:lnTo>
                    <a:lnTo>
                      <a:pt x="16193" y="160020"/>
                    </a:lnTo>
                    <a:lnTo>
                      <a:pt x="13335" y="160020"/>
                    </a:lnTo>
                    <a:lnTo>
                      <a:pt x="11430" y="162877"/>
                    </a:lnTo>
                    <a:lnTo>
                      <a:pt x="13335" y="168593"/>
                    </a:lnTo>
                    <a:lnTo>
                      <a:pt x="14288" y="169545"/>
                    </a:lnTo>
                    <a:lnTo>
                      <a:pt x="14288" y="170498"/>
                    </a:lnTo>
                    <a:lnTo>
                      <a:pt x="14288" y="171450"/>
                    </a:lnTo>
                    <a:lnTo>
                      <a:pt x="6668" y="175260"/>
                    </a:lnTo>
                    <a:lnTo>
                      <a:pt x="5715" y="177165"/>
                    </a:lnTo>
                    <a:lnTo>
                      <a:pt x="5715" y="178118"/>
                    </a:lnTo>
                    <a:lnTo>
                      <a:pt x="5715" y="179070"/>
                    </a:lnTo>
                    <a:lnTo>
                      <a:pt x="7620" y="185738"/>
                    </a:lnTo>
                    <a:lnTo>
                      <a:pt x="7620" y="187643"/>
                    </a:lnTo>
                    <a:lnTo>
                      <a:pt x="7620" y="189548"/>
                    </a:lnTo>
                    <a:lnTo>
                      <a:pt x="2858" y="192405"/>
                    </a:lnTo>
                    <a:lnTo>
                      <a:pt x="0" y="199073"/>
                    </a:lnTo>
                    <a:lnTo>
                      <a:pt x="0" y="200025"/>
                    </a:lnTo>
                    <a:lnTo>
                      <a:pt x="953" y="200025"/>
                    </a:lnTo>
                    <a:lnTo>
                      <a:pt x="953" y="200977"/>
                    </a:lnTo>
                    <a:lnTo>
                      <a:pt x="1905" y="200977"/>
                    </a:lnTo>
                    <a:lnTo>
                      <a:pt x="3810" y="200977"/>
                    </a:lnTo>
                    <a:lnTo>
                      <a:pt x="8573" y="200977"/>
                    </a:lnTo>
                    <a:lnTo>
                      <a:pt x="10478" y="201930"/>
                    </a:lnTo>
                    <a:lnTo>
                      <a:pt x="11430" y="203835"/>
                    </a:lnTo>
                    <a:lnTo>
                      <a:pt x="11430" y="203835"/>
                    </a:lnTo>
                    <a:lnTo>
                      <a:pt x="11430" y="204788"/>
                    </a:lnTo>
                    <a:lnTo>
                      <a:pt x="11430" y="205740"/>
                    </a:lnTo>
                    <a:lnTo>
                      <a:pt x="13335" y="212408"/>
                    </a:lnTo>
                    <a:lnTo>
                      <a:pt x="13335" y="213360"/>
                    </a:lnTo>
                    <a:lnTo>
                      <a:pt x="15240" y="214313"/>
                    </a:lnTo>
                    <a:lnTo>
                      <a:pt x="15240" y="215265"/>
                    </a:lnTo>
                    <a:lnTo>
                      <a:pt x="14288" y="221933"/>
                    </a:lnTo>
                    <a:lnTo>
                      <a:pt x="15240" y="223838"/>
                    </a:lnTo>
                    <a:lnTo>
                      <a:pt x="16193" y="224790"/>
                    </a:lnTo>
                    <a:lnTo>
                      <a:pt x="19050" y="227648"/>
                    </a:lnTo>
                    <a:lnTo>
                      <a:pt x="20003" y="227648"/>
                    </a:lnTo>
                    <a:lnTo>
                      <a:pt x="20003" y="227648"/>
                    </a:lnTo>
                    <a:lnTo>
                      <a:pt x="21908" y="228600"/>
                    </a:lnTo>
                    <a:lnTo>
                      <a:pt x="22860" y="230505"/>
                    </a:lnTo>
                    <a:lnTo>
                      <a:pt x="21908" y="235268"/>
                    </a:lnTo>
                    <a:lnTo>
                      <a:pt x="20955" y="237173"/>
                    </a:lnTo>
                    <a:lnTo>
                      <a:pt x="21908" y="240030"/>
                    </a:lnTo>
                    <a:lnTo>
                      <a:pt x="25718" y="243840"/>
                    </a:lnTo>
                    <a:lnTo>
                      <a:pt x="29528" y="247650"/>
                    </a:lnTo>
                    <a:lnTo>
                      <a:pt x="31433" y="250508"/>
                    </a:lnTo>
                    <a:lnTo>
                      <a:pt x="32385" y="252413"/>
                    </a:lnTo>
                    <a:lnTo>
                      <a:pt x="34290" y="254318"/>
                    </a:lnTo>
                    <a:lnTo>
                      <a:pt x="35243" y="256223"/>
                    </a:lnTo>
                    <a:lnTo>
                      <a:pt x="35243" y="257175"/>
                    </a:lnTo>
                    <a:lnTo>
                      <a:pt x="36195" y="258127"/>
                    </a:lnTo>
                    <a:lnTo>
                      <a:pt x="36195" y="259080"/>
                    </a:lnTo>
                    <a:lnTo>
                      <a:pt x="36195" y="260033"/>
                    </a:lnTo>
                    <a:lnTo>
                      <a:pt x="37148" y="260985"/>
                    </a:lnTo>
                    <a:lnTo>
                      <a:pt x="37148" y="261938"/>
                    </a:lnTo>
                    <a:lnTo>
                      <a:pt x="36195" y="262890"/>
                    </a:lnTo>
                    <a:lnTo>
                      <a:pt x="40958" y="262890"/>
                    </a:lnTo>
                    <a:lnTo>
                      <a:pt x="48578" y="260985"/>
                    </a:lnTo>
                    <a:lnTo>
                      <a:pt x="52388" y="260033"/>
                    </a:lnTo>
                    <a:lnTo>
                      <a:pt x="57150" y="260033"/>
                    </a:lnTo>
                    <a:lnTo>
                      <a:pt x="59055" y="259080"/>
                    </a:lnTo>
                    <a:lnTo>
                      <a:pt x="60960" y="258127"/>
                    </a:lnTo>
                    <a:lnTo>
                      <a:pt x="62865" y="256223"/>
                    </a:lnTo>
                    <a:lnTo>
                      <a:pt x="62865" y="253365"/>
                    </a:lnTo>
                    <a:lnTo>
                      <a:pt x="63818" y="251460"/>
                    </a:lnTo>
                    <a:lnTo>
                      <a:pt x="64770" y="249555"/>
                    </a:lnTo>
                    <a:lnTo>
                      <a:pt x="65723" y="248602"/>
                    </a:lnTo>
                    <a:lnTo>
                      <a:pt x="67628" y="248602"/>
                    </a:lnTo>
                    <a:lnTo>
                      <a:pt x="69533" y="248602"/>
                    </a:lnTo>
                    <a:lnTo>
                      <a:pt x="75248" y="246698"/>
                    </a:lnTo>
                    <a:lnTo>
                      <a:pt x="77153" y="246698"/>
                    </a:lnTo>
                    <a:lnTo>
                      <a:pt x="80010" y="246698"/>
                    </a:lnTo>
                    <a:lnTo>
                      <a:pt x="80963" y="247650"/>
                    </a:lnTo>
                    <a:lnTo>
                      <a:pt x="80963" y="248602"/>
                    </a:lnTo>
                    <a:lnTo>
                      <a:pt x="81915" y="250508"/>
                    </a:lnTo>
                    <a:lnTo>
                      <a:pt x="83820" y="253365"/>
                    </a:lnTo>
                    <a:lnTo>
                      <a:pt x="89535" y="258127"/>
                    </a:lnTo>
                    <a:lnTo>
                      <a:pt x="95250" y="263843"/>
                    </a:lnTo>
                    <a:lnTo>
                      <a:pt x="97155" y="264795"/>
                    </a:lnTo>
                    <a:lnTo>
                      <a:pt x="105728" y="262890"/>
                    </a:lnTo>
                    <a:lnTo>
                      <a:pt x="109538" y="262890"/>
                    </a:lnTo>
                    <a:lnTo>
                      <a:pt x="114300" y="262890"/>
                    </a:lnTo>
                    <a:lnTo>
                      <a:pt x="119063" y="262890"/>
                    </a:lnTo>
                    <a:lnTo>
                      <a:pt x="122873" y="263843"/>
                    </a:lnTo>
                    <a:lnTo>
                      <a:pt x="124778" y="265748"/>
                    </a:lnTo>
                    <a:lnTo>
                      <a:pt x="124778" y="266700"/>
                    </a:lnTo>
                    <a:lnTo>
                      <a:pt x="125730" y="267653"/>
                    </a:lnTo>
                    <a:lnTo>
                      <a:pt x="128588" y="268605"/>
                    </a:lnTo>
                    <a:lnTo>
                      <a:pt x="140970" y="268605"/>
                    </a:lnTo>
                    <a:lnTo>
                      <a:pt x="140970" y="265748"/>
                    </a:lnTo>
                    <a:lnTo>
                      <a:pt x="142875" y="263843"/>
                    </a:lnTo>
                    <a:lnTo>
                      <a:pt x="145733" y="262890"/>
                    </a:lnTo>
                    <a:lnTo>
                      <a:pt x="147638" y="260985"/>
                    </a:lnTo>
                    <a:lnTo>
                      <a:pt x="149543" y="260985"/>
                    </a:lnTo>
                    <a:lnTo>
                      <a:pt x="151448" y="260033"/>
                    </a:lnTo>
                    <a:lnTo>
                      <a:pt x="153353" y="260033"/>
                    </a:lnTo>
                    <a:lnTo>
                      <a:pt x="155258" y="259080"/>
                    </a:lnTo>
                    <a:lnTo>
                      <a:pt x="156210" y="257175"/>
                    </a:lnTo>
                    <a:lnTo>
                      <a:pt x="157163" y="254318"/>
                    </a:lnTo>
                    <a:lnTo>
                      <a:pt x="158115" y="253365"/>
                    </a:lnTo>
                    <a:lnTo>
                      <a:pt x="161925" y="250508"/>
                    </a:lnTo>
                    <a:lnTo>
                      <a:pt x="165735" y="250508"/>
                    </a:lnTo>
                    <a:lnTo>
                      <a:pt x="170498" y="252413"/>
                    </a:lnTo>
                    <a:lnTo>
                      <a:pt x="179070" y="259080"/>
                    </a:lnTo>
                    <a:lnTo>
                      <a:pt x="180975" y="260033"/>
                    </a:lnTo>
                    <a:lnTo>
                      <a:pt x="184785" y="260033"/>
                    </a:lnTo>
                    <a:lnTo>
                      <a:pt x="191453" y="257175"/>
                    </a:lnTo>
                    <a:lnTo>
                      <a:pt x="197168" y="251460"/>
                    </a:lnTo>
                    <a:lnTo>
                      <a:pt x="201930" y="244793"/>
                    </a:lnTo>
                    <a:lnTo>
                      <a:pt x="206693" y="238125"/>
                    </a:lnTo>
                    <a:lnTo>
                      <a:pt x="210503" y="235268"/>
                    </a:lnTo>
                    <a:lnTo>
                      <a:pt x="212408" y="233363"/>
                    </a:lnTo>
                    <a:lnTo>
                      <a:pt x="212408" y="231458"/>
                    </a:lnTo>
                    <a:lnTo>
                      <a:pt x="210503" y="220027"/>
                    </a:lnTo>
                    <a:lnTo>
                      <a:pt x="209550" y="217170"/>
                    </a:lnTo>
                    <a:lnTo>
                      <a:pt x="206693" y="213360"/>
                    </a:lnTo>
                    <a:lnTo>
                      <a:pt x="220028" y="213360"/>
                    </a:lnTo>
                    <a:lnTo>
                      <a:pt x="220028" y="211455"/>
                    </a:lnTo>
                    <a:lnTo>
                      <a:pt x="220028" y="209550"/>
                    </a:lnTo>
                    <a:lnTo>
                      <a:pt x="229553" y="209550"/>
                    </a:lnTo>
                    <a:lnTo>
                      <a:pt x="227648" y="221933"/>
                    </a:lnTo>
                    <a:lnTo>
                      <a:pt x="226695" y="225743"/>
                    </a:lnTo>
                    <a:lnTo>
                      <a:pt x="227648" y="235268"/>
                    </a:lnTo>
                    <a:lnTo>
                      <a:pt x="228600" y="238125"/>
                    </a:lnTo>
                    <a:lnTo>
                      <a:pt x="228600" y="238125"/>
                    </a:lnTo>
                    <a:lnTo>
                      <a:pt x="227648" y="239077"/>
                    </a:lnTo>
                    <a:lnTo>
                      <a:pt x="227648" y="240030"/>
                    </a:lnTo>
                    <a:lnTo>
                      <a:pt x="228600" y="240030"/>
                    </a:lnTo>
                    <a:lnTo>
                      <a:pt x="231458" y="240983"/>
                    </a:lnTo>
                    <a:lnTo>
                      <a:pt x="232410" y="241935"/>
                    </a:lnTo>
                    <a:lnTo>
                      <a:pt x="237173" y="244793"/>
                    </a:lnTo>
                    <a:lnTo>
                      <a:pt x="240983" y="248602"/>
                    </a:lnTo>
                    <a:lnTo>
                      <a:pt x="243840" y="252413"/>
                    </a:lnTo>
                    <a:lnTo>
                      <a:pt x="244793" y="257175"/>
                    </a:lnTo>
                    <a:lnTo>
                      <a:pt x="242888" y="262890"/>
                    </a:lnTo>
                    <a:lnTo>
                      <a:pt x="242888" y="265748"/>
                    </a:lnTo>
                    <a:lnTo>
                      <a:pt x="246698" y="265748"/>
                    </a:lnTo>
                    <a:lnTo>
                      <a:pt x="246698" y="262890"/>
                    </a:lnTo>
                    <a:lnTo>
                      <a:pt x="247650" y="261938"/>
                    </a:lnTo>
                    <a:lnTo>
                      <a:pt x="247650" y="260033"/>
                    </a:lnTo>
                    <a:lnTo>
                      <a:pt x="248603" y="258127"/>
                    </a:lnTo>
                    <a:lnTo>
                      <a:pt x="249555" y="255270"/>
                    </a:lnTo>
                    <a:lnTo>
                      <a:pt x="250508" y="254318"/>
                    </a:lnTo>
                    <a:lnTo>
                      <a:pt x="250508" y="253365"/>
                    </a:lnTo>
                    <a:lnTo>
                      <a:pt x="250508" y="252413"/>
                    </a:lnTo>
                    <a:lnTo>
                      <a:pt x="251460" y="250508"/>
                    </a:lnTo>
                    <a:lnTo>
                      <a:pt x="250508" y="247650"/>
                    </a:lnTo>
                    <a:lnTo>
                      <a:pt x="250508" y="244793"/>
                    </a:lnTo>
                    <a:lnTo>
                      <a:pt x="251460" y="241935"/>
                    </a:lnTo>
                    <a:lnTo>
                      <a:pt x="253365" y="240030"/>
                    </a:lnTo>
                    <a:lnTo>
                      <a:pt x="256223" y="239077"/>
                    </a:lnTo>
                    <a:lnTo>
                      <a:pt x="257175" y="239077"/>
                    </a:lnTo>
                    <a:lnTo>
                      <a:pt x="259080" y="240030"/>
                    </a:lnTo>
                    <a:lnTo>
                      <a:pt x="260985" y="240983"/>
                    </a:lnTo>
                    <a:lnTo>
                      <a:pt x="261938" y="240030"/>
                    </a:lnTo>
                    <a:lnTo>
                      <a:pt x="262890" y="240030"/>
                    </a:lnTo>
                    <a:lnTo>
                      <a:pt x="262890" y="239077"/>
                    </a:lnTo>
                    <a:lnTo>
                      <a:pt x="263843" y="238125"/>
                    </a:lnTo>
                    <a:lnTo>
                      <a:pt x="263843" y="236220"/>
                    </a:lnTo>
                    <a:lnTo>
                      <a:pt x="263843" y="234315"/>
                    </a:lnTo>
                    <a:lnTo>
                      <a:pt x="263843" y="232410"/>
                    </a:lnTo>
                    <a:lnTo>
                      <a:pt x="263843" y="231458"/>
                    </a:lnTo>
                    <a:lnTo>
                      <a:pt x="264795" y="229552"/>
                    </a:lnTo>
                    <a:lnTo>
                      <a:pt x="265748" y="224790"/>
                    </a:lnTo>
                    <a:lnTo>
                      <a:pt x="266700" y="221933"/>
                    </a:lnTo>
                    <a:lnTo>
                      <a:pt x="266700" y="220027"/>
                    </a:lnTo>
                    <a:lnTo>
                      <a:pt x="267653" y="219075"/>
                    </a:lnTo>
                    <a:lnTo>
                      <a:pt x="270510" y="215265"/>
                    </a:lnTo>
                    <a:lnTo>
                      <a:pt x="271463" y="214313"/>
                    </a:lnTo>
                    <a:lnTo>
                      <a:pt x="272415" y="212408"/>
                    </a:lnTo>
                    <a:lnTo>
                      <a:pt x="275273" y="206693"/>
                    </a:lnTo>
                    <a:lnTo>
                      <a:pt x="276225" y="204788"/>
                    </a:lnTo>
                    <a:lnTo>
                      <a:pt x="278130" y="202883"/>
                    </a:lnTo>
                    <a:lnTo>
                      <a:pt x="279083" y="201930"/>
                    </a:lnTo>
                    <a:lnTo>
                      <a:pt x="280988" y="200977"/>
                    </a:lnTo>
                    <a:lnTo>
                      <a:pt x="284798" y="200977"/>
                    </a:lnTo>
                    <a:lnTo>
                      <a:pt x="286703" y="200025"/>
                    </a:lnTo>
                    <a:lnTo>
                      <a:pt x="287655" y="200025"/>
                    </a:lnTo>
                    <a:lnTo>
                      <a:pt x="287655" y="200025"/>
                    </a:lnTo>
                    <a:lnTo>
                      <a:pt x="287655" y="200025"/>
                    </a:lnTo>
                    <a:lnTo>
                      <a:pt x="287655" y="199073"/>
                    </a:lnTo>
                    <a:lnTo>
                      <a:pt x="287655" y="199073"/>
                    </a:lnTo>
                    <a:lnTo>
                      <a:pt x="287655" y="198120"/>
                    </a:lnTo>
                    <a:lnTo>
                      <a:pt x="287655" y="198120"/>
                    </a:lnTo>
                    <a:lnTo>
                      <a:pt x="287655" y="197168"/>
                    </a:lnTo>
                    <a:lnTo>
                      <a:pt x="287655" y="196215"/>
                    </a:lnTo>
                    <a:lnTo>
                      <a:pt x="287655" y="194310"/>
                    </a:lnTo>
                    <a:lnTo>
                      <a:pt x="288608" y="191452"/>
                    </a:lnTo>
                    <a:lnTo>
                      <a:pt x="289560" y="188595"/>
                    </a:lnTo>
                    <a:lnTo>
                      <a:pt x="289560" y="187643"/>
                    </a:lnTo>
                    <a:lnTo>
                      <a:pt x="290513" y="185738"/>
                    </a:lnTo>
                    <a:lnTo>
                      <a:pt x="292417" y="183833"/>
                    </a:lnTo>
                    <a:lnTo>
                      <a:pt x="292417" y="182880"/>
                    </a:lnTo>
                    <a:lnTo>
                      <a:pt x="293370" y="180975"/>
                    </a:lnTo>
                    <a:lnTo>
                      <a:pt x="293370" y="179070"/>
                    </a:lnTo>
                    <a:lnTo>
                      <a:pt x="293370" y="177165"/>
                    </a:lnTo>
                    <a:lnTo>
                      <a:pt x="294323" y="175260"/>
                    </a:lnTo>
                    <a:lnTo>
                      <a:pt x="294323" y="173355"/>
                    </a:lnTo>
                    <a:lnTo>
                      <a:pt x="294323" y="172402"/>
                    </a:lnTo>
                    <a:lnTo>
                      <a:pt x="295275" y="168593"/>
                    </a:lnTo>
                    <a:lnTo>
                      <a:pt x="295275" y="164783"/>
                    </a:lnTo>
                    <a:lnTo>
                      <a:pt x="294323" y="160973"/>
                    </a:lnTo>
                    <a:lnTo>
                      <a:pt x="294323" y="154305"/>
                    </a:lnTo>
                    <a:lnTo>
                      <a:pt x="293370" y="150495"/>
                    </a:lnTo>
                    <a:lnTo>
                      <a:pt x="294323" y="149543"/>
                    </a:lnTo>
                    <a:lnTo>
                      <a:pt x="295275" y="148590"/>
                    </a:lnTo>
                    <a:lnTo>
                      <a:pt x="296228" y="146685"/>
                    </a:lnTo>
                    <a:lnTo>
                      <a:pt x="296228" y="145733"/>
                    </a:lnTo>
                    <a:lnTo>
                      <a:pt x="298133" y="140018"/>
                    </a:lnTo>
                    <a:lnTo>
                      <a:pt x="298133" y="139065"/>
                    </a:lnTo>
                    <a:lnTo>
                      <a:pt x="298133" y="138113"/>
                    </a:lnTo>
                    <a:lnTo>
                      <a:pt x="299085" y="138113"/>
                    </a:lnTo>
                    <a:lnTo>
                      <a:pt x="299085" y="137160"/>
                    </a:lnTo>
                    <a:lnTo>
                      <a:pt x="300038" y="136208"/>
                    </a:lnTo>
                    <a:lnTo>
                      <a:pt x="300038" y="134303"/>
                    </a:lnTo>
                    <a:lnTo>
                      <a:pt x="301942" y="131445"/>
                    </a:lnTo>
                    <a:lnTo>
                      <a:pt x="302895" y="127635"/>
                    </a:lnTo>
                    <a:lnTo>
                      <a:pt x="302895" y="124778"/>
                    </a:lnTo>
                    <a:lnTo>
                      <a:pt x="302895" y="120968"/>
                    </a:lnTo>
                    <a:lnTo>
                      <a:pt x="302895" y="120015"/>
                    </a:lnTo>
                    <a:lnTo>
                      <a:pt x="302895" y="120015"/>
                    </a:lnTo>
                    <a:lnTo>
                      <a:pt x="302895" y="119063"/>
                    </a:lnTo>
                    <a:lnTo>
                      <a:pt x="302895" y="119063"/>
                    </a:lnTo>
                    <a:lnTo>
                      <a:pt x="303848" y="117158"/>
                    </a:lnTo>
                    <a:lnTo>
                      <a:pt x="303848" y="116205"/>
                    </a:lnTo>
                    <a:lnTo>
                      <a:pt x="304800" y="115253"/>
                    </a:lnTo>
                    <a:lnTo>
                      <a:pt x="304800" y="113348"/>
                    </a:lnTo>
                    <a:lnTo>
                      <a:pt x="304800" y="112395"/>
                    </a:lnTo>
                    <a:lnTo>
                      <a:pt x="304800" y="111443"/>
                    </a:lnTo>
                    <a:lnTo>
                      <a:pt x="304800" y="111443"/>
                    </a:lnTo>
                    <a:lnTo>
                      <a:pt x="304800" y="110490"/>
                    </a:lnTo>
                    <a:lnTo>
                      <a:pt x="305753" y="110490"/>
                    </a:lnTo>
                    <a:lnTo>
                      <a:pt x="305753" y="109538"/>
                    </a:lnTo>
                    <a:lnTo>
                      <a:pt x="306705" y="109538"/>
                    </a:lnTo>
                    <a:lnTo>
                      <a:pt x="306705" y="110490"/>
                    </a:lnTo>
                    <a:lnTo>
                      <a:pt x="307658" y="110490"/>
                    </a:lnTo>
                    <a:lnTo>
                      <a:pt x="307658" y="110490"/>
                    </a:lnTo>
                    <a:lnTo>
                      <a:pt x="308610" y="110490"/>
                    </a:lnTo>
                    <a:lnTo>
                      <a:pt x="309563" y="110490"/>
                    </a:lnTo>
                    <a:lnTo>
                      <a:pt x="310515" y="110490"/>
                    </a:lnTo>
                    <a:lnTo>
                      <a:pt x="313373" y="109538"/>
                    </a:lnTo>
                    <a:lnTo>
                      <a:pt x="314325" y="109538"/>
                    </a:lnTo>
                    <a:lnTo>
                      <a:pt x="314325" y="108585"/>
                    </a:lnTo>
                    <a:lnTo>
                      <a:pt x="314325" y="107633"/>
                    </a:lnTo>
                    <a:lnTo>
                      <a:pt x="314325" y="106680"/>
                    </a:lnTo>
                    <a:lnTo>
                      <a:pt x="315278" y="106680"/>
                    </a:lnTo>
                    <a:lnTo>
                      <a:pt x="315278" y="105728"/>
                    </a:lnTo>
                    <a:lnTo>
                      <a:pt x="315278" y="105728"/>
                    </a:lnTo>
                    <a:lnTo>
                      <a:pt x="315278" y="104775"/>
                    </a:lnTo>
                    <a:lnTo>
                      <a:pt x="316230" y="104775"/>
                    </a:lnTo>
                    <a:lnTo>
                      <a:pt x="317183" y="103823"/>
                    </a:lnTo>
                    <a:lnTo>
                      <a:pt x="317183" y="103823"/>
                    </a:lnTo>
                    <a:lnTo>
                      <a:pt x="318135" y="103823"/>
                    </a:lnTo>
                    <a:lnTo>
                      <a:pt x="320992" y="101918"/>
                    </a:lnTo>
                    <a:lnTo>
                      <a:pt x="321945" y="100965"/>
                    </a:lnTo>
                    <a:lnTo>
                      <a:pt x="323850" y="100965"/>
                    </a:lnTo>
                    <a:lnTo>
                      <a:pt x="324803" y="100013"/>
                    </a:lnTo>
                    <a:lnTo>
                      <a:pt x="328613" y="99060"/>
                    </a:lnTo>
                    <a:lnTo>
                      <a:pt x="329565" y="99060"/>
                    </a:lnTo>
                    <a:lnTo>
                      <a:pt x="329565" y="99060"/>
                    </a:lnTo>
                    <a:lnTo>
                      <a:pt x="329565" y="99060"/>
                    </a:lnTo>
                    <a:lnTo>
                      <a:pt x="330517" y="99060"/>
                    </a:lnTo>
                    <a:lnTo>
                      <a:pt x="330517" y="98108"/>
                    </a:lnTo>
                    <a:lnTo>
                      <a:pt x="332423" y="97155"/>
                    </a:lnTo>
                    <a:lnTo>
                      <a:pt x="332423" y="96203"/>
                    </a:lnTo>
                    <a:lnTo>
                      <a:pt x="332423" y="96203"/>
                    </a:lnTo>
                    <a:lnTo>
                      <a:pt x="333375" y="95250"/>
                    </a:lnTo>
                    <a:lnTo>
                      <a:pt x="333375" y="95250"/>
                    </a:lnTo>
                    <a:lnTo>
                      <a:pt x="333375" y="94298"/>
                    </a:lnTo>
                    <a:lnTo>
                      <a:pt x="334328" y="93345"/>
                    </a:lnTo>
                    <a:lnTo>
                      <a:pt x="334328" y="93345"/>
                    </a:lnTo>
                    <a:lnTo>
                      <a:pt x="334328" y="92393"/>
                    </a:lnTo>
                    <a:lnTo>
                      <a:pt x="335280" y="92393"/>
                    </a:lnTo>
                    <a:lnTo>
                      <a:pt x="336233" y="91440"/>
                    </a:lnTo>
                    <a:lnTo>
                      <a:pt x="336233" y="90488"/>
                    </a:lnTo>
                    <a:lnTo>
                      <a:pt x="337185" y="90488"/>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72" name="Freeform: Shape 217">
                <a:extLst>
                  <a:ext uri="{FF2B5EF4-FFF2-40B4-BE49-F238E27FC236}">
                    <a16:creationId xmlns:a16="http://schemas.microsoft.com/office/drawing/2014/main" id="{61ED8D19-9433-04EB-D839-443E9A741950}"/>
                  </a:ext>
                </a:extLst>
              </p:cNvPr>
              <p:cNvSpPr/>
              <p:nvPr/>
            </p:nvSpPr>
            <p:spPr>
              <a:xfrm>
                <a:off x="6381542" y="4015243"/>
                <a:ext cx="262500" cy="211497"/>
              </a:xfrm>
              <a:custGeom>
                <a:avLst/>
                <a:gdLst>
                  <a:gd name="connsiteX0" fmla="*/ 236220 w 237172"/>
                  <a:gd name="connsiteY0" fmla="*/ 138113 h 178117"/>
                  <a:gd name="connsiteX1" fmla="*/ 235268 w 237172"/>
                  <a:gd name="connsiteY1" fmla="*/ 136208 h 178117"/>
                  <a:gd name="connsiteX2" fmla="*/ 234315 w 237172"/>
                  <a:gd name="connsiteY2" fmla="*/ 135255 h 178117"/>
                  <a:gd name="connsiteX3" fmla="*/ 233363 w 237172"/>
                  <a:gd name="connsiteY3" fmla="*/ 134302 h 178117"/>
                  <a:gd name="connsiteX4" fmla="*/ 232410 w 237172"/>
                  <a:gd name="connsiteY4" fmla="*/ 132398 h 178117"/>
                  <a:gd name="connsiteX5" fmla="*/ 231458 w 237172"/>
                  <a:gd name="connsiteY5" fmla="*/ 130493 h 178117"/>
                  <a:gd name="connsiteX6" fmla="*/ 230505 w 237172"/>
                  <a:gd name="connsiteY6" fmla="*/ 128588 h 178117"/>
                  <a:gd name="connsiteX7" fmla="*/ 230505 w 237172"/>
                  <a:gd name="connsiteY7" fmla="*/ 127635 h 178117"/>
                  <a:gd name="connsiteX8" fmla="*/ 230505 w 237172"/>
                  <a:gd name="connsiteY8" fmla="*/ 127635 h 178117"/>
                  <a:gd name="connsiteX9" fmla="*/ 230505 w 237172"/>
                  <a:gd name="connsiteY9" fmla="*/ 126683 h 178117"/>
                  <a:gd name="connsiteX10" fmla="*/ 230505 w 237172"/>
                  <a:gd name="connsiteY10" fmla="*/ 125730 h 178117"/>
                  <a:gd name="connsiteX11" fmla="*/ 229553 w 237172"/>
                  <a:gd name="connsiteY11" fmla="*/ 124777 h 178117"/>
                  <a:gd name="connsiteX12" fmla="*/ 228600 w 237172"/>
                  <a:gd name="connsiteY12" fmla="*/ 122873 h 178117"/>
                  <a:gd name="connsiteX13" fmla="*/ 226695 w 237172"/>
                  <a:gd name="connsiteY13" fmla="*/ 116205 h 178117"/>
                  <a:gd name="connsiteX14" fmla="*/ 225743 w 237172"/>
                  <a:gd name="connsiteY14" fmla="*/ 114300 h 178117"/>
                  <a:gd name="connsiteX15" fmla="*/ 223838 w 237172"/>
                  <a:gd name="connsiteY15" fmla="*/ 113348 h 178117"/>
                  <a:gd name="connsiteX16" fmla="*/ 223838 w 237172"/>
                  <a:gd name="connsiteY16" fmla="*/ 112395 h 178117"/>
                  <a:gd name="connsiteX17" fmla="*/ 222885 w 237172"/>
                  <a:gd name="connsiteY17" fmla="*/ 112395 h 178117"/>
                  <a:gd name="connsiteX18" fmla="*/ 222885 w 237172"/>
                  <a:gd name="connsiteY18" fmla="*/ 111443 h 178117"/>
                  <a:gd name="connsiteX19" fmla="*/ 221933 w 237172"/>
                  <a:gd name="connsiteY19" fmla="*/ 111443 h 178117"/>
                  <a:gd name="connsiteX20" fmla="*/ 221933 w 237172"/>
                  <a:gd name="connsiteY20" fmla="*/ 110490 h 178117"/>
                  <a:gd name="connsiteX21" fmla="*/ 220980 w 237172"/>
                  <a:gd name="connsiteY21" fmla="*/ 109538 h 178117"/>
                  <a:gd name="connsiteX22" fmla="*/ 220028 w 237172"/>
                  <a:gd name="connsiteY22" fmla="*/ 108585 h 178117"/>
                  <a:gd name="connsiteX23" fmla="*/ 219075 w 237172"/>
                  <a:gd name="connsiteY23" fmla="*/ 108585 h 178117"/>
                  <a:gd name="connsiteX24" fmla="*/ 218123 w 237172"/>
                  <a:gd name="connsiteY24" fmla="*/ 107633 h 178117"/>
                  <a:gd name="connsiteX25" fmla="*/ 217170 w 237172"/>
                  <a:gd name="connsiteY25" fmla="*/ 107633 h 178117"/>
                  <a:gd name="connsiteX26" fmla="*/ 216218 w 237172"/>
                  <a:gd name="connsiteY26" fmla="*/ 106680 h 178117"/>
                  <a:gd name="connsiteX27" fmla="*/ 215265 w 237172"/>
                  <a:gd name="connsiteY27" fmla="*/ 105727 h 178117"/>
                  <a:gd name="connsiteX28" fmla="*/ 212408 w 237172"/>
                  <a:gd name="connsiteY28" fmla="*/ 102870 h 178117"/>
                  <a:gd name="connsiteX29" fmla="*/ 212408 w 237172"/>
                  <a:gd name="connsiteY29" fmla="*/ 101918 h 178117"/>
                  <a:gd name="connsiteX30" fmla="*/ 212408 w 237172"/>
                  <a:gd name="connsiteY30" fmla="*/ 101918 h 178117"/>
                  <a:gd name="connsiteX31" fmla="*/ 211455 w 237172"/>
                  <a:gd name="connsiteY31" fmla="*/ 100965 h 178117"/>
                  <a:gd name="connsiteX32" fmla="*/ 211455 w 237172"/>
                  <a:gd name="connsiteY32" fmla="*/ 100013 h 178117"/>
                  <a:gd name="connsiteX33" fmla="*/ 211455 w 237172"/>
                  <a:gd name="connsiteY33" fmla="*/ 99060 h 178117"/>
                  <a:gd name="connsiteX34" fmla="*/ 210503 w 237172"/>
                  <a:gd name="connsiteY34" fmla="*/ 98108 h 178117"/>
                  <a:gd name="connsiteX35" fmla="*/ 210503 w 237172"/>
                  <a:gd name="connsiteY35" fmla="*/ 98108 h 178117"/>
                  <a:gd name="connsiteX36" fmla="*/ 209550 w 237172"/>
                  <a:gd name="connsiteY36" fmla="*/ 97155 h 178117"/>
                  <a:gd name="connsiteX37" fmla="*/ 206693 w 237172"/>
                  <a:gd name="connsiteY37" fmla="*/ 95250 h 178117"/>
                  <a:gd name="connsiteX38" fmla="*/ 206693 w 237172"/>
                  <a:gd name="connsiteY38" fmla="*/ 95250 h 178117"/>
                  <a:gd name="connsiteX39" fmla="*/ 205740 w 237172"/>
                  <a:gd name="connsiteY39" fmla="*/ 94298 h 178117"/>
                  <a:gd name="connsiteX40" fmla="*/ 204788 w 237172"/>
                  <a:gd name="connsiteY40" fmla="*/ 94298 h 178117"/>
                  <a:gd name="connsiteX41" fmla="*/ 203835 w 237172"/>
                  <a:gd name="connsiteY41" fmla="*/ 93345 h 178117"/>
                  <a:gd name="connsiteX42" fmla="*/ 197168 w 237172"/>
                  <a:gd name="connsiteY42" fmla="*/ 92393 h 178117"/>
                  <a:gd name="connsiteX43" fmla="*/ 197168 w 237172"/>
                  <a:gd name="connsiteY43" fmla="*/ 92393 h 178117"/>
                  <a:gd name="connsiteX44" fmla="*/ 196215 w 237172"/>
                  <a:gd name="connsiteY44" fmla="*/ 92393 h 178117"/>
                  <a:gd name="connsiteX45" fmla="*/ 195263 w 237172"/>
                  <a:gd name="connsiteY45" fmla="*/ 91440 h 178117"/>
                  <a:gd name="connsiteX46" fmla="*/ 194310 w 237172"/>
                  <a:gd name="connsiteY46" fmla="*/ 91440 h 178117"/>
                  <a:gd name="connsiteX47" fmla="*/ 193358 w 237172"/>
                  <a:gd name="connsiteY47" fmla="*/ 91440 h 178117"/>
                  <a:gd name="connsiteX48" fmla="*/ 193358 w 237172"/>
                  <a:gd name="connsiteY48" fmla="*/ 90488 h 178117"/>
                  <a:gd name="connsiteX49" fmla="*/ 192405 w 237172"/>
                  <a:gd name="connsiteY49" fmla="*/ 90488 h 178117"/>
                  <a:gd name="connsiteX50" fmla="*/ 191453 w 237172"/>
                  <a:gd name="connsiteY50" fmla="*/ 89535 h 178117"/>
                  <a:gd name="connsiteX51" fmla="*/ 191453 w 237172"/>
                  <a:gd name="connsiteY51" fmla="*/ 89535 h 178117"/>
                  <a:gd name="connsiteX52" fmla="*/ 191453 w 237172"/>
                  <a:gd name="connsiteY52" fmla="*/ 89535 h 178117"/>
                  <a:gd name="connsiteX53" fmla="*/ 191453 w 237172"/>
                  <a:gd name="connsiteY53" fmla="*/ 88583 h 178117"/>
                  <a:gd name="connsiteX54" fmla="*/ 191453 w 237172"/>
                  <a:gd name="connsiteY54" fmla="*/ 88583 h 178117"/>
                  <a:gd name="connsiteX55" fmla="*/ 193358 w 237172"/>
                  <a:gd name="connsiteY55" fmla="*/ 85725 h 178117"/>
                  <a:gd name="connsiteX56" fmla="*/ 195263 w 237172"/>
                  <a:gd name="connsiteY56" fmla="*/ 80963 h 178117"/>
                  <a:gd name="connsiteX57" fmla="*/ 196215 w 237172"/>
                  <a:gd name="connsiteY57" fmla="*/ 79058 h 178117"/>
                  <a:gd name="connsiteX58" fmla="*/ 197168 w 237172"/>
                  <a:gd name="connsiteY58" fmla="*/ 79058 h 178117"/>
                  <a:gd name="connsiteX59" fmla="*/ 197168 w 237172"/>
                  <a:gd name="connsiteY59" fmla="*/ 78105 h 178117"/>
                  <a:gd name="connsiteX60" fmla="*/ 198120 w 237172"/>
                  <a:gd name="connsiteY60" fmla="*/ 78105 h 178117"/>
                  <a:gd name="connsiteX61" fmla="*/ 200025 w 237172"/>
                  <a:gd name="connsiteY61" fmla="*/ 78105 h 178117"/>
                  <a:gd name="connsiteX62" fmla="*/ 200025 w 237172"/>
                  <a:gd name="connsiteY62" fmla="*/ 78105 h 178117"/>
                  <a:gd name="connsiteX63" fmla="*/ 206693 w 237172"/>
                  <a:gd name="connsiteY63" fmla="*/ 78105 h 178117"/>
                  <a:gd name="connsiteX64" fmla="*/ 208598 w 237172"/>
                  <a:gd name="connsiteY64" fmla="*/ 78105 h 178117"/>
                  <a:gd name="connsiteX65" fmla="*/ 209550 w 237172"/>
                  <a:gd name="connsiteY65" fmla="*/ 78105 h 178117"/>
                  <a:gd name="connsiteX66" fmla="*/ 210503 w 237172"/>
                  <a:gd name="connsiteY66" fmla="*/ 78105 h 178117"/>
                  <a:gd name="connsiteX67" fmla="*/ 210503 w 237172"/>
                  <a:gd name="connsiteY67" fmla="*/ 78105 h 178117"/>
                  <a:gd name="connsiteX68" fmla="*/ 211455 w 237172"/>
                  <a:gd name="connsiteY68" fmla="*/ 78105 h 178117"/>
                  <a:gd name="connsiteX69" fmla="*/ 212408 w 237172"/>
                  <a:gd name="connsiteY69" fmla="*/ 77152 h 178117"/>
                  <a:gd name="connsiteX70" fmla="*/ 213360 w 237172"/>
                  <a:gd name="connsiteY70" fmla="*/ 76200 h 178117"/>
                  <a:gd name="connsiteX71" fmla="*/ 213360 w 237172"/>
                  <a:gd name="connsiteY71" fmla="*/ 75248 h 178117"/>
                  <a:gd name="connsiteX72" fmla="*/ 213360 w 237172"/>
                  <a:gd name="connsiteY72" fmla="*/ 74295 h 178117"/>
                  <a:gd name="connsiteX73" fmla="*/ 213360 w 237172"/>
                  <a:gd name="connsiteY73" fmla="*/ 73343 h 178117"/>
                  <a:gd name="connsiteX74" fmla="*/ 213360 w 237172"/>
                  <a:gd name="connsiteY74" fmla="*/ 72390 h 178117"/>
                  <a:gd name="connsiteX75" fmla="*/ 213360 w 237172"/>
                  <a:gd name="connsiteY75" fmla="*/ 68580 h 178117"/>
                  <a:gd name="connsiteX76" fmla="*/ 213360 w 237172"/>
                  <a:gd name="connsiteY76" fmla="*/ 64770 h 178117"/>
                  <a:gd name="connsiteX77" fmla="*/ 213360 w 237172"/>
                  <a:gd name="connsiteY77" fmla="*/ 60008 h 178117"/>
                  <a:gd name="connsiteX78" fmla="*/ 213360 w 237172"/>
                  <a:gd name="connsiteY78" fmla="*/ 58102 h 178117"/>
                  <a:gd name="connsiteX79" fmla="*/ 213360 w 237172"/>
                  <a:gd name="connsiteY79" fmla="*/ 56198 h 178117"/>
                  <a:gd name="connsiteX80" fmla="*/ 213360 w 237172"/>
                  <a:gd name="connsiteY80" fmla="*/ 56198 h 178117"/>
                  <a:gd name="connsiteX81" fmla="*/ 209550 w 237172"/>
                  <a:gd name="connsiteY81" fmla="*/ 56198 h 178117"/>
                  <a:gd name="connsiteX82" fmla="*/ 209550 w 237172"/>
                  <a:gd name="connsiteY82" fmla="*/ 53340 h 178117"/>
                  <a:gd name="connsiteX83" fmla="*/ 211455 w 237172"/>
                  <a:gd name="connsiteY83" fmla="*/ 47625 h 178117"/>
                  <a:gd name="connsiteX84" fmla="*/ 210503 w 237172"/>
                  <a:gd name="connsiteY84" fmla="*/ 42863 h 178117"/>
                  <a:gd name="connsiteX85" fmla="*/ 207645 w 237172"/>
                  <a:gd name="connsiteY85" fmla="*/ 39052 h 178117"/>
                  <a:gd name="connsiteX86" fmla="*/ 203835 w 237172"/>
                  <a:gd name="connsiteY86" fmla="*/ 35243 h 178117"/>
                  <a:gd name="connsiteX87" fmla="*/ 199073 w 237172"/>
                  <a:gd name="connsiteY87" fmla="*/ 32385 h 178117"/>
                  <a:gd name="connsiteX88" fmla="*/ 198120 w 237172"/>
                  <a:gd name="connsiteY88" fmla="*/ 31433 h 178117"/>
                  <a:gd name="connsiteX89" fmla="*/ 195263 w 237172"/>
                  <a:gd name="connsiteY89" fmla="*/ 30480 h 178117"/>
                  <a:gd name="connsiteX90" fmla="*/ 194310 w 237172"/>
                  <a:gd name="connsiteY90" fmla="*/ 30480 h 178117"/>
                  <a:gd name="connsiteX91" fmla="*/ 194310 w 237172"/>
                  <a:gd name="connsiteY91" fmla="*/ 29527 h 178117"/>
                  <a:gd name="connsiteX92" fmla="*/ 195263 w 237172"/>
                  <a:gd name="connsiteY92" fmla="*/ 28575 h 178117"/>
                  <a:gd name="connsiteX93" fmla="*/ 195263 w 237172"/>
                  <a:gd name="connsiteY93" fmla="*/ 28575 h 178117"/>
                  <a:gd name="connsiteX94" fmla="*/ 194310 w 237172"/>
                  <a:gd name="connsiteY94" fmla="*/ 25718 h 178117"/>
                  <a:gd name="connsiteX95" fmla="*/ 193358 w 237172"/>
                  <a:gd name="connsiteY95" fmla="*/ 16193 h 178117"/>
                  <a:gd name="connsiteX96" fmla="*/ 194310 w 237172"/>
                  <a:gd name="connsiteY96" fmla="*/ 12383 h 178117"/>
                  <a:gd name="connsiteX97" fmla="*/ 196215 w 237172"/>
                  <a:gd name="connsiteY97" fmla="*/ 0 h 178117"/>
                  <a:gd name="connsiteX98" fmla="*/ 186690 w 237172"/>
                  <a:gd name="connsiteY98" fmla="*/ 0 h 178117"/>
                  <a:gd name="connsiteX99" fmla="*/ 186690 w 237172"/>
                  <a:gd name="connsiteY99" fmla="*/ 1905 h 178117"/>
                  <a:gd name="connsiteX100" fmla="*/ 186690 w 237172"/>
                  <a:gd name="connsiteY100" fmla="*/ 3810 h 178117"/>
                  <a:gd name="connsiteX101" fmla="*/ 173355 w 237172"/>
                  <a:gd name="connsiteY101" fmla="*/ 3810 h 178117"/>
                  <a:gd name="connsiteX102" fmla="*/ 176213 w 237172"/>
                  <a:gd name="connsiteY102" fmla="*/ 7620 h 178117"/>
                  <a:gd name="connsiteX103" fmla="*/ 177165 w 237172"/>
                  <a:gd name="connsiteY103" fmla="*/ 10477 h 178117"/>
                  <a:gd name="connsiteX104" fmla="*/ 179070 w 237172"/>
                  <a:gd name="connsiteY104" fmla="*/ 21908 h 178117"/>
                  <a:gd name="connsiteX105" fmla="*/ 179070 w 237172"/>
                  <a:gd name="connsiteY105" fmla="*/ 23813 h 178117"/>
                  <a:gd name="connsiteX106" fmla="*/ 177165 w 237172"/>
                  <a:gd name="connsiteY106" fmla="*/ 25718 h 178117"/>
                  <a:gd name="connsiteX107" fmla="*/ 173355 w 237172"/>
                  <a:gd name="connsiteY107" fmla="*/ 28575 h 178117"/>
                  <a:gd name="connsiteX108" fmla="*/ 168593 w 237172"/>
                  <a:gd name="connsiteY108" fmla="*/ 35243 h 178117"/>
                  <a:gd name="connsiteX109" fmla="*/ 163830 w 237172"/>
                  <a:gd name="connsiteY109" fmla="*/ 41910 h 178117"/>
                  <a:gd name="connsiteX110" fmla="*/ 158115 w 237172"/>
                  <a:gd name="connsiteY110" fmla="*/ 47625 h 178117"/>
                  <a:gd name="connsiteX111" fmla="*/ 151448 w 237172"/>
                  <a:gd name="connsiteY111" fmla="*/ 50483 h 178117"/>
                  <a:gd name="connsiteX112" fmla="*/ 147638 w 237172"/>
                  <a:gd name="connsiteY112" fmla="*/ 50483 h 178117"/>
                  <a:gd name="connsiteX113" fmla="*/ 145733 w 237172"/>
                  <a:gd name="connsiteY113" fmla="*/ 49530 h 178117"/>
                  <a:gd name="connsiteX114" fmla="*/ 137160 w 237172"/>
                  <a:gd name="connsiteY114" fmla="*/ 42863 h 178117"/>
                  <a:gd name="connsiteX115" fmla="*/ 132398 w 237172"/>
                  <a:gd name="connsiteY115" fmla="*/ 40958 h 178117"/>
                  <a:gd name="connsiteX116" fmla="*/ 128588 w 237172"/>
                  <a:gd name="connsiteY116" fmla="*/ 40958 h 178117"/>
                  <a:gd name="connsiteX117" fmla="*/ 124778 w 237172"/>
                  <a:gd name="connsiteY117" fmla="*/ 43815 h 178117"/>
                  <a:gd name="connsiteX118" fmla="*/ 123825 w 237172"/>
                  <a:gd name="connsiteY118" fmla="*/ 44768 h 178117"/>
                  <a:gd name="connsiteX119" fmla="*/ 122873 w 237172"/>
                  <a:gd name="connsiteY119" fmla="*/ 47625 h 178117"/>
                  <a:gd name="connsiteX120" fmla="*/ 121920 w 237172"/>
                  <a:gd name="connsiteY120" fmla="*/ 49530 h 178117"/>
                  <a:gd name="connsiteX121" fmla="*/ 120015 w 237172"/>
                  <a:gd name="connsiteY121" fmla="*/ 50483 h 178117"/>
                  <a:gd name="connsiteX122" fmla="*/ 118110 w 237172"/>
                  <a:gd name="connsiteY122" fmla="*/ 50483 h 178117"/>
                  <a:gd name="connsiteX123" fmla="*/ 116205 w 237172"/>
                  <a:gd name="connsiteY123" fmla="*/ 51435 h 178117"/>
                  <a:gd name="connsiteX124" fmla="*/ 114300 w 237172"/>
                  <a:gd name="connsiteY124" fmla="*/ 51435 h 178117"/>
                  <a:gd name="connsiteX125" fmla="*/ 112395 w 237172"/>
                  <a:gd name="connsiteY125" fmla="*/ 53340 h 178117"/>
                  <a:gd name="connsiteX126" fmla="*/ 109538 w 237172"/>
                  <a:gd name="connsiteY126" fmla="*/ 54293 h 178117"/>
                  <a:gd name="connsiteX127" fmla="*/ 107633 w 237172"/>
                  <a:gd name="connsiteY127" fmla="*/ 56198 h 178117"/>
                  <a:gd name="connsiteX128" fmla="*/ 107633 w 237172"/>
                  <a:gd name="connsiteY128" fmla="*/ 59055 h 178117"/>
                  <a:gd name="connsiteX129" fmla="*/ 95250 w 237172"/>
                  <a:gd name="connsiteY129" fmla="*/ 59055 h 178117"/>
                  <a:gd name="connsiteX130" fmla="*/ 92393 w 237172"/>
                  <a:gd name="connsiteY130" fmla="*/ 58102 h 178117"/>
                  <a:gd name="connsiteX131" fmla="*/ 91440 w 237172"/>
                  <a:gd name="connsiteY131" fmla="*/ 57150 h 178117"/>
                  <a:gd name="connsiteX132" fmla="*/ 91440 w 237172"/>
                  <a:gd name="connsiteY132" fmla="*/ 56198 h 178117"/>
                  <a:gd name="connsiteX133" fmla="*/ 89535 w 237172"/>
                  <a:gd name="connsiteY133" fmla="*/ 54293 h 178117"/>
                  <a:gd name="connsiteX134" fmla="*/ 85725 w 237172"/>
                  <a:gd name="connsiteY134" fmla="*/ 53340 h 178117"/>
                  <a:gd name="connsiteX135" fmla="*/ 80963 w 237172"/>
                  <a:gd name="connsiteY135" fmla="*/ 53340 h 178117"/>
                  <a:gd name="connsiteX136" fmla="*/ 76200 w 237172"/>
                  <a:gd name="connsiteY136" fmla="*/ 53340 h 178117"/>
                  <a:gd name="connsiteX137" fmla="*/ 72390 w 237172"/>
                  <a:gd name="connsiteY137" fmla="*/ 53340 h 178117"/>
                  <a:gd name="connsiteX138" fmla="*/ 63818 w 237172"/>
                  <a:gd name="connsiteY138" fmla="*/ 55245 h 178117"/>
                  <a:gd name="connsiteX139" fmla="*/ 61913 w 237172"/>
                  <a:gd name="connsiteY139" fmla="*/ 54293 h 178117"/>
                  <a:gd name="connsiteX140" fmla="*/ 56198 w 237172"/>
                  <a:gd name="connsiteY140" fmla="*/ 48577 h 178117"/>
                  <a:gd name="connsiteX141" fmla="*/ 50483 w 237172"/>
                  <a:gd name="connsiteY141" fmla="*/ 43815 h 178117"/>
                  <a:gd name="connsiteX142" fmla="*/ 48578 w 237172"/>
                  <a:gd name="connsiteY142" fmla="*/ 40958 h 178117"/>
                  <a:gd name="connsiteX143" fmla="*/ 47625 w 237172"/>
                  <a:gd name="connsiteY143" fmla="*/ 39052 h 178117"/>
                  <a:gd name="connsiteX144" fmla="*/ 47625 w 237172"/>
                  <a:gd name="connsiteY144" fmla="*/ 38100 h 178117"/>
                  <a:gd name="connsiteX145" fmla="*/ 46673 w 237172"/>
                  <a:gd name="connsiteY145" fmla="*/ 37148 h 178117"/>
                  <a:gd name="connsiteX146" fmla="*/ 43815 w 237172"/>
                  <a:gd name="connsiteY146" fmla="*/ 37148 h 178117"/>
                  <a:gd name="connsiteX147" fmla="*/ 41910 w 237172"/>
                  <a:gd name="connsiteY147" fmla="*/ 37148 h 178117"/>
                  <a:gd name="connsiteX148" fmla="*/ 36195 w 237172"/>
                  <a:gd name="connsiteY148" fmla="*/ 39052 h 178117"/>
                  <a:gd name="connsiteX149" fmla="*/ 34290 w 237172"/>
                  <a:gd name="connsiteY149" fmla="*/ 39052 h 178117"/>
                  <a:gd name="connsiteX150" fmla="*/ 32385 w 237172"/>
                  <a:gd name="connsiteY150" fmla="*/ 39052 h 178117"/>
                  <a:gd name="connsiteX151" fmla="*/ 31433 w 237172"/>
                  <a:gd name="connsiteY151" fmla="*/ 40005 h 178117"/>
                  <a:gd name="connsiteX152" fmla="*/ 30480 w 237172"/>
                  <a:gd name="connsiteY152" fmla="*/ 41910 h 178117"/>
                  <a:gd name="connsiteX153" fmla="*/ 29528 w 237172"/>
                  <a:gd name="connsiteY153" fmla="*/ 43815 h 178117"/>
                  <a:gd name="connsiteX154" fmla="*/ 29528 w 237172"/>
                  <a:gd name="connsiteY154" fmla="*/ 46673 h 178117"/>
                  <a:gd name="connsiteX155" fmla="*/ 27623 w 237172"/>
                  <a:gd name="connsiteY155" fmla="*/ 48577 h 178117"/>
                  <a:gd name="connsiteX156" fmla="*/ 25718 w 237172"/>
                  <a:gd name="connsiteY156" fmla="*/ 49530 h 178117"/>
                  <a:gd name="connsiteX157" fmla="*/ 23813 w 237172"/>
                  <a:gd name="connsiteY157" fmla="*/ 50483 h 178117"/>
                  <a:gd name="connsiteX158" fmla="*/ 19050 w 237172"/>
                  <a:gd name="connsiteY158" fmla="*/ 50483 h 178117"/>
                  <a:gd name="connsiteX159" fmla="*/ 15240 w 237172"/>
                  <a:gd name="connsiteY159" fmla="*/ 51435 h 178117"/>
                  <a:gd name="connsiteX160" fmla="*/ 7620 w 237172"/>
                  <a:gd name="connsiteY160" fmla="*/ 53340 h 178117"/>
                  <a:gd name="connsiteX161" fmla="*/ 2858 w 237172"/>
                  <a:gd name="connsiteY161" fmla="*/ 53340 h 178117"/>
                  <a:gd name="connsiteX162" fmla="*/ 2858 w 237172"/>
                  <a:gd name="connsiteY162" fmla="*/ 54293 h 178117"/>
                  <a:gd name="connsiteX163" fmla="*/ 2858 w 237172"/>
                  <a:gd name="connsiteY163" fmla="*/ 60008 h 178117"/>
                  <a:gd name="connsiteX164" fmla="*/ 1905 w 237172"/>
                  <a:gd name="connsiteY164" fmla="*/ 61913 h 178117"/>
                  <a:gd name="connsiteX165" fmla="*/ 0 w 237172"/>
                  <a:gd name="connsiteY165" fmla="*/ 64770 h 178117"/>
                  <a:gd name="connsiteX166" fmla="*/ 0 w 237172"/>
                  <a:gd name="connsiteY166" fmla="*/ 65723 h 178117"/>
                  <a:gd name="connsiteX167" fmla="*/ 0 w 237172"/>
                  <a:gd name="connsiteY167" fmla="*/ 66675 h 178117"/>
                  <a:gd name="connsiteX168" fmla="*/ 953 w 237172"/>
                  <a:gd name="connsiteY168" fmla="*/ 67627 h 178117"/>
                  <a:gd name="connsiteX169" fmla="*/ 953 w 237172"/>
                  <a:gd name="connsiteY169" fmla="*/ 68580 h 178117"/>
                  <a:gd name="connsiteX170" fmla="*/ 953 w 237172"/>
                  <a:gd name="connsiteY170" fmla="*/ 69533 h 178117"/>
                  <a:gd name="connsiteX171" fmla="*/ 953 w 237172"/>
                  <a:gd name="connsiteY171" fmla="*/ 70485 h 178117"/>
                  <a:gd name="connsiteX172" fmla="*/ 953 w 237172"/>
                  <a:gd name="connsiteY172" fmla="*/ 70485 h 178117"/>
                  <a:gd name="connsiteX173" fmla="*/ 1905 w 237172"/>
                  <a:gd name="connsiteY173" fmla="*/ 71438 h 178117"/>
                  <a:gd name="connsiteX174" fmla="*/ 1905 w 237172"/>
                  <a:gd name="connsiteY174" fmla="*/ 71438 h 178117"/>
                  <a:gd name="connsiteX175" fmla="*/ 3810 w 237172"/>
                  <a:gd name="connsiteY175" fmla="*/ 72390 h 178117"/>
                  <a:gd name="connsiteX176" fmla="*/ 10478 w 237172"/>
                  <a:gd name="connsiteY176" fmla="*/ 73343 h 178117"/>
                  <a:gd name="connsiteX177" fmla="*/ 11430 w 237172"/>
                  <a:gd name="connsiteY177" fmla="*/ 73343 h 178117"/>
                  <a:gd name="connsiteX178" fmla="*/ 12383 w 237172"/>
                  <a:gd name="connsiteY178" fmla="*/ 73343 h 178117"/>
                  <a:gd name="connsiteX179" fmla="*/ 13335 w 237172"/>
                  <a:gd name="connsiteY179" fmla="*/ 73343 h 178117"/>
                  <a:gd name="connsiteX180" fmla="*/ 14288 w 237172"/>
                  <a:gd name="connsiteY180" fmla="*/ 74295 h 178117"/>
                  <a:gd name="connsiteX181" fmla="*/ 14288 w 237172"/>
                  <a:gd name="connsiteY181" fmla="*/ 74295 h 178117"/>
                  <a:gd name="connsiteX182" fmla="*/ 14288 w 237172"/>
                  <a:gd name="connsiteY182" fmla="*/ 74295 h 178117"/>
                  <a:gd name="connsiteX183" fmla="*/ 15240 w 237172"/>
                  <a:gd name="connsiteY183" fmla="*/ 75248 h 178117"/>
                  <a:gd name="connsiteX184" fmla="*/ 14288 w 237172"/>
                  <a:gd name="connsiteY184" fmla="*/ 78105 h 178117"/>
                  <a:gd name="connsiteX185" fmla="*/ 14288 w 237172"/>
                  <a:gd name="connsiteY185" fmla="*/ 80010 h 178117"/>
                  <a:gd name="connsiteX186" fmla="*/ 15240 w 237172"/>
                  <a:gd name="connsiteY186" fmla="*/ 80963 h 178117"/>
                  <a:gd name="connsiteX187" fmla="*/ 16193 w 237172"/>
                  <a:gd name="connsiteY187" fmla="*/ 80963 h 178117"/>
                  <a:gd name="connsiteX188" fmla="*/ 17145 w 237172"/>
                  <a:gd name="connsiteY188" fmla="*/ 81915 h 178117"/>
                  <a:gd name="connsiteX189" fmla="*/ 18098 w 237172"/>
                  <a:gd name="connsiteY189" fmla="*/ 81915 h 178117"/>
                  <a:gd name="connsiteX190" fmla="*/ 24765 w 237172"/>
                  <a:gd name="connsiteY190" fmla="*/ 82868 h 178117"/>
                  <a:gd name="connsiteX191" fmla="*/ 26670 w 237172"/>
                  <a:gd name="connsiteY191" fmla="*/ 83820 h 178117"/>
                  <a:gd name="connsiteX192" fmla="*/ 27623 w 237172"/>
                  <a:gd name="connsiteY192" fmla="*/ 84773 h 178117"/>
                  <a:gd name="connsiteX193" fmla="*/ 29528 w 237172"/>
                  <a:gd name="connsiteY193" fmla="*/ 86677 h 178117"/>
                  <a:gd name="connsiteX194" fmla="*/ 31433 w 237172"/>
                  <a:gd name="connsiteY194" fmla="*/ 88583 h 178117"/>
                  <a:gd name="connsiteX195" fmla="*/ 34290 w 237172"/>
                  <a:gd name="connsiteY195" fmla="*/ 91440 h 178117"/>
                  <a:gd name="connsiteX196" fmla="*/ 35243 w 237172"/>
                  <a:gd name="connsiteY196" fmla="*/ 93345 h 178117"/>
                  <a:gd name="connsiteX197" fmla="*/ 35243 w 237172"/>
                  <a:gd name="connsiteY197" fmla="*/ 94298 h 178117"/>
                  <a:gd name="connsiteX198" fmla="*/ 34290 w 237172"/>
                  <a:gd name="connsiteY198" fmla="*/ 96202 h 178117"/>
                  <a:gd name="connsiteX199" fmla="*/ 34290 w 237172"/>
                  <a:gd name="connsiteY199" fmla="*/ 97155 h 178117"/>
                  <a:gd name="connsiteX200" fmla="*/ 34290 w 237172"/>
                  <a:gd name="connsiteY200" fmla="*/ 97155 h 178117"/>
                  <a:gd name="connsiteX201" fmla="*/ 35243 w 237172"/>
                  <a:gd name="connsiteY201" fmla="*/ 98108 h 178117"/>
                  <a:gd name="connsiteX202" fmla="*/ 35243 w 237172"/>
                  <a:gd name="connsiteY202" fmla="*/ 98108 h 178117"/>
                  <a:gd name="connsiteX203" fmla="*/ 37148 w 237172"/>
                  <a:gd name="connsiteY203" fmla="*/ 100013 h 178117"/>
                  <a:gd name="connsiteX204" fmla="*/ 39053 w 237172"/>
                  <a:gd name="connsiteY204" fmla="*/ 100965 h 178117"/>
                  <a:gd name="connsiteX205" fmla="*/ 40958 w 237172"/>
                  <a:gd name="connsiteY205" fmla="*/ 102870 h 178117"/>
                  <a:gd name="connsiteX206" fmla="*/ 44768 w 237172"/>
                  <a:gd name="connsiteY206" fmla="*/ 104775 h 178117"/>
                  <a:gd name="connsiteX207" fmla="*/ 47625 w 237172"/>
                  <a:gd name="connsiteY207" fmla="*/ 105727 h 178117"/>
                  <a:gd name="connsiteX208" fmla="*/ 49530 w 237172"/>
                  <a:gd name="connsiteY208" fmla="*/ 107633 h 178117"/>
                  <a:gd name="connsiteX209" fmla="*/ 51435 w 237172"/>
                  <a:gd name="connsiteY209" fmla="*/ 108585 h 178117"/>
                  <a:gd name="connsiteX210" fmla="*/ 51435 w 237172"/>
                  <a:gd name="connsiteY210" fmla="*/ 109538 h 178117"/>
                  <a:gd name="connsiteX211" fmla="*/ 52388 w 237172"/>
                  <a:gd name="connsiteY211" fmla="*/ 109538 h 178117"/>
                  <a:gd name="connsiteX212" fmla="*/ 52388 w 237172"/>
                  <a:gd name="connsiteY212" fmla="*/ 110490 h 178117"/>
                  <a:gd name="connsiteX213" fmla="*/ 53340 w 237172"/>
                  <a:gd name="connsiteY213" fmla="*/ 111443 h 178117"/>
                  <a:gd name="connsiteX214" fmla="*/ 54293 w 237172"/>
                  <a:gd name="connsiteY214" fmla="*/ 112395 h 178117"/>
                  <a:gd name="connsiteX215" fmla="*/ 58103 w 237172"/>
                  <a:gd name="connsiteY215" fmla="*/ 115252 h 178117"/>
                  <a:gd name="connsiteX216" fmla="*/ 57150 w 237172"/>
                  <a:gd name="connsiteY216" fmla="*/ 119063 h 178117"/>
                  <a:gd name="connsiteX217" fmla="*/ 57150 w 237172"/>
                  <a:gd name="connsiteY217" fmla="*/ 120015 h 178117"/>
                  <a:gd name="connsiteX218" fmla="*/ 57150 w 237172"/>
                  <a:gd name="connsiteY218" fmla="*/ 120968 h 178117"/>
                  <a:gd name="connsiteX219" fmla="*/ 58103 w 237172"/>
                  <a:gd name="connsiteY219" fmla="*/ 121920 h 178117"/>
                  <a:gd name="connsiteX220" fmla="*/ 59055 w 237172"/>
                  <a:gd name="connsiteY220" fmla="*/ 121920 h 178117"/>
                  <a:gd name="connsiteX221" fmla="*/ 59055 w 237172"/>
                  <a:gd name="connsiteY221" fmla="*/ 123825 h 178117"/>
                  <a:gd name="connsiteX222" fmla="*/ 60008 w 237172"/>
                  <a:gd name="connsiteY222" fmla="*/ 124777 h 178117"/>
                  <a:gd name="connsiteX223" fmla="*/ 60008 w 237172"/>
                  <a:gd name="connsiteY223" fmla="*/ 125730 h 178117"/>
                  <a:gd name="connsiteX224" fmla="*/ 60960 w 237172"/>
                  <a:gd name="connsiteY224" fmla="*/ 126683 h 178117"/>
                  <a:gd name="connsiteX225" fmla="*/ 61913 w 237172"/>
                  <a:gd name="connsiteY225" fmla="*/ 126683 h 178117"/>
                  <a:gd name="connsiteX226" fmla="*/ 61913 w 237172"/>
                  <a:gd name="connsiteY226" fmla="*/ 127635 h 178117"/>
                  <a:gd name="connsiteX227" fmla="*/ 62865 w 237172"/>
                  <a:gd name="connsiteY227" fmla="*/ 127635 h 178117"/>
                  <a:gd name="connsiteX228" fmla="*/ 63818 w 237172"/>
                  <a:gd name="connsiteY228" fmla="*/ 127635 h 178117"/>
                  <a:gd name="connsiteX229" fmla="*/ 64770 w 237172"/>
                  <a:gd name="connsiteY229" fmla="*/ 127635 h 178117"/>
                  <a:gd name="connsiteX230" fmla="*/ 64770 w 237172"/>
                  <a:gd name="connsiteY230" fmla="*/ 127635 h 178117"/>
                  <a:gd name="connsiteX231" fmla="*/ 65723 w 237172"/>
                  <a:gd name="connsiteY231" fmla="*/ 128588 h 178117"/>
                  <a:gd name="connsiteX232" fmla="*/ 65723 w 237172"/>
                  <a:gd name="connsiteY232" fmla="*/ 128588 h 178117"/>
                  <a:gd name="connsiteX233" fmla="*/ 69533 w 237172"/>
                  <a:gd name="connsiteY233" fmla="*/ 130493 h 178117"/>
                  <a:gd name="connsiteX234" fmla="*/ 72390 w 237172"/>
                  <a:gd name="connsiteY234" fmla="*/ 132398 h 178117"/>
                  <a:gd name="connsiteX235" fmla="*/ 73343 w 237172"/>
                  <a:gd name="connsiteY235" fmla="*/ 132398 h 178117"/>
                  <a:gd name="connsiteX236" fmla="*/ 73343 w 237172"/>
                  <a:gd name="connsiteY236" fmla="*/ 133350 h 178117"/>
                  <a:gd name="connsiteX237" fmla="*/ 74295 w 237172"/>
                  <a:gd name="connsiteY237" fmla="*/ 133350 h 178117"/>
                  <a:gd name="connsiteX238" fmla="*/ 74295 w 237172"/>
                  <a:gd name="connsiteY238" fmla="*/ 134302 h 178117"/>
                  <a:gd name="connsiteX239" fmla="*/ 75248 w 237172"/>
                  <a:gd name="connsiteY239" fmla="*/ 135255 h 178117"/>
                  <a:gd name="connsiteX240" fmla="*/ 75248 w 237172"/>
                  <a:gd name="connsiteY240" fmla="*/ 136208 h 178117"/>
                  <a:gd name="connsiteX241" fmla="*/ 75248 w 237172"/>
                  <a:gd name="connsiteY241" fmla="*/ 137160 h 178117"/>
                  <a:gd name="connsiteX242" fmla="*/ 75248 w 237172"/>
                  <a:gd name="connsiteY242" fmla="*/ 138113 h 178117"/>
                  <a:gd name="connsiteX243" fmla="*/ 75248 w 237172"/>
                  <a:gd name="connsiteY243" fmla="*/ 139065 h 178117"/>
                  <a:gd name="connsiteX244" fmla="*/ 75248 w 237172"/>
                  <a:gd name="connsiteY244" fmla="*/ 140018 h 178117"/>
                  <a:gd name="connsiteX245" fmla="*/ 75248 w 237172"/>
                  <a:gd name="connsiteY245" fmla="*/ 140970 h 178117"/>
                  <a:gd name="connsiteX246" fmla="*/ 76200 w 237172"/>
                  <a:gd name="connsiteY246" fmla="*/ 141923 h 178117"/>
                  <a:gd name="connsiteX247" fmla="*/ 76200 w 237172"/>
                  <a:gd name="connsiteY247" fmla="*/ 142875 h 178117"/>
                  <a:gd name="connsiteX248" fmla="*/ 77153 w 237172"/>
                  <a:gd name="connsiteY248" fmla="*/ 143827 h 178117"/>
                  <a:gd name="connsiteX249" fmla="*/ 78105 w 237172"/>
                  <a:gd name="connsiteY249" fmla="*/ 144780 h 178117"/>
                  <a:gd name="connsiteX250" fmla="*/ 79058 w 237172"/>
                  <a:gd name="connsiteY250" fmla="*/ 145733 h 178117"/>
                  <a:gd name="connsiteX251" fmla="*/ 79058 w 237172"/>
                  <a:gd name="connsiteY251" fmla="*/ 147638 h 178117"/>
                  <a:gd name="connsiteX252" fmla="*/ 80010 w 237172"/>
                  <a:gd name="connsiteY252" fmla="*/ 148590 h 178117"/>
                  <a:gd name="connsiteX253" fmla="*/ 81915 w 237172"/>
                  <a:gd name="connsiteY253" fmla="*/ 149543 h 178117"/>
                  <a:gd name="connsiteX254" fmla="*/ 83820 w 237172"/>
                  <a:gd name="connsiteY254" fmla="*/ 151448 h 178117"/>
                  <a:gd name="connsiteX255" fmla="*/ 84773 w 237172"/>
                  <a:gd name="connsiteY255" fmla="*/ 152400 h 178117"/>
                  <a:gd name="connsiteX256" fmla="*/ 85725 w 237172"/>
                  <a:gd name="connsiteY256" fmla="*/ 153352 h 178117"/>
                  <a:gd name="connsiteX257" fmla="*/ 86678 w 237172"/>
                  <a:gd name="connsiteY257" fmla="*/ 155258 h 178117"/>
                  <a:gd name="connsiteX258" fmla="*/ 86678 w 237172"/>
                  <a:gd name="connsiteY258" fmla="*/ 155258 h 178117"/>
                  <a:gd name="connsiteX259" fmla="*/ 87630 w 237172"/>
                  <a:gd name="connsiteY259" fmla="*/ 156210 h 178117"/>
                  <a:gd name="connsiteX260" fmla="*/ 89535 w 237172"/>
                  <a:gd name="connsiteY260" fmla="*/ 157163 h 178117"/>
                  <a:gd name="connsiteX261" fmla="*/ 91440 w 237172"/>
                  <a:gd name="connsiteY261" fmla="*/ 158115 h 178117"/>
                  <a:gd name="connsiteX262" fmla="*/ 92393 w 237172"/>
                  <a:gd name="connsiteY262" fmla="*/ 159068 h 178117"/>
                  <a:gd name="connsiteX263" fmla="*/ 93345 w 237172"/>
                  <a:gd name="connsiteY263" fmla="*/ 160020 h 178117"/>
                  <a:gd name="connsiteX264" fmla="*/ 94298 w 237172"/>
                  <a:gd name="connsiteY264" fmla="*/ 160973 h 178117"/>
                  <a:gd name="connsiteX265" fmla="*/ 94298 w 237172"/>
                  <a:gd name="connsiteY265" fmla="*/ 160973 h 178117"/>
                  <a:gd name="connsiteX266" fmla="*/ 95250 w 237172"/>
                  <a:gd name="connsiteY266" fmla="*/ 160973 h 178117"/>
                  <a:gd name="connsiteX267" fmla="*/ 96203 w 237172"/>
                  <a:gd name="connsiteY267" fmla="*/ 160973 h 178117"/>
                  <a:gd name="connsiteX268" fmla="*/ 99060 w 237172"/>
                  <a:gd name="connsiteY268" fmla="*/ 161925 h 178117"/>
                  <a:gd name="connsiteX269" fmla="*/ 105728 w 237172"/>
                  <a:gd name="connsiteY269" fmla="*/ 158115 h 178117"/>
                  <a:gd name="connsiteX270" fmla="*/ 107633 w 237172"/>
                  <a:gd name="connsiteY270" fmla="*/ 158115 h 178117"/>
                  <a:gd name="connsiteX271" fmla="*/ 109538 w 237172"/>
                  <a:gd name="connsiteY271" fmla="*/ 158115 h 178117"/>
                  <a:gd name="connsiteX272" fmla="*/ 112395 w 237172"/>
                  <a:gd name="connsiteY272" fmla="*/ 159068 h 178117"/>
                  <a:gd name="connsiteX273" fmla="*/ 114300 w 237172"/>
                  <a:gd name="connsiteY273" fmla="*/ 160020 h 178117"/>
                  <a:gd name="connsiteX274" fmla="*/ 115253 w 237172"/>
                  <a:gd name="connsiteY274" fmla="*/ 160020 h 178117"/>
                  <a:gd name="connsiteX275" fmla="*/ 116205 w 237172"/>
                  <a:gd name="connsiteY275" fmla="*/ 160020 h 178117"/>
                  <a:gd name="connsiteX276" fmla="*/ 117158 w 237172"/>
                  <a:gd name="connsiteY276" fmla="*/ 159068 h 178117"/>
                  <a:gd name="connsiteX277" fmla="*/ 119063 w 237172"/>
                  <a:gd name="connsiteY277" fmla="*/ 158115 h 178117"/>
                  <a:gd name="connsiteX278" fmla="*/ 119063 w 237172"/>
                  <a:gd name="connsiteY278" fmla="*/ 157163 h 178117"/>
                  <a:gd name="connsiteX279" fmla="*/ 120015 w 237172"/>
                  <a:gd name="connsiteY279" fmla="*/ 156210 h 178117"/>
                  <a:gd name="connsiteX280" fmla="*/ 120968 w 237172"/>
                  <a:gd name="connsiteY280" fmla="*/ 155258 h 178117"/>
                  <a:gd name="connsiteX281" fmla="*/ 121920 w 237172"/>
                  <a:gd name="connsiteY281" fmla="*/ 155258 h 178117"/>
                  <a:gd name="connsiteX282" fmla="*/ 123825 w 237172"/>
                  <a:gd name="connsiteY282" fmla="*/ 156210 h 178117"/>
                  <a:gd name="connsiteX283" fmla="*/ 123825 w 237172"/>
                  <a:gd name="connsiteY283" fmla="*/ 156210 h 178117"/>
                  <a:gd name="connsiteX284" fmla="*/ 127635 w 237172"/>
                  <a:gd name="connsiteY284" fmla="*/ 160020 h 178117"/>
                  <a:gd name="connsiteX285" fmla="*/ 128588 w 237172"/>
                  <a:gd name="connsiteY285" fmla="*/ 161925 h 178117"/>
                  <a:gd name="connsiteX286" fmla="*/ 131445 w 237172"/>
                  <a:gd name="connsiteY286" fmla="*/ 164783 h 178117"/>
                  <a:gd name="connsiteX287" fmla="*/ 135255 w 237172"/>
                  <a:gd name="connsiteY287" fmla="*/ 168593 h 178117"/>
                  <a:gd name="connsiteX288" fmla="*/ 139065 w 237172"/>
                  <a:gd name="connsiteY288" fmla="*/ 170498 h 178117"/>
                  <a:gd name="connsiteX289" fmla="*/ 140018 w 237172"/>
                  <a:gd name="connsiteY289" fmla="*/ 170498 h 178117"/>
                  <a:gd name="connsiteX290" fmla="*/ 140970 w 237172"/>
                  <a:gd name="connsiteY290" fmla="*/ 171450 h 178117"/>
                  <a:gd name="connsiteX291" fmla="*/ 140970 w 237172"/>
                  <a:gd name="connsiteY291" fmla="*/ 171450 h 178117"/>
                  <a:gd name="connsiteX292" fmla="*/ 141923 w 237172"/>
                  <a:gd name="connsiteY292" fmla="*/ 172402 h 178117"/>
                  <a:gd name="connsiteX293" fmla="*/ 141923 w 237172"/>
                  <a:gd name="connsiteY293" fmla="*/ 173355 h 178117"/>
                  <a:gd name="connsiteX294" fmla="*/ 141923 w 237172"/>
                  <a:gd name="connsiteY294" fmla="*/ 174308 h 178117"/>
                  <a:gd name="connsiteX295" fmla="*/ 141923 w 237172"/>
                  <a:gd name="connsiteY295" fmla="*/ 174308 h 178117"/>
                  <a:gd name="connsiteX296" fmla="*/ 141923 w 237172"/>
                  <a:gd name="connsiteY296" fmla="*/ 175260 h 178117"/>
                  <a:gd name="connsiteX297" fmla="*/ 142875 w 237172"/>
                  <a:gd name="connsiteY297" fmla="*/ 175260 h 178117"/>
                  <a:gd name="connsiteX298" fmla="*/ 142875 w 237172"/>
                  <a:gd name="connsiteY298" fmla="*/ 175260 h 178117"/>
                  <a:gd name="connsiteX299" fmla="*/ 143828 w 237172"/>
                  <a:gd name="connsiteY299" fmla="*/ 175260 h 178117"/>
                  <a:gd name="connsiteX300" fmla="*/ 144780 w 237172"/>
                  <a:gd name="connsiteY300" fmla="*/ 175260 h 178117"/>
                  <a:gd name="connsiteX301" fmla="*/ 144780 w 237172"/>
                  <a:gd name="connsiteY301" fmla="*/ 175260 h 178117"/>
                  <a:gd name="connsiteX302" fmla="*/ 145733 w 237172"/>
                  <a:gd name="connsiteY302" fmla="*/ 175260 h 178117"/>
                  <a:gd name="connsiteX303" fmla="*/ 146685 w 237172"/>
                  <a:gd name="connsiteY303" fmla="*/ 176213 h 178117"/>
                  <a:gd name="connsiteX304" fmla="*/ 146685 w 237172"/>
                  <a:gd name="connsiteY304" fmla="*/ 177165 h 178117"/>
                  <a:gd name="connsiteX305" fmla="*/ 147638 w 237172"/>
                  <a:gd name="connsiteY305" fmla="*/ 177165 h 178117"/>
                  <a:gd name="connsiteX306" fmla="*/ 147638 w 237172"/>
                  <a:gd name="connsiteY306" fmla="*/ 178118 h 178117"/>
                  <a:gd name="connsiteX307" fmla="*/ 148590 w 237172"/>
                  <a:gd name="connsiteY307" fmla="*/ 177165 h 178117"/>
                  <a:gd name="connsiteX308" fmla="*/ 149543 w 237172"/>
                  <a:gd name="connsiteY308" fmla="*/ 176213 h 178117"/>
                  <a:gd name="connsiteX309" fmla="*/ 149543 w 237172"/>
                  <a:gd name="connsiteY309" fmla="*/ 175260 h 178117"/>
                  <a:gd name="connsiteX310" fmla="*/ 154305 w 237172"/>
                  <a:gd name="connsiteY310" fmla="*/ 172402 h 178117"/>
                  <a:gd name="connsiteX311" fmla="*/ 155258 w 237172"/>
                  <a:gd name="connsiteY311" fmla="*/ 172402 h 178117"/>
                  <a:gd name="connsiteX312" fmla="*/ 156210 w 237172"/>
                  <a:gd name="connsiteY312" fmla="*/ 172402 h 178117"/>
                  <a:gd name="connsiteX313" fmla="*/ 158115 w 237172"/>
                  <a:gd name="connsiteY313" fmla="*/ 173355 h 178117"/>
                  <a:gd name="connsiteX314" fmla="*/ 159068 w 237172"/>
                  <a:gd name="connsiteY314" fmla="*/ 174308 h 178117"/>
                  <a:gd name="connsiteX315" fmla="*/ 160020 w 237172"/>
                  <a:gd name="connsiteY315" fmla="*/ 174308 h 178117"/>
                  <a:gd name="connsiteX316" fmla="*/ 160973 w 237172"/>
                  <a:gd name="connsiteY316" fmla="*/ 174308 h 178117"/>
                  <a:gd name="connsiteX317" fmla="*/ 160973 w 237172"/>
                  <a:gd name="connsiteY317" fmla="*/ 174308 h 178117"/>
                  <a:gd name="connsiteX318" fmla="*/ 161925 w 237172"/>
                  <a:gd name="connsiteY318" fmla="*/ 174308 h 178117"/>
                  <a:gd name="connsiteX319" fmla="*/ 163830 w 237172"/>
                  <a:gd name="connsiteY319" fmla="*/ 174308 h 178117"/>
                  <a:gd name="connsiteX320" fmla="*/ 164783 w 237172"/>
                  <a:gd name="connsiteY320" fmla="*/ 173355 h 178117"/>
                  <a:gd name="connsiteX321" fmla="*/ 166688 w 237172"/>
                  <a:gd name="connsiteY321" fmla="*/ 172402 h 178117"/>
                  <a:gd name="connsiteX322" fmla="*/ 167640 w 237172"/>
                  <a:gd name="connsiteY322" fmla="*/ 172402 h 178117"/>
                  <a:gd name="connsiteX323" fmla="*/ 168593 w 237172"/>
                  <a:gd name="connsiteY323" fmla="*/ 173355 h 178117"/>
                  <a:gd name="connsiteX324" fmla="*/ 168593 w 237172"/>
                  <a:gd name="connsiteY324" fmla="*/ 174308 h 178117"/>
                  <a:gd name="connsiteX325" fmla="*/ 169545 w 237172"/>
                  <a:gd name="connsiteY325" fmla="*/ 174308 h 178117"/>
                  <a:gd name="connsiteX326" fmla="*/ 169545 w 237172"/>
                  <a:gd name="connsiteY326" fmla="*/ 175260 h 178117"/>
                  <a:gd name="connsiteX327" fmla="*/ 169545 w 237172"/>
                  <a:gd name="connsiteY327" fmla="*/ 176213 h 178117"/>
                  <a:gd name="connsiteX328" fmla="*/ 170498 w 237172"/>
                  <a:gd name="connsiteY328" fmla="*/ 176213 h 178117"/>
                  <a:gd name="connsiteX329" fmla="*/ 171450 w 237172"/>
                  <a:gd name="connsiteY329" fmla="*/ 177165 h 178117"/>
                  <a:gd name="connsiteX330" fmla="*/ 172403 w 237172"/>
                  <a:gd name="connsiteY330" fmla="*/ 177165 h 178117"/>
                  <a:gd name="connsiteX331" fmla="*/ 172403 w 237172"/>
                  <a:gd name="connsiteY331" fmla="*/ 177165 h 178117"/>
                  <a:gd name="connsiteX332" fmla="*/ 173355 w 237172"/>
                  <a:gd name="connsiteY332" fmla="*/ 177165 h 178117"/>
                  <a:gd name="connsiteX333" fmla="*/ 173355 w 237172"/>
                  <a:gd name="connsiteY333" fmla="*/ 178118 h 178117"/>
                  <a:gd name="connsiteX334" fmla="*/ 174308 w 237172"/>
                  <a:gd name="connsiteY334" fmla="*/ 178118 h 178117"/>
                  <a:gd name="connsiteX335" fmla="*/ 174308 w 237172"/>
                  <a:gd name="connsiteY335" fmla="*/ 177165 h 178117"/>
                  <a:gd name="connsiteX336" fmla="*/ 174308 w 237172"/>
                  <a:gd name="connsiteY336" fmla="*/ 177165 h 178117"/>
                  <a:gd name="connsiteX337" fmla="*/ 175260 w 237172"/>
                  <a:gd name="connsiteY337" fmla="*/ 176213 h 178117"/>
                  <a:gd name="connsiteX338" fmla="*/ 175260 w 237172"/>
                  <a:gd name="connsiteY338" fmla="*/ 176213 h 178117"/>
                  <a:gd name="connsiteX339" fmla="*/ 178118 w 237172"/>
                  <a:gd name="connsiteY339" fmla="*/ 174308 h 178117"/>
                  <a:gd name="connsiteX340" fmla="*/ 180023 w 237172"/>
                  <a:gd name="connsiteY340" fmla="*/ 173355 h 178117"/>
                  <a:gd name="connsiteX341" fmla="*/ 186690 w 237172"/>
                  <a:gd name="connsiteY341" fmla="*/ 172402 h 178117"/>
                  <a:gd name="connsiteX342" fmla="*/ 189548 w 237172"/>
                  <a:gd name="connsiteY342" fmla="*/ 171450 h 178117"/>
                  <a:gd name="connsiteX343" fmla="*/ 191453 w 237172"/>
                  <a:gd name="connsiteY343" fmla="*/ 170498 h 178117"/>
                  <a:gd name="connsiteX344" fmla="*/ 192405 w 237172"/>
                  <a:gd name="connsiteY344" fmla="*/ 171450 h 178117"/>
                  <a:gd name="connsiteX345" fmla="*/ 193358 w 237172"/>
                  <a:gd name="connsiteY345" fmla="*/ 172402 h 178117"/>
                  <a:gd name="connsiteX346" fmla="*/ 194310 w 237172"/>
                  <a:gd name="connsiteY346" fmla="*/ 172402 h 178117"/>
                  <a:gd name="connsiteX347" fmla="*/ 196215 w 237172"/>
                  <a:gd name="connsiteY347" fmla="*/ 173355 h 178117"/>
                  <a:gd name="connsiteX348" fmla="*/ 198120 w 237172"/>
                  <a:gd name="connsiteY348" fmla="*/ 173355 h 178117"/>
                  <a:gd name="connsiteX349" fmla="*/ 199073 w 237172"/>
                  <a:gd name="connsiteY349" fmla="*/ 173355 h 178117"/>
                  <a:gd name="connsiteX350" fmla="*/ 200025 w 237172"/>
                  <a:gd name="connsiteY350" fmla="*/ 173355 h 178117"/>
                  <a:gd name="connsiteX351" fmla="*/ 200978 w 237172"/>
                  <a:gd name="connsiteY351" fmla="*/ 173355 h 178117"/>
                  <a:gd name="connsiteX352" fmla="*/ 201930 w 237172"/>
                  <a:gd name="connsiteY352" fmla="*/ 172402 h 178117"/>
                  <a:gd name="connsiteX353" fmla="*/ 201930 w 237172"/>
                  <a:gd name="connsiteY353" fmla="*/ 172402 h 178117"/>
                  <a:gd name="connsiteX354" fmla="*/ 206693 w 237172"/>
                  <a:gd name="connsiteY354" fmla="*/ 168593 h 178117"/>
                  <a:gd name="connsiteX355" fmla="*/ 210503 w 237172"/>
                  <a:gd name="connsiteY355" fmla="*/ 163830 h 178117"/>
                  <a:gd name="connsiteX356" fmla="*/ 217170 w 237172"/>
                  <a:gd name="connsiteY356" fmla="*/ 158115 h 178117"/>
                  <a:gd name="connsiteX357" fmla="*/ 226695 w 237172"/>
                  <a:gd name="connsiteY357" fmla="*/ 148590 h 178117"/>
                  <a:gd name="connsiteX358" fmla="*/ 233363 w 237172"/>
                  <a:gd name="connsiteY358" fmla="*/ 141923 h 178117"/>
                  <a:gd name="connsiteX359" fmla="*/ 237173 w 237172"/>
                  <a:gd name="connsiteY359" fmla="*/ 138113 h 178117"/>
                  <a:gd name="connsiteX360" fmla="*/ 236220 w 237172"/>
                  <a:gd name="connsiteY360" fmla="*/ 138113 h 178117"/>
                  <a:gd name="connsiteX361" fmla="*/ 236220 w 237172"/>
                  <a:gd name="connsiteY361" fmla="*/ 138113 h 178117"/>
                  <a:gd name="connsiteX362" fmla="*/ 236220 w 237172"/>
                  <a:gd name="connsiteY362" fmla="*/ 138113 h 178117"/>
                  <a:gd name="connsiteX363" fmla="*/ 236220 w 237172"/>
                  <a:gd name="connsiteY363" fmla="*/ 138113 h 178117"/>
                  <a:gd name="connsiteX364" fmla="*/ 236220 w 237172"/>
                  <a:gd name="connsiteY364" fmla="*/ 138113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Lst>
                <a:rect l="l" t="t" r="r" b="b"/>
                <a:pathLst>
                  <a:path w="237172" h="178117">
                    <a:moveTo>
                      <a:pt x="236220" y="138113"/>
                    </a:moveTo>
                    <a:lnTo>
                      <a:pt x="235268" y="136208"/>
                    </a:lnTo>
                    <a:lnTo>
                      <a:pt x="234315" y="135255"/>
                    </a:lnTo>
                    <a:lnTo>
                      <a:pt x="233363" y="134302"/>
                    </a:lnTo>
                    <a:lnTo>
                      <a:pt x="232410" y="132398"/>
                    </a:lnTo>
                    <a:lnTo>
                      <a:pt x="231458" y="130493"/>
                    </a:lnTo>
                    <a:lnTo>
                      <a:pt x="230505" y="128588"/>
                    </a:lnTo>
                    <a:lnTo>
                      <a:pt x="230505" y="127635"/>
                    </a:lnTo>
                    <a:lnTo>
                      <a:pt x="230505" y="127635"/>
                    </a:lnTo>
                    <a:lnTo>
                      <a:pt x="230505" y="126683"/>
                    </a:lnTo>
                    <a:lnTo>
                      <a:pt x="230505" y="125730"/>
                    </a:lnTo>
                    <a:lnTo>
                      <a:pt x="229553" y="124777"/>
                    </a:lnTo>
                    <a:lnTo>
                      <a:pt x="228600" y="122873"/>
                    </a:lnTo>
                    <a:lnTo>
                      <a:pt x="226695" y="116205"/>
                    </a:lnTo>
                    <a:lnTo>
                      <a:pt x="225743" y="114300"/>
                    </a:lnTo>
                    <a:lnTo>
                      <a:pt x="223838" y="113348"/>
                    </a:lnTo>
                    <a:lnTo>
                      <a:pt x="223838" y="112395"/>
                    </a:lnTo>
                    <a:lnTo>
                      <a:pt x="222885" y="112395"/>
                    </a:lnTo>
                    <a:lnTo>
                      <a:pt x="222885" y="111443"/>
                    </a:lnTo>
                    <a:lnTo>
                      <a:pt x="221933" y="111443"/>
                    </a:lnTo>
                    <a:lnTo>
                      <a:pt x="221933" y="110490"/>
                    </a:lnTo>
                    <a:lnTo>
                      <a:pt x="220980" y="109538"/>
                    </a:lnTo>
                    <a:lnTo>
                      <a:pt x="220028" y="108585"/>
                    </a:lnTo>
                    <a:lnTo>
                      <a:pt x="219075" y="108585"/>
                    </a:lnTo>
                    <a:lnTo>
                      <a:pt x="218123" y="107633"/>
                    </a:lnTo>
                    <a:lnTo>
                      <a:pt x="217170" y="107633"/>
                    </a:lnTo>
                    <a:lnTo>
                      <a:pt x="216218" y="106680"/>
                    </a:lnTo>
                    <a:lnTo>
                      <a:pt x="215265" y="105727"/>
                    </a:lnTo>
                    <a:lnTo>
                      <a:pt x="212408" y="102870"/>
                    </a:lnTo>
                    <a:lnTo>
                      <a:pt x="212408" y="101918"/>
                    </a:lnTo>
                    <a:lnTo>
                      <a:pt x="212408" y="101918"/>
                    </a:lnTo>
                    <a:lnTo>
                      <a:pt x="211455" y="100965"/>
                    </a:lnTo>
                    <a:lnTo>
                      <a:pt x="211455" y="100013"/>
                    </a:lnTo>
                    <a:lnTo>
                      <a:pt x="211455" y="99060"/>
                    </a:lnTo>
                    <a:lnTo>
                      <a:pt x="210503" y="98108"/>
                    </a:lnTo>
                    <a:lnTo>
                      <a:pt x="210503" y="98108"/>
                    </a:lnTo>
                    <a:lnTo>
                      <a:pt x="209550" y="97155"/>
                    </a:lnTo>
                    <a:lnTo>
                      <a:pt x="206693" y="95250"/>
                    </a:lnTo>
                    <a:lnTo>
                      <a:pt x="206693" y="95250"/>
                    </a:lnTo>
                    <a:lnTo>
                      <a:pt x="205740" y="94298"/>
                    </a:lnTo>
                    <a:lnTo>
                      <a:pt x="204788" y="94298"/>
                    </a:lnTo>
                    <a:lnTo>
                      <a:pt x="203835" y="93345"/>
                    </a:lnTo>
                    <a:lnTo>
                      <a:pt x="197168" y="92393"/>
                    </a:lnTo>
                    <a:lnTo>
                      <a:pt x="197168" y="92393"/>
                    </a:lnTo>
                    <a:lnTo>
                      <a:pt x="196215" y="92393"/>
                    </a:lnTo>
                    <a:lnTo>
                      <a:pt x="195263" y="91440"/>
                    </a:lnTo>
                    <a:lnTo>
                      <a:pt x="194310" y="91440"/>
                    </a:lnTo>
                    <a:lnTo>
                      <a:pt x="193358" y="91440"/>
                    </a:lnTo>
                    <a:lnTo>
                      <a:pt x="193358" y="90488"/>
                    </a:lnTo>
                    <a:lnTo>
                      <a:pt x="192405" y="90488"/>
                    </a:lnTo>
                    <a:lnTo>
                      <a:pt x="191453" y="89535"/>
                    </a:lnTo>
                    <a:lnTo>
                      <a:pt x="191453" y="89535"/>
                    </a:lnTo>
                    <a:lnTo>
                      <a:pt x="191453" y="89535"/>
                    </a:lnTo>
                    <a:lnTo>
                      <a:pt x="191453" y="88583"/>
                    </a:lnTo>
                    <a:lnTo>
                      <a:pt x="191453" y="88583"/>
                    </a:lnTo>
                    <a:lnTo>
                      <a:pt x="193358" y="85725"/>
                    </a:lnTo>
                    <a:lnTo>
                      <a:pt x="195263" y="80963"/>
                    </a:lnTo>
                    <a:lnTo>
                      <a:pt x="196215" y="79058"/>
                    </a:lnTo>
                    <a:lnTo>
                      <a:pt x="197168" y="79058"/>
                    </a:lnTo>
                    <a:lnTo>
                      <a:pt x="197168" y="78105"/>
                    </a:lnTo>
                    <a:lnTo>
                      <a:pt x="198120" y="78105"/>
                    </a:lnTo>
                    <a:lnTo>
                      <a:pt x="200025" y="78105"/>
                    </a:lnTo>
                    <a:lnTo>
                      <a:pt x="200025" y="78105"/>
                    </a:lnTo>
                    <a:lnTo>
                      <a:pt x="206693" y="78105"/>
                    </a:lnTo>
                    <a:lnTo>
                      <a:pt x="208598" y="78105"/>
                    </a:lnTo>
                    <a:lnTo>
                      <a:pt x="209550" y="78105"/>
                    </a:lnTo>
                    <a:lnTo>
                      <a:pt x="210503" y="78105"/>
                    </a:lnTo>
                    <a:lnTo>
                      <a:pt x="210503" y="78105"/>
                    </a:lnTo>
                    <a:lnTo>
                      <a:pt x="211455" y="78105"/>
                    </a:lnTo>
                    <a:lnTo>
                      <a:pt x="212408" y="77152"/>
                    </a:lnTo>
                    <a:lnTo>
                      <a:pt x="213360" y="76200"/>
                    </a:lnTo>
                    <a:lnTo>
                      <a:pt x="213360" y="75248"/>
                    </a:lnTo>
                    <a:lnTo>
                      <a:pt x="213360" y="74295"/>
                    </a:lnTo>
                    <a:lnTo>
                      <a:pt x="213360" y="73343"/>
                    </a:lnTo>
                    <a:lnTo>
                      <a:pt x="213360" y="72390"/>
                    </a:lnTo>
                    <a:lnTo>
                      <a:pt x="213360" y="68580"/>
                    </a:lnTo>
                    <a:lnTo>
                      <a:pt x="213360" y="64770"/>
                    </a:lnTo>
                    <a:lnTo>
                      <a:pt x="213360" y="60008"/>
                    </a:lnTo>
                    <a:lnTo>
                      <a:pt x="213360" y="58102"/>
                    </a:lnTo>
                    <a:lnTo>
                      <a:pt x="213360" y="56198"/>
                    </a:lnTo>
                    <a:lnTo>
                      <a:pt x="213360" y="56198"/>
                    </a:lnTo>
                    <a:lnTo>
                      <a:pt x="209550" y="56198"/>
                    </a:lnTo>
                    <a:lnTo>
                      <a:pt x="209550" y="53340"/>
                    </a:lnTo>
                    <a:lnTo>
                      <a:pt x="211455" y="47625"/>
                    </a:lnTo>
                    <a:lnTo>
                      <a:pt x="210503" y="42863"/>
                    </a:lnTo>
                    <a:lnTo>
                      <a:pt x="207645" y="39052"/>
                    </a:lnTo>
                    <a:lnTo>
                      <a:pt x="203835" y="35243"/>
                    </a:lnTo>
                    <a:lnTo>
                      <a:pt x="199073" y="32385"/>
                    </a:lnTo>
                    <a:lnTo>
                      <a:pt x="198120" y="31433"/>
                    </a:lnTo>
                    <a:lnTo>
                      <a:pt x="195263" y="30480"/>
                    </a:lnTo>
                    <a:lnTo>
                      <a:pt x="194310" y="30480"/>
                    </a:lnTo>
                    <a:lnTo>
                      <a:pt x="194310" y="29527"/>
                    </a:lnTo>
                    <a:lnTo>
                      <a:pt x="195263" y="28575"/>
                    </a:lnTo>
                    <a:lnTo>
                      <a:pt x="195263" y="28575"/>
                    </a:lnTo>
                    <a:lnTo>
                      <a:pt x="194310" y="25718"/>
                    </a:lnTo>
                    <a:lnTo>
                      <a:pt x="193358" y="16193"/>
                    </a:lnTo>
                    <a:lnTo>
                      <a:pt x="194310" y="12383"/>
                    </a:lnTo>
                    <a:lnTo>
                      <a:pt x="196215" y="0"/>
                    </a:lnTo>
                    <a:lnTo>
                      <a:pt x="186690" y="0"/>
                    </a:lnTo>
                    <a:lnTo>
                      <a:pt x="186690" y="1905"/>
                    </a:lnTo>
                    <a:lnTo>
                      <a:pt x="186690" y="3810"/>
                    </a:lnTo>
                    <a:lnTo>
                      <a:pt x="173355" y="3810"/>
                    </a:lnTo>
                    <a:lnTo>
                      <a:pt x="176213" y="7620"/>
                    </a:lnTo>
                    <a:lnTo>
                      <a:pt x="177165" y="10477"/>
                    </a:lnTo>
                    <a:lnTo>
                      <a:pt x="179070" y="21908"/>
                    </a:lnTo>
                    <a:lnTo>
                      <a:pt x="179070" y="23813"/>
                    </a:lnTo>
                    <a:lnTo>
                      <a:pt x="177165" y="25718"/>
                    </a:lnTo>
                    <a:lnTo>
                      <a:pt x="173355" y="28575"/>
                    </a:lnTo>
                    <a:lnTo>
                      <a:pt x="168593" y="35243"/>
                    </a:lnTo>
                    <a:lnTo>
                      <a:pt x="163830" y="41910"/>
                    </a:lnTo>
                    <a:lnTo>
                      <a:pt x="158115" y="47625"/>
                    </a:lnTo>
                    <a:lnTo>
                      <a:pt x="151448" y="50483"/>
                    </a:lnTo>
                    <a:lnTo>
                      <a:pt x="147638" y="50483"/>
                    </a:lnTo>
                    <a:lnTo>
                      <a:pt x="145733" y="49530"/>
                    </a:lnTo>
                    <a:lnTo>
                      <a:pt x="137160" y="42863"/>
                    </a:lnTo>
                    <a:lnTo>
                      <a:pt x="132398" y="40958"/>
                    </a:lnTo>
                    <a:lnTo>
                      <a:pt x="128588" y="40958"/>
                    </a:lnTo>
                    <a:lnTo>
                      <a:pt x="124778" y="43815"/>
                    </a:lnTo>
                    <a:lnTo>
                      <a:pt x="123825" y="44768"/>
                    </a:lnTo>
                    <a:lnTo>
                      <a:pt x="122873" y="47625"/>
                    </a:lnTo>
                    <a:lnTo>
                      <a:pt x="121920" y="49530"/>
                    </a:lnTo>
                    <a:lnTo>
                      <a:pt x="120015" y="50483"/>
                    </a:lnTo>
                    <a:lnTo>
                      <a:pt x="118110" y="50483"/>
                    </a:lnTo>
                    <a:lnTo>
                      <a:pt x="116205" y="51435"/>
                    </a:lnTo>
                    <a:lnTo>
                      <a:pt x="114300" y="51435"/>
                    </a:lnTo>
                    <a:lnTo>
                      <a:pt x="112395" y="53340"/>
                    </a:lnTo>
                    <a:lnTo>
                      <a:pt x="109538" y="54293"/>
                    </a:lnTo>
                    <a:lnTo>
                      <a:pt x="107633" y="56198"/>
                    </a:lnTo>
                    <a:lnTo>
                      <a:pt x="107633" y="59055"/>
                    </a:lnTo>
                    <a:lnTo>
                      <a:pt x="95250" y="59055"/>
                    </a:lnTo>
                    <a:lnTo>
                      <a:pt x="92393" y="58102"/>
                    </a:lnTo>
                    <a:lnTo>
                      <a:pt x="91440" y="57150"/>
                    </a:lnTo>
                    <a:lnTo>
                      <a:pt x="91440" y="56198"/>
                    </a:lnTo>
                    <a:lnTo>
                      <a:pt x="89535" y="54293"/>
                    </a:lnTo>
                    <a:lnTo>
                      <a:pt x="85725" y="53340"/>
                    </a:lnTo>
                    <a:lnTo>
                      <a:pt x="80963" y="53340"/>
                    </a:lnTo>
                    <a:lnTo>
                      <a:pt x="76200" y="53340"/>
                    </a:lnTo>
                    <a:lnTo>
                      <a:pt x="72390" y="53340"/>
                    </a:lnTo>
                    <a:lnTo>
                      <a:pt x="63818" y="55245"/>
                    </a:lnTo>
                    <a:lnTo>
                      <a:pt x="61913" y="54293"/>
                    </a:lnTo>
                    <a:lnTo>
                      <a:pt x="56198" y="48577"/>
                    </a:lnTo>
                    <a:lnTo>
                      <a:pt x="50483" y="43815"/>
                    </a:lnTo>
                    <a:lnTo>
                      <a:pt x="48578" y="40958"/>
                    </a:lnTo>
                    <a:lnTo>
                      <a:pt x="47625" y="39052"/>
                    </a:lnTo>
                    <a:lnTo>
                      <a:pt x="47625" y="38100"/>
                    </a:lnTo>
                    <a:lnTo>
                      <a:pt x="46673" y="37148"/>
                    </a:lnTo>
                    <a:lnTo>
                      <a:pt x="43815" y="37148"/>
                    </a:lnTo>
                    <a:lnTo>
                      <a:pt x="41910" y="37148"/>
                    </a:lnTo>
                    <a:lnTo>
                      <a:pt x="36195" y="39052"/>
                    </a:lnTo>
                    <a:lnTo>
                      <a:pt x="34290" y="39052"/>
                    </a:lnTo>
                    <a:lnTo>
                      <a:pt x="32385" y="39052"/>
                    </a:lnTo>
                    <a:lnTo>
                      <a:pt x="31433" y="40005"/>
                    </a:lnTo>
                    <a:lnTo>
                      <a:pt x="30480" y="41910"/>
                    </a:lnTo>
                    <a:lnTo>
                      <a:pt x="29528" y="43815"/>
                    </a:lnTo>
                    <a:lnTo>
                      <a:pt x="29528" y="46673"/>
                    </a:lnTo>
                    <a:lnTo>
                      <a:pt x="27623" y="48577"/>
                    </a:lnTo>
                    <a:lnTo>
                      <a:pt x="25718" y="49530"/>
                    </a:lnTo>
                    <a:lnTo>
                      <a:pt x="23813" y="50483"/>
                    </a:lnTo>
                    <a:lnTo>
                      <a:pt x="19050" y="50483"/>
                    </a:lnTo>
                    <a:lnTo>
                      <a:pt x="15240" y="51435"/>
                    </a:lnTo>
                    <a:lnTo>
                      <a:pt x="7620" y="53340"/>
                    </a:lnTo>
                    <a:lnTo>
                      <a:pt x="2858" y="53340"/>
                    </a:lnTo>
                    <a:lnTo>
                      <a:pt x="2858" y="54293"/>
                    </a:lnTo>
                    <a:lnTo>
                      <a:pt x="2858" y="60008"/>
                    </a:lnTo>
                    <a:lnTo>
                      <a:pt x="1905" y="61913"/>
                    </a:lnTo>
                    <a:lnTo>
                      <a:pt x="0" y="64770"/>
                    </a:lnTo>
                    <a:lnTo>
                      <a:pt x="0" y="65723"/>
                    </a:lnTo>
                    <a:lnTo>
                      <a:pt x="0" y="66675"/>
                    </a:lnTo>
                    <a:lnTo>
                      <a:pt x="953" y="67627"/>
                    </a:lnTo>
                    <a:lnTo>
                      <a:pt x="953" y="68580"/>
                    </a:lnTo>
                    <a:lnTo>
                      <a:pt x="953" y="69533"/>
                    </a:lnTo>
                    <a:lnTo>
                      <a:pt x="953" y="70485"/>
                    </a:lnTo>
                    <a:lnTo>
                      <a:pt x="953" y="70485"/>
                    </a:lnTo>
                    <a:lnTo>
                      <a:pt x="1905" y="71438"/>
                    </a:lnTo>
                    <a:lnTo>
                      <a:pt x="1905" y="71438"/>
                    </a:lnTo>
                    <a:lnTo>
                      <a:pt x="3810" y="72390"/>
                    </a:lnTo>
                    <a:lnTo>
                      <a:pt x="10478" y="73343"/>
                    </a:lnTo>
                    <a:lnTo>
                      <a:pt x="11430" y="73343"/>
                    </a:lnTo>
                    <a:lnTo>
                      <a:pt x="12383" y="73343"/>
                    </a:lnTo>
                    <a:lnTo>
                      <a:pt x="13335" y="73343"/>
                    </a:lnTo>
                    <a:lnTo>
                      <a:pt x="14288" y="74295"/>
                    </a:lnTo>
                    <a:lnTo>
                      <a:pt x="14288" y="74295"/>
                    </a:lnTo>
                    <a:lnTo>
                      <a:pt x="14288" y="74295"/>
                    </a:lnTo>
                    <a:lnTo>
                      <a:pt x="15240" y="75248"/>
                    </a:lnTo>
                    <a:lnTo>
                      <a:pt x="14288" y="78105"/>
                    </a:lnTo>
                    <a:lnTo>
                      <a:pt x="14288" y="80010"/>
                    </a:lnTo>
                    <a:lnTo>
                      <a:pt x="15240" y="80963"/>
                    </a:lnTo>
                    <a:lnTo>
                      <a:pt x="16193" y="80963"/>
                    </a:lnTo>
                    <a:lnTo>
                      <a:pt x="17145" y="81915"/>
                    </a:lnTo>
                    <a:lnTo>
                      <a:pt x="18098" y="81915"/>
                    </a:lnTo>
                    <a:lnTo>
                      <a:pt x="24765" y="82868"/>
                    </a:lnTo>
                    <a:lnTo>
                      <a:pt x="26670" y="83820"/>
                    </a:lnTo>
                    <a:lnTo>
                      <a:pt x="27623" y="84773"/>
                    </a:lnTo>
                    <a:lnTo>
                      <a:pt x="29528" y="86677"/>
                    </a:lnTo>
                    <a:lnTo>
                      <a:pt x="31433" y="88583"/>
                    </a:lnTo>
                    <a:lnTo>
                      <a:pt x="34290" y="91440"/>
                    </a:lnTo>
                    <a:lnTo>
                      <a:pt x="35243" y="93345"/>
                    </a:lnTo>
                    <a:lnTo>
                      <a:pt x="35243" y="94298"/>
                    </a:lnTo>
                    <a:lnTo>
                      <a:pt x="34290" y="96202"/>
                    </a:lnTo>
                    <a:lnTo>
                      <a:pt x="34290" y="97155"/>
                    </a:lnTo>
                    <a:lnTo>
                      <a:pt x="34290" y="97155"/>
                    </a:lnTo>
                    <a:lnTo>
                      <a:pt x="35243" y="98108"/>
                    </a:lnTo>
                    <a:lnTo>
                      <a:pt x="35243" y="98108"/>
                    </a:lnTo>
                    <a:lnTo>
                      <a:pt x="37148" y="100013"/>
                    </a:lnTo>
                    <a:lnTo>
                      <a:pt x="39053" y="100965"/>
                    </a:lnTo>
                    <a:lnTo>
                      <a:pt x="40958" y="102870"/>
                    </a:lnTo>
                    <a:lnTo>
                      <a:pt x="44768" y="104775"/>
                    </a:lnTo>
                    <a:lnTo>
                      <a:pt x="47625" y="105727"/>
                    </a:lnTo>
                    <a:lnTo>
                      <a:pt x="49530" y="107633"/>
                    </a:lnTo>
                    <a:lnTo>
                      <a:pt x="51435" y="108585"/>
                    </a:lnTo>
                    <a:lnTo>
                      <a:pt x="51435" y="109538"/>
                    </a:lnTo>
                    <a:lnTo>
                      <a:pt x="52388" y="109538"/>
                    </a:lnTo>
                    <a:lnTo>
                      <a:pt x="52388" y="110490"/>
                    </a:lnTo>
                    <a:lnTo>
                      <a:pt x="53340" y="111443"/>
                    </a:lnTo>
                    <a:lnTo>
                      <a:pt x="54293" y="112395"/>
                    </a:lnTo>
                    <a:lnTo>
                      <a:pt x="58103" y="115252"/>
                    </a:lnTo>
                    <a:lnTo>
                      <a:pt x="57150" y="119063"/>
                    </a:lnTo>
                    <a:lnTo>
                      <a:pt x="57150" y="120015"/>
                    </a:lnTo>
                    <a:lnTo>
                      <a:pt x="57150" y="120968"/>
                    </a:lnTo>
                    <a:lnTo>
                      <a:pt x="58103" y="121920"/>
                    </a:lnTo>
                    <a:lnTo>
                      <a:pt x="59055" y="121920"/>
                    </a:lnTo>
                    <a:lnTo>
                      <a:pt x="59055" y="123825"/>
                    </a:lnTo>
                    <a:lnTo>
                      <a:pt x="60008" y="124777"/>
                    </a:lnTo>
                    <a:lnTo>
                      <a:pt x="60008" y="125730"/>
                    </a:lnTo>
                    <a:lnTo>
                      <a:pt x="60960" y="126683"/>
                    </a:lnTo>
                    <a:lnTo>
                      <a:pt x="61913" y="126683"/>
                    </a:lnTo>
                    <a:lnTo>
                      <a:pt x="61913" y="127635"/>
                    </a:lnTo>
                    <a:lnTo>
                      <a:pt x="62865" y="127635"/>
                    </a:lnTo>
                    <a:lnTo>
                      <a:pt x="63818" y="127635"/>
                    </a:lnTo>
                    <a:lnTo>
                      <a:pt x="64770" y="127635"/>
                    </a:lnTo>
                    <a:lnTo>
                      <a:pt x="64770" y="127635"/>
                    </a:lnTo>
                    <a:lnTo>
                      <a:pt x="65723" y="128588"/>
                    </a:lnTo>
                    <a:lnTo>
                      <a:pt x="65723" y="128588"/>
                    </a:lnTo>
                    <a:lnTo>
                      <a:pt x="69533" y="130493"/>
                    </a:lnTo>
                    <a:lnTo>
                      <a:pt x="72390" y="132398"/>
                    </a:lnTo>
                    <a:lnTo>
                      <a:pt x="73343" y="132398"/>
                    </a:lnTo>
                    <a:lnTo>
                      <a:pt x="73343" y="133350"/>
                    </a:lnTo>
                    <a:lnTo>
                      <a:pt x="74295" y="133350"/>
                    </a:lnTo>
                    <a:lnTo>
                      <a:pt x="74295" y="134302"/>
                    </a:lnTo>
                    <a:lnTo>
                      <a:pt x="75248" y="135255"/>
                    </a:lnTo>
                    <a:lnTo>
                      <a:pt x="75248" y="136208"/>
                    </a:lnTo>
                    <a:lnTo>
                      <a:pt x="75248" y="137160"/>
                    </a:lnTo>
                    <a:lnTo>
                      <a:pt x="75248" y="138113"/>
                    </a:lnTo>
                    <a:lnTo>
                      <a:pt x="75248" y="139065"/>
                    </a:lnTo>
                    <a:lnTo>
                      <a:pt x="75248" y="140018"/>
                    </a:lnTo>
                    <a:lnTo>
                      <a:pt x="75248" y="140970"/>
                    </a:lnTo>
                    <a:lnTo>
                      <a:pt x="76200" y="141923"/>
                    </a:lnTo>
                    <a:lnTo>
                      <a:pt x="76200" y="142875"/>
                    </a:lnTo>
                    <a:lnTo>
                      <a:pt x="77153" y="143827"/>
                    </a:lnTo>
                    <a:lnTo>
                      <a:pt x="78105" y="144780"/>
                    </a:lnTo>
                    <a:lnTo>
                      <a:pt x="79058" y="145733"/>
                    </a:lnTo>
                    <a:lnTo>
                      <a:pt x="79058" y="147638"/>
                    </a:lnTo>
                    <a:lnTo>
                      <a:pt x="80010" y="148590"/>
                    </a:lnTo>
                    <a:lnTo>
                      <a:pt x="81915" y="149543"/>
                    </a:lnTo>
                    <a:lnTo>
                      <a:pt x="83820" y="151448"/>
                    </a:lnTo>
                    <a:lnTo>
                      <a:pt x="84773" y="152400"/>
                    </a:lnTo>
                    <a:lnTo>
                      <a:pt x="85725" y="153352"/>
                    </a:lnTo>
                    <a:lnTo>
                      <a:pt x="86678" y="155258"/>
                    </a:lnTo>
                    <a:lnTo>
                      <a:pt x="86678" y="155258"/>
                    </a:lnTo>
                    <a:lnTo>
                      <a:pt x="87630" y="156210"/>
                    </a:lnTo>
                    <a:lnTo>
                      <a:pt x="89535" y="157163"/>
                    </a:lnTo>
                    <a:lnTo>
                      <a:pt x="91440" y="158115"/>
                    </a:lnTo>
                    <a:lnTo>
                      <a:pt x="92393" y="159068"/>
                    </a:lnTo>
                    <a:lnTo>
                      <a:pt x="93345" y="160020"/>
                    </a:lnTo>
                    <a:lnTo>
                      <a:pt x="94298" y="160973"/>
                    </a:lnTo>
                    <a:lnTo>
                      <a:pt x="94298" y="160973"/>
                    </a:lnTo>
                    <a:lnTo>
                      <a:pt x="95250" y="160973"/>
                    </a:lnTo>
                    <a:lnTo>
                      <a:pt x="96203" y="160973"/>
                    </a:lnTo>
                    <a:lnTo>
                      <a:pt x="99060" y="161925"/>
                    </a:lnTo>
                    <a:lnTo>
                      <a:pt x="105728" y="158115"/>
                    </a:lnTo>
                    <a:lnTo>
                      <a:pt x="107633" y="158115"/>
                    </a:lnTo>
                    <a:lnTo>
                      <a:pt x="109538" y="158115"/>
                    </a:lnTo>
                    <a:lnTo>
                      <a:pt x="112395" y="159068"/>
                    </a:lnTo>
                    <a:lnTo>
                      <a:pt x="114300" y="160020"/>
                    </a:lnTo>
                    <a:lnTo>
                      <a:pt x="115253" y="160020"/>
                    </a:lnTo>
                    <a:lnTo>
                      <a:pt x="116205" y="160020"/>
                    </a:lnTo>
                    <a:lnTo>
                      <a:pt x="117158" y="159068"/>
                    </a:lnTo>
                    <a:lnTo>
                      <a:pt x="119063" y="158115"/>
                    </a:lnTo>
                    <a:lnTo>
                      <a:pt x="119063" y="157163"/>
                    </a:lnTo>
                    <a:lnTo>
                      <a:pt x="120015" y="156210"/>
                    </a:lnTo>
                    <a:lnTo>
                      <a:pt x="120968" y="155258"/>
                    </a:lnTo>
                    <a:lnTo>
                      <a:pt x="121920" y="155258"/>
                    </a:lnTo>
                    <a:lnTo>
                      <a:pt x="123825" y="156210"/>
                    </a:lnTo>
                    <a:lnTo>
                      <a:pt x="123825" y="156210"/>
                    </a:lnTo>
                    <a:lnTo>
                      <a:pt x="127635" y="160020"/>
                    </a:lnTo>
                    <a:lnTo>
                      <a:pt x="128588" y="161925"/>
                    </a:lnTo>
                    <a:lnTo>
                      <a:pt x="131445" y="164783"/>
                    </a:lnTo>
                    <a:lnTo>
                      <a:pt x="135255" y="168593"/>
                    </a:lnTo>
                    <a:lnTo>
                      <a:pt x="139065" y="170498"/>
                    </a:lnTo>
                    <a:lnTo>
                      <a:pt x="140018" y="170498"/>
                    </a:lnTo>
                    <a:lnTo>
                      <a:pt x="140970" y="171450"/>
                    </a:lnTo>
                    <a:lnTo>
                      <a:pt x="140970" y="171450"/>
                    </a:lnTo>
                    <a:lnTo>
                      <a:pt x="141923" y="172402"/>
                    </a:lnTo>
                    <a:lnTo>
                      <a:pt x="141923" y="173355"/>
                    </a:lnTo>
                    <a:lnTo>
                      <a:pt x="141923" y="174308"/>
                    </a:lnTo>
                    <a:lnTo>
                      <a:pt x="141923" y="174308"/>
                    </a:lnTo>
                    <a:lnTo>
                      <a:pt x="141923" y="175260"/>
                    </a:lnTo>
                    <a:lnTo>
                      <a:pt x="142875" y="175260"/>
                    </a:lnTo>
                    <a:lnTo>
                      <a:pt x="142875" y="175260"/>
                    </a:lnTo>
                    <a:lnTo>
                      <a:pt x="143828" y="175260"/>
                    </a:lnTo>
                    <a:lnTo>
                      <a:pt x="144780" y="175260"/>
                    </a:lnTo>
                    <a:lnTo>
                      <a:pt x="144780" y="175260"/>
                    </a:lnTo>
                    <a:lnTo>
                      <a:pt x="145733" y="175260"/>
                    </a:lnTo>
                    <a:lnTo>
                      <a:pt x="146685" y="176213"/>
                    </a:lnTo>
                    <a:lnTo>
                      <a:pt x="146685" y="177165"/>
                    </a:lnTo>
                    <a:lnTo>
                      <a:pt x="147638" y="177165"/>
                    </a:lnTo>
                    <a:lnTo>
                      <a:pt x="147638" y="178118"/>
                    </a:lnTo>
                    <a:lnTo>
                      <a:pt x="148590" y="177165"/>
                    </a:lnTo>
                    <a:lnTo>
                      <a:pt x="149543" y="176213"/>
                    </a:lnTo>
                    <a:lnTo>
                      <a:pt x="149543" y="175260"/>
                    </a:lnTo>
                    <a:lnTo>
                      <a:pt x="154305" y="172402"/>
                    </a:lnTo>
                    <a:lnTo>
                      <a:pt x="155258" y="172402"/>
                    </a:lnTo>
                    <a:lnTo>
                      <a:pt x="156210" y="172402"/>
                    </a:lnTo>
                    <a:lnTo>
                      <a:pt x="158115" y="173355"/>
                    </a:lnTo>
                    <a:lnTo>
                      <a:pt x="159068" y="174308"/>
                    </a:lnTo>
                    <a:lnTo>
                      <a:pt x="160020" y="174308"/>
                    </a:lnTo>
                    <a:lnTo>
                      <a:pt x="160973" y="174308"/>
                    </a:lnTo>
                    <a:lnTo>
                      <a:pt x="160973" y="174308"/>
                    </a:lnTo>
                    <a:lnTo>
                      <a:pt x="161925" y="174308"/>
                    </a:lnTo>
                    <a:lnTo>
                      <a:pt x="163830" y="174308"/>
                    </a:lnTo>
                    <a:lnTo>
                      <a:pt x="164783" y="173355"/>
                    </a:lnTo>
                    <a:lnTo>
                      <a:pt x="166688" y="172402"/>
                    </a:lnTo>
                    <a:lnTo>
                      <a:pt x="167640" y="172402"/>
                    </a:lnTo>
                    <a:lnTo>
                      <a:pt x="168593" y="173355"/>
                    </a:lnTo>
                    <a:lnTo>
                      <a:pt x="168593" y="174308"/>
                    </a:lnTo>
                    <a:lnTo>
                      <a:pt x="169545" y="174308"/>
                    </a:lnTo>
                    <a:lnTo>
                      <a:pt x="169545" y="175260"/>
                    </a:lnTo>
                    <a:lnTo>
                      <a:pt x="169545" y="176213"/>
                    </a:lnTo>
                    <a:lnTo>
                      <a:pt x="170498" y="176213"/>
                    </a:lnTo>
                    <a:lnTo>
                      <a:pt x="171450" y="177165"/>
                    </a:lnTo>
                    <a:lnTo>
                      <a:pt x="172403" y="177165"/>
                    </a:lnTo>
                    <a:lnTo>
                      <a:pt x="172403" y="177165"/>
                    </a:lnTo>
                    <a:lnTo>
                      <a:pt x="173355" y="177165"/>
                    </a:lnTo>
                    <a:lnTo>
                      <a:pt x="173355" y="178118"/>
                    </a:lnTo>
                    <a:lnTo>
                      <a:pt x="174308" y="178118"/>
                    </a:lnTo>
                    <a:lnTo>
                      <a:pt x="174308" y="177165"/>
                    </a:lnTo>
                    <a:lnTo>
                      <a:pt x="174308" y="177165"/>
                    </a:lnTo>
                    <a:lnTo>
                      <a:pt x="175260" y="176213"/>
                    </a:lnTo>
                    <a:lnTo>
                      <a:pt x="175260" y="176213"/>
                    </a:lnTo>
                    <a:lnTo>
                      <a:pt x="178118" y="174308"/>
                    </a:lnTo>
                    <a:lnTo>
                      <a:pt x="180023" y="173355"/>
                    </a:lnTo>
                    <a:lnTo>
                      <a:pt x="186690" y="172402"/>
                    </a:lnTo>
                    <a:lnTo>
                      <a:pt x="189548" y="171450"/>
                    </a:lnTo>
                    <a:lnTo>
                      <a:pt x="191453" y="170498"/>
                    </a:lnTo>
                    <a:lnTo>
                      <a:pt x="192405" y="171450"/>
                    </a:lnTo>
                    <a:lnTo>
                      <a:pt x="193358" y="172402"/>
                    </a:lnTo>
                    <a:lnTo>
                      <a:pt x="194310" y="172402"/>
                    </a:lnTo>
                    <a:lnTo>
                      <a:pt x="196215" y="173355"/>
                    </a:lnTo>
                    <a:lnTo>
                      <a:pt x="198120" y="173355"/>
                    </a:lnTo>
                    <a:lnTo>
                      <a:pt x="199073" y="173355"/>
                    </a:lnTo>
                    <a:lnTo>
                      <a:pt x="200025" y="173355"/>
                    </a:lnTo>
                    <a:lnTo>
                      <a:pt x="200978" y="173355"/>
                    </a:lnTo>
                    <a:lnTo>
                      <a:pt x="201930" y="172402"/>
                    </a:lnTo>
                    <a:lnTo>
                      <a:pt x="201930" y="172402"/>
                    </a:lnTo>
                    <a:lnTo>
                      <a:pt x="206693" y="168593"/>
                    </a:lnTo>
                    <a:lnTo>
                      <a:pt x="210503" y="163830"/>
                    </a:lnTo>
                    <a:lnTo>
                      <a:pt x="217170" y="158115"/>
                    </a:lnTo>
                    <a:lnTo>
                      <a:pt x="226695" y="148590"/>
                    </a:lnTo>
                    <a:lnTo>
                      <a:pt x="233363" y="141923"/>
                    </a:lnTo>
                    <a:lnTo>
                      <a:pt x="237173" y="138113"/>
                    </a:lnTo>
                    <a:lnTo>
                      <a:pt x="236220" y="138113"/>
                    </a:lnTo>
                    <a:lnTo>
                      <a:pt x="236220" y="138113"/>
                    </a:lnTo>
                    <a:lnTo>
                      <a:pt x="236220" y="138113"/>
                    </a:lnTo>
                    <a:lnTo>
                      <a:pt x="236220" y="138113"/>
                    </a:lnTo>
                    <a:lnTo>
                      <a:pt x="236220" y="138113"/>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73" name="Freeform: Shape 218">
                <a:extLst>
                  <a:ext uri="{FF2B5EF4-FFF2-40B4-BE49-F238E27FC236}">
                    <a16:creationId xmlns:a16="http://schemas.microsoft.com/office/drawing/2014/main" id="{E080A189-6301-46A9-64A1-C6C93A67DC01}"/>
                  </a:ext>
                </a:extLst>
              </p:cNvPr>
              <p:cNvSpPr/>
              <p:nvPr/>
            </p:nvSpPr>
            <p:spPr>
              <a:xfrm>
                <a:off x="6770549" y="4023160"/>
                <a:ext cx="231928" cy="327991"/>
              </a:xfrm>
              <a:custGeom>
                <a:avLst/>
                <a:gdLst>
                  <a:gd name="connsiteX0" fmla="*/ 209550 w 209550"/>
                  <a:gd name="connsiteY0" fmla="*/ 30480 h 276225"/>
                  <a:gd name="connsiteX1" fmla="*/ 208597 w 209550"/>
                  <a:gd name="connsiteY1" fmla="*/ 29527 h 276225"/>
                  <a:gd name="connsiteX2" fmla="*/ 206692 w 209550"/>
                  <a:gd name="connsiteY2" fmla="*/ 29527 h 276225"/>
                  <a:gd name="connsiteX3" fmla="*/ 205740 w 209550"/>
                  <a:gd name="connsiteY3" fmla="*/ 28575 h 276225"/>
                  <a:gd name="connsiteX4" fmla="*/ 205740 w 209550"/>
                  <a:gd name="connsiteY4" fmla="*/ 29527 h 276225"/>
                  <a:gd name="connsiteX5" fmla="*/ 204788 w 209550"/>
                  <a:gd name="connsiteY5" fmla="*/ 30480 h 276225"/>
                  <a:gd name="connsiteX6" fmla="*/ 203835 w 209550"/>
                  <a:gd name="connsiteY6" fmla="*/ 30480 h 276225"/>
                  <a:gd name="connsiteX7" fmla="*/ 202882 w 209550"/>
                  <a:gd name="connsiteY7" fmla="*/ 30480 h 276225"/>
                  <a:gd name="connsiteX8" fmla="*/ 203835 w 209550"/>
                  <a:gd name="connsiteY8" fmla="*/ 28575 h 276225"/>
                  <a:gd name="connsiteX9" fmla="*/ 204788 w 209550"/>
                  <a:gd name="connsiteY9" fmla="*/ 24765 h 276225"/>
                  <a:gd name="connsiteX10" fmla="*/ 203835 w 209550"/>
                  <a:gd name="connsiteY10" fmla="*/ 18097 h 276225"/>
                  <a:gd name="connsiteX11" fmla="*/ 204788 w 209550"/>
                  <a:gd name="connsiteY11" fmla="*/ 14288 h 276225"/>
                  <a:gd name="connsiteX12" fmla="*/ 206692 w 209550"/>
                  <a:gd name="connsiteY12" fmla="*/ 2857 h 276225"/>
                  <a:gd name="connsiteX13" fmla="*/ 199072 w 209550"/>
                  <a:gd name="connsiteY13" fmla="*/ 0 h 276225"/>
                  <a:gd name="connsiteX14" fmla="*/ 196215 w 209550"/>
                  <a:gd name="connsiteY14" fmla="*/ 952 h 276225"/>
                  <a:gd name="connsiteX15" fmla="*/ 187642 w 209550"/>
                  <a:gd name="connsiteY15" fmla="*/ 5715 h 276225"/>
                  <a:gd name="connsiteX16" fmla="*/ 183832 w 209550"/>
                  <a:gd name="connsiteY16" fmla="*/ 7620 h 276225"/>
                  <a:gd name="connsiteX17" fmla="*/ 175260 w 209550"/>
                  <a:gd name="connsiteY17" fmla="*/ 10477 h 276225"/>
                  <a:gd name="connsiteX18" fmla="*/ 167640 w 209550"/>
                  <a:gd name="connsiteY18" fmla="*/ 13335 h 276225"/>
                  <a:gd name="connsiteX19" fmla="*/ 163830 w 209550"/>
                  <a:gd name="connsiteY19" fmla="*/ 14288 h 276225"/>
                  <a:gd name="connsiteX20" fmla="*/ 160020 w 209550"/>
                  <a:gd name="connsiteY20" fmla="*/ 14288 h 276225"/>
                  <a:gd name="connsiteX21" fmla="*/ 154305 w 209550"/>
                  <a:gd name="connsiteY21" fmla="*/ 13335 h 276225"/>
                  <a:gd name="connsiteX22" fmla="*/ 152400 w 209550"/>
                  <a:gd name="connsiteY22" fmla="*/ 13335 h 276225"/>
                  <a:gd name="connsiteX23" fmla="*/ 149542 w 209550"/>
                  <a:gd name="connsiteY23" fmla="*/ 13335 h 276225"/>
                  <a:gd name="connsiteX24" fmla="*/ 142875 w 209550"/>
                  <a:gd name="connsiteY24" fmla="*/ 16192 h 276225"/>
                  <a:gd name="connsiteX25" fmla="*/ 138113 w 209550"/>
                  <a:gd name="connsiteY25" fmla="*/ 17145 h 276225"/>
                  <a:gd name="connsiteX26" fmla="*/ 130492 w 209550"/>
                  <a:gd name="connsiteY26" fmla="*/ 16192 h 276225"/>
                  <a:gd name="connsiteX27" fmla="*/ 126682 w 209550"/>
                  <a:gd name="connsiteY27" fmla="*/ 17145 h 276225"/>
                  <a:gd name="connsiteX28" fmla="*/ 115252 w 209550"/>
                  <a:gd name="connsiteY28" fmla="*/ 23813 h 276225"/>
                  <a:gd name="connsiteX29" fmla="*/ 111442 w 209550"/>
                  <a:gd name="connsiteY29" fmla="*/ 24765 h 276225"/>
                  <a:gd name="connsiteX30" fmla="*/ 106680 w 209550"/>
                  <a:gd name="connsiteY30" fmla="*/ 24765 h 276225"/>
                  <a:gd name="connsiteX31" fmla="*/ 99060 w 209550"/>
                  <a:gd name="connsiteY31" fmla="*/ 22860 h 276225"/>
                  <a:gd name="connsiteX32" fmla="*/ 94297 w 209550"/>
                  <a:gd name="connsiteY32" fmla="*/ 23813 h 276225"/>
                  <a:gd name="connsiteX33" fmla="*/ 90488 w 209550"/>
                  <a:gd name="connsiteY33" fmla="*/ 24765 h 276225"/>
                  <a:gd name="connsiteX34" fmla="*/ 82867 w 209550"/>
                  <a:gd name="connsiteY34" fmla="*/ 29527 h 276225"/>
                  <a:gd name="connsiteX35" fmla="*/ 79057 w 209550"/>
                  <a:gd name="connsiteY35" fmla="*/ 31432 h 276225"/>
                  <a:gd name="connsiteX36" fmla="*/ 67627 w 209550"/>
                  <a:gd name="connsiteY36" fmla="*/ 30480 h 276225"/>
                  <a:gd name="connsiteX37" fmla="*/ 60007 w 209550"/>
                  <a:gd name="connsiteY37" fmla="*/ 24765 h 276225"/>
                  <a:gd name="connsiteX38" fmla="*/ 45720 w 209550"/>
                  <a:gd name="connsiteY38" fmla="*/ 9525 h 276225"/>
                  <a:gd name="connsiteX39" fmla="*/ 44767 w 209550"/>
                  <a:gd name="connsiteY39" fmla="*/ 11430 h 276225"/>
                  <a:gd name="connsiteX40" fmla="*/ 41910 w 209550"/>
                  <a:gd name="connsiteY40" fmla="*/ 15240 h 276225"/>
                  <a:gd name="connsiteX41" fmla="*/ 39052 w 209550"/>
                  <a:gd name="connsiteY41" fmla="*/ 19050 h 276225"/>
                  <a:gd name="connsiteX42" fmla="*/ 39052 w 209550"/>
                  <a:gd name="connsiteY42" fmla="*/ 20002 h 276225"/>
                  <a:gd name="connsiteX43" fmla="*/ 39052 w 209550"/>
                  <a:gd name="connsiteY43" fmla="*/ 20002 h 276225"/>
                  <a:gd name="connsiteX44" fmla="*/ 39052 w 209550"/>
                  <a:gd name="connsiteY44" fmla="*/ 20002 h 276225"/>
                  <a:gd name="connsiteX45" fmla="*/ 39052 w 209550"/>
                  <a:gd name="connsiteY45" fmla="*/ 20955 h 276225"/>
                  <a:gd name="connsiteX46" fmla="*/ 38100 w 209550"/>
                  <a:gd name="connsiteY46" fmla="*/ 20955 h 276225"/>
                  <a:gd name="connsiteX47" fmla="*/ 37147 w 209550"/>
                  <a:gd name="connsiteY47" fmla="*/ 22860 h 276225"/>
                  <a:gd name="connsiteX48" fmla="*/ 35242 w 209550"/>
                  <a:gd name="connsiteY48" fmla="*/ 24765 h 276225"/>
                  <a:gd name="connsiteX49" fmla="*/ 34290 w 209550"/>
                  <a:gd name="connsiteY49" fmla="*/ 27622 h 276225"/>
                  <a:gd name="connsiteX50" fmla="*/ 34290 w 209550"/>
                  <a:gd name="connsiteY50" fmla="*/ 27622 h 276225"/>
                  <a:gd name="connsiteX51" fmla="*/ 34290 w 209550"/>
                  <a:gd name="connsiteY51" fmla="*/ 28575 h 276225"/>
                  <a:gd name="connsiteX52" fmla="*/ 34290 w 209550"/>
                  <a:gd name="connsiteY52" fmla="*/ 28575 h 276225"/>
                  <a:gd name="connsiteX53" fmla="*/ 35242 w 209550"/>
                  <a:gd name="connsiteY53" fmla="*/ 29527 h 276225"/>
                  <a:gd name="connsiteX54" fmla="*/ 36195 w 209550"/>
                  <a:gd name="connsiteY54" fmla="*/ 30480 h 276225"/>
                  <a:gd name="connsiteX55" fmla="*/ 36195 w 209550"/>
                  <a:gd name="connsiteY55" fmla="*/ 32385 h 276225"/>
                  <a:gd name="connsiteX56" fmla="*/ 37147 w 209550"/>
                  <a:gd name="connsiteY56" fmla="*/ 33338 h 276225"/>
                  <a:gd name="connsiteX57" fmla="*/ 37147 w 209550"/>
                  <a:gd name="connsiteY57" fmla="*/ 34290 h 276225"/>
                  <a:gd name="connsiteX58" fmla="*/ 37147 w 209550"/>
                  <a:gd name="connsiteY58" fmla="*/ 35242 h 276225"/>
                  <a:gd name="connsiteX59" fmla="*/ 38100 w 209550"/>
                  <a:gd name="connsiteY59" fmla="*/ 36195 h 276225"/>
                  <a:gd name="connsiteX60" fmla="*/ 38100 w 209550"/>
                  <a:gd name="connsiteY60" fmla="*/ 36195 h 276225"/>
                  <a:gd name="connsiteX61" fmla="*/ 39052 w 209550"/>
                  <a:gd name="connsiteY61" fmla="*/ 37147 h 276225"/>
                  <a:gd name="connsiteX62" fmla="*/ 40005 w 209550"/>
                  <a:gd name="connsiteY62" fmla="*/ 38100 h 276225"/>
                  <a:gd name="connsiteX63" fmla="*/ 40957 w 209550"/>
                  <a:gd name="connsiteY63" fmla="*/ 39052 h 276225"/>
                  <a:gd name="connsiteX64" fmla="*/ 41910 w 209550"/>
                  <a:gd name="connsiteY64" fmla="*/ 40005 h 276225"/>
                  <a:gd name="connsiteX65" fmla="*/ 42863 w 209550"/>
                  <a:gd name="connsiteY65" fmla="*/ 40957 h 276225"/>
                  <a:gd name="connsiteX66" fmla="*/ 43815 w 209550"/>
                  <a:gd name="connsiteY66" fmla="*/ 41910 h 276225"/>
                  <a:gd name="connsiteX67" fmla="*/ 43815 w 209550"/>
                  <a:gd name="connsiteY67" fmla="*/ 41910 h 276225"/>
                  <a:gd name="connsiteX68" fmla="*/ 44767 w 209550"/>
                  <a:gd name="connsiteY68" fmla="*/ 42863 h 276225"/>
                  <a:gd name="connsiteX69" fmla="*/ 44767 w 209550"/>
                  <a:gd name="connsiteY69" fmla="*/ 42863 h 276225"/>
                  <a:gd name="connsiteX70" fmla="*/ 44767 w 209550"/>
                  <a:gd name="connsiteY70" fmla="*/ 43815 h 276225"/>
                  <a:gd name="connsiteX71" fmla="*/ 46672 w 209550"/>
                  <a:gd name="connsiteY71" fmla="*/ 46672 h 276225"/>
                  <a:gd name="connsiteX72" fmla="*/ 47625 w 209550"/>
                  <a:gd name="connsiteY72" fmla="*/ 49530 h 276225"/>
                  <a:gd name="connsiteX73" fmla="*/ 48577 w 209550"/>
                  <a:gd name="connsiteY73" fmla="*/ 50482 h 276225"/>
                  <a:gd name="connsiteX74" fmla="*/ 49530 w 209550"/>
                  <a:gd name="connsiteY74" fmla="*/ 51435 h 276225"/>
                  <a:gd name="connsiteX75" fmla="*/ 50482 w 209550"/>
                  <a:gd name="connsiteY75" fmla="*/ 52388 h 276225"/>
                  <a:gd name="connsiteX76" fmla="*/ 50482 w 209550"/>
                  <a:gd name="connsiteY76" fmla="*/ 52388 h 276225"/>
                  <a:gd name="connsiteX77" fmla="*/ 51435 w 209550"/>
                  <a:gd name="connsiteY77" fmla="*/ 53340 h 276225"/>
                  <a:gd name="connsiteX78" fmla="*/ 52388 w 209550"/>
                  <a:gd name="connsiteY78" fmla="*/ 53340 h 276225"/>
                  <a:gd name="connsiteX79" fmla="*/ 52388 w 209550"/>
                  <a:gd name="connsiteY79" fmla="*/ 53340 h 276225"/>
                  <a:gd name="connsiteX80" fmla="*/ 52388 w 209550"/>
                  <a:gd name="connsiteY80" fmla="*/ 53340 h 276225"/>
                  <a:gd name="connsiteX81" fmla="*/ 53340 w 209550"/>
                  <a:gd name="connsiteY81" fmla="*/ 53340 h 276225"/>
                  <a:gd name="connsiteX82" fmla="*/ 53340 w 209550"/>
                  <a:gd name="connsiteY82" fmla="*/ 53340 h 276225"/>
                  <a:gd name="connsiteX83" fmla="*/ 57150 w 209550"/>
                  <a:gd name="connsiteY83" fmla="*/ 57150 h 276225"/>
                  <a:gd name="connsiteX84" fmla="*/ 60960 w 209550"/>
                  <a:gd name="connsiteY84" fmla="*/ 60007 h 276225"/>
                  <a:gd name="connsiteX85" fmla="*/ 62865 w 209550"/>
                  <a:gd name="connsiteY85" fmla="*/ 60960 h 276225"/>
                  <a:gd name="connsiteX86" fmla="*/ 64770 w 209550"/>
                  <a:gd name="connsiteY86" fmla="*/ 61913 h 276225"/>
                  <a:gd name="connsiteX87" fmla="*/ 79057 w 209550"/>
                  <a:gd name="connsiteY87" fmla="*/ 66675 h 276225"/>
                  <a:gd name="connsiteX88" fmla="*/ 84772 w 209550"/>
                  <a:gd name="connsiteY88" fmla="*/ 68580 h 276225"/>
                  <a:gd name="connsiteX89" fmla="*/ 88582 w 209550"/>
                  <a:gd name="connsiteY89" fmla="*/ 69532 h 276225"/>
                  <a:gd name="connsiteX90" fmla="*/ 95250 w 209550"/>
                  <a:gd name="connsiteY90" fmla="*/ 71438 h 276225"/>
                  <a:gd name="connsiteX91" fmla="*/ 102870 w 209550"/>
                  <a:gd name="connsiteY91" fmla="*/ 74295 h 276225"/>
                  <a:gd name="connsiteX92" fmla="*/ 107632 w 209550"/>
                  <a:gd name="connsiteY92" fmla="*/ 76200 h 276225"/>
                  <a:gd name="connsiteX93" fmla="*/ 120015 w 209550"/>
                  <a:gd name="connsiteY93" fmla="*/ 80010 h 276225"/>
                  <a:gd name="connsiteX94" fmla="*/ 120967 w 209550"/>
                  <a:gd name="connsiteY94" fmla="*/ 80963 h 276225"/>
                  <a:gd name="connsiteX95" fmla="*/ 140970 w 209550"/>
                  <a:gd name="connsiteY95" fmla="*/ 80963 h 276225"/>
                  <a:gd name="connsiteX96" fmla="*/ 133350 w 209550"/>
                  <a:gd name="connsiteY96" fmla="*/ 88582 h 276225"/>
                  <a:gd name="connsiteX97" fmla="*/ 127635 w 209550"/>
                  <a:gd name="connsiteY97" fmla="*/ 93345 h 276225"/>
                  <a:gd name="connsiteX98" fmla="*/ 120967 w 209550"/>
                  <a:gd name="connsiteY98" fmla="*/ 100013 h 276225"/>
                  <a:gd name="connsiteX99" fmla="*/ 118110 w 209550"/>
                  <a:gd name="connsiteY99" fmla="*/ 102870 h 276225"/>
                  <a:gd name="connsiteX100" fmla="*/ 112395 w 209550"/>
                  <a:gd name="connsiteY100" fmla="*/ 108585 h 276225"/>
                  <a:gd name="connsiteX101" fmla="*/ 109538 w 209550"/>
                  <a:gd name="connsiteY101" fmla="*/ 111442 h 276225"/>
                  <a:gd name="connsiteX102" fmla="*/ 100965 w 209550"/>
                  <a:gd name="connsiteY102" fmla="*/ 120015 h 276225"/>
                  <a:gd name="connsiteX103" fmla="*/ 86677 w 209550"/>
                  <a:gd name="connsiteY103" fmla="*/ 135255 h 276225"/>
                  <a:gd name="connsiteX104" fmla="*/ 81915 w 209550"/>
                  <a:gd name="connsiteY104" fmla="*/ 140970 h 276225"/>
                  <a:gd name="connsiteX105" fmla="*/ 80963 w 209550"/>
                  <a:gd name="connsiteY105" fmla="*/ 141922 h 276225"/>
                  <a:gd name="connsiteX106" fmla="*/ 80010 w 209550"/>
                  <a:gd name="connsiteY106" fmla="*/ 142875 h 276225"/>
                  <a:gd name="connsiteX107" fmla="*/ 78105 w 209550"/>
                  <a:gd name="connsiteY107" fmla="*/ 143827 h 276225"/>
                  <a:gd name="connsiteX108" fmla="*/ 76200 w 209550"/>
                  <a:gd name="connsiteY108" fmla="*/ 142875 h 276225"/>
                  <a:gd name="connsiteX109" fmla="*/ 71438 w 209550"/>
                  <a:gd name="connsiteY109" fmla="*/ 142875 h 276225"/>
                  <a:gd name="connsiteX110" fmla="*/ 64770 w 209550"/>
                  <a:gd name="connsiteY110" fmla="*/ 142875 h 276225"/>
                  <a:gd name="connsiteX111" fmla="*/ 60960 w 209550"/>
                  <a:gd name="connsiteY111" fmla="*/ 141922 h 276225"/>
                  <a:gd name="connsiteX112" fmla="*/ 59055 w 209550"/>
                  <a:gd name="connsiteY112" fmla="*/ 142875 h 276225"/>
                  <a:gd name="connsiteX113" fmla="*/ 58102 w 209550"/>
                  <a:gd name="connsiteY113" fmla="*/ 142875 h 276225"/>
                  <a:gd name="connsiteX114" fmla="*/ 57150 w 209550"/>
                  <a:gd name="connsiteY114" fmla="*/ 142875 h 276225"/>
                  <a:gd name="connsiteX115" fmla="*/ 52388 w 209550"/>
                  <a:gd name="connsiteY115" fmla="*/ 143827 h 276225"/>
                  <a:gd name="connsiteX116" fmla="*/ 47625 w 209550"/>
                  <a:gd name="connsiteY116" fmla="*/ 146685 h 276225"/>
                  <a:gd name="connsiteX117" fmla="*/ 44767 w 209550"/>
                  <a:gd name="connsiteY117" fmla="*/ 147638 h 276225"/>
                  <a:gd name="connsiteX118" fmla="*/ 41910 w 209550"/>
                  <a:gd name="connsiteY118" fmla="*/ 149542 h 276225"/>
                  <a:gd name="connsiteX119" fmla="*/ 41910 w 209550"/>
                  <a:gd name="connsiteY119" fmla="*/ 149542 h 276225"/>
                  <a:gd name="connsiteX120" fmla="*/ 41910 w 209550"/>
                  <a:gd name="connsiteY120" fmla="*/ 149542 h 276225"/>
                  <a:gd name="connsiteX121" fmla="*/ 40957 w 209550"/>
                  <a:gd name="connsiteY121" fmla="*/ 150495 h 276225"/>
                  <a:gd name="connsiteX122" fmla="*/ 40957 w 209550"/>
                  <a:gd name="connsiteY122" fmla="*/ 150495 h 276225"/>
                  <a:gd name="connsiteX123" fmla="*/ 40005 w 209550"/>
                  <a:gd name="connsiteY123" fmla="*/ 151447 h 276225"/>
                  <a:gd name="connsiteX124" fmla="*/ 40005 w 209550"/>
                  <a:gd name="connsiteY124" fmla="*/ 152400 h 276225"/>
                  <a:gd name="connsiteX125" fmla="*/ 39052 w 209550"/>
                  <a:gd name="connsiteY125" fmla="*/ 152400 h 276225"/>
                  <a:gd name="connsiteX126" fmla="*/ 39052 w 209550"/>
                  <a:gd name="connsiteY126" fmla="*/ 153352 h 276225"/>
                  <a:gd name="connsiteX127" fmla="*/ 39052 w 209550"/>
                  <a:gd name="connsiteY127" fmla="*/ 154305 h 276225"/>
                  <a:gd name="connsiteX128" fmla="*/ 39052 w 209550"/>
                  <a:gd name="connsiteY128" fmla="*/ 154305 h 276225"/>
                  <a:gd name="connsiteX129" fmla="*/ 38100 w 209550"/>
                  <a:gd name="connsiteY129" fmla="*/ 154305 h 276225"/>
                  <a:gd name="connsiteX130" fmla="*/ 38100 w 209550"/>
                  <a:gd name="connsiteY130" fmla="*/ 155257 h 276225"/>
                  <a:gd name="connsiteX131" fmla="*/ 35242 w 209550"/>
                  <a:gd name="connsiteY131" fmla="*/ 156210 h 276225"/>
                  <a:gd name="connsiteX132" fmla="*/ 32385 w 209550"/>
                  <a:gd name="connsiteY132" fmla="*/ 156210 h 276225"/>
                  <a:gd name="connsiteX133" fmla="*/ 26670 w 209550"/>
                  <a:gd name="connsiteY133" fmla="*/ 157163 h 276225"/>
                  <a:gd name="connsiteX134" fmla="*/ 25717 w 209550"/>
                  <a:gd name="connsiteY134" fmla="*/ 157163 h 276225"/>
                  <a:gd name="connsiteX135" fmla="*/ 24765 w 209550"/>
                  <a:gd name="connsiteY135" fmla="*/ 157163 h 276225"/>
                  <a:gd name="connsiteX136" fmla="*/ 23813 w 209550"/>
                  <a:gd name="connsiteY136" fmla="*/ 158115 h 276225"/>
                  <a:gd name="connsiteX137" fmla="*/ 23813 w 209550"/>
                  <a:gd name="connsiteY137" fmla="*/ 158115 h 276225"/>
                  <a:gd name="connsiteX138" fmla="*/ 22860 w 209550"/>
                  <a:gd name="connsiteY138" fmla="*/ 158115 h 276225"/>
                  <a:gd name="connsiteX139" fmla="*/ 21907 w 209550"/>
                  <a:gd name="connsiteY139" fmla="*/ 159067 h 276225"/>
                  <a:gd name="connsiteX140" fmla="*/ 20955 w 209550"/>
                  <a:gd name="connsiteY140" fmla="*/ 159067 h 276225"/>
                  <a:gd name="connsiteX141" fmla="*/ 20002 w 209550"/>
                  <a:gd name="connsiteY141" fmla="*/ 160020 h 276225"/>
                  <a:gd name="connsiteX142" fmla="*/ 20002 w 209550"/>
                  <a:gd name="connsiteY142" fmla="*/ 160020 h 276225"/>
                  <a:gd name="connsiteX143" fmla="*/ 19050 w 209550"/>
                  <a:gd name="connsiteY143" fmla="*/ 160972 h 276225"/>
                  <a:gd name="connsiteX144" fmla="*/ 19050 w 209550"/>
                  <a:gd name="connsiteY144" fmla="*/ 160972 h 276225"/>
                  <a:gd name="connsiteX145" fmla="*/ 19050 w 209550"/>
                  <a:gd name="connsiteY145" fmla="*/ 161925 h 276225"/>
                  <a:gd name="connsiteX146" fmla="*/ 18097 w 209550"/>
                  <a:gd name="connsiteY146" fmla="*/ 161925 h 276225"/>
                  <a:gd name="connsiteX147" fmla="*/ 17145 w 209550"/>
                  <a:gd name="connsiteY147" fmla="*/ 163830 h 276225"/>
                  <a:gd name="connsiteX148" fmla="*/ 14288 w 209550"/>
                  <a:gd name="connsiteY148" fmla="*/ 167640 h 276225"/>
                  <a:gd name="connsiteX149" fmla="*/ 7620 w 209550"/>
                  <a:gd name="connsiteY149" fmla="*/ 177165 h 276225"/>
                  <a:gd name="connsiteX150" fmla="*/ 5715 w 209550"/>
                  <a:gd name="connsiteY150" fmla="*/ 180022 h 276225"/>
                  <a:gd name="connsiteX151" fmla="*/ 952 w 209550"/>
                  <a:gd name="connsiteY151" fmla="*/ 183832 h 276225"/>
                  <a:gd name="connsiteX152" fmla="*/ 952 w 209550"/>
                  <a:gd name="connsiteY152" fmla="*/ 184785 h 276225"/>
                  <a:gd name="connsiteX153" fmla="*/ 0 w 209550"/>
                  <a:gd name="connsiteY153" fmla="*/ 184785 h 276225"/>
                  <a:gd name="connsiteX154" fmla="*/ 0 w 209550"/>
                  <a:gd name="connsiteY154" fmla="*/ 184785 h 276225"/>
                  <a:gd name="connsiteX155" fmla="*/ 0 w 209550"/>
                  <a:gd name="connsiteY155" fmla="*/ 185738 h 276225"/>
                  <a:gd name="connsiteX156" fmla="*/ 0 w 209550"/>
                  <a:gd name="connsiteY156" fmla="*/ 191452 h 276225"/>
                  <a:gd name="connsiteX157" fmla="*/ 0 w 209550"/>
                  <a:gd name="connsiteY157" fmla="*/ 197167 h 276225"/>
                  <a:gd name="connsiteX158" fmla="*/ 0 w 209550"/>
                  <a:gd name="connsiteY158" fmla="*/ 219075 h 276225"/>
                  <a:gd name="connsiteX159" fmla="*/ 0 w 209550"/>
                  <a:gd name="connsiteY159" fmla="*/ 226695 h 276225"/>
                  <a:gd name="connsiteX160" fmla="*/ 0 w 209550"/>
                  <a:gd name="connsiteY160" fmla="*/ 248602 h 276225"/>
                  <a:gd name="connsiteX161" fmla="*/ 0 w 209550"/>
                  <a:gd name="connsiteY161" fmla="*/ 252413 h 276225"/>
                  <a:gd name="connsiteX162" fmla="*/ 0 w 209550"/>
                  <a:gd name="connsiteY162" fmla="*/ 254317 h 276225"/>
                  <a:gd name="connsiteX163" fmla="*/ 0 w 209550"/>
                  <a:gd name="connsiteY163" fmla="*/ 258127 h 276225"/>
                  <a:gd name="connsiteX164" fmla="*/ 0 w 209550"/>
                  <a:gd name="connsiteY164" fmla="*/ 259080 h 276225"/>
                  <a:gd name="connsiteX165" fmla="*/ 952 w 209550"/>
                  <a:gd name="connsiteY165" fmla="*/ 260032 h 276225"/>
                  <a:gd name="connsiteX166" fmla="*/ 952 w 209550"/>
                  <a:gd name="connsiteY166" fmla="*/ 260985 h 276225"/>
                  <a:gd name="connsiteX167" fmla="*/ 1905 w 209550"/>
                  <a:gd name="connsiteY167" fmla="*/ 260985 h 276225"/>
                  <a:gd name="connsiteX168" fmla="*/ 4763 w 209550"/>
                  <a:gd name="connsiteY168" fmla="*/ 264795 h 276225"/>
                  <a:gd name="connsiteX169" fmla="*/ 9525 w 209550"/>
                  <a:gd name="connsiteY169" fmla="*/ 271463 h 276225"/>
                  <a:gd name="connsiteX170" fmla="*/ 10477 w 209550"/>
                  <a:gd name="connsiteY170" fmla="*/ 272415 h 276225"/>
                  <a:gd name="connsiteX171" fmla="*/ 11430 w 209550"/>
                  <a:gd name="connsiteY171" fmla="*/ 273367 h 276225"/>
                  <a:gd name="connsiteX172" fmla="*/ 11430 w 209550"/>
                  <a:gd name="connsiteY172" fmla="*/ 274320 h 276225"/>
                  <a:gd name="connsiteX173" fmla="*/ 11430 w 209550"/>
                  <a:gd name="connsiteY173" fmla="*/ 276225 h 276225"/>
                  <a:gd name="connsiteX174" fmla="*/ 13335 w 209550"/>
                  <a:gd name="connsiteY174" fmla="*/ 273367 h 276225"/>
                  <a:gd name="connsiteX175" fmla="*/ 19050 w 209550"/>
                  <a:gd name="connsiteY175" fmla="*/ 263842 h 276225"/>
                  <a:gd name="connsiteX176" fmla="*/ 20955 w 209550"/>
                  <a:gd name="connsiteY176" fmla="*/ 260985 h 276225"/>
                  <a:gd name="connsiteX177" fmla="*/ 56197 w 209550"/>
                  <a:gd name="connsiteY177" fmla="*/ 223838 h 276225"/>
                  <a:gd name="connsiteX178" fmla="*/ 76200 w 209550"/>
                  <a:gd name="connsiteY178" fmla="*/ 208597 h 276225"/>
                  <a:gd name="connsiteX179" fmla="*/ 96202 w 209550"/>
                  <a:gd name="connsiteY179" fmla="*/ 196215 h 276225"/>
                  <a:gd name="connsiteX180" fmla="*/ 102870 w 209550"/>
                  <a:gd name="connsiteY180" fmla="*/ 192405 h 276225"/>
                  <a:gd name="connsiteX181" fmla="*/ 114300 w 209550"/>
                  <a:gd name="connsiteY181" fmla="*/ 180975 h 276225"/>
                  <a:gd name="connsiteX182" fmla="*/ 137160 w 209550"/>
                  <a:gd name="connsiteY182" fmla="*/ 155257 h 276225"/>
                  <a:gd name="connsiteX183" fmla="*/ 156210 w 209550"/>
                  <a:gd name="connsiteY183" fmla="*/ 127635 h 276225"/>
                  <a:gd name="connsiteX184" fmla="*/ 160020 w 209550"/>
                  <a:gd name="connsiteY184" fmla="*/ 120967 h 276225"/>
                  <a:gd name="connsiteX185" fmla="*/ 166688 w 209550"/>
                  <a:gd name="connsiteY185" fmla="*/ 105727 h 276225"/>
                  <a:gd name="connsiteX186" fmla="*/ 174307 w 209550"/>
                  <a:gd name="connsiteY186" fmla="*/ 92392 h 276225"/>
                  <a:gd name="connsiteX187" fmla="*/ 179070 w 209550"/>
                  <a:gd name="connsiteY187" fmla="*/ 81915 h 276225"/>
                  <a:gd name="connsiteX188" fmla="*/ 184785 w 209550"/>
                  <a:gd name="connsiteY188" fmla="*/ 74295 h 276225"/>
                  <a:gd name="connsiteX189" fmla="*/ 197167 w 209550"/>
                  <a:gd name="connsiteY189" fmla="*/ 53340 h 276225"/>
                  <a:gd name="connsiteX190" fmla="*/ 198120 w 209550"/>
                  <a:gd name="connsiteY190" fmla="*/ 49530 h 276225"/>
                  <a:gd name="connsiteX191" fmla="*/ 200025 w 209550"/>
                  <a:gd name="connsiteY191" fmla="*/ 36195 h 276225"/>
                  <a:gd name="connsiteX192" fmla="*/ 201930 w 209550"/>
                  <a:gd name="connsiteY192" fmla="*/ 33338 h 276225"/>
                  <a:gd name="connsiteX193" fmla="*/ 204788 w 209550"/>
                  <a:gd name="connsiteY193" fmla="*/ 31432 h 276225"/>
                  <a:gd name="connsiteX194" fmla="*/ 209550 w 209550"/>
                  <a:gd name="connsiteY194" fmla="*/ 32385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209550" h="276225">
                    <a:moveTo>
                      <a:pt x="209550" y="30480"/>
                    </a:moveTo>
                    <a:lnTo>
                      <a:pt x="208597" y="29527"/>
                    </a:lnTo>
                    <a:lnTo>
                      <a:pt x="206692" y="29527"/>
                    </a:lnTo>
                    <a:lnTo>
                      <a:pt x="205740" y="28575"/>
                    </a:lnTo>
                    <a:lnTo>
                      <a:pt x="205740" y="29527"/>
                    </a:lnTo>
                    <a:lnTo>
                      <a:pt x="204788" y="30480"/>
                    </a:lnTo>
                    <a:lnTo>
                      <a:pt x="203835" y="30480"/>
                    </a:lnTo>
                    <a:lnTo>
                      <a:pt x="202882" y="30480"/>
                    </a:lnTo>
                    <a:lnTo>
                      <a:pt x="203835" y="28575"/>
                    </a:lnTo>
                    <a:lnTo>
                      <a:pt x="204788" y="24765"/>
                    </a:lnTo>
                    <a:lnTo>
                      <a:pt x="203835" y="18097"/>
                    </a:lnTo>
                    <a:lnTo>
                      <a:pt x="204788" y="14288"/>
                    </a:lnTo>
                    <a:lnTo>
                      <a:pt x="206692" y="2857"/>
                    </a:lnTo>
                    <a:lnTo>
                      <a:pt x="199072" y="0"/>
                    </a:lnTo>
                    <a:lnTo>
                      <a:pt x="196215" y="952"/>
                    </a:lnTo>
                    <a:lnTo>
                      <a:pt x="187642" y="5715"/>
                    </a:lnTo>
                    <a:lnTo>
                      <a:pt x="183832" y="7620"/>
                    </a:lnTo>
                    <a:lnTo>
                      <a:pt x="175260" y="10477"/>
                    </a:lnTo>
                    <a:lnTo>
                      <a:pt x="167640" y="13335"/>
                    </a:lnTo>
                    <a:lnTo>
                      <a:pt x="163830" y="14288"/>
                    </a:lnTo>
                    <a:lnTo>
                      <a:pt x="160020" y="14288"/>
                    </a:lnTo>
                    <a:lnTo>
                      <a:pt x="154305" y="13335"/>
                    </a:lnTo>
                    <a:lnTo>
                      <a:pt x="152400" y="13335"/>
                    </a:lnTo>
                    <a:lnTo>
                      <a:pt x="149542" y="13335"/>
                    </a:lnTo>
                    <a:lnTo>
                      <a:pt x="142875" y="16192"/>
                    </a:lnTo>
                    <a:lnTo>
                      <a:pt x="138113" y="17145"/>
                    </a:lnTo>
                    <a:lnTo>
                      <a:pt x="130492" y="16192"/>
                    </a:lnTo>
                    <a:lnTo>
                      <a:pt x="126682" y="17145"/>
                    </a:lnTo>
                    <a:lnTo>
                      <a:pt x="115252" y="23813"/>
                    </a:lnTo>
                    <a:lnTo>
                      <a:pt x="111442" y="24765"/>
                    </a:lnTo>
                    <a:lnTo>
                      <a:pt x="106680" y="24765"/>
                    </a:lnTo>
                    <a:lnTo>
                      <a:pt x="99060" y="22860"/>
                    </a:lnTo>
                    <a:lnTo>
                      <a:pt x="94297" y="23813"/>
                    </a:lnTo>
                    <a:lnTo>
                      <a:pt x="90488" y="24765"/>
                    </a:lnTo>
                    <a:lnTo>
                      <a:pt x="82867" y="29527"/>
                    </a:lnTo>
                    <a:lnTo>
                      <a:pt x="79057" y="31432"/>
                    </a:lnTo>
                    <a:lnTo>
                      <a:pt x="67627" y="30480"/>
                    </a:lnTo>
                    <a:lnTo>
                      <a:pt x="60007" y="24765"/>
                    </a:lnTo>
                    <a:lnTo>
                      <a:pt x="45720" y="9525"/>
                    </a:lnTo>
                    <a:lnTo>
                      <a:pt x="44767" y="11430"/>
                    </a:lnTo>
                    <a:lnTo>
                      <a:pt x="41910" y="15240"/>
                    </a:lnTo>
                    <a:lnTo>
                      <a:pt x="39052" y="19050"/>
                    </a:lnTo>
                    <a:lnTo>
                      <a:pt x="39052" y="20002"/>
                    </a:lnTo>
                    <a:lnTo>
                      <a:pt x="39052" y="20002"/>
                    </a:lnTo>
                    <a:lnTo>
                      <a:pt x="39052" y="20002"/>
                    </a:lnTo>
                    <a:lnTo>
                      <a:pt x="39052" y="20955"/>
                    </a:lnTo>
                    <a:lnTo>
                      <a:pt x="38100" y="20955"/>
                    </a:lnTo>
                    <a:lnTo>
                      <a:pt x="37147" y="22860"/>
                    </a:lnTo>
                    <a:lnTo>
                      <a:pt x="35242" y="24765"/>
                    </a:lnTo>
                    <a:lnTo>
                      <a:pt x="34290" y="27622"/>
                    </a:lnTo>
                    <a:lnTo>
                      <a:pt x="34290" y="27622"/>
                    </a:lnTo>
                    <a:lnTo>
                      <a:pt x="34290" y="28575"/>
                    </a:lnTo>
                    <a:lnTo>
                      <a:pt x="34290" y="28575"/>
                    </a:lnTo>
                    <a:lnTo>
                      <a:pt x="35242" y="29527"/>
                    </a:lnTo>
                    <a:lnTo>
                      <a:pt x="36195" y="30480"/>
                    </a:lnTo>
                    <a:lnTo>
                      <a:pt x="36195" y="32385"/>
                    </a:lnTo>
                    <a:lnTo>
                      <a:pt x="37147" y="33338"/>
                    </a:lnTo>
                    <a:lnTo>
                      <a:pt x="37147" y="34290"/>
                    </a:lnTo>
                    <a:lnTo>
                      <a:pt x="37147" y="35242"/>
                    </a:lnTo>
                    <a:lnTo>
                      <a:pt x="38100" y="36195"/>
                    </a:lnTo>
                    <a:lnTo>
                      <a:pt x="38100" y="36195"/>
                    </a:lnTo>
                    <a:lnTo>
                      <a:pt x="39052" y="37147"/>
                    </a:lnTo>
                    <a:lnTo>
                      <a:pt x="40005" y="38100"/>
                    </a:lnTo>
                    <a:lnTo>
                      <a:pt x="40957" y="39052"/>
                    </a:lnTo>
                    <a:lnTo>
                      <a:pt x="41910" y="40005"/>
                    </a:lnTo>
                    <a:lnTo>
                      <a:pt x="42863" y="40957"/>
                    </a:lnTo>
                    <a:lnTo>
                      <a:pt x="43815" y="41910"/>
                    </a:lnTo>
                    <a:lnTo>
                      <a:pt x="43815" y="41910"/>
                    </a:lnTo>
                    <a:lnTo>
                      <a:pt x="44767" y="42863"/>
                    </a:lnTo>
                    <a:lnTo>
                      <a:pt x="44767" y="42863"/>
                    </a:lnTo>
                    <a:lnTo>
                      <a:pt x="44767" y="43815"/>
                    </a:lnTo>
                    <a:lnTo>
                      <a:pt x="46672" y="46672"/>
                    </a:lnTo>
                    <a:lnTo>
                      <a:pt x="47625" y="49530"/>
                    </a:lnTo>
                    <a:lnTo>
                      <a:pt x="48577" y="50482"/>
                    </a:lnTo>
                    <a:lnTo>
                      <a:pt x="49530" y="51435"/>
                    </a:lnTo>
                    <a:lnTo>
                      <a:pt x="50482" y="52388"/>
                    </a:lnTo>
                    <a:lnTo>
                      <a:pt x="50482" y="52388"/>
                    </a:lnTo>
                    <a:lnTo>
                      <a:pt x="51435" y="53340"/>
                    </a:lnTo>
                    <a:lnTo>
                      <a:pt x="52388" y="53340"/>
                    </a:lnTo>
                    <a:lnTo>
                      <a:pt x="52388" y="53340"/>
                    </a:lnTo>
                    <a:lnTo>
                      <a:pt x="52388" y="53340"/>
                    </a:lnTo>
                    <a:lnTo>
                      <a:pt x="53340" y="53340"/>
                    </a:lnTo>
                    <a:lnTo>
                      <a:pt x="53340" y="53340"/>
                    </a:lnTo>
                    <a:lnTo>
                      <a:pt x="57150" y="57150"/>
                    </a:lnTo>
                    <a:lnTo>
                      <a:pt x="60960" y="60007"/>
                    </a:lnTo>
                    <a:lnTo>
                      <a:pt x="62865" y="60960"/>
                    </a:lnTo>
                    <a:lnTo>
                      <a:pt x="64770" y="61913"/>
                    </a:lnTo>
                    <a:lnTo>
                      <a:pt x="79057" y="66675"/>
                    </a:lnTo>
                    <a:lnTo>
                      <a:pt x="84772" y="68580"/>
                    </a:lnTo>
                    <a:lnTo>
                      <a:pt x="88582" y="69532"/>
                    </a:lnTo>
                    <a:lnTo>
                      <a:pt x="95250" y="71438"/>
                    </a:lnTo>
                    <a:lnTo>
                      <a:pt x="102870" y="74295"/>
                    </a:lnTo>
                    <a:lnTo>
                      <a:pt x="107632" y="76200"/>
                    </a:lnTo>
                    <a:lnTo>
                      <a:pt x="120015" y="80010"/>
                    </a:lnTo>
                    <a:lnTo>
                      <a:pt x="120967" y="80963"/>
                    </a:lnTo>
                    <a:lnTo>
                      <a:pt x="140970" y="80963"/>
                    </a:lnTo>
                    <a:lnTo>
                      <a:pt x="133350" y="88582"/>
                    </a:lnTo>
                    <a:lnTo>
                      <a:pt x="127635" y="93345"/>
                    </a:lnTo>
                    <a:lnTo>
                      <a:pt x="120967" y="100013"/>
                    </a:lnTo>
                    <a:lnTo>
                      <a:pt x="118110" y="102870"/>
                    </a:lnTo>
                    <a:lnTo>
                      <a:pt x="112395" y="108585"/>
                    </a:lnTo>
                    <a:lnTo>
                      <a:pt x="109538" y="111442"/>
                    </a:lnTo>
                    <a:lnTo>
                      <a:pt x="100965" y="120015"/>
                    </a:lnTo>
                    <a:lnTo>
                      <a:pt x="86677" y="135255"/>
                    </a:lnTo>
                    <a:lnTo>
                      <a:pt x="81915" y="140970"/>
                    </a:lnTo>
                    <a:lnTo>
                      <a:pt x="80963" y="141922"/>
                    </a:lnTo>
                    <a:lnTo>
                      <a:pt x="80010" y="142875"/>
                    </a:lnTo>
                    <a:lnTo>
                      <a:pt x="78105" y="143827"/>
                    </a:lnTo>
                    <a:lnTo>
                      <a:pt x="76200" y="142875"/>
                    </a:lnTo>
                    <a:lnTo>
                      <a:pt x="71438" y="142875"/>
                    </a:lnTo>
                    <a:lnTo>
                      <a:pt x="64770" y="142875"/>
                    </a:lnTo>
                    <a:lnTo>
                      <a:pt x="60960" y="141922"/>
                    </a:lnTo>
                    <a:lnTo>
                      <a:pt x="59055" y="142875"/>
                    </a:lnTo>
                    <a:lnTo>
                      <a:pt x="58102" y="142875"/>
                    </a:lnTo>
                    <a:lnTo>
                      <a:pt x="57150" y="142875"/>
                    </a:lnTo>
                    <a:lnTo>
                      <a:pt x="52388" y="143827"/>
                    </a:lnTo>
                    <a:lnTo>
                      <a:pt x="47625" y="146685"/>
                    </a:lnTo>
                    <a:lnTo>
                      <a:pt x="44767" y="147638"/>
                    </a:lnTo>
                    <a:lnTo>
                      <a:pt x="41910" y="149542"/>
                    </a:lnTo>
                    <a:lnTo>
                      <a:pt x="41910" y="149542"/>
                    </a:lnTo>
                    <a:lnTo>
                      <a:pt x="41910" y="149542"/>
                    </a:lnTo>
                    <a:lnTo>
                      <a:pt x="40957" y="150495"/>
                    </a:lnTo>
                    <a:lnTo>
                      <a:pt x="40957" y="150495"/>
                    </a:lnTo>
                    <a:lnTo>
                      <a:pt x="40005" y="151447"/>
                    </a:lnTo>
                    <a:lnTo>
                      <a:pt x="40005" y="152400"/>
                    </a:lnTo>
                    <a:lnTo>
                      <a:pt x="39052" y="152400"/>
                    </a:lnTo>
                    <a:lnTo>
                      <a:pt x="39052" y="153352"/>
                    </a:lnTo>
                    <a:lnTo>
                      <a:pt x="39052" y="154305"/>
                    </a:lnTo>
                    <a:lnTo>
                      <a:pt x="39052" y="154305"/>
                    </a:lnTo>
                    <a:lnTo>
                      <a:pt x="38100" y="154305"/>
                    </a:lnTo>
                    <a:lnTo>
                      <a:pt x="38100" y="155257"/>
                    </a:lnTo>
                    <a:lnTo>
                      <a:pt x="35242" y="156210"/>
                    </a:lnTo>
                    <a:lnTo>
                      <a:pt x="32385" y="156210"/>
                    </a:lnTo>
                    <a:lnTo>
                      <a:pt x="26670" y="157163"/>
                    </a:lnTo>
                    <a:lnTo>
                      <a:pt x="25717" y="157163"/>
                    </a:lnTo>
                    <a:lnTo>
                      <a:pt x="24765" y="157163"/>
                    </a:lnTo>
                    <a:lnTo>
                      <a:pt x="23813" y="158115"/>
                    </a:lnTo>
                    <a:lnTo>
                      <a:pt x="23813" y="158115"/>
                    </a:lnTo>
                    <a:lnTo>
                      <a:pt x="22860" y="158115"/>
                    </a:lnTo>
                    <a:lnTo>
                      <a:pt x="21907" y="159067"/>
                    </a:lnTo>
                    <a:lnTo>
                      <a:pt x="20955" y="159067"/>
                    </a:lnTo>
                    <a:lnTo>
                      <a:pt x="20002" y="160020"/>
                    </a:lnTo>
                    <a:lnTo>
                      <a:pt x="20002" y="160020"/>
                    </a:lnTo>
                    <a:lnTo>
                      <a:pt x="19050" y="160972"/>
                    </a:lnTo>
                    <a:lnTo>
                      <a:pt x="19050" y="160972"/>
                    </a:lnTo>
                    <a:lnTo>
                      <a:pt x="19050" y="161925"/>
                    </a:lnTo>
                    <a:lnTo>
                      <a:pt x="18097" y="161925"/>
                    </a:lnTo>
                    <a:lnTo>
                      <a:pt x="17145" y="163830"/>
                    </a:lnTo>
                    <a:lnTo>
                      <a:pt x="14288" y="167640"/>
                    </a:lnTo>
                    <a:lnTo>
                      <a:pt x="7620" y="177165"/>
                    </a:lnTo>
                    <a:lnTo>
                      <a:pt x="5715" y="180022"/>
                    </a:lnTo>
                    <a:lnTo>
                      <a:pt x="952" y="183832"/>
                    </a:lnTo>
                    <a:lnTo>
                      <a:pt x="952" y="184785"/>
                    </a:lnTo>
                    <a:lnTo>
                      <a:pt x="0" y="184785"/>
                    </a:lnTo>
                    <a:lnTo>
                      <a:pt x="0" y="184785"/>
                    </a:lnTo>
                    <a:lnTo>
                      <a:pt x="0" y="185738"/>
                    </a:lnTo>
                    <a:lnTo>
                      <a:pt x="0" y="191452"/>
                    </a:lnTo>
                    <a:lnTo>
                      <a:pt x="0" y="197167"/>
                    </a:lnTo>
                    <a:lnTo>
                      <a:pt x="0" y="219075"/>
                    </a:lnTo>
                    <a:lnTo>
                      <a:pt x="0" y="226695"/>
                    </a:lnTo>
                    <a:lnTo>
                      <a:pt x="0" y="248602"/>
                    </a:lnTo>
                    <a:lnTo>
                      <a:pt x="0" y="252413"/>
                    </a:lnTo>
                    <a:lnTo>
                      <a:pt x="0" y="254317"/>
                    </a:lnTo>
                    <a:lnTo>
                      <a:pt x="0" y="258127"/>
                    </a:lnTo>
                    <a:lnTo>
                      <a:pt x="0" y="259080"/>
                    </a:lnTo>
                    <a:lnTo>
                      <a:pt x="952" y="260032"/>
                    </a:lnTo>
                    <a:lnTo>
                      <a:pt x="952" y="260985"/>
                    </a:lnTo>
                    <a:lnTo>
                      <a:pt x="1905" y="260985"/>
                    </a:lnTo>
                    <a:lnTo>
                      <a:pt x="4763" y="264795"/>
                    </a:lnTo>
                    <a:lnTo>
                      <a:pt x="9525" y="271463"/>
                    </a:lnTo>
                    <a:lnTo>
                      <a:pt x="10477" y="272415"/>
                    </a:lnTo>
                    <a:lnTo>
                      <a:pt x="11430" y="273367"/>
                    </a:lnTo>
                    <a:lnTo>
                      <a:pt x="11430" y="274320"/>
                    </a:lnTo>
                    <a:lnTo>
                      <a:pt x="11430" y="276225"/>
                    </a:lnTo>
                    <a:lnTo>
                      <a:pt x="13335" y="273367"/>
                    </a:lnTo>
                    <a:lnTo>
                      <a:pt x="19050" y="263842"/>
                    </a:lnTo>
                    <a:lnTo>
                      <a:pt x="20955" y="260985"/>
                    </a:lnTo>
                    <a:lnTo>
                      <a:pt x="56197" y="223838"/>
                    </a:lnTo>
                    <a:lnTo>
                      <a:pt x="76200" y="208597"/>
                    </a:lnTo>
                    <a:lnTo>
                      <a:pt x="96202" y="196215"/>
                    </a:lnTo>
                    <a:lnTo>
                      <a:pt x="102870" y="192405"/>
                    </a:lnTo>
                    <a:lnTo>
                      <a:pt x="114300" y="180975"/>
                    </a:lnTo>
                    <a:lnTo>
                      <a:pt x="137160" y="155257"/>
                    </a:lnTo>
                    <a:lnTo>
                      <a:pt x="156210" y="127635"/>
                    </a:lnTo>
                    <a:lnTo>
                      <a:pt x="160020" y="120967"/>
                    </a:lnTo>
                    <a:lnTo>
                      <a:pt x="166688" y="105727"/>
                    </a:lnTo>
                    <a:lnTo>
                      <a:pt x="174307" y="92392"/>
                    </a:lnTo>
                    <a:lnTo>
                      <a:pt x="179070" y="81915"/>
                    </a:lnTo>
                    <a:lnTo>
                      <a:pt x="184785" y="74295"/>
                    </a:lnTo>
                    <a:lnTo>
                      <a:pt x="197167" y="53340"/>
                    </a:lnTo>
                    <a:lnTo>
                      <a:pt x="198120" y="49530"/>
                    </a:lnTo>
                    <a:lnTo>
                      <a:pt x="200025" y="36195"/>
                    </a:lnTo>
                    <a:lnTo>
                      <a:pt x="201930" y="33338"/>
                    </a:lnTo>
                    <a:lnTo>
                      <a:pt x="204788" y="31432"/>
                    </a:lnTo>
                    <a:lnTo>
                      <a:pt x="209550" y="3238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74" name="Freeform: Shape 219">
                <a:extLst>
                  <a:ext uri="{FF2B5EF4-FFF2-40B4-BE49-F238E27FC236}">
                    <a16:creationId xmlns:a16="http://schemas.microsoft.com/office/drawing/2014/main" id="{604E3A28-7C05-5D2E-DA44-44124096EDD0}"/>
                  </a:ext>
                </a:extLst>
              </p:cNvPr>
              <p:cNvSpPr/>
              <p:nvPr/>
            </p:nvSpPr>
            <p:spPr>
              <a:xfrm>
                <a:off x="5538167" y="4499313"/>
                <a:ext cx="2107" cy="2261"/>
              </a:xfrm>
              <a:custGeom>
                <a:avLst/>
                <a:gdLst>
                  <a:gd name="connsiteX0" fmla="*/ 952 w 1904"/>
                  <a:gd name="connsiteY0" fmla="*/ 0 h 1904"/>
                  <a:gd name="connsiteX1" fmla="*/ 0 w 1904"/>
                  <a:gd name="connsiteY1" fmla="*/ 952 h 1904"/>
                  <a:gd name="connsiteX2" fmla="*/ 952 w 1904"/>
                  <a:gd name="connsiteY2" fmla="*/ 1905 h 1904"/>
                  <a:gd name="connsiteX3" fmla="*/ 952 w 1904"/>
                  <a:gd name="connsiteY3" fmla="*/ 1905 h 1904"/>
                  <a:gd name="connsiteX4" fmla="*/ 1905 w 1904"/>
                  <a:gd name="connsiteY4" fmla="*/ 952 h 1904"/>
                  <a:gd name="connsiteX5" fmla="*/ 952 w 1904"/>
                  <a:gd name="connsiteY5" fmla="*/ 0 h 1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4" h="1904">
                    <a:moveTo>
                      <a:pt x="952" y="0"/>
                    </a:moveTo>
                    <a:lnTo>
                      <a:pt x="0" y="952"/>
                    </a:lnTo>
                    <a:lnTo>
                      <a:pt x="952" y="1905"/>
                    </a:lnTo>
                    <a:lnTo>
                      <a:pt x="952" y="1905"/>
                    </a:lnTo>
                    <a:lnTo>
                      <a:pt x="1905" y="952"/>
                    </a:lnTo>
                    <a:lnTo>
                      <a:pt x="952" y="0"/>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75" name="Freeform: Shape 233">
                <a:extLst>
                  <a:ext uri="{FF2B5EF4-FFF2-40B4-BE49-F238E27FC236}">
                    <a16:creationId xmlns:a16="http://schemas.microsoft.com/office/drawing/2014/main" id="{F29B8D19-463E-67E8-2E65-FDA9EEC0FAF9}"/>
                  </a:ext>
                </a:extLst>
              </p:cNvPr>
              <p:cNvSpPr/>
              <p:nvPr/>
            </p:nvSpPr>
            <p:spPr>
              <a:xfrm>
                <a:off x="6893894" y="3557182"/>
                <a:ext cx="42168" cy="40716"/>
              </a:xfrm>
              <a:custGeom>
                <a:avLst/>
                <a:gdLst>
                  <a:gd name="connsiteX0" fmla="*/ 24765 w 38100"/>
                  <a:gd name="connsiteY0" fmla="*/ 1905 h 34290"/>
                  <a:gd name="connsiteX1" fmla="*/ 29527 w 38100"/>
                  <a:gd name="connsiteY1" fmla="*/ 3810 h 34290"/>
                  <a:gd name="connsiteX2" fmla="*/ 29527 w 38100"/>
                  <a:gd name="connsiteY2" fmla="*/ 6667 h 34290"/>
                  <a:gd name="connsiteX3" fmla="*/ 30480 w 38100"/>
                  <a:gd name="connsiteY3" fmla="*/ 8572 h 34290"/>
                  <a:gd name="connsiteX4" fmla="*/ 31433 w 38100"/>
                  <a:gd name="connsiteY4" fmla="*/ 10478 h 34290"/>
                  <a:gd name="connsiteX5" fmla="*/ 32385 w 38100"/>
                  <a:gd name="connsiteY5" fmla="*/ 12382 h 34290"/>
                  <a:gd name="connsiteX6" fmla="*/ 29527 w 38100"/>
                  <a:gd name="connsiteY6" fmla="*/ 11430 h 34290"/>
                  <a:gd name="connsiteX7" fmla="*/ 27622 w 38100"/>
                  <a:gd name="connsiteY7" fmla="*/ 12382 h 34290"/>
                  <a:gd name="connsiteX8" fmla="*/ 25717 w 38100"/>
                  <a:gd name="connsiteY8" fmla="*/ 14288 h 34290"/>
                  <a:gd name="connsiteX9" fmla="*/ 23813 w 38100"/>
                  <a:gd name="connsiteY9" fmla="*/ 16192 h 34290"/>
                  <a:gd name="connsiteX10" fmla="*/ 27622 w 38100"/>
                  <a:gd name="connsiteY10" fmla="*/ 17145 h 34290"/>
                  <a:gd name="connsiteX11" fmla="*/ 29527 w 38100"/>
                  <a:gd name="connsiteY11" fmla="*/ 17145 h 34290"/>
                  <a:gd name="connsiteX12" fmla="*/ 30480 w 38100"/>
                  <a:gd name="connsiteY12" fmla="*/ 18097 h 34290"/>
                  <a:gd name="connsiteX13" fmla="*/ 38100 w 38100"/>
                  <a:gd name="connsiteY13" fmla="*/ 34290 h 34290"/>
                  <a:gd name="connsiteX14" fmla="*/ 26670 w 38100"/>
                  <a:gd name="connsiteY14" fmla="*/ 34290 h 34290"/>
                  <a:gd name="connsiteX15" fmla="*/ 23813 w 38100"/>
                  <a:gd name="connsiteY15" fmla="*/ 34290 h 34290"/>
                  <a:gd name="connsiteX16" fmla="*/ 21908 w 38100"/>
                  <a:gd name="connsiteY16" fmla="*/ 33337 h 34290"/>
                  <a:gd name="connsiteX17" fmla="*/ 20955 w 38100"/>
                  <a:gd name="connsiteY17" fmla="*/ 31433 h 34290"/>
                  <a:gd name="connsiteX18" fmla="*/ 20002 w 38100"/>
                  <a:gd name="connsiteY18" fmla="*/ 28575 h 34290"/>
                  <a:gd name="connsiteX19" fmla="*/ 16192 w 38100"/>
                  <a:gd name="connsiteY19" fmla="*/ 24765 h 34290"/>
                  <a:gd name="connsiteX20" fmla="*/ 11430 w 38100"/>
                  <a:gd name="connsiteY20" fmla="*/ 22860 h 34290"/>
                  <a:gd name="connsiteX21" fmla="*/ 0 w 38100"/>
                  <a:gd name="connsiteY21" fmla="*/ 21907 h 34290"/>
                  <a:gd name="connsiteX22" fmla="*/ 5715 w 38100"/>
                  <a:gd name="connsiteY22" fmla="*/ 15240 h 34290"/>
                  <a:gd name="connsiteX23" fmla="*/ 7620 w 38100"/>
                  <a:gd name="connsiteY23" fmla="*/ 12382 h 34290"/>
                  <a:gd name="connsiteX24" fmla="*/ 10477 w 38100"/>
                  <a:gd name="connsiteY24" fmla="*/ 5715 h 34290"/>
                  <a:gd name="connsiteX25" fmla="*/ 11430 w 38100"/>
                  <a:gd name="connsiteY25" fmla="*/ 3810 h 34290"/>
                  <a:gd name="connsiteX26" fmla="*/ 15240 w 38100"/>
                  <a:gd name="connsiteY26" fmla="*/ 953 h 34290"/>
                  <a:gd name="connsiteX27" fmla="*/ 20002 w 38100"/>
                  <a:gd name="connsiteY27" fmla="*/ 0 h 34290"/>
                  <a:gd name="connsiteX28" fmla="*/ 24765 w 38100"/>
                  <a:gd name="connsiteY28" fmla="*/ 1905 h 34290"/>
                  <a:gd name="connsiteX29" fmla="*/ 32385 w 38100"/>
                  <a:gd name="connsiteY29" fmla="*/ 5715 h 34290"/>
                  <a:gd name="connsiteX30" fmla="*/ 31433 w 38100"/>
                  <a:gd name="connsiteY30" fmla="*/ 7620 h 34290"/>
                  <a:gd name="connsiteX31" fmla="*/ 31433 w 38100"/>
                  <a:gd name="connsiteY31" fmla="*/ 9525 h 34290"/>
                  <a:gd name="connsiteX32" fmla="*/ 32385 w 38100"/>
                  <a:gd name="connsiteY32" fmla="*/ 11430 h 34290"/>
                  <a:gd name="connsiteX33" fmla="*/ 34290 w 38100"/>
                  <a:gd name="connsiteY33" fmla="*/ 12382 h 34290"/>
                  <a:gd name="connsiteX34" fmla="*/ 36195 w 38100"/>
                  <a:gd name="connsiteY34" fmla="*/ 12382 h 34290"/>
                  <a:gd name="connsiteX35" fmla="*/ 37147 w 38100"/>
                  <a:gd name="connsiteY35" fmla="*/ 11430 h 34290"/>
                  <a:gd name="connsiteX36" fmla="*/ 37147 w 38100"/>
                  <a:gd name="connsiteY36" fmla="*/ 9525 h 34290"/>
                  <a:gd name="connsiteX37" fmla="*/ 35242 w 38100"/>
                  <a:gd name="connsiteY37" fmla="*/ 7620 h 34290"/>
                  <a:gd name="connsiteX38" fmla="*/ 33338 w 38100"/>
                  <a:gd name="connsiteY38" fmla="*/ 5715 h 34290"/>
                  <a:gd name="connsiteX39" fmla="*/ 32385 w 38100"/>
                  <a:gd name="connsiteY39" fmla="*/ 5715 h 34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100" h="34290">
                    <a:moveTo>
                      <a:pt x="24765" y="1905"/>
                    </a:moveTo>
                    <a:lnTo>
                      <a:pt x="29527" y="3810"/>
                    </a:lnTo>
                    <a:lnTo>
                      <a:pt x="29527" y="6667"/>
                    </a:lnTo>
                    <a:lnTo>
                      <a:pt x="30480" y="8572"/>
                    </a:lnTo>
                    <a:lnTo>
                      <a:pt x="31433" y="10478"/>
                    </a:lnTo>
                    <a:lnTo>
                      <a:pt x="32385" y="12382"/>
                    </a:lnTo>
                    <a:lnTo>
                      <a:pt x="29527" y="11430"/>
                    </a:lnTo>
                    <a:lnTo>
                      <a:pt x="27622" y="12382"/>
                    </a:lnTo>
                    <a:lnTo>
                      <a:pt x="25717" y="14288"/>
                    </a:lnTo>
                    <a:lnTo>
                      <a:pt x="23813" y="16192"/>
                    </a:lnTo>
                    <a:lnTo>
                      <a:pt x="27622" y="17145"/>
                    </a:lnTo>
                    <a:lnTo>
                      <a:pt x="29527" y="17145"/>
                    </a:lnTo>
                    <a:lnTo>
                      <a:pt x="30480" y="18097"/>
                    </a:lnTo>
                    <a:lnTo>
                      <a:pt x="38100" y="34290"/>
                    </a:lnTo>
                    <a:lnTo>
                      <a:pt x="26670" y="34290"/>
                    </a:lnTo>
                    <a:lnTo>
                      <a:pt x="23813" y="34290"/>
                    </a:lnTo>
                    <a:lnTo>
                      <a:pt x="21908" y="33337"/>
                    </a:lnTo>
                    <a:lnTo>
                      <a:pt x="20955" y="31433"/>
                    </a:lnTo>
                    <a:lnTo>
                      <a:pt x="20002" y="28575"/>
                    </a:lnTo>
                    <a:lnTo>
                      <a:pt x="16192" y="24765"/>
                    </a:lnTo>
                    <a:lnTo>
                      <a:pt x="11430" y="22860"/>
                    </a:lnTo>
                    <a:lnTo>
                      <a:pt x="0" y="21907"/>
                    </a:lnTo>
                    <a:lnTo>
                      <a:pt x="5715" y="15240"/>
                    </a:lnTo>
                    <a:lnTo>
                      <a:pt x="7620" y="12382"/>
                    </a:lnTo>
                    <a:lnTo>
                      <a:pt x="10477" y="5715"/>
                    </a:lnTo>
                    <a:lnTo>
                      <a:pt x="11430" y="3810"/>
                    </a:lnTo>
                    <a:lnTo>
                      <a:pt x="15240" y="953"/>
                    </a:lnTo>
                    <a:lnTo>
                      <a:pt x="20002" y="0"/>
                    </a:lnTo>
                    <a:lnTo>
                      <a:pt x="24765" y="1905"/>
                    </a:lnTo>
                    <a:close/>
                    <a:moveTo>
                      <a:pt x="32385" y="5715"/>
                    </a:moveTo>
                    <a:lnTo>
                      <a:pt x="31433" y="7620"/>
                    </a:lnTo>
                    <a:lnTo>
                      <a:pt x="31433" y="9525"/>
                    </a:lnTo>
                    <a:lnTo>
                      <a:pt x="32385" y="11430"/>
                    </a:lnTo>
                    <a:lnTo>
                      <a:pt x="34290" y="12382"/>
                    </a:lnTo>
                    <a:lnTo>
                      <a:pt x="36195" y="12382"/>
                    </a:lnTo>
                    <a:lnTo>
                      <a:pt x="37147" y="11430"/>
                    </a:lnTo>
                    <a:lnTo>
                      <a:pt x="37147" y="9525"/>
                    </a:lnTo>
                    <a:lnTo>
                      <a:pt x="35242" y="7620"/>
                    </a:lnTo>
                    <a:lnTo>
                      <a:pt x="33338" y="5715"/>
                    </a:lnTo>
                    <a:lnTo>
                      <a:pt x="32385" y="5715"/>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sp>
            <p:nvSpPr>
              <p:cNvPr id="776" name="Freeform: Shape 234">
                <a:extLst>
                  <a:ext uri="{FF2B5EF4-FFF2-40B4-BE49-F238E27FC236}">
                    <a16:creationId xmlns:a16="http://schemas.microsoft.com/office/drawing/2014/main" id="{66EABA8B-8DD2-8F71-E9AD-B240882278C8}"/>
                  </a:ext>
                </a:extLst>
              </p:cNvPr>
              <p:cNvSpPr/>
              <p:nvPr/>
            </p:nvSpPr>
            <p:spPr>
              <a:xfrm>
                <a:off x="6988682" y="3663473"/>
                <a:ext cx="17921" cy="41846"/>
              </a:xfrm>
              <a:custGeom>
                <a:avLst/>
                <a:gdLst>
                  <a:gd name="connsiteX0" fmla="*/ 3810 w 16192"/>
                  <a:gd name="connsiteY0" fmla="*/ 34290 h 35242"/>
                  <a:gd name="connsiteX1" fmla="*/ 6667 w 16192"/>
                  <a:gd name="connsiteY1" fmla="*/ 35243 h 35242"/>
                  <a:gd name="connsiteX2" fmla="*/ 10477 w 16192"/>
                  <a:gd name="connsiteY2" fmla="*/ 34290 h 35242"/>
                  <a:gd name="connsiteX3" fmla="*/ 13335 w 16192"/>
                  <a:gd name="connsiteY3" fmla="*/ 32385 h 35242"/>
                  <a:gd name="connsiteX4" fmla="*/ 15240 w 16192"/>
                  <a:gd name="connsiteY4" fmla="*/ 27623 h 35242"/>
                  <a:gd name="connsiteX5" fmla="*/ 16192 w 16192"/>
                  <a:gd name="connsiteY5" fmla="*/ 22860 h 35242"/>
                  <a:gd name="connsiteX6" fmla="*/ 16192 w 16192"/>
                  <a:gd name="connsiteY6" fmla="*/ 19050 h 35242"/>
                  <a:gd name="connsiteX7" fmla="*/ 15240 w 16192"/>
                  <a:gd name="connsiteY7" fmla="*/ 16193 h 35242"/>
                  <a:gd name="connsiteX8" fmla="*/ 15240 w 16192"/>
                  <a:gd name="connsiteY8" fmla="*/ 14288 h 35242"/>
                  <a:gd name="connsiteX9" fmla="*/ 15240 w 16192"/>
                  <a:gd name="connsiteY9" fmla="*/ 7620 h 35242"/>
                  <a:gd name="connsiteX10" fmla="*/ 15240 w 16192"/>
                  <a:gd name="connsiteY10" fmla="*/ 5715 h 35242"/>
                  <a:gd name="connsiteX11" fmla="*/ 14288 w 16192"/>
                  <a:gd name="connsiteY11" fmla="*/ 3810 h 35242"/>
                  <a:gd name="connsiteX12" fmla="*/ 10477 w 16192"/>
                  <a:gd name="connsiteY12" fmla="*/ 952 h 35242"/>
                  <a:gd name="connsiteX13" fmla="*/ 10477 w 16192"/>
                  <a:gd name="connsiteY13" fmla="*/ 952 h 35242"/>
                  <a:gd name="connsiteX14" fmla="*/ 9525 w 16192"/>
                  <a:gd name="connsiteY14" fmla="*/ 0 h 35242"/>
                  <a:gd name="connsiteX15" fmla="*/ 8572 w 16192"/>
                  <a:gd name="connsiteY15" fmla="*/ 952 h 35242"/>
                  <a:gd name="connsiteX16" fmla="*/ 7620 w 16192"/>
                  <a:gd name="connsiteY16" fmla="*/ 952 h 35242"/>
                  <a:gd name="connsiteX17" fmla="*/ 6667 w 16192"/>
                  <a:gd name="connsiteY17" fmla="*/ 1905 h 35242"/>
                  <a:gd name="connsiteX18" fmla="*/ 5715 w 16192"/>
                  <a:gd name="connsiteY18" fmla="*/ 2857 h 35242"/>
                  <a:gd name="connsiteX19" fmla="*/ 4763 w 16192"/>
                  <a:gd name="connsiteY19" fmla="*/ 3810 h 35242"/>
                  <a:gd name="connsiteX20" fmla="*/ 3810 w 16192"/>
                  <a:gd name="connsiteY20" fmla="*/ 5715 h 35242"/>
                  <a:gd name="connsiteX21" fmla="*/ 0 w 16192"/>
                  <a:gd name="connsiteY21" fmla="*/ 17145 h 35242"/>
                  <a:gd name="connsiteX22" fmla="*/ 0 w 16192"/>
                  <a:gd name="connsiteY22" fmla="*/ 19050 h 35242"/>
                  <a:gd name="connsiteX23" fmla="*/ 0 w 16192"/>
                  <a:gd name="connsiteY23" fmla="*/ 21907 h 35242"/>
                  <a:gd name="connsiteX24" fmla="*/ 952 w 16192"/>
                  <a:gd name="connsiteY24" fmla="*/ 25718 h 35242"/>
                  <a:gd name="connsiteX25" fmla="*/ 952 w 16192"/>
                  <a:gd name="connsiteY25" fmla="*/ 27623 h 35242"/>
                  <a:gd name="connsiteX26" fmla="*/ 952 w 16192"/>
                  <a:gd name="connsiteY26" fmla="*/ 30480 h 35242"/>
                  <a:gd name="connsiteX27" fmla="*/ 1905 w 16192"/>
                  <a:gd name="connsiteY27" fmla="*/ 33338 h 3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192" h="35242">
                    <a:moveTo>
                      <a:pt x="3810" y="34290"/>
                    </a:moveTo>
                    <a:lnTo>
                      <a:pt x="6667" y="35243"/>
                    </a:lnTo>
                    <a:lnTo>
                      <a:pt x="10477" y="34290"/>
                    </a:lnTo>
                    <a:lnTo>
                      <a:pt x="13335" y="32385"/>
                    </a:lnTo>
                    <a:lnTo>
                      <a:pt x="15240" y="27623"/>
                    </a:lnTo>
                    <a:lnTo>
                      <a:pt x="16192" y="22860"/>
                    </a:lnTo>
                    <a:lnTo>
                      <a:pt x="16192" y="19050"/>
                    </a:lnTo>
                    <a:lnTo>
                      <a:pt x="15240" y="16193"/>
                    </a:lnTo>
                    <a:lnTo>
                      <a:pt x="15240" y="14288"/>
                    </a:lnTo>
                    <a:lnTo>
                      <a:pt x="15240" y="7620"/>
                    </a:lnTo>
                    <a:lnTo>
                      <a:pt x="15240" y="5715"/>
                    </a:lnTo>
                    <a:lnTo>
                      <a:pt x="14288" y="3810"/>
                    </a:lnTo>
                    <a:lnTo>
                      <a:pt x="10477" y="952"/>
                    </a:lnTo>
                    <a:lnTo>
                      <a:pt x="10477" y="952"/>
                    </a:lnTo>
                    <a:lnTo>
                      <a:pt x="9525" y="0"/>
                    </a:lnTo>
                    <a:lnTo>
                      <a:pt x="8572" y="952"/>
                    </a:lnTo>
                    <a:lnTo>
                      <a:pt x="7620" y="952"/>
                    </a:lnTo>
                    <a:lnTo>
                      <a:pt x="6667" y="1905"/>
                    </a:lnTo>
                    <a:lnTo>
                      <a:pt x="5715" y="2857"/>
                    </a:lnTo>
                    <a:lnTo>
                      <a:pt x="4763" y="3810"/>
                    </a:lnTo>
                    <a:lnTo>
                      <a:pt x="3810" y="5715"/>
                    </a:lnTo>
                    <a:lnTo>
                      <a:pt x="0" y="17145"/>
                    </a:lnTo>
                    <a:lnTo>
                      <a:pt x="0" y="19050"/>
                    </a:lnTo>
                    <a:lnTo>
                      <a:pt x="0" y="21907"/>
                    </a:lnTo>
                    <a:lnTo>
                      <a:pt x="952" y="25718"/>
                    </a:lnTo>
                    <a:lnTo>
                      <a:pt x="952" y="27623"/>
                    </a:lnTo>
                    <a:lnTo>
                      <a:pt x="952" y="30480"/>
                    </a:lnTo>
                    <a:lnTo>
                      <a:pt x="1905" y="33338"/>
                    </a:lnTo>
                    <a:close/>
                  </a:path>
                </a:pathLst>
              </a:custGeom>
              <a:solidFill>
                <a:schemeClr val="bg1">
                  <a:lumMod val="85000"/>
                </a:schemeClr>
              </a:solidFill>
              <a:ln w="6350" cap="rnd">
                <a:solidFill>
                  <a:schemeClr val="bg1">
                    <a:alpha val="80000"/>
                  </a:schemeClr>
                </a:solidFill>
                <a:prstDash val="solid"/>
                <a:round/>
              </a:ln>
            </p:spPr>
            <p:txBody>
              <a:bodyPr rtlCol="0" anchor="ctr"/>
              <a:lstStyle/>
              <a:p>
                <a:endParaRPr lang="en-US"/>
              </a:p>
            </p:txBody>
          </p:sp>
        </p:grpSp>
        <p:grpSp>
          <p:nvGrpSpPr>
            <p:cNvPr id="8" name="Group 583">
              <a:extLst>
                <a:ext uri="{FF2B5EF4-FFF2-40B4-BE49-F238E27FC236}">
                  <a16:creationId xmlns:a16="http://schemas.microsoft.com/office/drawing/2014/main" id="{7219D160-CF8A-C6CB-2D31-DF8F60B79FFC}"/>
                </a:ext>
              </a:extLst>
            </p:cNvPr>
            <p:cNvGrpSpPr/>
            <p:nvPr/>
          </p:nvGrpSpPr>
          <p:grpSpPr>
            <a:xfrm>
              <a:off x="9104456" y="5328701"/>
              <a:ext cx="95570" cy="149967"/>
              <a:chOff x="9130175" y="5138828"/>
              <a:chExt cx="96387" cy="151249"/>
            </a:xfrm>
          </p:grpSpPr>
          <p:sp>
            <p:nvSpPr>
              <p:cNvPr id="56" name="Oval 55">
                <a:extLst>
                  <a:ext uri="{FF2B5EF4-FFF2-40B4-BE49-F238E27FC236}">
                    <a16:creationId xmlns:a16="http://schemas.microsoft.com/office/drawing/2014/main" id="{A92C95D9-09D7-01B5-4DCA-8A49909140C4}"/>
                  </a:ext>
                </a:extLst>
              </p:cNvPr>
              <p:cNvSpPr/>
              <p:nvPr/>
            </p:nvSpPr>
            <p:spPr bwMode="gray">
              <a:xfrm>
                <a:off x="9130175" y="5138828"/>
                <a:ext cx="96387" cy="96386"/>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7" name="Isosceles Triangle 581">
                <a:extLst>
                  <a:ext uri="{FF2B5EF4-FFF2-40B4-BE49-F238E27FC236}">
                    <a16:creationId xmlns:a16="http://schemas.microsoft.com/office/drawing/2014/main" id="{36CD4E13-4CFE-C120-8F5E-A93A06E218AD}"/>
                  </a:ext>
                </a:extLst>
              </p:cNvPr>
              <p:cNvSpPr/>
              <p:nvPr/>
            </p:nvSpPr>
            <p:spPr bwMode="gray">
              <a:xfrm flipV="1">
                <a:off x="9158931" y="5235213"/>
                <a:ext cx="38876" cy="548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9" name="Oval 8">
              <a:extLst>
                <a:ext uri="{FF2B5EF4-FFF2-40B4-BE49-F238E27FC236}">
                  <a16:creationId xmlns:a16="http://schemas.microsoft.com/office/drawing/2014/main" id="{87E98D9C-D786-1B84-8EFC-5D1D1A6AB1BA}"/>
                </a:ext>
              </a:extLst>
            </p:cNvPr>
            <p:cNvSpPr/>
            <p:nvPr/>
          </p:nvSpPr>
          <p:spPr bwMode="gray">
            <a:xfrm>
              <a:off x="7009515" y="3855049"/>
              <a:ext cx="95570" cy="95569"/>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Isosceles Triangle 586">
              <a:extLst>
                <a:ext uri="{FF2B5EF4-FFF2-40B4-BE49-F238E27FC236}">
                  <a16:creationId xmlns:a16="http://schemas.microsoft.com/office/drawing/2014/main" id="{1283962D-87EC-46AB-975C-967FA06C9A57}"/>
                </a:ext>
              </a:extLst>
            </p:cNvPr>
            <p:cNvSpPr/>
            <p:nvPr/>
          </p:nvSpPr>
          <p:spPr bwMode="gray">
            <a:xfrm flipV="1">
              <a:off x="7038027" y="3950617"/>
              <a:ext cx="38546" cy="5439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Oval 10">
              <a:extLst>
                <a:ext uri="{FF2B5EF4-FFF2-40B4-BE49-F238E27FC236}">
                  <a16:creationId xmlns:a16="http://schemas.microsoft.com/office/drawing/2014/main" id="{BE561403-F35C-A9E7-BAE9-220F63F14E37}"/>
                </a:ext>
              </a:extLst>
            </p:cNvPr>
            <p:cNvSpPr/>
            <p:nvPr/>
          </p:nvSpPr>
          <p:spPr bwMode="gray">
            <a:xfrm>
              <a:off x="6093485" y="3329409"/>
              <a:ext cx="95570" cy="95569"/>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Isosceles Triangle 589">
              <a:extLst>
                <a:ext uri="{FF2B5EF4-FFF2-40B4-BE49-F238E27FC236}">
                  <a16:creationId xmlns:a16="http://schemas.microsoft.com/office/drawing/2014/main" id="{73E958AC-E4ED-5BE3-367A-C0AE48014D4F}"/>
                </a:ext>
              </a:extLst>
            </p:cNvPr>
            <p:cNvSpPr/>
            <p:nvPr/>
          </p:nvSpPr>
          <p:spPr bwMode="gray">
            <a:xfrm flipV="1">
              <a:off x="6121997" y="3424977"/>
              <a:ext cx="38546" cy="5439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Oval 12">
              <a:extLst>
                <a:ext uri="{FF2B5EF4-FFF2-40B4-BE49-F238E27FC236}">
                  <a16:creationId xmlns:a16="http://schemas.microsoft.com/office/drawing/2014/main" id="{A909728E-2476-E652-1B58-1181FAFCF631}"/>
                </a:ext>
              </a:extLst>
            </p:cNvPr>
            <p:cNvSpPr/>
            <p:nvPr/>
          </p:nvSpPr>
          <p:spPr bwMode="gray">
            <a:xfrm>
              <a:off x="5734822" y="3402247"/>
              <a:ext cx="95570" cy="95569"/>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Isosceles Triangle 592">
              <a:extLst>
                <a:ext uri="{FF2B5EF4-FFF2-40B4-BE49-F238E27FC236}">
                  <a16:creationId xmlns:a16="http://schemas.microsoft.com/office/drawing/2014/main" id="{B41927D8-900A-67B3-A160-87D8F91F4A3C}"/>
                </a:ext>
              </a:extLst>
            </p:cNvPr>
            <p:cNvSpPr/>
            <p:nvPr/>
          </p:nvSpPr>
          <p:spPr bwMode="gray">
            <a:xfrm flipV="1">
              <a:off x="5763334" y="3497815"/>
              <a:ext cx="38546" cy="5439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5" name="Group 593">
              <a:extLst>
                <a:ext uri="{FF2B5EF4-FFF2-40B4-BE49-F238E27FC236}">
                  <a16:creationId xmlns:a16="http://schemas.microsoft.com/office/drawing/2014/main" id="{2F8FDD75-AD26-CBC3-9F6B-9AB5E447E46D}"/>
                </a:ext>
              </a:extLst>
            </p:cNvPr>
            <p:cNvGrpSpPr/>
            <p:nvPr/>
          </p:nvGrpSpPr>
          <p:grpSpPr>
            <a:xfrm>
              <a:off x="5777022" y="3037578"/>
              <a:ext cx="95570" cy="149967"/>
              <a:chOff x="9130175" y="5138828"/>
              <a:chExt cx="96387" cy="151249"/>
            </a:xfrm>
          </p:grpSpPr>
          <p:sp>
            <p:nvSpPr>
              <p:cNvPr id="54" name="Oval 53">
                <a:extLst>
                  <a:ext uri="{FF2B5EF4-FFF2-40B4-BE49-F238E27FC236}">
                    <a16:creationId xmlns:a16="http://schemas.microsoft.com/office/drawing/2014/main" id="{2B9CBA75-41CB-A762-BB4F-C39EBACA2B58}"/>
                  </a:ext>
                </a:extLst>
              </p:cNvPr>
              <p:cNvSpPr/>
              <p:nvPr/>
            </p:nvSpPr>
            <p:spPr bwMode="gray">
              <a:xfrm>
                <a:off x="9130175" y="5138828"/>
                <a:ext cx="96387" cy="96386"/>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5" name="Isosceles Triangle 595">
                <a:extLst>
                  <a:ext uri="{FF2B5EF4-FFF2-40B4-BE49-F238E27FC236}">
                    <a16:creationId xmlns:a16="http://schemas.microsoft.com/office/drawing/2014/main" id="{46919AF6-29A1-14AB-7963-F4BB255C2433}"/>
                  </a:ext>
                </a:extLst>
              </p:cNvPr>
              <p:cNvSpPr/>
              <p:nvPr/>
            </p:nvSpPr>
            <p:spPr bwMode="gray">
              <a:xfrm flipV="1">
                <a:off x="9158931" y="5235213"/>
                <a:ext cx="38876" cy="548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6" name="Oval 15">
              <a:extLst>
                <a:ext uri="{FF2B5EF4-FFF2-40B4-BE49-F238E27FC236}">
                  <a16:creationId xmlns:a16="http://schemas.microsoft.com/office/drawing/2014/main" id="{767A1064-24B5-9A8D-4C26-92251D630147}"/>
                </a:ext>
              </a:extLst>
            </p:cNvPr>
            <p:cNvSpPr/>
            <p:nvPr/>
          </p:nvSpPr>
          <p:spPr bwMode="gray">
            <a:xfrm>
              <a:off x="6045112" y="3109894"/>
              <a:ext cx="95570" cy="95569"/>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Isosceles Triangle 598">
              <a:extLst>
                <a:ext uri="{FF2B5EF4-FFF2-40B4-BE49-F238E27FC236}">
                  <a16:creationId xmlns:a16="http://schemas.microsoft.com/office/drawing/2014/main" id="{C0776FC6-6B8E-052B-0B07-70BAFCA5F404}"/>
                </a:ext>
              </a:extLst>
            </p:cNvPr>
            <p:cNvSpPr/>
            <p:nvPr/>
          </p:nvSpPr>
          <p:spPr bwMode="gray">
            <a:xfrm flipV="1">
              <a:off x="6073624" y="3205462"/>
              <a:ext cx="38546" cy="5439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8" name="Group 599">
              <a:extLst>
                <a:ext uri="{FF2B5EF4-FFF2-40B4-BE49-F238E27FC236}">
                  <a16:creationId xmlns:a16="http://schemas.microsoft.com/office/drawing/2014/main" id="{979FBA16-8470-9B2F-4074-F079F03DE6C8}"/>
                </a:ext>
              </a:extLst>
            </p:cNvPr>
            <p:cNvGrpSpPr/>
            <p:nvPr/>
          </p:nvGrpSpPr>
          <p:grpSpPr>
            <a:xfrm>
              <a:off x="4812557" y="4881166"/>
              <a:ext cx="95570" cy="149967"/>
              <a:chOff x="9130175" y="5138828"/>
              <a:chExt cx="96387" cy="151249"/>
            </a:xfrm>
          </p:grpSpPr>
          <p:sp>
            <p:nvSpPr>
              <p:cNvPr id="52" name="Oval 51">
                <a:extLst>
                  <a:ext uri="{FF2B5EF4-FFF2-40B4-BE49-F238E27FC236}">
                    <a16:creationId xmlns:a16="http://schemas.microsoft.com/office/drawing/2014/main" id="{1DFB936B-1670-FA98-9243-0525E7EE7AD8}"/>
                  </a:ext>
                </a:extLst>
              </p:cNvPr>
              <p:cNvSpPr/>
              <p:nvPr/>
            </p:nvSpPr>
            <p:spPr bwMode="gray">
              <a:xfrm>
                <a:off x="9130175" y="5138828"/>
                <a:ext cx="96387" cy="96386"/>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3" name="Isosceles Triangle 601">
                <a:extLst>
                  <a:ext uri="{FF2B5EF4-FFF2-40B4-BE49-F238E27FC236}">
                    <a16:creationId xmlns:a16="http://schemas.microsoft.com/office/drawing/2014/main" id="{FB1CC8EE-0549-BD28-3145-3D18C31ECBDC}"/>
                  </a:ext>
                </a:extLst>
              </p:cNvPr>
              <p:cNvSpPr/>
              <p:nvPr/>
            </p:nvSpPr>
            <p:spPr bwMode="gray">
              <a:xfrm flipV="1">
                <a:off x="9158931" y="5235213"/>
                <a:ext cx="38876" cy="548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9" name="Group 602">
              <a:extLst>
                <a:ext uri="{FF2B5EF4-FFF2-40B4-BE49-F238E27FC236}">
                  <a16:creationId xmlns:a16="http://schemas.microsoft.com/office/drawing/2014/main" id="{00701BA7-B2F6-62F3-1DFF-B1CC8875D572}"/>
                </a:ext>
              </a:extLst>
            </p:cNvPr>
            <p:cNvGrpSpPr/>
            <p:nvPr/>
          </p:nvGrpSpPr>
          <p:grpSpPr>
            <a:xfrm>
              <a:off x="3547753" y="3962877"/>
              <a:ext cx="95570" cy="149967"/>
              <a:chOff x="9130175" y="5138828"/>
              <a:chExt cx="96387" cy="151249"/>
            </a:xfrm>
          </p:grpSpPr>
          <p:sp>
            <p:nvSpPr>
              <p:cNvPr id="50" name="Oval 49">
                <a:extLst>
                  <a:ext uri="{FF2B5EF4-FFF2-40B4-BE49-F238E27FC236}">
                    <a16:creationId xmlns:a16="http://schemas.microsoft.com/office/drawing/2014/main" id="{90EC7BC9-0225-1BAF-07B6-882EC2A2BB53}"/>
                  </a:ext>
                </a:extLst>
              </p:cNvPr>
              <p:cNvSpPr/>
              <p:nvPr/>
            </p:nvSpPr>
            <p:spPr bwMode="gray">
              <a:xfrm>
                <a:off x="9130175" y="5138828"/>
                <a:ext cx="96387" cy="96386"/>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Isosceles Triangle 604">
                <a:extLst>
                  <a:ext uri="{FF2B5EF4-FFF2-40B4-BE49-F238E27FC236}">
                    <a16:creationId xmlns:a16="http://schemas.microsoft.com/office/drawing/2014/main" id="{B2E59353-3B7A-C502-6321-2D3EE4B7D1DA}"/>
                  </a:ext>
                </a:extLst>
              </p:cNvPr>
              <p:cNvSpPr/>
              <p:nvPr/>
            </p:nvSpPr>
            <p:spPr bwMode="gray">
              <a:xfrm flipV="1">
                <a:off x="9158931" y="5235213"/>
                <a:ext cx="38876" cy="548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0" name="Group 605">
              <a:extLst>
                <a:ext uri="{FF2B5EF4-FFF2-40B4-BE49-F238E27FC236}">
                  <a16:creationId xmlns:a16="http://schemas.microsoft.com/office/drawing/2014/main" id="{1EEC5E30-E28E-FDD1-E489-596610432D31}"/>
                </a:ext>
              </a:extLst>
            </p:cNvPr>
            <p:cNvGrpSpPr/>
            <p:nvPr/>
          </p:nvGrpSpPr>
          <p:grpSpPr>
            <a:xfrm>
              <a:off x="3393518" y="3548550"/>
              <a:ext cx="95570" cy="149967"/>
              <a:chOff x="9130175" y="5138828"/>
              <a:chExt cx="96387" cy="151249"/>
            </a:xfrm>
          </p:grpSpPr>
          <p:sp>
            <p:nvSpPr>
              <p:cNvPr id="48" name="Oval 47">
                <a:extLst>
                  <a:ext uri="{FF2B5EF4-FFF2-40B4-BE49-F238E27FC236}">
                    <a16:creationId xmlns:a16="http://schemas.microsoft.com/office/drawing/2014/main" id="{4D38781E-1782-4F61-D966-CF6D21FAE478}"/>
                  </a:ext>
                </a:extLst>
              </p:cNvPr>
              <p:cNvSpPr/>
              <p:nvPr/>
            </p:nvSpPr>
            <p:spPr bwMode="gray">
              <a:xfrm>
                <a:off x="9130175" y="5138828"/>
                <a:ext cx="96387" cy="96386"/>
              </a:xfrm>
              <a:prstGeom prst="ellipse">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Isosceles Triangle 607">
                <a:extLst>
                  <a:ext uri="{FF2B5EF4-FFF2-40B4-BE49-F238E27FC236}">
                    <a16:creationId xmlns:a16="http://schemas.microsoft.com/office/drawing/2014/main" id="{D4709B67-FE91-A96D-2B66-489DBFA61AB1}"/>
                  </a:ext>
                </a:extLst>
              </p:cNvPr>
              <p:cNvSpPr/>
              <p:nvPr/>
            </p:nvSpPr>
            <p:spPr bwMode="gray">
              <a:xfrm flipV="1">
                <a:off x="9158931" y="5235213"/>
                <a:ext cx="38876" cy="548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1" name="Textfeld 186">
              <a:extLst>
                <a:ext uri="{FF2B5EF4-FFF2-40B4-BE49-F238E27FC236}">
                  <a16:creationId xmlns:a16="http://schemas.microsoft.com/office/drawing/2014/main" id="{2A9F6A23-73C6-D737-470D-CCCEDB49D8B6}"/>
                </a:ext>
              </a:extLst>
            </p:cNvPr>
            <p:cNvSpPr txBox="1"/>
            <p:nvPr/>
          </p:nvSpPr>
          <p:spPr>
            <a:xfrm>
              <a:off x="515939" y="3239120"/>
              <a:ext cx="1282257" cy="276999"/>
            </a:xfrm>
            <a:prstGeom prst="rect">
              <a:avLst/>
            </a:prstGeom>
            <a:noFill/>
          </p:spPr>
          <p:txBody>
            <a:bodyPr wrap="square" lIns="0" tIns="0" rIns="0" bIns="0" rtlCol="0">
              <a:spAutoFit/>
            </a:bodyPr>
            <a:lstStyle/>
            <a:p>
              <a:pPr algn="r"/>
              <a:r>
                <a:rPr lang="de-DE" dirty="0">
                  <a:solidFill>
                    <a:schemeClr val="tx2"/>
                  </a:solidFill>
                </a:rPr>
                <a:t>Dallas</a:t>
              </a:r>
            </a:p>
          </p:txBody>
        </p:sp>
        <p:sp>
          <p:nvSpPr>
            <p:cNvPr id="22" name="Textfeld 188">
              <a:extLst>
                <a:ext uri="{FF2B5EF4-FFF2-40B4-BE49-F238E27FC236}">
                  <a16:creationId xmlns:a16="http://schemas.microsoft.com/office/drawing/2014/main" id="{DB4534FF-53C8-CFDA-7F4E-4DD860F7B721}"/>
                </a:ext>
              </a:extLst>
            </p:cNvPr>
            <p:cNvSpPr txBox="1"/>
            <p:nvPr/>
          </p:nvSpPr>
          <p:spPr>
            <a:xfrm>
              <a:off x="515939" y="4280644"/>
              <a:ext cx="1282257" cy="276999"/>
            </a:xfrm>
            <a:prstGeom prst="rect">
              <a:avLst/>
            </a:prstGeom>
            <a:noFill/>
          </p:spPr>
          <p:txBody>
            <a:bodyPr wrap="square" lIns="0" tIns="0" rIns="0" bIns="0" rtlCol="0">
              <a:spAutoFit/>
            </a:bodyPr>
            <a:lstStyle/>
            <a:p>
              <a:pPr algn="r"/>
              <a:r>
                <a:rPr lang="de-DE" dirty="0">
                  <a:solidFill>
                    <a:schemeClr val="tx2"/>
                  </a:solidFill>
                </a:rPr>
                <a:t>São Paulo</a:t>
              </a:r>
            </a:p>
          </p:txBody>
        </p:sp>
        <p:sp>
          <p:nvSpPr>
            <p:cNvPr id="23" name="Textfeld 201">
              <a:extLst>
                <a:ext uri="{FF2B5EF4-FFF2-40B4-BE49-F238E27FC236}">
                  <a16:creationId xmlns:a16="http://schemas.microsoft.com/office/drawing/2014/main" id="{6F3D92F7-135D-9A32-F55D-C8842766D6A0}"/>
                </a:ext>
              </a:extLst>
            </p:cNvPr>
            <p:cNvSpPr txBox="1"/>
            <p:nvPr/>
          </p:nvSpPr>
          <p:spPr>
            <a:xfrm>
              <a:off x="515939" y="3759882"/>
              <a:ext cx="1282257" cy="276999"/>
            </a:xfrm>
            <a:prstGeom prst="rect">
              <a:avLst/>
            </a:prstGeom>
            <a:noFill/>
          </p:spPr>
          <p:txBody>
            <a:bodyPr wrap="square" lIns="0" tIns="0" rIns="0" bIns="0" rtlCol="0">
              <a:spAutoFit/>
            </a:bodyPr>
            <a:lstStyle/>
            <a:p>
              <a:pPr algn="r"/>
              <a:r>
                <a:rPr lang="de-DE" dirty="0">
                  <a:solidFill>
                    <a:schemeClr val="tx2"/>
                  </a:solidFill>
                </a:rPr>
                <a:t>Mexiko City</a:t>
              </a:r>
            </a:p>
          </p:txBody>
        </p:sp>
        <p:sp>
          <p:nvSpPr>
            <p:cNvPr id="24" name="Textfeld 186">
              <a:extLst>
                <a:ext uri="{FF2B5EF4-FFF2-40B4-BE49-F238E27FC236}">
                  <a16:creationId xmlns:a16="http://schemas.microsoft.com/office/drawing/2014/main" id="{06F3633C-746B-F88A-F7CF-F2D24A744583}"/>
                </a:ext>
              </a:extLst>
            </p:cNvPr>
            <p:cNvSpPr txBox="1"/>
            <p:nvPr/>
          </p:nvSpPr>
          <p:spPr>
            <a:xfrm>
              <a:off x="10393290" y="3239120"/>
              <a:ext cx="1282257" cy="276999"/>
            </a:xfrm>
            <a:prstGeom prst="rect">
              <a:avLst/>
            </a:prstGeom>
            <a:noFill/>
          </p:spPr>
          <p:txBody>
            <a:bodyPr wrap="square" lIns="0" tIns="0" rIns="0" bIns="0" rtlCol="0">
              <a:spAutoFit/>
            </a:bodyPr>
            <a:lstStyle/>
            <a:p>
              <a:pPr algn="l"/>
              <a:r>
                <a:rPr lang="de-DE" dirty="0">
                  <a:solidFill>
                    <a:schemeClr val="tx2"/>
                  </a:solidFill>
                </a:rPr>
                <a:t>Mailand</a:t>
              </a:r>
            </a:p>
          </p:txBody>
        </p:sp>
        <p:sp>
          <p:nvSpPr>
            <p:cNvPr id="25" name="Textfeld 188">
              <a:extLst>
                <a:ext uri="{FF2B5EF4-FFF2-40B4-BE49-F238E27FC236}">
                  <a16:creationId xmlns:a16="http://schemas.microsoft.com/office/drawing/2014/main" id="{B3DD0B38-4188-CC50-03A0-52B3217C7A4E}"/>
                </a:ext>
              </a:extLst>
            </p:cNvPr>
            <p:cNvSpPr txBox="1"/>
            <p:nvPr/>
          </p:nvSpPr>
          <p:spPr>
            <a:xfrm>
              <a:off x="10393290" y="4280644"/>
              <a:ext cx="1282257" cy="276999"/>
            </a:xfrm>
            <a:prstGeom prst="rect">
              <a:avLst/>
            </a:prstGeom>
            <a:noFill/>
          </p:spPr>
          <p:txBody>
            <a:bodyPr wrap="square" lIns="0" tIns="0" rIns="0" bIns="0" rtlCol="0">
              <a:spAutoFit/>
            </a:bodyPr>
            <a:lstStyle/>
            <a:p>
              <a:r>
                <a:rPr lang="de-DE" dirty="0">
                  <a:solidFill>
                    <a:schemeClr val="tx2"/>
                  </a:solidFill>
                </a:rPr>
                <a:t>Sydney</a:t>
              </a:r>
            </a:p>
          </p:txBody>
        </p:sp>
        <p:sp>
          <p:nvSpPr>
            <p:cNvPr id="26" name="Textfeld 201">
              <a:extLst>
                <a:ext uri="{FF2B5EF4-FFF2-40B4-BE49-F238E27FC236}">
                  <a16:creationId xmlns:a16="http://schemas.microsoft.com/office/drawing/2014/main" id="{FF1B2FE2-C6A0-E892-C366-6CAC154B27C7}"/>
                </a:ext>
              </a:extLst>
            </p:cNvPr>
            <p:cNvSpPr txBox="1"/>
            <p:nvPr/>
          </p:nvSpPr>
          <p:spPr>
            <a:xfrm>
              <a:off x="10393290" y="3759882"/>
              <a:ext cx="1282257" cy="276999"/>
            </a:xfrm>
            <a:prstGeom prst="rect">
              <a:avLst/>
            </a:prstGeom>
            <a:noFill/>
          </p:spPr>
          <p:txBody>
            <a:bodyPr wrap="square" lIns="0" tIns="0" rIns="0" bIns="0" rtlCol="0">
              <a:spAutoFit/>
            </a:bodyPr>
            <a:lstStyle/>
            <a:p>
              <a:pPr algn="l"/>
              <a:r>
                <a:rPr lang="de-DE" dirty="0">
                  <a:solidFill>
                    <a:schemeClr val="tx2"/>
                  </a:solidFill>
                </a:rPr>
                <a:t>Dubai</a:t>
              </a:r>
            </a:p>
          </p:txBody>
        </p:sp>
        <p:sp>
          <p:nvSpPr>
            <p:cNvPr id="27" name="Textfeld 186">
              <a:extLst>
                <a:ext uri="{FF2B5EF4-FFF2-40B4-BE49-F238E27FC236}">
                  <a16:creationId xmlns:a16="http://schemas.microsoft.com/office/drawing/2014/main" id="{2B18AA73-3106-9129-9017-3D1ADDF4BF58}"/>
                </a:ext>
              </a:extLst>
            </p:cNvPr>
            <p:cNvSpPr txBox="1"/>
            <p:nvPr/>
          </p:nvSpPr>
          <p:spPr>
            <a:xfrm>
              <a:off x="3976822" y="1268413"/>
              <a:ext cx="1282257" cy="276999"/>
            </a:xfrm>
            <a:prstGeom prst="rect">
              <a:avLst/>
            </a:prstGeom>
            <a:noFill/>
          </p:spPr>
          <p:txBody>
            <a:bodyPr wrap="square" lIns="0" tIns="0" rIns="0" bIns="0" rtlCol="0">
              <a:spAutoFit/>
            </a:bodyPr>
            <a:lstStyle/>
            <a:p>
              <a:pPr algn="ctr"/>
              <a:r>
                <a:rPr lang="de-DE" dirty="0">
                  <a:solidFill>
                    <a:schemeClr val="tx2"/>
                  </a:solidFill>
                </a:rPr>
                <a:t>Madrid</a:t>
              </a:r>
            </a:p>
          </p:txBody>
        </p:sp>
        <p:sp>
          <p:nvSpPr>
            <p:cNvPr id="28" name="Textfeld 188">
              <a:extLst>
                <a:ext uri="{FF2B5EF4-FFF2-40B4-BE49-F238E27FC236}">
                  <a16:creationId xmlns:a16="http://schemas.microsoft.com/office/drawing/2014/main" id="{A09A2E00-CCC0-5287-7BF4-DAE77EC506EF}"/>
                </a:ext>
              </a:extLst>
            </p:cNvPr>
            <p:cNvSpPr txBox="1"/>
            <p:nvPr/>
          </p:nvSpPr>
          <p:spPr>
            <a:xfrm>
              <a:off x="6932407" y="1268413"/>
              <a:ext cx="1282257" cy="276999"/>
            </a:xfrm>
            <a:prstGeom prst="rect">
              <a:avLst/>
            </a:prstGeom>
            <a:noFill/>
          </p:spPr>
          <p:txBody>
            <a:bodyPr wrap="square" lIns="0" tIns="0" rIns="0" bIns="0" rtlCol="0">
              <a:spAutoFit/>
            </a:bodyPr>
            <a:lstStyle/>
            <a:p>
              <a:pPr algn="ctr"/>
              <a:r>
                <a:rPr lang="de-DE" dirty="0">
                  <a:solidFill>
                    <a:schemeClr val="tx2"/>
                  </a:solidFill>
                </a:rPr>
                <a:t>Wiesbaden</a:t>
              </a:r>
            </a:p>
          </p:txBody>
        </p:sp>
        <p:sp>
          <p:nvSpPr>
            <p:cNvPr id="29" name="Textfeld 201">
              <a:extLst>
                <a:ext uri="{FF2B5EF4-FFF2-40B4-BE49-F238E27FC236}">
                  <a16:creationId xmlns:a16="http://schemas.microsoft.com/office/drawing/2014/main" id="{DDAEA2D4-D939-0445-712E-C9C0D7FA6350}"/>
                </a:ext>
              </a:extLst>
            </p:cNvPr>
            <p:cNvSpPr txBox="1"/>
            <p:nvPr/>
          </p:nvSpPr>
          <p:spPr>
            <a:xfrm>
              <a:off x="5454614" y="1268413"/>
              <a:ext cx="1282257" cy="276999"/>
            </a:xfrm>
            <a:prstGeom prst="rect">
              <a:avLst/>
            </a:prstGeom>
            <a:noFill/>
          </p:spPr>
          <p:txBody>
            <a:bodyPr wrap="square" lIns="0" tIns="0" rIns="0" bIns="0" rtlCol="0">
              <a:spAutoFit/>
            </a:bodyPr>
            <a:lstStyle/>
            <a:p>
              <a:pPr algn="ctr"/>
              <a:r>
                <a:rPr lang="de-DE" dirty="0">
                  <a:solidFill>
                    <a:schemeClr val="tx2"/>
                  </a:solidFill>
                </a:rPr>
                <a:t>London</a:t>
              </a:r>
            </a:p>
          </p:txBody>
        </p:sp>
        <p:cxnSp>
          <p:nvCxnSpPr>
            <p:cNvPr id="30" name="Straight Connector 628">
              <a:extLst>
                <a:ext uri="{FF2B5EF4-FFF2-40B4-BE49-F238E27FC236}">
                  <a16:creationId xmlns:a16="http://schemas.microsoft.com/office/drawing/2014/main" id="{F436E7B9-85E3-ED7E-F932-260CD8E78159}"/>
                </a:ext>
              </a:extLst>
            </p:cNvPr>
            <p:cNvCxnSpPr>
              <a:cxnSpLocks/>
            </p:cNvCxnSpPr>
            <p:nvPr/>
          </p:nvCxnSpPr>
          <p:spPr bwMode="gray">
            <a:xfrm>
              <a:off x="4617950" y="1545412"/>
              <a:ext cx="0" cy="1904576"/>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631">
              <a:extLst>
                <a:ext uri="{FF2B5EF4-FFF2-40B4-BE49-F238E27FC236}">
                  <a16:creationId xmlns:a16="http://schemas.microsoft.com/office/drawing/2014/main" id="{FB82D76E-5015-78FE-A52E-202618CBC5BD}"/>
                </a:ext>
              </a:extLst>
            </p:cNvPr>
            <p:cNvCxnSpPr>
              <a:cxnSpLocks/>
            </p:cNvCxnSpPr>
            <p:nvPr/>
          </p:nvCxnSpPr>
          <p:spPr bwMode="gray">
            <a:xfrm>
              <a:off x="4617141" y="3450031"/>
              <a:ext cx="1115996" cy="0"/>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635">
              <a:extLst>
                <a:ext uri="{FF2B5EF4-FFF2-40B4-BE49-F238E27FC236}">
                  <a16:creationId xmlns:a16="http://schemas.microsoft.com/office/drawing/2014/main" id="{7143059C-5EC7-FDBE-7DC5-82F1B2B2D5B2}"/>
                </a:ext>
              </a:extLst>
            </p:cNvPr>
            <p:cNvCxnSpPr>
              <a:cxnSpLocks/>
            </p:cNvCxnSpPr>
            <p:nvPr/>
          </p:nvCxnSpPr>
          <p:spPr bwMode="gray">
            <a:xfrm>
              <a:off x="6095742" y="1545412"/>
              <a:ext cx="0" cy="972997"/>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637">
              <a:extLst>
                <a:ext uri="{FF2B5EF4-FFF2-40B4-BE49-F238E27FC236}">
                  <a16:creationId xmlns:a16="http://schemas.microsoft.com/office/drawing/2014/main" id="{3FD166BA-B1B7-1435-0761-F7882F1E312B}"/>
                </a:ext>
              </a:extLst>
            </p:cNvPr>
            <p:cNvCxnSpPr>
              <a:cxnSpLocks/>
            </p:cNvCxnSpPr>
            <p:nvPr/>
          </p:nvCxnSpPr>
          <p:spPr bwMode="gray">
            <a:xfrm>
              <a:off x="5824807" y="2518694"/>
              <a:ext cx="271513" cy="0"/>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638">
              <a:extLst>
                <a:ext uri="{FF2B5EF4-FFF2-40B4-BE49-F238E27FC236}">
                  <a16:creationId xmlns:a16="http://schemas.microsoft.com/office/drawing/2014/main" id="{B86FA2DA-8C3B-2D28-C956-D97256CB5C6E}"/>
                </a:ext>
              </a:extLst>
            </p:cNvPr>
            <p:cNvCxnSpPr>
              <a:cxnSpLocks/>
            </p:cNvCxnSpPr>
            <p:nvPr/>
          </p:nvCxnSpPr>
          <p:spPr bwMode="gray">
            <a:xfrm>
              <a:off x="5824807" y="2518409"/>
              <a:ext cx="0" cy="517515"/>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643">
              <a:extLst>
                <a:ext uri="{FF2B5EF4-FFF2-40B4-BE49-F238E27FC236}">
                  <a16:creationId xmlns:a16="http://schemas.microsoft.com/office/drawing/2014/main" id="{C1C37287-BC7E-50C6-773C-C2AF1CCBF0DD}"/>
                </a:ext>
              </a:extLst>
            </p:cNvPr>
            <p:cNvCxnSpPr>
              <a:cxnSpLocks/>
            </p:cNvCxnSpPr>
            <p:nvPr/>
          </p:nvCxnSpPr>
          <p:spPr bwMode="gray">
            <a:xfrm>
              <a:off x="7573535" y="1545412"/>
              <a:ext cx="0" cy="1612267"/>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645">
              <a:extLst>
                <a:ext uri="{FF2B5EF4-FFF2-40B4-BE49-F238E27FC236}">
                  <a16:creationId xmlns:a16="http://schemas.microsoft.com/office/drawing/2014/main" id="{72CE41FF-120E-7E65-40D6-3756860BF06B}"/>
                </a:ext>
              </a:extLst>
            </p:cNvPr>
            <p:cNvCxnSpPr>
              <a:cxnSpLocks/>
            </p:cNvCxnSpPr>
            <p:nvPr/>
          </p:nvCxnSpPr>
          <p:spPr bwMode="gray">
            <a:xfrm>
              <a:off x="6140682" y="3157679"/>
              <a:ext cx="1432853" cy="0"/>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652">
              <a:extLst>
                <a:ext uri="{FF2B5EF4-FFF2-40B4-BE49-F238E27FC236}">
                  <a16:creationId xmlns:a16="http://schemas.microsoft.com/office/drawing/2014/main" id="{D61583E6-20D4-6861-B34D-28B3FEC8361E}"/>
                </a:ext>
              </a:extLst>
            </p:cNvPr>
            <p:cNvCxnSpPr>
              <a:cxnSpLocks/>
            </p:cNvCxnSpPr>
            <p:nvPr/>
          </p:nvCxnSpPr>
          <p:spPr bwMode="gray">
            <a:xfrm>
              <a:off x="6189452" y="3377619"/>
              <a:ext cx="4148664" cy="0"/>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Straight Connector 657">
              <a:extLst>
                <a:ext uri="{FF2B5EF4-FFF2-40B4-BE49-F238E27FC236}">
                  <a16:creationId xmlns:a16="http://schemas.microsoft.com/office/drawing/2014/main" id="{0648F3C6-8A18-4899-5761-17F19BE2A1C1}"/>
                </a:ext>
              </a:extLst>
            </p:cNvPr>
            <p:cNvCxnSpPr>
              <a:cxnSpLocks/>
            </p:cNvCxnSpPr>
            <p:nvPr/>
          </p:nvCxnSpPr>
          <p:spPr bwMode="gray">
            <a:xfrm flipV="1">
              <a:off x="7105085" y="3899550"/>
              <a:ext cx="3233031" cy="3284"/>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Straight Connector 664">
              <a:extLst>
                <a:ext uri="{FF2B5EF4-FFF2-40B4-BE49-F238E27FC236}">
                  <a16:creationId xmlns:a16="http://schemas.microsoft.com/office/drawing/2014/main" id="{F145C951-E805-F0B4-B97D-CA81D6201233}"/>
                </a:ext>
              </a:extLst>
            </p:cNvPr>
            <p:cNvCxnSpPr>
              <a:cxnSpLocks/>
            </p:cNvCxnSpPr>
            <p:nvPr/>
          </p:nvCxnSpPr>
          <p:spPr bwMode="gray">
            <a:xfrm>
              <a:off x="9150736" y="4417501"/>
              <a:ext cx="1187380" cy="0"/>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665">
              <a:extLst>
                <a:ext uri="{FF2B5EF4-FFF2-40B4-BE49-F238E27FC236}">
                  <a16:creationId xmlns:a16="http://schemas.microsoft.com/office/drawing/2014/main" id="{A26B687C-B557-36EB-5FDE-52A858049B2C}"/>
                </a:ext>
              </a:extLst>
            </p:cNvPr>
            <p:cNvCxnSpPr>
              <a:cxnSpLocks/>
            </p:cNvCxnSpPr>
            <p:nvPr/>
          </p:nvCxnSpPr>
          <p:spPr bwMode="gray">
            <a:xfrm>
              <a:off x="9152241" y="4417501"/>
              <a:ext cx="0" cy="903950"/>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676">
              <a:extLst>
                <a:ext uri="{FF2B5EF4-FFF2-40B4-BE49-F238E27FC236}">
                  <a16:creationId xmlns:a16="http://schemas.microsoft.com/office/drawing/2014/main" id="{D31D5A29-065F-0752-99F6-FE7DA0471B8E}"/>
                </a:ext>
              </a:extLst>
            </p:cNvPr>
            <p:cNvCxnSpPr>
              <a:cxnSpLocks/>
            </p:cNvCxnSpPr>
            <p:nvPr/>
          </p:nvCxnSpPr>
          <p:spPr bwMode="gray">
            <a:xfrm>
              <a:off x="1856685" y="3377619"/>
              <a:ext cx="1584618"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42" name="Straight Connector 678">
              <a:extLst>
                <a:ext uri="{FF2B5EF4-FFF2-40B4-BE49-F238E27FC236}">
                  <a16:creationId xmlns:a16="http://schemas.microsoft.com/office/drawing/2014/main" id="{E40EF115-0A61-A85D-EA47-D3C76DF623DE}"/>
                </a:ext>
              </a:extLst>
            </p:cNvPr>
            <p:cNvCxnSpPr>
              <a:cxnSpLocks/>
            </p:cNvCxnSpPr>
            <p:nvPr/>
          </p:nvCxnSpPr>
          <p:spPr bwMode="gray">
            <a:xfrm>
              <a:off x="3441303" y="3377619"/>
              <a:ext cx="0" cy="167496"/>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43" name="Straight Connector 683">
              <a:extLst>
                <a:ext uri="{FF2B5EF4-FFF2-40B4-BE49-F238E27FC236}">
                  <a16:creationId xmlns:a16="http://schemas.microsoft.com/office/drawing/2014/main" id="{8B5C68E8-96FC-2AEB-E81C-425985F8F31A}"/>
                </a:ext>
              </a:extLst>
            </p:cNvPr>
            <p:cNvCxnSpPr>
              <a:cxnSpLocks/>
            </p:cNvCxnSpPr>
            <p:nvPr/>
          </p:nvCxnSpPr>
          <p:spPr bwMode="gray">
            <a:xfrm>
              <a:off x="1856684" y="3898382"/>
              <a:ext cx="1738854"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44" name="Straight Connector 684">
              <a:extLst>
                <a:ext uri="{FF2B5EF4-FFF2-40B4-BE49-F238E27FC236}">
                  <a16:creationId xmlns:a16="http://schemas.microsoft.com/office/drawing/2014/main" id="{F3CFB447-5852-B4EF-6DD2-341EE7216E35}"/>
                </a:ext>
              </a:extLst>
            </p:cNvPr>
            <p:cNvCxnSpPr>
              <a:cxnSpLocks/>
            </p:cNvCxnSpPr>
            <p:nvPr/>
          </p:nvCxnSpPr>
          <p:spPr bwMode="gray">
            <a:xfrm>
              <a:off x="3595538" y="3900947"/>
              <a:ext cx="0" cy="54864"/>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45" name="Straight Connector 688">
              <a:extLst>
                <a:ext uri="{FF2B5EF4-FFF2-40B4-BE49-F238E27FC236}">
                  <a16:creationId xmlns:a16="http://schemas.microsoft.com/office/drawing/2014/main" id="{7594B8DB-1A6A-518E-BD38-D4B26E2869EA}"/>
                </a:ext>
              </a:extLst>
            </p:cNvPr>
            <p:cNvCxnSpPr>
              <a:cxnSpLocks/>
            </p:cNvCxnSpPr>
            <p:nvPr/>
          </p:nvCxnSpPr>
          <p:spPr bwMode="gray">
            <a:xfrm>
              <a:off x="1856684" y="4419143"/>
              <a:ext cx="3003658" cy="0"/>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6" name="Straight Connector 689">
              <a:extLst>
                <a:ext uri="{FF2B5EF4-FFF2-40B4-BE49-F238E27FC236}">
                  <a16:creationId xmlns:a16="http://schemas.microsoft.com/office/drawing/2014/main" id="{5441913F-E538-93F2-A97D-79FD8E9FE4A4}"/>
                </a:ext>
              </a:extLst>
            </p:cNvPr>
            <p:cNvCxnSpPr>
              <a:cxnSpLocks/>
            </p:cNvCxnSpPr>
            <p:nvPr/>
          </p:nvCxnSpPr>
          <p:spPr bwMode="gray">
            <a:xfrm>
              <a:off x="4860342" y="4424751"/>
              <a:ext cx="0" cy="450042"/>
            </a:xfrm>
            <a:prstGeom prst="line">
              <a:avLst/>
            </a:prstGeom>
            <a:ln w="127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213CDA1E-5D13-D00F-DED9-5C1980B220B8}"/>
                </a:ext>
              </a:extLst>
            </p:cNvPr>
            <p:cNvSpPr/>
            <p:nvPr/>
          </p:nvSpPr>
          <p:spPr bwMode="gray">
            <a:xfrm>
              <a:off x="8148228" y="4538343"/>
              <a:ext cx="18000" cy="1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sp>
        <p:nvSpPr>
          <p:cNvPr id="3" name="Title 2">
            <a:extLst>
              <a:ext uri="{FF2B5EF4-FFF2-40B4-BE49-F238E27FC236}">
                <a16:creationId xmlns:a16="http://schemas.microsoft.com/office/drawing/2014/main" id="{FBB69C88-C0E2-B00A-C834-27AF6C629B50}"/>
              </a:ext>
            </a:extLst>
          </p:cNvPr>
          <p:cNvSpPr txBox="1">
            <a:spLocks/>
          </p:cNvSpPr>
          <p:nvPr/>
        </p:nvSpPr>
        <p:spPr>
          <a:xfrm>
            <a:off x="478800" y="697124"/>
            <a:ext cx="11234400" cy="361914"/>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r>
              <a:rPr lang="de-DE" dirty="0"/>
              <a:t>Weltweit aktiv</a:t>
            </a:r>
          </a:p>
        </p:txBody>
      </p:sp>
      <p:sp>
        <p:nvSpPr>
          <p:cNvPr id="4" name="Footer Placeholder 4">
            <a:extLst>
              <a:ext uri="{FF2B5EF4-FFF2-40B4-BE49-F238E27FC236}">
                <a16:creationId xmlns:a16="http://schemas.microsoft.com/office/drawing/2014/main" id="{250468E0-8AE3-E71B-5582-A558432F43D3}"/>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3533989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428E52-7284-48C1-84FD-A4FD84CE2B2B}"/>
              </a:ext>
            </a:extLst>
          </p:cNvPr>
          <p:cNvSpPr>
            <a:spLocks noGrp="1"/>
          </p:cNvSpPr>
          <p:nvPr>
            <p:ph type="sldNum" sz="quarter" idx="12"/>
          </p:nvPr>
        </p:nvSpPr>
        <p:spPr/>
        <p:txBody>
          <a:bodyPr/>
          <a:lstStyle/>
          <a:p>
            <a:fld id="{5EE2ECF6-E7B2-474A-BE3A-4A3A2424717D}" type="slidenum">
              <a:rPr lang="de-DE" smtClean="0"/>
              <a:pPr/>
              <a:t>5</a:t>
            </a:fld>
            <a:endParaRPr lang="de-DE" dirty="0"/>
          </a:p>
        </p:txBody>
      </p:sp>
      <p:sp>
        <p:nvSpPr>
          <p:cNvPr id="3" name="Title 2">
            <a:extLst>
              <a:ext uri="{FF2B5EF4-FFF2-40B4-BE49-F238E27FC236}">
                <a16:creationId xmlns:a16="http://schemas.microsoft.com/office/drawing/2014/main" id="{BD2DD5EF-FA46-48FE-B88C-7BE82C3451F9}"/>
              </a:ext>
            </a:extLst>
          </p:cNvPr>
          <p:cNvSpPr>
            <a:spLocks noGrp="1"/>
          </p:cNvSpPr>
          <p:nvPr>
            <p:ph type="title"/>
          </p:nvPr>
        </p:nvSpPr>
        <p:spPr/>
        <p:txBody>
          <a:bodyPr/>
          <a:lstStyle/>
          <a:p>
            <a:r>
              <a:rPr lang="de-DE" b="1" dirty="0"/>
              <a:t>Wer wir sind</a:t>
            </a:r>
          </a:p>
        </p:txBody>
      </p:sp>
      <p:pic>
        <p:nvPicPr>
          <p:cNvPr id="5" name="Picture 4">
            <a:extLst>
              <a:ext uri="{FF2B5EF4-FFF2-40B4-BE49-F238E27FC236}">
                <a16:creationId xmlns:a16="http://schemas.microsoft.com/office/drawing/2014/main" id="{96AA25DB-149C-434B-B6FE-8C141D8D75C1}"/>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0" y="2286251"/>
            <a:ext cx="12192000" cy="2905126"/>
          </a:xfrm>
          <a:custGeom>
            <a:avLst/>
            <a:gdLst>
              <a:gd name="connsiteX0" fmla="*/ 0 w 12192000"/>
              <a:gd name="connsiteY0" fmla="*/ 0 h 2905126"/>
              <a:gd name="connsiteX1" fmla="*/ 12192000 w 12192000"/>
              <a:gd name="connsiteY1" fmla="*/ 0 h 2905126"/>
              <a:gd name="connsiteX2" fmla="*/ 12192000 w 12192000"/>
              <a:gd name="connsiteY2" fmla="*/ 2905126 h 2905126"/>
              <a:gd name="connsiteX3" fmla="*/ 0 w 12192000"/>
              <a:gd name="connsiteY3" fmla="*/ 2905126 h 2905126"/>
            </a:gdLst>
            <a:ahLst/>
            <a:cxnLst>
              <a:cxn ang="0">
                <a:pos x="connsiteX0" y="connsiteY0"/>
              </a:cxn>
              <a:cxn ang="0">
                <a:pos x="connsiteX1" y="connsiteY1"/>
              </a:cxn>
              <a:cxn ang="0">
                <a:pos x="connsiteX2" y="connsiteY2"/>
              </a:cxn>
              <a:cxn ang="0">
                <a:pos x="connsiteX3" y="connsiteY3"/>
              </a:cxn>
            </a:cxnLst>
            <a:rect l="l" t="t" r="r" b="b"/>
            <a:pathLst>
              <a:path w="12192000" h="2905126">
                <a:moveTo>
                  <a:pt x="0" y="0"/>
                </a:moveTo>
                <a:lnTo>
                  <a:pt x="12192000" y="0"/>
                </a:lnTo>
                <a:lnTo>
                  <a:pt x="12192000" y="2905126"/>
                </a:lnTo>
                <a:lnTo>
                  <a:pt x="0" y="2905126"/>
                </a:lnTo>
                <a:close/>
              </a:path>
            </a:pathLst>
          </a:custGeom>
        </p:spPr>
      </p:pic>
      <p:sp>
        <p:nvSpPr>
          <p:cNvPr id="6" name="Rectangle 5">
            <a:extLst>
              <a:ext uri="{FF2B5EF4-FFF2-40B4-BE49-F238E27FC236}">
                <a16:creationId xmlns:a16="http://schemas.microsoft.com/office/drawing/2014/main" id="{AE30E075-39ED-4DEE-8BBD-13469E8D1A47}"/>
              </a:ext>
            </a:extLst>
          </p:cNvPr>
          <p:cNvSpPr/>
          <p:nvPr/>
        </p:nvSpPr>
        <p:spPr>
          <a:xfrm>
            <a:off x="0" y="2298634"/>
            <a:ext cx="12192000" cy="29051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dirty="0">
              <a:ln>
                <a:noFill/>
              </a:ln>
              <a:solidFill>
                <a:srgbClr val="FFFFFF"/>
              </a:solidFill>
              <a:effectLst/>
              <a:uLnTx/>
              <a:uFillTx/>
              <a:latin typeface="Segoe UI"/>
              <a:ea typeface="+mn-ea"/>
              <a:cs typeface="+mn-cs"/>
            </a:endParaRPr>
          </a:p>
        </p:txBody>
      </p:sp>
      <p:sp>
        <p:nvSpPr>
          <p:cNvPr id="15" name="Rectangle: Rounded Corners 14">
            <a:extLst>
              <a:ext uri="{FF2B5EF4-FFF2-40B4-BE49-F238E27FC236}">
                <a16:creationId xmlns:a16="http://schemas.microsoft.com/office/drawing/2014/main" id="{E343A02C-F924-4BB1-9E43-08BD364E4656}"/>
              </a:ext>
            </a:extLst>
          </p:cNvPr>
          <p:cNvSpPr/>
          <p:nvPr/>
        </p:nvSpPr>
        <p:spPr>
          <a:xfrm>
            <a:off x="7371281" y="3851792"/>
            <a:ext cx="2064963" cy="1688556"/>
          </a:xfrm>
          <a:prstGeom prst="roundRect">
            <a:avLst>
              <a:gd name="adj" fmla="val 3542"/>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r>
              <a:rPr lang="de-DE" sz="2000" b="1" dirty="0">
                <a:solidFill>
                  <a:schemeClr val="tx2"/>
                </a:solidFill>
              </a:rPr>
              <a:t>1.500</a:t>
            </a:r>
          </a:p>
          <a:p>
            <a:pPr hangingPunct="1"/>
            <a:r>
              <a:rPr lang="de-DE" sz="1400" kern="1200" dirty="0">
                <a:solidFill>
                  <a:schemeClr val="tx2"/>
                </a:solidFill>
              </a:rPr>
              <a:t>laufende Projekte in DACH pro Jahr</a:t>
            </a:r>
          </a:p>
        </p:txBody>
      </p:sp>
      <p:sp>
        <p:nvSpPr>
          <p:cNvPr id="16" name="Rectangle: Rounded Corners 15">
            <a:extLst>
              <a:ext uri="{FF2B5EF4-FFF2-40B4-BE49-F238E27FC236}">
                <a16:creationId xmlns:a16="http://schemas.microsoft.com/office/drawing/2014/main" id="{3737C312-D239-41FD-B54D-64EE8BFFAD30}"/>
              </a:ext>
            </a:extLst>
          </p:cNvPr>
          <p:cNvSpPr/>
          <p:nvPr/>
        </p:nvSpPr>
        <p:spPr>
          <a:xfrm>
            <a:off x="9611099" y="3851794"/>
            <a:ext cx="2064963" cy="1688553"/>
          </a:xfrm>
          <a:prstGeom prst="roundRect">
            <a:avLst>
              <a:gd name="adj" fmla="val 3498"/>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r>
              <a:rPr lang="de-DE" sz="2000" b="1" dirty="0">
                <a:solidFill>
                  <a:schemeClr val="tx2"/>
                </a:solidFill>
              </a:rPr>
              <a:t>1 Mrd. €</a:t>
            </a:r>
          </a:p>
          <a:p>
            <a:pPr hangingPunct="1"/>
            <a:r>
              <a:rPr lang="de-DE" sz="1400" kern="1200" dirty="0">
                <a:solidFill>
                  <a:schemeClr val="tx2"/>
                </a:solidFill>
              </a:rPr>
              <a:t>Ausschreibungs-volumen pro Jahr</a:t>
            </a:r>
          </a:p>
        </p:txBody>
      </p:sp>
      <p:sp>
        <p:nvSpPr>
          <p:cNvPr id="17" name="Rectangle: Rounded Corners 16">
            <a:extLst>
              <a:ext uri="{FF2B5EF4-FFF2-40B4-BE49-F238E27FC236}">
                <a16:creationId xmlns:a16="http://schemas.microsoft.com/office/drawing/2014/main" id="{2E538BDE-F6B1-4DCB-806A-509D8D079E79}"/>
              </a:ext>
            </a:extLst>
          </p:cNvPr>
          <p:cNvSpPr/>
          <p:nvPr/>
        </p:nvSpPr>
        <p:spPr>
          <a:xfrm>
            <a:off x="5131464" y="3851792"/>
            <a:ext cx="2064963" cy="1688556"/>
          </a:xfrm>
          <a:prstGeom prst="roundRect">
            <a:avLst>
              <a:gd name="adj" fmla="val 3532"/>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r>
              <a:rPr lang="de-DE" sz="2000" b="1" dirty="0">
                <a:solidFill>
                  <a:schemeClr val="tx2"/>
                </a:solidFill>
              </a:rPr>
              <a:t>3.500</a:t>
            </a:r>
          </a:p>
          <a:p>
            <a:pPr hangingPunct="1"/>
            <a:r>
              <a:rPr lang="de-DE" sz="1400" kern="1200" dirty="0">
                <a:solidFill>
                  <a:schemeClr val="tx2"/>
                </a:solidFill>
              </a:rPr>
              <a:t>Kunden in DACH </a:t>
            </a:r>
            <a:br>
              <a:rPr lang="de-DE" sz="1400" kern="1200" dirty="0">
                <a:solidFill>
                  <a:schemeClr val="tx2"/>
                </a:solidFill>
              </a:rPr>
            </a:br>
            <a:r>
              <a:rPr lang="de-DE" sz="1400" kern="1200" dirty="0">
                <a:solidFill>
                  <a:schemeClr val="tx2"/>
                </a:solidFill>
              </a:rPr>
              <a:t>seit 2008</a:t>
            </a:r>
          </a:p>
        </p:txBody>
      </p:sp>
      <p:sp>
        <p:nvSpPr>
          <p:cNvPr id="18" name="Rectangle: Top Corners Rounded 17">
            <a:extLst>
              <a:ext uri="{FF2B5EF4-FFF2-40B4-BE49-F238E27FC236}">
                <a16:creationId xmlns:a16="http://schemas.microsoft.com/office/drawing/2014/main" id="{E9DAB7A2-E901-499C-AD66-03CB95F13DD1}"/>
              </a:ext>
            </a:extLst>
          </p:cNvPr>
          <p:cNvSpPr/>
          <p:nvPr/>
        </p:nvSpPr>
        <p:spPr>
          <a:xfrm>
            <a:off x="5131463" y="3851792"/>
            <a:ext cx="2064962" cy="123014"/>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756000" rIns="216000" rtlCol="0" anchor="t"/>
          <a:lstStyle/>
          <a:p>
            <a:pPr algn="ctr"/>
            <a:endParaRPr lang="de-DE" sz="1200" b="1" dirty="0">
              <a:solidFill>
                <a:schemeClr val="tx2"/>
              </a:solidFill>
            </a:endParaRPr>
          </a:p>
        </p:txBody>
      </p:sp>
      <p:sp>
        <p:nvSpPr>
          <p:cNvPr id="19" name="Rectangle: Top Corners Rounded 18">
            <a:extLst>
              <a:ext uri="{FF2B5EF4-FFF2-40B4-BE49-F238E27FC236}">
                <a16:creationId xmlns:a16="http://schemas.microsoft.com/office/drawing/2014/main" id="{34340AC1-AD57-4F1D-8F37-364FFAE4E9E6}"/>
              </a:ext>
            </a:extLst>
          </p:cNvPr>
          <p:cNvSpPr/>
          <p:nvPr/>
        </p:nvSpPr>
        <p:spPr>
          <a:xfrm>
            <a:off x="7371282" y="3851792"/>
            <a:ext cx="2064962" cy="123014"/>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756000" rIns="216000" rtlCol="0" anchor="t"/>
          <a:lstStyle/>
          <a:p>
            <a:pPr algn="ctr"/>
            <a:endParaRPr lang="de-DE" sz="1200" b="1" dirty="0">
              <a:solidFill>
                <a:schemeClr val="tx2"/>
              </a:solidFill>
            </a:endParaRPr>
          </a:p>
        </p:txBody>
      </p:sp>
      <p:sp>
        <p:nvSpPr>
          <p:cNvPr id="20" name="Rectangle: Top Corners Rounded 19">
            <a:extLst>
              <a:ext uri="{FF2B5EF4-FFF2-40B4-BE49-F238E27FC236}">
                <a16:creationId xmlns:a16="http://schemas.microsoft.com/office/drawing/2014/main" id="{03A79A28-242F-423A-AC18-5A63D624EC01}"/>
              </a:ext>
            </a:extLst>
          </p:cNvPr>
          <p:cNvSpPr/>
          <p:nvPr/>
        </p:nvSpPr>
        <p:spPr>
          <a:xfrm>
            <a:off x="9611100" y="3851792"/>
            <a:ext cx="2064962" cy="123014"/>
          </a:xfrm>
          <a:prstGeom prst="round2SameRect">
            <a:avLst>
              <a:gd name="adj1" fmla="val 50000"/>
              <a:gd name="adj2" fmla="val 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216000" tIns="756000" rIns="216000" rtlCol="0" anchor="t"/>
          <a:lstStyle/>
          <a:p>
            <a:pPr algn="ctr"/>
            <a:endParaRPr lang="de-DE" sz="1200" b="1" dirty="0">
              <a:solidFill>
                <a:schemeClr val="tx2"/>
              </a:solidFill>
            </a:endParaRPr>
          </a:p>
        </p:txBody>
      </p:sp>
      <p:sp>
        <p:nvSpPr>
          <p:cNvPr id="21" name="Rectangle: Rounded Corners 20">
            <a:extLst>
              <a:ext uri="{FF2B5EF4-FFF2-40B4-BE49-F238E27FC236}">
                <a16:creationId xmlns:a16="http://schemas.microsoft.com/office/drawing/2014/main" id="{60A4083E-0746-45F7-9FE0-247B306F1FA9}"/>
              </a:ext>
            </a:extLst>
          </p:cNvPr>
          <p:cNvSpPr/>
          <p:nvPr/>
        </p:nvSpPr>
        <p:spPr>
          <a:xfrm>
            <a:off x="2891645" y="3851792"/>
            <a:ext cx="2064963" cy="1688556"/>
          </a:xfrm>
          <a:prstGeom prst="roundRect">
            <a:avLst>
              <a:gd name="adj" fmla="val 3532"/>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r>
              <a:rPr lang="de-DE" sz="2000" b="1" dirty="0">
                <a:solidFill>
                  <a:schemeClr val="tx2"/>
                </a:solidFill>
              </a:rPr>
              <a:t>150</a:t>
            </a:r>
          </a:p>
          <a:p>
            <a:pPr hangingPunct="1"/>
            <a:r>
              <a:rPr lang="de-DE" sz="1400" kern="1200" dirty="0">
                <a:solidFill>
                  <a:schemeClr val="tx2"/>
                </a:solidFill>
              </a:rPr>
              <a:t>Berater in DACH</a:t>
            </a:r>
          </a:p>
        </p:txBody>
      </p:sp>
      <p:sp>
        <p:nvSpPr>
          <p:cNvPr id="22" name="Rectangle: Top Corners Rounded 21">
            <a:extLst>
              <a:ext uri="{FF2B5EF4-FFF2-40B4-BE49-F238E27FC236}">
                <a16:creationId xmlns:a16="http://schemas.microsoft.com/office/drawing/2014/main" id="{BD86FBD6-6298-4033-ABE7-DAFF2066269B}"/>
              </a:ext>
            </a:extLst>
          </p:cNvPr>
          <p:cNvSpPr/>
          <p:nvPr/>
        </p:nvSpPr>
        <p:spPr>
          <a:xfrm>
            <a:off x="2891644" y="3851792"/>
            <a:ext cx="2064962" cy="123014"/>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756000" rIns="216000" rtlCol="0" anchor="t"/>
          <a:lstStyle/>
          <a:p>
            <a:pPr algn="ctr"/>
            <a:endParaRPr lang="de-DE" sz="1200" b="1" dirty="0">
              <a:solidFill>
                <a:schemeClr val="tx2"/>
              </a:solidFill>
            </a:endParaRPr>
          </a:p>
        </p:txBody>
      </p:sp>
      <p:sp>
        <p:nvSpPr>
          <p:cNvPr id="68" name="Rectangle: Rounded Corners 67">
            <a:extLst>
              <a:ext uri="{FF2B5EF4-FFF2-40B4-BE49-F238E27FC236}">
                <a16:creationId xmlns:a16="http://schemas.microsoft.com/office/drawing/2014/main" id="{D58E2B78-956F-4593-9E14-0BFF0247B758}"/>
              </a:ext>
            </a:extLst>
          </p:cNvPr>
          <p:cNvSpPr/>
          <p:nvPr/>
        </p:nvSpPr>
        <p:spPr>
          <a:xfrm>
            <a:off x="7371281" y="1768896"/>
            <a:ext cx="2064963" cy="1688556"/>
          </a:xfrm>
          <a:prstGeom prst="roundRect">
            <a:avLst>
              <a:gd name="adj" fmla="val 3542"/>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r>
              <a:rPr lang="de-DE" sz="2000" b="1" dirty="0">
                <a:solidFill>
                  <a:schemeClr val="tx2"/>
                </a:solidFill>
              </a:rPr>
              <a:t>1.000</a:t>
            </a:r>
          </a:p>
          <a:p>
            <a:pPr hangingPunct="1"/>
            <a:r>
              <a:rPr lang="de-DE" sz="1400" kern="1200" dirty="0">
                <a:solidFill>
                  <a:schemeClr val="tx2"/>
                </a:solidFill>
              </a:rPr>
              <a:t>Berater weltweit</a:t>
            </a:r>
          </a:p>
        </p:txBody>
      </p:sp>
      <p:sp>
        <p:nvSpPr>
          <p:cNvPr id="69" name="Rectangle: Rounded Corners 68">
            <a:extLst>
              <a:ext uri="{FF2B5EF4-FFF2-40B4-BE49-F238E27FC236}">
                <a16:creationId xmlns:a16="http://schemas.microsoft.com/office/drawing/2014/main" id="{1E43BB1C-7267-4C29-8E40-D87BB05D0E32}"/>
              </a:ext>
            </a:extLst>
          </p:cNvPr>
          <p:cNvSpPr/>
          <p:nvPr/>
        </p:nvSpPr>
        <p:spPr>
          <a:xfrm>
            <a:off x="9611099" y="1768898"/>
            <a:ext cx="2064963" cy="1688553"/>
          </a:xfrm>
          <a:prstGeom prst="roundRect">
            <a:avLst>
              <a:gd name="adj" fmla="val 3498"/>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r>
              <a:rPr lang="de-DE" sz="2000" b="1" dirty="0">
                <a:solidFill>
                  <a:schemeClr val="tx2"/>
                </a:solidFill>
              </a:rPr>
              <a:t>20 Jahre</a:t>
            </a:r>
          </a:p>
          <a:p>
            <a:pPr hangingPunct="1"/>
            <a:r>
              <a:rPr lang="de-DE" sz="1400" kern="1200" dirty="0" err="1">
                <a:solidFill>
                  <a:schemeClr val="tx2"/>
                </a:solidFill>
              </a:rPr>
              <a:t>Ø</a:t>
            </a:r>
            <a:r>
              <a:rPr lang="de-DE" sz="1400" kern="1200" dirty="0">
                <a:solidFill>
                  <a:schemeClr val="tx2"/>
                </a:solidFill>
              </a:rPr>
              <a:t>-Berufserfahrung</a:t>
            </a:r>
          </a:p>
        </p:txBody>
      </p:sp>
      <p:sp>
        <p:nvSpPr>
          <p:cNvPr id="70" name="Rectangle: Rounded Corners 69">
            <a:extLst>
              <a:ext uri="{FF2B5EF4-FFF2-40B4-BE49-F238E27FC236}">
                <a16:creationId xmlns:a16="http://schemas.microsoft.com/office/drawing/2014/main" id="{9C333F08-D61A-4D08-8917-B37A2F251F3D}"/>
              </a:ext>
            </a:extLst>
          </p:cNvPr>
          <p:cNvSpPr/>
          <p:nvPr/>
        </p:nvSpPr>
        <p:spPr>
          <a:xfrm>
            <a:off x="5131464" y="1768896"/>
            <a:ext cx="2064963" cy="1688556"/>
          </a:xfrm>
          <a:prstGeom prst="roundRect">
            <a:avLst>
              <a:gd name="adj" fmla="val 3532"/>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r>
              <a:rPr lang="de-DE" sz="2000" b="1">
                <a:solidFill>
                  <a:schemeClr val="tx2"/>
                </a:solidFill>
              </a:rPr>
              <a:t>&gt; 50</a:t>
            </a:r>
            <a:endParaRPr lang="de-DE" sz="2000" b="1" dirty="0">
              <a:solidFill>
                <a:schemeClr val="tx2"/>
              </a:solidFill>
            </a:endParaRPr>
          </a:p>
          <a:p>
            <a:pPr hangingPunct="1"/>
            <a:r>
              <a:rPr lang="de-DE" sz="1400" kern="1200" dirty="0">
                <a:solidFill>
                  <a:schemeClr val="tx2"/>
                </a:solidFill>
              </a:rPr>
              <a:t>Länder</a:t>
            </a:r>
          </a:p>
        </p:txBody>
      </p:sp>
      <p:sp>
        <p:nvSpPr>
          <p:cNvPr id="71" name="Rectangle: Top Corners Rounded 70">
            <a:extLst>
              <a:ext uri="{FF2B5EF4-FFF2-40B4-BE49-F238E27FC236}">
                <a16:creationId xmlns:a16="http://schemas.microsoft.com/office/drawing/2014/main" id="{E7E1A45F-ABFA-4965-881C-FE47456FFBA3}"/>
              </a:ext>
            </a:extLst>
          </p:cNvPr>
          <p:cNvSpPr/>
          <p:nvPr/>
        </p:nvSpPr>
        <p:spPr>
          <a:xfrm>
            <a:off x="5131463" y="1768896"/>
            <a:ext cx="2064962" cy="123014"/>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756000" rIns="216000" rtlCol="0" anchor="t"/>
          <a:lstStyle/>
          <a:p>
            <a:pPr algn="ctr"/>
            <a:endParaRPr lang="de-DE" sz="1200" b="1" dirty="0">
              <a:solidFill>
                <a:schemeClr val="tx2"/>
              </a:solidFill>
            </a:endParaRPr>
          </a:p>
        </p:txBody>
      </p:sp>
      <p:sp>
        <p:nvSpPr>
          <p:cNvPr id="72" name="Rectangle: Top Corners Rounded 71">
            <a:extLst>
              <a:ext uri="{FF2B5EF4-FFF2-40B4-BE49-F238E27FC236}">
                <a16:creationId xmlns:a16="http://schemas.microsoft.com/office/drawing/2014/main" id="{4427C054-BAB4-4AC6-84B2-28588A0104B3}"/>
              </a:ext>
            </a:extLst>
          </p:cNvPr>
          <p:cNvSpPr/>
          <p:nvPr/>
        </p:nvSpPr>
        <p:spPr>
          <a:xfrm>
            <a:off x="7371282" y="1768896"/>
            <a:ext cx="2064962" cy="123014"/>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756000" rIns="216000" rtlCol="0" anchor="t"/>
          <a:lstStyle/>
          <a:p>
            <a:pPr algn="ctr"/>
            <a:endParaRPr lang="de-DE" sz="1200" b="1" dirty="0">
              <a:solidFill>
                <a:schemeClr val="tx2"/>
              </a:solidFill>
            </a:endParaRPr>
          </a:p>
        </p:txBody>
      </p:sp>
      <p:sp>
        <p:nvSpPr>
          <p:cNvPr id="73" name="Rectangle: Top Corners Rounded 72">
            <a:extLst>
              <a:ext uri="{FF2B5EF4-FFF2-40B4-BE49-F238E27FC236}">
                <a16:creationId xmlns:a16="http://schemas.microsoft.com/office/drawing/2014/main" id="{4AD41485-BC5B-460D-999C-A5EF1EA4C472}"/>
              </a:ext>
            </a:extLst>
          </p:cNvPr>
          <p:cNvSpPr/>
          <p:nvPr/>
        </p:nvSpPr>
        <p:spPr>
          <a:xfrm>
            <a:off x="9611100" y="1768896"/>
            <a:ext cx="2064962" cy="123014"/>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756000" rIns="216000" rtlCol="0" anchor="t"/>
          <a:lstStyle/>
          <a:p>
            <a:pPr algn="ctr"/>
            <a:endParaRPr lang="de-DE" sz="1200" b="1" dirty="0">
              <a:solidFill>
                <a:schemeClr val="tx2"/>
              </a:solidFill>
            </a:endParaRPr>
          </a:p>
        </p:txBody>
      </p:sp>
      <p:sp>
        <p:nvSpPr>
          <p:cNvPr id="74" name="Rectangle: Rounded Corners 73">
            <a:extLst>
              <a:ext uri="{FF2B5EF4-FFF2-40B4-BE49-F238E27FC236}">
                <a16:creationId xmlns:a16="http://schemas.microsoft.com/office/drawing/2014/main" id="{E55D1462-0E6B-4E4A-8EEA-3038A54CCA82}"/>
              </a:ext>
            </a:extLst>
          </p:cNvPr>
          <p:cNvSpPr/>
          <p:nvPr/>
        </p:nvSpPr>
        <p:spPr>
          <a:xfrm>
            <a:off x="2891645" y="1768896"/>
            <a:ext cx="2064963" cy="1688556"/>
          </a:xfrm>
          <a:prstGeom prst="roundRect">
            <a:avLst>
              <a:gd name="adj" fmla="val 3532"/>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pPr hangingPunct="1"/>
            <a:r>
              <a:rPr lang="de-DE" sz="2000" b="1" kern="1200" dirty="0">
                <a:solidFill>
                  <a:schemeClr val="tx2"/>
                </a:solidFill>
              </a:rPr>
              <a:t>1992</a:t>
            </a:r>
          </a:p>
          <a:p>
            <a:pPr hangingPunct="1"/>
            <a:r>
              <a:rPr lang="de-DE" sz="1400" kern="1200" dirty="0">
                <a:solidFill>
                  <a:schemeClr val="tx2"/>
                </a:solidFill>
              </a:rPr>
              <a:t>Seit &gt;30 Jahren erfolgreich</a:t>
            </a:r>
          </a:p>
        </p:txBody>
      </p:sp>
      <p:sp>
        <p:nvSpPr>
          <p:cNvPr id="75" name="Rectangle: Top Corners Rounded 74">
            <a:extLst>
              <a:ext uri="{FF2B5EF4-FFF2-40B4-BE49-F238E27FC236}">
                <a16:creationId xmlns:a16="http://schemas.microsoft.com/office/drawing/2014/main" id="{09A943CA-AFC6-476E-8012-6F4B8DFC9A29}"/>
              </a:ext>
            </a:extLst>
          </p:cNvPr>
          <p:cNvSpPr/>
          <p:nvPr/>
        </p:nvSpPr>
        <p:spPr>
          <a:xfrm>
            <a:off x="2891644" y="1768896"/>
            <a:ext cx="2064962" cy="123014"/>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756000" rIns="216000" rtlCol="0" anchor="t"/>
          <a:lstStyle/>
          <a:p>
            <a:pPr algn="ctr"/>
            <a:endParaRPr lang="de-DE" sz="1200" b="1" dirty="0">
              <a:solidFill>
                <a:schemeClr val="tx2"/>
              </a:solidFill>
            </a:endParaRPr>
          </a:p>
        </p:txBody>
      </p:sp>
      <p:grpSp>
        <p:nvGrpSpPr>
          <p:cNvPr id="106" name="Group 105">
            <a:extLst>
              <a:ext uri="{FF2B5EF4-FFF2-40B4-BE49-F238E27FC236}">
                <a16:creationId xmlns:a16="http://schemas.microsoft.com/office/drawing/2014/main" id="{F534266A-A268-4291-9444-7DB1079F9838}"/>
              </a:ext>
            </a:extLst>
          </p:cNvPr>
          <p:cNvGrpSpPr/>
          <p:nvPr/>
        </p:nvGrpSpPr>
        <p:grpSpPr>
          <a:xfrm>
            <a:off x="614541" y="2587085"/>
            <a:ext cx="1953066" cy="2328222"/>
            <a:chOff x="614541" y="2561197"/>
            <a:chExt cx="1953066" cy="2328222"/>
          </a:xfrm>
        </p:grpSpPr>
        <p:sp>
          <p:nvSpPr>
            <p:cNvPr id="23" name="Title 11">
              <a:extLst>
                <a:ext uri="{FF2B5EF4-FFF2-40B4-BE49-F238E27FC236}">
                  <a16:creationId xmlns:a16="http://schemas.microsoft.com/office/drawing/2014/main" id="{53F9D63C-BA81-4D7D-8A72-9B2531756A4A}"/>
                </a:ext>
              </a:extLst>
            </p:cNvPr>
            <p:cNvSpPr txBox="1">
              <a:spLocks/>
            </p:cNvSpPr>
            <p:nvPr/>
          </p:nvSpPr>
          <p:spPr>
            <a:xfrm>
              <a:off x="614542" y="4058422"/>
              <a:ext cx="1953065" cy="8309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pPr>
              <a:r>
                <a:rPr lang="de-DE" sz="1800" b="0" dirty="0">
                  <a:solidFill>
                    <a:schemeClr val="bg1"/>
                  </a:solidFill>
                </a:rPr>
                <a:t>um Ihre Wettbewerbs-fähigkeit zu steigern!</a:t>
              </a:r>
            </a:p>
          </p:txBody>
        </p:sp>
        <p:grpSp>
          <p:nvGrpSpPr>
            <p:cNvPr id="101" name="Group 100">
              <a:extLst>
                <a:ext uri="{FF2B5EF4-FFF2-40B4-BE49-F238E27FC236}">
                  <a16:creationId xmlns:a16="http://schemas.microsoft.com/office/drawing/2014/main" id="{4A561874-3577-4EE6-9BA0-5E01968B90CA}"/>
                </a:ext>
              </a:extLst>
            </p:cNvPr>
            <p:cNvGrpSpPr/>
            <p:nvPr/>
          </p:nvGrpSpPr>
          <p:grpSpPr>
            <a:xfrm>
              <a:off x="614541" y="3675252"/>
              <a:ext cx="254000" cy="254001"/>
              <a:chOff x="3411538" y="3624263"/>
              <a:chExt cx="344487" cy="344488"/>
            </a:xfrm>
            <a:solidFill>
              <a:schemeClr val="bg1"/>
            </a:solidFill>
          </p:grpSpPr>
          <p:sp>
            <p:nvSpPr>
              <p:cNvPr id="102" name="Freeform 41">
                <a:extLst>
                  <a:ext uri="{FF2B5EF4-FFF2-40B4-BE49-F238E27FC236}">
                    <a16:creationId xmlns:a16="http://schemas.microsoft.com/office/drawing/2014/main" id="{0D13F2EA-2599-4A2D-9092-9C75BCB637D1}"/>
                  </a:ext>
                </a:extLst>
              </p:cNvPr>
              <p:cNvSpPr>
                <a:spLocks/>
              </p:cNvSpPr>
              <p:nvPr/>
            </p:nvSpPr>
            <p:spPr bwMode="auto">
              <a:xfrm>
                <a:off x="3411538" y="3789363"/>
                <a:ext cx="239713" cy="14288"/>
              </a:xfrm>
              <a:custGeom>
                <a:avLst/>
                <a:gdLst>
                  <a:gd name="T0" fmla="*/ 878 w 907"/>
                  <a:gd name="T1" fmla="*/ 56 h 56"/>
                  <a:gd name="T2" fmla="*/ 28 w 907"/>
                  <a:gd name="T3" fmla="*/ 56 h 56"/>
                  <a:gd name="T4" fmla="*/ 28 w 907"/>
                  <a:gd name="T5" fmla="*/ 56 h 56"/>
                  <a:gd name="T6" fmla="*/ 22 w 907"/>
                  <a:gd name="T7" fmla="*/ 55 h 56"/>
                  <a:gd name="T8" fmla="*/ 17 w 907"/>
                  <a:gd name="T9" fmla="*/ 54 h 56"/>
                  <a:gd name="T10" fmla="*/ 12 w 907"/>
                  <a:gd name="T11" fmla="*/ 51 h 56"/>
                  <a:gd name="T12" fmla="*/ 8 w 907"/>
                  <a:gd name="T13" fmla="*/ 48 h 56"/>
                  <a:gd name="T14" fmla="*/ 5 w 907"/>
                  <a:gd name="T15" fmla="*/ 43 h 56"/>
                  <a:gd name="T16" fmla="*/ 2 w 907"/>
                  <a:gd name="T17" fmla="*/ 39 h 56"/>
                  <a:gd name="T18" fmla="*/ 1 w 907"/>
                  <a:gd name="T19" fmla="*/ 33 h 56"/>
                  <a:gd name="T20" fmla="*/ 0 w 907"/>
                  <a:gd name="T21" fmla="*/ 28 h 56"/>
                  <a:gd name="T22" fmla="*/ 0 w 907"/>
                  <a:gd name="T23" fmla="*/ 28 h 56"/>
                  <a:gd name="T24" fmla="*/ 1 w 907"/>
                  <a:gd name="T25" fmla="*/ 22 h 56"/>
                  <a:gd name="T26" fmla="*/ 2 w 907"/>
                  <a:gd name="T27" fmla="*/ 17 h 56"/>
                  <a:gd name="T28" fmla="*/ 5 w 907"/>
                  <a:gd name="T29" fmla="*/ 12 h 56"/>
                  <a:gd name="T30" fmla="*/ 8 w 907"/>
                  <a:gd name="T31" fmla="*/ 8 h 56"/>
                  <a:gd name="T32" fmla="*/ 12 w 907"/>
                  <a:gd name="T33" fmla="*/ 4 h 56"/>
                  <a:gd name="T34" fmla="*/ 17 w 907"/>
                  <a:gd name="T35" fmla="*/ 2 h 56"/>
                  <a:gd name="T36" fmla="*/ 22 w 907"/>
                  <a:gd name="T37" fmla="*/ 0 h 56"/>
                  <a:gd name="T38" fmla="*/ 28 w 907"/>
                  <a:gd name="T39" fmla="*/ 0 h 56"/>
                  <a:gd name="T40" fmla="*/ 878 w 907"/>
                  <a:gd name="T41" fmla="*/ 0 h 56"/>
                  <a:gd name="T42" fmla="*/ 878 w 907"/>
                  <a:gd name="T43" fmla="*/ 0 h 56"/>
                  <a:gd name="T44" fmla="*/ 883 w 907"/>
                  <a:gd name="T45" fmla="*/ 0 h 56"/>
                  <a:gd name="T46" fmla="*/ 889 w 907"/>
                  <a:gd name="T47" fmla="*/ 2 h 56"/>
                  <a:gd name="T48" fmla="*/ 895 w 907"/>
                  <a:gd name="T49" fmla="*/ 4 h 56"/>
                  <a:gd name="T50" fmla="*/ 899 w 907"/>
                  <a:gd name="T51" fmla="*/ 8 h 56"/>
                  <a:gd name="T52" fmla="*/ 902 w 907"/>
                  <a:gd name="T53" fmla="*/ 12 h 56"/>
                  <a:gd name="T54" fmla="*/ 905 w 907"/>
                  <a:gd name="T55" fmla="*/ 17 h 56"/>
                  <a:gd name="T56" fmla="*/ 906 w 907"/>
                  <a:gd name="T57" fmla="*/ 22 h 56"/>
                  <a:gd name="T58" fmla="*/ 907 w 907"/>
                  <a:gd name="T59" fmla="*/ 28 h 56"/>
                  <a:gd name="T60" fmla="*/ 907 w 907"/>
                  <a:gd name="T61" fmla="*/ 28 h 56"/>
                  <a:gd name="T62" fmla="*/ 906 w 907"/>
                  <a:gd name="T63" fmla="*/ 33 h 56"/>
                  <a:gd name="T64" fmla="*/ 905 w 907"/>
                  <a:gd name="T65" fmla="*/ 39 h 56"/>
                  <a:gd name="T66" fmla="*/ 902 w 907"/>
                  <a:gd name="T67" fmla="*/ 43 h 56"/>
                  <a:gd name="T68" fmla="*/ 899 w 907"/>
                  <a:gd name="T69" fmla="*/ 48 h 56"/>
                  <a:gd name="T70" fmla="*/ 895 w 907"/>
                  <a:gd name="T71" fmla="*/ 51 h 56"/>
                  <a:gd name="T72" fmla="*/ 889 w 907"/>
                  <a:gd name="T73" fmla="*/ 54 h 56"/>
                  <a:gd name="T74" fmla="*/ 883 w 907"/>
                  <a:gd name="T75" fmla="*/ 55 h 56"/>
                  <a:gd name="T76" fmla="*/ 878 w 907"/>
                  <a:gd name="T77" fmla="*/ 56 h 56"/>
                  <a:gd name="T78" fmla="*/ 878 w 907"/>
                  <a:gd name="T79"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07" h="56">
                    <a:moveTo>
                      <a:pt x="878" y="56"/>
                    </a:moveTo>
                    <a:lnTo>
                      <a:pt x="28" y="56"/>
                    </a:lnTo>
                    <a:lnTo>
                      <a:pt x="28" y="56"/>
                    </a:lnTo>
                    <a:lnTo>
                      <a:pt x="22" y="55"/>
                    </a:lnTo>
                    <a:lnTo>
                      <a:pt x="17" y="54"/>
                    </a:lnTo>
                    <a:lnTo>
                      <a:pt x="12" y="51"/>
                    </a:lnTo>
                    <a:lnTo>
                      <a:pt x="8" y="48"/>
                    </a:lnTo>
                    <a:lnTo>
                      <a:pt x="5" y="43"/>
                    </a:lnTo>
                    <a:lnTo>
                      <a:pt x="2" y="39"/>
                    </a:lnTo>
                    <a:lnTo>
                      <a:pt x="1" y="33"/>
                    </a:lnTo>
                    <a:lnTo>
                      <a:pt x="0" y="28"/>
                    </a:lnTo>
                    <a:lnTo>
                      <a:pt x="0" y="28"/>
                    </a:lnTo>
                    <a:lnTo>
                      <a:pt x="1" y="22"/>
                    </a:lnTo>
                    <a:lnTo>
                      <a:pt x="2" y="17"/>
                    </a:lnTo>
                    <a:lnTo>
                      <a:pt x="5" y="12"/>
                    </a:lnTo>
                    <a:lnTo>
                      <a:pt x="8" y="8"/>
                    </a:lnTo>
                    <a:lnTo>
                      <a:pt x="12" y="4"/>
                    </a:lnTo>
                    <a:lnTo>
                      <a:pt x="17" y="2"/>
                    </a:lnTo>
                    <a:lnTo>
                      <a:pt x="22" y="0"/>
                    </a:lnTo>
                    <a:lnTo>
                      <a:pt x="28" y="0"/>
                    </a:lnTo>
                    <a:lnTo>
                      <a:pt x="878" y="0"/>
                    </a:lnTo>
                    <a:lnTo>
                      <a:pt x="878" y="0"/>
                    </a:lnTo>
                    <a:lnTo>
                      <a:pt x="883" y="0"/>
                    </a:lnTo>
                    <a:lnTo>
                      <a:pt x="889" y="2"/>
                    </a:lnTo>
                    <a:lnTo>
                      <a:pt x="895" y="4"/>
                    </a:lnTo>
                    <a:lnTo>
                      <a:pt x="899" y="8"/>
                    </a:lnTo>
                    <a:lnTo>
                      <a:pt x="902" y="12"/>
                    </a:lnTo>
                    <a:lnTo>
                      <a:pt x="905" y="17"/>
                    </a:lnTo>
                    <a:lnTo>
                      <a:pt x="906" y="22"/>
                    </a:lnTo>
                    <a:lnTo>
                      <a:pt x="907" y="28"/>
                    </a:lnTo>
                    <a:lnTo>
                      <a:pt x="907" y="28"/>
                    </a:lnTo>
                    <a:lnTo>
                      <a:pt x="906" y="33"/>
                    </a:lnTo>
                    <a:lnTo>
                      <a:pt x="905" y="39"/>
                    </a:lnTo>
                    <a:lnTo>
                      <a:pt x="902" y="43"/>
                    </a:lnTo>
                    <a:lnTo>
                      <a:pt x="899" y="48"/>
                    </a:lnTo>
                    <a:lnTo>
                      <a:pt x="895" y="51"/>
                    </a:lnTo>
                    <a:lnTo>
                      <a:pt x="889" y="54"/>
                    </a:lnTo>
                    <a:lnTo>
                      <a:pt x="883" y="55"/>
                    </a:lnTo>
                    <a:lnTo>
                      <a:pt x="878" y="56"/>
                    </a:lnTo>
                    <a:lnTo>
                      <a:pt x="878"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 name="Freeform 42">
                <a:extLst>
                  <a:ext uri="{FF2B5EF4-FFF2-40B4-BE49-F238E27FC236}">
                    <a16:creationId xmlns:a16="http://schemas.microsoft.com/office/drawing/2014/main" id="{C4CF215D-E08E-4713-BFB1-E07D14B9C9ED}"/>
                  </a:ext>
                </a:extLst>
              </p:cNvPr>
              <p:cNvSpPr>
                <a:spLocks/>
              </p:cNvSpPr>
              <p:nvPr/>
            </p:nvSpPr>
            <p:spPr bwMode="auto">
              <a:xfrm>
                <a:off x="3576638" y="3729038"/>
                <a:ext cx="74613" cy="134938"/>
              </a:xfrm>
              <a:custGeom>
                <a:avLst/>
                <a:gdLst>
                  <a:gd name="T0" fmla="*/ 28 w 284"/>
                  <a:gd name="T1" fmla="*/ 510 h 510"/>
                  <a:gd name="T2" fmla="*/ 28 w 284"/>
                  <a:gd name="T3" fmla="*/ 510 h 510"/>
                  <a:gd name="T4" fmla="*/ 23 w 284"/>
                  <a:gd name="T5" fmla="*/ 510 h 510"/>
                  <a:gd name="T6" fmla="*/ 18 w 284"/>
                  <a:gd name="T7" fmla="*/ 508 h 510"/>
                  <a:gd name="T8" fmla="*/ 13 w 284"/>
                  <a:gd name="T9" fmla="*/ 506 h 510"/>
                  <a:gd name="T10" fmla="*/ 9 w 284"/>
                  <a:gd name="T11" fmla="*/ 502 h 510"/>
                  <a:gd name="T12" fmla="*/ 9 w 284"/>
                  <a:gd name="T13" fmla="*/ 502 h 510"/>
                  <a:gd name="T14" fmla="*/ 5 w 284"/>
                  <a:gd name="T15" fmla="*/ 498 h 510"/>
                  <a:gd name="T16" fmla="*/ 2 w 284"/>
                  <a:gd name="T17" fmla="*/ 493 h 510"/>
                  <a:gd name="T18" fmla="*/ 1 w 284"/>
                  <a:gd name="T19" fmla="*/ 488 h 510"/>
                  <a:gd name="T20" fmla="*/ 0 w 284"/>
                  <a:gd name="T21" fmla="*/ 482 h 510"/>
                  <a:gd name="T22" fmla="*/ 1 w 284"/>
                  <a:gd name="T23" fmla="*/ 477 h 510"/>
                  <a:gd name="T24" fmla="*/ 2 w 284"/>
                  <a:gd name="T25" fmla="*/ 472 h 510"/>
                  <a:gd name="T26" fmla="*/ 5 w 284"/>
                  <a:gd name="T27" fmla="*/ 467 h 510"/>
                  <a:gd name="T28" fmla="*/ 9 w 284"/>
                  <a:gd name="T29" fmla="*/ 462 h 510"/>
                  <a:gd name="T30" fmla="*/ 215 w 284"/>
                  <a:gd name="T31" fmla="*/ 256 h 510"/>
                  <a:gd name="T32" fmla="*/ 9 w 284"/>
                  <a:gd name="T33" fmla="*/ 49 h 510"/>
                  <a:gd name="T34" fmla="*/ 9 w 284"/>
                  <a:gd name="T35" fmla="*/ 49 h 510"/>
                  <a:gd name="T36" fmla="*/ 5 w 284"/>
                  <a:gd name="T37" fmla="*/ 45 h 510"/>
                  <a:gd name="T38" fmla="*/ 2 w 284"/>
                  <a:gd name="T39" fmla="*/ 40 h 510"/>
                  <a:gd name="T40" fmla="*/ 1 w 284"/>
                  <a:gd name="T41" fmla="*/ 35 h 510"/>
                  <a:gd name="T42" fmla="*/ 0 w 284"/>
                  <a:gd name="T43" fmla="*/ 29 h 510"/>
                  <a:gd name="T44" fmla="*/ 1 w 284"/>
                  <a:gd name="T45" fmla="*/ 24 h 510"/>
                  <a:gd name="T46" fmla="*/ 2 w 284"/>
                  <a:gd name="T47" fmla="*/ 19 h 510"/>
                  <a:gd name="T48" fmla="*/ 5 w 284"/>
                  <a:gd name="T49" fmla="*/ 13 h 510"/>
                  <a:gd name="T50" fmla="*/ 9 w 284"/>
                  <a:gd name="T51" fmla="*/ 8 h 510"/>
                  <a:gd name="T52" fmla="*/ 9 w 284"/>
                  <a:gd name="T53" fmla="*/ 8 h 510"/>
                  <a:gd name="T54" fmla="*/ 13 w 284"/>
                  <a:gd name="T55" fmla="*/ 5 h 510"/>
                  <a:gd name="T56" fmla="*/ 18 w 284"/>
                  <a:gd name="T57" fmla="*/ 2 h 510"/>
                  <a:gd name="T58" fmla="*/ 23 w 284"/>
                  <a:gd name="T59" fmla="*/ 1 h 510"/>
                  <a:gd name="T60" fmla="*/ 28 w 284"/>
                  <a:gd name="T61" fmla="*/ 0 h 510"/>
                  <a:gd name="T62" fmla="*/ 34 w 284"/>
                  <a:gd name="T63" fmla="*/ 1 h 510"/>
                  <a:gd name="T64" fmla="*/ 39 w 284"/>
                  <a:gd name="T65" fmla="*/ 2 h 510"/>
                  <a:gd name="T66" fmla="*/ 44 w 284"/>
                  <a:gd name="T67" fmla="*/ 5 h 510"/>
                  <a:gd name="T68" fmla="*/ 48 w 284"/>
                  <a:gd name="T69" fmla="*/ 8 h 510"/>
                  <a:gd name="T70" fmla="*/ 276 w 284"/>
                  <a:gd name="T71" fmla="*/ 236 h 510"/>
                  <a:gd name="T72" fmla="*/ 276 w 284"/>
                  <a:gd name="T73" fmla="*/ 236 h 510"/>
                  <a:gd name="T74" fmla="*/ 279 w 284"/>
                  <a:gd name="T75" fmla="*/ 240 h 510"/>
                  <a:gd name="T76" fmla="*/ 282 w 284"/>
                  <a:gd name="T77" fmla="*/ 245 h 510"/>
                  <a:gd name="T78" fmla="*/ 283 w 284"/>
                  <a:gd name="T79" fmla="*/ 250 h 510"/>
                  <a:gd name="T80" fmla="*/ 284 w 284"/>
                  <a:gd name="T81" fmla="*/ 256 h 510"/>
                  <a:gd name="T82" fmla="*/ 283 w 284"/>
                  <a:gd name="T83" fmla="*/ 261 h 510"/>
                  <a:gd name="T84" fmla="*/ 282 w 284"/>
                  <a:gd name="T85" fmla="*/ 266 h 510"/>
                  <a:gd name="T86" fmla="*/ 279 w 284"/>
                  <a:gd name="T87" fmla="*/ 271 h 510"/>
                  <a:gd name="T88" fmla="*/ 276 w 284"/>
                  <a:gd name="T89" fmla="*/ 276 h 510"/>
                  <a:gd name="T90" fmla="*/ 48 w 284"/>
                  <a:gd name="T91" fmla="*/ 502 h 510"/>
                  <a:gd name="T92" fmla="*/ 48 w 284"/>
                  <a:gd name="T93" fmla="*/ 502 h 510"/>
                  <a:gd name="T94" fmla="*/ 44 w 284"/>
                  <a:gd name="T95" fmla="*/ 506 h 510"/>
                  <a:gd name="T96" fmla="*/ 39 w 284"/>
                  <a:gd name="T97" fmla="*/ 508 h 510"/>
                  <a:gd name="T98" fmla="*/ 34 w 284"/>
                  <a:gd name="T99" fmla="*/ 510 h 510"/>
                  <a:gd name="T100" fmla="*/ 28 w 284"/>
                  <a:gd name="T101" fmla="*/ 510 h 510"/>
                  <a:gd name="T102" fmla="*/ 28 w 284"/>
                  <a:gd name="T103" fmla="*/ 51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4" h="510">
                    <a:moveTo>
                      <a:pt x="28" y="510"/>
                    </a:moveTo>
                    <a:lnTo>
                      <a:pt x="28" y="510"/>
                    </a:lnTo>
                    <a:lnTo>
                      <a:pt x="23" y="510"/>
                    </a:lnTo>
                    <a:lnTo>
                      <a:pt x="18" y="508"/>
                    </a:lnTo>
                    <a:lnTo>
                      <a:pt x="13" y="506"/>
                    </a:lnTo>
                    <a:lnTo>
                      <a:pt x="9" y="502"/>
                    </a:lnTo>
                    <a:lnTo>
                      <a:pt x="9" y="502"/>
                    </a:lnTo>
                    <a:lnTo>
                      <a:pt x="5" y="498"/>
                    </a:lnTo>
                    <a:lnTo>
                      <a:pt x="2" y="493"/>
                    </a:lnTo>
                    <a:lnTo>
                      <a:pt x="1" y="488"/>
                    </a:lnTo>
                    <a:lnTo>
                      <a:pt x="0" y="482"/>
                    </a:lnTo>
                    <a:lnTo>
                      <a:pt x="1" y="477"/>
                    </a:lnTo>
                    <a:lnTo>
                      <a:pt x="2" y="472"/>
                    </a:lnTo>
                    <a:lnTo>
                      <a:pt x="5" y="467"/>
                    </a:lnTo>
                    <a:lnTo>
                      <a:pt x="9" y="462"/>
                    </a:lnTo>
                    <a:lnTo>
                      <a:pt x="215" y="256"/>
                    </a:lnTo>
                    <a:lnTo>
                      <a:pt x="9" y="49"/>
                    </a:lnTo>
                    <a:lnTo>
                      <a:pt x="9" y="49"/>
                    </a:lnTo>
                    <a:lnTo>
                      <a:pt x="5" y="45"/>
                    </a:lnTo>
                    <a:lnTo>
                      <a:pt x="2" y="40"/>
                    </a:lnTo>
                    <a:lnTo>
                      <a:pt x="1" y="35"/>
                    </a:lnTo>
                    <a:lnTo>
                      <a:pt x="0" y="29"/>
                    </a:lnTo>
                    <a:lnTo>
                      <a:pt x="1" y="24"/>
                    </a:lnTo>
                    <a:lnTo>
                      <a:pt x="2" y="19"/>
                    </a:lnTo>
                    <a:lnTo>
                      <a:pt x="5" y="13"/>
                    </a:lnTo>
                    <a:lnTo>
                      <a:pt x="9" y="8"/>
                    </a:lnTo>
                    <a:lnTo>
                      <a:pt x="9" y="8"/>
                    </a:lnTo>
                    <a:lnTo>
                      <a:pt x="13" y="5"/>
                    </a:lnTo>
                    <a:lnTo>
                      <a:pt x="18" y="2"/>
                    </a:lnTo>
                    <a:lnTo>
                      <a:pt x="23" y="1"/>
                    </a:lnTo>
                    <a:lnTo>
                      <a:pt x="28" y="0"/>
                    </a:lnTo>
                    <a:lnTo>
                      <a:pt x="34" y="1"/>
                    </a:lnTo>
                    <a:lnTo>
                      <a:pt x="39" y="2"/>
                    </a:lnTo>
                    <a:lnTo>
                      <a:pt x="44" y="5"/>
                    </a:lnTo>
                    <a:lnTo>
                      <a:pt x="48" y="8"/>
                    </a:lnTo>
                    <a:lnTo>
                      <a:pt x="276" y="236"/>
                    </a:lnTo>
                    <a:lnTo>
                      <a:pt x="276" y="236"/>
                    </a:lnTo>
                    <a:lnTo>
                      <a:pt x="279" y="240"/>
                    </a:lnTo>
                    <a:lnTo>
                      <a:pt x="282" y="245"/>
                    </a:lnTo>
                    <a:lnTo>
                      <a:pt x="283" y="250"/>
                    </a:lnTo>
                    <a:lnTo>
                      <a:pt x="284" y="256"/>
                    </a:lnTo>
                    <a:lnTo>
                      <a:pt x="283" y="261"/>
                    </a:lnTo>
                    <a:lnTo>
                      <a:pt x="282" y="266"/>
                    </a:lnTo>
                    <a:lnTo>
                      <a:pt x="279" y="271"/>
                    </a:lnTo>
                    <a:lnTo>
                      <a:pt x="276" y="276"/>
                    </a:lnTo>
                    <a:lnTo>
                      <a:pt x="48" y="502"/>
                    </a:lnTo>
                    <a:lnTo>
                      <a:pt x="48" y="502"/>
                    </a:lnTo>
                    <a:lnTo>
                      <a:pt x="44" y="506"/>
                    </a:lnTo>
                    <a:lnTo>
                      <a:pt x="39" y="508"/>
                    </a:lnTo>
                    <a:lnTo>
                      <a:pt x="34" y="510"/>
                    </a:lnTo>
                    <a:lnTo>
                      <a:pt x="28" y="510"/>
                    </a:lnTo>
                    <a:lnTo>
                      <a:pt x="28" y="5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4" name="Freeform 43">
                <a:extLst>
                  <a:ext uri="{FF2B5EF4-FFF2-40B4-BE49-F238E27FC236}">
                    <a16:creationId xmlns:a16="http://schemas.microsoft.com/office/drawing/2014/main" id="{A17DA391-AEA3-4AFC-BF37-B4EFA788E7C2}"/>
                  </a:ext>
                </a:extLst>
              </p:cNvPr>
              <p:cNvSpPr>
                <a:spLocks/>
              </p:cNvSpPr>
              <p:nvPr/>
            </p:nvSpPr>
            <p:spPr bwMode="auto">
              <a:xfrm>
                <a:off x="3425825" y="3624263"/>
                <a:ext cx="330200" cy="344488"/>
              </a:xfrm>
              <a:custGeom>
                <a:avLst/>
                <a:gdLst>
                  <a:gd name="T0" fmla="*/ 526 w 1250"/>
                  <a:gd name="T1" fmla="*/ 1299 h 1303"/>
                  <a:gd name="T2" fmla="*/ 411 w 1250"/>
                  <a:gd name="T3" fmla="*/ 1276 h 1303"/>
                  <a:gd name="T4" fmla="*/ 303 w 1250"/>
                  <a:gd name="T5" fmla="*/ 1232 h 1303"/>
                  <a:gd name="T6" fmla="*/ 205 w 1250"/>
                  <a:gd name="T7" fmla="*/ 1172 h 1303"/>
                  <a:gd name="T8" fmla="*/ 119 w 1250"/>
                  <a:gd name="T9" fmla="*/ 1094 h 1303"/>
                  <a:gd name="T10" fmla="*/ 48 w 1250"/>
                  <a:gd name="T11" fmla="*/ 1001 h 1303"/>
                  <a:gd name="T12" fmla="*/ 2 w 1250"/>
                  <a:gd name="T13" fmla="*/ 918 h 1303"/>
                  <a:gd name="T14" fmla="*/ 4 w 1250"/>
                  <a:gd name="T15" fmla="*/ 891 h 1303"/>
                  <a:gd name="T16" fmla="*/ 22 w 1250"/>
                  <a:gd name="T17" fmla="*/ 879 h 1303"/>
                  <a:gd name="T18" fmla="*/ 48 w 1250"/>
                  <a:gd name="T19" fmla="*/ 886 h 1303"/>
                  <a:gd name="T20" fmla="*/ 74 w 1250"/>
                  <a:gd name="T21" fmla="*/ 933 h 1303"/>
                  <a:gd name="T22" fmla="*/ 132 w 1250"/>
                  <a:gd name="T23" fmla="*/ 1023 h 1303"/>
                  <a:gd name="T24" fmla="*/ 206 w 1250"/>
                  <a:gd name="T25" fmla="*/ 1100 h 1303"/>
                  <a:gd name="T26" fmla="*/ 292 w 1250"/>
                  <a:gd name="T27" fmla="*/ 1162 h 1303"/>
                  <a:gd name="T28" fmla="*/ 387 w 1250"/>
                  <a:gd name="T29" fmla="*/ 1208 h 1303"/>
                  <a:gd name="T30" fmla="*/ 490 w 1250"/>
                  <a:gd name="T31" fmla="*/ 1236 h 1303"/>
                  <a:gd name="T32" fmla="*/ 597 w 1250"/>
                  <a:gd name="T33" fmla="*/ 1246 h 1303"/>
                  <a:gd name="T34" fmla="*/ 717 w 1250"/>
                  <a:gd name="T35" fmla="*/ 1234 h 1303"/>
                  <a:gd name="T36" fmla="*/ 856 w 1250"/>
                  <a:gd name="T37" fmla="*/ 1188 h 1303"/>
                  <a:gd name="T38" fmla="*/ 976 w 1250"/>
                  <a:gd name="T39" fmla="*/ 1110 h 1303"/>
                  <a:gd name="T40" fmla="*/ 1074 w 1250"/>
                  <a:gd name="T41" fmla="*/ 1007 h 1303"/>
                  <a:gd name="T42" fmla="*/ 1146 w 1250"/>
                  <a:gd name="T43" fmla="*/ 883 h 1303"/>
                  <a:gd name="T44" fmla="*/ 1186 w 1250"/>
                  <a:gd name="T45" fmla="*/ 742 h 1303"/>
                  <a:gd name="T46" fmla="*/ 1192 w 1250"/>
                  <a:gd name="T47" fmla="*/ 620 h 1303"/>
                  <a:gd name="T48" fmla="*/ 1166 w 1250"/>
                  <a:gd name="T49" fmla="*/ 475 h 1303"/>
                  <a:gd name="T50" fmla="*/ 1106 w 1250"/>
                  <a:gd name="T51" fmla="*/ 343 h 1303"/>
                  <a:gd name="T52" fmla="*/ 1018 w 1250"/>
                  <a:gd name="T53" fmla="*/ 231 h 1303"/>
                  <a:gd name="T54" fmla="*/ 906 w 1250"/>
                  <a:gd name="T55" fmla="*/ 143 h 1303"/>
                  <a:gd name="T56" fmla="*/ 774 w 1250"/>
                  <a:gd name="T57" fmla="*/ 83 h 1303"/>
                  <a:gd name="T58" fmla="*/ 628 w 1250"/>
                  <a:gd name="T59" fmla="*/ 57 h 1303"/>
                  <a:gd name="T60" fmla="*/ 532 w 1250"/>
                  <a:gd name="T61" fmla="*/ 60 h 1303"/>
                  <a:gd name="T62" fmla="*/ 428 w 1250"/>
                  <a:gd name="T63" fmla="*/ 81 h 1303"/>
                  <a:gd name="T64" fmla="*/ 330 w 1250"/>
                  <a:gd name="T65" fmla="*/ 120 h 1303"/>
                  <a:gd name="T66" fmla="*/ 241 w 1250"/>
                  <a:gd name="T67" fmla="*/ 175 h 1303"/>
                  <a:gd name="T68" fmla="*/ 162 w 1250"/>
                  <a:gd name="T69" fmla="*/ 246 h 1303"/>
                  <a:gd name="T70" fmla="*/ 97 w 1250"/>
                  <a:gd name="T71" fmla="*/ 330 h 1303"/>
                  <a:gd name="T72" fmla="*/ 56 w 1250"/>
                  <a:gd name="T73" fmla="*/ 405 h 1303"/>
                  <a:gd name="T74" fmla="*/ 35 w 1250"/>
                  <a:gd name="T75" fmla="*/ 422 h 1303"/>
                  <a:gd name="T76" fmla="*/ 13 w 1250"/>
                  <a:gd name="T77" fmla="*/ 417 h 1303"/>
                  <a:gd name="T78" fmla="*/ 1 w 1250"/>
                  <a:gd name="T79" fmla="*/ 393 h 1303"/>
                  <a:gd name="T80" fmla="*/ 25 w 1250"/>
                  <a:gd name="T81" fmla="*/ 340 h 1303"/>
                  <a:gd name="T82" fmla="*/ 90 w 1250"/>
                  <a:gd name="T83" fmla="*/ 242 h 1303"/>
                  <a:gd name="T84" fmla="*/ 171 w 1250"/>
                  <a:gd name="T85" fmla="*/ 159 h 1303"/>
                  <a:gd name="T86" fmla="*/ 264 w 1250"/>
                  <a:gd name="T87" fmla="*/ 91 h 1303"/>
                  <a:gd name="T88" fmla="*/ 368 w 1250"/>
                  <a:gd name="T89" fmla="*/ 42 h 1303"/>
                  <a:gd name="T90" fmla="*/ 480 w 1250"/>
                  <a:gd name="T91" fmla="*/ 11 h 1303"/>
                  <a:gd name="T92" fmla="*/ 597 w 1250"/>
                  <a:gd name="T93" fmla="*/ 0 h 1303"/>
                  <a:gd name="T94" fmla="*/ 728 w 1250"/>
                  <a:gd name="T95" fmla="*/ 13 h 1303"/>
                  <a:gd name="T96" fmla="*/ 880 w 1250"/>
                  <a:gd name="T97" fmla="*/ 64 h 1303"/>
                  <a:gd name="T98" fmla="*/ 1012 w 1250"/>
                  <a:gd name="T99" fmla="*/ 149 h 1303"/>
                  <a:gd name="T100" fmla="*/ 1119 w 1250"/>
                  <a:gd name="T101" fmla="*/ 262 h 1303"/>
                  <a:gd name="T102" fmla="*/ 1198 w 1250"/>
                  <a:gd name="T103" fmla="*/ 398 h 1303"/>
                  <a:gd name="T104" fmla="*/ 1242 w 1250"/>
                  <a:gd name="T105" fmla="*/ 553 h 1303"/>
                  <a:gd name="T106" fmla="*/ 1249 w 1250"/>
                  <a:gd name="T107" fmla="*/ 685 h 1303"/>
                  <a:gd name="T108" fmla="*/ 1220 w 1250"/>
                  <a:gd name="T109" fmla="*/ 845 h 1303"/>
                  <a:gd name="T110" fmla="*/ 1155 w 1250"/>
                  <a:gd name="T111" fmla="*/ 989 h 1303"/>
                  <a:gd name="T112" fmla="*/ 1059 w 1250"/>
                  <a:gd name="T113" fmla="*/ 1112 h 1303"/>
                  <a:gd name="T114" fmla="*/ 935 w 1250"/>
                  <a:gd name="T115" fmla="*/ 1208 h 1303"/>
                  <a:gd name="T116" fmla="*/ 791 w 1250"/>
                  <a:gd name="T117" fmla="*/ 1274 h 1303"/>
                  <a:gd name="T118" fmla="*/ 631 w 1250"/>
                  <a:gd name="T119" fmla="*/ 1302 h 1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50" h="1303">
                    <a:moveTo>
                      <a:pt x="597" y="1303"/>
                    </a:moveTo>
                    <a:lnTo>
                      <a:pt x="597" y="1303"/>
                    </a:lnTo>
                    <a:lnTo>
                      <a:pt x="574" y="1303"/>
                    </a:lnTo>
                    <a:lnTo>
                      <a:pt x="550" y="1301"/>
                    </a:lnTo>
                    <a:lnTo>
                      <a:pt x="526" y="1299"/>
                    </a:lnTo>
                    <a:lnTo>
                      <a:pt x="502" y="1296"/>
                    </a:lnTo>
                    <a:lnTo>
                      <a:pt x="479" y="1292"/>
                    </a:lnTo>
                    <a:lnTo>
                      <a:pt x="457" y="1288"/>
                    </a:lnTo>
                    <a:lnTo>
                      <a:pt x="433" y="1282"/>
                    </a:lnTo>
                    <a:lnTo>
                      <a:pt x="411" y="1276"/>
                    </a:lnTo>
                    <a:lnTo>
                      <a:pt x="389" y="1269"/>
                    </a:lnTo>
                    <a:lnTo>
                      <a:pt x="367" y="1261"/>
                    </a:lnTo>
                    <a:lnTo>
                      <a:pt x="346" y="1253"/>
                    </a:lnTo>
                    <a:lnTo>
                      <a:pt x="324" y="1242"/>
                    </a:lnTo>
                    <a:lnTo>
                      <a:pt x="303" y="1232"/>
                    </a:lnTo>
                    <a:lnTo>
                      <a:pt x="283" y="1222"/>
                    </a:lnTo>
                    <a:lnTo>
                      <a:pt x="263" y="1210"/>
                    </a:lnTo>
                    <a:lnTo>
                      <a:pt x="244" y="1198"/>
                    </a:lnTo>
                    <a:lnTo>
                      <a:pt x="224" y="1185"/>
                    </a:lnTo>
                    <a:lnTo>
                      <a:pt x="205" y="1172"/>
                    </a:lnTo>
                    <a:lnTo>
                      <a:pt x="187" y="1158"/>
                    </a:lnTo>
                    <a:lnTo>
                      <a:pt x="169" y="1142"/>
                    </a:lnTo>
                    <a:lnTo>
                      <a:pt x="152" y="1127"/>
                    </a:lnTo>
                    <a:lnTo>
                      <a:pt x="136" y="1111"/>
                    </a:lnTo>
                    <a:lnTo>
                      <a:pt x="119" y="1094"/>
                    </a:lnTo>
                    <a:lnTo>
                      <a:pt x="103" y="1077"/>
                    </a:lnTo>
                    <a:lnTo>
                      <a:pt x="89" y="1059"/>
                    </a:lnTo>
                    <a:lnTo>
                      <a:pt x="74" y="1040"/>
                    </a:lnTo>
                    <a:lnTo>
                      <a:pt x="61" y="1021"/>
                    </a:lnTo>
                    <a:lnTo>
                      <a:pt x="48" y="1001"/>
                    </a:lnTo>
                    <a:lnTo>
                      <a:pt x="36" y="982"/>
                    </a:lnTo>
                    <a:lnTo>
                      <a:pt x="23" y="961"/>
                    </a:lnTo>
                    <a:lnTo>
                      <a:pt x="12" y="940"/>
                    </a:lnTo>
                    <a:lnTo>
                      <a:pt x="2" y="918"/>
                    </a:lnTo>
                    <a:lnTo>
                      <a:pt x="2" y="918"/>
                    </a:lnTo>
                    <a:lnTo>
                      <a:pt x="0" y="912"/>
                    </a:lnTo>
                    <a:lnTo>
                      <a:pt x="0" y="907"/>
                    </a:lnTo>
                    <a:lnTo>
                      <a:pt x="0" y="901"/>
                    </a:lnTo>
                    <a:lnTo>
                      <a:pt x="2" y="896"/>
                    </a:lnTo>
                    <a:lnTo>
                      <a:pt x="4" y="891"/>
                    </a:lnTo>
                    <a:lnTo>
                      <a:pt x="7" y="887"/>
                    </a:lnTo>
                    <a:lnTo>
                      <a:pt x="11" y="883"/>
                    </a:lnTo>
                    <a:lnTo>
                      <a:pt x="16" y="880"/>
                    </a:lnTo>
                    <a:lnTo>
                      <a:pt x="16" y="880"/>
                    </a:lnTo>
                    <a:lnTo>
                      <a:pt x="22" y="879"/>
                    </a:lnTo>
                    <a:lnTo>
                      <a:pt x="27" y="878"/>
                    </a:lnTo>
                    <a:lnTo>
                      <a:pt x="33" y="878"/>
                    </a:lnTo>
                    <a:lnTo>
                      <a:pt x="39" y="880"/>
                    </a:lnTo>
                    <a:lnTo>
                      <a:pt x="44" y="882"/>
                    </a:lnTo>
                    <a:lnTo>
                      <a:pt x="48" y="886"/>
                    </a:lnTo>
                    <a:lnTo>
                      <a:pt x="52" y="890"/>
                    </a:lnTo>
                    <a:lnTo>
                      <a:pt x="54" y="895"/>
                    </a:lnTo>
                    <a:lnTo>
                      <a:pt x="54" y="895"/>
                    </a:lnTo>
                    <a:lnTo>
                      <a:pt x="64" y="914"/>
                    </a:lnTo>
                    <a:lnTo>
                      <a:pt x="74" y="933"/>
                    </a:lnTo>
                    <a:lnTo>
                      <a:pt x="84" y="953"/>
                    </a:lnTo>
                    <a:lnTo>
                      <a:pt x="95" y="971"/>
                    </a:lnTo>
                    <a:lnTo>
                      <a:pt x="107" y="989"/>
                    </a:lnTo>
                    <a:lnTo>
                      <a:pt x="119" y="1006"/>
                    </a:lnTo>
                    <a:lnTo>
                      <a:pt x="132" y="1023"/>
                    </a:lnTo>
                    <a:lnTo>
                      <a:pt x="147" y="1039"/>
                    </a:lnTo>
                    <a:lnTo>
                      <a:pt x="161" y="1056"/>
                    </a:lnTo>
                    <a:lnTo>
                      <a:pt x="176" y="1071"/>
                    </a:lnTo>
                    <a:lnTo>
                      <a:pt x="191" y="1086"/>
                    </a:lnTo>
                    <a:lnTo>
                      <a:pt x="206" y="1100"/>
                    </a:lnTo>
                    <a:lnTo>
                      <a:pt x="222" y="1113"/>
                    </a:lnTo>
                    <a:lnTo>
                      <a:pt x="240" y="1126"/>
                    </a:lnTo>
                    <a:lnTo>
                      <a:pt x="257" y="1138"/>
                    </a:lnTo>
                    <a:lnTo>
                      <a:pt x="274" y="1151"/>
                    </a:lnTo>
                    <a:lnTo>
                      <a:pt x="292" y="1162"/>
                    </a:lnTo>
                    <a:lnTo>
                      <a:pt x="310" y="1173"/>
                    </a:lnTo>
                    <a:lnTo>
                      <a:pt x="328" y="1182"/>
                    </a:lnTo>
                    <a:lnTo>
                      <a:pt x="348" y="1192"/>
                    </a:lnTo>
                    <a:lnTo>
                      <a:pt x="367" y="1200"/>
                    </a:lnTo>
                    <a:lnTo>
                      <a:pt x="387" y="1208"/>
                    </a:lnTo>
                    <a:lnTo>
                      <a:pt x="407" y="1215"/>
                    </a:lnTo>
                    <a:lnTo>
                      <a:pt x="427" y="1221"/>
                    </a:lnTo>
                    <a:lnTo>
                      <a:pt x="448" y="1227"/>
                    </a:lnTo>
                    <a:lnTo>
                      <a:pt x="469" y="1232"/>
                    </a:lnTo>
                    <a:lnTo>
                      <a:pt x="490" y="1236"/>
                    </a:lnTo>
                    <a:lnTo>
                      <a:pt x="511" y="1240"/>
                    </a:lnTo>
                    <a:lnTo>
                      <a:pt x="532" y="1242"/>
                    </a:lnTo>
                    <a:lnTo>
                      <a:pt x="554" y="1244"/>
                    </a:lnTo>
                    <a:lnTo>
                      <a:pt x="576" y="1246"/>
                    </a:lnTo>
                    <a:lnTo>
                      <a:pt x="597" y="1246"/>
                    </a:lnTo>
                    <a:lnTo>
                      <a:pt x="597" y="1246"/>
                    </a:lnTo>
                    <a:lnTo>
                      <a:pt x="628" y="1245"/>
                    </a:lnTo>
                    <a:lnTo>
                      <a:pt x="659" y="1243"/>
                    </a:lnTo>
                    <a:lnTo>
                      <a:pt x="688" y="1239"/>
                    </a:lnTo>
                    <a:lnTo>
                      <a:pt x="717" y="1234"/>
                    </a:lnTo>
                    <a:lnTo>
                      <a:pt x="746" y="1227"/>
                    </a:lnTo>
                    <a:lnTo>
                      <a:pt x="774" y="1219"/>
                    </a:lnTo>
                    <a:lnTo>
                      <a:pt x="802" y="1210"/>
                    </a:lnTo>
                    <a:lnTo>
                      <a:pt x="828" y="1200"/>
                    </a:lnTo>
                    <a:lnTo>
                      <a:pt x="856" y="1188"/>
                    </a:lnTo>
                    <a:lnTo>
                      <a:pt x="881" y="1175"/>
                    </a:lnTo>
                    <a:lnTo>
                      <a:pt x="906" y="1161"/>
                    </a:lnTo>
                    <a:lnTo>
                      <a:pt x="930" y="1144"/>
                    </a:lnTo>
                    <a:lnTo>
                      <a:pt x="954" y="1128"/>
                    </a:lnTo>
                    <a:lnTo>
                      <a:pt x="976" y="1110"/>
                    </a:lnTo>
                    <a:lnTo>
                      <a:pt x="997" y="1092"/>
                    </a:lnTo>
                    <a:lnTo>
                      <a:pt x="1018" y="1072"/>
                    </a:lnTo>
                    <a:lnTo>
                      <a:pt x="1037" y="1052"/>
                    </a:lnTo>
                    <a:lnTo>
                      <a:pt x="1057" y="1029"/>
                    </a:lnTo>
                    <a:lnTo>
                      <a:pt x="1074" y="1007"/>
                    </a:lnTo>
                    <a:lnTo>
                      <a:pt x="1091" y="984"/>
                    </a:lnTo>
                    <a:lnTo>
                      <a:pt x="1106" y="960"/>
                    </a:lnTo>
                    <a:lnTo>
                      <a:pt x="1120" y="934"/>
                    </a:lnTo>
                    <a:lnTo>
                      <a:pt x="1133" y="909"/>
                    </a:lnTo>
                    <a:lnTo>
                      <a:pt x="1146" y="883"/>
                    </a:lnTo>
                    <a:lnTo>
                      <a:pt x="1157" y="856"/>
                    </a:lnTo>
                    <a:lnTo>
                      <a:pt x="1166" y="828"/>
                    </a:lnTo>
                    <a:lnTo>
                      <a:pt x="1174" y="800"/>
                    </a:lnTo>
                    <a:lnTo>
                      <a:pt x="1181" y="771"/>
                    </a:lnTo>
                    <a:lnTo>
                      <a:pt x="1186" y="742"/>
                    </a:lnTo>
                    <a:lnTo>
                      <a:pt x="1190" y="712"/>
                    </a:lnTo>
                    <a:lnTo>
                      <a:pt x="1192" y="682"/>
                    </a:lnTo>
                    <a:lnTo>
                      <a:pt x="1193" y="652"/>
                    </a:lnTo>
                    <a:lnTo>
                      <a:pt x="1193" y="652"/>
                    </a:lnTo>
                    <a:lnTo>
                      <a:pt x="1192" y="620"/>
                    </a:lnTo>
                    <a:lnTo>
                      <a:pt x="1190" y="591"/>
                    </a:lnTo>
                    <a:lnTo>
                      <a:pt x="1186" y="561"/>
                    </a:lnTo>
                    <a:lnTo>
                      <a:pt x="1181" y="532"/>
                    </a:lnTo>
                    <a:lnTo>
                      <a:pt x="1174" y="503"/>
                    </a:lnTo>
                    <a:lnTo>
                      <a:pt x="1166" y="475"/>
                    </a:lnTo>
                    <a:lnTo>
                      <a:pt x="1157" y="447"/>
                    </a:lnTo>
                    <a:lnTo>
                      <a:pt x="1146" y="421"/>
                    </a:lnTo>
                    <a:lnTo>
                      <a:pt x="1133" y="393"/>
                    </a:lnTo>
                    <a:lnTo>
                      <a:pt x="1120" y="368"/>
                    </a:lnTo>
                    <a:lnTo>
                      <a:pt x="1106" y="343"/>
                    </a:lnTo>
                    <a:lnTo>
                      <a:pt x="1091" y="319"/>
                    </a:lnTo>
                    <a:lnTo>
                      <a:pt x="1074" y="295"/>
                    </a:lnTo>
                    <a:lnTo>
                      <a:pt x="1057" y="273"/>
                    </a:lnTo>
                    <a:lnTo>
                      <a:pt x="1037" y="252"/>
                    </a:lnTo>
                    <a:lnTo>
                      <a:pt x="1018" y="231"/>
                    </a:lnTo>
                    <a:lnTo>
                      <a:pt x="997" y="212"/>
                    </a:lnTo>
                    <a:lnTo>
                      <a:pt x="976" y="192"/>
                    </a:lnTo>
                    <a:lnTo>
                      <a:pt x="954" y="175"/>
                    </a:lnTo>
                    <a:lnTo>
                      <a:pt x="930" y="158"/>
                    </a:lnTo>
                    <a:lnTo>
                      <a:pt x="906" y="143"/>
                    </a:lnTo>
                    <a:lnTo>
                      <a:pt x="881" y="129"/>
                    </a:lnTo>
                    <a:lnTo>
                      <a:pt x="856" y="116"/>
                    </a:lnTo>
                    <a:lnTo>
                      <a:pt x="828" y="104"/>
                    </a:lnTo>
                    <a:lnTo>
                      <a:pt x="802" y="92"/>
                    </a:lnTo>
                    <a:lnTo>
                      <a:pt x="774" y="83"/>
                    </a:lnTo>
                    <a:lnTo>
                      <a:pt x="746" y="75"/>
                    </a:lnTo>
                    <a:lnTo>
                      <a:pt x="717" y="68"/>
                    </a:lnTo>
                    <a:lnTo>
                      <a:pt x="688" y="63"/>
                    </a:lnTo>
                    <a:lnTo>
                      <a:pt x="659" y="59"/>
                    </a:lnTo>
                    <a:lnTo>
                      <a:pt x="628" y="57"/>
                    </a:lnTo>
                    <a:lnTo>
                      <a:pt x="597" y="56"/>
                    </a:lnTo>
                    <a:lnTo>
                      <a:pt x="597" y="56"/>
                    </a:lnTo>
                    <a:lnTo>
                      <a:pt x="576" y="57"/>
                    </a:lnTo>
                    <a:lnTo>
                      <a:pt x="554" y="58"/>
                    </a:lnTo>
                    <a:lnTo>
                      <a:pt x="532" y="60"/>
                    </a:lnTo>
                    <a:lnTo>
                      <a:pt x="511" y="63"/>
                    </a:lnTo>
                    <a:lnTo>
                      <a:pt x="490" y="66"/>
                    </a:lnTo>
                    <a:lnTo>
                      <a:pt x="469" y="70"/>
                    </a:lnTo>
                    <a:lnTo>
                      <a:pt x="449" y="75"/>
                    </a:lnTo>
                    <a:lnTo>
                      <a:pt x="428" y="81"/>
                    </a:lnTo>
                    <a:lnTo>
                      <a:pt x="408" y="87"/>
                    </a:lnTo>
                    <a:lnTo>
                      <a:pt x="388" y="94"/>
                    </a:lnTo>
                    <a:lnTo>
                      <a:pt x="369" y="103"/>
                    </a:lnTo>
                    <a:lnTo>
                      <a:pt x="349" y="111"/>
                    </a:lnTo>
                    <a:lnTo>
                      <a:pt x="330" y="120"/>
                    </a:lnTo>
                    <a:lnTo>
                      <a:pt x="311" y="130"/>
                    </a:lnTo>
                    <a:lnTo>
                      <a:pt x="293" y="140"/>
                    </a:lnTo>
                    <a:lnTo>
                      <a:pt x="275" y="151"/>
                    </a:lnTo>
                    <a:lnTo>
                      <a:pt x="258" y="163"/>
                    </a:lnTo>
                    <a:lnTo>
                      <a:pt x="241" y="175"/>
                    </a:lnTo>
                    <a:lnTo>
                      <a:pt x="224" y="188"/>
                    </a:lnTo>
                    <a:lnTo>
                      <a:pt x="208" y="201"/>
                    </a:lnTo>
                    <a:lnTo>
                      <a:pt x="192" y="216"/>
                    </a:lnTo>
                    <a:lnTo>
                      <a:pt x="177" y="231"/>
                    </a:lnTo>
                    <a:lnTo>
                      <a:pt x="162" y="246"/>
                    </a:lnTo>
                    <a:lnTo>
                      <a:pt x="148" y="261"/>
                    </a:lnTo>
                    <a:lnTo>
                      <a:pt x="134" y="278"/>
                    </a:lnTo>
                    <a:lnTo>
                      <a:pt x="121" y="294"/>
                    </a:lnTo>
                    <a:lnTo>
                      <a:pt x="109" y="312"/>
                    </a:lnTo>
                    <a:lnTo>
                      <a:pt x="97" y="330"/>
                    </a:lnTo>
                    <a:lnTo>
                      <a:pt x="86" y="348"/>
                    </a:lnTo>
                    <a:lnTo>
                      <a:pt x="75" y="367"/>
                    </a:lnTo>
                    <a:lnTo>
                      <a:pt x="65" y="386"/>
                    </a:lnTo>
                    <a:lnTo>
                      <a:pt x="56" y="405"/>
                    </a:lnTo>
                    <a:lnTo>
                      <a:pt x="56" y="405"/>
                    </a:lnTo>
                    <a:lnTo>
                      <a:pt x="53" y="410"/>
                    </a:lnTo>
                    <a:lnTo>
                      <a:pt x="49" y="415"/>
                    </a:lnTo>
                    <a:lnTo>
                      <a:pt x="45" y="418"/>
                    </a:lnTo>
                    <a:lnTo>
                      <a:pt x="40" y="421"/>
                    </a:lnTo>
                    <a:lnTo>
                      <a:pt x="35" y="422"/>
                    </a:lnTo>
                    <a:lnTo>
                      <a:pt x="28" y="422"/>
                    </a:lnTo>
                    <a:lnTo>
                      <a:pt x="23" y="422"/>
                    </a:lnTo>
                    <a:lnTo>
                      <a:pt x="18" y="420"/>
                    </a:lnTo>
                    <a:lnTo>
                      <a:pt x="18" y="420"/>
                    </a:lnTo>
                    <a:lnTo>
                      <a:pt x="13" y="417"/>
                    </a:lnTo>
                    <a:lnTo>
                      <a:pt x="9" y="412"/>
                    </a:lnTo>
                    <a:lnTo>
                      <a:pt x="5" y="408"/>
                    </a:lnTo>
                    <a:lnTo>
                      <a:pt x="3" y="403"/>
                    </a:lnTo>
                    <a:lnTo>
                      <a:pt x="1" y="398"/>
                    </a:lnTo>
                    <a:lnTo>
                      <a:pt x="1" y="393"/>
                    </a:lnTo>
                    <a:lnTo>
                      <a:pt x="2" y="387"/>
                    </a:lnTo>
                    <a:lnTo>
                      <a:pt x="4" y="382"/>
                    </a:lnTo>
                    <a:lnTo>
                      <a:pt x="4" y="382"/>
                    </a:lnTo>
                    <a:lnTo>
                      <a:pt x="14" y="360"/>
                    </a:lnTo>
                    <a:lnTo>
                      <a:pt x="25" y="340"/>
                    </a:lnTo>
                    <a:lnTo>
                      <a:pt x="37" y="319"/>
                    </a:lnTo>
                    <a:lnTo>
                      <a:pt x="50" y="298"/>
                    </a:lnTo>
                    <a:lnTo>
                      <a:pt x="62" y="279"/>
                    </a:lnTo>
                    <a:lnTo>
                      <a:pt x="76" y="260"/>
                    </a:lnTo>
                    <a:lnTo>
                      <a:pt x="90" y="242"/>
                    </a:lnTo>
                    <a:lnTo>
                      <a:pt x="105" y="225"/>
                    </a:lnTo>
                    <a:lnTo>
                      <a:pt x="120" y="208"/>
                    </a:lnTo>
                    <a:lnTo>
                      <a:pt x="137" y="190"/>
                    </a:lnTo>
                    <a:lnTo>
                      <a:pt x="154" y="174"/>
                    </a:lnTo>
                    <a:lnTo>
                      <a:pt x="171" y="159"/>
                    </a:lnTo>
                    <a:lnTo>
                      <a:pt x="188" y="144"/>
                    </a:lnTo>
                    <a:lnTo>
                      <a:pt x="207" y="130"/>
                    </a:lnTo>
                    <a:lnTo>
                      <a:pt x="225" y="117"/>
                    </a:lnTo>
                    <a:lnTo>
                      <a:pt x="245" y="104"/>
                    </a:lnTo>
                    <a:lnTo>
                      <a:pt x="264" y="91"/>
                    </a:lnTo>
                    <a:lnTo>
                      <a:pt x="284" y="80"/>
                    </a:lnTo>
                    <a:lnTo>
                      <a:pt x="304" y="69"/>
                    </a:lnTo>
                    <a:lnTo>
                      <a:pt x="325" y="59"/>
                    </a:lnTo>
                    <a:lnTo>
                      <a:pt x="347" y="50"/>
                    </a:lnTo>
                    <a:lnTo>
                      <a:pt x="368" y="42"/>
                    </a:lnTo>
                    <a:lnTo>
                      <a:pt x="390" y="34"/>
                    </a:lnTo>
                    <a:lnTo>
                      <a:pt x="412" y="27"/>
                    </a:lnTo>
                    <a:lnTo>
                      <a:pt x="434" y="21"/>
                    </a:lnTo>
                    <a:lnTo>
                      <a:pt x="457" y="16"/>
                    </a:lnTo>
                    <a:lnTo>
                      <a:pt x="480" y="11"/>
                    </a:lnTo>
                    <a:lnTo>
                      <a:pt x="503" y="7"/>
                    </a:lnTo>
                    <a:lnTo>
                      <a:pt x="526" y="4"/>
                    </a:lnTo>
                    <a:lnTo>
                      <a:pt x="550" y="2"/>
                    </a:lnTo>
                    <a:lnTo>
                      <a:pt x="574" y="1"/>
                    </a:lnTo>
                    <a:lnTo>
                      <a:pt x="597" y="0"/>
                    </a:lnTo>
                    <a:lnTo>
                      <a:pt x="597" y="0"/>
                    </a:lnTo>
                    <a:lnTo>
                      <a:pt x="631" y="1"/>
                    </a:lnTo>
                    <a:lnTo>
                      <a:pt x="664" y="4"/>
                    </a:lnTo>
                    <a:lnTo>
                      <a:pt x="697" y="8"/>
                    </a:lnTo>
                    <a:lnTo>
                      <a:pt x="728" y="13"/>
                    </a:lnTo>
                    <a:lnTo>
                      <a:pt x="760" y="21"/>
                    </a:lnTo>
                    <a:lnTo>
                      <a:pt x="791" y="29"/>
                    </a:lnTo>
                    <a:lnTo>
                      <a:pt x="821" y="40"/>
                    </a:lnTo>
                    <a:lnTo>
                      <a:pt x="851" y="51"/>
                    </a:lnTo>
                    <a:lnTo>
                      <a:pt x="880" y="64"/>
                    </a:lnTo>
                    <a:lnTo>
                      <a:pt x="908" y="78"/>
                    </a:lnTo>
                    <a:lnTo>
                      <a:pt x="935" y="94"/>
                    </a:lnTo>
                    <a:lnTo>
                      <a:pt x="962" y="112"/>
                    </a:lnTo>
                    <a:lnTo>
                      <a:pt x="987" y="130"/>
                    </a:lnTo>
                    <a:lnTo>
                      <a:pt x="1012" y="149"/>
                    </a:lnTo>
                    <a:lnTo>
                      <a:pt x="1035" y="169"/>
                    </a:lnTo>
                    <a:lnTo>
                      <a:pt x="1059" y="191"/>
                    </a:lnTo>
                    <a:lnTo>
                      <a:pt x="1080" y="214"/>
                    </a:lnTo>
                    <a:lnTo>
                      <a:pt x="1100" y="237"/>
                    </a:lnTo>
                    <a:lnTo>
                      <a:pt x="1119" y="262"/>
                    </a:lnTo>
                    <a:lnTo>
                      <a:pt x="1137" y="287"/>
                    </a:lnTo>
                    <a:lnTo>
                      <a:pt x="1155" y="314"/>
                    </a:lnTo>
                    <a:lnTo>
                      <a:pt x="1171" y="341"/>
                    </a:lnTo>
                    <a:lnTo>
                      <a:pt x="1185" y="369"/>
                    </a:lnTo>
                    <a:lnTo>
                      <a:pt x="1198" y="398"/>
                    </a:lnTo>
                    <a:lnTo>
                      <a:pt x="1210" y="428"/>
                    </a:lnTo>
                    <a:lnTo>
                      <a:pt x="1220" y="458"/>
                    </a:lnTo>
                    <a:lnTo>
                      <a:pt x="1228" y="489"/>
                    </a:lnTo>
                    <a:lnTo>
                      <a:pt x="1236" y="521"/>
                    </a:lnTo>
                    <a:lnTo>
                      <a:pt x="1242" y="553"/>
                    </a:lnTo>
                    <a:lnTo>
                      <a:pt x="1246" y="585"/>
                    </a:lnTo>
                    <a:lnTo>
                      <a:pt x="1249" y="618"/>
                    </a:lnTo>
                    <a:lnTo>
                      <a:pt x="1250" y="652"/>
                    </a:lnTo>
                    <a:lnTo>
                      <a:pt x="1250" y="652"/>
                    </a:lnTo>
                    <a:lnTo>
                      <a:pt x="1249" y="685"/>
                    </a:lnTo>
                    <a:lnTo>
                      <a:pt x="1246" y="718"/>
                    </a:lnTo>
                    <a:lnTo>
                      <a:pt x="1242" y="751"/>
                    </a:lnTo>
                    <a:lnTo>
                      <a:pt x="1236" y="783"/>
                    </a:lnTo>
                    <a:lnTo>
                      <a:pt x="1228" y="814"/>
                    </a:lnTo>
                    <a:lnTo>
                      <a:pt x="1220" y="845"/>
                    </a:lnTo>
                    <a:lnTo>
                      <a:pt x="1210" y="875"/>
                    </a:lnTo>
                    <a:lnTo>
                      <a:pt x="1198" y="905"/>
                    </a:lnTo>
                    <a:lnTo>
                      <a:pt x="1185" y="933"/>
                    </a:lnTo>
                    <a:lnTo>
                      <a:pt x="1171" y="962"/>
                    </a:lnTo>
                    <a:lnTo>
                      <a:pt x="1155" y="989"/>
                    </a:lnTo>
                    <a:lnTo>
                      <a:pt x="1137" y="1015"/>
                    </a:lnTo>
                    <a:lnTo>
                      <a:pt x="1119" y="1042"/>
                    </a:lnTo>
                    <a:lnTo>
                      <a:pt x="1100" y="1066"/>
                    </a:lnTo>
                    <a:lnTo>
                      <a:pt x="1080" y="1089"/>
                    </a:lnTo>
                    <a:lnTo>
                      <a:pt x="1059" y="1112"/>
                    </a:lnTo>
                    <a:lnTo>
                      <a:pt x="1035" y="1133"/>
                    </a:lnTo>
                    <a:lnTo>
                      <a:pt x="1012" y="1155"/>
                    </a:lnTo>
                    <a:lnTo>
                      <a:pt x="987" y="1174"/>
                    </a:lnTo>
                    <a:lnTo>
                      <a:pt x="962" y="1192"/>
                    </a:lnTo>
                    <a:lnTo>
                      <a:pt x="935" y="1208"/>
                    </a:lnTo>
                    <a:lnTo>
                      <a:pt x="908" y="1224"/>
                    </a:lnTo>
                    <a:lnTo>
                      <a:pt x="880" y="1238"/>
                    </a:lnTo>
                    <a:lnTo>
                      <a:pt x="851" y="1252"/>
                    </a:lnTo>
                    <a:lnTo>
                      <a:pt x="821" y="1264"/>
                    </a:lnTo>
                    <a:lnTo>
                      <a:pt x="791" y="1274"/>
                    </a:lnTo>
                    <a:lnTo>
                      <a:pt x="760" y="1283"/>
                    </a:lnTo>
                    <a:lnTo>
                      <a:pt x="728" y="1290"/>
                    </a:lnTo>
                    <a:lnTo>
                      <a:pt x="697" y="1296"/>
                    </a:lnTo>
                    <a:lnTo>
                      <a:pt x="664" y="1300"/>
                    </a:lnTo>
                    <a:lnTo>
                      <a:pt x="631" y="1302"/>
                    </a:lnTo>
                    <a:lnTo>
                      <a:pt x="597" y="1303"/>
                    </a:lnTo>
                    <a:lnTo>
                      <a:pt x="597" y="1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105" name="Title 11">
              <a:extLst>
                <a:ext uri="{FF2B5EF4-FFF2-40B4-BE49-F238E27FC236}">
                  <a16:creationId xmlns:a16="http://schemas.microsoft.com/office/drawing/2014/main" id="{5A5E053A-E1C8-4CD9-AF26-9C6B11A4000C}"/>
                </a:ext>
              </a:extLst>
            </p:cNvPr>
            <p:cNvSpPr txBox="1">
              <a:spLocks/>
            </p:cNvSpPr>
            <p:nvPr/>
          </p:nvSpPr>
          <p:spPr>
            <a:xfrm>
              <a:off x="614542" y="2561197"/>
              <a:ext cx="1953065" cy="98488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pPr>
              <a:r>
                <a:rPr lang="de-DE" dirty="0">
                  <a:solidFill>
                    <a:schemeClr val="bg1"/>
                  </a:solidFill>
                </a:rPr>
                <a:t>Weltweit aktiv</a:t>
              </a:r>
            </a:p>
          </p:txBody>
        </p:sp>
      </p:grpSp>
      <p:pic>
        <p:nvPicPr>
          <p:cNvPr id="164" name="Graphic 163">
            <a:extLst>
              <a:ext uri="{FF2B5EF4-FFF2-40B4-BE49-F238E27FC236}">
                <a16:creationId xmlns:a16="http://schemas.microsoft.com/office/drawing/2014/main" id="{61EEAE03-1447-4B14-9C18-BD9122CA76C4}"/>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125620" y="2035429"/>
            <a:ext cx="426785" cy="426785"/>
          </a:xfrm>
          <a:prstGeom prst="rect">
            <a:avLst/>
          </a:prstGeom>
        </p:spPr>
      </p:pic>
      <p:pic>
        <p:nvPicPr>
          <p:cNvPr id="166" name="Graphic 165">
            <a:extLst>
              <a:ext uri="{FF2B5EF4-FFF2-40B4-BE49-F238E27FC236}">
                <a16:creationId xmlns:a16="http://schemas.microsoft.com/office/drawing/2014/main" id="{9BCF3042-ABD4-472B-9B5D-529D65606BAC}"/>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350442" y="2035429"/>
            <a:ext cx="426785" cy="426785"/>
          </a:xfrm>
          <a:prstGeom prst="rect">
            <a:avLst/>
          </a:prstGeom>
        </p:spPr>
      </p:pic>
      <p:pic>
        <p:nvPicPr>
          <p:cNvPr id="168" name="Graphic 167">
            <a:extLst>
              <a:ext uri="{FF2B5EF4-FFF2-40B4-BE49-F238E27FC236}">
                <a16:creationId xmlns:a16="http://schemas.microsoft.com/office/drawing/2014/main" id="{9A8B4F58-C736-4374-9B58-A0C02910DE0D}"/>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7613431" y="2035429"/>
            <a:ext cx="426785" cy="426785"/>
          </a:xfrm>
          <a:prstGeom prst="rect">
            <a:avLst/>
          </a:prstGeom>
        </p:spPr>
      </p:pic>
      <p:pic>
        <p:nvPicPr>
          <p:cNvPr id="170" name="Graphic 169">
            <a:extLst>
              <a:ext uri="{FF2B5EF4-FFF2-40B4-BE49-F238E27FC236}">
                <a16:creationId xmlns:a16="http://schemas.microsoft.com/office/drawing/2014/main" id="{306F0BAD-4D11-436C-B7A9-75CAF293F637}"/>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845730" y="2035480"/>
            <a:ext cx="426734" cy="426734"/>
          </a:xfrm>
          <a:prstGeom prst="rect">
            <a:avLst/>
          </a:prstGeom>
        </p:spPr>
      </p:pic>
      <p:grpSp>
        <p:nvGrpSpPr>
          <p:cNvPr id="171" name="Group 170">
            <a:extLst>
              <a:ext uri="{FF2B5EF4-FFF2-40B4-BE49-F238E27FC236}">
                <a16:creationId xmlns:a16="http://schemas.microsoft.com/office/drawing/2014/main" id="{8AB4F70A-CE92-4C77-8682-5308A365A7A7}"/>
              </a:ext>
            </a:extLst>
          </p:cNvPr>
          <p:cNvGrpSpPr/>
          <p:nvPr/>
        </p:nvGrpSpPr>
        <p:grpSpPr>
          <a:xfrm>
            <a:off x="3125620" y="4162324"/>
            <a:ext cx="231776" cy="360363"/>
            <a:chOff x="6343650" y="1449388"/>
            <a:chExt cx="231776" cy="360363"/>
          </a:xfrm>
          <a:solidFill>
            <a:srgbClr val="3ABDDC"/>
          </a:solidFill>
        </p:grpSpPr>
        <p:sp>
          <p:nvSpPr>
            <p:cNvPr id="172" name="Freeform 140">
              <a:extLst>
                <a:ext uri="{FF2B5EF4-FFF2-40B4-BE49-F238E27FC236}">
                  <a16:creationId xmlns:a16="http://schemas.microsoft.com/office/drawing/2014/main" id="{FC7CE3B6-D77E-4C85-8479-E3CE521ADE2E}"/>
                </a:ext>
              </a:extLst>
            </p:cNvPr>
            <p:cNvSpPr>
              <a:spLocks noEditPoints="1"/>
            </p:cNvSpPr>
            <p:nvPr/>
          </p:nvSpPr>
          <p:spPr bwMode="auto">
            <a:xfrm>
              <a:off x="6373813" y="1449388"/>
              <a:ext cx="119063" cy="120650"/>
            </a:xfrm>
            <a:custGeom>
              <a:avLst/>
              <a:gdLst>
                <a:gd name="T0" fmla="*/ 203 w 453"/>
                <a:gd name="T1" fmla="*/ 452 h 453"/>
                <a:gd name="T2" fmla="*/ 138 w 453"/>
                <a:gd name="T3" fmla="*/ 436 h 453"/>
                <a:gd name="T4" fmla="*/ 82 w 453"/>
                <a:gd name="T5" fmla="*/ 402 h 453"/>
                <a:gd name="T6" fmla="*/ 38 w 453"/>
                <a:gd name="T7" fmla="*/ 353 h 453"/>
                <a:gd name="T8" fmla="*/ 10 w 453"/>
                <a:gd name="T9" fmla="*/ 294 h 453"/>
                <a:gd name="T10" fmla="*/ 0 w 453"/>
                <a:gd name="T11" fmla="*/ 227 h 453"/>
                <a:gd name="T12" fmla="*/ 4 w 453"/>
                <a:gd name="T13" fmla="*/ 182 h 453"/>
                <a:gd name="T14" fmla="*/ 27 w 453"/>
                <a:gd name="T15" fmla="*/ 119 h 453"/>
                <a:gd name="T16" fmla="*/ 65 w 453"/>
                <a:gd name="T17" fmla="*/ 67 h 453"/>
                <a:gd name="T18" fmla="*/ 118 w 453"/>
                <a:gd name="T19" fmla="*/ 27 h 453"/>
                <a:gd name="T20" fmla="*/ 181 w 453"/>
                <a:gd name="T21" fmla="*/ 5 h 453"/>
                <a:gd name="T22" fmla="*/ 226 w 453"/>
                <a:gd name="T23" fmla="*/ 0 h 453"/>
                <a:gd name="T24" fmla="*/ 294 w 453"/>
                <a:gd name="T25" fmla="*/ 10 h 453"/>
                <a:gd name="T26" fmla="*/ 353 w 453"/>
                <a:gd name="T27" fmla="*/ 39 h 453"/>
                <a:gd name="T28" fmla="*/ 401 w 453"/>
                <a:gd name="T29" fmla="*/ 83 h 453"/>
                <a:gd name="T30" fmla="*/ 435 w 453"/>
                <a:gd name="T31" fmla="*/ 138 h 453"/>
                <a:gd name="T32" fmla="*/ 451 w 453"/>
                <a:gd name="T33" fmla="*/ 204 h 453"/>
                <a:gd name="T34" fmla="*/ 451 w 453"/>
                <a:gd name="T35" fmla="*/ 250 h 453"/>
                <a:gd name="T36" fmla="*/ 435 w 453"/>
                <a:gd name="T37" fmla="*/ 315 h 453"/>
                <a:gd name="T38" fmla="*/ 401 w 453"/>
                <a:gd name="T39" fmla="*/ 371 h 453"/>
                <a:gd name="T40" fmla="*/ 353 w 453"/>
                <a:gd name="T41" fmla="*/ 415 h 453"/>
                <a:gd name="T42" fmla="*/ 294 w 453"/>
                <a:gd name="T43" fmla="*/ 443 h 453"/>
                <a:gd name="T44" fmla="*/ 226 w 453"/>
                <a:gd name="T45" fmla="*/ 453 h 453"/>
                <a:gd name="T46" fmla="*/ 226 w 453"/>
                <a:gd name="T47" fmla="*/ 57 h 453"/>
                <a:gd name="T48" fmla="*/ 176 w 453"/>
                <a:gd name="T49" fmla="*/ 65 h 453"/>
                <a:gd name="T50" fmla="*/ 131 w 453"/>
                <a:gd name="T51" fmla="*/ 86 h 453"/>
                <a:gd name="T52" fmla="*/ 95 w 453"/>
                <a:gd name="T53" fmla="*/ 119 h 453"/>
                <a:gd name="T54" fmla="*/ 70 w 453"/>
                <a:gd name="T55" fmla="*/ 161 h 453"/>
                <a:gd name="T56" fmla="*/ 57 w 453"/>
                <a:gd name="T57" fmla="*/ 210 h 453"/>
                <a:gd name="T58" fmla="*/ 57 w 453"/>
                <a:gd name="T59" fmla="*/ 244 h 453"/>
                <a:gd name="T60" fmla="*/ 70 w 453"/>
                <a:gd name="T61" fmla="*/ 293 h 453"/>
                <a:gd name="T62" fmla="*/ 95 w 453"/>
                <a:gd name="T63" fmla="*/ 335 h 453"/>
                <a:gd name="T64" fmla="*/ 131 w 453"/>
                <a:gd name="T65" fmla="*/ 368 h 453"/>
                <a:gd name="T66" fmla="*/ 176 w 453"/>
                <a:gd name="T67" fmla="*/ 390 h 453"/>
                <a:gd name="T68" fmla="*/ 226 w 453"/>
                <a:gd name="T69" fmla="*/ 397 h 453"/>
                <a:gd name="T70" fmla="*/ 260 w 453"/>
                <a:gd name="T71" fmla="*/ 394 h 453"/>
                <a:gd name="T72" fmla="*/ 307 w 453"/>
                <a:gd name="T73" fmla="*/ 377 h 453"/>
                <a:gd name="T74" fmla="*/ 346 w 453"/>
                <a:gd name="T75" fmla="*/ 347 h 453"/>
                <a:gd name="T76" fmla="*/ 376 w 453"/>
                <a:gd name="T77" fmla="*/ 308 h 453"/>
                <a:gd name="T78" fmla="*/ 393 w 453"/>
                <a:gd name="T79" fmla="*/ 262 h 453"/>
                <a:gd name="T80" fmla="*/ 396 w 453"/>
                <a:gd name="T81" fmla="*/ 227 h 453"/>
                <a:gd name="T82" fmla="*/ 389 w 453"/>
                <a:gd name="T83" fmla="*/ 177 h 453"/>
                <a:gd name="T84" fmla="*/ 367 w 453"/>
                <a:gd name="T85" fmla="*/ 132 h 453"/>
                <a:gd name="T86" fmla="*/ 334 w 453"/>
                <a:gd name="T87" fmla="*/ 96 h 453"/>
                <a:gd name="T88" fmla="*/ 293 w 453"/>
                <a:gd name="T89" fmla="*/ 71 h 453"/>
                <a:gd name="T90" fmla="*/ 243 w 453"/>
                <a:gd name="T91" fmla="*/ 58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3" h="453">
                  <a:moveTo>
                    <a:pt x="226" y="453"/>
                  </a:moveTo>
                  <a:lnTo>
                    <a:pt x="226" y="453"/>
                  </a:lnTo>
                  <a:lnTo>
                    <a:pt x="203" y="452"/>
                  </a:lnTo>
                  <a:lnTo>
                    <a:pt x="181" y="449"/>
                  </a:lnTo>
                  <a:lnTo>
                    <a:pt x="158" y="443"/>
                  </a:lnTo>
                  <a:lnTo>
                    <a:pt x="138" y="436"/>
                  </a:lnTo>
                  <a:lnTo>
                    <a:pt x="118" y="426"/>
                  </a:lnTo>
                  <a:lnTo>
                    <a:pt x="100" y="415"/>
                  </a:lnTo>
                  <a:lnTo>
                    <a:pt x="82" y="402"/>
                  </a:lnTo>
                  <a:lnTo>
                    <a:pt x="65" y="387"/>
                  </a:lnTo>
                  <a:lnTo>
                    <a:pt x="51" y="371"/>
                  </a:lnTo>
                  <a:lnTo>
                    <a:pt x="38" y="353"/>
                  </a:lnTo>
                  <a:lnTo>
                    <a:pt x="27" y="335"/>
                  </a:lnTo>
                  <a:lnTo>
                    <a:pt x="17" y="315"/>
                  </a:lnTo>
                  <a:lnTo>
                    <a:pt x="10" y="294"/>
                  </a:lnTo>
                  <a:lnTo>
                    <a:pt x="4" y="273"/>
                  </a:lnTo>
                  <a:lnTo>
                    <a:pt x="1" y="250"/>
                  </a:lnTo>
                  <a:lnTo>
                    <a:pt x="0" y="227"/>
                  </a:lnTo>
                  <a:lnTo>
                    <a:pt x="0" y="227"/>
                  </a:lnTo>
                  <a:lnTo>
                    <a:pt x="1" y="204"/>
                  </a:lnTo>
                  <a:lnTo>
                    <a:pt x="4" y="182"/>
                  </a:lnTo>
                  <a:lnTo>
                    <a:pt x="10" y="160"/>
                  </a:lnTo>
                  <a:lnTo>
                    <a:pt x="17" y="138"/>
                  </a:lnTo>
                  <a:lnTo>
                    <a:pt x="27" y="119"/>
                  </a:lnTo>
                  <a:lnTo>
                    <a:pt x="38" y="100"/>
                  </a:lnTo>
                  <a:lnTo>
                    <a:pt x="51" y="83"/>
                  </a:lnTo>
                  <a:lnTo>
                    <a:pt x="65" y="67"/>
                  </a:lnTo>
                  <a:lnTo>
                    <a:pt x="82" y="53"/>
                  </a:lnTo>
                  <a:lnTo>
                    <a:pt x="100" y="39"/>
                  </a:lnTo>
                  <a:lnTo>
                    <a:pt x="118" y="27"/>
                  </a:lnTo>
                  <a:lnTo>
                    <a:pt x="138" y="18"/>
                  </a:lnTo>
                  <a:lnTo>
                    <a:pt x="158" y="10"/>
                  </a:lnTo>
                  <a:lnTo>
                    <a:pt x="181" y="5"/>
                  </a:lnTo>
                  <a:lnTo>
                    <a:pt x="203" y="1"/>
                  </a:lnTo>
                  <a:lnTo>
                    <a:pt x="226" y="0"/>
                  </a:lnTo>
                  <a:lnTo>
                    <a:pt x="226" y="0"/>
                  </a:lnTo>
                  <a:lnTo>
                    <a:pt x="249" y="1"/>
                  </a:lnTo>
                  <a:lnTo>
                    <a:pt x="272" y="5"/>
                  </a:lnTo>
                  <a:lnTo>
                    <a:pt x="294" y="10"/>
                  </a:lnTo>
                  <a:lnTo>
                    <a:pt x="314" y="18"/>
                  </a:lnTo>
                  <a:lnTo>
                    <a:pt x="334" y="27"/>
                  </a:lnTo>
                  <a:lnTo>
                    <a:pt x="353" y="39"/>
                  </a:lnTo>
                  <a:lnTo>
                    <a:pt x="371" y="53"/>
                  </a:lnTo>
                  <a:lnTo>
                    <a:pt x="387" y="67"/>
                  </a:lnTo>
                  <a:lnTo>
                    <a:pt x="401" y="83"/>
                  </a:lnTo>
                  <a:lnTo>
                    <a:pt x="414" y="100"/>
                  </a:lnTo>
                  <a:lnTo>
                    <a:pt x="425" y="119"/>
                  </a:lnTo>
                  <a:lnTo>
                    <a:pt x="435" y="138"/>
                  </a:lnTo>
                  <a:lnTo>
                    <a:pt x="442" y="160"/>
                  </a:lnTo>
                  <a:lnTo>
                    <a:pt x="448" y="182"/>
                  </a:lnTo>
                  <a:lnTo>
                    <a:pt x="451" y="204"/>
                  </a:lnTo>
                  <a:lnTo>
                    <a:pt x="453" y="227"/>
                  </a:lnTo>
                  <a:lnTo>
                    <a:pt x="453" y="227"/>
                  </a:lnTo>
                  <a:lnTo>
                    <a:pt x="451" y="250"/>
                  </a:lnTo>
                  <a:lnTo>
                    <a:pt x="448" y="273"/>
                  </a:lnTo>
                  <a:lnTo>
                    <a:pt x="442" y="294"/>
                  </a:lnTo>
                  <a:lnTo>
                    <a:pt x="435" y="315"/>
                  </a:lnTo>
                  <a:lnTo>
                    <a:pt x="425" y="335"/>
                  </a:lnTo>
                  <a:lnTo>
                    <a:pt x="414" y="353"/>
                  </a:lnTo>
                  <a:lnTo>
                    <a:pt x="401" y="371"/>
                  </a:lnTo>
                  <a:lnTo>
                    <a:pt x="387" y="387"/>
                  </a:lnTo>
                  <a:lnTo>
                    <a:pt x="371" y="402"/>
                  </a:lnTo>
                  <a:lnTo>
                    <a:pt x="353" y="415"/>
                  </a:lnTo>
                  <a:lnTo>
                    <a:pt x="334" y="426"/>
                  </a:lnTo>
                  <a:lnTo>
                    <a:pt x="314" y="436"/>
                  </a:lnTo>
                  <a:lnTo>
                    <a:pt x="294" y="443"/>
                  </a:lnTo>
                  <a:lnTo>
                    <a:pt x="272" y="449"/>
                  </a:lnTo>
                  <a:lnTo>
                    <a:pt x="249" y="452"/>
                  </a:lnTo>
                  <a:lnTo>
                    <a:pt x="226" y="453"/>
                  </a:lnTo>
                  <a:lnTo>
                    <a:pt x="226" y="453"/>
                  </a:lnTo>
                  <a:close/>
                  <a:moveTo>
                    <a:pt x="226" y="57"/>
                  </a:moveTo>
                  <a:lnTo>
                    <a:pt x="226" y="57"/>
                  </a:lnTo>
                  <a:lnTo>
                    <a:pt x="209" y="58"/>
                  </a:lnTo>
                  <a:lnTo>
                    <a:pt x="192" y="61"/>
                  </a:lnTo>
                  <a:lnTo>
                    <a:pt x="176" y="65"/>
                  </a:lnTo>
                  <a:lnTo>
                    <a:pt x="160" y="71"/>
                  </a:lnTo>
                  <a:lnTo>
                    <a:pt x="145" y="78"/>
                  </a:lnTo>
                  <a:lnTo>
                    <a:pt x="131" y="86"/>
                  </a:lnTo>
                  <a:lnTo>
                    <a:pt x="118" y="96"/>
                  </a:lnTo>
                  <a:lnTo>
                    <a:pt x="106" y="107"/>
                  </a:lnTo>
                  <a:lnTo>
                    <a:pt x="95" y="119"/>
                  </a:lnTo>
                  <a:lnTo>
                    <a:pt x="86" y="132"/>
                  </a:lnTo>
                  <a:lnTo>
                    <a:pt x="77" y="146"/>
                  </a:lnTo>
                  <a:lnTo>
                    <a:pt x="70" y="161"/>
                  </a:lnTo>
                  <a:lnTo>
                    <a:pt x="63" y="177"/>
                  </a:lnTo>
                  <a:lnTo>
                    <a:pt x="59" y="193"/>
                  </a:lnTo>
                  <a:lnTo>
                    <a:pt x="57" y="210"/>
                  </a:lnTo>
                  <a:lnTo>
                    <a:pt x="56" y="227"/>
                  </a:lnTo>
                  <a:lnTo>
                    <a:pt x="56" y="227"/>
                  </a:lnTo>
                  <a:lnTo>
                    <a:pt x="57" y="244"/>
                  </a:lnTo>
                  <a:lnTo>
                    <a:pt x="59" y="262"/>
                  </a:lnTo>
                  <a:lnTo>
                    <a:pt x="63" y="278"/>
                  </a:lnTo>
                  <a:lnTo>
                    <a:pt x="70" y="293"/>
                  </a:lnTo>
                  <a:lnTo>
                    <a:pt x="77" y="308"/>
                  </a:lnTo>
                  <a:lnTo>
                    <a:pt x="86" y="322"/>
                  </a:lnTo>
                  <a:lnTo>
                    <a:pt x="95" y="335"/>
                  </a:lnTo>
                  <a:lnTo>
                    <a:pt x="106" y="347"/>
                  </a:lnTo>
                  <a:lnTo>
                    <a:pt x="118" y="359"/>
                  </a:lnTo>
                  <a:lnTo>
                    <a:pt x="131" y="368"/>
                  </a:lnTo>
                  <a:lnTo>
                    <a:pt x="145" y="377"/>
                  </a:lnTo>
                  <a:lnTo>
                    <a:pt x="160" y="384"/>
                  </a:lnTo>
                  <a:lnTo>
                    <a:pt x="176" y="390"/>
                  </a:lnTo>
                  <a:lnTo>
                    <a:pt x="192" y="394"/>
                  </a:lnTo>
                  <a:lnTo>
                    <a:pt x="209" y="396"/>
                  </a:lnTo>
                  <a:lnTo>
                    <a:pt x="226" y="397"/>
                  </a:lnTo>
                  <a:lnTo>
                    <a:pt x="226" y="397"/>
                  </a:lnTo>
                  <a:lnTo>
                    <a:pt x="243" y="396"/>
                  </a:lnTo>
                  <a:lnTo>
                    <a:pt x="260" y="394"/>
                  </a:lnTo>
                  <a:lnTo>
                    <a:pt x="277" y="390"/>
                  </a:lnTo>
                  <a:lnTo>
                    <a:pt x="293" y="384"/>
                  </a:lnTo>
                  <a:lnTo>
                    <a:pt x="307" y="377"/>
                  </a:lnTo>
                  <a:lnTo>
                    <a:pt x="321" y="368"/>
                  </a:lnTo>
                  <a:lnTo>
                    <a:pt x="334" y="359"/>
                  </a:lnTo>
                  <a:lnTo>
                    <a:pt x="346" y="347"/>
                  </a:lnTo>
                  <a:lnTo>
                    <a:pt x="357" y="335"/>
                  </a:lnTo>
                  <a:lnTo>
                    <a:pt x="367" y="322"/>
                  </a:lnTo>
                  <a:lnTo>
                    <a:pt x="376" y="308"/>
                  </a:lnTo>
                  <a:lnTo>
                    <a:pt x="383" y="293"/>
                  </a:lnTo>
                  <a:lnTo>
                    <a:pt x="389" y="278"/>
                  </a:lnTo>
                  <a:lnTo>
                    <a:pt x="393" y="262"/>
                  </a:lnTo>
                  <a:lnTo>
                    <a:pt x="396" y="244"/>
                  </a:lnTo>
                  <a:lnTo>
                    <a:pt x="396" y="227"/>
                  </a:lnTo>
                  <a:lnTo>
                    <a:pt x="396" y="227"/>
                  </a:lnTo>
                  <a:lnTo>
                    <a:pt x="396" y="210"/>
                  </a:lnTo>
                  <a:lnTo>
                    <a:pt x="393" y="193"/>
                  </a:lnTo>
                  <a:lnTo>
                    <a:pt x="389" y="177"/>
                  </a:lnTo>
                  <a:lnTo>
                    <a:pt x="383" y="161"/>
                  </a:lnTo>
                  <a:lnTo>
                    <a:pt x="376" y="146"/>
                  </a:lnTo>
                  <a:lnTo>
                    <a:pt x="367" y="132"/>
                  </a:lnTo>
                  <a:lnTo>
                    <a:pt x="357" y="119"/>
                  </a:lnTo>
                  <a:lnTo>
                    <a:pt x="346" y="107"/>
                  </a:lnTo>
                  <a:lnTo>
                    <a:pt x="334" y="96"/>
                  </a:lnTo>
                  <a:lnTo>
                    <a:pt x="321" y="86"/>
                  </a:lnTo>
                  <a:lnTo>
                    <a:pt x="307" y="78"/>
                  </a:lnTo>
                  <a:lnTo>
                    <a:pt x="293" y="71"/>
                  </a:lnTo>
                  <a:lnTo>
                    <a:pt x="277" y="65"/>
                  </a:lnTo>
                  <a:lnTo>
                    <a:pt x="260" y="61"/>
                  </a:lnTo>
                  <a:lnTo>
                    <a:pt x="243" y="58"/>
                  </a:lnTo>
                  <a:lnTo>
                    <a:pt x="226" y="57"/>
                  </a:lnTo>
                  <a:lnTo>
                    <a:pt x="226"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3" name="Freeform 141">
              <a:extLst>
                <a:ext uri="{FF2B5EF4-FFF2-40B4-BE49-F238E27FC236}">
                  <a16:creationId xmlns:a16="http://schemas.microsoft.com/office/drawing/2014/main" id="{CCB410E6-71F8-4F06-94D7-F494317E1655}"/>
                </a:ext>
              </a:extLst>
            </p:cNvPr>
            <p:cNvSpPr>
              <a:spLocks noEditPoints="1"/>
            </p:cNvSpPr>
            <p:nvPr/>
          </p:nvSpPr>
          <p:spPr bwMode="auto">
            <a:xfrm>
              <a:off x="6343650" y="1584326"/>
              <a:ext cx="179388" cy="225425"/>
            </a:xfrm>
            <a:custGeom>
              <a:avLst/>
              <a:gdLst>
                <a:gd name="T0" fmla="*/ 227 w 680"/>
                <a:gd name="T1" fmla="*/ 850 h 850"/>
                <a:gd name="T2" fmla="*/ 221 w 680"/>
                <a:gd name="T3" fmla="*/ 850 h 850"/>
                <a:gd name="T4" fmla="*/ 211 w 680"/>
                <a:gd name="T5" fmla="*/ 845 h 850"/>
                <a:gd name="T6" fmla="*/ 204 w 680"/>
                <a:gd name="T7" fmla="*/ 838 h 850"/>
                <a:gd name="T8" fmla="*/ 199 w 680"/>
                <a:gd name="T9" fmla="*/ 828 h 850"/>
                <a:gd name="T10" fmla="*/ 199 w 680"/>
                <a:gd name="T11" fmla="*/ 470 h 850"/>
                <a:gd name="T12" fmla="*/ 175 w 680"/>
                <a:gd name="T13" fmla="*/ 453 h 850"/>
                <a:gd name="T14" fmla="*/ 133 w 680"/>
                <a:gd name="T15" fmla="*/ 417 h 850"/>
                <a:gd name="T16" fmla="*/ 97 w 680"/>
                <a:gd name="T17" fmla="*/ 373 h 850"/>
                <a:gd name="T18" fmla="*/ 65 w 680"/>
                <a:gd name="T19" fmla="*/ 322 h 850"/>
                <a:gd name="T20" fmla="*/ 40 w 680"/>
                <a:gd name="T21" fmla="*/ 266 h 850"/>
                <a:gd name="T22" fmla="*/ 21 w 680"/>
                <a:gd name="T23" fmla="*/ 204 h 850"/>
                <a:gd name="T24" fmla="*/ 8 w 680"/>
                <a:gd name="T25" fmla="*/ 137 h 850"/>
                <a:gd name="T26" fmla="*/ 1 w 680"/>
                <a:gd name="T27" fmla="*/ 66 h 850"/>
                <a:gd name="T28" fmla="*/ 0 w 680"/>
                <a:gd name="T29" fmla="*/ 28 h 850"/>
                <a:gd name="T30" fmla="*/ 3 w 680"/>
                <a:gd name="T31" fmla="*/ 18 h 850"/>
                <a:gd name="T32" fmla="*/ 9 w 680"/>
                <a:gd name="T33" fmla="*/ 9 h 850"/>
                <a:gd name="T34" fmla="*/ 17 w 680"/>
                <a:gd name="T35" fmla="*/ 3 h 850"/>
                <a:gd name="T36" fmla="*/ 28 w 680"/>
                <a:gd name="T37" fmla="*/ 0 h 850"/>
                <a:gd name="T38" fmla="*/ 652 w 680"/>
                <a:gd name="T39" fmla="*/ 0 h 850"/>
                <a:gd name="T40" fmla="*/ 663 w 680"/>
                <a:gd name="T41" fmla="*/ 3 h 850"/>
                <a:gd name="T42" fmla="*/ 672 w 680"/>
                <a:gd name="T43" fmla="*/ 9 h 850"/>
                <a:gd name="T44" fmla="*/ 678 w 680"/>
                <a:gd name="T45" fmla="*/ 18 h 850"/>
                <a:gd name="T46" fmla="*/ 680 w 680"/>
                <a:gd name="T47" fmla="*/ 28 h 850"/>
                <a:gd name="T48" fmla="*/ 679 w 680"/>
                <a:gd name="T49" fmla="*/ 66 h 850"/>
                <a:gd name="T50" fmla="*/ 672 w 680"/>
                <a:gd name="T51" fmla="*/ 137 h 850"/>
                <a:gd name="T52" fmla="*/ 659 w 680"/>
                <a:gd name="T53" fmla="*/ 204 h 850"/>
                <a:gd name="T54" fmla="*/ 640 w 680"/>
                <a:gd name="T55" fmla="*/ 266 h 850"/>
                <a:gd name="T56" fmla="*/ 615 w 680"/>
                <a:gd name="T57" fmla="*/ 322 h 850"/>
                <a:gd name="T58" fmla="*/ 583 w 680"/>
                <a:gd name="T59" fmla="*/ 373 h 850"/>
                <a:gd name="T60" fmla="*/ 547 w 680"/>
                <a:gd name="T61" fmla="*/ 417 h 850"/>
                <a:gd name="T62" fmla="*/ 505 w 680"/>
                <a:gd name="T63" fmla="*/ 453 h 850"/>
                <a:gd name="T64" fmla="*/ 481 w 680"/>
                <a:gd name="T65" fmla="*/ 822 h 850"/>
                <a:gd name="T66" fmla="*/ 481 w 680"/>
                <a:gd name="T67" fmla="*/ 828 h 850"/>
                <a:gd name="T68" fmla="*/ 477 w 680"/>
                <a:gd name="T69" fmla="*/ 838 h 850"/>
                <a:gd name="T70" fmla="*/ 469 w 680"/>
                <a:gd name="T71" fmla="*/ 845 h 850"/>
                <a:gd name="T72" fmla="*/ 459 w 680"/>
                <a:gd name="T73" fmla="*/ 850 h 850"/>
                <a:gd name="T74" fmla="*/ 453 w 680"/>
                <a:gd name="T75" fmla="*/ 850 h 850"/>
                <a:gd name="T76" fmla="*/ 425 w 680"/>
                <a:gd name="T77" fmla="*/ 794 h 850"/>
                <a:gd name="T78" fmla="*/ 425 w 680"/>
                <a:gd name="T79" fmla="*/ 453 h 850"/>
                <a:gd name="T80" fmla="*/ 429 w 680"/>
                <a:gd name="T81" fmla="*/ 439 h 850"/>
                <a:gd name="T82" fmla="*/ 439 w 680"/>
                <a:gd name="T83" fmla="*/ 429 h 850"/>
                <a:gd name="T84" fmla="*/ 460 w 680"/>
                <a:gd name="T85" fmla="*/ 416 h 850"/>
                <a:gd name="T86" fmla="*/ 498 w 680"/>
                <a:gd name="T87" fmla="*/ 387 h 850"/>
                <a:gd name="T88" fmla="*/ 530 w 680"/>
                <a:gd name="T89" fmla="*/ 350 h 850"/>
                <a:gd name="T90" fmla="*/ 558 w 680"/>
                <a:gd name="T91" fmla="*/ 308 h 850"/>
                <a:gd name="T92" fmla="*/ 581 w 680"/>
                <a:gd name="T93" fmla="*/ 261 h 850"/>
                <a:gd name="T94" fmla="*/ 600 w 680"/>
                <a:gd name="T95" fmla="*/ 208 h 850"/>
                <a:gd name="T96" fmla="*/ 613 w 680"/>
                <a:gd name="T97" fmla="*/ 150 h 850"/>
                <a:gd name="T98" fmla="*/ 621 w 680"/>
                <a:gd name="T99" fmla="*/ 89 h 850"/>
                <a:gd name="T100" fmla="*/ 57 w 680"/>
                <a:gd name="T101" fmla="*/ 57 h 850"/>
                <a:gd name="T102" fmla="*/ 59 w 680"/>
                <a:gd name="T103" fmla="*/ 89 h 850"/>
                <a:gd name="T104" fmla="*/ 67 w 680"/>
                <a:gd name="T105" fmla="*/ 150 h 850"/>
                <a:gd name="T106" fmla="*/ 81 w 680"/>
                <a:gd name="T107" fmla="*/ 208 h 850"/>
                <a:gd name="T108" fmla="*/ 99 w 680"/>
                <a:gd name="T109" fmla="*/ 261 h 850"/>
                <a:gd name="T110" fmla="*/ 122 w 680"/>
                <a:gd name="T111" fmla="*/ 308 h 850"/>
                <a:gd name="T112" fmla="*/ 150 w 680"/>
                <a:gd name="T113" fmla="*/ 350 h 850"/>
                <a:gd name="T114" fmla="*/ 184 w 680"/>
                <a:gd name="T115" fmla="*/ 387 h 850"/>
                <a:gd name="T116" fmla="*/ 221 w 680"/>
                <a:gd name="T117" fmla="*/ 416 h 850"/>
                <a:gd name="T118" fmla="*/ 241 w 680"/>
                <a:gd name="T119" fmla="*/ 429 h 850"/>
                <a:gd name="T120" fmla="*/ 251 w 680"/>
                <a:gd name="T121" fmla="*/ 439 h 850"/>
                <a:gd name="T122" fmla="*/ 255 w 680"/>
                <a:gd name="T123" fmla="*/ 453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80" h="850">
                  <a:moveTo>
                    <a:pt x="453" y="850"/>
                  </a:moveTo>
                  <a:lnTo>
                    <a:pt x="227" y="850"/>
                  </a:lnTo>
                  <a:lnTo>
                    <a:pt x="227" y="850"/>
                  </a:lnTo>
                  <a:lnTo>
                    <a:pt x="221" y="850"/>
                  </a:lnTo>
                  <a:lnTo>
                    <a:pt x="216" y="848"/>
                  </a:lnTo>
                  <a:lnTo>
                    <a:pt x="211" y="845"/>
                  </a:lnTo>
                  <a:lnTo>
                    <a:pt x="207" y="842"/>
                  </a:lnTo>
                  <a:lnTo>
                    <a:pt x="204" y="838"/>
                  </a:lnTo>
                  <a:lnTo>
                    <a:pt x="201" y="833"/>
                  </a:lnTo>
                  <a:lnTo>
                    <a:pt x="199" y="828"/>
                  </a:lnTo>
                  <a:lnTo>
                    <a:pt x="199" y="822"/>
                  </a:lnTo>
                  <a:lnTo>
                    <a:pt x="199" y="470"/>
                  </a:lnTo>
                  <a:lnTo>
                    <a:pt x="199" y="470"/>
                  </a:lnTo>
                  <a:lnTo>
                    <a:pt x="175" y="453"/>
                  </a:lnTo>
                  <a:lnTo>
                    <a:pt x="153" y="436"/>
                  </a:lnTo>
                  <a:lnTo>
                    <a:pt x="133" y="417"/>
                  </a:lnTo>
                  <a:lnTo>
                    <a:pt x="114" y="396"/>
                  </a:lnTo>
                  <a:lnTo>
                    <a:pt x="97" y="373"/>
                  </a:lnTo>
                  <a:lnTo>
                    <a:pt x="81" y="348"/>
                  </a:lnTo>
                  <a:lnTo>
                    <a:pt x="65" y="322"/>
                  </a:lnTo>
                  <a:lnTo>
                    <a:pt x="52" y="295"/>
                  </a:lnTo>
                  <a:lnTo>
                    <a:pt x="40" y="266"/>
                  </a:lnTo>
                  <a:lnTo>
                    <a:pt x="30" y="235"/>
                  </a:lnTo>
                  <a:lnTo>
                    <a:pt x="21" y="204"/>
                  </a:lnTo>
                  <a:lnTo>
                    <a:pt x="13" y="172"/>
                  </a:lnTo>
                  <a:lnTo>
                    <a:pt x="8" y="137"/>
                  </a:lnTo>
                  <a:lnTo>
                    <a:pt x="4" y="102"/>
                  </a:lnTo>
                  <a:lnTo>
                    <a:pt x="1" y="66"/>
                  </a:lnTo>
                  <a:lnTo>
                    <a:pt x="0" y="28"/>
                  </a:lnTo>
                  <a:lnTo>
                    <a:pt x="0" y="28"/>
                  </a:lnTo>
                  <a:lnTo>
                    <a:pt x="1" y="23"/>
                  </a:lnTo>
                  <a:lnTo>
                    <a:pt x="3" y="18"/>
                  </a:lnTo>
                  <a:lnTo>
                    <a:pt x="5" y="13"/>
                  </a:lnTo>
                  <a:lnTo>
                    <a:pt x="9" y="9"/>
                  </a:lnTo>
                  <a:lnTo>
                    <a:pt x="13" y="5"/>
                  </a:lnTo>
                  <a:lnTo>
                    <a:pt x="17" y="3"/>
                  </a:lnTo>
                  <a:lnTo>
                    <a:pt x="23" y="1"/>
                  </a:lnTo>
                  <a:lnTo>
                    <a:pt x="28" y="0"/>
                  </a:lnTo>
                  <a:lnTo>
                    <a:pt x="652" y="0"/>
                  </a:lnTo>
                  <a:lnTo>
                    <a:pt x="652" y="0"/>
                  </a:lnTo>
                  <a:lnTo>
                    <a:pt x="657" y="1"/>
                  </a:lnTo>
                  <a:lnTo>
                    <a:pt x="663" y="3"/>
                  </a:lnTo>
                  <a:lnTo>
                    <a:pt x="667" y="5"/>
                  </a:lnTo>
                  <a:lnTo>
                    <a:pt x="672" y="9"/>
                  </a:lnTo>
                  <a:lnTo>
                    <a:pt x="675" y="13"/>
                  </a:lnTo>
                  <a:lnTo>
                    <a:pt x="678" y="18"/>
                  </a:lnTo>
                  <a:lnTo>
                    <a:pt x="679" y="23"/>
                  </a:lnTo>
                  <a:lnTo>
                    <a:pt x="680" y="28"/>
                  </a:lnTo>
                  <a:lnTo>
                    <a:pt x="680" y="28"/>
                  </a:lnTo>
                  <a:lnTo>
                    <a:pt x="679" y="66"/>
                  </a:lnTo>
                  <a:lnTo>
                    <a:pt x="677" y="102"/>
                  </a:lnTo>
                  <a:lnTo>
                    <a:pt x="672" y="137"/>
                  </a:lnTo>
                  <a:lnTo>
                    <a:pt x="667" y="172"/>
                  </a:lnTo>
                  <a:lnTo>
                    <a:pt x="659" y="204"/>
                  </a:lnTo>
                  <a:lnTo>
                    <a:pt x="651" y="235"/>
                  </a:lnTo>
                  <a:lnTo>
                    <a:pt x="640" y="266"/>
                  </a:lnTo>
                  <a:lnTo>
                    <a:pt x="629" y="295"/>
                  </a:lnTo>
                  <a:lnTo>
                    <a:pt x="615" y="322"/>
                  </a:lnTo>
                  <a:lnTo>
                    <a:pt x="601" y="348"/>
                  </a:lnTo>
                  <a:lnTo>
                    <a:pt x="583" y="373"/>
                  </a:lnTo>
                  <a:lnTo>
                    <a:pt x="566" y="396"/>
                  </a:lnTo>
                  <a:lnTo>
                    <a:pt x="547" y="417"/>
                  </a:lnTo>
                  <a:lnTo>
                    <a:pt x="527" y="436"/>
                  </a:lnTo>
                  <a:lnTo>
                    <a:pt x="505" y="453"/>
                  </a:lnTo>
                  <a:lnTo>
                    <a:pt x="481" y="470"/>
                  </a:lnTo>
                  <a:lnTo>
                    <a:pt x="481" y="822"/>
                  </a:lnTo>
                  <a:lnTo>
                    <a:pt x="481" y="822"/>
                  </a:lnTo>
                  <a:lnTo>
                    <a:pt x="481" y="828"/>
                  </a:lnTo>
                  <a:lnTo>
                    <a:pt x="479" y="833"/>
                  </a:lnTo>
                  <a:lnTo>
                    <a:pt x="477" y="838"/>
                  </a:lnTo>
                  <a:lnTo>
                    <a:pt x="473" y="842"/>
                  </a:lnTo>
                  <a:lnTo>
                    <a:pt x="469" y="845"/>
                  </a:lnTo>
                  <a:lnTo>
                    <a:pt x="464" y="848"/>
                  </a:lnTo>
                  <a:lnTo>
                    <a:pt x="459" y="850"/>
                  </a:lnTo>
                  <a:lnTo>
                    <a:pt x="453" y="850"/>
                  </a:lnTo>
                  <a:lnTo>
                    <a:pt x="453" y="850"/>
                  </a:lnTo>
                  <a:close/>
                  <a:moveTo>
                    <a:pt x="255" y="794"/>
                  </a:moveTo>
                  <a:lnTo>
                    <a:pt x="425" y="794"/>
                  </a:lnTo>
                  <a:lnTo>
                    <a:pt x="425" y="453"/>
                  </a:lnTo>
                  <a:lnTo>
                    <a:pt x="425" y="453"/>
                  </a:lnTo>
                  <a:lnTo>
                    <a:pt x="426" y="446"/>
                  </a:lnTo>
                  <a:lnTo>
                    <a:pt x="429" y="439"/>
                  </a:lnTo>
                  <a:lnTo>
                    <a:pt x="434" y="433"/>
                  </a:lnTo>
                  <a:lnTo>
                    <a:pt x="439" y="429"/>
                  </a:lnTo>
                  <a:lnTo>
                    <a:pt x="439" y="429"/>
                  </a:lnTo>
                  <a:lnTo>
                    <a:pt x="460" y="416"/>
                  </a:lnTo>
                  <a:lnTo>
                    <a:pt x="479" y="402"/>
                  </a:lnTo>
                  <a:lnTo>
                    <a:pt x="498" y="387"/>
                  </a:lnTo>
                  <a:lnTo>
                    <a:pt x="514" y="369"/>
                  </a:lnTo>
                  <a:lnTo>
                    <a:pt x="530" y="350"/>
                  </a:lnTo>
                  <a:lnTo>
                    <a:pt x="545" y="329"/>
                  </a:lnTo>
                  <a:lnTo>
                    <a:pt x="558" y="308"/>
                  </a:lnTo>
                  <a:lnTo>
                    <a:pt x="570" y="285"/>
                  </a:lnTo>
                  <a:lnTo>
                    <a:pt x="581" y="261"/>
                  </a:lnTo>
                  <a:lnTo>
                    <a:pt x="592" y="234"/>
                  </a:lnTo>
                  <a:lnTo>
                    <a:pt x="600" y="208"/>
                  </a:lnTo>
                  <a:lnTo>
                    <a:pt x="608" y="180"/>
                  </a:lnTo>
                  <a:lnTo>
                    <a:pt x="613" y="150"/>
                  </a:lnTo>
                  <a:lnTo>
                    <a:pt x="618" y="120"/>
                  </a:lnTo>
                  <a:lnTo>
                    <a:pt x="621" y="89"/>
                  </a:lnTo>
                  <a:lnTo>
                    <a:pt x="623" y="57"/>
                  </a:lnTo>
                  <a:lnTo>
                    <a:pt x="57" y="57"/>
                  </a:lnTo>
                  <a:lnTo>
                    <a:pt x="57" y="57"/>
                  </a:lnTo>
                  <a:lnTo>
                    <a:pt x="59" y="89"/>
                  </a:lnTo>
                  <a:lnTo>
                    <a:pt x="62" y="120"/>
                  </a:lnTo>
                  <a:lnTo>
                    <a:pt x="67" y="150"/>
                  </a:lnTo>
                  <a:lnTo>
                    <a:pt x="73" y="180"/>
                  </a:lnTo>
                  <a:lnTo>
                    <a:pt x="81" y="208"/>
                  </a:lnTo>
                  <a:lnTo>
                    <a:pt x="89" y="234"/>
                  </a:lnTo>
                  <a:lnTo>
                    <a:pt x="99" y="261"/>
                  </a:lnTo>
                  <a:lnTo>
                    <a:pt x="110" y="285"/>
                  </a:lnTo>
                  <a:lnTo>
                    <a:pt x="122" y="308"/>
                  </a:lnTo>
                  <a:lnTo>
                    <a:pt x="136" y="329"/>
                  </a:lnTo>
                  <a:lnTo>
                    <a:pt x="150" y="350"/>
                  </a:lnTo>
                  <a:lnTo>
                    <a:pt x="166" y="369"/>
                  </a:lnTo>
                  <a:lnTo>
                    <a:pt x="184" y="387"/>
                  </a:lnTo>
                  <a:lnTo>
                    <a:pt x="202" y="402"/>
                  </a:lnTo>
                  <a:lnTo>
                    <a:pt x="221" y="416"/>
                  </a:lnTo>
                  <a:lnTo>
                    <a:pt x="241" y="429"/>
                  </a:lnTo>
                  <a:lnTo>
                    <a:pt x="241" y="429"/>
                  </a:lnTo>
                  <a:lnTo>
                    <a:pt x="247" y="433"/>
                  </a:lnTo>
                  <a:lnTo>
                    <a:pt x="251" y="439"/>
                  </a:lnTo>
                  <a:lnTo>
                    <a:pt x="254" y="446"/>
                  </a:lnTo>
                  <a:lnTo>
                    <a:pt x="255" y="453"/>
                  </a:lnTo>
                  <a:lnTo>
                    <a:pt x="255" y="7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4" name="Freeform 142">
              <a:extLst>
                <a:ext uri="{FF2B5EF4-FFF2-40B4-BE49-F238E27FC236}">
                  <a16:creationId xmlns:a16="http://schemas.microsoft.com/office/drawing/2014/main" id="{B07A7640-7EDC-48C0-9A49-8D1186B5403F}"/>
                </a:ext>
              </a:extLst>
            </p:cNvPr>
            <p:cNvSpPr>
              <a:spLocks noEditPoints="1"/>
            </p:cNvSpPr>
            <p:nvPr/>
          </p:nvSpPr>
          <p:spPr bwMode="auto">
            <a:xfrm>
              <a:off x="6516688" y="1689101"/>
              <a:ext cx="58738" cy="120650"/>
            </a:xfrm>
            <a:custGeom>
              <a:avLst/>
              <a:gdLst>
                <a:gd name="T0" fmla="*/ 198 w 226"/>
                <a:gd name="T1" fmla="*/ 453 h 453"/>
                <a:gd name="T2" fmla="*/ 28 w 226"/>
                <a:gd name="T3" fmla="*/ 453 h 453"/>
                <a:gd name="T4" fmla="*/ 28 w 226"/>
                <a:gd name="T5" fmla="*/ 453 h 453"/>
                <a:gd name="T6" fmla="*/ 22 w 226"/>
                <a:gd name="T7" fmla="*/ 453 h 453"/>
                <a:gd name="T8" fmla="*/ 17 w 226"/>
                <a:gd name="T9" fmla="*/ 451 h 453"/>
                <a:gd name="T10" fmla="*/ 12 w 226"/>
                <a:gd name="T11" fmla="*/ 448 h 453"/>
                <a:gd name="T12" fmla="*/ 8 w 226"/>
                <a:gd name="T13" fmla="*/ 445 h 453"/>
                <a:gd name="T14" fmla="*/ 5 w 226"/>
                <a:gd name="T15" fmla="*/ 441 h 453"/>
                <a:gd name="T16" fmla="*/ 2 w 226"/>
                <a:gd name="T17" fmla="*/ 436 h 453"/>
                <a:gd name="T18" fmla="*/ 0 w 226"/>
                <a:gd name="T19" fmla="*/ 431 h 453"/>
                <a:gd name="T20" fmla="*/ 0 w 226"/>
                <a:gd name="T21" fmla="*/ 425 h 453"/>
                <a:gd name="T22" fmla="*/ 0 w 226"/>
                <a:gd name="T23" fmla="*/ 28 h 453"/>
                <a:gd name="T24" fmla="*/ 0 w 226"/>
                <a:gd name="T25" fmla="*/ 28 h 453"/>
                <a:gd name="T26" fmla="*/ 0 w 226"/>
                <a:gd name="T27" fmla="*/ 23 h 453"/>
                <a:gd name="T28" fmla="*/ 2 w 226"/>
                <a:gd name="T29" fmla="*/ 17 h 453"/>
                <a:gd name="T30" fmla="*/ 5 w 226"/>
                <a:gd name="T31" fmla="*/ 13 h 453"/>
                <a:gd name="T32" fmla="*/ 8 w 226"/>
                <a:gd name="T33" fmla="*/ 8 h 453"/>
                <a:gd name="T34" fmla="*/ 12 w 226"/>
                <a:gd name="T35" fmla="*/ 5 h 453"/>
                <a:gd name="T36" fmla="*/ 17 w 226"/>
                <a:gd name="T37" fmla="*/ 2 h 453"/>
                <a:gd name="T38" fmla="*/ 22 w 226"/>
                <a:gd name="T39" fmla="*/ 1 h 453"/>
                <a:gd name="T40" fmla="*/ 28 w 226"/>
                <a:gd name="T41" fmla="*/ 0 h 453"/>
                <a:gd name="T42" fmla="*/ 198 w 226"/>
                <a:gd name="T43" fmla="*/ 0 h 453"/>
                <a:gd name="T44" fmla="*/ 198 w 226"/>
                <a:gd name="T45" fmla="*/ 0 h 453"/>
                <a:gd name="T46" fmla="*/ 204 w 226"/>
                <a:gd name="T47" fmla="*/ 1 h 453"/>
                <a:gd name="T48" fmla="*/ 209 w 226"/>
                <a:gd name="T49" fmla="*/ 2 h 453"/>
                <a:gd name="T50" fmla="*/ 214 w 226"/>
                <a:gd name="T51" fmla="*/ 5 h 453"/>
                <a:gd name="T52" fmla="*/ 218 w 226"/>
                <a:gd name="T53" fmla="*/ 8 h 453"/>
                <a:gd name="T54" fmla="*/ 221 w 226"/>
                <a:gd name="T55" fmla="*/ 13 h 453"/>
                <a:gd name="T56" fmla="*/ 224 w 226"/>
                <a:gd name="T57" fmla="*/ 17 h 453"/>
                <a:gd name="T58" fmla="*/ 226 w 226"/>
                <a:gd name="T59" fmla="*/ 23 h 453"/>
                <a:gd name="T60" fmla="*/ 226 w 226"/>
                <a:gd name="T61" fmla="*/ 28 h 453"/>
                <a:gd name="T62" fmla="*/ 226 w 226"/>
                <a:gd name="T63" fmla="*/ 425 h 453"/>
                <a:gd name="T64" fmla="*/ 226 w 226"/>
                <a:gd name="T65" fmla="*/ 425 h 453"/>
                <a:gd name="T66" fmla="*/ 226 w 226"/>
                <a:gd name="T67" fmla="*/ 431 h 453"/>
                <a:gd name="T68" fmla="*/ 224 w 226"/>
                <a:gd name="T69" fmla="*/ 436 h 453"/>
                <a:gd name="T70" fmla="*/ 221 w 226"/>
                <a:gd name="T71" fmla="*/ 441 h 453"/>
                <a:gd name="T72" fmla="*/ 218 w 226"/>
                <a:gd name="T73" fmla="*/ 445 h 453"/>
                <a:gd name="T74" fmla="*/ 214 w 226"/>
                <a:gd name="T75" fmla="*/ 448 h 453"/>
                <a:gd name="T76" fmla="*/ 209 w 226"/>
                <a:gd name="T77" fmla="*/ 451 h 453"/>
                <a:gd name="T78" fmla="*/ 204 w 226"/>
                <a:gd name="T79" fmla="*/ 453 h 453"/>
                <a:gd name="T80" fmla="*/ 198 w 226"/>
                <a:gd name="T81" fmla="*/ 453 h 453"/>
                <a:gd name="T82" fmla="*/ 198 w 226"/>
                <a:gd name="T83" fmla="*/ 453 h 453"/>
                <a:gd name="T84" fmla="*/ 57 w 226"/>
                <a:gd name="T85" fmla="*/ 397 h 453"/>
                <a:gd name="T86" fmla="*/ 170 w 226"/>
                <a:gd name="T87" fmla="*/ 397 h 453"/>
                <a:gd name="T88" fmla="*/ 170 w 226"/>
                <a:gd name="T89" fmla="*/ 56 h 453"/>
                <a:gd name="T90" fmla="*/ 57 w 226"/>
                <a:gd name="T91" fmla="*/ 56 h 453"/>
                <a:gd name="T92" fmla="*/ 57 w 226"/>
                <a:gd name="T93" fmla="*/ 397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6" h="453">
                  <a:moveTo>
                    <a:pt x="198" y="453"/>
                  </a:moveTo>
                  <a:lnTo>
                    <a:pt x="28" y="453"/>
                  </a:lnTo>
                  <a:lnTo>
                    <a:pt x="28" y="453"/>
                  </a:lnTo>
                  <a:lnTo>
                    <a:pt x="22" y="453"/>
                  </a:lnTo>
                  <a:lnTo>
                    <a:pt x="17" y="451"/>
                  </a:lnTo>
                  <a:lnTo>
                    <a:pt x="12" y="448"/>
                  </a:lnTo>
                  <a:lnTo>
                    <a:pt x="8" y="445"/>
                  </a:lnTo>
                  <a:lnTo>
                    <a:pt x="5" y="441"/>
                  </a:lnTo>
                  <a:lnTo>
                    <a:pt x="2" y="436"/>
                  </a:lnTo>
                  <a:lnTo>
                    <a:pt x="0" y="431"/>
                  </a:lnTo>
                  <a:lnTo>
                    <a:pt x="0" y="425"/>
                  </a:lnTo>
                  <a:lnTo>
                    <a:pt x="0" y="28"/>
                  </a:lnTo>
                  <a:lnTo>
                    <a:pt x="0" y="28"/>
                  </a:lnTo>
                  <a:lnTo>
                    <a:pt x="0" y="23"/>
                  </a:lnTo>
                  <a:lnTo>
                    <a:pt x="2" y="17"/>
                  </a:lnTo>
                  <a:lnTo>
                    <a:pt x="5" y="13"/>
                  </a:lnTo>
                  <a:lnTo>
                    <a:pt x="8" y="8"/>
                  </a:lnTo>
                  <a:lnTo>
                    <a:pt x="12" y="5"/>
                  </a:lnTo>
                  <a:lnTo>
                    <a:pt x="17" y="2"/>
                  </a:lnTo>
                  <a:lnTo>
                    <a:pt x="22" y="1"/>
                  </a:lnTo>
                  <a:lnTo>
                    <a:pt x="28" y="0"/>
                  </a:lnTo>
                  <a:lnTo>
                    <a:pt x="198" y="0"/>
                  </a:lnTo>
                  <a:lnTo>
                    <a:pt x="198" y="0"/>
                  </a:lnTo>
                  <a:lnTo>
                    <a:pt x="204" y="1"/>
                  </a:lnTo>
                  <a:lnTo>
                    <a:pt x="209" y="2"/>
                  </a:lnTo>
                  <a:lnTo>
                    <a:pt x="214" y="5"/>
                  </a:lnTo>
                  <a:lnTo>
                    <a:pt x="218" y="8"/>
                  </a:lnTo>
                  <a:lnTo>
                    <a:pt x="221" y="13"/>
                  </a:lnTo>
                  <a:lnTo>
                    <a:pt x="224" y="17"/>
                  </a:lnTo>
                  <a:lnTo>
                    <a:pt x="226" y="23"/>
                  </a:lnTo>
                  <a:lnTo>
                    <a:pt x="226" y="28"/>
                  </a:lnTo>
                  <a:lnTo>
                    <a:pt x="226" y="425"/>
                  </a:lnTo>
                  <a:lnTo>
                    <a:pt x="226" y="425"/>
                  </a:lnTo>
                  <a:lnTo>
                    <a:pt x="226" y="431"/>
                  </a:lnTo>
                  <a:lnTo>
                    <a:pt x="224" y="436"/>
                  </a:lnTo>
                  <a:lnTo>
                    <a:pt x="221" y="441"/>
                  </a:lnTo>
                  <a:lnTo>
                    <a:pt x="218" y="445"/>
                  </a:lnTo>
                  <a:lnTo>
                    <a:pt x="214" y="448"/>
                  </a:lnTo>
                  <a:lnTo>
                    <a:pt x="209" y="451"/>
                  </a:lnTo>
                  <a:lnTo>
                    <a:pt x="204" y="453"/>
                  </a:lnTo>
                  <a:lnTo>
                    <a:pt x="198" y="453"/>
                  </a:lnTo>
                  <a:lnTo>
                    <a:pt x="198" y="453"/>
                  </a:lnTo>
                  <a:close/>
                  <a:moveTo>
                    <a:pt x="57" y="397"/>
                  </a:moveTo>
                  <a:lnTo>
                    <a:pt x="170" y="397"/>
                  </a:lnTo>
                  <a:lnTo>
                    <a:pt x="170" y="56"/>
                  </a:lnTo>
                  <a:lnTo>
                    <a:pt x="57" y="56"/>
                  </a:lnTo>
                  <a:lnTo>
                    <a:pt x="57" y="3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5" name="Rectangle 143">
              <a:extLst>
                <a:ext uri="{FF2B5EF4-FFF2-40B4-BE49-F238E27FC236}">
                  <a16:creationId xmlns:a16="http://schemas.microsoft.com/office/drawing/2014/main" id="{A1397A0D-6101-4059-838B-7047F334C07A}"/>
                </a:ext>
              </a:extLst>
            </p:cNvPr>
            <p:cNvSpPr>
              <a:spLocks noChangeArrowheads="1"/>
            </p:cNvSpPr>
            <p:nvPr/>
          </p:nvSpPr>
          <p:spPr bwMode="auto">
            <a:xfrm>
              <a:off x="6538913" y="1674813"/>
              <a:ext cx="14288"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6" name="Freeform 144">
              <a:extLst>
                <a:ext uri="{FF2B5EF4-FFF2-40B4-BE49-F238E27FC236}">
                  <a16:creationId xmlns:a16="http://schemas.microsoft.com/office/drawing/2014/main" id="{629FF3A7-B796-487A-A7D7-30F307A7EBA3}"/>
                </a:ext>
              </a:extLst>
            </p:cNvPr>
            <p:cNvSpPr>
              <a:spLocks noEditPoints="1"/>
            </p:cNvSpPr>
            <p:nvPr/>
          </p:nvSpPr>
          <p:spPr bwMode="auto">
            <a:xfrm>
              <a:off x="6410325" y="1584326"/>
              <a:ext cx="46038" cy="120650"/>
            </a:xfrm>
            <a:custGeom>
              <a:avLst/>
              <a:gdLst>
                <a:gd name="T0" fmla="*/ 85 w 170"/>
                <a:gd name="T1" fmla="*/ 453 h 453"/>
                <a:gd name="T2" fmla="*/ 85 w 170"/>
                <a:gd name="T3" fmla="*/ 453 h 453"/>
                <a:gd name="T4" fmla="*/ 80 w 170"/>
                <a:gd name="T5" fmla="*/ 453 h 453"/>
                <a:gd name="T6" fmla="*/ 75 w 170"/>
                <a:gd name="T7" fmla="*/ 451 h 453"/>
                <a:gd name="T8" fmla="*/ 70 w 170"/>
                <a:gd name="T9" fmla="*/ 449 h 453"/>
                <a:gd name="T10" fmla="*/ 65 w 170"/>
                <a:gd name="T11" fmla="*/ 445 h 453"/>
                <a:gd name="T12" fmla="*/ 8 w 170"/>
                <a:gd name="T13" fmla="*/ 389 h 453"/>
                <a:gd name="T14" fmla="*/ 8 w 170"/>
                <a:gd name="T15" fmla="*/ 389 h 453"/>
                <a:gd name="T16" fmla="*/ 4 w 170"/>
                <a:gd name="T17" fmla="*/ 384 h 453"/>
                <a:gd name="T18" fmla="*/ 2 w 170"/>
                <a:gd name="T19" fmla="*/ 379 h 453"/>
                <a:gd name="T20" fmla="*/ 0 w 170"/>
                <a:gd name="T21" fmla="*/ 373 h 453"/>
                <a:gd name="T22" fmla="*/ 0 w 170"/>
                <a:gd name="T23" fmla="*/ 367 h 453"/>
                <a:gd name="T24" fmla="*/ 29 w 170"/>
                <a:gd name="T25" fmla="*/ 26 h 453"/>
                <a:gd name="T26" fmla="*/ 29 w 170"/>
                <a:gd name="T27" fmla="*/ 26 h 453"/>
                <a:gd name="T28" fmla="*/ 30 w 170"/>
                <a:gd name="T29" fmla="*/ 21 h 453"/>
                <a:gd name="T30" fmla="*/ 32 w 170"/>
                <a:gd name="T31" fmla="*/ 16 h 453"/>
                <a:gd name="T32" fmla="*/ 35 w 170"/>
                <a:gd name="T33" fmla="*/ 12 h 453"/>
                <a:gd name="T34" fmla="*/ 38 w 170"/>
                <a:gd name="T35" fmla="*/ 8 h 453"/>
                <a:gd name="T36" fmla="*/ 42 w 170"/>
                <a:gd name="T37" fmla="*/ 5 h 453"/>
                <a:gd name="T38" fmla="*/ 47 w 170"/>
                <a:gd name="T39" fmla="*/ 2 h 453"/>
                <a:gd name="T40" fmla="*/ 52 w 170"/>
                <a:gd name="T41" fmla="*/ 1 h 453"/>
                <a:gd name="T42" fmla="*/ 57 w 170"/>
                <a:gd name="T43" fmla="*/ 0 h 453"/>
                <a:gd name="T44" fmla="*/ 113 w 170"/>
                <a:gd name="T45" fmla="*/ 0 h 453"/>
                <a:gd name="T46" fmla="*/ 113 w 170"/>
                <a:gd name="T47" fmla="*/ 0 h 453"/>
                <a:gd name="T48" fmla="*/ 119 w 170"/>
                <a:gd name="T49" fmla="*/ 1 h 453"/>
                <a:gd name="T50" fmla="*/ 124 w 170"/>
                <a:gd name="T51" fmla="*/ 2 h 453"/>
                <a:gd name="T52" fmla="*/ 129 w 170"/>
                <a:gd name="T53" fmla="*/ 5 h 453"/>
                <a:gd name="T54" fmla="*/ 133 w 170"/>
                <a:gd name="T55" fmla="*/ 8 h 453"/>
                <a:gd name="T56" fmla="*/ 137 w 170"/>
                <a:gd name="T57" fmla="*/ 12 h 453"/>
                <a:gd name="T58" fmla="*/ 139 w 170"/>
                <a:gd name="T59" fmla="*/ 16 h 453"/>
                <a:gd name="T60" fmla="*/ 141 w 170"/>
                <a:gd name="T61" fmla="*/ 21 h 453"/>
                <a:gd name="T62" fmla="*/ 142 w 170"/>
                <a:gd name="T63" fmla="*/ 26 h 453"/>
                <a:gd name="T64" fmla="*/ 170 w 170"/>
                <a:gd name="T65" fmla="*/ 367 h 453"/>
                <a:gd name="T66" fmla="*/ 170 w 170"/>
                <a:gd name="T67" fmla="*/ 367 h 453"/>
                <a:gd name="T68" fmla="*/ 170 w 170"/>
                <a:gd name="T69" fmla="*/ 373 h 453"/>
                <a:gd name="T70" fmla="*/ 169 w 170"/>
                <a:gd name="T71" fmla="*/ 379 h 453"/>
                <a:gd name="T72" fmla="*/ 166 w 170"/>
                <a:gd name="T73" fmla="*/ 384 h 453"/>
                <a:gd name="T74" fmla="*/ 162 w 170"/>
                <a:gd name="T75" fmla="*/ 389 h 453"/>
                <a:gd name="T76" fmla="*/ 105 w 170"/>
                <a:gd name="T77" fmla="*/ 445 h 453"/>
                <a:gd name="T78" fmla="*/ 105 w 170"/>
                <a:gd name="T79" fmla="*/ 445 h 453"/>
                <a:gd name="T80" fmla="*/ 101 w 170"/>
                <a:gd name="T81" fmla="*/ 449 h 453"/>
                <a:gd name="T82" fmla="*/ 96 w 170"/>
                <a:gd name="T83" fmla="*/ 451 h 453"/>
                <a:gd name="T84" fmla="*/ 90 w 170"/>
                <a:gd name="T85" fmla="*/ 453 h 453"/>
                <a:gd name="T86" fmla="*/ 85 w 170"/>
                <a:gd name="T87" fmla="*/ 453 h 453"/>
                <a:gd name="T88" fmla="*/ 85 w 170"/>
                <a:gd name="T89" fmla="*/ 453 h 453"/>
                <a:gd name="T90" fmla="*/ 58 w 170"/>
                <a:gd name="T91" fmla="*/ 359 h 453"/>
                <a:gd name="T92" fmla="*/ 85 w 170"/>
                <a:gd name="T93" fmla="*/ 386 h 453"/>
                <a:gd name="T94" fmla="*/ 112 w 170"/>
                <a:gd name="T95" fmla="*/ 359 h 453"/>
                <a:gd name="T96" fmla="*/ 87 w 170"/>
                <a:gd name="T97" fmla="*/ 57 h 453"/>
                <a:gd name="T98" fmla="*/ 83 w 170"/>
                <a:gd name="T99" fmla="*/ 57 h 453"/>
                <a:gd name="T100" fmla="*/ 58 w 170"/>
                <a:gd name="T101" fmla="*/ 359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0" h="453">
                  <a:moveTo>
                    <a:pt x="85" y="453"/>
                  </a:moveTo>
                  <a:lnTo>
                    <a:pt x="85" y="453"/>
                  </a:lnTo>
                  <a:lnTo>
                    <a:pt x="80" y="453"/>
                  </a:lnTo>
                  <a:lnTo>
                    <a:pt x="75" y="451"/>
                  </a:lnTo>
                  <a:lnTo>
                    <a:pt x="70" y="449"/>
                  </a:lnTo>
                  <a:lnTo>
                    <a:pt x="65" y="445"/>
                  </a:lnTo>
                  <a:lnTo>
                    <a:pt x="8" y="389"/>
                  </a:lnTo>
                  <a:lnTo>
                    <a:pt x="8" y="389"/>
                  </a:lnTo>
                  <a:lnTo>
                    <a:pt x="4" y="384"/>
                  </a:lnTo>
                  <a:lnTo>
                    <a:pt x="2" y="379"/>
                  </a:lnTo>
                  <a:lnTo>
                    <a:pt x="0" y="373"/>
                  </a:lnTo>
                  <a:lnTo>
                    <a:pt x="0" y="367"/>
                  </a:lnTo>
                  <a:lnTo>
                    <a:pt x="29" y="26"/>
                  </a:lnTo>
                  <a:lnTo>
                    <a:pt x="29" y="26"/>
                  </a:lnTo>
                  <a:lnTo>
                    <a:pt x="30" y="21"/>
                  </a:lnTo>
                  <a:lnTo>
                    <a:pt x="32" y="16"/>
                  </a:lnTo>
                  <a:lnTo>
                    <a:pt x="35" y="12"/>
                  </a:lnTo>
                  <a:lnTo>
                    <a:pt x="38" y="8"/>
                  </a:lnTo>
                  <a:lnTo>
                    <a:pt x="42" y="5"/>
                  </a:lnTo>
                  <a:lnTo>
                    <a:pt x="47" y="2"/>
                  </a:lnTo>
                  <a:lnTo>
                    <a:pt x="52" y="1"/>
                  </a:lnTo>
                  <a:lnTo>
                    <a:pt x="57" y="0"/>
                  </a:lnTo>
                  <a:lnTo>
                    <a:pt x="113" y="0"/>
                  </a:lnTo>
                  <a:lnTo>
                    <a:pt x="113" y="0"/>
                  </a:lnTo>
                  <a:lnTo>
                    <a:pt x="119" y="1"/>
                  </a:lnTo>
                  <a:lnTo>
                    <a:pt x="124" y="2"/>
                  </a:lnTo>
                  <a:lnTo>
                    <a:pt x="129" y="5"/>
                  </a:lnTo>
                  <a:lnTo>
                    <a:pt x="133" y="8"/>
                  </a:lnTo>
                  <a:lnTo>
                    <a:pt x="137" y="12"/>
                  </a:lnTo>
                  <a:lnTo>
                    <a:pt x="139" y="16"/>
                  </a:lnTo>
                  <a:lnTo>
                    <a:pt x="141" y="21"/>
                  </a:lnTo>
                  <a:lnTo>
                    <a:pt x="142" y="26"/>
                  </a:lnTo>
                  <a:lnTo>
                    <a:pt x="170" y="367"/>
                  </a:lnTo>
                  <a:lnTo>
                    <a:pt x="170" y="367"/>
                  </a:lnTo>
                  <a:lnTo>
                    <a:pt x="170" y="373"/>
                  </a:lnTo>
                  <a:lnTo>
                    <a:pt x="169" y="379"/>
                  </a:lnTo>
                  <a:lnTo>
                    <a:pt x="166" y="384"/>
                  </a:lnTo>
                  <a:lnTo>
                    <a:pt x="162" y="389"/>
                  </a:lnTo>
                  <a:lnTo>
                    <a:pt x="105" y="445"/>
                  </a:lnTo>
                  <a:lnTo>
                    <a:pt x="105" y="445"/>
                  </a:lnTo>
                  <a:lnTo>
                    <a:pt x="101" y="449"/>
                  </a:lnTo>
                  <a:lnTo>
                    <a:pt x="96" y="451"/>
                  </a:lnTo>
                  <a:lnTo>
                    <a:pt x="90" y="453"/>
                  </a:lnTo>
                  <a:lnTo>
                    <a:pt x="85" y="453"/>
                  </a:lnTo>
                  <a:lnTo>
                    <a:pt x="85" y="453"/>
                  </a:lnTo>
                  <a:close/>
                  <a:moveTo>
                    <a:pt x="58" y="359"/>
                  </a:moveTo>
                  <a:lnTo>
                    <a:pt x="85" y="386"/>
                  </a:lnTo>
                  <a:lnTo>
                    <a:pt x="112" y="359"/>
                  </a:lnTo>
                  <a:lnTo>
                    <a:pt x="87" y="57"/>
                  </a:lnTo>
                  <a:lnTo>
                    <a:pt x="83" y="57"/>
                  </a:lnTo>
                  <a:lnTo>
                    <a:pt x="58" y="3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pic>
        <p:nvPicPr>
          <p:cNvPr id="178" name="Graphic 177">
            <a:extLst>
              <a:ext uri="{FF2B5EF4-FFF2-40B4-BE49-F238E27FC236}">
                <a16:creationId xmlns:a16="http://schemas.microsoft.com/office/drawing/2014/main" id="{42032B13-CDB0-4E02-AE6E-B5CF141FCDD5}"/>
              </a:ext>
            </a:extLst>
          </p:cNvPr>
          <p:cNvPicPr>
            <a:picLocks noChangeAspect="1"/>
          </p:cNvPicPr>
          <p:nvPr/>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350442" y="4084310"/>
            <a:ext cx="545659" cy="545659"/>
          </a:xfrm>
          <a:prstGeom prst="rect">
            <a:avLst/>
          </a:prstGeom>
        </p:spPr>
      </p:pic>
      <p:pic>
        <p:nvPicPr>
          <p:cNvPr id="180" name="Graphic 179">
            <a:extLst>
              <a:ext uri="{FF2B5EF4-FFF2-40B4-BE49-F238E27FC236}">
                <a16:creationId xmlns:a16="http://schemas.microsoft.com/office/drawing/2014/main" id="{80B28E53-D0AC-48F0-9648-3D8F27379D87}"/>
              </a:ext>
            </a:extLst>
          </p:cNvPr>
          <p:cNvPicPr>
            <a:picLocks noChangeAspect="1"/>
          </p:cNvPicPr>
          <p:nvPr/>
        </p:nvPicPr>
        <p:blipFill>
          <a:blip r:embed="rId17" cstate="email">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7613432" y="4149080"/>
            <a:ext cx="358392" cy="358392"/>
          </a:xfrm>
          <a:prstGeom prst="rect">
            <a:avLst/>
          </a:prstGeom>
        </p:spPr>
      </p:pic>
      <p:pic>
        <p:nvPicPr>
          <p:cNvPr id="182" name="Graphic 181">
            <a:extLst>
              <a:ext uri="{FF2B5EF4-FFF2-40B4-BE49-F238E27FC236}">
                <a16:creationId xmlns:a16="http://schemas.microsoft.com/office/drawing/2014/main" id="{E3EF3582-3424-41F1-80C4-D5A3CB6511FD}"/>
              </a:ext>
            </a:extLst>
          </p:cNvPr>
          <p:cNvPicPr>
            <a:picLocks noChangeAspect="1"/>
          </p:cNvPicPr>
          <p:nvPr/>
        </p:nvPicPr>
        <p:blipFill>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868477" y="4113076"/>
            <a:ext cx="386593" cy="386593"/>
          </a:xfrm>
          <a:prstGeom prst="rect">
            <a:avLst/>
          </a:prstGeom>
        </p:spPr>
      </p:pic>
      <p:sp>
        <p:nvSpPr>
          <p:cNvPr id="4" name="Footer Placeholder 4">
            <a:extLst>
              <a:ext uri="{FF2B5EF4-FFF2-40B4-BE49-F238E27FC236}">
                <a16:creationId xmlns:a16="http://schemas.microsoft.com/office/drawing/2014/main" id="{8B175E9D-A6A7-B793-7D84-0A55C3CCF9F1}"/>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1716317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hteck 36">
            <a:extLst>
              <a:ext uri="{FF2B5EF4-FFF2-40B4-BE49-F238E27FC236}">
                <a16:creationId xmlns:a16="http://schemas.microsoft.com/office/drawing/2014/main" id="{21061756-5C26-4C68-9163-80FBC2009F98}"/>
              </a:ext>
            </a:extLst>
          </p:cNvPr>
          <p:cNvSpPr/>
          <p:nvPr/>
        </p:nvSpPr>
        <p:spPr bwMode="gray">
          <a:xfrm>
            <a:off x="515938" y="1268413"/>
            <a:ext cx="11160125" cy="4824412"/>
          </a:xfrm>
          <a:prstGeom prst="rect">
            <a:avLst/>
          </a:prstGeom>
          <a:solidFill>
            <a:schemeClr val="bg1"/>
          </a:solid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 name="Foliennummernplatzhalter 3">
            <a:extLst>
              <a:ext uri="{FF2B5EF4-FFF2-40B4-BE49-F238E27FC236}">
                <a16:creationId xmlns:a16="http://schemas.microsoft.com/office/drawing/2014/main" id="{16D1A9EF-A760-1641-A99D-20AF8B2D92BB}"/>
              </a:ext>
            </a:extLst>
          </p:cNvPr>
          <p:cNvSpPr>
            <a:spLocks noGrp="1"/>
          </p:cNvSpPr>
          <p:nvPr>
            <p:ph type="sldNum" sz="quarter" idx="12"/>
          </p:nvPr>
        </p:nvSpPr>
        <p:spPr/>
        <p:txBody>
          <a:bodyPr/>
          <a:lstStyle/>
          <a:p>
            <a:fld id="{5EE2ECF6-E7B2-474A-BE3A-4A3A2424717D}" type="slidenum">
              <a:rPr lang="de-DE" smtClean="0"/>
              <a:pPr/>
              <a:t>6</a:t>
            </a:fld>
            <a:endParaRPr lang="de-DE" dirty="0"/>
          </a:p>
        </p:txBody>
      </p:sp>
      <p:sp>
        <p:nvSpPr>
          <p:cNvPr id="5" name="Titel 4">
            <a:extLst>
              <a:ext uri="{FF2B5EF4-FFF2-40B4-BE49-F238E27FC236}">
                <a16:creationId xmlns:a16="http://schemas.microsoft.com/office/drawing/2014/main" id="{30B0B0F8-F14F-7C4E-B210-B14372D7A3CD}"/>
              </a:ext>
            </a:extLst>
          </p:cNvPr>
          <p:cNvSpPr>
            <a:spLocks noGrp="1"/>
          </p:cNvSpPr>
          <p:nvPr>
            <p:ph type="title"/>
          </p:nvPr>
        </p:nvSpPr>
        <p:spPr/>
        <p:txBody>
          <a:bodyPr/>
          <a:lstStyle/>
          <a:p>
            <a:r>
              <a:rPr lang="de-DE" b="1" dirty="0"/>
              <a:t>Unsere Kunden – Produktion</a:t>
            </a:r>
          </a:p>
        </p:txBody>
      </p:sp>
      <p:pic>
        <p:nvPicPr>
          <p:cNvPr id="6" name="Picture 4" descr="http://www.paceassociates.com/images/Buehler.jpg">
            <a:extLst>
              <a:ext uri="{FF2B5EF4-FFF2-40B4-BE49-F238E27FC236}">
                <a16:creationId xmlns:a16="http://schemas.microsoft.com/office/drawing/2014/main" id="{484D60F7-4D2A-AC49-BD47-35B8677C5FB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060571" y="1696662"/>
            <a:ext cx="1251912" cy="515644"/>
          </a:xfrm>
          <a:prstGeom prst="rect">
            <a:avLst/>
          </a:prstGeom>
          <a:noFill/>
        </p:spPr>
      </p:pic>
      <p:pic>
        <p:nvPicPr>
          <p:cNvPr id="7" name="Grafik 50">
            <a:extLst>
              <a:ext uri="{FF2B5EF4-FFF2-40B4-BE49-F238E27FC236}">
                <a16:creationId xmlns:a16="http://schemas.microsoft.com/office/drawing/2014/main" id="{ABF811BB-8D2F-9E47-A120-B9DEE71B873C}"/>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2899259" y="1761792"/>
            <a:ext cx="1366448" cy="385386"/>
          </a:xfrm>
          <a:prstGeom prst="rect">
            <a:avLst/>
          </a:prstGeom>
        </p:spPr>
      </p:pic>
      <p:pic>
        <p:nvPicPr>
          <p:cNvPr id="8" name="DN_ES_logo.gif" descr="/Users/heinricherkens/Documents/Heinrich Erkens/01 Expense Reduction Analysts - find extra profit/04 Vorlagen/05 Ersttermin/Logos/DN_ES_logo.gif">
            <a:extLst>
              <a:ext uri="{FF2B5EF4-FFF2-40B4-BE49-F238E27FC236}">
                <a16:creationId xmlns:a16="http://schemas.microsoft.com/office/drawing/2014/main" id="{1B30E70D-AAF7-584D-B007-5B71CCC26D74}"/>
              </a:ext>
            </a:extLst>
          </p:cNvPr>
          <p:cNvPicPr>
            <a:picLocks noChangeAspect="1"/>
          </p:cNvPicPr>
          <p:nvPr/>
        </p:nvPicPr>
        <p:blipFill>
          <a:blip r:embed="rId8" r:link="rId9" cstate="email">
            <a:extLst>
              <a:ext uri="{28A0092B-C50C-407E-A947-70E740481C1C}">
                <a14:useLocalDpi xmlns:a14="http://schemas.microsoft.com/office/drawing/2010/main"/>
              </a:ext>
            </a:extLst>
          </a:blip>
          <a:stretch>
            <a:fillRect/>
          </a:stretch>
        </p:blipFill>
        <p:spPr>
          <a:xfrm>
            <a:off x="4894852" y="1809662"/>
            <a:ext cx="2123194" cy="289646"/>
          </a:xfrm>
          <a:prstGeom prst="rect">
            <a:avLst/>
          </a:prstGeom>
        </p:spPr>
      </p:pic>
      <p:pic>
        <p:nvPicPr>
          <p:cNvPr id="9" name="Bild 64" descr="trocellen-logo.gif">
            <a:extLst>
              <a:ext uri="{FF2B5EF4-FFF2-40B4-BE49-F238E27FC236}">
                <a16:creationId xmlns:a16="http://schemas.microsoft.com/office/drawing/2014/main" id="{5F296B93-1965-6C45-A88C-8C37F7468555}"/>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643957" y="1696661"/>
            <a:ext cx="1299946" cy="515646"/>
          </a:xfrm>
          <a:prstGeom prst="rect">
            <a:avLst/>
          </a:prstGeom>
        </p:spPr>
      </p:pic>
      <p:pic>
        <p:nvPicPr>
          <p:cNvPr id="10" name="Bild 73" descr="weidmann_logo.png">
            <a:extLst>
              <a:ext uri="{FF2B5EF4-FFF2-40B4-BE49-F238E27FC236}">
                <a16:creationId xmlns:a16="http://schemas.microsoft.com/office/drawing/2014/main" id="{25C5B670-F170-7B42-B17D-57090AD7BF47}"/>
              </a:ext>
            </a:extLst>
          </p:cNvPr>
          <p:cNvPicPr>
            <a:picLocks noChangeAspect="1"/>
          </p:cNvPicPr>
          <p:nvPr/>
        </p:nvPicPr>
        <p:blipFill>
          <a:blip r:embed="rId11" cstate="print"/>
          <a:stretch>
            <a:fillRect/>
          </a:stretch>
        </p:blipFill>
        <p:spPr>
          <a:xfrm>
            <a:off x="9542340" y="1814188"/>
            <a:ext cx="1558216" cy="280594"/>
          </a:xfrm>
          <a:prstGeom prst="rect">
            <a:avLst/>
          </a:prstGeom>
        </p:spPr>
      </p:pic>
      <p:pic>
        <p:nvPicPr>
          <p:cNvPr id="11" name="Bild 77">
            <a:extLst>
              <a:ext uri="{FF2B5EF4-FFF2-40B4-BE49-F238E27FC236}">
                <a16:creationId xmlns:a16="http://schemas.microsoft.com/office/drawing/2014/main" id="{8C17B596-CCC9-6F47-A6A8-F4DA5ABD6A39}"/>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061194" y="2716930"/>
            <a:ext cx="1149204" cy="564384"/>
          </a:xfrm>
          <a:prstGeom prst="rect">
            <a:avLst/>
          </a:prstGeom>
        </p:spPr>
      </p:pic>
      <p:pic>
        <p:nvPicPr>
          <p:cNvPr id="12" name="Bild 49">
            <a:extLst>
              <a:ext uri="{FF2B5EF4-FFF2-40B4-BE49-F238E27FC236}">
                <a16:creationId xmlns:a16="http://schemas.microsoft.com/office/drawing/2014/main" id="{E9542FEC-E368-7A44-9CDA-F293B5615FF4}"/>
              </a:ext>
            </a:extLst>
          </p:cNvPr>
          <p:cNvPicPr>
            <a:picLocks noChangeAspect="1"/>
          </p:cNvPicPr>
          <p:nvPr/>
        </p:nvPicPr>
        <p:blipFill rotWithShape="1">
          <a:blip r:embed="rId13" cstate="email">
            <a:extLst>
              <a:ext uri="{28A0092B-C50C-407E-A947-70E740481C1C}">
                <a14:useLocalDpi xmlns:a14="http://schemas.microsoft.com/office/drawing/2010/main"/>
              </a:ext>
            </a:extLst>
          </a:blip>
          <a:srcRect/>
          <a:stretch/>
        </p:blipFill>
        <p:spPr>
          <a:xfrm>
            <a:off x="5226364" y="2794947"/>
            <a:ext cx="1347334" cy="408350"/>
          </a:xfrm>
          <a:prstGeom prst="rect">
            <a:avLst/>
          </a:prstGeom>
        </p:spPr>
      </p:pic>
      <p:pic>
        <p:nvPicPr>
          <p:cNvPr id="13" name="Bild 50">
            <a:extLst>
              <a:ext uri="{FF2B5EF4-FFF2-40B4-BE49-F238E27FC236}">
                <a16:creationId xmlns:a16="http://schemas.microsoft.com/office/drawing/2014/main" id="{BB53CF0D-76E9-5C40-864F-DC5C52696118}"/>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039895" y="2778558"/>
            <a:ext cx="1347338" cy="441128"/>
          </a:xfrm>
          <a:prstGeom prst="rect">
            <a:avLst/>
          </a:prstGeom>
        </p:spPr>
      </p:pic>
      <p:pic>
        <p:nvPicPr>
          <p:cNvPr id="14" name="Bild 52">
            <a:extLst>
              <a:ext uri="{FF2B5EF4-FFF2-40B4-BE49-F238E27FC236}">
                <a16:creationId xmlns:a16="http://schemas.microsoft.com/office/drawing/2014/main" id="{9F100E7C-7F47-B049-99E6-F511AED42547}"/>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7414631" y="2866737"/>
            <a:ext cx="1384396" cy="454002"/>
          </a:xfrm>
          <a:prstGeom prst="rect">
            <a:avLst/>
          </a:prstGeom>
        </p:spPr>
      </p:pic>
      <p:pic>
        <p:nvPicPr>
          <p:cNvPr id="15" name="Picture 2" descr="Bildergebnis fÃ¼r Lehmann &amp; Voss">
            <a:extLst>
              <a:ext uri="{FF2B5EF4-FFF2-40B4-BE49-F238E27FC236}">
                <a16:creationId xmlns:a16="http://schemas.microsoft.com/office/drawing/2014/main" id="{5BBAC28A-FFA4-C74F-BD1F-5501790DE3B4}"/>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9645184" y="2770810"/>
            <a:ext cx="1454742" cy="645856"/>
          </a:xfrm>
          <a:prstGeom prst="rect">
            <a:avLst/>
          </a:prstGeom>
          <a:noFill/>
        </p:spPr>
      </p:pic>
      <p:pic>
        <p:nvPicPr>
          <p:cNvPr id="17" name="Picture 6" descr="Bildergebnis fÃ¼r Kiel Montagebau KG">
            <a:extLst>
              <a:ext uri="{FF2B5EF4-FFF2-40B4-BE49-F238E27FC236}">
                <a16:creationId xmlns:a16="http://schemas.microsoft.com/office/drawing/2014/main" id="{4A939B36-6B28-D841-AED9-AF98F8A481E7}"/>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3075326" y="3889107"/>
            <a:ext cx="842866" cy="621268"/>
          </a:xfrm>
          <a:prstGeom prst="rect">
            <a:avLst/>
          </a:prstGeom>
          <a:noFill/>
        </p:spPr>
      </p:pic>
      <p:pic>
        <p:nvPicPr>
          <p:cNvPr id="18" name="Picture 8" descr="Bildergebnis fÃ¼r Metallumform">
            <a:extLst>
              <a:ext uri="{FF2B5EF4-FFF2-40B4-BE49-F238E27FC236}">
                <a16:creationId xmlns:a16="http://schemas.microsoft.com/office/drawing/2014/main" id="{B08618C5-593F-414F-BDCB-6DE9E1D74CA6}"/>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4697086" y="3998222"/>
            <a:ext cx="1580590" cy="382402"/>
          </a:xfrm>
          <a:prstGeom prst="rect">
            <a:avLst/>
          </a:prstGeom>
          <a:noFill/>
        </p:spPr>
      </p:pic>
      <p:pic>
        <p:nvPicPr>
          <p:cNvPr id="19" name="Picture 10" descr="Bildergebnis fÃ¼r MÃ¼ller Martini">
            <a:extLst>
              <a:ext uri="{FF2B5EF4-FFF2-40B4-BE49-F238E27FC236}">
                <a16:creationId xmlns:a16="http://schemas.microsoft.com/office/drawing/2014/main" id="{3832E19D-F0EA-5E48-B05A-C93E3DAD48B7}"/>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7100664" y="3756614"/>
            <a:ext cx="1749604" cy="984152"/>
          </a:xfrm>
          <a:prstGeom prst="rect">
            <a:avLst/>
          </a:prstGeom>
          <a:noFill/>
        </p:spPr>
      </p:pic>
      <p:pic>
        <p:nvPicPr>
          <p:cNvPr id="20" name="Picture 12" descr="Bildergebnis fÃ¼r Andritz">
            <a:extLst>
              <a:ext uri="{FF2B5EF4-FFF2-40B4-BE49-F238E27FC236}">
                <a16:creationId xmlns:a16="http://schemas.microsoft.com/office/drawing/2014/main" id="{048C5B13-2476-A046-8922-05CA81B4AD16}"/>
              </a:ext>
            </a:extLst>
          </p:cNvPr>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9666111" y="4025827"/>
            <a:ext cx="1433688" cy="327190"/>
          </a:xfrm>
          <a:prstGeom prst="rect">
            <a:avLst/>
          </a:prstGeom>
          <a:noFill/>
        </p:spPr>
      </p:pic>
      <p:pic>
        <p:nvPicPr>
          <p:cNvPr id="21" name="Picture 14" descr="Bildergebnis fÃ¼r Weber BÃ¼rstensysteme">
            <a:extLst>
              <a:ext uri="{FF2B5EF4-FFF2-40B4-BE49-F238E27FC236}">
                <a16:creationId xmlns:a16="http://schemas.microsoft.com/office/drawing/2014/main" id="{219A2561-1165-C446-B0E7-B246C69D2548}"/>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1058763" y="5162677"/>
            <a:ext cx="1549084" cy="490542"/>
          </a:xfrm>
          <a:prstGeom prst="rect">
            <a:avLst/>
          </a:prstGeom>
          <a:noFill/>
        </p:spPr>
      </p:pic>
      <p:pic>
        <p:nvPicPr>
          <p:cNvPr id="22" name="Picture 16" descr="Bildergebnis fÃ¼r NEOPERL">
            <a:extLst>
              <a:ext uri="{FF2B5EF4-FFF2-40B4-BE49-F238E27FC236}">
                <a16:creationId xmlns:a16="http://schemas.microsoft.com/office/drawing/2014/main" id="{DB70950F-661E-2B45-9660-CBF854CDC0CE}"/>
              </a:ext>
            </a:extLst>
          </p:cNvPr>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3353596" y="5019066"/>
            <a:ext cx="1120196" cy="713888"/>
          </a:xfrm>
          <a:prstGeom prst="rect">
            <a:avLst/>
          </a:prstGeom>
          <a:noFill/>
        </p:spPr>
      </p:pic>
      <p:pic>
        <p:nvPicPr>
          <p:cNvPr id="23" name="Picture 18" descr="Bildergebnis fÃ¼r Acino">
            <a:extLst>
              <a:ext uri="{FF2B5EF4-FFF2-40B4-BE49-F238E27FC236}">
                <a16:creationId xmlns:a16="http://schemas.microsoft.com/office/drawing/2014/main" id="{77842FB3-4BAB-C345-AA00-CC960AFF7D7D}"/>
              </a:ext>
            </a:extLst>
          </p:cNvPr>
          <p:cNvPicPr>
            <a:picLocks noChangeAspect="1" noChangeArrowheads="1"/>
          </p:cNvPicPr>
          <p:nvPr/>
        </p:nvPicPr>
        <p:blipFill>
          <a:blip r:embed="rId23" cstate="email">
            <a:extLst>
              <a:ext uri="{28A0092B-C50C-407E-A947-70E740481C1C}">
                <a14:useLocalDpi xmlns:a14="http://schemas.microsoft.com/office/drawing/2010/main"/>
              </a:ext>
            </a:extLst>
          </a:blip>
          <a:srcRect/>
          <a:stretch>
            <a:fillRect/>
          </a:stretch>
        </p:blipFill>
        <p:spPr bwMode="auto">
          <a:xfrm>
            <a:off x="5302608" y="5063530"/>
            <a:ext cx="1889610" cy="624958"/>
          </a:xfrm>
          <a:prstGeom prst="rect">
            <a:avLst/>
          </a:prstGeom>
          <a:noFill/>
        </p:spPr>
      </p:pic>
      <p:pic>
        <p:nvPicPr>
          <p:cNvPr id="24" name="Picture 20" descr="Bildergebnis fÃ¼r SÃ¶ring Medizintechnik">
            <a:extLst>
              <a:ext uri="{FF2B5EF4-FFF2-40B4-BE49-F238E27FC236}">
                <a16:creationId xmlns:a16="http://schemas.microsoft.com/office/drawing/2014/main" id="{EA4A9D62-0147-DC4D-B07B-795A00414818}"/>
              </a:ext>
            </a:extLst>
          </p:cNvPr>
          <p:cNvPicPr>
            <a:picLocks noChangeAspect="1" noChangeArrowheads="1"/>
          </p:cNvPicPr>
          <p:nvPr/>
        </p:nvPicPr>
        <p:blipFill>
          <a:blip r:embed="rId24" cstate="email">
            <a:extLst>
              <a:ext uri="{28A0092B-C50C-407E-A947-70E740481C1C}">
                <a14:useLocalDpi xmlns:a14="http://schemas.microsoft.com/office/drawing/2010/main"/>
              </a:ext>
            </a:extLst>
          </a:blip>
          <a:srcRect/>
          <a:stretch>
            <a:fillRect/>
          </a:stretch>
        </p:blipFill>
        <p:spPr bwMode="auto">
          <a:xfrm>
            <a:off x="8022559" y="5094619"/>
            <a:ext cx="1151538" cy="562782"/>
          </a:xfrm>
          <a:prstGeom prst="rect">
            <a:avLst/>
          </a:prstGeom>
          <a:noFill/>
        </p:spPr>
      </p:pic>
      <p:pic>
        <p:nvPicPr>
          <p:cNvPr id="25" name="Picture 22" descr="Bildergebnis fÃ¼r Alupress AG">
            <a:extLst>
              <a:ext uri="{FF2B5EF4-FFF2-40B4-BE49-F238E27FC236}">
                <a16:creationId xmlns:a16="http://schemas.microsoft.com/office/drawing/2014/main" id="{5018CB55-AF0C-B246-9362-F4459ECFA12B}"/>
              </a:ext>
            </a:extLst>
          </p:cNvPr>
          <p:cNvPicPr>
            <a:picLocks noChangeAspect="1" noChangeArrowheads="1"/>
          </p:cNvPicPr>
          <p:nvPr/>
        </p:nvPicPr>
        <p:blipFill rotWithShape="1">
          <a:blip r:embed="rId25" cstate="email">
            <a:extLst>
              <a:ext uri="{28A0092B-C50C-407E-A947-70E740481C1C}">
                <a14:useLocalDpi xmlns:a14="http://schemas.microsoft.com/office/drawing/2010/main"/>
              </a:ext>
            </a:extLst>
          </a:blip>
          <a:srcRect/>
          <a:stretch/>
        </p:blipFill>
        <p:spPr bwMode="auto">
          <a:xfrm>
            <a:off x="9830104" y="5207992"/>
            <a:ext cx="1268692" cy="474464"/>
          </a:xfrm>
          <a:prstGeom prst="rect">
            <a:avLst/>
          </a:prstGeom>
          <a:noFill/>
        </p:spPr>
      </p:pic>
      <p:pic>
        <p:nvPicPr>
          <p:cNvPr id="3" name="Grafik 2" descr="Ein Bild, das Grafiken, Schrift, Screenshot, Grafikdesign enthält.&#10;&#10;Automatisch generierte Beschreibung">
            <a:extLst>
              <a:ext uri="{FF2B5EF4-FFF2-40B4-BE49-F238E27FC236}">
                <a16:creationId xmlns:a16="http://schemas.microsoft.com/office/drawing/2014/main" id="{A7B91AA8-24E0-6A9C-D4A4-24513D12C0B3}"/>
              </a:ext>
            </a:extLst>
          </p:cNvPr>
          <p:cNvPicPr>
            <a:picLocks noChangeAspect="1"/>
          </p:cNvPicPr>
          <p:nvPr/>
        </p:nvPicPr>
        <p:blipFill>
          <a:blip r:embed="rId26" cstate="print">
            <a:extLst>
              <a:ext uri="{28A0092B-C50C-407E-A947-70E740481C1C}">
                <a14:useLocalDpi xmlns:a14="http://schemas.microsoft.com/office/drawing/2010/main"/>
              </a:ext>
            </a:extLst>
          </a:blip>
          <a:stretch>
            <a:fillRect/>
          </a:stretch>
        </p:blipFill>
        <p:spPr>
          <a:xfrm>
            <a:off x="1076874" y="4004958"/>
            <a:ext cx="1549084" cy="249305"/>
          </a:xfrm>
          <a:prstGeom prst="rect">
            <a:avLst/>
          </a:prstGeom>
        </p:spPr>
      </p:pic>
      <p:sp>
        <p:nvSpPr>
          <p:cNvPr id="2" name="Footer Placeholder 4">
            <a:extLst>
              <a:ext uri="{FF2B5EF4-FFF2-40B4-BE49-F238E27FC236}">
                <a16:creationId xmlns:a16="http://schemas.microsoft.com/office/drawing/2014/main" id="{FC059F1A-1983-A49F-416C-3E1F401B258E}"/>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3561073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157B81C-2E70-2E4E-9E06-6798AD6C8C24}"/>
              </a:ext>
            </a:extLst>
          </p:cNvPr>
          <p:cNvSpPr>
            <a:spLocks noGrp="1"/>
          </p:cNvSpPr>
          <p:nvPr>
            <p:ph type="sldNum" sz="quarter" idx="12"/>
          </p:nvPr>
        </p:nvSpPr>
        <p:spPr/>
        <p:txBody>
          <a:bodyPr/>
          <a:lstStyle/>
          <a:p>
            <a:fld id="{5EE2ECF6-E7B2-474A-BE3A-4A3A2424717D}" type="slidenum">
              <a:rPr lang="de-DE" smtClean="0"/>
              <a:pPr/>
              <a:t>7</a:t>
            </a:fld>
            <a:endParaRPr lang="de-DE" dirty="0"/>
          </a:p>
        </p:txBody>
      </p:sp>
      <p:sp>
        <p:nvSpPr>
          <p:cNvPr id="3" name="Titel 2">
            <a:extLst>
              <a:ext uri="{FF2B5EF4-FFF2-40B4-BE49-F238E27FC236}">
                <a16:creationId xmlns:a16="http://schemas.microsoft.com/office/drawing/2014/main" id="{014BF3D7-CD8B-A14A-B277-E10E3D1B31A9}"/>
              </a:ext>
            </a:extLst>
          </p:cNvPr>
          <p:cNvSpPr>
            <a:spLocks noGrp="1"/>
          </p:cNvSpPr>
          <p:nvPr>
            <p:ph type="title"/>
          </p:nvPr>
        </p:nvSpPr>
        <p:spPr/>
        <p:txBody>
          <a:bodyPr/>
          <a:lstStyle/>
          <a:p>
            <a:r>
              <a:rPr lang="de-DE" b="1" dirty="0"/>
              <a:t>Unsere Kunden – Produktion</a:t>
            </a:r>
          </a:p>
        </p:txBody>
      </p:sp>
      <p:pic>
        <p:nvPicPr>
          <p:cNvPr id="4" name="Picture 16" descr="Bildergebnis fÃ¼r NEOPERL">
            <a:extLst>
              <a:ext uri="{FF2B5EF4-FFF2-40B4-BE49-F238E27FC236}">
                <a16:creationId xmlns:a16="http://schemas.microsoft.com/office/drawing/2014/main" id="{6BF3E297-F2B7-844E-8496-7CB90739CD03}"/>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06463" y="1556792"/>
            <a:ext cx="1120196" cy="713888"/>
          </a:xfrm>
          <a:prstGeom prst="rect">
            <a:avLst/>
          </a:prstGeom>
          <a:noFill/>
        </p:spPr>
      </p:pic>
      <p:pic>
        <p:nvPicPr>
          <p:cNvPr id="5" name="Picture 22" descr="Bildergebnis fÃ¼r Alupress AG">
            <a:extLst>
              <a:ext uri="{FF2B5EF4-FFF2-40B4-BE49-F238E27FC236}">
                <a16:creationId xmlns:a16="http://schemas.microsoft.com/office/drawing/2014/main" id="{35AE84A3-B545-B545-BE8A-A42594CEB26A}"/>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832215" y="3380069"/>
            <a:ext cx="1268692" cy="474464"/>
          </a:xfrm>
          <a:prstGeom prst="rect">
            <a:avLst/>
          </a:prstGeom>
          <a:noFill/>
        </p:spPr>
      </p:pic>
      <p:sp>
        <p:nvSpPr>
          <p:cNvPr id="7" name="Textfeld 6">
            <a:extLst>
              <a:ext uri="{FF2B5EF4-FFF2-40B4-BE49-F238E27FC236}">
                <a16:creationId xmlns:a16="http://schemas.microsoft.com/office/drawing/2014/main" id="{F7069769-3DE7-4141-9C78-1C234355CF13}"/>
              </a:ext>
            </a:extLst>
          </p:cNvPr>
          <p:cNvSpPr txBox="1"/>
          <p:nvPr/>
        </p:nvSpPr>
        <p:spPr>
          <a:xfrm>
            <a:off x="2567608" y="1556792"/>
            <a:ext cx="7776864" cy="1384995"/>
          </a:xfrm>
          <a:prstGeom prst="rect">
            <a:avLst/>
          </a:prstGeom>
          <a:noFill/>
        </p:spPr>
        <p:txBody>
          <a:bodyPr wrap="square" lIns="0" tIns="0" rIns="0" bIns="0" rtlCol="0">
            <a:spAutoFit/>
          </a:bodyPr>
          <a:lstStyle/>
          <a:p>
            <a:r>
              <a:rPr lang="de-DE" dirty="0"/>
              <a:t>„Die Art und Weise wie ERA unsere Lieferkette optimiert hat, war sehr beeindruckend. Besonders hervorzuheben ist das externe Know-how, das man intern nicht dauerhaft vorhalten kann.“</a:t>
            </a:r>
          </a:p>
          <a:p>
            <a:r>
              <a:rPr lang="de-DE" dirty="0"/>
              <a:t>ALFRED SIMON, GESCHÄFTSFÜHRER, NEOPERL GMBH </a:t>
            </a:r>
          </a:p>
          <a:p>
            <a:endParaRPr lang="de-DE" dirty="0"/>
          </a:p>
        </p:txBody>
      </p:sp>
      <p:sp>
        <p:nvSpPr>
          <p:cNvPr id="8" name="Rechteck 7">
            <a:extLst>
              <a:ext uri="{FF2B5EF4-FFF2-40B4-BE49-F238E27FC236}">
                <a16:creationId xmlns:a16="http://schemas.microsoft.com/office/drawing/2014/main" id="{5A4CB427-424D-9041-94AC-7614F58035E1}"/>
              </a:ext>
            </a:extLst>
          </p:cNvPr>
          <p:cNvSpPr/>
          <p:nvPr/>
        </p:nvSpPr>
        <p:spPr>
          <a:xfrm>
            <a:off x="2567607" y="3244711"/>
            <a:ext cx="7957931" cy="1200329"/>
          </a:xfrm>
          <a:prstGeom prst="rect">
            <a:avLst/>
          </a:prstGeom>
        </p:spPr>
        <p:txBody>
          <a:bodyPr wrap="square">
            <a:spAutoFit/>
          </a:bodyPr>
          <a:lstStyle/>
          <a:p>
            <a:r>
              <a:rPr lang="de-DE" dirty="0"/>
              <a:t>„Wir haben ERA beauftragt, weil wir es in der Kürze nicht mit eigenem Personal geschafft hätten.“</a:t>
            </a:r>
            <a:br>
              <a:rPr lang="de-DE" dirty="0"/>
            </a:br>
            <a:r>
              <a:rPr lang="de-DE" dirty="0"/>
              <a:t>DR. PETER ROTTENSTEINER, EINKAUFSLEITER, ALUPRESS AG </a:t>
            </a:r>
          </a:p>
          <a:p>
            <a:endParaRPr lang="de-DE" dirty="0"/>
          </a:p>
        </p:txBody>
      </p:sp>
      <p:sp>
        <p:nvSpPr>
          <p:cNvPr id="9" name="Rechteck 8">
            <a:extLst>
              <a:ext uri="{FF2B5EF4-FFF2-40B4-BE49-F238E27FC236}">
                <a16:creationId xmlns:a16="http://schemas.microsoft.com/office/drawing/2014/main" id="{9D0CDEB0-B052-1749-8029-E3990447F726}"/>
              </a:ext>
            </a:extLst>
          </p:cNvPr>
          <p:cNvSpPr/>
          <p:nvPr/>
        </p:nvSpPr>
        <p:spPr>
          <a:xfrm>
            <a:off x="2567607" y="4470212"/>
            <a:ext cx="8325679" cy="1200329"/>
          </a:xfrm>
          <a:prstGeom prst="rect">
            <a:avLst/>
          </a:prstGeom>
        </p:spPr>
        <p:txBody>
          <a:bodyPr wrap="square">
            <a:spAutoFit/>
          </a:bodyPr>
          <a:lstStyle/>
          <a:p>
            <a:r>
              <a:rPr lang="de-DE" dirty="0"/>
              <a:t>„ERA hat uns über mehrere Projekte mit tiefen Fachkenntnissen und Marktwissen unterstützt. Nur so haben wir diese ausgezeichneten Resultate erzielt.“</a:t>
            </a:r>
          </a:p>
          <a:p>
            <a:r>
              <a:rPr lang="de-DE" dirty="0"/>
              <a:t>PHILIPP </a:t>
            </a:r>
            <a:r>
              <a:rPr lang="de-DE" dirty="0" err="1"/>
              <a:t>EßER</a:t>
            </a:r>
            <a:r>
              <a:rPr lang="de-DE" dirty="0"/>
              <a:t>, VP FINANCE &amp; ACCOUNTING, TAKASAGO EUROPE GMBH</a:t>
            </a:r>
          </a:p>
        </p:txBody>
      </p:sp>
      <p:pic>
        <p:nvPicPr>
          <p:cNvPr id="13" name="Grafik 12" descr="Ein Bild, das Grafiken, Schrift, Screenshot, Grafikdesign enthält.&#10;&#10;Automatisch generierte Beschreibung">
            <a:extLst>
              <a:ext uri="{FF2B5EF4-FFF2-40B4-BE49-F238E27FC236}">
                <a16:creationId xmlns:a16="http://schemas.microsoft.com/office/drawing/2014/main" id="{0E45C4E4-F4DA-3C6D-F004-027CB304204E}"/>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75912" y="4854434"/>
            <a:ext cx="1789615" cy="288016"/>
          </a:xfrm>
          <a:prstGeom prst="rect">
            <a:avLst/>
          </a:prstGeom>
        </p:spPr>
      </p:pic>
      <p:sp>
        <p:nvSpPr>
          <p:cNvPr id="6" name="Footer Placeholder 4">
            <a:extLst>
              <a:ext uri="{FF2B5EF4-FFF2-40B4-BE49-F238E27FC236}">
                <a16:creationId xmlns:a16="http://schemas.microsoft.com/office/drawing/2014/main" id="{177FF12A-D4F3-9BF1-A235-A98B884E0AE9}"/>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2922781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hteck 29">
            <a:extLst>
              <a:ext uri="{FF2B5EF4-FFF2-40B4-BE49-F238E27FC236}">
                <a16:creationId xmlns:a16="http://schemas.microsoft.com/office/drawing/2014/main" id="{BF08CD88-AE74-4718-918E-39A9D96FF43F}"/>
              </a:ext>
            </a:extLst>
          </p:cNvPr>
          <p:cNvSpPr/>
          <p:nvPr/>
        </p:nvSpPr>
        <p:spPr bwMode="gray">
          <a:xfrm>
            <a:off x="515938" y="1268413"/>
            <a:ext cx="11160125" cy="4824412"/>
          </a:xfrm>
          <a:prstGeom prst="rect">
            <a:avLst/>
          </a:prstGeom>
          <a:solidFill>
            <a:schemeClr val="bg1"/>
          </a:solid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 name="Foliennummernplatzhalter 3">
            <a:extLst>
              <a:ext uri="{FF2B5EF4-FFF2-40B4-BE49-F238E27FC236}">
                <a16:creationId xmlns:a16="http://schemas.microsoft.com/office/drawing/2014/main" id="{ABAC1F2C-5DAF-C04B-941E-7E9A714EC1E1}"/>
              </a:ext>
            </a:extLst>
          </p:cNvPr>
          <p:cNvSpPr>
            <a:spLocks noGrp="1"/>
          </p:cNvSpPr>
          <p:nvPr>
            <p:ph type="sldNum" sz="quarter" idx="12"/>
          </p:nvPr>
        </p:nvSpPr>
        <p:spPr/>
        <p:txBody>
          <a:bodyPr/>
          <a:lstStyle/>
          <a:p>
            <a:fld id="{5EE2ECF6-E7B2-474A-BE3A-4A3A2424717D}" type="slidenum">
              <a:rPr lang="de-DE" smtClean="0"/>
              <a:pPr/>
              <a:t>8</a:t>
            </a:fld>
            <a:endParaRPr lang="de-DE" dirty="0"/>
          </a:p>
        </p:txBody>
      </p:sp>
      <p:sp>
        <p:nvSpPr>
          <p:cNvPr id="5" name="Titel 4">
            <a:extLst>
              <a:ext uri="{FF2B5EF4-FFF2-40B4-BE49-F238E27FC236}">
                <a16:creationId xmlns:a16="http://schemas.microsoft.com/office/drawing/2014/main" id="{4A085865-5A8D-0747-AD57-C374449D4394}"/>
              </a:ext>
            </a:extLst>
          </p:cNvPr>
          <p:cNvSpPr>
            <a:spLocks noGrp="1"/>
          </p:cNvSpPr>
          <p:nvPr>
            <p:ph type="title"/>
          </p:nvPr>
        </p:nvSpPr>
        <p:spPr/>
        <p:txBody>
          <a:bodyPr/>
          <a:lstStyle/>
          <a:p>
            <a:r>
              <a:rPr lang="de-DE" b="1" dirty="0"/>
              <a:t>Unsere Kunden – HANDEL</a:t>
            </a:r>
          </a:p>
        </p:txBody>
      </p:sp>
      <p:pic>
        <p:nvPicPr>
          <p:cNvPr id="6" name="Bild 22">
            <a:extLst>
              <a:ext uri="{FF2B5EF4-FFF2-40B4-BE49-F238E27FC236}">
                <a16:creationId xmlns:a16="http://schemas.microsoft.com/office/drawing/2014/main" id="{02A5237D-C863-CC44-A81B-7AEDA7EFB03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87546" y="1757632"/>
            <a:ext cx="935820" cy="450080"/>
          </a:xfrm>
          <a:prstGeom prst="rect">
            <a:avLst/>
          </a:prstGeom>
        </p:spPr>
      </p:pic>
      <p:pic>
        <p:nvPicPr>
          <p:cNvPr id="7" name="Bild 68" descr="http://www.hess-autoteile.de/fileadmin/templates/img/ha/autoteile_logo.gif">
            <a:extLst>
              <a:ext uri="{FF2B5EF4-FFF2-40B4-BE49-F238E27FC236}">
                <a16:creationId xmlns:a16="http://schemas.microsoft.com/office/drawing/2014/main" id="{ABEE71B5-4014-3F46-9773-C7F569E62CA3}"/>
              </a:ext>
            </a:extLst>
          </p:cNvPr>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bwMode="auto">
          <a:xfrm>
            <a:off x="2955494" y="1668701"/>
            <a:ext cx="1773176" cy="627940"/>
          </a:xfrm>
          <a:prstGeom prst="rect">
            <a:avLst/>
          </a:prstGeom>
          <a:noFill/>
          <a:ln>
            <a:noFill/>
          </a:ln>
        </p:spPr>
      </p:pic>
      <p:pic>
        <p:nvPicPr>
          <p:cNvPr id="8" name="Bild 9216" descr="Unknown-2.jpeg">
            <a:extLst>
              <a:ext uri="{FF2B5EF4-FFF2-40B4-BE49-F238E27FC236}">
                <a16:creationId xmlns:a16="http://schemas.microsoft.com/office/drawing/2014/main" id="{B6974B81-66DB-7048-888F-110D6D7BFC6A}"/>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660311" y="1734452"/>
            <a:ext cx="999430" cy="496438"/>
          </a:xfrm>
          <a:prstGeom prst="rect">
            <a:avLst/>
          </a:prstGeom>
        </p:spPr>
      </p:pic>
      <p:pic>
        <p:nvPicPr>
          <p:cNvPr id="10" name="Grafik 60">
            <a:extLst>
              <a:ext uri="{FF2B5EF4-FFF2-40B4-BE49-F238E27FC236}">
                <a16:creationId xmlns:a16="http://schemas.microsoft.com/office/drawing/2014/main" id="{39C352D1-F68C-F443-9392-2173F54C87E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598048" y="1732364"/>
            <a:ext cx="900386" cy="500616"/>
          </a:xfrm>
          <a:prstGeom prst="rect">
            <a:avLst/>
          </a:prstGeom>
        </p:spPr>
      </p:pic>
      <p:pic>
        <p:nvPicPr>
          <p:cNvPr id="12" name="Grafik 53">
            <a:extLst>
              <a:ext uri="{FF2B5EF4-FFF2-40B4-BE49-F238E27FC236}">
                <a16:creationId xmlns:a16="http://schemas.microsoft.com/office/drawing/2014/main" id="{2717DE28-5571-FE4E-B739-E2F07E5FC67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431927" y="1792882"/>
            <a:ext cx="1629774" cy="379580"/>
          </a:xfrm>
          <a:prstGeom prst="rect">
            <a:avLst/>
          </a:prstGeom>
        </p:spPr>
      </p:pic>
      <p:pic>
        <p:nvPicPr>
          <p:cNvPr id="11" name="Bild 9222" descr="Unknown-2.jpeg">
            <a:extLst>
              <a:ext uri="{FF2B5EF4-FFF2-40B4-BE49-F238E27FC236}">
                <a16:creationId xmlns:a16="http://schemas.microsoft.com/office/drawing/2014/main" id="{6A4D6076-18DA-D340-B528-4A29CF9AD624}"/>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082977" y="2709004"/>
            <a:ext cx="1534136" cy="671492"/>
          </a:xfrm>
          <a:prstGeom prst="rect">
            <a:avLst/>
          </a:prstGeom>
        </p:spPr>
      </p:pic>
      <p:pic>
        <p:nvPicPr>
          <p:cNvPr id="13" name="Bild 51">
            <a:extLst>
              <a:ext uri="{FF2B5EF4-FFF2-40B4-BE49-F238E27FC236}">
                <a16:creationId xmlns:a16="http://schemas.microsoft.com/office/drawing/2014/main" id="{A06DA34F-05BE-5C47-8AD5-93C41DEAF768}"/>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3387275" y="2871534"/>
            <a:ext cx="1223576" cy="346434"/>
          </a:xfrm>
          <a:prstGeom prst="rect">
            <a:avLst/>
          </a:prstGeom>
        </p:spPr>
      </p:pic>
      <p:pic>
        <p:nvPicPr>
          <p:cNvPr id="14" name="Picture 2" descr="Bildergebnis fÃ¼r Manor AG">
            <a:extLst>
              <a:ext uri="{FF2B5EF4-FFF2-40B4-BE49-F238E27FC236}">
                <a16:creationId xmlns:a16="http://schemas.microsoft.com/office/drawing/2014/main" id="{8EFA2661-2287-E542-9CD0-337C676BC982}"/>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5381166" y="2856556"/>
            <a:ext cx="1514264" cy="376390"/>
          </a:xfrm>
          <a:prstGeom prst="rect">
            <a:avLst/>
          </a:prstGeom>
          <a:noFill/>
        </p:spPr>
      </p:pic>
      <p:pic>
        <p:nvPicPr>
          <p:cNvPr id="15" name="Picture 4" descr="Bildergebnis fÃ¼r MÃ¶bel Mitnahmemarkt GmbH">
            <a:extLst>
              <a:ext uri="{FF2B5EF4-FFF2-40B4-BE49-F238E27FC236}">
                <a16:creationId xmlns:a16="http://schemas.microsoft.com/office/drawing/2014/main" id="{75AD4550-BAF5-E14B-9819-71AE1B6AC6C4}"/>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7665769" y="2737206"/>
            <a:ext cx="1220412" cy="615088"/>
          </a:xfrm>
          <a:prstGeom prst="rect">
            <a:avLst/>
          </a:prstGeom>
          <a:noFill/>
        </p:spPr>
      </p:pic>
      <p:pic>
        <p:nvPicPr>
          <p:cNvPr id="16" name="Picture 6" descr="Bildergebnis fÃ¼r Baustoff Brandes">
            <a:extLst>
              <a:ext uri="{FF2B5EF4-FFF2-40B4-BE49-F238E27FC236}">
                <a16:creationId xmlns:a16="http://schemas.microsoft.com/office/drawing/2014/main" id="{9EC6D4B2-6C2E-F246-951A-58A0A3E7CB41}"/>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9657370" y="2889393"/>
            <a:ext cx="1402596" cy="310714"/>
          </a:xfrm>
          <a:prstGeom prst="rect">
            <a:avLst/>
          </a:prstGeom>
          <a:noFill/>
        </p:spPr>
      </p:pic>
      <p:pic>
        <p:nvPicPr>
          <p:cNvPr id="17" name="Picture 8" descr="Bildergebnis fÃ¼r Modehaus TREDY-fashion GmbH">
            <a:extLst>
              <a:ext uri="{FF2B5EF4-FFF2-40B4-BE49-F238E27FC236}">
                <a16:creationId xmlns:a16="http://schemas.microsoft.com/office/drawing/2014/main" id="{BE5DF61F-5CC6-0A41-B4D2-F899B570CAE7}"/>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087004" y="3883057"/>
            <a:ext cx="1006808" cy="560456"/>
          </a:xfrm>
          <a:prstGeom prst="rect">
            <a:avLst/>
          </a:prstGeom>
          <a:noFill/>
        </p:spPr>
      </p:pic>
      <p:pic>
        <p:nvPicPr>
          <p:cNvPr id="18" name="Picture 10" descr="Bildergebnis fÃ¼r KÃ¶lle Zoo Management Service GmbH">
            <a:extLst>
              <a:ext uri="{FF2B5EF4-FFF2-40B4-BE49-F238E27FC236}">
                <a16:creationId xmlns:a16="http://schemas.microsoft.com/office/drawing/2014/main" id="{009DD575-A993-A74A-8629-E18678BC90C2}"/>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3000869" y="3791985"/>
            <a:ext cx="1157586" cy="742600"/>
          </a:xfrm>
          <a:prstGeom prst="rect">
            <a:avLst/>
          </a:prstGeom>
          <a:noFill/>
        </p:spPr>
      </p:pic>
      <p:pic>
        <p:nvPicPr>
          <p:cNvPr id="19" name="Picture 12" descr="Bildergebnis fÃ¼r FEN-Fahrzeugtechnik">
            <a:extLst>
              <a:ext uri="{FF2B5EF4-FFF2-40B4-BE49-F238E27FC236}">
                <a16:creationId xmlns:a16="http://schemas.microsoft.com/office/drawing/2014/main" id="{A651130A-5E46-594E-8A31-4DFDE3B9F0EE}"/>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5061017" y="3969992"/>
            <a:ext cx="1595316" cy="386586"/>
          </a:xfrm>
          <a:prstGeom prst="rect">
            <a:avLst/>
          </a:prstGeom>
          <a:noFill/>
        </p:spPr>
      </p:pic>
      <p:pic>
        <p:nvPicPr>
          <p:cNvPr id="20" name="Picture 14" descr="Bildergebnis fÃ¼r Bike and Outdoor Company GmbH &amp; Co. KG">
            <a:extLst>
              <a:ext uri="{FF2B5EF4-FFF2-40B4-BE49-F238E27FC236}">
                <a16:creationId xmlns:a16="http://schemas.microsoft.com/office/drawing/2014/main" id="{518EFE72-A2A8-E24C-BF13-B4BADBBAA59C}"/>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7559082" y="3823315"/>
            <a:ext cx="1133230" cy="679938"/>
          </a:xfrm>
          <a:prstGeom prst="rect">
            <a:avLst/>
          </a:prstGeom>
          <a:noFill/>
        </p:spPr>
      </p:pic>
      <p:pic>
        <p:nvPicPr>
          <p:cNvPr id="21" name="Picture 16" descr="Bildergebnis fÃ¼r kind hÃ¶rgerÃ¤te">
            <a:extLst>
              <a:ext uri="{FF2B5EF4-FFF2-40B4-BE49-F238E27FC236}">
                <a16:creationId xmlns:a16="http://schemas.microsoft.com/office/drawing/2014/main" id="{CD1EB031-6704-5D4C-A459-14E87BE74222}"/>
              </a:ext>
            </a:extLst>
          </p:cNvPr>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9596060" y="3984041"/>
            <a:ext cx="1464378" cy="358488"/>
          </a:xfrm>
          <a:prstGeom prst="rect">
            <a:avLst/>
          </a:prstGeom>
          <a:noFill/>
        </p:spPr>
      </p:pic>
      <p:pic>
        <p:nvPicPr>
          <p:cNvPr id="9" name="Bild 80">
            <a:extLst>
              <a:ext uri="{FF2B5EF4-FFF2-40B4-BE49-F238E27FC236}">
                <a16:creationId xmlns:a16="http://schemas.microsoft.com/office/drawing/2014/main" id="{35453509-8EA4-E548-871F-938046228294}"/>
              </a:ext>
            </a:extLst>
          </p:cNvPr>
          <p:cNvPicPr>
            <a:picLocks noChangeAspect="1"/>
          </p:cNvPicPr>
          <p:nvPr/>
        </p:nvPicPr>
        <p:blipFill>
          <a:blip r:embed="rId21" cstate="print"/>
          <a:stretch>
            <a:fillRect/>
          </a:stretch>
        </p:blipFill>
        <p:spPr>
          <a:xfrm>
            <a:off x="7560269" y="5135782"/>
            <a:ext cx="1514136" cy="312526"/>
          </a:xfrm>
          <a:prstGeom prst="rect">
            <a:avLst/>
          </a:prstGeom>
        </p:spPr>
      </p:pic>
      <p:pic>
        <p:nvPicPr>
          <p:cNvPr id="22" name="Picture 19" descr="N:\2. Fallstudien\2.2. Fallstudien Entwürfe\Case Studies - Drafts\Sör\Sör Logo.png">
            <a:extLst>
              <a:ext uri="{FF2B5EF4-FFF2-40B4-BE49-F238E27FC236}">
                <a16:creationId xmlns:a16="http://schemas.microsoft.com/office/drawing/2014/main" id="{C986FF5E-EF90-4A47-A84B-0C611AA00812}"/>
              </a:ext>
            </a:extLst>
          </p:cNvPr>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1087428" y="4978078"/>
            <a:ext cx="951270" cy="627932"/>
          </a:xfrm>
          <a:prstGeom prst="rect">
            <a:avLst/>
          </a:prstGeom>
          <a:noFill/>
        </p:spPr>
      </p:pic>
      <p:pic>
        <p:nvPicPr>
          <p:cNvPr id="23" name="Picture 21" descr="Bildergebnis fÃ¼r Soennecken">
            <a:extLst>
              <a:ext uri="{FF2B5EF4-FFF2-40B4-BE49-F238E27FC236}">
                <a16:creationId xmlns:a16="http://schemas.microsoft.com/office/drawing/2014/main" id="{87AC3E31-E519-9F4A-A66B-AFC8C720CEFF}"/>
              </a:ext>
            </a:extLst>
          </p:cNvPr>
          <p:cNvPicPr>
            <a:picLocks noChangeAspect="1" noChangeArrowheads="1"/>
          </p:cNvPicPr>
          <p:nvPr/>
        </p:nvPicPr>
        <p:blipFill>
          <a:blip r:embed="rId23" cstate="email">
            <a:extLst>
              <a:ext uri="{28A0092B-C50C-407E-A947-70E740481C1C}">
                <a14:useLocalDpi xmlns:a14="http://schemas.microsoft.com/office/drawing/2010/main"/>
              </a:ext>
            </a:extLst>
          </a:blip>
          <a:srcRect/>
          <a:stretch>
            <a:fillRect/>
          </a:stretch>
        </p:blipFill>
        <p:spPr bwMode="auto">
          <a:xfrm>
            <a:off x="2865027" y="5056896"/>
            <a:ext cx="1760184" cy="470298"/>
          </a:xfrm>
          <a:prstGeom prst="rect">
            <a:avLst/>
          </a:prstGeom>
          <a:noFill/>
        </p:spPr>
      </p:pic>
      <p:pic>
        <p:nvPicPr>
          <p:cNvPr id="24" name="Picture 23" descr="Bildergebnis fÃ¼r alpha TontrÃ¤ger GmbH">
            <a:extLst>
              <a:ext uri="{FF2B5EF4-FFF2-40B4-BE49-F238E27FC236}">
                <a16:creationId xmlns:a16="http://schemas.microsoft.com/office/drawing/2014/main" id="{FBC10546-B2F6-FC44-83D1-73580A09D209}"/>
              </a:ext>
            </a:extLst>
          </p:cNvPr>
          <p:cNvPicPr>
            <a:picLocks noChangeAspect="1" noChangeArrowheads="1"/>
          </p:cNvPicPr>
          <p:nvPr/>
        </p:nvPicPr>
        <p:blipFill>
          <a:blip r:embed="rId24" cstate="email">
            <a:extLst>
              <a:ext uri="{28A0092B-C50C-407E-A947-70E740481C1C}">
                <a14:useLocalDpi xmlns:a14="http://schemas.microsoft.com/office/drawing/2010/main"/>
              </a:ext>
            </a:extLst>
          </a:blip>
          <a:srcRect/>
          <a:stretch>
            <a:fillRect/>
          </a:stretch>
        </p:blipFill>
        <p:spPr bwMode="auto">
          <a:xfrm>
            <a:off x="5448987" y="4945914"/>
            <a:ext cx="1285628" cy="692260"/>
          </a:xfrm>
          <a:prstGeom prst="rect">
            <a:avLst/>
          </a:prstGeom>
          <a:noFill/>
        </p:spPr>
      </p:pic>
      <p:pic>
        <p:nvPicPr>
          <p:cNvPr id="25" name="Bild 6">
            <a:extLst>
              <a:ext uri="{FF2B5EF4-FFF2-40B4-BE49-F238E27FC236}">
                <a16:creationId xmlns:a16="http://schemas.microsoft.com/office/drawing/2014/main" id="{2582553D-382B-0740-BBE6-28E5BEBC4104}"/>
              </a:ext>
            </a:extLst>
          </p:cNvPr>
          <p:cNvPicPr>
            <a:picLocks noChangeAspect="1"/>
          </p:cNvPicPr>
          <p:nvPr/>
        </p:nvPicPr>
        <p:blipFill rotWithShape="1">
          <a:blip r:embed="rId25" cstate="email">
            <a:extLst>
              <a:ext uri="{28A0092B-C50C-407E-A947-70E740481C1C}">
                <a14:useLocalDpi xmlns:a14="http://schemas.microsoft.com/office/drawing/2010/main"/>
              </a:ext>
            </a:extLst>
          </a:blip>
          <a:srcRect/>
          <a:stretch/>
        </p:blipFill>
        <p:spPr>
          <a:xfrm>
            <a:off x="9901043" y="5093123"/>
            <a:ext cx="1157048" cy="397842"/>
          </a:xfrm>
          <a:prstGeom prst="rect">
            <a:avLst/>
          </a:prstGeom>
        </p:spPr>
      </p:pic>
      <p:sp>
        <p:nvSpPr>
          <p:cNvPr id="2" name="Footer Placeholder 4">
            <a:extLst>
              <a:ext uri="{FF2B5EF4-FFF2-40B4-BE49-F238E27FC236}">
                <a16:creationId xmlns:a16="http://schemas.microsoft.com/office/drawing/2014/main" id="{4E3050E3-67E5-2D8A-F50E-0B6BBA987F77}"/>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374996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84C58E-2F5E-DF4F-A40B-3E2DD8D8379C}"/>
              </a:ext>
            </a:extLst>
          </p:cNvPr>
          <p:cNvSpPr>
            <a:spLocks noGrp="1"/>
          </p:cNvSpPr>
          <p:nvPr>
            <p:ph type="sldNum" sz="quarter" idx="12"/>
          </p:nvPr>
        </p:nvSpPr>
        <p:spPr/>
        <p:txBody>
          <a:bodyPr/>
          <a:lstStyle/>
          <a:p>
            <a:fld id="{5EE2ECF6-E7B2-474A-BE3A-4A3A2424717D}" type="slidenum">
              <a:rPr lang="de-DE" smtClean="0"/>
              <a:pPr/>
              <a:t>9</a:t>
            </a:fld>
            <a:endParaRPr lang="de-DE" dirty="0"/>
          </a:p>
        </p:txBody>
      </p:sp>
      <p:sp>
        <p:nvSpPr>
          <p:cNvPr id="3" name="Titel 2">
            <a:extLst>
              <a:ext uri="{FF2B5EF4-FFF2-40B4-BE49-F238E27FC236}">
                <a16:creationId xmlns:a16="http://schemas.microsoft.com/office/drawing/2014/main" id="{845944C2-739D-CE4E-9BE3-98FBF6CE79C6}"/>
              </a:ext>
            </a:extLst>
          </p:cNvPr>
          <p:cNvSpPr>
            <a:spLocks noGrp="1"/>
          </p:cNvSpPr>
          <p:nvPr>
            <p:ph type="title"/>
          </p:nvPr>
        </p:nvSpPr>
        <p:spPr/>
        <p:txBody>
          <a:bodyPr/>
          <a:lstStyle/>
          <a:p>
            <a:r>
              <a:rPr lang="de-DE" b="1" dirty="0"/>
              <a:t>Unsere Kunden – HANDEL</a:t>
            </a:r>
          </a:p>
        </p:txBody>
      </p:sp>
      <p:pic>
        <p:nvPicPr>
          <p:cNvPr id="4" name="Bild 9216" descr="Unknown-2.jpeg">
            <a:extLst>
              <a:ext uri="{FF2B5EF4-FFF2-40B4-BE49-F238E27FC236}">
                <a16:creationId xmlns:a16="http://schemas.microsoft.com/office/drawing/2014/main" id="{4155FECC-ECD8-9147-84F3-5BF782BBA5C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11200" y="1871701"/>
            <a:ext cx="999430" cy="496438"/>
          </a:xfrm>
          <a:prstGeom prst="rect">
            <a:avLst/>
          </a:prstGeom>
        </p:spPr>
      </p:pic>
      <p:pic>
        <p:nvPicPr>
          <p:cNvPr id="5" name="Picture 19" descr="N:\2. Fallstudien\2.2. Fallstudien Entwürfe\Case Studies - Drafts\Sör\Sör Logo.png">
            <a:extLst>
              <a:ext uri="{FF2B5EF4-FFF2-40B4-BE49-F238E27FC236}">
                <a16:creationId xmlns:a16="http://schemas.microsoft.com/office/drawing/2014/main" id="{0321531B-E037-5C4E-A10E-6A22A04FA8FF}"/>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11200" y="3183757"/>
            <a:ext cx="951270" cy="627932"/>
          </a:xfrm>
          <a:prstGeom prst="rect">
            <a:avLst/>
          </a:prstGeom>
          <a:noFill/>
        </p:spPr>
      </p:pic>
      <p:pic>
        <p:nvPicPr>
          <p:cNvPr id="18434" name="Picture 2" descr="TTI Europe - Electronic Components Distributor | TTI Europe">
            <a:extLst>
              <a:ext uri="{FF2B5EF4-FFF2-40B4-BE49-F238E27FC236}">
                <a16:creationId xmlns:a16="http://schemas.microsoft.com/office/drawing/2014/main" id="{0BC75D8C-26ED-7545-BC23-C7339B3E0DF2}"/>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711200" y="4295576"/>
            <a:ext cx="1100324" cy="1361787"/>
          </a:xfrm>
          <a:prstGeom prst="rect">
            <a:avLst/>
          </a:prstGeom>
          <a:noFill/>
          <a:extLst>
            <a:ext uri="{909E8E84-426E-40DD-AFC4-6F175D3DCCD1}">
              <a14:hiddenFill xmlns:a14="http://schemas.microsoft.com/office/drawing/2010/main">
                <a:solidFill>
                  <a:srgbClr val="FFFFFF"/>
                </a:solidFill>
              </a14:hiddenFill>
            </a:ext>
          </a:extLst>
        </p:spPr>
      </p:pic>
      <p:sp>
        <p:nvSpPr>
          <p:cNvPr id="7" name="Rechteck 6">
            <a:extLst>
              <a:ext uri="{FF2B5EF4-FFF2-40B4-BE49-F238E27FC236}">
                <a16:creationId xmlns:a16="http://schemas.microsoft.com/office/drawing/2014/main" id="{30301A4E-BCCD-004F-90F0-B62BAE9D1EA1}"/>
              </a:ext>
            </a:extLst>
          </p:cNvPr>
          <p:cNvSpPr/>
          <p:nvPr/>
        </p:nvSpPr>
        <p:spPr>
          <a:xfrm>
            <a:off x="2351584" y="1664804"/>
            <a:ext cx="8640960" cy="1477328"/>
          </a:xfrm>
          <a:prstGeom prst="rect">
            <a:avLst/>
          </a:prstGeom>
        </p:spPr>
        <p:txBody>
          <a:bodyPr wrap="square">
            <a:spAutoFit/>
          </a:bodyPr>
          <a:lstStyle/>
          <a:p>
            <a:r>
              <a:rPr lang="de-DE" dirty="0"/>
              <a:t>„Wir arbeiten jetzt schon einige Jahre mit ERA zusammen und sind sehr zufrieden mit den Resultaten. In den Projekten haben wir immer wieder von der Expertise und dem Wissen der Experten profitiert.“</a:t>
            </a:r>
          </a:p>
          <a:p>
            <a:r>
              <a:rPr lang="de-DE" dirty="0"/>
              <a:t>KAI PATRICK MERLEKER, GESCHÄFTSFÜHRER, HANDELSHOF MANAGEMENT GMBH </a:t>
            </a:r>
          </a:p>
          <a:p>
            <a:r>
              <a:rPr lang="de-DE" dirty="0"/>
              <a:t> </a:t>
            </a:r>
          </a:p>
        </p:txBody>
      </p:sp>
      <p:sp>
        <p:nvSpPr>
          <p:cNvPr id="8" name="Rechteck 7">
            <a:extLst>
              <a:ext uri="{FF2B5EF4-FFF2-40B4-BE49-F238E27FC236}">
                <a16:creationId xmlns:a16="http://schemas.microsoft.com/office/drawing/2014/main" id="{B653E6A9-9E70-464B-9974-55ED71807236}"/>
              </a:ext>
            </a:extLst>
          </p:cNvPr>
          <p:cNvSpPr/>
          <p:nvPr/>
        </p:nvSpPr>
        <p:spPr>
          <a:xfrm>
            <a:off x="2351584" y="3036058"/>
            <a:ext cx="9325036" cy="1477328"/>
          </a:xfrm>
          <a:prstGeom prst="rect">
            <a:avLst/>
          </a:prstGeom>
        </p:spPr>
        <p:txBody>
          <a:bodyPr wrap="square">
            <a:spAutoFit/>
          </a:bodyPr>
          <a:lstStyle/>
          <a:p>
            <a:r>
              <a:rPr lang="de-DE" dirty="0"/>
              <a:t>„Wir haben unsere Kosten nachhaltig gesenkt und einen sechsstelligen Betrag eingespart. Zudem wurden die neuen Dienstleister so geräuschlos implementiert, dass wir in der Zentrale davon fast nichts mitbekommen haben.“</a:t>
            </a:r>
          </a:p>
          <a:p>
            <a:r>
              <a:rPr lang="de-DE" dirty="0"/>
              <a:t>CHRISTOFFER SIEBERT, MITGLIED DER GESCHÄFTSLEITUNG, SØR RUSCHE GMBH </a:t>
            </a:r>
          </a:p>
          <a:p>
            <a:endParaRPr lang="de-DE" dirty="0"/>
          </a:p>
        </p:txBody>
      </p:sp>
      <p:sp>
        <p:nvSpPr>
          <p:cNvPr id="9" name="Rechteck 8">
            <a:extLst>
              <a:ext uri="{FF2B5EF4-FFF2-40B4-BE49-F238E27FC236}">
                <a16:creationId xmlns:a16="http://schemas.microsoft.com/office/drawing/2014/main" id="{55E0D97A-430D-8F47-953C-502CEEC95E1D}"/>
              </a:ext>
            </a:extLst>
          </p:cNvPr>
          <p:cNvSpPr/>
          <p:nvPr/>
        </p:nvSpPr>
        <p:spPr>
          <a:xfrm>
            <a:off x="2351584" y="4514804"/>
            <a:ext cx="9129216" cy="1477328"/>
          </a:xfrm>
          <a:prstGeom prst="rect">
            <a:avLst/>
          </a:prstGeom>
        </p:spPr>
        <p:txBody>
          <a:bodyPr wrap="square">
            <a:spAutoFit/>
          </a:bodyPr>
          <a:lstStyle/>
          <a:p>
            <a:r>
              <a:rPr lang="de-DE" dirty="0"/>
              <a:t>„Der Grund für die Zusammenarbeit mit ERA war, dass das Qualitätslevel mindestens beibehalten bliebe – wenn nicht sogar verbessert werden sollte. Dies hat sich im Laufe der Zusammenarbeit auch bestätigt.“</a:t>
            </a:r>
          </a:p>
          <a:p>
            <a:r>
              <a:rPr lang="de-DE" dirty="0"/>
              <a:t>THOMAS ROLLE, VP EUROPEAN OPERATIONS, TTI, INC. </a:t>
            </a:r>
          </a:p>
          <a:p>
            <a:endParaRPr lang="de-DE" dirty="0"/>
          </a:p>
        </p:txBody>
      </p:sp>
      <p:sp>
        <p:nvSpPr>
          <p:cNvPr id="6" name="Footer Placeholder 4">
            <a:extLst>
              <a:ext uri="{FF2B5EF4-FFF2-40B4-BE49-F238E27FC236}">
                <a16:creationId xmlns:a16="http://schemas.microsoft.com/office/drawing/2014/main" id="{5DA7802A-C74D-F22D-3A20-CBC62A10DEF8}"/>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2044314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hteck 32">
            <a:extLst>
              <a:ext uri="{FF2B5EF4-FFF2-40B4-BE49-F238E27FC236}">
                <a16:creationId xmlns:a16="http://schemas.microsoft.com/office/drawing/2014/main" id="{1C74E2E6-9308-4E58-ADF8-E8540936E711}"/>
              </a:ext>
            </a:extLst>
          </p:cNvPr>
          <p:cNvSpPr/>
          <p:nvPr/>
        </p:nvSpPr>
        <p:spPr bwMode="gray">
          <a:xfrm>
            <a:off x="515938" y="1268413"/>
            <a:ext cx="11160125" cy="4824412"/>
          </a:xfrm>
          <a:prstGeom prst="rect">
            <a:avLst/>
          </a:prstGeom>
          <a:solidFill>
            <a:schemeClr val="bg1"/>
          </a:solid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 name="Foliennummernplatzhalter 3">
            <a:extLst>
              <a:ext uri="{FF2B5EF4-FFF2-40B4-BE49-F238E27FC236}">
                <a16:creationId xmlns:a16="http://schemas.microsoft.com/office/drawing/2014/main" id="{97247ED5-D4F6-0E45-9306-FB851B83A01B}"/>
              </a:ext>
            </a:extLst>
          </p:cNvPr>
          <p:cNvSpPr>
            <a:spLocks noGrp="1"/>
          </p:cNvSpPr>
          <p:nvPr>
            <p:ph type="sldNum" sz="quarter" idx="12"/>
          </p:nvPr>
        </p:nvSpPr>
        <p:spPr/>
        <p:txBody>
          <a:bodyPr/>
          <a:lstStyle/>
          <a:p>
            <a:fld id="{5EE2ECF6-E7B2-474A-BE3A-4A3A2424717D}" type="slidenum">
              <a:rPr lang="de-DE" smtClean="0"/>
              <a:pPr/>
              <a:t>10</a:t>
            </a:fld>
            <a:endParaRPr lang="de-DE" dirty="0"/>
          </a:p>
        </p:txBody>
      </p:sp>
      <p:sp>
        <p:nvSpPr>
          <p:cNvPr id="5" name="Titel 4">
            <a:extLst>
              <a:ext uri="{FF2B5EF4-FFF2-40B4-BE49-F238E27FC236}">
                <a16:creationId xmlns:a16="http://schemas.microsoft.com/office/drawing/2014/main" id="{F4129CAB-670A-814A-8AC8-264E36EB76BD}"/>
              </a:ext>
            </a:extLst>
          </p:cNvPr>
          <p:cNvSpPr>
            <a:spLocks noGrp="1"/>
          </p:cNvSpPr>
          <p:nvPr>
            <p:ph type="title"/>
          </p:nvPr>
        </p:nvSpPr>
        <p:spPr/>
        <p:txBody>
          <a:bodyPr/>
          <a:lstStyle/>
          <a:p>
            <a:r>
              <a:rPr lang="de-DE" b="1" dirty="0"/>
              <a:t>Unsere Kunden – Dienstleistung</a:t>
            </a:r>
          </a:p>
        </p:txBody>
      </p:sp>
      <p:pic>
        <p:nvPicPr>
          <p:cNvPr id="6" name="Picture 25" descr="Bildergebnis fÃ¼r Cellent AG">
            <a:extLst>
              <a:ext uri="{FF2B5EF4-FFF2-40B4-BE49-F238E27FC236}">
                <a16:creationId xmlns:a16="http://schemas.microsoft.com/office/drawing/2014/main" id="{1A5D0572-DC29-054B-950F-4FB10903A24C}"/>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248181" y="3755794"/>
            <a:ext cx="1422562" cy="673846"/>
          </a:xfrm>
          <a:prstGeom prst="rect">
            <a:avLst/>
          </a:prstGeom>
          <a:noFill/>
        </p:spPr>
      </p:pic>
      <p:pic>
        <p:nvPicPr>
          <p:cNvPr id="8" name="Bild 28">
            <a:extLst>
              <a:ext uri="{FF2B5EF4-FFF2-40B4-BE49-F238E27FC236}">
                <a16:creationId xmlns:a16="http://schemas.microsoft.com/office/drawing/2014/main" id="{6238848F-28D9-2843-BF29-A900C528037B}"/>
              </a:ext>
            </a:extLst>
          </p:cNvPr>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a:xfrm>
            <a:off x="3141309" y="1956482"/>
            <a:ext cx="1649768" cy="187294"/>
          </a:xfrm>
          <a:prstGeom prst="rect">
            <a:avLst/>
          </a:prstGeom>
        </p:spPr>
      </p:pic>
      <p:pic>
        <p:nvPicPr>
          <p:cNvPr id="9" name="Grafik 12">
            <a:extLst>
              <a:ext uri="{FF2B5EF4-FFF2-40B4-BE49-F238E27FC236}">
                <a16:creationId xmlns:a16="http://schemas.microsoft.com/office/drawing/2014/main" id="{60B7A88B-3DC2-3245-AA9A-97A6D81A016E}"/>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532426" y="1920049"/>
            <a:ext cx="1434712" cy="260160"/>
          </a:xfrm>
          <a:prstGeom prst="rect">
            <a:avLst/>
          </a:prstGeom>
        </p:spPr>
      </p:pic>
      <p:pic>
        <p:nvPicPr>
          <p:cNvPr id="10" name="Grafik 32" descr="Alpetour Logo.gif">
            <a:extLst>
              <a:ext uri="{FF2B5EF4-FFF2-40B4-BE49-F238E27FC236}">
                <a16:creationId xmlns:a16="http://schemas.microsoft.com/office/drawing/2014/main" id="{5D52E2EC-2EC4-4142-A332-349237AB7712}"/>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066847" y="1875136"/>
            <a:ext cx="1434712" cy="349986"/>
          </a:xfrm>
          <a:prstGeom prst="rect">
            <a:avLst/>
          </a:prstGeom>
          <a:noFill/>
          <a:ln w="9525">
            <a:noFill/>
            <a:miter lim="800000"/>
            <a:headEnd/>
            <a:tailEnd/>
          </a:ln>
        </p:spPr>
      </p:pic>
      <p:pic>
        <p:nvPicPr>
          <p:cNvPr id="11" name="Bild 9215" descr="Unknown-2.jpeg">
            <a:extLst>
              <a:ext uri="{FF2B5EF4-FFF2-40B4-BE49-F238E27FC236}">
                <a16:creationId xmlns:a16="http://schemas.microsoft.com/office/drawing/2014/main" id="{19E78F54-28C7-B446-9168-F8CCE998E4BC}"/>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714960" y="1760159"/>
            <a:ext cx="1434712" cy="579940"/>
          </a:xfrm>
          <a:prstGeom prst="rect">
            <a:avLst/>
          </a:prstGeom>
        </p:spPr>
      </p:pic>
      <p:pic>
        <p:nvPicPr>
          <p:cNvPr id="12" name="Bild 85">
            <a:extLst>
              <a:ext uri="{FF2B5EF4-FFF2-40B4-BE49-F238E27FC236}">
                <a16:creationId xmlns:a16="http://schemas.microsoft.com/office/drawing/2014/main" id="{B6F3A4B4-593F-D249-9C98-9D73A24B2ADE}"/>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9902962" y="1890695"/>
            <a:ext cx="1252996" cy="318870"/>
          </a:xfrm>
          <a:prstGeom prst="rect">
            <a:avLst/>
          </a:prstGeom>
        </p:spPr>
      </p:pic>
      <p:pic>
        <p:nvPicPr>
          <p:cNvPr id="13" name="Grafik 52">
            <a:extLst>
              <a:ext uri="{FF2B5EF4-FFF2-40B4-BE49-F238E27FC236}">
                <a16:creationId xmlns:a16="http://schemas.microsoft.com/office/drawing/2014/main" id="{20B9FAD9-A560-1141-8E3C-39533CF177BB}"/>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072316" y="2922517"/>
            <a:ext cx="1252998" cy="389502"/>
          </a:xfrm>
          <a:prstGeom prst="rect">
            <a:avLst/>
          </a:prstGeom>
        </p:spPr>
      </p:pic>
      <p:pic>
        <p:nvPicPr>
          <p:cNvPr id="14" name="Bild 9217" descr="Unknown-2.jpeg">
            <a:extLst>
              <a:ext uri="{FF2B5EF4-FFF2-40B4-BE49-F238E27FC236}">
                <a16:creationId xmlns:a16="http://schemas.microsoft.com/office/drawing/2014/main" id="{29D9C74A-9474-3040-AC29-7382C744C584}"/>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3148734" y="2892302"/>
            <a:ext cx="1144410" cy="449932"/>
          </a:xfrm>
          <a:prstGeom prst="rect">
            <a:avLst/>
          </a:prstGeom>
        </p:spPr>
      </p:pic>
      <p:pic>
        <p:nvPicPr>
          <p:cNvPr id="15" name="Bild 9219" descr="Unknown-2.jpeg">
            <a:extLst>
              <a:ext uri="{FF2B5EF4-FFF2-40B4-BE49-F238E27FC236}">
                <a16:creationId xmlns:a16="http://schemas.microsoft.com/office/drawing/2014/main" id="{2CF3B97A-90E8-A747-998A-D224CAC0E44B}"/>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7022830" y="2856820"/>
            <a:ext cx="611414" cy="520896"/>
          </a:xfrm>
          <a:prstGeom prst="rect">
            <a:avLst/>
          </a:prstGeom>
        </p:spPr>
      </p:pic>
      <p:pic>
        <p:nvPicPr>
          <p:cNvPr id="18" name="Picture 2" descr="Bildergebnis fÃ¼r TELES AG">
            <a:extLst>
              <a:ext uri="{FF2B5EF4-FFF2-40B4-BE49-F238E27FC236}">
                <a16:creationId xmlns:a16="http://schemas.microsoft.com/office/drawing/2014/main" id="{3953A700-15C8-6D4A-BB4A-049F9ADBEA8B}"/>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5116564" y="2823763"/>
            <a:ext cx="1082846" cy="587010"/>
          </a:xfrm>
          <a:prstGeom prst="rect">
            <a:avLst/>
          </a:prstGeom>
          <a:noFill/>
        </p:spPr>
      </p:pic>
      <p:pic>
        <p:nvPicPr>
          <p:cNvPr id="19" name="Picture 4" descr="Bildergebnis fÃ¼r Clinic Dr. Decker">
            <a:extLst>
              <a:ext uri="{FF2B5EF4-FFF2-40B4-BE49-F238E27FC236}">
                <a16:creationId xmlns:a16="http://schemas.microsoft.com/office/drawing/2014/main" id="{0AA0C496-2BE5-274B-8694-0AF846BBA1F3}"/>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8457664" y="2759567"/>
            <a:ext cx="715402" cy="715402"/>
          </a:xfrm>
          <a:prstGeom prst="rect">
            <a:avLst/>
          </a:prstGeom>
          <a:noFill/>
        </p:spPr>
      </p:pic>
      <p:pic>
        <p:nvPicPr>
          <p:cNvPr id="20" name="Picture 6" descr="Bildergebnis fÃ¼r zeus vermittlungsgesellschaft">
            <a:extLst>
              <a:ext uri="{FF2B5EF4-FFF2-40B4-BE49-F238E27FC236}">
                <a16:creationId xmlns:a16="http://schemas.microsoft.com/office/drawing/2014/main" id="{2DF7DB2F-5773-E041-9B6A-AE664F63FDE8}"/>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9996487" y="2979351"/>
            <a:ext cx="1156570" cy="275834"/>
          </a:xfrm>
          <a:prstGeom prst="rect">
            <a:avLst/>
          </a:prstGeom>
          <a:noFill/>
        </p:spPr>
      </p:pic>
      <p:pic>
        <p:nvPicPr>
          <p:cNvPr id="21" name="Picture 8" descr="Bildergebnis fÃ¼r augustinum mÃ¼nchen">
            <a:extLst>
              <a:ext uri="{FF2B5EF4-FFF2-40B4-BE49-F238E27FC236}">
                <a16:creationId xmlns:a16="http://schemas.microsoft.com/office/drawing/2014/main" id="{8693EB1E-C1B0-9C44-9143-EF4392AB2AEA}"/>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5329235" y="3946903"/>
            <a:ext cx="1542498" cy="291628"/>
          </a:xfrm>
          <a:prstGeom prst="rect">
            <a:avLst/>
          </a:prstGeom>
          <a:noFill/>
        </p:spPr>
      </p:pic>
      <p:pic>
        <p:nvPicPr>
          <p:cNvPr id="22" name="Picture 10" descr="Bildergebnis fÃ¼r Heinze bauprodukte">
            <a:extLst>
              <a:ext uri="{FF2B5EF4-FFF2-40B4-BE49-F238E27FC236}">
                <a16:creationId xmlns:a16="http://schemas.microsoft.com/office/drawing/2014/main" id="{182771E7-4434-264E-8A3F-04FF8A6A470F}"/>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1060874" y="3833400"/>
            <a:ext cx="1633144" cy="518634"/>
          </a:xfrm>
          <a:prstGeom prst="rect">
            <a:avLst/>
          </a:prstGeom>
          <a:noFill/>
        </p:spPr>
      </p:pic>
      <p:pic>
        <p:nvPicPr>
          <p:cNvPr id="23" name="Picture 15" descr="Bildergebnis fÃ¼r adac fahrsicherheitszentrum lÃ¼neburg">
            <a:extLst>
              <a:ext uri="{FF2B5EF4-FFF2-40B4-BE49-F238E27FC236}">
                <a16:creationId xmlns:a16="http://schemas.microsoft.com/office/drawing/2014/main" id="{152F8B24-A256-9743-8265-6C672DCDB77D}"/>
              </a:ext>
            </a:extLst>
          </p:cNvPr>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1083087" y="4876986"/>
            <a:ext cx="895130" cy="688634"/>
          </a:xfrm>
          <a:prstGeom prst="rect">
            <a:avLst/>
          </a:prstGeom>
          <a:noFill/>
        </p:spPr>
      </p:pic>
      <p:pic>
        <p:nvPicPr>
          <p:cNvPr id="24" name="Picture 17" descr="Bildergebnis fÃ¼r Interoute">
            <a:extLst>
              <a:ext uri="{FF2B5EF4-FFF2-40B4-BE49-F238E27FC236}">
                <a16:creationId xmlns:a16="http://schemas.microsoft.com/office/drawing/2014/main" id="{7D976E61-74CC-8F42-A0CE-15CCB9E64606}"/>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7532336" y="3849276"/>
            <a:ext cx="1352452" cy="486882"/>
          </a:xfrm>
          <a:prstGeom prst="rect">
            <a:avLst/>
          </a:prstGeom>
          <a:noFill/>
        </p:spPr>
      </p:pic>
      <p:pic>
        <p:nvPicPr>
          <p:cNvPr id="25" name="Picture 19" descr="Bildergebnis fÃ¼r VR Bank Flensburg-Schleswig">
            <a:extLst>
              <a:ext uri="{FF2B5EF4-FFF2-40B4-BE49-F238E27FC236}">
                <a16:creationId xmlns:a16="http://schemas.microsoft.com/office/drawing/2014/main" id="{8FDB4F43-38DB-CE41-8556-2652256BFF47}"/>
              </a:ext>
            </a:extLst>
          </p:cNvPr>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5645803" y="4984462"/>
            <a:ext cx="2653216" cy="473680"/>
          </a:xfrm>
          <a:prstGeom prst="rect">
            <a:avLst/>
          </a:prstGeom>
          <a:noFill/>
        </p:spPr>
      </p:pic>
      <p:pic>
        <p:nvPicPr>
          <p:cNvPr id="26" name="Picture 21" descr="Bildergebnis fÃ¼r Avesco AG">
            <a:extLst>
              <a:ext uri="{FF2B5EF4-FFF2-40B4-BE49-F238E27FC236}">
                <a16:creationId xmlns:a16="http://schemas.microsoft.com/office/drawing/2014/main" id="{9AD8A64C-42A0-D649-95AE-7D098A1ED5BE}"/>
              </a:ext>
            </a:extLst>
          </p:cNvPr>
          <p:cNvPicPr>
            <a:picLocks noChangeAspect="1" noChangeArrowheads="1"/>
          </p:cNvPicPr>
          <p:nvPr/>
        </p:nvPicPr>
        <p:blipFill>
          <a:blip r:embed="rId23" cstate="email">
            <a:extLst>
              <a:ext uri="{28A0092B-C50C-407E-A947-70E740481C1C}">
                <a14:useLocalDpi xmlns:a14="http://schemas.microsoft.com/office/drawing/2010/main"/>
              </a:ext>
            </a:extLst>
          </a:blip>
          <a:srcRect/>
          <a:stretch>
            <a:fillRect/>
          </a:stretch>
        </p:blipFill>
        <p:spPr bwMode="auto">
          <a:xfrm>
            <a:off x="3073400" y="4822027"/>
            <a:ext cx="1600656" cy="736303"/>
          </a:xfrm>
          <a:prstGeom prst="rect">
            <a:avLst/>
          </a:prstGeom>
          <a:noFill/>
        </p:spPr>
      </p:pic>
      <p:pic>
        <p:nvPicPr>
          <p:cNvPr id="27" name="Picture 23" descr="Bildergebnis fÃ¼r Volkswagen Bildungsinstitut">
            <a:extLst>
              <a:ext uri="{FF2B5EF4-FFF2-40B4-BE49-F238E27FC236}">
                <a16:creationId xmlns:a16="http://schemas.microsoft.com/office/drawing/2014/main" id="{793FE4C4-1881-FA4F-B47E-E8178566E4BA}"/>
              </a:ext>
            </a:extLst>
          </p:cNvPr>
          <p:cNvPicPr>
            <a:picLocks noChangeAspect="1" noChangeArrowheads="1"/>
          </p:cNvPicPr>
          <p:nvPr/>
        </p:nvPicPr>
        <p:blipFill>
          <a:blip r:embed="rId24" cstate="email">
            <a:extLst>
              <a:ext uri="{28A0092B-C50C-407E-A947-70E740481C1C}">
                <a14:useLocalDpi xmlns:a14="http://schemas.microsoft.com/office/drawing/2010/main"/>
              </a:ext>
            </a:extLst>
          </a:blip>
          <a:srcRect/>
          <a:stretch>
            <a:fillRect/>
          </a:stretch>
        </p:blipFill>
        <p:spPr bwMode="auto">
          <a:xfrm>
            <a:off x="9542933" y="3551318"/>
            <a:ext cx="1624198" cy="1082798"/>
          </a:xfrm>
          <a:prstGeom prst="rect">
            <a:avLst/>
          </a:prstGeom>
          <a:noFill/>
        </p:spPr>
      </p:pic>
      <p:pic>
        <p:nvPicPr>
          <p:cNvPr id="28" name="Picture 27" descr="Bildergebnis fÃ¼r Serviceplan Gruppe">
            <a:extLst>
              <a:ext uri="{FF2B5EF4-FFF2-40B4-BE49-F238E27FC236}">
                <a16:creationId xmlns:a16="http://schemas.microsoft.com/office/drawing/2014/main" id="{E185135B-7614-4C46-BE30-3A8681F5FF0C}"/>
              </a:ext>
            </a:extLst>
          </p:cNvPr>
          <p:cNvPicPr>
            <a:picLocks noChangeAspect="1" noChangeArrowheads="1"/>
          </p:cNvPicPr>
          <p:nvPr/>
        </p:nvPicPr>
        <p:blipFill>
          <a:blip r:embed="rId25" cstate="email">
            <a:extLst>
              <a:ext uri="{28A0092B-C50C-407E-A947-70E740481C1C}">
                <a14:useLocalDpi xmlns:a14="http://schemas.microsoft.com/office/drawing/2010/main"/>
              </a:ext>
            </a:extLst>
          </a:blip>
          <a:srcRect/>
          <a:stretch>
            <a:fillRect/>
          </a:stretch>
        </p:blipFill>
        <p:spPr bwMode="auto">
          <a:xfrm>
            <a:off x="9257115" y="4757056"/>
            <a:ext cx="1918886" cy="928494"/>
          </a:xfrm>
          <a:prstGeom prst="rect">
            <a:avLst/>
          </a:prstGeom>
          <a:noFill/>
        </p:spPr>
      </p:pic>
      <p:sp>
        <p:nvSpPr>
          <p:cNvPr id="2" name="Footer Placeholder 4">
            <a:extLst>
              <a:ext uri="{FF2B5EF4-FFF2-40B4-BE49-F238E27FC236}">
                <a16:creationId xmlns:a16="http://schemas.microsoft.com/office/drawing/2014/main" id="{21FFDEF1-A1A2-C7DE-4823-18FFA5A1BDB3}"/>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1499919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015080C-7C40-754F-AF3A-A50426557DD7}"/>
              </a:ext>
            </a:extLst>
          </p:cNvPr>
          <p:cNvSpPr>
            <a:spLocks noGrp="1"/>
          </p:cNvSpPr>
          <p:nvPr>
            <p:ph type="sldNum" sz="quarter" idx="12"/>
          </p:nvPr>
        </p:nvSpPr>
        <p:spPr/>
        <p:txBody>
          <a:bodyPr/>
          <a:lstStyle/>
          <a:p>
            <a:fld id="{5EE2ECF6-E7B2-474A-BE3A-4A3A2424717D}" type="slidenum">
              <a:rPr lang="de-DE" smtClean="0"/>
              <a:pPr/>
              <a:t>11</a:t>
            </a:fld>
            <a:endParaRPr lang="de-DE" dirty="0"/>
          </a:p>
        </p:txBody>
      </p:sp>
      <p:sp>
        <p:nvSpPr>
          <p:cNvPr id="3" name="Titel 2">
            <a:extLst>
              <a:ext uri="{FF2B5EF4-FFF2-40B4-BE49-F238E27FC236}">
                <a16:creationId xmlns:a16="http://schemas.microsoft.com/office/drawing/2014/main" id="{78AE0D06-EF23-6443-B731-D6D1628829FE}"/>
              </a:ext>
            </a:extLst>
          </p:cNvPr>
          <p:cNvSpPr>
            <a:spLocks noGrp="1"/>
          </p:cNvSpPr>
          <p:nvPr>
            <p:ph type="title"/>
          </p:nvPr>
        </p:nvSpPr>
        <p:spPr/>
        <p:txBody>
          <a:bodyPr/>
          <a:lstStyle/>
          <a:p>
            <a:r>
              <a:rPr lang="de-DE" b="1" dirty="0"/>
              <a:t>Unsere Kunden – Dienstleistung</a:t>
            </a:r>
          </a:p>
        </p:txBody>
      </p:sp>
      <p:pic>
        <p:nvPicPr>
          <p:cNvPr id="4" name="Picture 27" descr="Bildergebnis fÃ¼r Serviceplan Gruppe">
            <a:extLst>
              <a:ext uri="{FF2B5EF4-FFF2-40B4-BE49-F238E27FC236}">
                <a16:creationId xmlns:a16="http://schemas.microsoft.com/office/drawing/2014/main" id="{55569261-6281-CE47-8E55-4E54CEEED322}"/>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06463" y="1554164"/>
            <a:ext cx="3029297" cy="1465790"/>
          </a:xfrm>
          <a:prstGeom prst="rect">
            <a:avLst/>
          </a:prstGeom>
          <a:noFill/>
        </p:spPr>
      </p:pic>
      <p:pic>
        <p:nvPicPr>
          <p:cNvPr id="19458" name="Picture 2" descr="DDV Mediengruppe als Arbeitgeber: Gehalt, Karriere, Benefits | kununu">
            <a:extLst>
              <a:ext uri="{FF2B5EF4-FFF2-40B4-BE49-F238E27FC236}">
                <a16:creationId xmlns:a16="http://schemas.microsoft.com/office/drawing/2014/main" id="{D8734407-AEFD-1943-8C8D-E4D2A609D6BA}"/>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907479" y="3106772"/>
            <a:ext cx="2730416" cy="960238"/>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8FA7859B-51F9-5E41-BA38-3CFE68E57369}"/>
              </a:ext>
            </a:extLst>
          </p:cNvPr>
          <p:cNvSpPr/>
          <p:nvPr/>
        </p:nvSpPr>
        <p:spPr>
          <a:xfrm>
            <a:off x="3935760" y="4545124"/>
            <a:ext cx="7776864" cy="1754326"/>
          </a:xfrm>
          <a:prstGeom prst="rect">
            <a:avLst/>
          </a:prstGeom>
        </p:spPr>
        <p:txBody>
          <a:bodyPr wrap="square">
            <a:spAutoFit/>
          </a:bodyPr>
          <a:lstStyle/>
          <a:p>
            <a:r>
              <a:rPr lang="de-DE" dirty="0"/>
              <a:t>„Die Digitalisierung des Einkaufs war für alle Beteiligten eine Reise unter wechselnden Witterungsbedingungen. Mit ERA an Bord war das Projekt vom Take Off bis zur Landung ein Erfolg.“</a:t>
            </a:r>
          </a:p>
          <a:p>
            <a:r>
              <a:rPr lang="de-DE" dirty="0"/>
              <a:t>DR. RAOUL HILLE, GESCHÄFTSFÜHRER, FLUGHAFEN HANNOVER-LANGENHAGEN GMBH</a:t>
            </a:r>
          </a:p>
          <a:p>
            <a:endParaRPr lang="de-DE" dirty="0"/>
          </a:p>
        </p:txBody>
      </p:sp>
      <p:pic>
        <p:nvPicPr>
          <p:cNvPr id="19460" name="Picture 4">
            <a:extLst>
              <a:ext uri="{FF2B5EF4-FFF2-40B4-BE49-F238E27FC236}">
                <a16:creationId xmlns:a16="http://schemas.microsoft.com/office/drawing/2014/main" id="{76C2749A-FA7B-5146-A8DD-3891104E7F1D}"/>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856136" y="4603047"/>
            <a:ext cx="2695074" cy="700789"/>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5">
            <a:extLst>
              <a:ext uri="{FF2B5EF4-FFF2-40B4-BE49-F238E27FC236}">
                <a16:creationId xmlns:a16="http://schemas.microsoft.com/office/drawing/2014/main" id="{4D30E49E-6B78-784E-AF81-510CBBC794C4}"/>
              </a:ext>
            </a:extLst>
          </p:cNvPr>
          <p:cNvSpPr/>
          <p:nvPr/>
        </p:nvSpPr>
        <p:spPr>
          <a:xfrm>
            <a:off x="3935760" y="3125226"/>
            <a:ext cx="7776864" cy="1477328"/>
          </a:xfrm>
          <a:prstGeom prst="rect">
            <a:avLst/>
          </a:prstGeom>
        </p:spPr>
        <p:txBody>
          <a:bodyPr wrap="square">
            <a:spAutoFit/>
          </a:bodyPr>
          <a:lstStyle/>
          <a:p>
            <a:r>
              <a:rPr lang="de-DE" dirty="0"/>
              <a:t>„Wir betreiben aktiven Umweltschutz und senken unsere Energiekosten nachhaltig. Dies ist für alle Seiten eine Win-Win-Situation.“</a:t>
            </a:r>
          </a:p>
          <a:p>
            <a:r>
              <a:rPr lang="de-DE" dirty="0"/>
              <a:t>GERNOT KÜHNE, GESCHÄFTSFÜHRER, DRESDNER VERLAGSHAUS KAUFMÄNNISCHE DIENSTE GMBH </a:t>
            </a:r>
          </a:p>
          <a:p>
            <a:endParaRPr lang="de-DE" dirty="0"/>
          </a:p>
        </p:txBody>
      </p:sp>
      <p:sp>
        <p:nvSpPr>
          <p:cNvPr id="7" name="Rechteck 6">
            <a:extLst>
              <a:ext uri="{FF2B5EF4-FFF2-40B4-BE49-F238E27FC236}">
                <a16:creationId xmlns:a16="http://schemas.microsoft.com/office/drawing/2014/main" id="{63820C55-923C-4D46-A998-E46964B80C79}"/>
              </a:ext>
            </a:extLst>
          </p:cNvPr>
          <p:cNvSpPr/>
          <p:nvPr/>
        </p:nvSpPr>
        <p:spPr>
          <a:xfrm>
            <a:off x="3936708" y="1851211"/>
            <a:ext cx="7451880" cy="1477328"/>
          </a:xfrm>
          <a:prstGeom prst="rect">
            <a:avLst/>
          </a:prstGeom>
        </p:spPr>
        <p:txBody>
          <a:bodyPr wrap="square">
            <a:spAutoFit/>
          </a:bodyPr>
          <a:lstStyle/>
          <a:p>
            <a:r>
              <a:rPr lang="de-DE" dirty="0"/>
              <a:t>„Wir haben nicht nur unsere Kosten deutlich gesenkt – sondern profitieren nun auch von einer besseren Dienstleistungsqualität.“</a:t>
            </a:r>
          </a:p>
          <a:p>
            <a:r>
              <a:rPr lang="de-DE" dirty="0"/>
              <a:t>AXEL SCHÖRNER, LEITER EINKAUF UND FACILITY MANAGEMENT, SERVICEPLAN GRUPPE </a:t>
            </a:r>
          </a:p>
          <a:p>
            <a:endParaRPr lang="de-DE" dirty="0"/>
          </a:p>
        </p:txBody>
      </p:sp>
      <p:sp>
        <p:nvSpPr>
          <p:cNvPr id="8" name="Footer Placeholder 4">
            <a:extLst>
              <a:ext uri="{FF2B5EF4-FFF2-40B4-BE49-F238E27FC236}">
                <a16:creationId xmlns:a16="http://schemas.microsoft.com/office/drawing/2014/main" id="{860FD843-B5C5-EFA2-7B27-D23E9AB21DF7}"/>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2910959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hteck 22">
            <a:extLst>
              <a:ext uri="{FF2B5EF4-FFF2-40B4-BE49-F238E27FC236}">
                <a16:creationId xmlns:a16="http://schemas.microsoft.com/office/drawing/2014/main" id="{831C6931-409B-4E69-B779-A2C5AF1A5BA5}"/>
              </a:ext>
            </a:extLst>
          </p:cNvPr>
          <p:cNvSpPr/>
          <p:nvPr/>
        </p:nvSpPr>
        <p:spPr bwMode="gray">
          <a:xfrm>
            <a:off x="515938" y="1268413"/>
            <a:ext cx="11160125" cy="4824412"/>
          </a:xfrm>
          <a:prstGeom prst="rect">
            <a:avLst/>
          </a:prstGeom>
          <a:solidFill>
            <a:schemeClr val="bg1"/>
          </a:solid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 name="Foliennummernplatzhalter 3">
            <a:extLst>
              <a:ext uri="{FF2B5EF4-FFF2-40B4-BE49-F238E27FC236}">
                <a16:creationId xmlns:a16="http://schemas.microsoft.com/office/drawing/2014/main" id="{0D11FE58-4F4B-E44C-9526-9DEE99AF7E32}"/>
              </a:ext>
            </a:extLst>
          </p:cNvPr>
          <p:cNvSpPr>
            <a:spLocks noGrp="1"/>
          </p:cNvSpPr>
          <p:nvPr>
            <p:ph type="sldNum" sz="quarter" idx="12"/>
          </p:nvPr>
        </p:nvSpPr>
        <p:spPr/>
        <p:txBody>
          <a:bodyPr/>
          <a:lstStyle/>
          <a:p>
            <a:fld id="{5EE2ECF6-E7B2-474A-BE3A-4A3A2424717D}" type="slidenum">
              <a:rPr lang="de-DE" smtClean="0"/>
              <a:pPr/>
              <a:t>12</a:t>
            </a:fld>
            <a:endParaRPr lang="de-DE" dirty="0"/>
          </a:p>
        </p:txBody>
      </p:sp>
      <p:sp>
        <p:nvSpPr>
          <p:cNvPr id="5" name="Titel 4">
            <a:extLst>
              <a:ext uri="{FF2B5EF4-FFF2-40B4-BE49-F238E27FC236}">
                <a16:creationId xmlns:a16="http://schemas.microsoft.com/office/drawing/2014/main" id="{30530F82-DFF6-EA46-A425-D7003F0D452E}"/>
              </a:ext>
            </a:extLst>
          </p:cNvPr>
          <p:cNvSpPr>
            <a:spLocks noGrp="1"/>
          </p:cNvSpPr>
          <p:nvPr>
            <p:ph type="title"/>
          </p:nvPr>
        </p:nvSpPr>
        <p:spPr/>
        <p:txBody>
          <a:bodyPr>
            <a:normAutofit/>
          </a:bodyPr>
          <a:lstStyle/>
          <a:p>
            <a:r>
              <a:rPr lang="de-DE" b="1" dirty="0"/>
              <a:t>Unsere Kunden – Öffentliche und NPO/NGO</a:t>
            </a:r>
          </a:p>
        </p:txBody>
      </p:sp>
      <p:pic>
        <p:nvPicPr>
          <p:cNvPr id="7" name="Bild 9220" descr="Unknown-2.jpeg">
            <a:extLst>
              <a:ext uri="{FF2B5EF4-FFF2-40B4-BE49-F238E27FC236}">
                <a16:creationId xmlns:a16="http://schemas.microsoft.com/office/drawing/2014/main" id="{419EC931-2D49-0A42-8D8D-CAAAD1A6BF8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48584" y="2002947"/>
            <a:ext cx="648417" cy="587898"/>
          </a:xfrm>
          <a:prstGeom prst="rect">
            <a:avLst/>
          </a:prstGeom>
        </p:spPr>
      </p:pic>
      <p:pic>
        <p:nvPicPr>
          <p:cNvPr id="8" name="Bild 9221" descr="Unknown-2.jpeg">
            <a:extLst>
              <a:ext uri="{FF2B5EF4-FFF2-40B4-BE49-F238E27FC236}">
                <a16:creationId xmlns:a16="http://schemas.microsoft.com/office/drawing/2014/main" id="{39680D36-018F-8643-9AE3-29F0F4CBE31B}"/>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288259" y="1925650"/>
            <a:ext cx="1188765" cy="742492"/>
          </a:xfrm>
          <a:prstGeom prst="rect">
            <a:avLst/>
          </a:prstGeom>
        </p:spPr>
      </p:pic>
      <p:pic>
        <p:nvPicPr>
          <p:cNvPr id="9" name="Bild 9224" descr="Unknown-2.jpeg">
            <a:extLst>
              <a:ext uri="{FF2B5EF4-FFF2-40B4-BE49-F238E27FC236}">
                <a16:creationId xmlns:a16="http://schemas.microsoft.com/office/drawing/2014/main" id="{D75CE7D1-4696-1044-A9B2-10035CDBD1BC}"/>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568282" y="1940189"/>
            <a:ext cx="810522" cy="713415"/>
          </a:xfrm>
          <a:prstGeom prst="rect">
            <a:avLst/>
          </a:prstGeom>
        </p:spPr>
      </p:pic>
      <p:pic>
        <p:nvPicPr>
          <p:cNvPr id="10" name="Bild 1" descr="Unknown-2.jpeg">
            <a:extLst>
              <a:ext uri="{FF2B5EF4-FFF2-40B4-BE49-F238E27FC236}">
                <a16:creationId xmlns:a16="http://schemas.microsoft.com/office/drawing/2014/main" id="{1616E8D2-E2E2-0846-BCFE-524C94DCFE5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470062" y="1892717"/>
            <a:ext cx="1270967" cy="808359"/>
          </a:xfrm>
          <a:prstGeom prst="rect">
            <a:avLst/>
          </a:prstGeom>
        </p:spPr>
      </p:pic>
      <p:pic>
        <p:nvPicPr>
          <p:cNvPr id="11" name="Picture 2" descr="Bildergebnis fÃ¼r Verein fÃ¼r Kernverfahrenstechnik und Analytik e.V.">
            <a:extLst>
              <a:ext uri="{FF2B5EF4-FFF2-40B4-BE49-F238E27FC236}">
                <a16:creationId xmlns:a16="http://schemas.microsoft.com/office/drawing/2014/main" id="{0BF0B27A-FA55-904D-80A6-AC842FEB9874}"/>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548584" y="3340711"/>
            <a:ext cx="1681217" cy="706111"/>
          </a:xfrm>
          <a:prstGeom prst="rect">
            <a:avLst/>
          </a:prstGeom>
          <a:noFill/>
        </p:spPr>
      </p:pic>
      <p:pic>
        <p:nvPicPr>
          <p:cNvPr id="12" name="Picture 4" descr="Bildergebnis fÃ¼r Stadt Stolberg">
            <a:extLst>
              <a:ext uri="{FF2B5EF4-FFF2-40B4-BE49-F238E27FC236}">
                <a16:creationId xmlns:a16="http://schemas.microsoft.com/office/drawing/2014/main" id="{FE78C03C-AD83-D445-BC5D-C083C2D6876F}"/>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4178958" y="3376875"/>
            <a:ext cx="1118440" cy="633783"/>
          </a:xfrm>
          <a:prstGeom prst="rect">
            <a:avLst/>
          </a:prstGeom>
          <a:noFill/>
        </p:spPr>
      </p:pic>
      <p:pic>
        <p:nvPicPr>
          <p:cNvPr id="13" name="Picture 6" descr="Bildergebnis fÃ¼r Gemeinde Mainhausen">
            <a:extLst>
              <a:ext uri="{FF2B5EF4-FFF2-40B4-BE49-F238E27FC236}">
                <a16:creationId xmlns:a16="http://schemas.microsoft.com/office/drawing/2014/main" id="{29F7F854-1DE8-594F-B457-A66B7CE5F82B}"/>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6246555" y="3442612"/>
            <a:ext cx="1815568" cy="502308"/>
          </a:xfrm>
          <a:prstGeom prst="rect">
            <a:avLst/>
          </a:prstGeom>
          <a:noFill/>
        </p:spPr>
      </p:pic>
      <p:pic>
        <p:nvPicPr>
          <p:cNvPr id="14" name="Picture 8" descr="Bildergebnis fÃ¼r Stadt ZweibrÃ¼cken">
            <a:extLst>
              <a:ext uri="{FF2B5EF4-FFF2-40B4-BE49-F238E27FC236}">
                <a16:creationId xmlns:a16="http://schemas.microsoft.com/office/drawing/2014/main" id="{6DA0644B-6A5E-D44C-A776-E9E743AFCA8C}"/>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7572164" y="4697796"/>
            <a:ext cx="1815568" cy="736698"/>
          </a:xfrm>
          <a:prstGeom prst="rect">
            <a:avLst/>
          </a:prstGeom>
          <a:noFill/>
        </p:spPr>
      </p:pic>
      <p:pic>
        <p:nvPicPr>
          <p:cNvPr id="15" name="Picture 15" descr="C:\Users\tloewer.ERA\Downloads\Download.png">
            <a:extLst>
              <a:ext uri="{FF2B5EF4-FFF2-40B4-BE49-F238E27FC236}">
                <a16:creationId xmlns:a16="http://schemas.microsoft.com/office/drawing/2014/main" id="{8A148CF2-983E-FA41-A37F-85F8646DC03A}"/>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9866331" y="1765301"/>
            <a:ext cx="681050" cy="1063192"/>
          </a:xfrm>
          <a:prstGeom prst="rect">
            <a:avLst/>
          </a:prstGeom>
          <a:noFill/>
        </p:spPr>
      </p:pic>
      <p:pic>
        <p:nvPicPr>
          <p:cNvPr id="16" name="Picture 17" descr="Bildergebnis fÃ¼r Stadt Wunsiedel">
            <a:extLst>
              <a:ext uri="{FF2B5EF4-FFF2-40B4-BE49-F238E27FC236}">
                <a16:creationId xmlns:a16="http://schemas.microsoft.com/office/drawing/2014/main" id="{469AF46C-9C94-0E4F-BF43-CF907FF6F2F0}"/>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1548584" y="4697270"/>
            <a:ext cx="1083572" cy="737751"/>
          </a:xfrm>
          <a:prstGeom prst="rect">
            <a:avLst/>
          </a:prstGeom>
          <a:noFill/>
        </p:spPr>
      </p:pic>
      <p:pic>
        <p:nvPicPr>
          <p:cNvPr id="17" name="Picture 19" descr="Bildergebnis fÃ¼r Gemeinde Extertal">
            <a:extLst>
              <a:ext uri="{FF2B5EF4-FFF2-40B4-BE49-F238E27FC236}">
                <a16:creationId xmlns:a16="http://schemas.microsoft.com/office/drawing/2014/main" id="{D09DCE21-F256-D94A-91BA-3568ECA40C78}"/>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5760258" y="4808691"/>
            <a:ext cx="1083573" cy="514909"/>
          </a:xfrm>
          <a:prstGeom prst="rect">
            <a:avLst/>
          </a:prstGeom>
          <a:noFill/>
        </p:spPr>
      </p:pic>
      <p:pic>
        <p:nvPicPr>
          <p:cNvPr id="18" name="Picture 21" descr="Bildergebnis fÃ¼r Gemeinde DÃ¶rentrup">
            <a:extLst>
              <a:ext uri="{FF2B5EF4-FFF2-40B4-BE49-F238E27FC236}">
                <a16:creationId xmlns:a16="http://schemas.microsoft.com/office/drawing/2014/main" id="{E849FCD9-7150-2248-BCC1-A7247CFD3B2F}"/>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9011281" y="3355373"/>
            <a:ext cx="1570142" cy="676786"/>
          </a:xfrm>
          <a:prstGeom prst="rect">
            <a:avLst/>
          </a:prstGeom>
          <a:noFill/>
        </p:spPr>
      </p:pic>
      <p:pic>
        <p:nvPicPr>
          <p:cNvPr id="19" name="Picture 23" descr="Bildergebnis fÃ¼r Stadt Hechingen">
            <a:extLst>
              <a:ext uri="{FF2B5EF4-FFF2-40B4-BE49-F238E27FC236}">
                <a16:creationId xmlns:a16="http://schemas.microsoft.com/office/drawing/2014/main" id="{59460B6C-EBA8-A347-B738-F0A3FFB46E67}"/>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9959966" y="4512673"/>
            <a:ext cx="621457" cy="1106945"/>
          </a:xfrm>
          <a:prstGeom prst="rect">
            <a:avLst/>
          </a:prstGeom>
          <a:noFill/>
        </p:spPr>
      </p:pic>
      <p:pic>
        <p:nvPicPr>
          <p:cNvPr id="20" name="Picture 25" descr="Bildergebnis fÃ¼r Stadtwerke Rostock">
            <a:extLst>
              <a:ext uri="{FF2B5EF4-FFF2-40B4-BE49-F238E27FC236}">
                <a16:creationId xmlns:a16="http://schemas.microsoft.com/office/drawing/2014/main" id="{0C52F600-B1A1-E54B-BF13-A832E2326E52}"/>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3282439" y="4870720"/>
            <a:ext cx="1827535" cy="390850"/>
          </a:xfrm>
          <a:prstGeom prst="rect">
            <a:avLst/>
          </a:prstGeom>
          <a:noFill/>
        </p:spPr>
      </p:pic>
      <p:sp>
        <p:nvSpPr>
          <p:cNvPr id="2" name="Footer Placeholder 4">
            <a:extLst>
              <a:ext uri="{FF2B5EF4-FFF2-40B4-BE49-F238E27FC236}">
                <a16:creationId xmlns:a16="http://schemas.microsoft.com/office/drawing/2014/main" id="{291370ED-DF1B-3A9B-C425-9D9699DC3FF5}"/>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3644019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2345C19-01CA-1942-B05E-4F2DEA5067B7}"/>
              </a:ext>
            </a:extLst>
          </p:cNvPr>
          <p:cNvSpPr>
            <a:spLocks noGrp="1"/>
          </p:cNvSpPr>
          <p:nvPr>
            <p:ph type="sldNum" sz="quarter" idx="12"/>
          </p:nvPr>
        </p:nvSpPr>
        <p:spPr/>
        <p:txBody>
          <a:bodyPr/>
          <a:lstStyle/>
          <a:p>
            <a:fld id="{5EE2ECF6-E7B2-474A-BE3A-4A3A2424717D}" type="slidenum">
              <a:rPr lang="de-DE" smtClean="0"/>
              <a:pPr/>
              <a:t>13</a:t>
            </a:fld>
            <a:endParaRPr lang="de-DE" dirty="0"/>
          </a:p>
        </p:txBody>
      </p:sp>
      <p:sp>
        <p:nvSpPr>
          <p:cNvPr id="3" name="Titel 2">
            <a:extLst>
              <a:ext uri="{FF2B5EF4-FFF2-40B4-BE49-F238E27FC236}">
                <a16:creationId xmlns:a16="http://schemas.microsoft.com/office/drawing/2014/main" id="{4141004B-1AA4-A64B-9EC0-54D60FDFDE71}"/>
              </a:ext>
            </a:extLst>
          </p:cNvPr>
          <p:cNvSpPr>
            <a:spLocks noGrp="1"/>
          </p:cNvSpPr>
          <p:nvPr>
            <p:ph type="title"/>
          </p:nvPr>
        </p:nvSpPr>
        <p:spPr/>
        <p:txBody>
          <a:bodyPr/>
          <a:lstStyle/>
          <a:p>
            <a:r>
              <a:rPr lang="de-DE" b="1" dirty="0"/>
              <a:t>Unsere Kunden – Öffentliche und NPO/NGO</a:t>
            </a:r>
          </a:p>
        </p:txBody>
      </p:sp>
      <p:pic>
        <p:nvPicPr>
          <p:cNvPr id="4" name="Picture 8" descr="Bildergebnis fÃ¼r Stadt ZweibrÃ¼cken">
            <a:extLst>
              <a:ext uri="{FF2B5EF4-FFF2-40B4-BE49-F238E27FC236}">
                <a16:creationId xmlns:a16="http://schemas.microsoft.com/office/drawing/2014/main" id="{AD1C7B32-25B4-4A4B-B9F9-D059B2DDDA5C}"/>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36718" y="4669345"/>
            <a:ext cx="1815568" cy="736698"/>
          </a:xfrm>
          <a:prstGeom prst="rect">
            <a:avLst/>
          </a:prstGeom>
          <a:noFill/>
        </p:spPr>
      </p:pic>
      <p:pic>
        <p:nvPicPr>
          <p:cNvPr id="5" name="Picture 15" descr="C:\Users\tloewer.ERA\Downloads\Download.png">
            <a:extLst>
              <a:ext uri="{FF2B5EF4-FFF2-40B4-BE49-F238E27FC236}">
                <a16:creationId xmlns:a16="http://schemas.microsoft.com/office/drawing/2014/main" id="{B7B87F44-CA21-B241-B70F-31E4AE64860E}"/>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163452" y="1520788"/>
            <a:ext cx="681050" cy="1063192"/>
          </a:xfrm>
          <a:prstGeom prst="rect">
            <a:avLst/>
          </a:prstGeom>
          <a:noFill/>
        </p:spPr>
      </p:pic>
      <p:pic>
        <p:nvPicPr>
          <p:cNvPr id="6" name="Picture 25" descr="Bildergebnis fÃ¼r Stadtwerke Rostock">
            <a:extLst>
              <a:ext uri="{FF2B5EF4-FFF2-40B4-BE49-F238E27FC236}">
                <a16:creationId xmlns:a16="http://schemas.microsoft.com/office/drawing/2014/main" id="{754758CC-01BD-124A-AE96-A2BF66C36FE5}"/>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906463" y="3523152"/>
            <a:ext cx="1827535" cy="390850"/>
          </a:xfrm>
          <a:prstGeom prst="rect">
            <a:avLst/>
          </a:prstGeom>
          <a:noFill/>
        </p:spPr>
      </p:pic>
      <p:sp>
        <p:nvSpPr>
          <p:cNvPr id="7" name="Rechteck 6">
            <a:extLst>
              <a:ext uri="{FF2B5EF4-FFF2-40B4-BE49-F238E27FC236}">
                <a16:creationId xmlns:a16="http://schemas.microsoft.com/office/drawing/2014/main" id="{07FDFFB3-9909-8E46-AC55-10008C4A3174}"/>
              </a:ext>
            </a:extLst>
          </p:cNvPr>
          <p:cNvSpPr/>
          <p:nvPr/>
        </p:nvSpPr>
        <p:spPr>
          <a:xfrm>
            <a:off x="3179676" y="4672061"/>
            <a:ext cx="8075606" cy="1200329"/>
          </a:xfrm>
          <a:prstGeom prst="rect">
            <a:avLst/>
          </a:prstGeom>
        </p:spPr>
        <p:txBody>
          <a:bodyPr wrap="square">
            <a:spAutoFit/>
          </a:bodyPr>
          <a:lstStyle/>
          <a:p>
            <a:r>
              <a:rPr lang="de-DE" dirty="0"/>
              <a:t>„ERA hat die Kosten des Geräteparks deutlich reduziert und ihn auf den neuesten Stand der Technik gebracht.“</a:t>
            </a:r>
          </a:p>
          <a:p>
            <a:r>
              <a:rPr lang="de-DE" dirty="0"/>
              <a:t>RICHARD KÖRNER, LEITER STÄDTISCHES HAUPTAMT, STADT ZWEIBRÜCKEN </a:t>
            </a:r>
          </a:p>
          <a:p>
            <a:endParaRPr lang="de-DE" dirty="0"/>
          </a:p>
        </p:txBody>
      </p:sp>
      <p:sp>
        <p:nvSpPr>
          <p:cNvPr id="8" name="Rechteck 7">
            <a:extLst>
              <a:ext uri="{FF2B5EF4-FFF2-40B4-BE49-F238E27FC236}">
                <a16:creationId xmlns:a16="http://schemas.microsoft.com/office/drawing/2014/main" id="{3DC51712-1012-FA46-8982-E3CB296BA918}"/>
              </a:ext>
            </a:extLst>
          </p:cNvPr>
          <p:cNvSpPr/>
          <p:nvPr/>
        </p:nvSpPr>
        <p:spPr>
          <a:xfrm>
            <a:off x="3170051" y="3358537"/>
            <a:ext cx="8501061" cy="1200329"/>
          </a:xfrm>
          <a:prstGeom prst="rect">
            <a:avLst/>
          </a:prstGeom>
        </p:spPr>
        <p:txBody>
          <a:bodyPr wrap="square">
            <a:spAutoFit/>
          </a:bodyPr>
          <a:lstStyle/>
          <a:p>
            <a:r>
              <a:rPr lang="de-DE" dirty="0"/>
              <a:t>„ERA hat neben einer deutlichen Kostenreduzierung bei unserem Bestandslieferanten etliche Verbesserungen an unserem Gerätepark erreicht.“</a:t>
            </a:r>
          </a:p>
          <a:p>
            <a:r>
              <a:rPr lang="de-DE" dirty="0"/>
              <a:t>GÖTZ GREINER, LEITER IT, STADTWERKE ROSTOCK AG </a:t>
            </a:r>
          </a:p>
          <a:p>
            <a:endParaRPr lang="de-DE" dirty="0"/>
          </a:p>
        </p:txBody>
      </p:sp>
      <p:sp>
        <p:nvSpPr>
          <p:cNvPr id="9" name="Rechteck 8">
            <a:extLst>
              <a:ext uri="{FF2B5EF4-FFF2-40B4-BE49-F238E27FC236}">
                <a16:creationId xmlns:a16="http://schemas.microsoft.com/office/drawing/2014/main" id="{A3A3AC7E-7B25-CA46-8194-D151A4AFB91B}"/>
              </a:ext>
            </a:extLst>
          </p:cNvPr>
          <p:cNvSpPr/>
          <p:nvPr/>
        </p:nvSpPr>
        <p:spPr>
          <a:xfrm>
            <a:off x="3182628" y="1520788"/>
            <a:ext cx="8241964" cy="1754326"/>
          </a:xfrm>
          <a:prstGeom prst="rect">
            <a:avLst/>
          </a:prstGeom>
        </p:spPr>
        <p:txBody>
          <a:bodyPr wrap="square">
            <a:spAutoFit/>
          </a:bodyPr>
          <a:lstStyle/>
          <a:p>
            <a:r>
              <a:rPr lang="de-DE" dirty="0"/>
              <a:t>“Zu Beginn der Zusammenarbeit mit ERA waren unsere Mitarbeiter etwas skeptisch. Heute kann ich sagen, dass ERA für absolute Transparenz und Professionalität steht.“</a:t>
            </a:r>
          </a:p>
          <a:p>
            <a:r>
              <a:rPr lang="de-DE" dirty="0"/>
              <a:t>DEDDO LEHMANN, KURDIREKTOR UND GESCHÄFTSFÜHRER DER EISENMOORBAD BAD SCHMIEDEBERG-KUR-GMBH </a:t>
            </a:r>
          </a:p>
          <a:p>
            <a:endParaRPr lang="de-DE" dirty="0"/>
          </a:p>
        </p:txBody>
      </p:sp>
      <p:sp>
        <p:nvSpPr>
          <p:cNvPr id="10" name="Footer Placeholder 4">
            <a:extLst>
              <a:ext uri="{FF2B5EF4-FFF2-40B4-BE49-F238E27FC236}">
                <a16:creationId xmlns:a16="http://schemas.microsoft.com/office/drawing/2014/main" id="{3F89FEDE-16EE-72E4-773B-A26C9CDF4B84}"/>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1670023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6FE40C3E-DFFB-4F1D-9EA2-3F968ADA4A54}"/>
              </a:ext>
            </a:extLst>
          </p:cNvPr>
          <p:cNvSpPr>
            <a:spLocks noGrp="1"/>
          </p:cNvSpPr>
          <p:nvPr>
            <p:ph type="sldNum" sz="quarter" idx="12"/>
          </p:nvPr>
        </p:nvSpPr>
        <p:spPr/>
        <p:txBody>
          <a:bodyPr/>
          <a:lstStyle/>
          <a:p>
            <a:fld id="{5EE2ECF6-E7B2-474A-BE3A-4A3A2424717D}" type="slidenum">
              <a:rPr lang="de-DE" smtClean="0"/>
              <a:pPr/>
              <a:t>14</a:t>
            </a:fld>
            <a:endParaRPr lang="de-DE" dirty="0"/>
          </a:p>
        </p:txBody>
      </p:sp>
      <p:grpSp>
        <p:nvGrpSpPr>
          <p:cNvPr id="35" name="Group 34">
            <a:extLst>
              <a:ext uri="{FF2B5EF4-FFF2-40B4-BE49-F238E27FC236}">
                <a16:creationId xmlns:a16="http://schemas.microsoft.com/office/drawing/2014/main" id="{37EEEA92-DF10-4C85-B08C-05613937BDB2}"/>
              </a:ext>
            </a:extLst>
          </p:cNvPr>
          <p:cNvGrpSpPr/>
          <p:nvPr/>
        </p:nvGrpSpPr>
        <p:grpSpPr>
          <a:xfrm>
            <a:off x="515937" y="383733"/>
            <a:ext cx="8034837" cy="6474267"/>
            <a:chOff x="515938" y="383733"/>
            <a:chExt cx="7452270" cy="6004849"/>
          </a:xfrm>
        </p:grpSpPr>
        <p:grpSp>
          <p:nvGrpSpPr>
            <p:cNvPr id="2" name="Group 1">
              <a:extLst>
                <a:ext uri="{FF2B5EF4-FFF2-40B4-BE49-F238E27FC236}">
                  <a16:creationId xmlns:a16="http://schemas.microsoft.com/office/drawing/2014/main" id="{BD308D80-63D2-440C-A66C-32339C55EC9F}"/>
                </a:ext>
              </a:extLst>
            </p:cNvPr>
            <p:cNvGrpSpPr/>
            <p:nvPr/>
          </p:nvGrpSpPr>
          <p:grpSpPr>
            <a:xfrm>
              <a:off x="515938" y="383733"/>
              <a:ext cx="7452270" cy="6004849"/>
              <a:chOff x="250976" y="3172795"/>
              <a:chExt cx="2816107" cy="2269147"/>
            </a:xfrm>
          </p:grpSpPr>
          <p:sp>
            <p:nvSpPr>
              <p:cNvPr id="7" name="Freeform 6">
                <a:extLst>
                  <a:ext uri="{FF2B5EF4-FFF2-40B4-BE49-F238E27FC236}">
                    <a16:creationId xmlns:a16="http://schemas.microsoft.com/office/drawing/2014/main" id="{78D73C8B-E903-481D-A961-466A52789602}"/>
                  </a:ext>
                </a:extLst>
              </p:cNvPr>
              <p:cNvSpPr>
                <a:spLocks/>
              </p:cNvSpPr>
              <p:nvPr/>
            </p:nvSpPr>
            <p:spPr bwMode="auto">
              <a:xfrm>
                <a:off x="1183343" y="5113554"/>
                <a:ext cx="956653" cy="303046"/>
              </a:xfrm>
              <a:custGeom>
                <a:avLst/>
                <a:gdLst>
                  <a:gd name="T0" fmla="*/ 3037 w 3628"/>
                  <a:gd name="T1" fmla="*/ 0 h 1149"/>
                  <a:gd name="T2" fmla="*/ 1837 w 3628"/>
                  <a:gd name="T3" fmla="*/ 0 h 1149"/>
                  <a:gd name="T4" fmla="*/ 1792 w 3628"/>
                  <a:gd name="T5" fmla="*/ 0 h 1149"/>
                  <a:gd name="T6" fmla="*/ 591 w 3628"/>
                  <a:gd name="T7" fmla="*/ 0 h 1149"/>
                  <a:gd name="T8" fmla="*/ 592 w 3628"/>
                  <a:gd name="T9" fmla="*/ 108 h 1149"/>
                  <a:gd name="T10" fmla="*/ 594 w 3628"/>
                  <a:gd name="T11" fmla="*/ 214 h 1149"/>
                  <a:gd name="T12" fmla="*/ 598 w 3628"/>
                  <a:gd name="T13" fmla="*/ 317 h 1149"/>
                  <a:gd name="T14" fmla="*/ 600 w 3628"/>
                  <a:gd name="T15" fmla="*/ 419 h 1149"/>
                  <a:gd name="T16" fmla="*/ 600 w 3628"/>
                  <a:gd name="T17" fmla="*/ 468 h 1149"/>
                  <a:gd name="T18" fmla="*/ 599 w 3628"/>
                  <a:gd name="T19" fmla="*/ 516 h 1149"/>
                  <a:gd name="T20" fmla="*/ 597 w 3628"/>
                  <a:gd name="T21" fmla="*/ 564 h 1149"/>
                  <a:gd name="T22" fmla="*/ 594 w 3628"/>
                  <a:gd name="T23" fmla="*/ 610 h 1149"/>
                  <a:gd name="T24" fmla="*/ 590 w 3628"/>
                  <a:gd name="T25" fmla="*/ 654 h 1149"/>
                  <a:gd name="T26" fmla="*/ 584 w 3628"/>
                  <a:gd name="T27" fmla="*/ 698 h 1149"/>
                  <a:gd name="T28" fmla="*/ 576 w 3628"/>
                  <a:gd name="T29" fmla="*/ 740 h 1149"/>
                  <a:gd name="T30" fmla="*/ 567 w 3628"/>
                  <a:gd name="T31" fmla="*/ 780 h 1149"/>
                  <a:gd name="T32" fmla="*/ 554 w 3628"/>
                  <a:gd name="T33" fmla="*/ 820 h 1149"/>
                  <a:gd name="T34" fmla="*/ 540 w 3628"/>
                  <a:gd name="T35" fmla="*/ 857 h 1149"/>
                  <a:gd name="T36" fmla="*/ 524 w 3628"/>
                  <a:gd name="T37" fmla="*/ 892 h 1149"/>
                  <a:gd name="T38" fmla="*/ 504 w 3628"/>
                  <a:gd name="T39" fmla="*/ 925 h 1149"/>
                  <a:gd name="T40" fmla="*/ 482 w 3628"/>
                  <a:gd name="T41" fmla="*/ 958 h 1149"/>
                  <a:gd name="T42" fmla="*/ 458 w 3628"/>
                  <a:gd name="T43" fmla="*/ 986 h 1149"/>
                  <a:gd name="T44" fmla="*/ 429 w 3628"/>
                  <a:gd name="T45" fmla="*/ 1014 h 1149"/>
                  <a:gd name="T46" fmla="*/ 398 w 3628"/>
                  <a:gd name="T47" fmla="*/ 1039 h 1149"/>
                  <a:gd name="T48" fmla="*/ 363 w 3628"/>
                  <a:gd name="T49" fmla="*/ 1062 h 1149"/>
                  <a:gd name="T50" fmla="*/ 323 w 3628"/>
                  <a:gd name="T51" fmla="*/ 1081 h 1149"/>
                  <a:gd name="T52" fmla="*/ 281 w 3628"/>
                  <a:gd name="T53" fmla="*/ 1100 h 1149"/>
                  <a:gd name="T54" fmla="*/ 233 w 3628"/>
                  <a:gd name="T55" fmla="*/ 1115 h 1149"/>
                  <a:gd name="T56" fmla="*/ 182 w 3628"/>
                  <a:gd name="T57" fmla="*/ 1128 h 1149"/>
                  <a:gd name="T58" fmla="*/ 127 w 3628"/>
                  <a:gd name="T59" fmla="*/ 1137 h 1149"/>
                  <a:gd name="T60" fmla="*/ 66 w 3628"/>
                  <a:gd name="T61" fmla="*/ 1144 h 1149"/>
                  <a:gd name="T62" fmla="*/ 0 w 3628"/>
                  <a:gd name="T63" fmla="*/ 1149 h 1149"/>
                  <a:gd name="T64" fmla="*/ 1792 w 3628"/>
                  <a:gd name="T65" fmla="*/ 1149 h 1149"/>
                  <a:gd name="T66" fmla="*/ 1837 w 3628"/>
                  <a:gd name="T67" fmla="*/ 1149 h 1149"/>
                  <a:gd name="T68" fmla="*/ 3628 w 3628"/>
                  <a:gd name="T69" fmla="*/ 1149 h 1149"/>
                  <a:gd name="T70" fmla="*/ 3563 w 3628"/>
                  <a:gd name="T71" fmla="*/ 1144 h 1149"/>
                  <a:gd name="T72" fmla="*/ 3503 w 3628"/>
                  <a:gd name="T73" fmla="*/ 1137 h 1149"/>
                  <a:gd name="T74" fmla="*/ 3446 w 3628"/>
                  <a:gd name="T75" fmla="*/ 1128 h 1149"/>
                  <a:gd name="T76" fmla="*/ 3395 w 3628"/>
                  <a:gd name="T77" fmla="*/ 1115 h 1149"/>
                  <a:gd name="T78" fmla="*/ 3349 w 3628"/>
                  <a:gd name="T79" fmla="*/ 1100 h 1149"/>
                  <a:gd name="T80" fmla="*/ 3306 w 3628"/>
                  <a:gd name="T81" fmla="*/ 1081 h 1149"/>
                  <a:gd name="T82" fmla="*/ 3266 w 3628"/>
                  <a:gd name="T83" fmla="*/ 1062 h 1149"/>
                  <a:gd name="T84" fmla="*/ 3231 w 3628"/>
                  <a:gd name="T85" fmla="*/ 1039 h 1149"/>
                  <a:gd name="T86" fmla="*/ 3199 w 3628"/>
                  <a:gd name="T87" fmla="*/ 1014 h 1149"/>
                  <a:gd name="T88" fmla="*/ 3172 w 3628"/>
                  <a:gd name="T89" fmla="*/ 986 h 1149"/>
                  <a:gd name="T90" fmla="*/ 3146 w 3628"/>
                  <a:gd name="T91" fmla="*/ 958 h 1149"/>
                  <a:gd name="T92" fmla="*/ 3124 w 3628"/>
                  <a:gd name="T93" fmla="*/ 925 h 1149"/>
                  <a:gd name="T94" fmla="*/ 3104 w 3628"/>
                  <a:gd name="T95" fmla="*/ 892 h 1149"/>
                  <a:gd name="T96" fmla="*/ 3088 w 3628"/>
                  <a:gd name="T97" fmla="*/ 857 h 1149"/>
                  <a:gd name="T98" fmla="*/ 3074 w 3628"/>
                  <a:gd name="T99" fmla="*/ 820 h 1149"/>
                  <a:gd name="T100" fmla="*/ 3063 w 3628"/>
                  <a:gd name="T101" fmla="*/ 780 h 1149"/>
                  <a:gd name="T102" fmla="*/ 3053 w 3628"/>
                  <a:gd name="T103" fmla="*/ 740 h 1149"/>
                  <a:gd name="T104" fmla="*/ 3045 w 3628"/>
                  <a:gd name="T105" fmla="*/ 698 h 1149"/>
                  <a:gd name="T106" fmla="*/ 3040 w 3628"/>
                  <a:gd name="T107" fmla="*/ 654 h 1149"/>
                  <a:gd name="T108" fmla="*/ 3035 w 3628"/>
                  <a:gd name="T109" fmla="*/ 610 h 1149"/>
                  <a:gd name="T110" fmla="*/ 3031 w 3628"/>
                  <a:gd name="T111" fmla="*/ 564 h 1149"/>
                  <a:gd name="T112" fmla="*/ 3030 w 3628"/>
                  <a:gd name="T113" fmla="*/ 516 h 1149"/>
                  <a:gd name="T114" fmla="*/ 3029 w 3628"/>
                  <a:gd name="T115" fmla="*/ 468 h 1149"/>
                  <a:gd name="T116" fmla="*/ 3029 w 3628"/>
                  <a:gd name="T117" fmla="*/ 419 h 1149"/>
                  <a:gd name="T118" fmla="*/ 3030 w 3628"/>
                  <a:gd name="T119" fmla="*/ 317 h 1149"/>
                  <a:gd name="T120" fmla="*/ 3034 w 3628"/>
                  <a:gd name="T121" fmla="*/ 214 h 1149"/>
                  <a:gd name="T122" fmla="*/ 3036 w 3628"/>
                  <a:gd name="T123" fmla="*/ 108 h 1149"/>
                  <a:gd name="T124" fmla="*/ 3037 w 3628"/>
                  <a:gd name="T125" fmla="*/ 0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28" h="1149">
                    <a:moveTo>
                      <a:pt x="3037" y="0"/>
                    </a:moveTo>
                    <a:lnTo>
                      <a:pt x="1837" y="0"/>
                    </a:lnTo>
                    <a:lnTo>
                      <a:pt x="1792" y="0"/>
                    </a:lnTo>
                    <a:lnTo>
                      <a:pt x="591" y="0"/>
                    </a:lnTo>
                    <a:lnTo>
                      <a:pt x="592" y="108"/>
                    </a:lnTo>
                    <a:lnTo>
                      <a:pt x="594" y="214"/>
                    </a:lnTo>
                    <a:lnTo>
                      <a:pt x="598" y="317"/>
                    </a:lnTo>
                    <a:lnTo>
                      <a:pt x="600" y="419"/>
                    </a:lnTo>
                    <a:lnTo>
                      <a:pt x="600" y="468"/>
                    </a:lnTo>
                    <a:lnTo>
                      <a:pt x="599" y="516"/>
                    </a:lnTo>
                    <a:lnTo>
                      <a:pt x="597" y="564"/>
                    </a:lnTo>
                    <a:lnTo>
                      <a:pt x="594" y="610"/>
                    </a:lnTo>
                    <a:lnTo>
                      <a:pt x="590" y="654"/>
                    </a:lnTo>
                    <a:lnTo>
                      <a:pt x="584" y="698"/>
                    </a:lnTo>
                    <a:lnTo>
                      <a:pt x="576" y="740"/>
                    </a:lnTo>
                    <a:lnTo>
                      <a:pt x="567" y="780"/>
                    </a:lnTo>
                    <a:lnTo>
                      <a:pt x="554" y="820"/>
                    </a:lnTo>
                    <a:lnTo>
                      <a:pt x="540" y="857"/>
                    </a:lnTo>
                    <a:lnTo>
                      <a:pt x="524" y="892"/>
                    </a:lnTo>
                    <a:lnTo>
                      <a:pt x="504" y="925"/>
                    </a:lnTo>
                    <a:lnTo>
                      <a:pt x="482" y="958"/>
                    </a:lnTo>
                    <a:lnTo>
                      <a:pt x="458" y="986"/>
                    </a:lnTo>
                    <a:lnTo>
                      <a:pt x="429" y="1014"/>
                    </a:lnTo>
                    <a:lnTo>
                      <a:pt x="398" y="1039"/>
                    </a:lnTo>
                    <a:lnTo>
                      <a:pt x="363" y="1062"/>
                    </a:lnTo>
                    <a:lnTo>
                      <a:pt x="323" y="1081"/>
                    </a:lnTo>
                    <a:lnTo>
                      <a:pt x="281" y="1100"/>
                    </a:lnTo>
                    <a:lnTo>
                      <a:pt x="233" y="1115"/>
                    </a:lnTo>
                    <a:lnTo>
                      <a:pt x="182" y="1128"/>
                    </a:lnTo>
                    <a:lnTo>
                      <a:pt x="127" y="1137"/>
                    </a:lnTo>
                    <a:lnTo>
                      <a:pt x="66" y="1144"/>
                    </a:lnTo>
                    <a:lnTo>
                      <a:pt x="0" y="1149"/>
                    </a:lnTo>
                    <a:lnTo>
                      <a:pt x="1792" y="1149"/>
                    </a:lnTo>
                    <a:lnTo>
                      <a:pt x="1837" y="1149"/>
                    </a:lnTo>
                    <a:lnTo>
                      <a:pt x="3628" y="1149"/>
                    </a:lnTo>
                    <a:lnTo>
                      <a:pt x="3563" y="1144"/>
                    </a:lnTo>
                    <a:lnTo>
                      <a:pt x="3503" y="1137"/>
                    </a:lnTo>
                    <a:lnTo>
                      <a:pt x="3446" y="1128"/>
                    </a:lnTo>
                    <a:lnTo>
                      <a:pt x="3395" y="1115"/>
                    </a:lnTo>
                    <a:lnTo>
                      <a:pt x="3349" y="1100"/>
                    </a:lnTo>
                    <a:lnTo>
                      <a:pt x="3306" y="1081"/>
                    </a:lnTo>
                    <a:lnTo>
                      <a:pt x="3266" y="1062"/>
                    </a:lnTo>
                    <a:lnTo>
                      <a:pt x="3231" y="1039"/>
                    </a:lnTo>
                    <a:lnTo>
                      <a:pt x="3199" y="1014"/>
                    </a:lnTo>
                    <a:lnTo>
                      <a:pt x="3172" y="986"/>
                    </a:lnTo>
                    <a:lnTo>
                      <a:pt x="3146" y="958"/>
                    </a:lnTo>
                    <a:lnTo>
                      <a:pt x="3124" y="925"/>
                    </a:lnTo>
                    <a:lnTo>
                      <a:pt x="3104" y="892"/>
                    </a:lnTo>
                    <a:lnTo>
                      <a:pt x="3088" y="857"/>
                    </a:lnTo>
                    <a:lnTo>
                      <a:pt x="3074" y="820"/>
                    </a:lnTo>
                    <a:lnTo>
                      <a:pt x="3063" y="780"/>
                    </a:lnTo>
                    <a:lnTo>
                      <a:pt x="3053" y="740"/>
                    </a:lnTo>
                    <a:lnTo>
                      <a:pt x="3045" y="698"/>
                    </a:lnTo>
                    <a:lnTo>
                      <a:pt x="3040" y="654"/>
                    </a:lnTo>
                    <a:lnTo>
                      <a:pt x="3035" y="610"/>
                    </a:lnTo>
                    <a:lnTo>
                      <a:pt x="3031" y="564"/>
                    </a:lnTo>
                    <a:lnTo>
                      <a:pt x="3030" y="516"/>
                    </a:lnTo>
                    <a:lnTo>
                      <a:pt x="3029" y="468"/>
                    </a:lnTo>
                    <a:lnTo>
                      <a:pt x="3029" y="419"/>
                    </a:lnTo>
                    <a:lnTo>
                      <a:pt x="3030" y="317"/>
                    </a:lnTo>
                    <a:lnTo>
                      <a:pt x="3034" y="214"/>
                    </a:lnTo>
                    <a:lnTo>
                      <a:pt x="3036" y="108"/>
                    </a:lnTo>
                    <a:lnTo>
                      <a:pt x="3037" y="0"/>
                    </a:lnTo>
                    <a:close/>
                  </a:path>
                </a:pathLst>
              </a:custGeom>
              <a:gradFill flip="none" rotWithShape="1">
                <a:gsLst>
                  <a:gs pos="0">
                    <a:schemeClr val="bg1">
                      <a:lumMod val="75000"/>
                    </a:schemeClr>
                  </a:gs>
                  <a:gs pos="77000">
                    <a:schemeClr val="bg1">
                      <a:lumMod val="85000"/>
                    </a:schemeClr>
                  </a:gs>
                  <a:gs pos="37000">
                    <a:schemeClr val="bg1">
                      <a:lumMod val="85000"/>
                    </a:schemeClr>
                  </a:gs>
                  <a:gs pos="100000">
                    <a:schemeClr val="bg1">
                      <a:lumMod val="75000"/>
                    </a:scheme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C51F1CFE-0992-45CF-9817-FA2664DF5C60}"/>
                  </a:ext>
                </a:extLst>
              </p:cNvPr>
              <p:cNvSpPr>
                <a:spLocks/>
              </p:cNvSpPr>
              <p:nvPr/>
            </p:nvSpPr>
            <p:spPr bwMode="auto">
              <a:xfrm>
                <a:off x="1177008" y="5414488"/>
                <a:ext cx="969324" cy="27454"/>
              </a:xfrm>
              <a:custGeom>
                <a:avLst/>
                <a:gdLst>
                  <a:gd name="T0" fmla="*/ 53 w 3673"/>
                  <a:gd name="T1" fmla="*/ 0 h 105"/>
                  <a:gd name="T2" fmla="*/ 3621 w 3673"/>
                  <a:gd name="T3" fmla="*/ 0 h 105"/>
                  <a:gd name="T4" fmla="*/ 3631 w 3673"/>
                  <a:gd name="T5" fmla="*/ 2 h 105"/>
                  <a:gd name="T6" fmla="*/ 3640 w 3673"/>
                  <a:gd name="T7" fmla="*/ 5 h 105"/>
                  <a:gd name="T8" fmla="*/ 3650 w 3673"/>
                  <a:gd name="T9" fmla="*/ 10 h 105"/>
                  <a:gd name="T10" fmla="*/ 3658 w 3673"/>
                  <a:gd name="T11" fmla="*/ 15 h 105"/>
                  <a:gd name="T12" fmla="*/ 3664 w 3673"/>
                  <a:gd name="T13" fmla="*/ 24 h 105"/>
                  <a:gd name="T14" fmla="*/ 3668 w 3673"/>
                  <a:gd name="T15" fmla="*/ 33 h 105"/>
                  <a:gd name="T16" fmla="*/ 3672 w 3673"/>
                  <a:gd name="T17" fmla="*/ 42 h 105"/>
                  <a:gd name="T18" fmla="*/ 3673 w 3673"/>
                  <a:gd name="T19" fmla="*/ 53 h 105"/>
                  <a:gd name="T20" fmla="*/ 3673 w 3673"/>
                  <a:gd name="T21" fmla="*/ 53 h 105"/>
                  <a:gd name="T22" fmla="*/ 3672 w 3673"/>
                  <a:gd name="T23" fmla="*/ 63 h 105"/>
                  <a:gd name="T24" fmla="*/ 3668 w 3673"/>
                  <a:gd name="T25" fmla="*/ 73 h 105"/>
                  <a:gd name="T26" fmla="*/ 3664 w 3673"/>
                  <a:gd name="T27" fmla="*/ 81 h 105"/>
                  <a:gd name="T28" fmla="*/ 3658 w 3673"/>
                  <a:gd name="T29" fmla="*/ 90 h 105"/>
                  <a:gd name="T30" fmla="*/ 3650 w 3673"/>
                  <a:gd name="T31" fmla="*/ 95 h 105"/>
                  <a:gd name="T32" fmla="*/ 3640 w 3673"/>
                  <a:gd name="T33" fmla="*/ 100 h 105"/>
                  <a:gd name="T34" fmla="*/ 3631 w 3673"/>
                  <a:gd name="T35" fmla="*/ 103 h 105"/>
                  <a:gd name="T36" fmla="*/ 3621 w 3673"/>
                  <a:gd name="T37" fmla="*/ 105 h 105"/>
                  <a:gd name="T38" fmla="*/ 53 w 3673"/>
                  <a:gd name="T39" fmla="*/ 105 h 105"/>
                  <a:gd name="T40" fmla="*/ 42 w 3673"/>
                  <a:gd name="T41" fmla="*/ 103 h 105"/>
                  <a:gd name="T42" fmla="*/ 32 w 3673"/>
                  <a:gd name="T43" fmla="*/ 100 h 105"/>
                  <a:gd name="T44" fmla="*/ 24 w 3673"/>
                  <a:gd name="T45" fmla="*/ 95 h 105"/>
                  <a:gd name="T46" fmla="*/ 16 w 3673"/>
                  <a:gd name="T47" fmla="*/ 90 h 105"/>
                  <a:gd name="T48" fmla="*/ 9 w 3673"/>
                  <a:gd name="T49" fmla="*/ 81 h 105"/>
                  <a:gd name="T50" fmla="*/ 4 w 3673"/>
                  <a:gd name="T51" fmla="*/ 73 h 105"/>
                  <a:gd name="T52" fmla="*/ 2 w 3673"/>
                  <a:gd name="T53" fmla="*/ 63 h 105"/>
                  <a:gd name="T54" fmla="*/ 0 w 3673"/>
                  <a:gd name="T55" fmla="*/ 53 h 105"/>
                  <a:gd name="T56" fmla="*/ 0 w 3673"/>
                  <a:gd name="T57" fmla="*/ 53 h 105"/>
                  <a:gd name="T58" fmla="*/ 2 w 3673"/>
                  <a:gd name="T59" fmla="*/ 42 h 105"/>
                  <a:gd name="T60" fmla="*/ 4 w 3673"/>
                  <a:gd name="T61" fmla="*/ 33 h 105"/>
                  <a:gd name="T62" fmla="*/ 9 w 3673"/>
                  <a:gd name="T63" fmla="*/ 24 h 105"/>
                  <a:gd name="T64" fmla="*/ 16 w 3673"/>
                  <a:gd name="T65" fmla="*/ 15 h 105"/>
                  <a:gd name="T66" fmla="*/ 24 w 3673"/>
                  <a:gd name="T67" fmla="*/ 10 h 105"/>
                  <a:gd name="T68" fmla="*/ 32 w 3673"/>
                  <a:gd name="T69" fmla="*/ 5 h 105"/>
                  <a:gd name="T70" fmla="*/ 42 w 3673"/>
                  <a:gd name="T71" fmla="*/ 2 h 105"/>
                  <a:gd name="T72" fmla="*/ 53 w 3673"/>
                  <a:gd name="T7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73" h="105">
                    <a:moveTo>
                      <a:pt x="53" y="0"/>
                    </a:moveTo>
                    <a:lnTo>
                      <a:pt x="3621" y="0"/>
                    </a:lnTo>
                    <a:lnTo>
                      <a:pt x="3631" y="2"/>
                    </a:lnTo>
                    <a:lnTo>
                      <a:pt x="3640" y="5"/>
                    </a:lnTo>
                    <a:lnTo>
                      <a:pt x="3650" y="10"/>
                    </a:lnTo>
                    <a:lnTo>
                      <a:pt x="3658" y="15"/>
                    </a:lnTo>
                    <a:lnTo>
                      <a:pt x="3664" y="24"/>
                    </a:lnTo>
                    <a:lnTo>
                      <a:pt x="3668" y="33"/>
                    </a:lnTo>
                    <a:lnTo>
                      <a:pt x="3672" y="42"/>
                    </a:lnTo>
                    <a:lnTo>
                      <a:pt x="3673" y="53"/>
                    </a:lnTo>
                    <a:lnTo>
                      <a:pt x="3673" y="53"/>
                    </a:lnTo>
                    <a:lnTo>
                      <a:pt x="3672" y="63"/>
                    </a:lnTo>
                    <a:lnTo>
                      <a:pt x="3668" y="73"/>
                    </a:lnTo>
                    <a:lnTo>
                      <a:pt x="3664" y="81"/>
                    </a:lnTo>
                    <a:lnTo>
                      <a:pt x="3658" y="90"/>
                    </a:lnTo>
                    <a:lnTo>
                      <a:pt x="3650" y="95"/>
                    </a:lnTo>
                    <a:lnTo>
                      <a:pt x="3640" y="100"/>
                    </a:lnTo>
                    <a:lnTo>
                      <a:pt x="3631" y="103"/>
                    </a:lnTo>
                    <a:lnTo>
                      <a:pt x="3621" y="105"/>
                    </a:lnTo>
                    <a:lnTo>
                      <a:pt x="53" y="105"/>
                    </a:lnTo>
                    <a:lnTo>
                      <a:pt x="42" y="103"/>
                    </a:lnTo>
                    <a:lnTo>
                      <a:pt x="32" y="100"/>
                    </a:lnTo>
                    <a:lnTo>
                      <a:pt x="24" y="95"/>
                    </a:lnTo>
                    <a:lnTo>
                      <a:pt x="16" y="90"/>
                    </a:lnTo>
                    <a:lnTo>
                      <a:pt x="9" y="81"/>
                    </a:lnTo>
                    <a:lnTo>
                      <a:pt x="4" y="73"/>
                    </a:lnTo>
                    <a:lnTo>
                      <a:pt x="2" y="63"/>
                    </a:lnTo>
                    <a:lnTo>
                      <a:pt x="0" y="53"/>
                    </a:lnTo>
                    <a:lnTo>
                      <a:pt x="0" y="53"/>
                    </a:lnTo>
                    <a:lnTo>
                      <a:pt x="2" y="42"/>
                    </a:lnTo>
                    <a:lnTo>
                      <a:pt x="4" y="33"/>
                    </a:lnTo>
                    <a:lnTo>
                      <a:pt x="9" y="24"/>
                    </a:lnTo>
                    <a:lnTo>
                      <a:pt x="16" y="15"/>
                    </a:lnTo>
                    <a:lnTo>
                      <a:pt x="24" y="10"/>
                    </a:lnTo>
                    <a:lnTo>
                      <a:pt x="32" y="5"/>
                    </a:lnTo>
                    <a:lnTo>
                      <a:pt x="42" y="2"/>
                    </a:lnTo>
                    <a:lnTo>
                      <a:pt x="53" y="0"/>
                    </a:lnTo>
                    <a:close/>
                  </a:path>
                </a:pathLst>
              </a:custGeom>
              <a:gradFill>
                <a:gsLst>
                  <a:gs pos="0">
                    <a:schemeClr val="bg1">
                      <a:lumMod val="65000"/>
                    </a:schemeClr>
                  </a:gs>
                  <a:gs pos="44000">
                    <a:schemeClr val="bg1">
                      <a:lumMod val="85000"/>
                    </a:schemeClr>
                  </a:gs>
                  <a:gs pos="100000">
                    <a:schemeClr val="bg1">
                      <a:lumMod val="65000"/>
                    </a:schemeClr>
                  </a:gs>
                </a:gsLst>
                <a:lin ang="5400000" scaled="1"/>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
                <a:extLst>
                  <a:ext uri="{FF2B5EF4-FFF2-40B4-BE49-F238E27FC236}">
                    <a16:creationId xmlns:a16="http://schemas.microsoft.com/office/drawing/2014/main" id="{C8B4A190-66BB-4A49-A29B-2D6045F1F386}"/>
                  </a:ext>
                </a:extLst>
              </p:cNvPr>
              <p:cNvSpPr>
                <a:spLocks/>
              </p:cNvSpPr>
              <p:nvPr/>
            </p:nvSpPr>
            <p:spPr bwMode="auto">
              <a:xfrm>
                <a:off x="250976" y="3172795"/>
                <a:ext cx="2816107" cy="1952375"/>
              </a:xfrm>
              <a:custGeom>
                <a:avLst/>
                <a:gdLst>
                  <a:gd name="T0" fmla="*/ 10459 w 10666"/>
                  <a:gd name="T1" fmla="*/ 0 h 7397"/>
                  <a:gd name="T2" fmla="*/ 10500 w 10666"/>
                  <a:gd name="T3" fmla="*/ 5 h 7397"/>
                  <a:gd name="T4" fmla="*/ 10539 w 10666"/>
                  <a:gd name="T5" fmla="*/ 16 h 7397"/>
                  <a:gd name="T6" fmla="*/ 10575 w 10666"/>
                  <a:gd name="T7" fmla="*/ 36 h 7397"/>
                  <a:gd name="T8" fmla="*/ 10605 w 10666"/>
                  <a:gd name="T9" fmla="*/ 61 h 7397"/>
                  <a:gd name="T10" fmla="*/ 10630 w 10666"/>
                  <a:gd name="T11" fmla="*/ 91 h 7397"/>
                  <a:gd name="T12" fmla="*/ 10650 w 10666"/>
                  <a:gd name="T13" fmla="*/ 127 h 7397"/>
                  <a:gd name="T14" fmla="*/ 10661 w 10666"/>
                  <a:gd name="T15" fmla="*/ 166 h 7397"/>
                  <a:gd name="T16" fmla="*/ 10666 w 10666"/>
                  <a:gd name="T17" fmla="*/ 207 h 7397"/>
                  <a:gd name="T18" fmla="*/ 10665 w 10666"/>
                  <a:gd name="T19" fmla="*/ 7211 h 7397"/>
                  <a:gd name="T20" fmla="*/ 10657 w 10666"/>
                  <a:gd name="T21" fmla="*/ 7251 h 7397"/>
                  <a:gd name="T22" fmla="*/ 10641 w 10666"/>
                  <a:gd name="T23" fmla="*/ 7288 h 7397"/>
                  <a:gd name="T24" fmla="*/ 10619 w 10666"/>
                  <a:gd name="T25" fmla="*/ 7321 h 7397"/>
                  <a:gd name="T26" fmla="*/ 10591 w 10666"/>
                  <a:gd name="T27" fmla="*/ 7350 h 7397"/>
                  <a:gd name="T28" fmla="*/ 10557 w 10666"/>
                  <a:gd name="T29" fmla="*/ 7372 h 7397"/>
                  <a:gd name="T30" fmla="*/ 10520 w 10666"/>
                  <a:gd name="T31" fmla="*/ 7388 h 7397"/>
                  <a:gd name="T32" fmla="*/ 10480 w 10666"/>
                  <a:gd name="T33" fmla="*/ 7396 h 7397"/>
                  <a:gd name="T34" fmla="*/ 207 w 10666"/>
                  <a:gd name="T35" fmla="*/ 7397 h 7397"/>
                  <a:gd name="T36" fmla="*/ 165 w 10666"/>
                  <a:gd name="T37" fmla="*/ 7393 h 7397"/>
                  <a:gd name="T38" fmla="*/ 126 w 10666"/>
                  <a:gd name="T39" fmla="*/ 7381 h 7397"/>
                  <a:gd name="T40" fmla="*/ 91 w 10666"/>
                  <a:gd name="T41" fmla="*/ 7361 h 7397"/>
                  <a:gd name="T42" fmla="*/ 60 w 10666"/>
                  <a:gd name="T43" fmla="*/ 7336 h 7397"/>
                  <a:gd name="T44" fmla="*/ 34 w 10666"/>
                  <a:gd name="T45" fmla="*/ 7306 h 7397"/>
                  <a:gd name="T46" fmla="*/ 16 w 10666"/>
                  <a:gd name="T47" fmla="*/ 7270 h 7397"/>
                  <a:gd name="T48" fmla="*/ 3 w 10666"/>
                  <a:gd name="T49" fmla="*/ 7232 h 7397"/>
                  <a:gd name="T50" fmla="*/ 0 w 10666"/>
                  <a:gd name="T51" fmla="*/ 7190 h 7397"/>
                  <a:gd name="T52" fmla="*/ 1 w 10666"/>
                  <a:gd name="T53" fmla="*/ 186 h 7397"/>
                  <a:gd name="T54" fmla="*/ 9 w 10666"/>
                  <a:gd name="T55" fmla="*/ 146 h 7397"/>
                  <a:gd name="T56" fmla="*/ 24 w 10666"/>
                  <a:gd name="T57" fmla="*/ 109 h 7397"/>
                  <a:gd name="T58" fmla="*/ 47 w 10666"/>
                  <a:gd name="T59" fmla="*/ 75 h 7397"/>
                  <a:gd name="T60" fmla="*/ 75 w 10666"/>
                  <a:gd name="T61" fmla="*/ 47 h 7397"/>
                  <a:gd name="T62" fmla="*/ 108 w 10666"/>
                  <a:gd name="T63" fmla="*/ 25 h 7397"/>
                  <a:gd name="T64" fmla="*/ 146 w 10666"/>
                  <a:gd name="T65" fmla="*/ 9 h 7397"/>
                  <a:gd name="T66" fmla="*/ 186 w 10666"/>
                  <a:gd name="T67" fmla="*/ 1 h 7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66" h="7397">
                    <a:moveTo>
                      <a:pt x="207" y="0"/>
                    </a:moveTo>
                    <a:lnTo>
                      <a:pt x="10459" y="0"/>
                    </a:lnTo>
                    <a:lnTo>
                      <a:pt x="10480" y="1"/>
                    </a:lnTo>
                    <a:lnTo>
                      <a:pt x="10500" y="5"/>
                    </a:lnTo>
                    <a:lnTo>
                      <a:pt x="10520" y="9"/>
                    </a:lnTo>
                    <a:lnTo>
                      <a:pt x="10539" y="16"/>
                    </a:lnTo>
                    <a:lnTo>
                      <a:pt x="10557" y="25"/>
                    </a:lnTo>
                    <a:lnTo>
                      <a:pt x="10575" y="36"/>
                    </a:lnTo>
                    <a:lnTo>
                      <a:pt x="10591" y="47"/>
                    </a:lnTo>
                    <a:lnTo>
                      <a:pt x="10605" y="61"/>
                    </a:lnTo>
                    <a:lnTo>
                      <a:pt x="10619" y="75"/>
                    </a:lnTo>
                    <a:lnTo>
                      <a:pt x="10630" y="91"/>
                    </a:lnTo>
                    <a:lnTo>
                      <a:pt x="10641" y="109"/>
                    </a:lnTo>
                    <a:lnTo>
                      <a:pt x="10650" y="127"/>
                    </a:lnTo>
                    <a:lnTo>
                      <a:pt x="10657" y="146"/>
                    </a:lnTo>
                    <a:lnTo>
                      <a:pt x="10661" y="166"/>
                    </a:lnTo>
                    <a:lnTo>
                      <a:pt x="10665" y="186"/>
                    </a:lnTo>
                    <a:lnTo>
                      <a:pt x="10666" y="207"/>
                    </a:lnTo>
                    <a:lnTo>
                      <a:pt x="10666" y="7190"/>
                    </a:lnTo>
                    <a:lnTo>
                      <a:pt x="10665" y="7211"/>
                    </a:lnTo>
                    <a:lnTo>
                      <a:pt x="10661" y="7232"/>
                    </a:lnTo>
                    <a:lnTo>
                      <a:pt x="10657" y="7251"/>
                    </a:lnTo>
                    <a:lnTo>
                      <a:pt x="10650" y="7270"/>
                    </a:lnTo>
                    <a:lnTo>
                      <a:pt x="10641" y="7288"/>
                    </a:lnTo>
                    <a:lnTo>
                      <a:pt x="10630" y="7306"/>
                    </a:lnTo>
                    <a:lnTo>
                      <a:pt x="10619" y="7321"/>
                    </a:lnTo>
                    <a:lnTo>
                      <a:pt x="10605" y="7336"/>
                    </a:lnTo>
                    <a:lnTo>
                      <a:pt x="10591" y="7350"/>
                    </a:lnTo>
                    <a:lnTo>
                      <a:pt x="10575" y="7361"/>
                    </a:lnTo>
                    <a:lnTo>
                      <a:pt x="10557" y="7372"/>
                    </a:lnTo>
                    <a:lnTo>
                      <a:pt x="10539" y="7381"/>
                    </a:lnTo>
                    <a:lnTo>
                      <a:pt x="10520" y="7388"/>
                    </a:lnTo>
                    <a:lnTo>
                      <a:pt x="10500" y="7393"/>
                    </a:lnTo>
                    <a:lnTo>
                      <a:pt x="10480" y="7396"/>
                    </a:lnTo>
                    <a:lnTo>
                      <a:pt x="10459" y="7397"/>
                    </a:lnTo>
                    <a:lnTo>
                      <a:pt x="207" y="7397"/>
                    </a:lnTo>
                    <a:lnTo>
                      <a:pt x="186" y="7396"/>
                    </a:lnTo>
                    <a:lnTo>
                      <a:pt x="165" y="7393"/>
                    </a:lnTo>
                    <a:lnTo>
                      <a:pt x="146" y="7388"/>
                    </a:lnTo>
                    <a:lnTo>
                      <a:pt x="126" y="7381"/>
                    </a:lnTo>
                    <a:lnTo>
                      <a:pt x="108" y="7372"/>
                    </a:lnTo>
                    <a:lnTo>
                      <a:pt x="91" y="7361"/>
                    </a:lnTo>
                    <a:lnTo>
                      <a:pt x="75" y="7350"/>
                    </a:lnTo>
                    <a:lnTo>
                      <a:pt x="60" y="7336"/>
                    </a:lnTo>
                    <a:lnTo>
                      <a:pt x="47" y="7321"/>
                    </a:lnTo>
                    <a:lnTo>
                      <a:pt x="34" y="7306"/>
                    </a:lnTo>
                    <a:lnTo>
                      <a:pt x="24" y="7288"/>
                    </a:lnTo>
                    <a:lnTo>
                      <a:pt x="16" y="7270"/>
                    </a:lnTo>
                    <a:lnTo>
                      <a:pt x="9" y="7251"/>
                    </a:lnTo>
                    <a:lnTo>
                      <a:pt x="3" y="7232"/>
                    </a:lnTo>
                    <a:lnTo>
                      <a:pt x="1" y="7211"/>
                    </a:lnTo>
                    <a:lnTo>
                      <a:pt x="0" y="7190"/>
                    </a:lnTo>
                    <a:lnTo>
                      <a:pt x="0" y="207"/>
                    </a:lnTo>
                    <a:lnTo>
                      <a:pt x="1" y="186"/>
                    </a:lnTo>
                    <a:lnTo>
                      <a:pt x="3" y="166"/>
                    </a:lnTo>
                    <a:lnTo>
                      <a:pt x="9" y="146"/>
                    </a:lnTo>
                    <a:lnTo>
                      <a:pt x="16" y="127"/>
                    </a:lnTo>
                    <a:lnTo>
                      <a:pt x="24" y="109"/>
                    </a:lnTo>
                    <a:lnTo>
                      <a:pt x="34" y="91"/>
                    </a:lnTo>
                    <a:lnTo>
                      <a:pt x="47" y="75"/>
                    </a:lnTo>
                    <a:lnTo>
                      <a:pt x="60" y="61"/>
                    </a:lnTo>
                    <a:lnTo>
                      <a:pt x="75" y="47"/>
                    </a:lnTo>
                    <a:lnTo>
                      <a:pt x="91" y="36"/>
                    </a:lnTo>
                    <a:lnTo>
                      <a:pt x="108" y="25"/>
                    </a:lnTo>
                    <a:lnTo>
                      <a:pt x="126" y="16"/>
                    </a:lnTo>
                    <a:lnTo>
                      <a:pt x="146" y="9"/>
                    </a:lnTo>
                    <a:lnTo>
                      <a:pt x="165" y="5"/>
                    </a:lnTo>
                    <a:lnTo>
                      <a:pt x="186" y="1"/>
                    </a:lnTo>
                    <a:lnTo>
                      <a:pt x="207" y="0"/>
                    </a:lnTo>
                    <a:close/>
                  </a:path>
                </a:pathLst>
              </a:cu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9">
                <a:extLst>
                  <a:ext uri="{FF2B5EF4-FFF2-40B4-BE49-F238E27FC236}">
                    <a16:creationId xmlns:a16="http://schemas.microsoft.com/office/drawing/2014/main" id="{1CAADFC5-CA49-46DA-B50A-7B02EC177553}"/>
                  </a:ext>
                </a:extLst>
              </p:cNvPr>
              <p:cNvSpPr>
                <a:spLocks/>
              </p:cNvSpPr>
              <p:nvPr/>
            </p:nvSpPr>
            <p:spPr bwMode="auto">
              <a:xfrm>
                <a:off x="250976" y="3172795"/>
                <a:ext cx="2816107" cy="1698957"/>
              </a:xfrm>
              <a:custGeom>
                <a:avLst/>
                <a:gdLst>
                  <a:gd name="T0" fmla="*/ 207 w 10666"/>
                  <a:gd name="T1" fmla="*/ 0 h 6436"/>
                  <a:gd name="T2" fmla="*/ 10459 w 10666"/>
                  <a:gd name="T3" fmla="*/ 0 h 6436"/>
                  <a:gd name="T4" fmla="*/ 10480 w 10666"/>
                  <a:gd name="T5" fmla="*/ 1 h 6436"/>
                  <a:gd name="T6" fmla="*/ 10500 w 10666"/>
                  <a:gd name="T7" fmla="*/ 5 h 6436"/>
                  <a:gd name="T8" fmla="*/ 10520 w 10666"/>
                  <a:gd name="T9" fmla="*/ 9 h 6436"/>
                  <a:gd name="T10" fmla="*/ 10539 w 10666"/>
                  <a:gd name="T11" fmla="*/ 16 h 6436"/>
                  <a:gd name="T12" fmla="*/ 10557 w 10666"/>
                  <a:gd name="T13" fmla="*/ 25 h 6436"/>
                  <a:gd name="T14" fmla="*/ 10575 w 10666"/>
                  <a:gd name="T15" fmla="*/ 36 h 6436"/>
                  <a:gd name="T16" fmla="*/ 10591 w 10666"/>
                  <a:gd name="T17" fmla="*/ 47 h 6436"/>
                  <a:gd name="T18" fmla="*/ 10605 w 10666"/>
                  <a:gd name="T19" fmla="*/ 61 h 6436"/>
                  <a:gd name="T20" fmla="*/ 10619 w 10666"/>
                  <a:gd name="T21" fmla="*/ 75 h 6436"/>
                  <a:gd name="T22" fmla="*/ 10630 w 10666"/>
                  <a:gd name="T23" fmla="*/ 91 h 6436"/>
                  <a:gd name="T24" fmla="*/ 10641 w 10666"/>
                  <a:gd name="T25" fmla="*/ 109 h 6436"/>
                  <a:gd name="T26" fmla="*/ 10650 w 10666"/>
                  <a:gd name="T27" fmla="*/ 127 h 6436"/>
                  <a:gd name="T28" fmla="*/ 10657 w 10666"/>
                  <a:gd name="T29" fmla="*/ 146 h 6436"/>
                  <a:gd name="T30" fmla="*/ 10661 w 10666"/>
                  <a:gd name="T31" fmla="*/ 166 h 6436"/>
                  <a:gd name="T32" fmla="*/ 10665 w 10666"/>
                  <a:gd name="T33" fmla="*/ 186 h 6436"/>
                  <a:gd name="T34" fmla="*/ 10666 w 10666"/>
                  <a:gd name="T35" fmla="*/ 207 h 6436"/>
                  <a:gd name="T36" fmla="*/ 10666 w 10666"/>
                  <a:gd name="T37" fmla="*/ 6436 h 6436"/>
                  <a:gd name="T38" fmla="*/ 0 w 10666"/>
                  <a:gd name="T39" fmla="*/ 6436 h 6436"/>
                  <a:gd name="T40" fmla="*/ 0 w 10666"/>
                  <a:gd name="T41" fmla="*/ 207 h 6436"/>
                  <a:gd name="T42" fmla="*/ 1 w 10666"/>
                  <a:gd name="T43" fmla="*/ 186 h 6436"/>
                  <a:gd name="T44" fmla="*/ 3 w 10666"/>
                  <a:gd name="T45" fmla="*/ 166 h 6436"/>
                  <a:gd name="T46" fmla="*/ 9 w 10666"/>
                  <a:gd name="T47" fmla="*/ 146 h 6436"/>
                  <a:gd name="T48" fmla="*/ 16 w 10666"/>
                  <a:gd name="T49" fmla="*/ 127 h 6436"/>
                  <a:gd name="T50" fmla="*/ 24 w 10666"/>
                  <a:gd name="T51" fmla="*/ 109 h 6436"/>
                  <a:gd name="T52" fmla="*/ 34 w 10666"/>
                  <a:gd name="T53" fmla="*/ 91 h 6436"/>
                  <a:gd name="T54" fmla="*/ 47 w 10666"/>
                  <a:gd name="T55" fmla="*/ 75 h 6436"/>
                  <a:gd name="T56" fmla="*/ 60 w 10666"/>
                  <a:gd name="T57" fmla="*/ 61 h 6436"/>
                  <a:gd name="T58" fmla="*/ 75 w 10666"/>
                  <a:gd name="T59" fmla="*/ 47 h 6436"/>
                  <a:gd name="T60" fmla="*/ 91 w 10666"/>
                  <a:gd name="T61" fmla="*/ 36 h 6436"/>
                  <a:gd name="T62" fmla="*/ 108 w 10666"/>
                  <a:gd name="T63" fmla="*/ 25 h 6436"/>
                  <a:gd name="T64" fmla="*/ 126 w 10666"/>
                  <a:gd name="T65" fmla="*/ 16 h 6436"/>
                  <a:gd name="T66" fmla="*/ 146 w 10666"/>
                  <a:gd name="T67" fmla="*/ 9 h 6436"/>
                  <a:gd name="T68" fmla="*/ 165 w 10666"/>
                  <a:gd name="T69" fmla="*/ 5 h 6436"/>
                  <a:gd name="T70" fmla="*/ 186 w 10666"/>
                  <a:gd name="T71" fmla="*/ 1 h 6436"/>
                  <a:gd name="T72" fmla="*/ 207 w 10666"/>
                  <a:gd name="T73" fmla="*/ 0 h 6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666" h="6436">
                    <a:moveTo>
                      <a:pt x="207" y="0"/>
                    </a:moveTo>
                    <a:lnTo>
                      <a:pt x="10459" y="0"/>
                    </a:lnTo>
                    <a:lnTo>
                      <a:pt x="10480" y="1"/>
                    </a:lnTo>
                    <a:lnTo>
                      <a:pt x="10500" y="5"/>
                    </a:lnTo>
                    <a:lnTo>
                      <a:pt x="10520" y="9"/>
                    </a:lnTo>
                    <a:lnTo>
                      <a:pt x="10539" y="16"/>
                    </a:lnTo>
                    <a:lnTo>
                      <a:pt x="10557" y="25"/>
                    </a:lnTo>
                    <a:lnTo>
                      <a:pt x="10575" y="36"/>
                    </a:lnTo>
                    <a:lnTo>
                      <a:pt x="10591" y="47"/>
                    </a:lnTo>
                    <a:lnTo>
                      <a:pt x="10605" y="61"/>
                    </a:lnTo>
                    <a:lnTo>
                      <a:pt x="10619" y="75"/>
                    </a:lnTo>
                    <a:lnTo>
                      <a:pt x="10630" y="91"/>
                    </a:lnTo>
                    <a:lnTo>
                      <a:pt x="10641" y="109"/>
                    </a:lnTo>
                    <a:lnTo>
                      <a:pt x="10650" y="127"/>
                    </a:lnTo>
                    <a:lnTo>
                      <a:pt x="10657" y="146"/>
                    </a:lnTo>
                    <a:lnTo>
                      <a:pt x="10661" y="166"/>
                    </a:lnTo>
                    <a:lnTo>
                      <a:pt x="10665" y="186"/>
                    </a:lnTo>
                    <a:lnTo>
                      <a:pt x="10666" y="207"/>
                    </a:lnTo>
                    <a:lnTo>
                      <a:pt x="10666" y="6436"/>
                    </a:lnTo>
                    <a:lnTo>
                      <a:pt x="0" y="6436"/>
                    </a:lnTo>
                    <a:lnTo>
                      <a:pt x="0" y="207"/>
                    </a:lnTo>
                    <a:lnTo>
                      <a:pt x="1" y="186"/>
                    </a:lnTo>
                    <a:lnTo>
                      <a:pt x="3" y="166"/>
                    </a:lnTo>
                    <a:lnTo>
                      <a:pt x="9" y="146"/>
                    </a:lnTo>
                    <a:lnTo>
                      <a:pt x="16" y="127"/>
                    </a:lnTo>
                    <a:lnTo>
                      <a:pt x="24" y="109"/>
                    </a:lnTo>
                    <a:lnTo>
                      <a:pt x="34" y="91"/>
                    </a:lnTo>
                    <a:lnTo>
                      <a:pt x="47" y="75"/>
                    </a:lnTo>
                    <a:lnTo>
                      <a:pt x="60" y="61"/>
                    </a:lnTo>
                    <a:lnTo>
                      <a:pt x="75" y="47"/>
                    </a:lnTo>
                    <a:lnTo>
                      <a:pt x="91" y="36"/>
                    </a:lnTo>
                    <a:lnTo>
                      <a:pt x="108" y="25"/>
                    </a:lnTo>
                    <a:lnTo>
                      <a:pt x="126" y="16"/>
                    </a:lnTo>
                    <a:lnTo>
                      <a:pt x="146" y="9"/>
                    </a:lnTo>
                    <a:lnTo>
                      <a:pt x="165" y="5"/>
                    </a:lnTo>
                    <a:lnTo>
                      <a:pt x="186" y="1"/>
                    </a:lnTo>
                    <a:lnTo>
                      <a:pt x="207" y="0"/>
                    </a:lnTo>
                    <a:close/>
                  </a:path>
                </a:pathLst>
              </a:custGeom>
              <a:solidFill>
                <a:schemeClr val="tx1">
                  <a:lumMod val="95000"/>
                  <a:lumOff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0">
                <a:extLst>
                  <a:ext uri="{FF2B5EF4-FFF2-40B4-BE49-F238E27FC236}">
                    <a16:creationId xmlns:a16="http://schemas.microsoft.com/office/drawing/2014/main" id="{AB59A166-A6DB-4CFF-946D-70025A3A7583}"/>
                  </a:ext>
                </a:extLst>
              </p:cNvPr>
              <p:cNvSpPr>
                <a:spLocks noChangeArrowheads="1"/>
              </p:cNvSpPr>
              <p:nvPr/>
            </p:nvSpPr>
            <p:spPr bwMode="auto">
              <a:xfrm>
                <a:off x="354455" y="3282609"/>
                <a:ext cx="2610205" cy="1479328"/>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Rectangle 11">
                <a:extLst>
                  <a:ext uri="{FF2B5EF4-FFF2-40B4-BE49-F238E27FC236}">
                    <a16:creationId xmlns:a16="http://schemas.microsoft.com/office/drawing/2014/main" id="{8D491658-83C4-441D-B004-DB1EAC82670B}"/>
                  </a:ext>
                </a:extLst>
              </p:cNvPr>
              <p:cNvSpPr>
                <a:spLocks noChangeArrowheads="1"/>
              </p:cNvSpPr>
              <p:nvPr/>
            </p:nvSpPr>
            <p:spPr bwMode="auto">
              <a:xfrm>
                <a:off x="354455" y="3282609"/>
                <a:ext cx="2610205" cy="27454"/>
              </a:xfrm>
              <a:prstGeom prst="rect">
                <a:avLst/>
              </a:pr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24">
                <a:extLst>
                  <a:ext uri="{FF2B5EF4-FFF2-40B4-BE49-F238E27FC236}">
                    <a16:creationId xmlns:a16="http://schemas.microsoft.com/office/drawing/2014/main" id="{6CD23285-5336-4C45-B1EE-8DA1F3CAA48E}"/>
                  </a:ext>
                </a:extLst>
              </p:cNvPr>
              <p:cNvSpPr>
                <a:spLocks/>
              </p:cNvSpPr>
              <p:nvPr/>
            </p:nvSpPr>
            <p:spPr bwMode="auto">
              <a:xfrm>
                <a:off x="1505395" y="3189690"/>
                <a:ext cx="1547961" cy="1665168"/>
              </a:xfrm>
              <a:custGeom>
                <a:avLst/>
                <a:gdLst>
                  <a:gd name="T0" fmla="*/ 3815 w 5865"/>
                  <a:gd name="T1" fmla="*/ 0 h 6311"/>
                  <a:gd name="T2" fmla="*/ 5660 w 5865"/>
                  <a:gd name="T3" fmla="*/ 0 h 6311"/>
                  <a:gd name="T4" fmla="*/ 5681 w 5865"/>
                  <a:gd name="T5" fmla="*/ 1 h 6311"/>
                  <a:gd name="T6" fmla="*/ 5702 w 5865"/>
                  <a:gd name="T7" fmla="*/ 4 h 6311"/>
                  <a:gd name="T8" fmla="*/ 5721 w 5865"/>
                  <a:gd name="T9" fmla="*/ 9 h 6311"/>
                  <a:gd name="T10" fmla="*/ 5740 w 5865"/>
                  <a:gd name="T11" fmla="*/ 16 h 6311"/>
                  <a:gd name="T12" fmla="*/ 5758 w 5865"/>
                  <a:gd name="T13" fmla="*/ 24 h 6311"/>
                  <a:gd name="T14" fmla="*/ 5775 w 5865"/>
                  <a:gd name="T15" fmla="*/ 34 h 6311"/>
                  <a:gd name="T16" fmla="*/ 5791 w 5865"/>
                  <a:gd name="T17" fmla="*/ 46 h 6311"/>
                  <a:gd name="T18" fmla="*/ 5805 w 5865"/>
                  <a:gd name="T19" fmla="*/ 60 h 6311"/>
                  <a:gd name="T20" fmla="*/ 5819 w 5865"/>
                  <a:gd name="T21" fmla="*/ 74 h 6311"/>
                  <a:gd name="T22" fmla="*/ 5830 w 5865"/>
                  <a:gd name="T23" fmla="*/ 90 h 6311"/>
                  <a:gd name="T24" fmla="*/ 5841 w 5865"/>
                  <a:gd name="T25" fmla="*/ 106 h 6311"/>
                  <a:gd name="T26" fmla="*/ 5849 w 5865"/>
                  <a:gd name="T27" fmla="*/ 125 h 6311"/>
                  <a:gd name="T28" fmla="*/ 5856 w 5865"/>
                  <a:gd name="T29" fmla="*/ 143 h 6311"/>
                  <a:gd name="T30" fmla="*/ 5861 w 5865"/>
                  <a:gd name="T31" fmla="*/ 163 h 6311"/>
                  <a:gd name="T32" fmla="*/ 5864 w 5865"/>
                  <a:gd name="T33" fmla="*/ 182 h 6311"/>
                  <a:gd name="T34" fmla="*/ 5865 w 5865"/>
                  <a:gd name="T35" fmla="*/ 203 h 6311"/>
                  <a:gd name="T36" fmla="*/ 5865 w 5865"/>
                  <a:gd name="T37" fmla="*/ 6311 h 6311"/>
                  <a:gd name="T38" fmla="*/ 0 w 5865"/>
                  <a:gd name="T39" fmla="*/ 6311 h 6311"/>
                  <a:gd name="T40" fmla="*/ 3815 w 5865"/>
                  <a:gd name="T41" fmla="*/ 0 h 6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865" h="6311">
                    <a:moveTo>
                      <a:pt x="3815" y="0"/>
                    </a:moveTo>
                    <a:lnTo>
                      <a:pt x="5660" y="0"/>
                    </a:lnTo>
                    <a:lnTo>
                      <a:pt x="5681" y="1"/>
                    </a:lnTo>
                    <a:lnTo>
                      <a:pt x="5702" y="4"/>
                    </a:lnTo>
                    <a:lnTo>
                      <a:pt x="5721" y="9"/>
                    </a:lnTo>
                    <a:lnTo>
                      <a:pt x="5740" y="16"/>
                    </a:lnTo>
                    <a:lnTo>
                      <a:pt x="5758" y="24"/>
                    </a:lnTo>
                    <a:lnTo>
                      <a:pt x="5775" y="34"/>
                    </a:lnTo>
                    <a:lnTo>
                      <a:pt x="5791" y="46"/>
                    </a:lnTo>
                    <a:lnTo>
                      <a:pt x="5805" y="60"/>
                    </a:lnTo>
                    <a:lnTo>
                      <a:pt x="5819" y="74"/>
                    </a:lnTo>
                    <a:lnTo>
                      <a:pt x="5830" y="90"/>
                    </a:lnTo>
                    <a:lnTo>
                      <a:pt x="5841" y="106"/>
                    </a:lnTo>
                    <a:lnTo>
                      <a:pt x="5849" y="125"/>
                    </a:lnTo>
                    <a:lnTo>
                      <a:pt x="5856" y="143"/>
                    </a:lnTo>
                    <a:lnTo>
                      <a:pt x="5861" y="163"/>
                    </a:lnTo>
                    <a:lnTo>
                      <a:pt x="5864" y="182"/>
                    </a:lnTo>
                    <a:lnTo>
                      <a:pt x="5865" y="203"/>
                    </a:lnTo>
                    <a:lnTo>
                      <a:pt x="5865" y="6311"/>
                    </a:lnTo>
                    <a:lnTo>
                      <a:pt x="0" y="6311"/>
                    </a:lnTo>
                    <a:lnTo>
                      <a:pt x="3815" y="0"/>
                    </a:lnTo>
                    <a:close/>
                  </a:path>
                </a:pathLst>
              </a:custGeom>
              <a:gradFill>
                <a:gsLst>
                  <a:gs pos="0">
                    <a:schemeClr val="bg1">
                      <a:alpha val="36000"/>
                    </a:schemeClr>
                  </a:gs>
                  <a:gs pos="50000">
                    <a:schemeClr val="bg1">
                      <a:alpha val="13000"/>
                    </a:schemeClr>
                  </a:gs>
                  <a:gs pos="100000">
                    <a:schemeClr val="accent1">
                      <a:tint val="23500"/>
                      <a:satMod val="160000"/>
                      <a:alpha val="0"/>
                    </a:schemeClr>
                  </a:gs>
                </a:gsLst>
                <a:lin ang="5400000" scaled="0"/>
              </a:gradFill>
              <a:ln>
                <a:noFill/>
              </a:ln>
            </p:spPr>
            <p:txBody>
              <a:bodyPr vert="horz" wrap="square" lIns="91440" tIns="45720" rIns="91440" bIns="45720" numCol="1" anchor="t" anchorCtr="0" compatLnSpc="1">
                <a:prstTxWarp prst="textNoShape">
                  <a:avLst/>
                </a:prstTxWarp>
              </a:bodyPr>
              <a:lstStyle/>
              <a:p>
                <a:endParaRPr lang="en-US"/>
              </a:p>
            </p:txBody>
          </p:sp>
        </p:grpSp>
        <p:pic>
          <p:nvPicPr>
            <p:cNvPr id="9" name="Grafik 8">
              <a:hlinkClick r:id="rId6"/>
              <a:extLst>
                <a:ext uri="{FF2B5EF4-FFF2-40B4-BE49-F238E27FC236}">
                  <a16:creationId xmlns:a16="http://schemas.microsoft.com/office/drawing/2014/main" id="{EF97488E-D7EA-44F3-9130-2FFE2D05A0C3}"/>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789774" y="674334"/>
              <a:ext cx="6907390" cy="3914749"/>
            </a:xfrm>
            <a:prstGeom prst="rect">
              <a:avLst/>
            </a:prstGeom>
            <a:effectLst>
              <a:innerShdw blurRad="190500">
                <a:schemeClr val="tx2">
                  <a:alpha val="50000"/>
                </a:schemeClr>
              </a:innerShdw>
            </a:effectLst>
          </p:spPr>
        </p:pic>
      </p:grpSp>
      <p:sp>
        <p:nvSpPr>
          <p:cNvPr id="28" name="Titel 4">
            <a:extLst>
              <a:ext uri="{FF2B5EF4-FFF2-40B4-BE49-F238E27FC236}">
                <a16:creationId xmlns:a16="http://schemas.microsoft.com/office/drawing/2014/main" id="{D6578A10-2661-42A0-9D5C-E8EAD7A7ECFA}"/>
              </a:ext>
            </a:extLst>
          </p:cNvPr>
          <p:cNvSpPr txBox="1">
            <a:spLocks/>
          </p:cNvSpPr>
          <p:nvPr/>
        </p:nvSpPr>
        <p:spPr>
          <a:xfrm>
            <a:off x="8846016" y="2760890"/>
            <a:ext cx="2830045" cy="1828193"/>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lang="en-US" sz="3200" b="1" kern="1200" cap="all" baseline="0" dirty="0">
                <a:solidFill>
                  <a:schemeClr val="tx2"/>
                </a:solidFill>
                <a:latin typeface="+mn-lt"/>
                <a:ea typeface="+mj-ea"/>
                <a:cs typeface="+mj-cs"/>
              </a:defRPr>
            </a:lvl1pPr>
          </a:lstStyle>
          <a:p>
            <a:r>
              <a:rPr lang="de-DE" sz="4400" dirty="0"/>
              <a:t>UNSERE KUNDEN in DACH</a:t>
            </a:r>
          </a:p>
        </p:txBody>
      </p:sp>
      <p:cxnSp>
        <p:nvCxnSpPr>
          <p:cNvPr id="4" name="Straight Connector 3">
            <a:extLst>
              <a:ext uri="{FF2B5EF4-FFF2-40B4-BE49-F238E27FC236}">
                <a16:creationId xmlns:a16="http://schemas.microsoft.com/office/drawing/2014/main" id="{70B2852B-C2AE-41DD-8F7A-C1F1197325F6}"/>
              </a:ext>
            </a:extLst>
          </p:cNvPr>
          <p:cNvCxnSpPr>
            <a:cxnSpLocks/>
          </p:cNvCxnSpPr>
          <p:nvPr/>
        </p:nvCxnSpPr>
        <p:spPr bwMode="gray">
          <a:xfrm>
            <a:off x="8850344" y="4857442"/>
            <a:ext cx="2846733"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69F89320-19C9-4D95-BCF6-34FDD352A473}"/>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846016" y="1746973"/>
            <a:ext cx="745558" cy="745558"/>
          </a:xfrm>
          <a:prstGeom prst="rect">
            <a:avLst/>
          </a:prstGeom>
        </p:spPr>
      </p:pic>
      <p:sp>
        <p:nvSpPr>
          <p:cNvPr id="3" name="Footer Placeholder 4">
            <a:extLst>
              <a:ext uri="{FF2B5EF4-FFF2-40B4-BE49-F238E27FC236}">
                <a16:creationId xmlns:a16="http://schemas.microsoft.com/office/drawing/2014/main" id="{D5A6C2FB-AC49-664F-EF1D-33F958BE57AF}"/>
              </a:ext>
            </a:extLst>
          </p:cNvPr>
          <p:cNvSpPr>
            <a:spLocks noGrp="1"/>
          </p:cNvSpPr>
          <p:nvPr>
            <p:ph type="ftr" sz="quarter" idx="11"/>
            <p:custDataLst>
              <p:tags r:id="rId3"/>
            </p:custDataLst>
          </p:nvPr>
        </p:nvSpPr>
        <p:spPr>
          <a:xfrm>
            <a:off x="4038600" y="6356350"/>
            <a:ext cx="2600739" cy="501650"/>
          </a:xfrm>
        </p:spPr>
        <p:txBody>
          <a:bodyPr/>
          <a:lstStyle/>
          <a:p>
            <a:r>
              <a:rPr lang="en-GB" dirty="0"/>
              <a:t>©ERA Group</a:t>
            </a:r>
          </a:p>
        </p:txBody>
      </p:sp>
    </p:spTree>
    <p:custDataLst>
      <p:custData r:id="rId1"/>
      <p:custData r:id="rId2"/>
    </p:custDataLst>
    <p:extLst>
      <p:ext uri="{BB962C8B-B14F-4D97-AF65-F5344CB8AC3E}">
        <p14:creationId xmlns:p14="http://schemas.microsoft.com/office/powerpoint/2010/main" val="1394714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73E3EAA3-A5FE-C5B7-D367-C6BEAAE9A35B}"/>
              </a:ext>
            </a:extLst>
          </p:cNvPr>
          <p:cNvGrpSpPr>
            <a:grpSpLocks noGrp="1" noUngrp="1" noRot="1" noMove="1" noResize="1"/>
          </p:cNvGrpSpPr>
          <p:nvPr/>
        </p:nvGrpSpPr>
        <p:grpSpPr>
          <a:xfrm>
            <a:off x="0" y="1884118"/>
            <a:ext cx="12192000" cy="3089764"/>
            <a:chOff x="0" y="1935420"/>
            <a:chExt cx="12192000" cy="3089764"/>
          </a:xfrm>
          <a:solidFill>
            <a:schemeClr val="accent2"/>
          </a:solidFill>
        </p:grpSpPr>
        <p:pic>
          <p:nvPicPr>
            <p:cNvPr id="61" name="Picture 3">
              <a:extLst>
                <a:ext uri="{FF2B5EF4-FFF2-40B4-BE49-F238E27FC236}">
                  <a16:creationId xmlns:a16="http://schemas.microsoft.com/office/drawing/2014/main" id="{B0A90B0F-61E1-8146-1993-FF338B26E8DE}"/>
                </a:ext>
              </a:extLst>
            </p:cNvPr>
            <p:cNvPicPr>
              <a:picLocks noGrp="1" noRot="1" noChangeAspect="1" noMove="1" noResize="1" noEditPoints="1" noAdjustHandles="1" noChangeArrowheads="1" noChangeShapeType="1" noCrop="1"/>
            </p:cNvPicPr>
            <p:nvPr/>
          </p:nvPicPr>
          <p:blipFill rotWithShape="1">
            <a:blip r:embed="rId6" cstate="screen">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rcRect/>
            <a:stretch/>
          </p:blipFill>
          <p:spPr>
            <a:xfrm>
              <a:off x="0" y="1935420"/>
              <a:ext cx="12192000" cy="3089763"/>
            </a:xfrm>
            <a:prstGeom prst="rect">
              <a:avLst/>
            </a:prstGeom>
            <a:grpFill/>
          </p:spPr>
        </p:pic>
        <p:sp>
          <p:nvSpPr>
            <p:cNvPr id="60" name="Rectangle 59">
              <a:extLst>
                <a:ext uri="{FF2B5EF4-FFF2-40B4-BE49-F238E27FC236}">
                  <a16:creationId xmlns:a16="http://schemas.microsoft.com/office/drawing/2014/main" id="{2DBCD080-41A6-827D-3BFE-0E2C97A71394}"/>
                </a:ext>
              </a:extLst>
            </p:cNvPr>
            <p:cNvSpPr>
              <a:spLocks noGrp="1" noRot="1" noMove="1" noResize="1" noEditPoints="1" noAdjustHandles="1" noChangeArrowheads="1" noChangeShapeType="1"/>
            </p:cNvSpPr>
            <p:nvPr/>
          </p:nvSpPr>
          <p:spPr>
            <a:xfrm>
              <a:off x="0" y="1935420"/>
              <a:ext cx="12192000" cy="3089764"/>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grpSp>
      <p:sp>
        <p:nvSpPr>
          <p:cNvPr id="2" name="Slide Number Placeholder 1">
            <a:extLst>
              <a:ext uri="{FF2B5EF4-FFF2-40B4-BE49-F238E27FC236}">
                <a16:creationId xmlns:a16="http://schemas.microsoft.com/office/drawing/2014/main" id="{05860BD5-75D2-F9C8-E31F-F0D7F219A262}"/>
              </a:ext>
            </a:extLst>
          </p:cNvPr>
          <p:cNvSpPr>
            <a:spLocks noGrp="1"/>
          </p:cNvSpPr>
          <p:nvPr>
            <p:ph type="sldNum" sz="quarter" idx="12"/>
          </p:nvPr>
        </p:nvSpPr>
        <p:spPr/>
        <p:txBody>
          <a:bodyPr>
            <a:normAutofit/>
          </a:bodyPr>
          <a:lstStyle/>
          <a:p>
            <a:fld id="{5EE2ECF6-E7B2-474A-BE3A-4A3A2424717D}" type="slidenum">
              <a:rPr lang="de-DE" smtClean="0"/>
              <a:pPr/>
              <a:t>15</a:t>
            </a:fld>
            <a:endParaRPr lang="de-DE" dirty="0"/>
          </a:p>
        </p:txBody>
      </p:sp>
      <p:sp>
        <p:nvSpPr>
          <p:cNvPr id="3" name="Title 2">
            <a:extLst>
              <a:ext uri="{FF2B5EF4-FFF2-40B4-BE49-F238E27FC236}">
                <a16:creationId xmlns:a16="http://schemas.microsoft.com/office/drawing/2014/main" id="{1ACA4795-04EB-A218-C032-208C31CC855A}"/>
              </a:ext>
            </a:extLst>
          </p:cNvPr>
          <p:cNvSpPr>
            <a:spLocks noGrp="1"/>
          </p:cNvSpPr>
          <p:nvPr>
            <p:ph type="title"/>
          </p:nvPr>
        </p:nvSpPr>
        <p:spPr/>
        <p:txBody>
          <a:bodyPr>
            <a:normAutofit/>
          </a:bodyPr>
          <a:lstStyle/>
          <a:p>
            <a:r>
              <a:rPr lang="de-DE" b="1" dirty="0"/>
              <a:t>Wo wir Sie unterstützen</a:t>
            </a:r>
          </a:p>
        </p:txBody>
      </p:sp>
      <p:grpSp>
        <p:nvGrpSpPr>
          <p:cNvPr id="91" name="Group 90">
            <a:extLst>
              <a:ext uri="{FF2B5EF4-FFF2-40B4-BE49-F238E27FC236}">
                <a16:creationId xmlns:a16="http://schemas.microsoft.com/office/drawing/2014/main" id="{98C60DE9-E0C9-CB15-4067-A88CAC9DD3D5}"/>
              </a:ext>
            </a:extLst>
          </p:cNvPr>
          <p:cNvGrpSpPr/>
          <p:nvPr/>
        </p:nvGrpSpPr>
        <p:grpSpPr>
          <a:xfrm>
            <a:off x="3625701" y="1412776"/>
            <a:ext cx="1528146" cy="1677234"/>
            <a:chOff x="3625701" y="1412776"/>
            <a:chExt cx="1528146" cy="1677234"/>
          </a:xfrm>
        </p:grpSpPr>
        <p:sp>
          <p:nvSpPr>
            <p:cNvPr id="11" name="Sechseck 78">
              <a:extLst>
                <a:ext uri="{FF2B5EF4-FFF2-40B4-BE49-F238E27FC236}">
                  <a16:creationId xmlns:a16="http://schemas.microsoft.com/office/drawing/2014/main" id="{C1B42451-AB9B-ADE3-6518-14A6B670F7F7}"/>
                </a:ext>
              </a:extLst>
            </p:cNvPr>
            <p:cNvSpPr/>
            <p:nvPr/>
          </p:nvSpPr>
          <p:spPr>
            <a:xfrm rot="5400000">
              <a:off x="3551157" y="148732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42" name="Sechseck 6">
              <a:extLst>
                <a:ext uri="{FF2B5EF4-FFF2-40B4-BE49-F238E27FC236}">
                  <a16:creationId xmlns:a16="http://schemas.microsoft.com/office/drawing/2014/main" id="{6DD0EC58-B1F8-4760-B800-A03BB80E4CA0}"/>
                </a:ext>
              </a:extLst>
            </p:cNvPr>
            <p:cNvSpPr txBox="1"/>
            <p:nvPr/>
          </p:nvSpPr>
          <p:spPr>
            <a:xfrm>
              <a:off x="3669774" y="2395662"/>
              <a:ext cx="1440000" cy="38779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77850">
                <a:lnSpc>
                  <a:spcPct val="90000"/>
                </a:lnSpc>
                <a:spcBef>
                  <a:spcPct val="0"/>
                </a:spcBef>
                <a:spcAft>
                  <a:spcPct val="35000"/>
                </a:spcAft>
                <a:buNone/>
              </a:pPr>
              <a:r>
                <a:rPr lang="de-DE" sz="1400" b="1" kern="1200" dirty="0">
                  <a:solidFill>
                    <a:schemeClr val="accent1"/>
                  </a:solidFill>
                </a:rPr>
                <a:t>Produktions-</a:t>
              </a:r>
              <a:br>
                <a:rPr lang="de-DE" sz="1400" b="1" kern="1200" dirty="0">
                  <a:solidFill>
                    <a:schemeClr val="accent1"/>
                  </a:solidFill>
                </a:rPr>
              </a:br>
              <a:r>
                <a:rPr lang="de-DE" sz="1400" b="1" kern="1200" dirty="0">
                  <a:solidFill>
                    <a:schemeClr val="accent1"/>
                  </a:solidFill>
                </a:rPr>
                <a:t>optimierung</a:t>
              </a:r>
            </a:p>
          </p:txBody>
        </p:sp>
        <p:sp>
          <p:nvSpPr>
            <p:cNvPr id="66" name="Sechseck 39">
              <a:extLst>
                <a:ext uri="{FF2B5EF4-FFF2-40B4-BE49-F238E27FC236}">
                  <a16:creationId xmlns:a16="http://schemas.microsoft.com/office/drawing/2014/main" id="{895C7B52-077C-3644-67BB-144F816B00E7}"/>
                </a:ext>
              </a:extLst>
            </p:cNvPr>
            <p:cNvSpPr/>
            <p:nvPr/>
          </p:nvSpPr>
          <p:spPr>
            <a:xfrm rot="5400000" flipH="1">
              <a:off x="4048283" y="154952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pic>
          <p:nvPicPr>
            <p:cNvPr id="82" name="Graphic 33">
              <a:extLst>
                <a:ext uri="{FF2B5EF4-FFF2-40B4-BE49-F238E27FC236}">
                  <a16:creationId xmlns:a16="http://schemas.microsoft.com/office/drawing/2014/main" id="{1754B070-E250-CFCB-2795-34CEAAB4DEC2}"/>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237129" y="1709636"/>
              <a:ext cx="305290" cy="305287"/>
            </a:xfrm>
            <a:prstGeom prst="rect">
              <a:avLst/>
            </a:prstGeom>
          </p:spPr>
        </p:pic>
      </p:grpSp>
      <p:grpSp>
        <p:nvGrpSpPr>
          <p:cNvPr id="92" name="Group 91">
            <a:extLst>
              <a:ext uri="{FF2B5EF4-FFF2-40B4-BE49-F238E27FC236}">
                <a16:creationId xmlns:a16="http://schemas.microsoft.com/office/drawing/2014/main" id="{E248678D-5EDE-19EB-9134-DC8742AF583E}"/>
              </a:ext>
            </a:extLst>
          </p:cNvPr>
          <p:cNvGrpSpPr/>
          <p:nvPr/>
        </p:nvGrpSpPr>
        <p:grpSpPr>
          <a:xfrm>
            <a:off x="5331929" y="1412776"/>
            <a:ext cx="1528146" cy="1677234"/>
            <a:chOff x="5331929" y="1412776"/>
            <a:chExt cx="1528146" cy="1677234"/>
          </a:xfrm>
        </p:grpSpPr>
        <p:sp>
          <p:nvSpPr>
            <p:cNvPr id="12" name="Sechseck 78">
              <a:extLst>
                <a:ext uri="{FF2B5EF4-FFF2-40B4-BE49-F238E27FC236}">
                  <a16:creationId xmlns:a16="http://schemas.microsoft.com/office/drawing/2014/main" id="{BB33B535-FBA7-2726-4016-9EA35831E187}"/>
                </a:ext>
              </a:extLst>
            </p:cNvPr>
            <p:cNvSpPr/>
            <p:nvPr/>
          </p:nvSpPr>
          <p:spPr>
            <a:xfrm rot="5400000">
              <a:off x="5257385" y="148732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51" name="Sechseck 14">
              <a:extLst>
                <a:ext uri="{FF2B5EF4-FFF2-40B4-BE49-F238E27FC236}">
                  <a16:creationId xmlns:a16="http://schemas.microsoft.com/office/drawing/2014/main" id="{AEC8440D-EDC4-1D95-A05C-D4C0AF2138D5}"/>
                </a:ext>
              </a:extLst>
            </p:cNvPr>
            <p:cNvSpPr txBox="1"/>
            <p:nvPr/>
          </p:nvSpPr>
          <p:spPr>
            <a:xfrm>
              <a:off x="5376002" y="2395662"/>
              <a:ext cx="1440000" cy="387798"/>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1"/>
                  </a:solidFill>
                </a:rPr>
                <a:t>Digitali-</a:t>
              </a:r>
              <a:br>
                <a:rPr lang="de-DE" sz="1400" b="1" kern="1200" dirty="0">
                  <a:solidFill>
                    <a:schemeClr val="accent1"/>
                  </a:solidFill>
                </a:rPr>
              </a:br>
              <a:r>
                <a:rPr lang="de-DE" sz="1400" b="1" kern="1200" dirty="0">
                  <a:solidFill>
                    <a:schemeClr val="accent1"/>
                  </a:solidFill>
                </a:rPr>
                <a:t>sierung</a:t>
              </a:r>
            </a:p>
          </p:txBody>
        </p:sp>
        <p:sp>
          <p:nvSpPr>
            <p:cNvPr id="67" name="Sechseck 39">
              <a:extLst>
                <a:ext uri="{FF2B5EF4-FFF2-40B4-BE49-F238E27FC236}">
                  <a16:creationId xmlns:a16="http://schemas.microsoft.com/office/drawing/2014/main" id="{2916877F-5504-5098-40CF-62A0A6B738D9}"/>
                </a:ext>
              </a:extLst>
            </p:cNvPr>
            <p:cNvSpPr/>
            <p:nvPr/>
          </p:nvSpPr>
          <p:spPr>
            <a:xfrm rot="5400000" flipH="1">
              <a:off x="5754511" y="154952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pic>
          <p:nvPicPr>
            <p:cNvPr id="83" name="Graphic 126">
              <a:extLst>
                <a:ext uri="{FF2B5EF4-FFF2-40B4-BE49-F238E27FC236}">
                  <a16:creationId xmlns:a16="http://schemas.microsoft.com/office/drawing/2014/main" id="{CB994C75-0192-8AD2-D57F-C3D3EB84DBD4}"/>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928011" y="1694288"/>
              <a:ext cx="335982" cy="335982"/>
            </a:xfrm>
            <a:prstGeom prst="rect">
              <a:avLst/>
            </a:prstGeom>
          </p:spPr>
        </p:pic>
      </p:grpSp>
      <p:grpSp>
        <p:nvGrpSpPr>
          <p:cNvPr id="93" name="Group 92">
            <a:extLst>
              <a:ext uri="{FF2B5EF4-FFF2-40B4-BE49-F238E27FC236}">
                <a16:creationId xmlns:a16="http://schemas.microsoft.com/office/drawing/2014/main" id="{06991084-C923-0161-4BF5-6586AFEF9415}"/>
              </a:ext>
            </a:extLst>
          </p:cNvPr>
          <p:cNvGrpSpPr/>
          <p:nvPr/>
        </p:nvGrpSpPr>
        <p:grpSpPr>
          <a:xfrm>
            <a:off x="7038157" y="1412776"/>
            <a:ext cx="1528146" cy="1677234"/>
            <a:chOff x="7038157" y="1412776"/>
            <a:chExt cx="1528146" cy="1677234"/>
          </a:xfrm>
        </p:grpSpPr>
        <p:sp>
          <p:nvSpPr>
            <p:cNvPr id="13" name="Sechseck 78">
              <a:extLst>
                <a:ext uri="{FF2B5EF4-FFF2-40B4-BE49-F238E27FC236}">
                  <a16:creationId xmlns:a16="http://schemas.microsoft.com/office/drawing/2014/main" id="{2CFDD885-51D1-20F7-84E5-5D768AA22490}"/>
                </a:ext>
              </a:extLst>
            </p:cNvPr>
            <p:cNvSpPr/>
            <p:nvPr/>
          </p:nvSpPr>
          <p:spPr>
            <a:xfrm rot="5400000">
              <a:off x="6963613" y="148732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52" name="Sechseck 10">
              <a:extLst>
                <a:ext uri="{FF2B5EF4-FFF2-40B4-BE49-F238E27FC236}">
                  <a16:creationId xmlns:a16="http://schemas.microsoft.com/office/drawing/2014/main" id="{4D5D3913-3615-E4D3-90E7-DD6C4F049CA4}"/>
                </a:ext>
              </a:extLst>
            </p:cNvPr>
            <p:cNvSpPr txBox="1"/>
            <p:nvPr/>
          </p:nvSpPr>
          <p:spPr>
            <a:xfrm>
              <a:off x="7082230" y="2395662"/>
              <a:ext cx="1440000" cy="193899"/>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1"/>
                  </a:solidFill>
                </a:rPr>
                <a:t>Personal</a:t>
              </a:r>
            </a:p>
          </p:txBody>
        </p:sp>
        <p:sp>
          <p:nvSpPr>
            <p:cNvPr id="68" name="Sechseck 39">
              <a:extLst>
                <a:ext uri="{FF2B5EF4-FFF2-40B4-BE49-F238E27FC236}">
                  <a16:creationId xmlns:a16="http://schemas.microsoft.com/office/drawing/2014/main" id="{03EB805E-5A94-2B35-2B03-FA06E996DE25}"/>
                </a:ext>
              </a:extLst>
            </p:cNvPr>
            <p:cNvSpPr/>
            <p:nvPr/>
          </p:nvSpPr>
          <p:spPr>
            <a:xfrm rot="5400000" flipH="1">
              <a:off x="7460739" y="154952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pic>
          <p:nvPicPr>
            <p:cNvPr id="84" name="Graphic 127">
              <a:extLst>
                <a:ext uri="{FF2B5EF4-FFF2-40B4-BE49-F238E27FC236}">
                  <a16:creationId xmlns:a16="http://schemas.microsoft.com/office/drawing/2014/main" id="{4FE8FE53-C5F2-BD2C-E7ED-713D95228FFA}"/>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623120" y="1683170"/>
              <a:ext cx="358220" cy="358218"/>
            </a:xfrm>
            <a:prstGeom prst="rect">
              <a:avLst/>
            </a:prstGeom>
          </p:spPr>
        </p:pic>
      </p:grpSp>
      <p:grpSp>
        <p:nvGrpSpPr>
          <p:cNvPr id="94" name="Group 93">
            <a:extLst>
              <a:ext uri="{FF2B5EF4-FFF2-40B4-BE49-F238E27FC236}">
                <a16:creationId xmlns:a16="http://schemas.microsoft.com/office/drawing/2014/main" id="{4ED7E9D6-3C92-2D24-C54F-D294AA824FBA}"/>
              </a:ext>
            </a:extLst>
          </p:cNvPr>
          <p:cNvGrpSpPr/>
          <p:nvPr/>
        </p:nvGrpSpPr>
        <p:grpSpPr>
          <a:xfrm>
            <a:off x="8744385" y="1412776"/>
            <a:ext cx="1528146" cy="1677234"/>
            <a:chOff x="8744385" y="1412776"/>
            <a:chExt cx="1528146" cy="1677234"/>
          </a:xfrm>
        </p:grpSpPr>
        <p:sp>
          <p:nvSpPr>
            <p:cNvPr id="14" name="Sechseck 78">
              <a:extLst>
                <a:ext uri="{FF2B5EF4-FFF2-40B4-BE49-F238E27FC236}">
                  <a16:creationId xmlns:a16="http://schemas.microsoft.com/office/drawing/2014/main" id="{35369576-C106-238E-26ED-374DBEA0F66E}"/>
                </a:ext>
              </a:extLst>
            </p:cNvPr>
            <p:cNvSpPr/>
            <p:nvPr/>
          </p:nvSpPr>
          <p:spPr>
            <a:xfrm rot="5400000">
              <a:off x="8669841" y="148732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53" name="Sechseck 14">
              <a:extLst>
                <a:ext uri="{FF2B5EF4-FFF2-40B4-BE49-F238E27FC236}">
                  <a16:creationId xmlns:a16="http://schemas.microsoft.com/office/drawing/2014/main" id="{8EAAE647-2ED5-B20B-054D-F0AEE6B9F092}"/>
                </a:ext>
              </a:extLst>
            </p:cNvPr>
            <p:cNvSpPr txBox="1"/>
            <p:nvPr/>
          </p:nvSpPr>
          <p:spPr>
            <a:xfrm>
              <a:off x="8788458" y="2395662"/>
              <a:ext cx="1440000" cy="387798"/>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1"/>
                  </a:solidFill>
                </a:rPr>
                <a:t>Data</a:t>
              </a:r>
              <a:br>
                <a:rPr lang="de-DE" sz="1400" b="1" kern="1200" dirty="0">
                  <a:solidFill>
                    <a:schemeClr val="accent1"/>
                  </a:solidFill>
                </a:rPr>
              </a:br>
              <a:r>
                <a:rPr lang="de-DE" sz="1400" b="1" kern="1200" dirty="0">
                  <a:solidFill>
                    <a:schemeClr val="accent1"/>
                  </a:solidFill>
                </a:rPr>
                <a:t>Mining</a:t>
              </a:r>
            </a:p>
          </p:txBody>
        </p:sp>
        <p:sp>
          <p:nvSpPr>
            <p:cNvPr id="69" name="Sechseck 39">
              <a:extLst>
                <a:ext uri="{FF2B5EF4-FFF2-40B4-BE49-F238E27FC236}">
                  <a16:creationId xmlns:a16="http://schemas.microsoft.com/office/drawing/2014/main" id="{0B85610D-7EEA-02BD-DA25-A2D000D36376}"/>
                </a:ext>
              </a:extLst>
            </p:cNvPr>
            <p:cNvSpPr/>
            <p:nvPr/>
          </p:nvSpPr>
          <p:spPr>
            <a:xfrm rot="5400000" flipH="1">
              <a:off x="9166967" y="154952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grpSp>
          <p:nvGrpSpPr>
            <p:cNvPr id="85" name="Group 101">
              <a:extLst>
                <a:ext uri="{FF2B5EF4-FFF2-40B4-BE49-F238E27FC236}">
                  <a16:creationId xmlns:a16="http://schemas.microsoft.com/office/drawing/2014/main" id="{27CEAB7D-B753-6660-2E0E-3ABD01CB0722}"/>
                </a:ext>
              </a:extLst>
            </p:cNvPr>
            <p:cNvGrpSpPr/>
            <p:nvPr/>
          </p:nvGrpSpPr>
          <p:grpSpPr>
            <a:xfrm>
              <a:off x="9359548" y="1738297"/>
              <a:ext cx="297821" cy="247965"/>
              <a:chOff x="2676525" y="2919413"/>
              <a:chExt cx="360363" cy="300038"/>
            </a:xfrm>
            <a:solidFill>
              <a:schemeClr val="bg1"/>
            </a:solidFill>
          </p:grpSpPr>
          <p:sp>
            <p:nvSpPr>
              <p:cNvPr id="86" name="Freeform 5">
                <a:extLst>
                  <a:ext uri="{FF2B5EF4-FFF2-40B4-BE49-F238E27FC236}">
                    <a16:creationId xmlns:a16="http://schemas.microsoft.com/office/drawing/2014/main" id="{DCA1E8F4-2648-D326-3D92-76221AC183A5}"/>
                  </a:ext>
                </a:extLst>
              </p:cNvPr>
              <p:cNvSpPr>
                <a:spLocks/>
              </p:cNvSpPr>
              <p:nvPr/>
            </p:nvSpPr>
            <p:spPr bwMode="auto">
              <a:xfrm>
                <a:off x="2781300" y="2979738"/>
                <a:ext cx="74613" cy="239713"/>
              </a:xfrm>
              <a:custGeom>
                <a:avLst/>
                <a:gdLst>
                  <a:gd name="T0" fmla="*/ 254 w 283"/>
                  <a:gd name="T1" fmla="*/ 907 h 907"/>
                  <a:gd name="T2" fmla="*/ 242 w 283"/>
                  <a:gd name="T3" fmla="*/ 904 h 907"/>
                  <a:gd name="T4" fmla="*/ 215 w 283"/>
                  <a:gd name="T5" fmla="*/ 890 h 907"/>
                  <a:gd name="T6" fmla="*/ 165 w 283"/>
                  <a:gd name="T7" fmla="*/ 855 h 907"/>
                  <a:gd name="T8" fmla="*/ 120 w 283"/>
                  <a:gd name="T9" fmla="*/ 814 h 907"/>
                  <a:gd name="T10" fmla="*/ 82 w 283"/>
                  <a:gd name="T11" fmla="*/ 768 h 907"/>
                  <a:gd name="T12" fmla="*/ 50 w 283"/>
                  <a:gd name="T13" fmla="*/ 717 h 907"/>
                  <a:gd name="T14" fmla="*/ 26 w 283"/>
                  <a:gd name="T15" fmla="*/ 663 h 907"/>
                  <a:gd name="T16" fmla="*/ 9 w 283"/>
                  <a:gd name="T17" fmla="*/ 604 h 907"/>
                  <a:gd name="T18" fmla="*/ 1 w 283"/>
                  <a:gd name="T19" fmla="*/ 544 h 907"/>
                  <a:gd name="T20" fmla="*/ 0 w 283"/>
                  <a:gd name="T21" fmla="*/ 30 h 907"/>
                  <a:gd name="T22" fmla="*/ 0 w 283"/>
                  <a:gd name="T23" fmla="*/ 24 h 907"/>
                  <a:gd name="T24" fmla="*/ 5 w 283"/>
                  <a:gd name="T25" fmla="*/ 13 h 907"/>
                  <a:gd name="T26" fmla="*/ 12 w 283"/>
                  <a:gd name="T27" fmla="*/ 5 h 907"/>
                  <a:gd name="T28" fmla="*/ 22 w 283"/>
                  <a:gd name="T29" fmla="*/ 1 h 907"/>
                  <a:gd name="T30" fmla="*/ 28 w 283"/>
                  <a:gd name="T31" fmla="*/ 0 h 907"/>
                  <a:gd name="T32" fmla="*/ 39 w 283"/>
                  <a:gd name="T33" fmla="*/ 3 h 907"/>
                  <a:gd name="T34" fmla="*/ 48 w 283"/>
                  <a:gd name="T35" fmla="*/ 9 h 907"/>
                  <a:gd name="T36" fmla="*/ 54 w 283"/>
                  <a:gd name="T37" fmla="*/ 19 h 907"/>
                  <a:gd name="T38" fmla="*/ 57 w 283"/>
                  <a:gd name="T39" fmla="*/ 30 h 907"/>
                  <a:gd name="T40" fmla="*/ 57 w 283"/>
                  <a:gd name="T41" fmla="*/ 512 h 907"/>
                  <a:gd name="T42" fmla="*/ 61 w 283"/>
                  <a:gd name="T43" fmla="*/ 566 h 907"/>
                  <a:gd name="T44" fmla="*/ 72 w 283"/>
                  <a:gd name="T45" fmla="*/ 618 h 907"/>
                  <a:gd name="T46" fmla="*/ 89 w 283"/>
                  <a:gd name="T47" fmla="*/ 667 h 907"/>
                  <a:gd name="T48" fmla="*/ 113 w 283"/>
                  <a:gd name="T49" fmla="*/ 713 h 907"/>
                  <a:gd name="T50" fmla="*/ 143 w 283"/>
                  <a:gd name="T51" fmla="*/ 756 h 907"/>
                  <a:gd name="T52" fmla="*/ 180 w 283"/>
                  <a:gd name="T53" fmla="*/ 793 h 907"/>
                  <a:gd name="T54" fmla="*/ 221 w 283"/>
                  <a:gd name="T55" fmla="*/ 826 h 907"/>
                  <a:gd name="T56" fmla="*/ 268 w 283"/>
                  <a:gd name="T57" fmla="*/ 854 h 907"/>
                  <a:gd name="T58" fmla="*/ 273 w 283"/>
                  <a:gd name="T59" fmla="*/ 857 h 907"/>
                  <a:gd name="T60" fmla="*/ 280 w 283"/>
                  <a:gd name="T61" fmla="*/ 866 h 907"/>
                  <a:gd name="T62" fmla="*/ 283 w 283"/>
                  <a:gd name="T63" fmla="*/ 876 h 907"/>
                  <a:gd name="T64" fmla="*/ 283 w 283"/>
                  <a:gd name="T65" fmla="*/ 887 h 907"/>
                  <a:gd name="T66" fmla="*/ 281 w 283"/>
                  <a:gd name="T67" fmla="*/ 892 h 907"/>
                  <a:gd name="T68" fmla="*/ 270 w 283"/>
                  <a:gd name="T69" fmla="*/ 903 h 907"/>
                  <a:gd name="T70" fmla="*/ 254 w 283"/>
                  <a:gd name="T71" fmla="*/ 907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3" h="907">
                    <a:moveTo>
                      <a:pt x="254" y="907"/>
                    </a:moveTo>
                    <a:lnTo>
                      <a:pt x="254" y="907"/>
                    </a:lnTo>
                    <a:lnTo>
                      <a:pt x="248" y="907"/>
                    </a:lnTo>
                    <a:lnTo>
                      <a:pt x="242" y="904"/>
                    </a:lnTo>
                    <a:lnTo>
                      <a:pt x="242" y="904"/>
                    </a:lnTo>
                    <a:lnTo>
                      <a:pt x="215" y="890"/>
                    </a:lnTo>
                    <a:lnTo>
                      <a:pt x="189" y="873"/>
                    </a:lnTo>
                    <a:lnTo>
                      <a:pt x="165" y="855"/>
                    </a:lnTo>
                    <a:lnTo>
                      <a:pt x="141" y="836"/>
                    </a:lnTo>
                    <a:lnTo>
                      <a:pt x="120" y="814"/>
                    </a:lnTo>
                    <a:lnTo>
                      <a:pt x="100" y="792"/>
                    </a:lnTo>
                    <a:lnTo>
                      <a:pt x="82" y="768"/>
                    </a:lnTo>
                    <a:lnTo>
                      <a:pt x="65" y="744"/>
                    </a:lnTo>
                    <a:lnTo>
                      <a:pt x="50" y="717"/>
                    </a:lnTo>
                    <a:lnTo>
                      <a:pt x="37" y="690"/>
                    </a:lnTo>
                    <a:lnTo>
                      <a:pt x="26" y="663"/>
                    </a:lnTo>
                    <a:lnTo>
                      <a:pt x="17" y="634"/>
                    </a:lnTo>
                    <a:lnTo>
                      <a:pt x="9" y="604"/>
                    </a:lnTo>
                    <a:lnTo>
                      <a:pt x="4" y="574"/>
                    </a:lnTo>
                    <a:lnTo>
                      <a:pt x="1" y="544"/>
                    </a:lnTo>
                    <a:lnTo>
                      <a:pt x="0" y="512"/>
                    </a:lnTo>
                    <a:lnTo>
                      <a:pt x="0" y="30"/>
                    </a:lnTo>
                    <a:lnTo>
                      <a:pt x="0" y="30"/>
                    </a:lnTo>
                    <a:lnTo>
                      <a:pt x="0" y="24"/>
                    </a:lnTo>
                    <a:lnTo>
                      <a:pt x="2" y="19"/>
                    </a:lnTo>
                    <a:lnTo>
                      <a:pt x="5" y="13"/>
                    </a:lnTo>
                    <a:lnTo>
                      <a:pt x="8" y="9"/>
                    </a:lnTo>
                    <a:lnTo>
                      <a:pt x="12" y="5"/>
                    </a:lnTo>
                    <a:lnTo>
                      <a:pt x="17" y="3"/>
                    </a:lnTo>
                    <a:lnTo>
                      <a:pt x="22" y="1"/>
                    </a:lnTo>
                    <a:lnTo>
                      <a:pt x="28" y="0"/>
                    </a:lnTo>
                    <a:lnTo>
                      <a:pt x="28" y="0"/>
                    </a:lnTo>
                    <a:lnTo>
                      <a:pt x="34" y="1"/>
                    </a:lnTo>
                    <a:lnTo>
                      <a:pt x="39" y="3"/>
                    </a:lnTo>
                    <a:lnTo>
                      <a:pt x="44" y="5"/>
                    </a:lnTo>
                    <a:lnTo>
                      <a:pt x="48" y="9"/>
                    </a:lnTo>
                    <a:lnTo>
                      <a:pt x="51" y="13"/>
                    </a:lnTo>
                    <a:lnTo>
                      <a:pt x="54" y="19"/>
                    </a:lnTo>
                    <a:lnTo>
                      <a:pt x="55" y="24"/>
                    </a:lnTo>
                    <a:lnTo>
                      <a:pt x="57" y="30"/>
                    </a:lnTo>
                    <a:lnTo>
                      <a:pt x="57" y="512"/>
                    </a:lnTo>
                    <a:lnTo>
                      <a:pt x="57" y="512"/>
                    </a:lnTo>
                    <a:lnTo>
                      <a:pt x="58" y="540"/>
                    </a:lnTo>
                    <a:lnTo>
                      <a:pt x="61" y="566"/>
                    </a:lnTo>
                    <a:lnTo>
                      <a:pt x="65" y="592"/>
                    </a:lnTo>
                    <a:lnTo>
                      <a:pt x="72" y="618"/>
                    </a:lnTo>
                    <a:lnTo>
                      <a:pt x="80" y="643"/>
                    </a:lnTo>
                    <a:lnTo>
                      <a:pt x="89" y="667"/>
                    </a:lnTo>
                    <a:lnTo>
                      <a:pt x="100" y="691"/>
                    </a:lnTo>
                    <a:lnTo>
                      <a:pt x="113" y="713"/>
                    </a:lnTo>
                    <a:lnTo>
                      <a:pt x="127" y="735"/>
                    </a:lnTo>
                    <a:lnTo>
                      <a:pt x="143" y="756"/>
                    </a:lnTo>
                    <a:lnTo>
                      <a:pt x="161" y="775"/>
                    </a:lnTo>
                    <a:lnTo>
                      <a:pt x="180" y="793"/>
                    </a:lnTo>
                    <a:lnTo>
                      <a:pt x="200" y="810"/>
                    </a:lnTo>
                    <a:lnTo>
                      <a:pt x="221" y="826"/>
                    </a:lnTo>
                    <a:lnTo>
                      <a:pt x="243" y="841"/>
                    </a:lnTo>
                    <a:lnTo>
                      <a:pt x="268" y="854"/>
                    </a:lnTo>
                    <a:lnTo>
                      <a:pt x="268" y="854"/>
                    </a:lnTo>
                    <a:lnTo>
                      <a:pt x="273" y="857"/>
                    </a:lnTo>
                    <a:lnTo>
                      <a:pt x="277" y="861"/>
                    </a:lnTo>
                    <a:lnTo>
                      <a:pt x="280" y="866"/>
                    </a:lnTo>
                    <a:lnTo>
                      <a:pt x="282" y="870"/>
                    </a:lnTo>
                    <a:lnTo>
                      <a:pt x="283" y="876"/>
                    </a:lnTo>
                    <a:lnTo>
                      <a:pt x="283" y="881"/>
                    </a:lnTo>
                    <a:lnTo>
                      <a:pt x="283" y="887"/>
                    </a:lnTo>
                    <a:lnTo>
                      <a:pt x="281" y="892"/>
                    </a:lnTo>
                    <a:lnTo>
                      <a:pt x="281" y="892"/>
                    </a:lnTo>
                    <a:lnTo>
                      <a:pt x="276" y="898"/>
                    </a:lnTo>
                    <a:lnTo>
                      <a:pt x="270" y="903"/>
                    </a:lnTo>
                    <a:lnTo>
                      <a:pt x="263" y="906"/>
                    </a:lnTo>
                    <a:lnTo>
                      <a:pt x="254" y="907"/>
                    </a:lnTo>
                    <a:lnTo>
                      <a:pt x="254" y="9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6">
                <a:extLst>
                  <a:ext uri="{FF2B5EF4-FFF2-40B4-BE49-F238E27FC236}">
                    <a16:creationId xmlns:a16="http://schemas.microsoft.com/office/drawing/2014/main" id="{59F80119-56EA-C1D8-D757-319D63F1360A}"/>
                  </a:ext>
                </a:extLst>
              </p:cNvPr>
              <p:cNvSpPr>
                <a:spLocks noEditPoints="1"/>
              </p:cNvSpPr>
              <p:nvPr/>
            </p:nvSpPr>
            <p:spPr bwMode="auto">
              <a:xfrm>
                <a:off x="2990850" y="3009900"/>
                <a:ext cx="46038" cy="74613"/>
              </a:xfrm>
              <a:custGeom>
                <a:avLst/>
                <a:gdLst>
                  <a:gd name="T0" fmla="*/ 28 w 170"/>
                  <a:gd name="T1" fmla="*/ 283 h 283"/>
                  <a:gd name="T2" fmla="*/ 22 w 170"/>
                  <a:gd name="T3" fmla="*/ 283 h 283"/>
                  <a:gd name="T4" fmla="*/ 12 w 170"/>
                  <a:gd name="T5" fmla="*/ 279 h 283"/>
                  <a:gd name="T6" fmla="*/ 4 w 170"/>
                  <a:gd name="T7" fmla="*/ 271 h 283"/>
                  <a:gd name="T8" fmla="*/ 0 w 170"/>
                  <a:gd name="T9" fmla="*/ 261 h 283"/>
                  <a:gd name="T10" fmla="*/ 0 w 170"/>
                  <a:gd name="T11" fmla="*/ 29 h 283"/>
                  <a:gd name="T12" fmla="*/ 0 w 170"/>
                  <a:gd name="T13" fmla="*/ 23 h 283"/>
                  <a:gd name="T14" fmla="*/ 4 w 170"/>
                  <a:gd name="T15" fmla="*/ 13 h 283"/>
                  <a:gd name="T16" fmla="*/ 12 w 170"/>
                  <a:gd name="T17" fmla="*/ 4 h 283"/>
                  <a:gd name="T18" fmla="*/ 22 w 170"/>
                  <a:gd name="T19" fmla="*/ 0 h 283"/>
                  <a:gd name="T20" fmla="*/ 56 w 170"/>
                  <a:gd name="T21" fmla="*/ 0 h 283"/>
                  <a:gd name="T22" fmla="*/ 68 w 170"/>
                  <a:gd name="T23" fmla="*/ 0 h 283"/>
                  <a:gd name="T24" fmla="*/ 90 w 170"/>
                  <a:gd name="T25" fmla="*/ 5 h 283"/>
                  <a:gd name="T26" fmla="*/ 110 w 170"/>
                  <a:gd name="T27" fmla="*/ 14 h 283"/>
                  <a:gd name="T28" fmla="*/ 128 w 170"/>
                  <a:gd name="T29" fmla="*/ 26 h 283"/>
                  <a:gd name="T30" fmla="*/ 143 w 170"/>
                  <a:gd name="T31" fmla="*/ 42 h 283"/>
                  <a:gd name="T32" fmla="*/ 155 w 170"/>
                  <a:gd name="T33" fmla="*/ 59 h 283"/>
                  <a:gd name="T34" fmla="*/ 164 w 170"/>
                  <a:gd name="T35" fmla="*/ 80 h 283"/>
                  <a:gd name="T36" fmla="*/ 169 w 170"/>
                  <a:gd name="T37" fmla="*/ 101 h 283"/>
                  <a:gd name="T38" fmla="*/ 170 w 170"/>
                  <a:gd name="T39" fmla="*/ 170 h 283"/>
                  <a:gd name="T40" fmla="*/ 169 w 170"/>
                  <a:gd name="T41" fmla="*/ 182 h 283"/>
                  <a:gd name="T42" fmla="*/ 164 w 170"/>
                  <a:gd name="T43" fmla="*/ 203 h 283"/>
                  <a:gd name="T44" fmla="*/ 155 w 170"/>
                  <a:gd name="T45" fmla="*/ 225 h 283"/>
                  <a:gd name="T46" fmla="*/ 143 w 170"/>
                  <a:gd name="T47" fmla="*/ 242 h 283"/>
                  <a:gd name="T48" fmla="*/ 128 w 170"/>
                  <a:gd name="T49" fmla="*/ 258 h 283"/>
                  <a:gd name="T50" fmla="*/ 110 w 170"/>
                  <a:gd name="T51" fmla="*/ 270 h 283"/>
                  <a:gd name="T52" fmla="*/ 90 w 170"/>
                  <a:gd name="T53" fmla="*/ 278 h 283"/>
                  <a:gd name="T54" fmla="*/ 68 w 170"/>
                  <a:gd name="T55" fmla="*/ 283 h 283"/>
                  <a:gd name="T56" fmla="*/ 56 w 170"/>
                  <a:gd name="T57" fmla="*/ 283 h 283"/>
                  <a:gd name="T58" fmla="*/ 56 w 170"/>
                  <a:gd name="T59" fmla="*/ 227 h 283"/>
                  <a:gd name="T60" fmla="*/ 68 w 170"/>
                  <a:gd name="T61" fmla="*/ 226 h 283"/>
                  <a:gd name="T62" fmla="*/ 88 w 170"/>
                  <a:gd name="T63" fmla="*/ 218 h 283"/>
                  <a:gd name="T64" fmla="*/ 103 w 170"/>
                  <a:gd name="T65" fmla="*/ 201 h 283"/>
                  <a:gd name="T66" fmla="*/ 112 w 170"/>
                  <a:gd name="T67" fmla="*/ 181 h 283"/>
                  <a:gd name="T68" fmla="*/ 113 w 170"/>
                  <a:gd name="T69" fmla="*/ 114 h 283"/>
                  <a:gd name="T70" fmla="*/ 112 w 170"/>
                  <a:gd name="T71" fmla="*/ 102 h 283"/>
                  <a:gd name="T72" fmla="*/ 103 w 170"/>
                  <a:gd name="T73" fmla="*/ 82 h 283"/>
                  <a:gd name="T74" fmla="*/ 88 w 170"/>
                  <a:gd name="T75" fmla="*/ 66 h 283"/>
                  <a:gd name="T76" fmla="*/ 68 w 170"/>
                  <a:gd name="T77" fmla="*/ 58 h 283"/>
                  <a:gd name="T78" fmla="*/ 56 w 170"/>
                  <a:gd name="T79" fmla="*/ 57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0" h="283">
                    <a:moveTo>
                      <a:pt x="56" y="283"/>
                    </a:moveTo>
                    <a:lnTo>
                      <a:pt x="28" y="283"/>
                    </a:lnTo>
                    <a:lnTo>
                      <a:pt x="28" y="283"/>
                    </a:lnTo>
                    <a:lnTo>
                      <a:pt x="22" y="283"/>
                    </a:lnTo>
                    <a:lnTo>
                      <a:pt x="17" y="281"/>
                    </a:lnTo>
                    <a:lnTo>
                      <a:pt x="12" y="279"/>
                    </a:lnTo>
                    <a:lnTo>
                      <a:pt x="8" y="275"/>
                    </a:lnTo>
                    <a:lnTo>
                      <a:pt x="4" y="271"/>
                    </a:lnTo>
                    <a:lnTo>
                      <a:pt x="2" y="266"/>
                    </a:lnTo>
                    <a:lnTo>
                      <a:pt x="0" y="261"/>
                    </a:lnTo>
                    <a:lnTo>
                      <a:pt x="0" y="255"/>
                    </a:lnTo>
                    <a:lnTo>
                      <a:pt x="0" y="29"/>
                    </a:lnTo>
                    <a:lnTo>
                      <a:pt x="0" y="29"/>
                    </a:lnTo>
                    <a:lnTo>
                      <a:pt x="0" y="23"/>
                    </a:lnTo>
                    <a:lnTo>
                      <a:pt x="2" y="18"/>
                    </a:lnTo>
                    <a:lnTo>
                      <a:pt x="4" y="13"/>
                    </a:lnTo>
                    <a:lnTo>
                      <a:pt x="8" y="9"/>
                    </a:lnTo>
                    <a:lnTo>
                      <a:pt x="12" y="4"/>
                    </a:lnTo>
                    <a:lnTo>
                      <a:pt x="17" y="2"/>
                    </a:lnTo>
                    <a:lnTo>
                      <a:pt x="22" y="0"/>
                    </a:lnTo>
                    <a:lnTo>
                      <a:pt x="28" y="0"/>
                    </a:lnTo>
                    <a:lnTo>
                      <a:pt x="56" y="0"/>
                    </a:lnTo>
                    <a:lnTo>
                      <a:pt x="56" y="0"/>
                    </a:lnTo>
                    <a:lnTo>
                      <a:pt x="68" y="0"/>
                    </a:lnTo>
                    <a:lnTo>
                      <a:pt x="79" y="2"/>
                    </a:lnTo>
                    <a:lnTo>
                      <a:pt x="90" y="5"/>
                    </a:lnTo>
                    <a:lnTo>
                      <a:pt x="100" y="10"/>
                    </a:lnTo>
                    <a:lnTo>
                      <a:pt x="110" y="14"/>
                    </a:lnTo>
                    <a:lnTo>
                      <a:pt x="119" y="20"/>
                    </a:lnTo>
                    <a:lnTo>
                      <a:pt x="128" y="26"/>
                    </a:lnTo>
                    <a:lnTo>
                      <a:pt x="136" y="34"/>
                    </a:lnTo>
                    <a:lnTo>
                      <a:pt x="143" y="42"/>
                    </a:lnTo>
                    <a:lnTo>
                      <a:pt x="150" y="50"/>
                    </a:lnTo>
                    <a:lnTo>
                      <a:pt x="155" y="59"/>
                    </a:lnTo>
                    <a:lnTo>
                      <a:pt x="160" y="69"/>
                    </a:lnTo>
                    <a:lnTo>
                      <a:pt x="164" y="80"/>
                    </a:lnTo>
                    <a:lnTo>
                      <a:pt x="168" y="90"/>
                    </a:lnTo>
                    <a:lnTo>
                      <a:pt x="169" y="101"/>
                    </a:lnTo>
                    <a:lnTo>
                      <a:pt x="170" y="114"/>
                    </a:lnTo>
                    <a:lnTo>
                      <a:pt x="170" y="170"/>
                    </a:lnTo>
                    <a:lnTo>
                      <a:pt x="170" y="170"/>
                    </a:lnTo>
                    <a:lnTo>
                      <a:pt x="169" y="182"/>
                    </a:lnTo>
                    <a:lnTo>
                      <a:pt x="168" y="193"/>
                    </a:lnTo>
                    <a:lnTo>
                      <a:pt x="164" y="203"/>
                    </a:lnTo>
                    <a:lnTo>
                      <a:pt x="160" y="215"/>
                    </a:lnTo>
                    <a:lnTo>
                      <a:pt x="155" y="225"/>
                    </a:lnTo>
                    <a:lnTo>
                      <a:pt x="150" y="234"/>
                    </a:lnTo>
                    <a:lnTo>
                      <a:pt x="143" y="242"/>
                    </a:lnTo>
                    <a:lnTo>
                      <a:pt x="136" y="250"/>
                    </a:lnTo>
                    <a:lnTo>
                      <a:pt x="128" y="258"/>
                    </a:lnTo>
                    <a:lnTo>
                      <a:pt x="119" y="264"/>
                    </a:lnTo>
                    <a:lnTo>
                      <a:pt x="110" y="270"/>
                    </a:lnTo>
                    <a:lnTo>
                      <a:pt x="100" y="274"/>
                    </a:lnTo>
                    <a:lnTo>
                      <a:pt x="90" y="278"/>
                    </a:lnTo>
                    <a:lnTo>
                      <a:pt x="79" y="281"/>
                    </a:lnTo>
                    <a:lnTo>
                      <a:pt x="68" y="283"/>
                    </a:lnTo>
                    <a:lnTo>
                      <a:pt x="56" y="283"/>
                    </a:lnTo>
                    <a:lnTo>
                      <a:pt x="56" y="283"/>
                    </a:lnTo>
                    <a:close/>
                    <a:moveTo>
                      <a:pt x="56" y="57"/>
                    </a:moveTo>
                    <a:lnTo>
                      <a:pt x="56" y="227"/>
                    </a:lnTo>
                    <a:lnTo>
                      <a:pt x="56" y="227"/>
                    </a:lnTo>
                    <a:lnTo>
                      <a:pt x="68" y="226"/>
                    </a:lnTo>
                    <a:lnTo>
                      <a:pt x="79" y="223"/>
                    </a:lnTo>
                    <a:lnTo>
                      <a:pt x="88" y="218"/>
                    </a:lnTo>
                    <a:lnTo>
                      <a:pt x="96" y="211"/>
                    </a:lnTo>
                    <a:lnTo>
                      <a:pt x="103" y="201"/>
                    </a:lnTo>
                    <a:lnTo>
                      <a:pt x="108" y="192"/>
                    </a:lnTo>
                    <a:lnTo>
                      <a:pt x="112" y="181"/>
                    </a:lnTo>
                    <a:lnTo>
                      <a:pt x="113" y="170"/>
                    </a:lnTo>
                    <a:lnTo>
                      <a:pt x="113" y="114"/>
                    </a:lnTo>
                    <a:lnTo>
                      <a:pt x="113" y="114"/>
                    </a:lnTo>
                    <a:lnTo>
                      <a:pt x="112" y="102"/>
                    </a:lnTo>
                    <a:lnTo>
                      <a:pt x="108" y="91"/>
                    </a:lnTo>
                    <a:lnTo>
                      <a:pt x="103" y="82"/>
                    </a:lnTo>
                    <a:lnTo>
                      <a:pt x="96" y="73"/>
                    </a:lnTo>
                    <a:lnTo>
                      <a:pt x="88" y="66"/>
                    </a:lnTo>
                    <a:lnTo>
                      <a:pt x="79" y="61"/>
                    </a:lnTo>
                    <a:lnTo>
                      <a:pt x="68" y="58"/>
                    </a:lnTo>
                    <a:lnTo>
                      <a:pt x="56" y="57"/>
                    </a:lnTo>
                    <a:lnTo>
                      <a:pt x="56"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7">
                <a:extLst>
                  <a:ext uri="{FF2B5EF4-FFF2-40B4-BE49-F238E27FC236}">
                    <a16:creationId xmlns:a16="http://schemas.microsoft.com/office/drawing/2014/main" id="{5D9A530E-0668-D59A-F694-585EAEF3C4DE}"/>
                  </a:ext>
                </a:extLst>
              </p:cNvPr>
              <p:cNvSpPr>
                <a:spLocks noEditPoints="1"/>
              </p:cNvSpPr>
              <p:nvPr/>
            </p:nvSpPr>
            <p:spPr bwMode="auto">
              <a:xfrm>
                <a:off x="2676525" y="2919413"/>
                <a:ext cx="330200" cy="254000"/>
              </a:xfrm>
              <a:custGeom>
                <a:avLst/>
                <a:gdLst>
                  <a:gd name="T0" fmla="*/ 1213 w 1247"/>
                  <a:gd name="T1" fmla="*/ 963 h 964"/>
                  <a:gd name="T2" fmla="*/ 1154 w 1247"/>
                  <a:gd name="T3" fmla="*/ 937 h 964"/>
                  <a:gd name="T4" fmla="*/ 985 w 1247"/>
                  <a:gd name="T5" fmla="*/ 863 h 964"/>
                  <a:gd name="T6" fmla="*/ 845 w 1247"/>
                  <a:gd name="T7" fmla="*/ 813 h 964"/>
                  <a:gd name="T8" fmla="*/ 685 w 1247"/>
                  <a:gd name="T9" fmla="*/ 773 h 964"/>
                  <a:gd name="T10" fmla="*/ 491 w 1247"/>
                  <a:gd name="T11" fmla="*/ 746 h 964"/>
                  <a:gd name="T12" fmla="*/ 256 w 1247"/>
                  <a:gd name="T13" fmla="*/ 737 h 964"/>
                  <a:gd name="T14" fmla="*/ 178 w 1247"/>
                  <a:gd name="T15" fmla="*/ 736 h 964"/>
                  <a:gd name="T16" fmla="*/ 121 w 1247"/>
                  <a:gd name="T17" fmla="*/ 721 h 964"/>
                  <a:gd name="T18" fmla="*/ 73 w 1247"/>
                  <a:gd name="T19" fmla="*/ 692 h 964"/>
                  <a:gd name="T20" fmla="*/ 34 w 1247"/>
                  <a:gd name="T21" fmla="*/ 649 h 964"/>
                  <a:gd name="T22" fmla="*/ 9 w 1247"/>
                  <a:gd name="T23" fmla="*/ 597 h 964"/>
                  <a:gd name="T24" fmla="*/ 0 w 1247"/>
                  <a:gd name="T25" fmla="*/ 538 h 964"/>
                  <a:gd name="T26" fmla="*/ 1 w 1247"/>
                  <a:gd name="T27" fmla="*/ 405 h 964"/>
                  <a:gd name="T28" fmla="*/ 15 w 1247"/>
                  <a:gd name="T29" fmla="*/ 349 h 964"/>
                  <a:gd name="T30" fmla="*/ 45 w 1247"/>
                  <a:gd name="T31" fmla="*/ 299 h 964"/>
                  <a:gd name="T32" fmla="*/ 88 w 1247"/>
                  <a:gd name="T33" fmla="*/ 261 h 964"/>
                  <a:gd name="T34" fmla="*/ 139 w 1247"/>
                  <a:gd name="T35" fmla="*/ 235 h 964"/>
                  <a:gd name="T36" fmla="*/ 198 w 1247"/>
                  <a:gd name="T37" fmla="*/ 226 h 964"/>
                  <a:gd name="T38" fmla="*/ 339 w 1247"/>
                  <a:gd name="T39" fmla="*/ 225 h 964"/>
                  <a:gd name="T40" fmla="*/ 560 w 1247"/>
                  <a:gd name="T41" fmla="*/ 210 h 964"/>
                  <a:gd name="T42" fmla="*/ 741 w 1247"/>
                  <a:gd name="T43" fmla="*/ 179 h 964"/>
                  <a:gd name="T44" fmla="*/ 894 w 1247"/>
                  <a:gd name="T45" fmla="*/ 135 h 964"/>
                  <a:gd name="T46" fmla="*/ 1028 w 1247"/>
                  <a:gd name="T47" fmla="*/ 83 h 964"/>
                  <a:gd name="T48" fmla="*/ 1207 w 1247"/>
                  <a:gd name="T49" fmla="*/ 2 h 964"/>
                  <a:gd name="T50" fmla="*/ 1221 w 1247"/>
                  <a:gd name="T51" fmla="*/ 0 h 964"/>
                  <a:gd name="T52" fmla="*/ 1234 w 1247"/>
                  <a:gd name="T53" fmla="*/ 4 h 964"/>
                  <a:gd name="T54" fmla="*/ 1246 w 1247"/>
                  <a:gd name="T55" fmla="*/ 21 h 964"/>
                  <a:gd name="T56" fmla="*/ 1247 w 1247"/>
                  <a:gd name="T57" fmla="*/ 935 h 964"/>
                  <a:gd name="T58" fmla="*/ 1239 w 1247"/>
                  <a:gd name="T59" fmla="*/ 954 h 964"/>
                  <a:gd name="T60" fmla="*/ 1226 w 1247"/>
                  <a:gd name="T61" fmla="*/ 963 h 964"/>
                  <a:gd name="T62" fmla="*/ 198 w 1247"/>
                  <a:gd name="T63" fmla="*/ 284 h 964"/>
                  <a:gd name="T64" fmla="*/ 170 w 1247"/>
                  <a:gd name="T65" fmla="*/ 286 h 964"/>
                  <a:gd name="T66" fmla="*/ 131 w 1247"/>
                  <a:gd name="T67" fmla="*/ 301 h 964"/>
                  <a:gd name="T68" fmla="*/ 98 w 1247"/>
                  <a:gd name="T69" fmla="*/ 325 h 964"/>
                  <a:gd name="T70" fmla="*/ 74 w 1247"/>
                  <a:gd name="T71" fmla="*/ 358 h 964"/>
                  <a:gd name="T72" fmla="*/ 60 w 1247"/>
                  <a:gd name="T73" fmla="*/ 397 h 964"/>
                  <a:gd name="T74" fmla="*/ 57 w 1247"/>
                  <a:gd name="T75" fmla="*/ 538 h 964"/>
                  <a:gd name="T76" fmla="*/ 60 w 1247"/>
                  <a:gd name="T77" fmla="*/ 567 h 964"/>
                  <a:gd name="T78" fmla="*/ 74 w 1247"/>
                  <a:gd name="T79" fmla="*/ 606 h 964"/>
                  <a:gd name="T80" fmla="*/ 98 w 1247"/>
                  <a:gd name="T81" fmla="*/ 638 h 964"/>
                  <a:gd name="T82" fmla="*/ 131 w 1247"/>
                  <a:gd name="T83" fmla="*/ 663 h 964"/>
                  <a:gd name="T84" fmla="*/ 170 w 1247"/>
                  <a:gd name="T85" fmla="*/ 678 h 964"/>
                  <a:gd name="T86" fmla="*/ 256 w 1247"/>
                  <a:gd name="T87" fmla="*/ 680 h 964"/>
                  <a:gd name="T88" fmla="*/ 422 w 1247"/>
                  <a:gd name="T89" fmla="*/ 685 h 964"/>
                  <a:gd name="T90" fmla="*/ 634 w 1247"/>
                  <a:gd name="T91" fmla="*/ 707 h 964"/>
                  <a:gd name="T92" fmla="*/ 809 w 1247"/>
                  <a:gd name="T93" fmla="*/ 743 h 964"/>
                  <a:gd name="T94" fmla="*/ 959 w 1247"/>
                  <a:gd name="T95" fmla="*/ 791 h 964"/>
                  <a:gd name="T96" fmla="*/ 1092 w 1247"/>
                  <a:gd name="T97" fmla="*/ 846 h 964"/>
                  <a:gd name="T98" fmla="*/ 1191 w 1247"/>
                  <a:gd name="T99" fmla="*/ 73 h 964"/>
                  <a:gd name="T100" fmla="*/ 1092 w 1247"/>
                  <a:gd name="T101" fmla="*/ 117 h 964"/>
                  <a:gd name="T102" fmla="*/ 959 w 1247"/>
                  <a:gd name="T103" fmla="*/ 173 h 964"/>
                  <a:gd name="T104" fmla="*/ 809 w 1247"/>
                  <a:gd name="T105" fmla="*/ 220 h 964"/>
                  <a:gd name="T106" fmla="*/ 634 w 1247"/>
                  <a:gd name="T107" fmla="*/ 257 h 964"/>
                  <a:gd name="T108" fmla="*/ 422 w 1247"/>
                  <a:gd name="T109" fmla="*/ 279 h 964"/>
                  <a:gd name="T110" fmla="*/ 198 w 1247"/>
                  <a:gd name="T111" fmla="*/ 28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47" h="964">
                    <a:moveTo>
                      <a:pt x="1219" y="964"/>
                    </a:moveTo>
                    <a:lnTo>
                      <a:pt x="1219" y="964"/>
                    </a:lnTo>
                    <a:lnTo>
                      <a:pt x="1213" y="963"/>
                    </a:lnTo>
                    <a:lnTo>
                      <a:pt x="1207" y="962"/>
                    </a:lnTo>
                    <a:lnTo>
                      <a:pt x="1154" y="937"/>
                    </a:lnTo>
                    <a:lnTo>
                      <a:pt x="1154" y="937"/>
                    </a:lnTo>
                    <a:lnTo>
                      <a:pt x="1071" y="899"/>
                    </a:lnTo>
                    <a:lnTo>
                      <a:pt x="1028" y="881"/>
                    </a:lnTo>
                    <a:lnTo>
                      <a:pt x="985" y="863"/>
                    </a:lnTo>
                    <a:lnTo>
                      <a:pt x="940" y="845"/>
                    </a:lnTo>
                    <a:lnTo>
                      <a:pt x="894" y="828"/>
                    </a:lnTo>
                    <a:lnTo>
                      <a:pt x="845" y="813"/>
                    </a:lnTo>
                    <a:lnTo>
                      <a:pt x="795" y="798"/>
                    </a:lnTo>
                    <a:lnTo>
                      <a:pt x="741" y="785"/>
                    </a:lnTo>
                    <a:lnTo>
                      <a:pt x="685" y="773"/>
                    </a:lnTo>
                    <a:lnTo>
                      <a:pt x="624" y="763"/>
                    </a:lnTo>
                    <a:lnTo>
                      <a:pt x="560" y="753"/>
                    </a:lnTo>
                    <a:lnTo>
                      <a:pt x="491" y="746"/>
                    </a:lnTo>
                    <a:lnTo>
                      <a:pt x="418" y="741"/>
                    </a:lnTo>
                    <a:lnTo>
                      <a:pt x="339" y="738"/>
                    </a:lnTo>
                    <a:lnTo>
                      <a:pt x="256" y="737"/>
                    </a:lnTo>
                    <a:lnTo>
                      <a:pt x="198" y="737"/>
                    </a:lnTo>
                    <a:lnTo>
                      <a:pt x="198" y="737"/>
                    </a:lnTo>
                    <a:lnTo>
                      <a:pt x="178" y="736"/>
                    </a:lnTo>
                    <a:lnTo>
                      <a:pt x="159" y="733"/>
                    </a:lnTo>
                    <a:lnTo>
                      <a:pt x="139" y="728"/>
                    </a:lnTo>
                    <a:lnTo>
                      <a:pt x="121" y="721"/>
                    </a:lnTo>
                    <a:lnTo>
                      <a:pt x="104" y="713"/>
                    </a:lnTo>
                    <a:lnTo>
                      <a:pt x="88" y="703"/>
                    </a:lnTo>
                    <a:lnTo>
                      <a:pt x="73" y="692"/>
                    </a:lnTo>
                    <a:lnTo>
                      <a:pt x="59" y="679"/>
                    </a:lnTo>
                    <a:lnTo>
                      <a:pt x="45" y="665"/>
                    </a:lnTo>
                    <a:lnTo>
                      <a:pt x="34" y="649"/>
                    </a:lnTo>
                    <a:lnTo>
                      <a:pt x="24" y="633"/>
                    </a:lnTo>
                    <a:lnTo>
                      <a:pt x="15" y="616"/>
                    </a:lnTo>
                    <a:lnTo>
                      <a:pt x="9" y="597"/>
                    </a:lnTo>
                    <a:lnTo>
                      <a:pt x="4" y="579"/>
                    </a:lnTo>
                    <a:lnTo>
                      <a:pt x="1" y="559"/>
                    </a:lnTo>
                    <a:lnTo>
                      <a:pt x="0" y="538"/>
                    </a:lnTo>
                    <a:lnTo>
                      <a:pt x="0" y="425"/>
                    </a:lnTo>
                    <a:lnTo>
                      <a:pt x="0" y="425"/>
                    </a:lnTo>
                    <a:lnTo>
                      <a:pt x="1" y="405"/>
                    </a:lnTo>
                    <a:lnTo>
                      <a:pt x="4" y="385"/>
                    </a:lnTo>
                    <a:lnTo>
                      <a:pt x="9" y="367"/>
                    </a:lnTo>
                    <a:lnTo>
                      <a:pt x="15" y="349"/>
                    </a:lnTo>
                    <a:lnTo>
                      <a:pt x="24" y="330"/>
                    </a:lnTo>
                    <a:lnTo>
                      <a:pt x="34" y="314"/>
                    </a:lnTo>
                    <a:lnTo>
                      <a:pt x="45" y="299"/>
                    </a:lnTo>
                    <a:lnTo>
                      <a:pt x="59" y="285"/>
                    </a:lnTo>
                    <a:lnTo>
                      <a:pt x="73" y="272"/>
                    </a:lnTo>
                    <a:lnTo>
                      <a:pt x="88" y="261"/>
                    </a:lnTo>
                    <a:lnTo>
                      <a:pt x="104" y="251"/>
                    </a:lnTo>
                    <a:lnTo>
                      <a:pt x="121" y="242"/>
                    </a:lnTo>
                    <a:lnTo>
                      <a:pt x="139" y="235"/>
                    </a:lnTo>
                    <a:lnTo>
                      <a:pt x="159" y="230"/>
                    </a:lnTo>
                    <a:lnTo>
                      <a:pt x="178" y="227"/>
                    </a:lnTo>
                    <a:lnTo>
                      <a:pt x="198" y="226"/>
                    </a:lnTo>
                    <a:lnTo>
                      <a:pt x="256" y="226"/>
                    </a:lnTo>
                    <a:lnTo>
                      <a:pt x="256" y="226"/>
                    </a:lnTo>
                    <a:lnTo>
                      <a:pt x="339" y="225"/>
                    </a:lnTo>
                    <a:lnTo>
                      <a:pt x="418" y="222"/>
                    </a:lnTo>
                    <a:lnTo>
                      <a:pt x="491" y="217"/>
                    </a:lnTo>
                    <a:lnTo>
                      <a:pt x="560" y="210"/>
                    </a:lnTo>
                    <a:lnTo>
                      <a:pt x="624" y="201"/>
                    </a:lnTo>
                    <a:lnTo>
                      <a:pt x="685" y="191"/>
                    </a:lnTo>
                    <a:lnTo>
                      <a:pt x="741" y="179"/>
                    </a:lnTo>
                    <a:lnTo>
                      <a:pt x="795" y="166"/>
                    </a:lnTo>
                    <a:lnTo>
                      <a:pt x="845" y="151"/>
                    </a:lnTo>
                    <a:lnTo>
                      <a:pt x="894" y="135"/>
                    </a:lnTo>
                    <a:lnTo>
                      <a:pt x="940" y="118"/>
                    </a:lnTo>
                    <a:lnTo>
                      <a:pt x="985" y="101"/>
                    </a:lnTo>
                    <a:lnTo>
                      <a:pt x="1028" y="83"/>
                    </a:lnTo>
                    <a:lnTo>
                      <a:pt x="1071" y="65"/>
                    </a:lnTo>
                    <a:lnTo>
                      <a:pt x="1154" y="26"/>
                    </a:lnTo>
                    <a:lnTo>
                      <a:pt x="1207" y="2"/>
                    </a:lnTo>
                    <a:lnTo>
                      <a:pt x="1207" y="2"/>
                    </a:lnTo>
                    <a:lnTo>
                      <a:pt x="1214" y="0"/>
                    </a:lnTo>
                    <a:lnTo>
                      <a:pt x="1221" y="0"/>
                    </a:lnTo>
                    <a:lnTo>
                      <a:pt x="1227" y="1"/>
                    </a:lnTo>
                    <a:lnTo>
                      <a:pt x="1234" y="4"/>
                    </a:lnTo>
                    <a:lnTo>
                      <a:pt x="1234" y="4"/>
                    </a:lnTo>
                    <a:lnTo>
                      <a:pt x="1239" y="9"/>
                    </a:lnTo>
                    <a:lnTo>
                      <a:pt x="1243" y="15"/>
                    </a:lnTo>
                    <a:lnTo>
                      <a:pt x="1246" y="21"/>
                    </a:lnTo>
                    <a:lnTo>
                      <a:pt x="1247" y="28"/>
                    </a:lnTo>
                    <a:lnTo>
                      <a:pt x="1247" y="935"/>
                    </a:lnTo>
                    <a:lnTo>
                      <a:pt x="1247" y="935"/>
                    </a:lnTo>
                    <a:lnTo>
                      <a:pt x="1246" y="942"/>
                    </a:lnTo>
                    <a:lnTo>
                      <a:pt x="1243" y="948"/>
                    </a:lnTo>
                    <a:lnTo>
                      <a:pt x="1239" y="954"/>
                    </a:lnTo>
                    <a:lnTo>
                      <a:pt x="1234" y="960"/>
                    </a:lnTo>
                    <a:lnTo>
                      <a:pt x="1234" y="960"/>
                    </a:lnTo>
                    <a:lnTo>
                      <a:pt x="1226" y="963"/>
                    </a:lnTo>
                    <a:lnTo>
                      <a:pt x="1219" y="964"/>
                    </a:lnTo>
                    <a:lnTo>
                      <a:pt x="1219" y="964"/>
                    </a:lnTo>
                    <a:close/>
                    <a:moveTo>
                      <a:pt x="198" y="284"/>
                    </a:moveTo>
                    <a:lnTo>
                      <a:pt x="198" y="284"/>
                    </a:lnTo>
                    <a:lnTo>
                      <a:pt x="184" y="284"/>
                    </a:lnTo>
                    <a:lnTo>
                      <a:pt x="170" y="286"/>
                    </a:lnTo>
                    <a:lnTo>
                      <a:pt x="157" y="290"/>
                    </a:lnTo>
                    <a:lnTo>
                      <a:pt x="143" y="295"/>
                    </a:lnTo>
                    <a:lnTo>
                      <a:pt x="131" y="301"/>
                    </a:lnTo>
                    <a:lnTo>
                      <a:pt x="119" y="308"/>
                    </a:lnTo>
                    <a:lnTo>
                      <a:pt x="108" y="316"/>
                    </a:lnTo>
                    <a:lnTo>
                      <a:pt x="98" y="325"/>
                    </a:lnTo>
                    <a:lnTo>
                      <a:pt x="89" y="335"/>
                    </a:lnTo>
                    <a:lnTo>
                      <a:pt x="81" y="345"/>
                    </a:lnTo>
                    <a:lnTo>
                      <a:pt x="74" y="358"/>
                    </a:lnTo>
                    <a:lnTo>
                      <a:pt x="68" y="370"/>
                    </a:lnTo>
                    <a:lnTo>
                      <a:pt x="63" y="383"/>
                    </a:lnTo>
                    <a:lnTo>
                      <a:pt x="60" y="397"/>
                    </a:lnTo>
                    <a:lnTo>
                      <a:pt x="58" y="411"/>
                    </a:lnTo>
                    <a:lnTo>
                      <a:pt x="57" y="425"/>
                    </a:lnTo>
                    <a:lnTo>
                      <a:pt x="57" y="538"/>
                    </a:lnTo>
                    <a:lnTo>
                      <a:pt x="57" y="538"/>
                    </a:lnTo>
                    <a:lnTo>
                      <a:pt x="58" y="553"/>
                    </a:lnTo>
                    <a:lnTo>
                      <a:pt x="60" y="567"/>
                    </a:lnTo>
                    <a:lnTo>
                      <a:pt x="63" y="581"/>
                    </a:lnTo>
                    <a:lnTo>
                      <a:pt x="68" y="594"/>
                    </a:lnTo>
                    <a:lnTo>
                      <a:pt x="74" y="606"/>
                    </a:lnTo>
                    <a:lnTo>
                      <a:pt x="81" y="618"/>
                    </a:lnTo>
                    <a:lnTo>
                      <a:pt x="89" y="628"/>
                    </a:lnTo>
                    <a:lnTo>
                      <a:pt x="98" y="638"/>
                    </a:lnTo>
                    <a:lnTo>
                      <a:pt x="108" y="647"/>
                    </a:lnTo>
                    <a:lnTo>
                      <a:pt x="119" y="656"/>
                    </a:lnTo>
                    <a:lnTo>
                      <a:pt x="131" y="663"/>
                    </a:lnTo>
                    <a:lnTo>
                      <a:pt x="143" y="669"/>
                    </a:lnTo>
                    <a:lnTo>
                      <a:pt x="157" y="674"/>
                    </a:lnTo>
                    <a:lnTo>
                      <a:pt x="170" y="678"/>
                    </a:lnTo>
                    <a:lnTo>
                      <a:pt x="184" y="680"/>
                    </a:lnTo>
                    <a:lnTo>
                      <a:pt x="198" y="680"/>
                    </a:lnTo>
                    <a:lnTo>
                      <a:pt x="256" y="680"/>
                    </a:lnTo>
                    <a:lnTo>
                      <a:pt x="256" y="680"/>
                    </a:lnTo>
                    <a:lnTo>
                      <a:pt x="341" y="682"/>
                    </a:lnTo>
                    <a:lnTo>
                      <a:pt x="422" y="685"/>
                    </a:lnTo>
                    <a:lnTo>
                      <a:pt x="498" y="690"/>
                    </a:lnTo>
                    <a:lnTo>
                      <a:pt x="569" y="697"/>
                    </a:lnTo>
                    <a:lnTo>
                      <a:pt x="634" y="707"/>
                    </a:lnTo>
                    <a:lnTo>
                      <a:pt x="696" y="717"/>
                    </a:lnTo>
                    <a:lnTo>
                      <a:pt x="755" y="729"/>
                    </a:lnTo>
                    <a:lnTo>
                      <a:pt x="809" y="743"/>
                    </a:lnTo>
                    <a:lnTo>
                      <a:pt x="862" y="759"/>
                    </a:lnTo>
                    <a:lnTo>
                      <a:pt x="911" y="774"/>
                    </a:lnTo>
                    <a:lnTo>
                      <a:pt x="959" y="791"/>
                    </a:lnTo>
                    <a:lnTo>
                      <a:pt x="1004" y="809"/>
                    </a:lnTo>
                    <a:lnTo>
                      <a:pt x="1048" y="827"/>
                    </a:lnTo>
                    <a:lnTo>
                      <a:pt x="1092" y="846"/>
                    </a:lnTo>
                    <a:lnTo>
                      <a:pt x="1179" y="886"/>
                    </a:lnTo>
                    <a:lnTo>
                      <a:pt x="1191" y="891"/>
                    </a:lnTo>
                    <a:lnTo>
                      <a:pt x="1191" y="73"/>
                    </a:lnTo>
                    <a:lnTo>
                      <a:pt x="1178" y="78"/>
                    </a:lnTo>
                    <a:lnTo>
                      <a:pt x="1178" y="78"/>
                    </a:lnTo>
                    <a:lnTo>
                      <a:pt x="1092" y="117"/>
                    </a:lnTo>
                    <a:lnTo>
                      <a:pt x="1048" y="136"/>
                    </a:lnTo>
                    <a:lnTo>
                      <a:pt x="1004" y="155"/>
                    </a:lnTo>
                    <a:lnTo>
                      <a:pt x="959" y="173"/>
                    </a:lnTo>
                    <a:lnTo>
                      <a:pt x="911" y="190"/>
                    </a:lnTo>
                    <a:lnTo>
                      <a:pt x="862" y="205"/>
                    </a:lnTo>
                    <a:lnTo>
                      <a:pt x="809" y="220"/>
                    </a:lnTo>
                    <a:lnTo>
                      <a:pt x="755" y="234"/>
                    </a:lnTo>
                    <a:lnTo>
                      <a:pt x="696" y="247"/>
                    </a:lnTo>
                    <a:lnTo>
                      <a:pt x="634" y="257"/>
                    </a:lnTo>
                    <a:lnTo>
                      <a:pt x="568" y="267"/>
                    </a:lnTo>
                    <a:lnTo>
                      <a:pt x="498" y="274"/>
                    </a:lnTo>
                    <a:lnTo>
                      <a:pt x="422" y="279"/>
                    </a:lnTo>
                    <a:lnTo>
                      <a:pt x="341" y="282"/>
                    </a:lnTo>
                    <a:lnTo>
                      <a:pt x="256" y="284"/>
                    </a:lnTo>
                    <a:lnTo>
                      <a:pt x="198" y="2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0" name="Group 89">
            <a:extLst>
              <a:ext uri="{FF2B5EF4-FFF2-40B4-BE49-F238E27FC236}">
                <a16:creationId xmlns:a16="http://schemas.microsoft.com/office/drawing/2014/main" id="{0D6B8606-2684-5785-8DE0-69E55577DE9D}"/>
              </a:ext>
            </a:extLst>
          </p:cNvPr>
          <p:cNvGrpSpPr/>
          <p:nvPr/>
        </p:nvGrpSpPr>
        <p:grpSpPr>
          <a:xfrm>
            <a:off x="1919473" y="1412776"/>
            <a:ext cx="1528146" cy="1677234"/>
            <a:chOff x="1919473" y="1412776"/>
            <a:chExt cx="1528146" cy="1677234"/>
          </a:xfrm>
        </p:grpSpPr>
        <p:sp>
          <p:nvSpPr>
            <p:cNvPr id="10" name="Sechseck 78">
              <a:extLst>
                <a:ext uri="{FF2B5EF4-FFF2-40B4-BE49-F238E27FC236}">
                  <a16:creationId xmlns:a16="http://schemas.microsoft.com/office/drawing/2014/main" id="{BB40C4D8-BFDD-E8D1-BA53-02F52FD72CCF}"/>
                </a:ext>
              </a:extLst>
            </p:cNvPr>
            <p:cNvSpPr/>
            <p:nvPr/>
          </p:nvSpPr>
          <p:spPr>
            <a:xfrm rot="5400000">
              <a:off x="1844929" y="148732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55" name="Sechseck 10">
              <a:extLst>
                <a:ext uri="{FF2B5EF4-FFF2-40B4-BE49-F238E27FC236}">
                  <a16:creationId xmlns:a16="http://schemas.microsoft.com/office/drawing/2014/main" id="{E159B048-0DA9-6BC7-2D5D-C1EBDE6987C8}"/>
                </a:ext>
              </a:extLst>
            </p:cNvPr>
            <p:cNvSpPr txBox="1"/>
            <p:nvPr/>
          </p:nvSpPr>
          <p:spPr>
            <a:xfrm>
              <a:off x="1963546" y="2395662"/>
              <a:ext cx="1440000" cy="193899"/>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1"/>
                  </a:solidFill>
                </a:rPr>
                <a:t>Nachhaltigkeit</a:t>
              </a:r>
            </a:p>
          </p:txBody>
        </p:sp>
        <p:sp>
          <p:nvSpPr>
            <p:cNvPr id="65" name="Sechseck 39">
              <a:extLst>
                <a:ext uri="{FF2B5EF4-FFF2-40B4-BE49-F238E27FC236}">
                  <a16:creationId xmlns:a16="http://schemas.microsoft.com/office/drawing/2014/main" id="{DD347C72-9A90-CEC0-3B4B-75CB6EF6FB4E}"/>
                </a:ext>
              </a:extLst>
            </p:cNvPr>
            <p:cNvSpPr/>
            <p:nvPr/>
          </p:nvSpPr>
          <p:spPr>
            <a:xfrm rot="5400000" flipH="1">
              <a:off x="2342055" y="154952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pic>
          <p:nvPicPr>
            <p:cNvPr id="89" name="Grafik 317" descr="Offene Hand mit Pflanze Silhouette">
              <a:extLst>
                <a:ext uri="{FF2B5EF4-FFF2-40B4-BE49-F238E27FC236}">
                  <a16:creationId xmlns:a16="http://schemas.microsoft.com/office/drawing/2014/main" id="{E1A00D1C-96B0-8464-3125-3E0F68619573}"/>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2458245" y="1636978"/>
              <a:ext cx="450603" cy="450603"/>
            </a:xfrm>
            <a:prstGeom prst="rect">
              <a:avLst/>
            </a:prstGeom>
          </p:spPr>
        </p:pic>
      </p:grpSp>
      <p:grpSp>
        <p:nvGrpSpPr>
          <p:cNvPr id="145" name="Group 144">
            <a:extLst>
              <a:ext uri="{FF2B5EF4-FFF2-40B4-BE49-F238E27FC236}">
                <a16:creationId xmlns:a16="http://schemas.microsoft.com/office/drawing/2014/main" id="{A9F5EDB5-CA03-CAA7-BC55-86189F1F43AF}"/>
              </a:ext>
            </a:extLst>
          </p:cNvPr>
          <p:cNvGrpSpPr/>
          <p:nvPr/>
        </p:nvGrpSpPr>
        <p:grpSpPr>
          <a:xfrm>
            <a:off x="2772587" y="2861751"/>
            <a:ext cx="1528146" cy="1677234"/>
            <a:chOff x="2772587" y="2861751"/>
            <a:chExt cx="1528146" cy="1677234"/>
          </a:xfrm>
        </p:grpSpPr>
        <p:sp>
          <p:nvSpPr>
            <p:cNvPr id="5" name="Sechseck 78">
              <a:extLst>
                <a:ext uri="{FF2B5EF4-FFF2-40B4-BE49-F238E27FC236}">
                  <a16:creationId xmlns:a16="http://schemas.microsoft.com/office/drawing/2014/main" id="{CA0623EF-2452-ADE9-B7ED-563629DA1861}"/>
                </a:ext>
              </a:extLst>
            </p:cNvPr>
            <p:cNvSpPr/>
            <p:nvPr/>
          </p:nvSpPr>
          <p:spPr>
            <a:xfrm rot="5400000">
              <a:off x="2698043" y="2936295"/>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43" name="Sechseck 14">
              <a:extLst>
                <a:ext uri="{FF2B5EF4-FFF2-40B4-BE49-F238E27FC236}">
                  <a16:creationId xmlns:a16="http://schemas.microsoft.com/office/drawing/2014/main" id="{FB8415AB-330A-A6B0-6DD6-419E34B06EC6}"/>
                </a:ext>
              </a:extLst>
            </p:cNvPr>
            <p:cNvSpPr txBox="1"/>
            <p:nvPr/>
          </p:nvSpPr>
          <p:spPr>
            <a:xfrm>
              <a:off x="2816659" y="3753036"/>
              <a:ext cx="1440000" cy="387798"/>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2"/>
                  </a:solidFill>
                </a:rPr>
                <a:t>Supply Chain</a:t>
              </a:r>
              <a:br>
                <a:rPr lang="de-DE" sz="1400" b="1" kern="1200" dirty="0">
                  <a:solidFill>
                    <a:schemeClr val="accent2"/>
                  </a:solidFill>
                </a:rPr>
              </a:br>
              <a:r>
                <a:rPr lang="de-DE" sz="1400" b="1" kern="1200" dirty="0">
                  <a:solidFill>
                    <a:schemeClr val="accent2"/>
                  </a:solidFill>
                </a:rPr>
                <a:t>Optimierung</a:t>
              </a:r>
            </a:p>
          </p:txBody>
        </p:sp>
        <p:sp>
          <p:nvSpPr>
            <p:cNvPr id="71" name="Sechseck 39">
              <a:extLst>
                <a:ext uri="{FF2B5EF4-FFF2-40B4-BE49-F238E27FC236}">
                  <a16:creationId xmlns:a16="http://schemas.microsoft.com/office/drawing/2014/main" id="{ECF42CE4-DE0C-65B0-8875-1E9F1D675CBD}"/>
                </a:ext>
              </a:extLst>
            </p:cNvPr>
            <p:cNvSpPr/>
            <p:nvPr/>
          </p:nvSpPr>
          <p:spPr>
            <a:xfrm rot="5400000" flipH="1">
              <a:off x="3195168" y="2998499"/>
              <a:ext cx="682983" cy="625511"/>
            </a:xfrm>
            <a:prstGeom prst="hexagon">
              <a:avLst>
                <a:gd name="adj" fmla="val 25000"/>
                <a:gd name="vf" fmla="val 11547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tIns="0" rIns="0" bIns="0" anchor="ctr"/>
            <a:lstStyle/>
            <a:p>
              <a:pPr algn="ctr"/>
              <a:endParaRPr lang="de-DE" dirty="0"/>
            </a:p>
          </p:txBody>
        </p:sp>
        <p:pic>
          <p:nvPicPr>
            <p:cNvPr id="95" name="Graphic 36">
              <a:extLst>
                <a:ext uri="{FF2B5EF4-FFF2-40B4-BE49-F238E27FC236}">
                  <a16:creationId xmlns:a16="http://schemas.microsoft.com/office/drawing/2014/main" id="{C50CC7E3-54FE-35D7-C562-89F40F4D9E60}"/>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3361302" y="3135896"/>
              <a:ext cx="350717" cy="350717"/>
            </a:xfrm>
            <a:prstGeom prst="rect">
              <a:avLst/>
            </a:prstGeom>
          </p:spPr>
        </p:pic>
      </p:grpSp>
      <p:grpSp>
        <p:nvGrpSpPr>
          <p:cNvPr id="147" name="Group 146">
            <a:extLst>
              <a:ext uri="{FF2B5EF4-FFF2-40B4-BE49-F238E27FC236}">
                <a16:creationId xmlns:a16="http://schemas.microsoft.com/office/drawing/2014/main" id="{27DC6A74-338C-C807-EE3C-0EB62A440C9D}"/>
              </a:ext>
            </a:extLst>
          </p:cNvPr>
          <p:cNvGrpSpPr/>
          <p:nvPr/>
        </p:nvGrpSpPr>
        <p:grpSpPr>
          <a:xfrm>
            <a:off x="6185043" y="2861751"/>
            <a:ext cx="1528146" cy="1677234"/>
            <a:chOff x="6185043" y="2861751"/>
            <a:chExt cx="1528146" cy="1677234"/>
          </a:xfrm>
        </p:grpSpPr>
        <p:sp>
          <p:nvSpPr>
            <p:cNvPr id="7" name="Sechseck 78">
              <a:extLst>
                <a:ext uri="{FF2B5EF4-FFF2-40B4-BE49-F238E27FC236}">
                  <a16:creationId xmlns:a16="http://schemas.microsoft.com/office/drawing/2014/main" id="{16EEE865-53C4-96B3-63F6-D9E2D66E34BA}"/>
                </a:ext>
              </a:extLst>
            </p:cNvPr>
            <p:cNvSpPr/>
            <p:nvPr/>
          </p:nvSpPr>
          <p:spPr>
            <a:xfrm rot="5400000">
              <a:off x="6110499" y="2936295"/>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45" name="Sechseck 6">
              <a:extLst>
                <a:ext uri="{FF2B5EF4-FFF2-40B4-BE49-F238E27FC236}">
                  <a16:creationId xmlns:a16="http://schemas.microsoft.com/office/drawing/2014/main" id="{28B2D40F-457D-0E47-A118-A32F94B5E0A2}"/>
                </a:ext>
              </a:extLst>
            </p:cNvPr>
            <p:cNvSpPr txBox="1"/>
            <p:nvPr/>
          </p:nvSpPr>
          <p:spPr>
            <a:xfrm>
              <a:off x="6229113" y="3753036"/>
              <a:ext cx="1440000" cy="38779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77850">
                <a:lnSpc>
                  <a:spcPct val="90000"/>
                </a:lnSpc>
                <a:spcBef>
                  <a:spcPct val="0"/>
                </a:spcBef>
                <a:spcAft>
                  <a:spcPct val="35000"/>
                </a:spcAft>
                <a:buNone/>
              </a:pPr>
              <a:r>
                <a:rPr lang="de-DE" sz="1400" b="1" kern="1200" dirty="0">
                  <a:solidFill>
                    <a:schemeClr val="accent2"/>
                  </a:solidFill>
                </a:rPr>
                <a:t>Facility </a:t>
              </a:r>
              <a:br>
                <a:rPr lang="de-DE" sz="1400" b="1" kern="1200" dirty="0">
                  <a:solidFill>
                    <a:schemeClr val="accent2"/>
                  </a:solidFill>
                </a:rPr>
              </a:br>
              <a:r>
                <a:rPr lang="de-DE" sz="1400" b="1" kern="1200" dirty="0">
                  <a:solidFill>
                    <a:schemeClr val="accent2"/>
                  </a:solidFill>
                </a:rPr>
                <a:t>Management</a:t>
              </a:r>
            </a:p>
          </p:txBody>
        </p:sp>
        <p:sp>
          <p:nvSpPr>
            <p:cNvPr id="75" name="Sechseck 39">
              <a:extLst>
                <a:ext uri="{FF2B5EF4-FFF2-40B4-BE49-F238E27FC236}">
                  <a16:creationId xmlns:a16="http://schemas.microsoft.com/office/drawing/2014/main" id="{1AD13247-34DD-23E7-169F-96F11105E544}"/>
                </a:ext>
              </a:extLst>
            </p:cNvPr>
            <p:cNvSpPr/>
            <p:nvPr/>
          </p:nvSpPr>
          <p:spPr>
            <a:xfrm rot="5400000" flipH="1">
              <a:off x="6607622" y="2998499"/>
              <a:ext cx="682983" cy="625511"/>
            </a:xfrm>
            <a:prstGeom prst="hexagon">
              <a:avLst>
                <a:gd name="adj" fmla="val 25000"/>
                <a:gd name="vf" fmla="val 11547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tIns="0" rIns="0" bIns="0" anchor="ctr"/>
            <a:lstStyle/>
            <a:p>
              <a:pPr algn="ctr"/>
              <a:endParaRPr lang="de-DE" dirty="0"/>
            </a:p>
          </p:txBody>
        </p:sp>
        <p:grpSp>
          <p:nvGrpSpPr>
            <p:cNvPr id="96" name="Group 52">
              <a:extLst>
                <a:ext uri="{FF2B5EF4-FFF2-40B4-BE49-F238E27FC236}">
                  <a16:creationId xmlns:a16="http://schemas.microsoft.com/office/drawing/2014/main" id="{75A9E01D-3800-302D-F65B-C262F2035CB2}"/>
                </a:ext>
              </a:extLst>
            </p:cNvPr>
            <p:cNvGrpSpPr/>
            <p:nvPr/>
          </p:nvGrpSpPr>
          <p:grpSpPr>
            <a:xfrm>
              <a:off x="6785312" y="3208788"/>
              <a:ext cx="327603" cy="204932"/>
              <a:chOff x="5556250" y="3332163"/>
              <a:chExt cx="360363" cy="225425"/>
            </a:xfrm>
            <a:solidFill>
              <a:schemeClr val="bg1"/>
            </a:solidFill>
          </p:grpSpPr>
          <p:sp>
            <p:nvSpPr>
              <p:cNvPr id="97" name="Freeform 58">
                <a:extLst>
                  <a:ext uri="{FF2B5EF4-FFF2-40B4-BE49-F238E27FC236}">
                    <a16:creationId xmlns:a16="http://schemas.microsoft.com/office/drawing/2014/main" id="{DAA9571B-3E4F-885D-C309-D89FE17DC84E}"/>
                  </a:ext>
                </a:extLst>
              </p:cNvPr>
              <p:cNvSpPr>
                <a:spLocks/>
              </p:cNvSpPr>
              <p:nvPr/>
            </p:nvSpPr>
            <p:spPr bwMode="auto">
              <a:xfrm>
                <a:off x="5735638" y="3376613"/>
                <a:ext cx="180975" cy="76200"/>
              </a:xfrm>
              <a:custGeom>
                <a:avLst/>
                <a:gdLst>
                  <a:gd name="T0" fmla="*/ 364 w 793"/>
                  <a:gd name="T1" fmla="*/ 331 h 331"/>
                  <a:gd name="T2" fmla="*/ 33 w 793"/>
                  <a:gd name="T3" fmla="*/ 331 h 331"/>
                  <a:gd name="T4" fmla="*/ 33 w 793"/>
                  <a:gd name="T5" fmla="*/ 331 h 331"/>
                  <a:gd name="T6" fmla="*/ 26 w 793"/>
                  <a:gd name="T7" fmla="*/ 330 h 331"/>
                  <a:gd name="T8" fmla="*/ 20 w 793"/>
                  <a:gd name="T9" fmla="*/ 328 h 331"/>
                  <a:gd name="T10" fmla="*/ 14 w 793"/>
                  <a:gd name="T11" fmla="*/ 326 h 331"/>
                  <a:gd name="T12" fmla="*/ 10 w 793"/>
                  <a:gd name="T13" fmla="*/ 322 h 331"/>
                  <a:gd name="T14" fmla="*/ 6 w 793"/>
                  <a:gd name="T15" fmla="*/ 317 h 331"/>
                  <a:gd name="T16" fmla="*/ 3 w 793"/>
                  <a:gd name="T17" fmla="*/ 310 h 331"/>
                  <a:gd name="T18" fmla="*/ 1 w 793"/>
                  <a:gd name="T19" fmla="*/ 304 h 331"/>
                  <a:gd name="T20" fmla="*/ 0 w 793"/>
                  <a:gd name="T21" fmla="*/ 298 h 331"/>
                  <a:gd name="T22" fmla="*/ 0 w 793"/>
                  <a:gd name="T23" fmla="*/ 298 h 331"/>
                  <a:gd name="T24" fmla="*/ 1 w 793"/>
                  <a:gd name="T25" fmla="*/ 292 h 331"/>
                  <a:gd name="T26" fmla="*/ 3 w 793"/>
                  <a:gd name="T27" fmla="*/ 285 h 331"/>
                  <a:gd name="T28" fmla="*/ 6 w 793"/>
                  <a:gd name="T29" fmla="*/ 279 h 331"/>
                  <a:gd name="T30" fmla="*/ 10 w 793"/>
                  <a:gd name="T31" fmla="*/ 274 h 331"/>
                  <a:gd name="T32" fmla="*/ 14 w 793"/>
                  <a:gd name="T33" fmla="*/ 271 h 331"/>
                  <a:gd name="T34" fmla="*/ 20 w 793"/>
                  <a:gd name="T35" fmla="*/ 268 h 331"/>
                  <a:gd name="T36" fmla="*/ 26 w 793"/>
                  <a:gd name="T37" fmla="*/ 266 h 331"/>
                  <a:gd name="T38" fmla="*/ 33 w 793"/>
                  <a:gd name="T39" fmla="*/ 265 h 331"/>
                  <a:gd name="T40" fmla="*/ 353 w 793"/>
                  <a:gd name="T41" fmla="*/ 265 h 331"/>
                  <a:gd name="T42" fmla="*/ 742 w 793"/>
                  <a:gd name="T43" fmla="*/ 6 h 331"/>
                  <a:gd name="T44" fmla="*/ 742 w 793"/>
                  <a:gd name="T45" fmla="*/ 6 h 331"/>
                  <a:gd name="T46" fmla="*/ 748 w 793"/>
                  <a:gd name="T47" fmla="*/ 3 h 331"/>
                  <a:gd name="T48" fmla="*/ 754 w 793"/>
                  <a:gd name="T49" fmla="*/ 1 h 331"/>
                  <a:gd name="T50" fmla="*/ 760 w 793"/>
                  <a:gd name="T51" fmla="*/ 0 h 331"/>
                  <a:gd name="T52" fmla="*/ 766 w 793"/>
                  <a:gd name="T53" fmla="*/ 1 h 331"/>
                  <a:gd name="T54" fmla="*/ 773 w 793"/>
                  <a:gd name="T55" fmla="*/ 3 h 331"/>
                  <a:gd name="T56" fmla="*/ 779 w 793"/>
                  <a:gd name="T57" fmla="*/ 6 h 331"/>
                  <a:gd name="T58" fmla="*/ 784 w 793"/>
                  <a:gd name="T59" fmla="*/ 10 h 331"/>
                  <a:gd name="T60" fmla="*/ 788 w 793"/>
                  <a:gd name="T61" fmla="*/ 15 h 331"/>
                  <a:gd name="T62" fmla="*/ 788 w 793"/>
                  <a:gd name="T63" fmla="*/ 15 h 331"/>
                  <a:gd name="T64" fmla="*/ 791 w 793"/>
                  <a:gd name="T65" fmla="*/ 20 h 331"/>
                  <a:gd name="T66" fmla="*/ 793 w 793"/>
                  <a:gd name="T67" fmla="*/ 27 h 331"/>
                  <a:gd name="T68" fmla="*/ 793 w 793"/>
                  <a:gd name="T69" fmla="*/ 34 h 331"/>
                  <a:gd name="T70" fmla="*/ 792 w 793"/>
                  <a:gd name="T71" fmla="*/ 40 h 331"/>
                  <a:gd name="T72" fmla="*/ 791 w 793"/>
                  <a:gd name="T73" fmla="*/ 46 h 331"/>
                  <a:gd name="T74" fmla="*/ 788 w 793"/>
                  <a:gd name="T75" fmla="*/ 51 h 331"/>
                  <a:gd name="T76" fmla="*/ 784 w 793"/>
                  <a:gd name="T77" fmla="*/ 57 h 331"/>
                  <a:gd name="T78" fmla="*/ 779 w 793"/>
                  <a:gd name="T79" fmla="*/ 61 h 331"/>
                  <a:gd name="T80" fmla="*/ 381 w 793"/>
                  <a:gd name="T81" fmla="*/ 326 h 331"/>
                  <a:gd name="T82" fmla="*/ 381 w 793"/>
                  <a:gd name="T83" fmla="*/ 326 h 331"/>
                  <a:gd name="T84" fmla="*/ 377 w 793"/>
                  <a:gd name="T85" fmla="*/ 328 h 331"/>
                  <a:gd name="T86" fmla="*/ 373 w 793"/>
                  <a:gd name="T87" fmla="*/ 330 h 331"/>
                  <a:gd name="T88" fmla="*/ 368 w 793"/>
                  <a:gd name="T89" fmla="*/ 331 h 331"/>
                  <a:gd name="T90" fmla="*/ 364 w 793"/>
                  <a:gd name="T91" fmla="*/ 331 h 331"/>
                  <a:gd name="T92" fmla="*/ 364 w 793"/>
                  <a:gd name="T93"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93" h="331">
                    <a:moveTo>
                      <a:pt x="364" y="331"/>
                    </a:moveTo>
                    <a:lnTo>
                      <a:pt x="33" y="331"/>
                    </a:lnTo>
                    <a:lnTo>
                      <a:pt x="33" y="331"/>
                    </a:lnTo>
                    <a:lnTo>
                      <a:pt x="26" y="330"/>
                    </a:lnTo>
                    <a:lnTo>
                      <a:pt x="20" y="328"/>
                    </a:lnTo>
                    <a:lnTo>
                      <a:pt x="14" y="326"/>
                    </a:lnTo>
                    <a:lnTo>
                      <a:pt x="10" y="322"/>
                    </a:lnTo>
                    <a:lnTo>
                      <a:pt x="6" y="317"/>
                    </a:lnTo>
                    <a:lnTo>
                      <a:pt x="3" y="310"/>
                    </a:lnTo>
                    <a:lnTo>
                      <a:pt x="1" y="304"/>
                    </a:lnTo>
                    <a:lnTo>
                      <a:pt x="0" y="298"/>
                    </a:lnTo>
                    <a:lnTo>
                      <a:pt x="0" y="298"/>
                    </a:lnTo>
                    <a:lnTo>
                      <a:pt x="1" y="292"/>
                    </a:lnTo>
                    <a:lnTo>
                      <a:pt x="3" y="285"/>
                    </a:lnTo>
                    <a:lnTo>
                      <a:pt x="6" y="279"/>
                    </a:lnTo>
                    <a:lnTo>
                      <a:pt x="10" y="274"/>
                    </a:lnTo>
                    <a:lnTo>
                      <a:pt x="14" y="271"/>
                    </a:lnTo>
                    <a:lnTo>
                      <a:pt x="20" y="268"/>
                    </a:lnTo>
                    <a:lnTo>
                      <a:pt x="26" y="266"/>
                    </a:lnTo>
                    <a:lnTo>
                      <a:pt x="33" y="265"/>
                    </a:lnTo>
                    <a:lnTo>
                      <a:pt x="353" y="265"/>
                    </a:lnTo>
                    <a:lnTo>
                      <a:pt x="742" y="6"/>
                    </a:lnTo>
                    <a:lnTo>
                      <a:pt x="742" y="6"/>
                    </a:lnTo>
                    <a:lnTo>
                      <a:pt x="748" y="3"/>
                    </a:lnTo>
                    <a:lnTo>
                      <a:pt x="754" y="1"/>
                    </a:lnTo>
                    <a:lnTo>
                      <a:pt x="760" y="0"/>
                    </a:lnTo>
                    <a:lnTo>
                      <a:pt x="766" y="1"/>
                    </a:lnTo>
                    <a:lnTo>
                      <a:pt x="773" y="3"/>
                    </a:lnTo>
                    <a:lnTo>
                      <a:pt x="779" y="6"/>
                    </a:lnTo>
                    <a:lnTo>
                      <a:pt x="784" y="10"/>
                    </a:lnTo>
                    <a:lnTo>
                      <a:pt x="788" y="15"/>
                    </a:lnTo>
                    <a:lnTo>
                      <a:pt x="788" y="15"/>
                    </a:lnTo>
                    <a:lnTo>
                      <a:pt x="791" y="20"/>
                    </a:lnTo>
                    <a:lnTo>
                      <a:pt x="793" y="27"/>
                    </a:lnTo>
                    <a:lnTo>
                      <a:pt x="793" y="34"/>
                    </a:lnTo>
                    <a:lnTo>
                      <a:pt x="792" y="40"/>
                    </a:lnTo>
                    <a:lnTo>
                      <a:pt x="791" y="46"/>
                    </a:lnTo>
                    <a:lnTo>
                      <a:pt x="788" y="51"/>
                    </a:lnTo>
                    <a:lnTo>
                      <a:pt x="784" y="57"/>
                    </a:lnTo>
                    <a:lnTo>
                      <a:pt x="779" y="61"/>
                    </a:lnTo>
                    <a:lnTo>
                      <a:pt x="381" y="326"/>
                    </a:lnTo>
                    <a:lnTo>
                      <a:pt x="381" y="326"/>
                    </a:lnTo>
                    <a:lnTo>
                      <a:pt x="377" y="328"/>
                    </a:lnTo>
                    <a:lnTo>
                      <a:pt x="373" y="330"/>
                    </a:lnTo>
                    <a:lnTo>
                      <a:pt x="368" y="331"/>
                    </a:lnTo>
                    <a:lnTo>
                      <a:pt x="364" y="331"/>
                    </a:lnTo>
                    <a:lnTo>
                      <a:pt x="364"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59">
                <a:extLst>
                  <a:ext uri="{FF2B5EF4-FFF2-40B4-BE49-F238E27FC236}">
                    <a16:creationId xmlns:a16="http://schemas.microsoft.com/office/drawing/2014/main" id="{6CA2E066-F1EF-6D51-46C2-FCB49741112A}"/>
                  </a:ext>
                </a:extLst>
              </p:cNvPr>
              <p:cNvSpPr>
                <a:spLocks/>
              </p:cNvSpPr>
              <p:nvPr/>
            </p:nvSpPr>
            <p:spPr bwMode="auto">
              <a:xfrm>
                <a:off x="5735638" y="3406775"/>
                <a:ext cx="180975" cy="76200"/>
              </a:xfrm>
              <a:custGeom>
                <a:avLst/>
                <a:gdLst>
                  <a:gd name="T0" fmla="*/ 364 w 793"/>
                  <a:gd name="T1" fmla="*/ 332 h 332"/>
                  <a:gd name="T2" fmla="*/ 33 w 793"/>
                  <a:gd name="T3" fmla="*/ 332 h 332"/>
                  <a:gd name="T4" fmla="*/ 33 w 793"/>
                  <a:gd name="T5" fmla="*/ 332 h 332"/>
                  <a:gd name="T6" fmla="*/ 26 w 793"/>
                  <a:gd name="T7" fmla="*/ 331 h 332"/>
                  <a:gd name="T8" fmla="*/ 20 w 793"/>
                  <a:gd name="T9" fmla="*/ 329 h 332"/>
                  <a:gd name="T10" fmla="*/ 14 w 793"/>
                  <a:gd name="T11" fmla="*/ 325 h 332"/>
                  <a:gd name="T12" fmla="*/ 10 w 793"/>
                  <a:gd name="T13" fmla="*/ 321 h 332"/>
                  <a:gd name="T14" fmla="*/ 6 w 793"/>
                  <a:gd name="T15" fmla="*/ 317 h 332"/>
                  <a:gd name="T16" fmla="*/ 3 w 793"/>
                  <a:gd name="T17" fmla="*/ 311 h 332"/>
                  <a:gd name="T18" fmla="*/ 1 w 793"/>
                  <a:gd name="T19" fmla="*/ 305 h 332"/>
                  <a:gd name="T20" fmla="*/ 0 w 793"/>
                  <a:gd name="T21" fmla="*/ 298 h 332"/>
                  <a:gd name="T22" fmla="*/ 0 w 793"/>
                  <a:gd name="T23" fmla="*/ 298 h 332"/>
                  <a:gd name="T24" fmla="*/ 1 w 793"/>
                  <a:gd name="T25" fmla="*/ 291 h 332"/>
                  <a:gd name="T26" fmla="*/ 3 w 793"/>
                  <a:gd name="T27" fmla="*/ 285 h 332"/>
                  <a:gd name="T28" fmla="*/ 6 w 793"/>
                  <a:gd name="T29" fmla="*/ 280 h 332"/>
                  <a:gd name="T30" fmla="*/ 10 w 793"/>
                  <a:gd name="T31" fmla="*/ 275 h 332"/>
                  <a:gd name="T32" fmla="*/ 14 w 793"/>
                  <a:gd name="T33" fmla="*/ 271 h 332"/>
                  <a:gd name="T34" fmla="*/ 20 w 793"/>
                  <a:gd name="T35" fmla="*/ 267 h 332"/>
                  <a:gd name="T36" fmla="*/ 26 w 793"/>
                  <a:gd name="T37" fmla="*/ 266 h 332"/>
                  <a:gd name="T38" fmla="*/ 33 w 793"/>
                  <a:gd name="T39" fmla="*/ 265 h 332"/>
                  <a:gd name="T40" fmla="*/ 353 w 793"/>
                  <a:gd name="T41" fmla="*/ 265 h 332"/>
                  <a:gd name="T42" fmla="*/ 742 w 793"/>
                  <a:gd name="T43" fmla="*/ 6 h 332"/>
                  <a:gd name="T44" fmla="*/ 742 w 793"/>
                  <a:gd name="T45" fmla="*/ 6 h 332"/>
                  <a:gd name="T46" fmla="*/ 748 w 793"/>
                  <a:gd name="T47" fmla="*/ 3 h 332"/>
                  <a:gd name="T48" fmla="*/ 754 w 793"/>
                  <a:gd name="T49" fmla="*/ 1 h 332"/>
                  <a:gd name="T50" fmla="*/ 760 w 793"/>
                  <a:gd name="T51" fmla="*/ 0 h 332"/>
                  <a:gd name="T52" fmla="*/ 766 w 793"/>
                  <a:gd name="T53" fmla="*/ 1 h 332"/>
                  <a:gd name="T54" fmla="*/ 773 w 793"/>
                  <a:gd name="T55" fmla="*/ 3 h 332"/>
                  <a:gd name="T56" fmla="*/ 779 w 793"/>
                  <a:gd name="T57" fmla="*/ 6 h 332"/>
                  <a:gd name="T58" fmla="*/ 784 w 793"/>
                  <a:gd name="T59" fmla="*/ 10 h 332"/>
                  <a:gd name="T60" fmla="*/ 788 w 793"/>
                  <a:gd name="T61" fmla="*/ 16 h 332"/>
                  <a:gd name="T62" fmla="*/ 788 w 793"/>
                  <a:gd name="T63" fmla="*/ 16 h 332"/>
                  <a:gd name="T64" fmla="*/ 791 w 793"/>
                  <a:gd name="T65" fmla="*/ 21 h 332"/>
                  <a:gd name="T66" fmla="*/ 793 w 793"/>
                  <a:gd name="T67" fmla="*/ 27 h 332"/>
                  <a:gd name="T68" fmla="*/ 793 w 793"/>
                  <a:gd name="T69" fmla="*/ 33 h 332"/>
                  <a:gd name="T70" fmla="*/ 792 w 793"/>
                  <a:gd name="T71" fmla="*/ 40 h 332"/>
                  <a:gd name="T72" fmla="*/ 791 w 793"/>
                  <a:gd name="T73" fmla="*/ 46 h 332"/>
                  <a:gd name="T74" fmla="*/ 788 w 793"/>
                  <a:gd name="T75" fmla="*/ 52 h 332"/>
                  <a:gd name="T76" fmla="*/ 784 w 793"/>
                  <a:gd name="T77" fmla="*/ 57 h 332"/>
                  <a:gd name="T78" fmla="*/ 779 w 793"/>
                  <a:gd name="T79" fmla="*/ 61 h 332"/>
                  <a:gd name="T80" fmla="*/ 381 w 793"/>
                  <a:gd name="T81" fmla="*/ 325 h 332"/>
                  <a:gd name="T82" fmla="*/ 381 w 793"/>
                  <a:gd name="T83" fmla="*/ 325 h 332"/>
                  <a:gd name="T84" fmla="*/ 377 w 793"/>
                  <a:gd name="T85" fmla="*/ 329 h 332"/>
                  <a:gd name="T86" fmla="*/ 373 w 793"/>
                  <a:gd name="T87" fmla="*/ 330 h 332"/>
                  <a:gd name="T88" fmla="*/ 368 w 793"/>
                  <a:gd name="T89" fmla="*/ 331 h 332"/>
                  <a:gd name="T90" fmla="*/ 364 w 793"/>
                  <a:gd name="T91" fmla="*/ 332 h 332"/>
                  <a:gd name="T92" fmla="*/ 364 w 793"/>
                  <a:gd name="T93" fmla="*/ 3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93" h="332">
                    <a:moveTo>
                      <a:pt x="364" y="332"/>
                    </a:moveTo>
                    <a:lnTo>
                      <a:pt x="33" y="332"/>
                    </a:lnTo>
                    <a:lnTo>
                      <a:pt x="33" y="332"/>
                    </a:lnTo>
                    <a:lnTo>
                      <a:pt x="26" y="331"/>
                    </a:lnTo>
                    <a:lnTo>
                      <a:pt x="20" y="329"/>
                    </a:lnTo>
                    <a:lnTo>
                      <a:pt x="14" y="325"/>
                    </a:lnTo>
                    <a:lnTo>
                      <a:pt x="10" y="321"/>
                    </a:lnTo>
                    <a:lnTo>
                      <a:pt x="6" y="317"/>
                    </a:lnTo>
                    <a:lnTo>
                      <a:pt x="3" y="311"/>
                    </a:lnTo>
                    <a:lnTo>
                      <a:pt x="1" y="305"/>
                    </a:lnTo>
                    <a:lnTo>
                      <a:pt x="0" y="298"/>
                    </a:lnTo>
                    <a:lnTo>
                      <a:pt x="0" y="298"/>
                    </a:lnTo>
                    <a:lnTo>
                      <a:pt x="1" y="291"/>
                    </a:lnTo>
                    <a:lnTo>
                      <a:pt x="3" y="285"/>
                    </a:lnTo>
                    <a:lnTo>
                      <a:pt x="6" y="280"/>
                    </a:lnTo>
                    <a:lnTo>
                      <a:pt x="10" y="275"/>
                    </a:lnTo>
                    <a:lnTo>
                      <a:pt x="14" y="271"/>
                    </a:lnTo>
                    <a:lnTo>
                      <a:pt x="20" y="267"/>
                    </a:lnTo>
                    <a:lnTo>
                      <a:pt x="26" y="266"/>
                    </a:lnTo>
                    <a:lnTo>
                      <a:pt x="33" y="265"/>
                    </a:lnTo>
                    <a:lnTo>
                      <a:pt x="353" y="265"/>
                    </a:lnTo>
                    <a:lnTo>
                      <a:pt x="742" y="6"/>
                    </a:lnTo>
                    <a:lnTo>
                      <a:pt x="742" y="6"/>
                    </a:lnTo>
                    <a:lnTo>
                      <a:pt x="748" y="3"/>
                    </a:lnTo>
                    <a:lnTo>
                      <a:pt x="754" y="1"/>
                    </a:lnTo>
                    <a:lnTo>
                      <a:pt x="760" y="0"/>
                    </a:lnTo>
                    <a:lnTo>
                      <a:pt x="766" y="1"/>
                    </a:lnTo>
                    <a:lnTo>
                      <a:pt x="773" y="3"/>
                    </a:lnTo>
                    <a:lnTo>
                      <a:pt x="779" y="6"/>
                    </a:lnTo>
                    <a:lnTo>
                      <a:pt x="784" y="10"/>
                    </a:lnTo>
                    <a:lnTo>
                      <a:pt x="788" y="16"/>
                    </a:lnTo>
                    <a:lnTo>
                      <a:pt x="788" y="16"/>
                    </a:lnTo>
                    <a:lnTo>
                      <a:pt x="791" y="21"/>
                    </a:lnTo>
                    <a:lnTo>
                      <a:pt x="793" y="27"/>
                    </a:lnTo>
                    <a:lnTo>
                      <a:pt x="793" y="33"/>
                    </a:lnTo>
                    <a:lnTo>
                      <a:pt x="792" y="40"/>
                    </a:lnTo>
                    <a:lnTo>
                      <a:pt x="791" y="46"/>
                    </a:lnTo>
                    <a:lnTo>
                      <a:pt x="788" y="52"/>
                    </a:lnTo>
                    <a:lnTo>
                      <a:pt x="784" y="57"/>
                    </a:lnTo>
                    <a:lnTo>
                      <a:pt x="779" y="61"/>
                    </a:lnTo>
                    <a:lnTo>
                      <a:pt x="381" y="325"/>
                    </a:lnTo>
                    <a:lnTo>
                      <a:pt x="381" y="325"/>
                    </a:lnTo>
                    <a:lnTo>
                      <a:pt x="377" y="329"/>
                    </a:lnTo>
                    <a:lnTo>
                      <a:pt x="373" y="330"/>
                    </a:lnTo>
                    <a:lnTo>
                      <a:pt x="368" y="331"/>
                    </a:lnTo>
                    <a:lnTo>
                      <a:pt x="364" y="332"/>
                    </a:lnTo>
                    <a:lnTo>
                      <a:pt x="364"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60">
                <a:extLst>
                  <a:ext uri="{FF2B5EF4-FFF2-40B4-BE49-F238E27FC236}">
                    <a16:creationId xmlns:a16="http://schemas.microsoft.com/office/drawing/2014/main" id="{E8C87E14-A9A4-97DA-DF29-B4A89A664BE5}"/>
                  </a:ext>
                </a:extLst>
              </p:cNvPr>
              <p:cNvSpPr>
                <a:spLocks/>
              </p:cNvSpPr>
              <p:nvPr/>
            </p:nvSpPr>
            <p:spPr bwMode="auto">
              <a:xfrm>
                <a:off x="5735638" y="3436938"/>
                <a:ext cx="180975" cy="76200"/>
              </a:xfrm>
              <a:custGeom>
                <a:avLst/>
                <a:gdLst>
                  <a:gd name="T0" fmla="*/ 364 w 793"/>
                  <a:gd name="T1" fmla="*/ 331 h 331"/>
                  <a:gd name="T2" fmla="*/ 33 w 793"/>
                  <a:gd name="T3" fmla="*/ 331 h 331"/>
                  <a:gd name="T4" fmla="*/ 33 w 793"/>
                  <a:gd name="T5" fmla="*/ 331 h 331"/>
                  <a:gd name="T6" fmla="*/ 26 w 793"/>
                  <a:gd name="T7" fmla="*/ 330 h 331"/>
                  <a:gd name="T8" fmla="*/ 20 w 793"/>
                  <a:gd name="T9" fmla="*/ 328 h 331"/>
                  <a:gd name="T10" fmla="*/ 14 w 793"/>
                  <a:gd name="T11" fmla="*/ 325 h 331"/>
                  <a:gd name="T12" fmla="*/ 10 w 793"/>
                  <a:gd name="T13" fmla="*/ 321 h 331"/>
                  <a:gd name="T14" fmla="*/ 6 w 793"/>
                  <a:gd name="T15" fmla="*/ 317 h 331"/>
                  <a:gd name="T16" fmla="*/ 3 w 793"/>
                  <a:gd name="T17" fmla="*/ 310 h 331"/>
                  <a:gd name="T18" fmla="*/ 1 w 793"/>
                  <a:gd name="T19" fmla="*/ 304 h 331"/>
                  <a:gd name="T20" fmla="*/ 0 w 793"/>
                  <a:gd name="T21" fmla="*/ 298 h 331"/>
                  <a:gd name="T22" fmla="*/ 0 w 793"/>
                  <a:gd name="T23" fmla="*/ 298 h 331"/>
                  <a:gd name="T24" fmla="*/ 1 w 793"/>
                  <a:gd name="T25" fmla="*/ 291 h 331"/>
                  <a:gd name="T26" fmla="*/ 3 w 793"/>
                  <a:gd name="T27" fmla="*/ 285 h 331"/>
                  <a:gd name="T28" fmla="*/ 6 w 793"/>
                  <a:gd name="T29" fmla="*/ 279 h 331"/>
                  <a:gd name="T30" fmla="*/ 10 w 793"/>
                  <a:gd name="T31" fmla="*/ 274 h 331"/>
                  <a:gd name="T32" fmla="*/ 14 w 793"/>
                  <a:gd name="T33" fmla="*/ 270 h 331"/>
                  <a:gd name="T34" fmla="*/ 20 w 793"/>
                  <a:gd name="T35" fmla="*/ 267 h 331"/>
                  <a:gd name="T36" fmla="*/ 26 w 793"/>
                  <a:gd name="T37" fmla="*/ 265 h 331"/>
                  <a:gd name="T38" fmla="*/ 33 w 793"/>
                  <a:gd name="T39" fmla="*/ 265 h 331"/>
                  <a:gd name="T40" fmla="*/ 353 w 793"/>
                  <a:gd name="T41" fmla="*/ 265 h 331"/>
                  <a:gd name="T42" fmla="*/ 742 w 793"/>
                  <a:gd name="T43" fmla="*/ 5 h 331"/>
                  <a:gd name="T44" fmla="*/ 742 w 793"/>
                  <a:gd name="T45" fmla="*/ 5 h 331"/>
                  <a:gd name="T46" fmla="*/ 748 w 793"/>
                  <a:gd name="T47" fmla="*/ 2 h 331"/>
                  <a:gd name="T48" fmla="*/ 754 w 793"/>
                  <a:gd name="T49" fmla="*/ 1 h 331"/>
                  <a:gd name="T50" fmla="*/ 760 w 793"/>
                  <a:gd name="T51" fmla="*/ 0 h 331"/>
                  <a:gd name="T52" fmla="*/ 766 w 793"/>
                  <a:gd name="T53" fmla="*/ 1 h 331"/>
                  <a:gd name="T54" fmla="*/ 773 w 793"/>
                  <a:gd name="T55" fmla="*/ 2 h 331"/>
                  <a:gd name="T56" fmla="*/ 779 w 793"/>
                  <a:gd name="T57" fmla="*/ 5 h 331"/>
                  <a:gd name="T58" fmla="*/ 784 w 793"/>
                  <a:gd name="T59" fmla="*/ 9 h 331"/>
                  <a:gd name="T60" fmla="*/ 788 w 793"/>
                  <a:gd name="T61" fmla="*/ 14 h 331"/>
                  <a:gd name="T62" fmla="*/ 788 w 793"/>
                  <a:gd name="T63" fmla="*/ 14 h 331"/>
                  <a:gd name="T64" fmla="*/ 791 w 793"/>
                  <a:gd name="T65" fmla="*/ 20 h 331"/>
                  <a:gd name="T66" fmla="*/ 793 w 793"/>
                  <a:gd name="T67" fmla="*/ 27 h 331"/>
                  <a:gd name="T68" fmla="*/ 793 w 793"/>
                  <a:gd name="T69" fmla="*/ 33 h 331"/>
                  <a:gd name="T70" fmla="*/ 792 w 793"/>
                  <a:gd name="T71" fmla="*/ 39 h 331"/>
                  <a:gd name="T72" fmla="*/ 791 w 793"/>
                  <a:gd name="T73" fmla="*/ 45 h 331"/>
                  <a:gd name="T74" fmla="*/ 788 w 793"/>
                  <a:gd name="T75" fmla="*/ 52 h 331"/>
                  <a:gd name="T76" fmla="*/ 784 w 793"/>
                  <a:gd name="T77" fmla="*/ 57 h 331"/>
                  <a:gd name="T78" fmla="*/ 779 w 793"/>
                  <a:gd name="T79" fmla="*/ 61 h 331"/>
                  <a:gd name="T80" fmla="*/ 381 w 793"/>
                  <a:gd name="T81" fmla="*/ 325 h 331"/>
                  <a:gd name="T82" fmla="*/ 381 w 793"/>
                  <a:gd name="T83" fmla="*/ 325 h 331"/>
                  <a:gd name="T84" fmla="*/ 377 w 793"/>
                  <a:gd name="T85" fmla="*/ 328 h 331"/>
                  <a:gd name="T86" fmla="*/ 373 w 793"/>
                  <a:gd name="T87" fmla="*/ 329 h 331"/>
                  <a:gd name="T88" fmla="*/ 368 w 793"/>
                  <a:gd name="T89" fmla="*/ 330 h 331"/>
                  <a:gd name="T90" fmla="*/ 364 w 793"/>
                  <a:gd name="T91" fmla="*/ 331 h 331"/>
                  <a:gd name="T92" fmla="*/ 364 w 793"/>
                  <a:gd name="T93"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93" h="331">
                    <a:moveTo>
                      <a:pt x="364" y="331"/>
                    </a:moveTo>
                    <a:lnTo>
                      <a:pt x="33" y="331"/>
                    </a:lnTo>
                    <a:lnTo>
                      <a:pt x="33" y="331"/>
                    </a:lnTo>
                    <a:lnTo>
                      <a:pt x="26" y="330"/>
                    </a:lnTo>
                    <a:lnTo>
                      <a:pt x="20" y="328"/>
                    </a:lnTo>
                    <a:lnTo>
                      <a:pt x="14" y="325"/>
                    </a:lnTo>
                    <a:lnTo>
                      <a:pt x="10" y="321"/>
                    </a:lnTo>
                    <a:lnTo>
                      <a:pt x="6" y="317"/>
                    </a:lnTo>
                    <a:lnTo>
                      <a:pt x="3" y="310"/>
                    </a:lnTo>
                    <a:lnTo>
                      <a:pt x="1" y="304"/>
                    </a:lnTo>
                    <a:lnTo>
                      <a:pt x="0" y="298"/>
                    </a:lnTo>
                    <a:lnTo>
                      <a:pt x="0" y="298"/>
                    </a:lnTo>
                    <a:lnTo>
                      <a:pt x="1" y="291"/>
                    </a:lnTo>
                    <a:lnTo>
                      <a:pt x="3" y="285"/>
                    </a:lnTo>
                    <a:lnTo>
                      <a:pt x="6" y="279"/>
                    </a:lnTo>
                    <a:lnTo>
                      <a:pt x="10" y="274"/>
                    </a:lnTo>
                    <a:lnTo>
                      <a:pt x="14" y="270"/>
                    </a:lnTo>
                    <a:lnTo>
                      <a:pt x="20" y="267"/>
                    </a:lnTo>
                    <a:lnTo>
                      <a:pt x="26" y="265"/>
                    </a:lnTo>
                    <a:lnTo>
                      <a:pt x="33" y="265"/>
                    </a:lnTo>
                    <a:lnTo>
                      <a:pt x="353" y="265"/>
                    </a:lnTo>
                    <a:lnTo>
                      <a:pt x="742" y="5"/>
                    </a:lnTo>
                    <a:lnTo>
                      <a:pt x="742" y="5"/>
                    </a:lnTo>
                    <a:lnTo>
                      <a:pt x="748" y="2"/>
                    </a:lnTo>
                    <a:lnTo>
                      <a:pt x="754" y="1"/>
                    </a:lnTo>
                    <a:lnTo>
                      <a:pt x="760" y="0"/>
                    </a:lnTo>
                    <a:lnTo>
                      <a:pt x="766" y="1"/>
                    </a:lnTo>
                    <a:lnTo>
                      <a:pt x="773" y="2"/>
                    </a:lnTo>
                    <a:lnTo>
                      <a:pt x="779" y="5"/>
                    </a:lnTo>
                    <a:lnTo>
                      <a:pt x="784" y="9"/>
                    </a:lnTo>
                    <a:lnTo>
                      <a:pt x="788" y="14"/>
                    </a:lnTo>
                    <a:lnTo>
                      <a:pt x="788" y="14"/>
                    </a:lnTo>
                    <a:lnTo>
                      <a:pt x="791" y="20"/>
                    </a:lnTo>
                    <a:lnTo>
                      <a:pt x="793" y="27"/>
                    </a:lnTo>
                    <a:lnTo>
                      <a:pt x="793" y="33"/>
                    </a:lnTo>
                    <a:lnTo>
                      <a:pt x="792" y="39"/>
                    </a:lnTo>
                    <a:lnTo>
                      <a:pt x="791" y="45"/>
                    </a:lnTo>
                    <a:lnTo>
                      <a:pt x="788" y="52"/>
                    </a:lnTo>
                    <a:lnTo>
                      <a:pt x="784" y="57"/>
                    </a:lnTo>
                    <a:lnTo>
                      <a:pt x="779" y="61"/>
                    </a:lnTo>
                    <a:lnTo>
                      <a:pt x="381" y="325"/>
                    </a:lnTo>
                    <a:lnTo>
                      <a:pt x="381" y="325"/>
                    </a:lnTo>
                    <a:lnTo>
                      <a:pt x="377" y="328"/>
                    </a:lnTo>
                    <a:lnTo>
                      <a:pt x="373" y="329"/>
                    </a:lnTo>
                    <a:lnTo>
                      <a:pt x="368" y="330"/>
                    </a:lnTo>
                    <a:lnTo>
                      <a:pt x="364" y="331"/>
                    </a:lnTo>
                    <a:lnTo>
                      <a:pt x="364"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61">
                <a:extLst>
                  <a:ext uri="{FF2B5EF4-FFF2-40B4-BE49-F238E27FC236}">
                    <a16:creationId xmlns:a16="http://schemas.microsoft.com/office/drawing/2014/main" id="{2E4BBB37-9DAD-B683-418C-00C15F098541}"/>
                  </a:ext>
                </a:extLst>
              </p:cNvPr>
              <p:cNvSpPr>
                <a:spLocks/>
              </p:cNvSpPr>
              <p:nvPr/>
            </p:nvSpPr>
            <p:spPr bwMode="auto">
              <a:xfrm>
                <a:off x="5735638" y="3467100"/>
                <a:ext cx="180975" cy="74613"/>
              </a:xfrm>
              <a:custGeom>
                <a:avLst/>
                <a:gdLst>
                  <a:gd name="T0" fmla="*/ 364 w 793"/>
                  <a:gd name="T1" fmla="*/ 331 h 331"/>
                  <a:gd name="T2" fmla="*/ 33 w 793"/>
                  <a:gd name="T3" fmla="*/ 331 h 331"/>
                  <a:gd name="T4" fmla="*/ 33 w 793"/>
                  <a:gd name="T5" fmla="*/ 331 h 331"/>
                  <a:gd name="T6" fmla="*/ 26 w 793"/>
                  <a:gd name="T7" fmla="*/ 331 h 331"/>
                  <a:gd name="T8" fmla="*/ 20 w 793"/>
                  <a:gd name="T9" fmla="*/ 329 h 331"/>
                  <a:gd name="T10" fmla="*/ 14 w 793"/>
                  <a:gd name="T11" fmla="*/ 326 h 331"/>
                  <a:gd name="T12" fmla="*/ 10 w 793"/>
                  <a:gd name="T13" fmla="*/ 321 h 331"/>
                  <a:gd name="T14" fmla="*/ 6 w 793"/>
                  <a:gd name="T15" fmla="*/ 316 h 331"/>
                  <a:gd name="T16" fmla="*/ 3 w 793"/>
                  <a:gd name="T17" fmla="*/ 311 h 331"/>
                  <a:gd name="T18" fmla="*/ 1 w 793"/>
                  <a:gd name="T19" fmla="*/ 305 h 331"/>
                  <a:gd name="T20" fmla="*/ 0 w 793"/>
                  <a:gd name="T21" fmla="*/ 298 h 331"/>
                  <a:gd name="T22" fmla="*/ 0 w 793"/>
                  <a:gd name="T23" fmla="*/ 298 h 331"/>
                  <a:gd name="T24" fmla="*/ 1 w 793"/>
                  <a:gd name="T25" fmla="*/ 291 h 331"/>
                  <a:gd name="T26" fmla="*/ 3 w 793"/>
                  <a:gd name="T27" fmla="*/ 285 h 331"/>
                  <a:gd name="T28" fmla="*/ 6 w 793"/>
                  <a:gd name="T29" fmla="*/ 280 h 331"/>
                  <a:gd name="T30" fmla="*/ 10 w 793"/>
                  <a:gd name="T31" fmla="*/ 275 h 331"/>
                  <a:gd name="T32" fmla="*/ 14 w 793"/>
                  <a:gd name="T33" fmla="*/ 271 h 331"/>
                  <a:gd name="T34" fmla="*/ 20 w 793"/>
                  <a:gd name="T35" fmla="*/ 268 h 331"/>
                  <a:gd name="T36" fmla="*/ 26 w 793"/>
                  <a:gd name="T37" fmla="*/ 265 h 331"/>
                  <a:gd name="T38" fmla="*/ 33 w 793"/>
                  <a:gd name="T39" fmla="*/ 265 h 331"/>
                  <a:gd name="T40" fmla="*/ 353 w 793"/>
                  <a:gd name="T41" fmla="*/ 265 h 331"/>
                  <a:gd name="T42" fmla="*/ 742 w 793"/>
                  <a:gd name="T43" fmla="*/ 6 h 331"/>
                  <a:gd name="T44" fmla="*/ 742 w 793"/>
                  <a:gd name="T45" fmla="*/ 6 h 331"/>
                  <a:gd name="T46" fmla="*/ 748 w 793"/>
                  <a:gd name="T47" fmla="*/ 2 h 331"/>
                  <a:gd name="T48" fmla="*/ 754 w 793"/>
                  <a:gd name="T49" fmla="*/ 0 h 331"/>
                  <a:gd name="T50" fmla="*/ 760 w 793"/>
                  <a:gd name="T51" fmla="*/ 0 h 331"/>
                  <a:gd name="T52" fmla="*/ 766 w 793"/>
                  <a:gd name="T53" fmla="*/ 1 h 331"/>
                  <a:gd name="T54" fmla="*/ 773 w 793"/>
                  <a:gd name="T55" fmla="*/ 2 h 331"/>
                  <a:gd name="T56" fmla="*/ 779 w 793"/>
                  <a:gd name="T57" fmla="*/ 6 h 331"/>
                  <a:gd name="T58" fmla="*/ 784 w 793"/>
                  <a:gd name="T59" fmla="*/ 10 h 331"/>
                  <a:gd name="T60" fmla="*/ 788 w 793"/>
                  <a:gd name="T61" fmla="*/ 15 h 331"/>
                  <a:gd name="T62" fmla="*/ 788 w 793"/>
                  <a:gd name="T63" fmla="*/ 15 h 331"/>
                  <a:gd name="T64" fmla="*/ 791 w 793"/>
                  <a:gd name="T65" fmla="*/ 21 h 331"/>
                  <a:gd name="T66" fmla="*/ 793 w 793"/>
                  <a:gd name="T67" fmla="*/ 27 h 331"/>
                  <a:gd name="T68" fmla="*/ 793 w 793"/>
                  <a:gd name="T69" fmla="*/ 33 h 331"/>
                  <a:gd name="T70" fmla="*/ 792 w 793"/>
                  <a:gd name="T71" fmla="*/ 40 h 331"/>
                  <a:gd name="T72" fmla="*/ 791 w 793"/>
                  <a:gd name="T73" fmla="*/ 46 h 331"/>
                  <a:gd name="T74" fmla="*/ 788 w 793"/>
                  <a:gd name="T75" fmla="*/ 51 h 331"/>
                  <a:gd name="T76" fmla="*/ 784 w 793"/>
                  <a:gd name="T77" fmla="*/ 56 h 331"/>
                  <a:gd name="T78" fmla="*/ 779 w 793"/>
                  <a:gd name="T79" fmla="*/ 60 h 331"/>
                  <a:gd name="T80" fmla="*/ 381 w 793"/>
                  <a:gd name="T81" fmla="*/ 326 h 331"/>
                  <a:gd name="T82" fmla="*/ 381 w 793"/>
                  <a:gd name="T83" fmla="*/ 326 h 331"/>
                  <a:gd name="T84" fmla="*/ 377 w 793"/>
                  <a:gd name="T85" fmla="*/ 328 h 331"/>
                  <a:gd name="T86" fmla="*/ 373 w 793"/>
                  <a:gd name="T87" fmla="*/ 330 h 331"/>
                  <a:gd name="T88" fmla="*/ 368 w 793"/>
                  <a:gd name="T89" fmla="*/ 331 h 331"/>
                  <a:gd name="T90" fmla="*/ 364 w 793"/>
                  <a:gd name="T91" fmla="*/ 331 h 331"/>
                  <a:gd name="T92" fmla="*/ 364 w 793"/>
                  <a:gd name="T93"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93" h="331">
                    <a:moveTo>
                      <a:pt x="364" y="331"/>
                    </a:moveTo>
                    <a:lnTo>
                      <a:pt x="33" y="331"/>
                    </a:lnTo>
                    <a:lnTo>
                      <a:pt x="33" y="331"/>
                    </a:lnTo>
                    <a:lnTo>
                      <a:pt x="26" y="331"/>
                    </a:lnTo>
                    <a:lnTo>
                      <a:pt x="20" y="329"/>
                    </a:lnTo>
                    <a:lnTo>
                      <a:pt x="14" y="326"/>
                    </a:lnTo>
                    <a:lnTo>
                      <a:pt x="10" y="321"/>
                    </a:lnTo>
                    <a:lnTo>
                      <a:pt x="6" y="316"/>
                    </a:lnTo>
                    <a:lnTo>
                      <a:pt x="3" y="311"/>
                    </a:lnTo>
                    <a:lnTo>
                      <a:pt x="1" y="305"/>
                    </a:lnTo>
                    <a:lnTo>
                      <a:pt x="0" y="298"/>
                    </a:lnTo>
                    <a:lnTo>
                      <a:pt x="0" y="298"/>
                    </a:lnTo>
                    <a:lnTo>
                      <a:pt x="1" y="291"/>
                    </a:lnTo>
                    <a:lnTo>
                      <a:pt x="3" y="285"/>
                    </a:lnTo>
                    <a:lnTo>
                      <a:pt x="6" y="280"/>
                    </a:lnTo>
                    <a:lnTo>
                      <a:pt x="10" y="275"/>
                    </a:lnTo>
                    <a:lnTo>
                      <a:pt x="14" y="271"/>
                    </a:lnTo>
                    <a:lnTo>
                      <a:pt x="20" y="268"/>
                    </a:lnTo>
                    <a:lnTo>
                      <a:pt x="26" y="265"/>
                    </a:lnTo>
                    <a:lnTo>
                      <a:pt x="33" y="265"/>
                    </a:lnTo>
                    <a:lnTo>
                      <a:pt x="353" y="265"/>
                    </a:lnTo>
                    <a:lnTo>
                      <a:pt x="742" y="6"/>
                    </a:lnTo>
                    <a:lnTo>
                      <a:pt x="742" y="6"/>
                    </a:lnTo>
                    <a:lnTo>
                      <a:pt x="748" y="2"/>
                    </a:lnTo>
                    <a:lnTo>
                      <a:pt x="754" y="0"/>
                    </a:lnTo>
                    <a:lnTo>
                      <a:pt x="760" y="0"/>
                    </a:lnTo>
                    <a:lnTo>
                      <a:pt x="766" y="1"/>
                    </a:lnTo>
                    <a:lnTo>
                      <a:pt x="773" y="2"/>
                    </a:lnTo>
                    <a:lnTo>
                      <a:pt x="779" y="6"/>
                    </a:lnTo>
                    <a:lnTo>
                      <a:pt x="784" y="10"/>
                    </a:lnTo>
                    <a:lnTo>
                      <a:pt x="788" y="15"/>
                    </a:lnTo>
                    <a:lnTo>
                      <a:pt x="788" y="15"/>
                    </a:lnTo>
                    <a:lnTo>
                      <a:pt x="791" y="21"/>
                    </a:lnTo>
                    <a:lnTo>
                      <a:pt x="793" y="27"/>
                    </a:lnTo>
                    <a:lnTo>
                      <a:pt x="793" y="33"/>
                    </a:lnTo>
                    <a:lnTo>
                      <a:pt x="792" y="40"/>
                    </a:lnTo>
                    <a:lnTo>
                      <a:pt x="791" y="46"/>
                    </a:lnTo>
                    <a:lnTo>
                      <a:pt x="788" y="51"/>
                    </a:lnTo>
                    <a:lnTo>
                      <a:pt x="784" y="56"/>
                    </a:lnTo>
                    <a:lnTo>
                      <a:pt x="779" y="60"/>
                    </a:lnTo>
                    <a:lnTo>
                      <a:pt x="381" y="326"/>
                    </a:lnTo>
                    <a:lnTo>
                      <a:pt x="381" y="326"/>
                    </a:lnTo>
                    <a:lnTo>
                      <a:pt x="377" y="328"/>
                    </a:lnTo>
                    <a:lnTo>
                      <a:pt x="373" y="330"/>
                    </a:lnTo>
                    <a:lnTo>
                      <a:pt x="368" y="331"/>
                    </a:lnTo>
                    <a:lnTo>
                      <a:pt x="364" y="331"/>
                    </a:lnTo>
                    <a:lnTo>
                      <a:pt x="364"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62">
                <a:extLst>
                  <a:ext uri="{FF2B5EF4-FFF2-40B4-BE49-F238E27FC236}">
                    <a16:creationId xmlns:a16="http://schemas.microsoft.com/office/drawing/2014/main" id="{03B59FCC-2553-C609-FD38-44FA5AA0A565}"/>
                  </a:ext>
                </a:extLst>
              </p:cNvPr>
              <p:cNvSpPr>
                <a:spLocks noEditPoints="1"/>
              </p:cNvSpPr>
              <p:nvPr/>
            </p:nvSpPr>
            <p:spPr bwMode="auto">
              <a:xfrm>
                <a:off x="5630863" y="3332163"/>
                <a:ext cx="209550" cy="225425"/>
              </a:xfrm>
              <a:custGeom>
                <a:avLst/>
                <a:gdLst>
                  <a:gd name="T0" fmla="*/ 33 w 926"/>
                  <a:gd name="T1" fmla="*/ 992 h 992"/>
                  <a:gd name="T2" fmla="*/ 26 w 926"/>
                  <a:gd name="T3" fmla="*/ 992 h 992"/>
                  <a:gd name="T4" fmla="*/ 14 w 926"/>
                  <a:gd name="T5" fmla="*/ 987 h 992"/>
                  <a:gd name="T6" fmla="*/ 5 w 926"/>
                  <a:gd name="T7" fmla="*/ 977 h 992"/>
                  <a:gd name="T8" fmla="*/ 1 w 926"/>
                  <a:gd name="T9" fmla="*/ 966 h 992"/>
                  <a:gd name="T10" fmla="*/ 0 w 926"/>
                  <a:gd name="T11" fmla="*/ 330 h 992"/>
                  <a:gd name="T12" fmla="*/ 1 w 926"/>
                  <a:gd name="T13" fmla="*/ 323 h 992"/>
                  <a:gd name="T14" fmla="*/ 7 w 926"/>
                  <a:gd name="T15" fmla="*/ 309 h 992"/>
                  <a:gd name="T16" fmla="*/ 410 w 926"/>
                  <a:gd name="T17" fmla="*/ 6 h 992"/>
                  <a:gd name="T18" fmla="*/ 414 w 926"/>
                  <a:gd name="T19" fmla="*/ 3 h 992"/>
                  <a:gd name="T20" fmla="*/ 424 w 926"/>
                  <a:gd name="T21" fmla="*/ 0 h 992"/>
                  <a:gd name="T22" fmla="*/ 893 w 926"/>
                  <a:gd name="T23" fmla="*/ 0 h 992"/>
                  <a:gd name="T24" fmla="*/ 898 w 926"/>
                  <a:gd name="T25" fmla="*/ 0 h 992"/>
                  <a:gd name="T26" fmla="*/ 908 w 926"/>
                  <a:gd name="T27" fmla="*/ 3 h 992"/>
                  <a:gd name="T28" fmla="*/ 916 w 926"/>
                  <a:gd name="T29" fmla="*/ 9 h 992"/>
                  <a:gd name="T30" fmla="*/ 922 w 926"/>
                  <a:gd name="T31" fmla="*/ 17 h 992"/>
                  <a:gd name="T32" fmla="*/ 924 w 926"/>
                  <a:gd name="T33" fmla="*/ 23 h 992"/>
                  <a:gd name="T34" fmla="*/ 926 w 926"/>
                  <a:gd name="T35" fmla="*/ 33 h 992"/>
                  <a:gd name="T36" fmla="*/ 924 w 926"/>
                  <a:gd name="T37" fmla="*/ 42 h 992"/>
                  <a:gd name="T38" fmla="*/ 920 w 926"/>
                  <a:gd name="T39" fmla="*/ 52 h 992"/>
                  <a:gd name="T40" fmla="*/ 913 w 926"/>
                  <a:gd name="T41" fmla="*/ 59 h 992"/>
                  <a:gd name="T42" fmla="*/ 529 w 926"/>
                  <a:gd name="T43" fmla="*/ 959 h 992"/>
                  <a:gd name="T44" fmla="*/ 528 w 926"/>
                  <a:gd name="T45" fmla="*/ 966 h 992"/>
                  <a:gd name="T46" fmla="*/ 524 w 926"/>
                  <a:gd name="T47" fmla="*/ 977 h 992"/>
                  <a:gd name="T48" fmla="*/ 514 w 926"/>
                  <a:gd name="T49" fmla="*/ 987 h 992"/>
                  <a:gd name="T50" fmla="*/ 503 w 926"/>
                  <a:gd name="T51" fmla="*/ 992 h 992"/>
                  <a:gd name="T52" fmla="*/ 496 w 926"/>
                  <a:gd name="T53" fmla="*/ 992 h 992"/>
                  <a:gd name="T54" fmla="*/ 463 w 926"/>
                  <a:gd name="T55" fmla="*/ 926 h 992"/>
                  <a:gd name="T56" fmla="*/ 463 w 926"/>
                  <a:gd name="T57" fmla="*/ 330 h 992"/>
                  <a:gd name="T58" fmla="*/ 467 w 926"/>
                  <a:gd name="T59" fmla="*/ 316 h 992"/>
                  <a:gd name="T60" fmla="*/ 476 w 926"/>
                  <a:gd name="T61" fmla="*/ 304 h 992"/>
                  <a:gd name="T62" fmla="*/ 441 w 926"/>
                  <a:gd name="T63" fmla="*/ 66 h 992"/>
                  <a:gd name="T64" fmla="*/ 66 w 926"/>
                  <a:gd name="T65" fmla="*/ 926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6" h="992">
                    <a:moveTo>
                      <a:pt x="496" y="992"/>
                    </a:moveTo>
                    <a:lnTo>
                      <a:pt x="33" y="992"/>
                    </a:lnTo>
                    <a:lnTo>
                      <a:pt x="33" y="992"/>
                    </a:lnTo>
                    <a:lnTo>
                      <a:pt x="26" y="992"/>
                    </a:lnTo>
                    <a:lnTo>
                      <a:pt x="20" y="990"/>
                    </a:lnTo>
                    <a:lnTo>
                      <a:pt x="14" y="987"/>
                    </a:lnTo>
                    <a:lnTo>
                      <a:pt x="9" y="983"/>
                    </a:lnTo>
                    <a:lnTo>
                      <a:pt x="5" y="977"/>
                    </a:lnTo>
                    <a:lnTo>
                      <a:pt x="2" y="972"/>
                    </a:lnTo>
                    <a:lnTo>
                      <a:pt x="1" y="966"/>
                    </a:lnTo>
                    <a:lnTo>
                      <a:pt x="0" y="959"/>
                    </a:lnTo>
                    <a:lnTo>
                      <a:pt x="0" y="330"/>
                    </a:lnTo>
                    <a:lnTo>
                      <a:pt x="0" y="330"/>
                    </a:lnTo>
                    <a:lnTo>
                      <a:pt x="1" y="323"/>
                    </a:lnTo>
                    <a:lnTo>
                      <a:pt x="3" y="316"/>
                    </a:lnTo>
                    <a:lnTo>
                      <a:pt x="7" y="309"/>
                    </a:lnTo>
                    <a:lnTo>
                      <a:pt x="13" y="304"/>
                    </a:lnTo>
                    <a:lnTo>
                      <a:pt x="410" y="6"/>
                    </a:lnTo>
                    <a:lnTo>
                      <a:pt x="410" y="6"/>
                    </a:lnTo>
                    <a:lnTo>
                      <a:pt x="414" y="3"/>
                    </a:lnTo>
                    <a:lnTo>
                      <a:pt x="419" y="1"/>
                    </a:lnTo>
                    <a:lnTo>
                      <a:pt x="424" y="0"/>
                    </a:lnTo>
                    <a:lnTo>
                      <a:pt x="429" y="0"/>
                    </a:lnTo>
                    <a:lnTo>
                      <a:pt x="893" y="0"/>
                    </a:lnTo>
                    <a:lnTo>
                      <a:pt x="893" y="0"/>
                    </a:lnTo>
                    <a:lnTo>
                      <a:pt x="898" y="0"/>
                    </a:lnTo>
                    <a:lnTo>
                      <a:pt x="903" y="1"/>
                    </a:lnTo>
                    <a:lnTo>
                      <a:pt x="908" y="3"/>
                    </a:lnTo>
                    <a:lnTo>
                      <a:pt x="912" y="6"/>
                    </a:lnTo>
                    <a:lnTo>
                      <a:pt x="916" y="9"/>
                    </a:lnTo>
                    <a:lnTo>
                      <a:pt x="919" y="13"/>
                    </a:lnTo>
                    <a:lnTo>
                      <a:pt x="922" y="17"/>
                    </a:lnTo>
                    <a:lnTo>
                      <a:pt x="924" y="23"/>
                    </a:lnTo>
                    <a:lnTo>
                      <a:pt x="924" y="23"/>
                    </a:lnTo>
                    <a:lnTo>
                      <a:pt x="925" y="28"/>
                    </a:lnTo>
                    <a:lnTo>
                      <a:pt x="926" y="33"/>
                    </a:lnTo>
                    <a:lnTo>
                      <a:pt x="925" y="37"/>
                    </a:lnTo>
                    <a:lnTo>
                      <a:pt x="924" y="42"/>
                    </a:lnTo>
                    <a:lnTo>
                      <a:pt x="922" y="47"/>
                    </a:lnTo>
                    <a:lnTo>
                      <a:pt x="920" y="52"/>
                    </a:lnTo>
                    <a:lnTo>
                      <a:pt x="917" y="56"/>
                    </a:lnTo>
                    <a:lnTo>
                      <a:pt x="913" y="59"/>
                    </a:lnTo>
                    <a:lnTo>
                      <a:pt x="529" y="347"/>
                    </a:lnTo>
                    <a:lnTo>
                      <a:pt x="529" y="959"/>
                    </a:lnTo>
                    <a:lnTo>
                      <a:pt x="529" y="959"/>
                    </a:lnTo>
                    <a:lnTo>
                      <a:pt x="528" y="966"/>
                    </a:lnTo>
                    <a:lnTo>
                      <a:pt x="527" y="972"/>
                    </a:lnTo>
                    <a:lnTo>
                      <a:pt x="524" y="977"/>
                    </a:lnTo>
                    <a:lnTo>
                      <a:pt x="519" y="983"/>
                    </a:lnTo>
                    <a:lnTo>
                      <a:pt x="514" y="987"/>
                    </a:lnTo>
                    <a:lnTo>
                      <a:pt x="509" y="990"/>
                    </a:lnTo>
                    <a:lnTo>
                      <a:pt x="503" y="992"/>
                    </a:lnTo>
                    <a:lnTo>
                      <a:pt x="496" y="992"/>
                    </a:lnTo>
                    <a:lnTo>
                      <a:pt x="496" y="992"/>
                    </a:lnTo>
                    <a:close/>
                    <a:moveTo>
                      <a:pt x="66" y="926"/>
                    </a:moveTo>
                    <a:lnTo>
                      <a:pt x="463" y="926"/>
                    </a:lnTo>
                    <a:lnTo>
                      <a:pt x="463" y="330"/>
                    </a:lnTo>
                    <a:lnTo>
                      <a:pt x="463" y="330"/>
                    </a:lnTo>
                    <a:lnTo>
                      <a:pt x="464" y="323"/>
                    </a:lnTo>
                    <a:lnTo>
                      <a:pt x="467" y="316"/>
                    </a:lnTo>
                    <a:lnTo>
                      <a:pt x="471" y="309"/>
                    </a:lnTo>
                    <a:lnTo>
                      <a:pt x="476" y="304"/>
                    </a:lnTo>
                    <a:lnTo>
                      <a:pt x="794" y="66"/>
                    </a:lnTo>
                    <a:lnTo>
                      <a:pt x="441" y="66"/>
                    </a:lnTo>
                    <a:lnTo>
                      <a:pt x="66" y="347"/>
                    </a:lnTo>
                    <a:lnTo>
                      <a:pt x="66" y="9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63">
                <a:extLst>
                  <a:ext uri="{FF2B5EF4-FFF2-40B4-BE49-F238E27FC236}">
                    <a16:creationId xmlns:a16="http://schemas.microsoft.com/office/drawing/2014/main" id="{33684769-6779-8B2A-6B81-819EFF5AC936}"/>
                  </a:ext>
                </a:extLst>
              </p:cNvPr>
              <p:cNvSpPr>
                <a:spLocks/>
              </p:cNvSpPr>
              <p:nvPr/>
            </p:nvSpPr>
            <p:spPr bwMode="auto">
              <a:xfrm>
                <a:off x="5556250" y="3436938"/>
                <a:ext cx="90488" cy="15875"/>
              </a:xfrm>
              <a:custGeom>
                <a:avLst/>
                <a:gdLst>
                  <a:gd name="T0" fmla="*/ 364 w 397"/>
                  <a:gd name="T1" fmla="*/ 66 h 66"/>
                  <a:gd name="T2" fmla="*/ 33 w 397"/>
                  <a:gd name="T3" fmla="*/ 66 h 66"/>
                  <a:gd name="T4" fmla="*/ 33 w 397"/>
                  <a:gd name="T5" fmla="*/ 66 h 66"/>
                  <a:gd name="T6" fmla="*/ 27 w 397"/>
                  <a:gd name="T7" fmla="*/ 65 h 66"/>
                  <a:gd name="T8" fmla="*/ 20 w 397"/>
                  <a:gd name="T9" fmla="*/ 63 h 66"/>
                  <a:gd name="T10" fmla="*/ 14 w 397"/>
                  <a:gd name="T11" fmla="*/ 61 h 66"/>
                  <a:gd name="T12" fmla="*/ 10 w 397"/>
                  <a:gd name="T13" fmla="*/ 57 h 66"/>
                  <a:gd name="T14" fmla="*/ 6 w 397"/>
                  <a:gd name="T15" fmla="*/ 52 h 66"/>
                  <a:gd name="T16" fmla="*/ 3 w 397"/>
                  <a:gd name="T17" fmla="*/ 45 h 66"/>
                  <a:gd name="T18" fmla="*/ 1 w 397"/>
                  <a:gd name="T19" fmla="*/ 39 h 66"/>
                  <a:gd name="T20" fmla="*/ 0 w 397"/>
                  <a:gd name="T21" fmla="*/ 33 h 66"/>
                  <a:gd name="T22" fmla="*/ 0 w 397"/>
                  <a:gd name="T23" fmla="*/ 33 h 66"/>
                  <a:gd name="T24" fmla="*/ 1 w 397"/>
                  <a:gd name="T25" fmla="*/ 27 h 66"/>
                  <a:gd name="T26" fmla="*/ 3 w 397"/>
                  <a:gd name="T27" fmla="*/ 20 h 66"/>
                  <a:gd name="T28" fmla="*/ 6 w 397"/>
                  <a:gd name="T29" fmla="*/ 14 h 66"/>
                  <a:gd name="T30" fmla="*/ 10 w 397"/>
                  <a:gd name="T31" fmla="*/ 9 h 66"/>
                  <a:gd name="T32" fmla="*/ 14 w 397"/>
                  <a:gd name="T33" fmla="*/ 6 h 66"/>
                  <a:gd name="T34" fmla="*/ 20 w 397"/>
                  <a:gd name="T35" fmla="*/ 3 h 66"/>
                  <a:gd name="T36" fmla="*/ 27 w 397"/>
                  <a:gd name="T37" fmla="*/ 1 h 66"/>
                  <a:gd name="T38" fmla="*/ 33 w 397"/>
                  <a:gd name="T39" fmla="*/ 0 h 66"/>
                  <a:gd name="T40" fmla="*/ 364 w 397"/>
                  <a:gd name="T41" fmla="*/ 0 h 66"/>
                  <a:gd name="T42" fmla="*/ 364 w 397"/>
                  <a:gd name="T43" fmla="*/ 0 h 66"/>
                  <a:gd name="T44" fmla="*/ 370 w 397"/>
                  <a:gd name="T45" fmla="*/ 1 h 66"/>
                  <a:gd name="T46" fmla="*/ 376 w 397"/>
                  <a:gd name="T47" fmla="*/ 3 h 66"/>
                  <a:gd name="T48" fmla="*/ 383 w 397"/>
                  <a:gd name="T49" fmla="*/ 6 h 66"/>
                  <a:gd name="T50" fmla="*/ 387 w 397"/>
                  <a:gd name="T51" fmla="*/ 9 h 66"/>
                  <a:gd name="T52" fmla="*/ 391 w 397"/>
                  <a:gd name="T53" fmla="*/ 14 h 66"/>
                  <a:gd name="T54" fmla="*/ 394 w 397"/>
                  <a:gd name="T55" fmla="*/ 20 h 66"/>
                  <a:gd name="T56" fmla="*/ 396 w 397"/>
                  <a:gd name="T57" fmla="*/ 27 h 66"/>
                  <a:gd name="T58" fmla="*/ 397 w 397"/>
                  <a:gd name="T59" fmla="*/ 33 h 66"/>
                  <a:gd name="T60" fmla="*/ 397 w 397"/>
                  <a:gd name="T61" fmla="*/ 33 h 66"/>
                  <a:gd name="T62" fmla="*/ 396 w 397"/>
                  <a:gd name="T63" fmla="*/ 39 h 66"/>
                  <a:gd name="T64" fmla="*/ 394 w 397"/>
                  <a:gd name="T65" fmla="*/ 45 h 66"/>
                  <a:gd name="T66" fmla="*/ 391 w 397"/>
                  <a:gd name="T67" fmla="*/ 52 h 66"/>
                  <a:gd name="T68" fmla="*/ 387 w 397"/>
                  <a:gd name="T69" fmla="*/ 57 h 66"/>
                  <a:gd name="T70" fmla="*/ 383 w 397"/>
                  <a:gd name="T71" fmla="*/ 61 h 66"/>
                  <a:gd name="T72" fmla="*/ 376 w 397"/>
                  <a:gd name="T73" fmla="*/ 63 h 66"/>
                  <a:gd name="T74" fmla="*/ 370 w 397"/>
                  <a:gd name="T75" fmla="*/ 65 h 66"/>
                  <a:gd name="T76" fmla="*/ 364 w 397"/>
                  <a:gd name="T77" fmla="*/ 66 h 66"/>
                  <a:gd name="T78" fmla="*/ 364 w 397"/>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7" h="66">
                    <a:moveTo>
                      <a:pt x="364" y="66"/>
                    </a:moveTo>
                    <a:lnTo>
                      <a:pt x="33" y="66"/>
                    </a:lnTo>
                    <a:lnTo>
                      <a:pt x="33" y="66"/>
                    </a:lnTo>
                    <a:lnTo>
                      <a:pt x="27" y="65"/>
                    </a:lnTo>
                    <a:lnTo>
                      <a:pt x="20" y="63"/>
                    </a:lnTo>
                    <a:lnTo>
                      <a:pt x="14" y="61"/>
                    </a:lnTo>
                    <a:lnTo>
                      <a:pt x="10" y="57"/>
                    </a:lnTo>
                    <a:lnTo>
                      <a:pt x="6" y="52"/>
                    </a:lnTo>
                    <a:lnTo>
                      <a:pt x="3" y="45"/>
                    </a:lnTo>
                    <a:lnTo>
                      <a:pt x="1" y="39"/>
                    </a:lnTo>
                    <a:lnTo>
                      <a:pt x="0" y="33"/>
                    </a:lnTo>
                    <a:lnTo>
                      <a:pt x="0" y="33"/>
                    </a:lnTo>
                    <a:lnTo>
                      <a:pt x="1" y="27"/>
                    </a:lnTo>
                    <a:lnTo>
                      <a:pt x="3" y="20"/>
                    </a:lnTo>
                    <a:lnTo>
                      <a:pt x="6" y="14"/>
                    </a:lnTo>
                    <a:lnTo>
                      <a:pt x="10" y="9"/>
                    </a:lnTo>
                    <a:lnTo>
                      <a:pt x="14" y="6"/>
                    </a:lnTo>
                    <a:lnTo>
                      <a:pt x="20" y="3"/>
                    </a:lnTo>
                    <a:lnTo>
                      <a:pt x="27" y="1"/>
                    </a:lnTo>
                    <a:lnTo>
                      <a:pt x="33" y="0"/>
                    </a:lnTo>
                    <a:lnTo>
                      <a:pt x="364" y="0"/>
                    </a:lnTo>
                    <a:lnTo>
                      <a:pt x="364" y="0"/>
                    </a:lnTo>
                    <a:lnTo>
                      <a:pt x="370" y="1"/>
                    </a:lnTo>
                    <a:lnTo>
                      <a:pt x="376" y="3"/>
                    </a:lnTo>
                    <a:lnTo>
                      <a:pt x="383" y="6"/>
                    </a:lnTo>
                    <a:lnTo>
                      <a:pt x="387" y="9"/>
                    </a:lnTo>
                    <a:lnTo>
                      <a:pt x="391" y="14"/>
                    </a:lnTo>
                    <a:lnTo>
                      <a:pt x="394" y="20"/>
                    </a:lnTo>
                    <a:lnTo>
                      <a:pt x="396" y="27"/>
                    </a:lnTo>
                    <a:lnTo>
                      <a:pt x="397" y="33"/>
                    </a:lnTo>
                    <a:lnTo>
                      <a:pt x="397" y="33"/>
                    </a:lnTo>
                    <a:lnTo>
                      <a:pt x="396" y="39"/>
                    </a:lnTo>
                    <a:lnTo>
                      <a:pt x="394" y="45"/>
                    </a:lnTo>
                    <a:lnTo>
                      <a:pt x="391" y="52"/>
                    </a:lnTo>
                    <a:lnTo>
                      <a:pt x="387" y="57"/>
                    </a:lnTo>
                    <a:lnTo>
                      <a:pt x="383" y="61"/>
                    </a:lnTo>
                    <a:lnTo>
                      <a:pt x="376" y="63"/>
                    </a:lnTo>
                    <a:lnTo>
                      <a:pt x="370" y="65"/>
                    </a:lnTo>
                    <a:lnTo>
                      <a:pt x="364" y="66"/>
                    </a:lnTo>
                    <a:lnTo>
                      <a:pt x="36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64">
                <a:extLst>
                  <a:ext uri="{FF2B5EF4-FFF2-40B4-BE49-F238E27FC236}">
                    <a16:creationId xmlns:a16="http://schemas.microsoft.com/office/drawing/2014/main" id="{2CED00F6-0829-48FB-2B93-7FAA6FEEB0DE}"/>
                  </a:ext>
                </a:extLst>
              </p:cNvPr>
              <p:cNvSpPr>
                <a:spLocks/>
              </p:cNvSpPr>
              <p:nvPr/>
            </p:nvSpPr>
            <p:spPr bwMode="auto">
              <a:xfrm>
                <a:off x="5556250" y="3467100"/>
                <a:ext cx="90488" cy="15875"/>
              </a:xfrm>
              <a:custGeom>
                <a:avLst/>
                <a:gdLst>
                  <a:gd name="T0" fmla="*/ 364 w 397"/>
                  <a:gd name="T1" fmla="*/ 67 h 67"/>
                  <a:gd name="T2" fmla="*/ 33 w 397"/>
                  <a:gd name="T3" fmla="*/ 67 h 67"/>
                  <a:gd name="T4" fmla="*/ 33 w 397"/>
                  <a:gd name="T5" fmla="*/ 67 h 67"/>
                  <a:gd name="T6" fmla="*/ 27 w 397"/>
                  <a:gd name="T7" fmla="*/ 66 h 67"/>
                  <a:gd name="T8" fmla="*/ 20 w 397"/>
                  <a:gd name="T9" fmla="*/ 64 h 67"/>
                  <a:gd name="T10" fmla="*/ 14 w 397"/>
                  <a:gd name="T11" fmla="*/ 60 h 67"/>
                  <a:gd name="T12" fmla="*/ 10 w 397"/>
                  <a:gd name="T13" fmla="*/ 56 h 67"/>
                  <a:gd name="T14" fmla="*/ 6 w 397"/>
                  <a:gd name="T15" fmla="*/ 52 h 67"/>
                  <a:gd name="T16" fmla="*/ 3 w 397"/>
                  <a:gd name="T17" fmla="*/ 46 h 67"/>
                  <a:gd name="T18" fmla="*/ 1 w 397"/>
                  <a:gd name="T19" fmla="*/ 40 h 67"/>
                  <a:gd name="T20" fmla="*/ 0 w 397"/>
                  <a:gd name="T21" fmla="*/ 33 h 67"/>
                  <a:gd name="T22" fmla="*/ 0 w 397"/>
                  <a:gd name="T23" fmla="*/ 33 h 67"/>
                  <a:gd name="T24" fmla="*/ 1 w 397"/>
                  <a:gd name="T25" fmla="*/ 26 h 67"/>
                  <a:gd name="T26" fmla="*/ 3 w 397"/>
                  <a:gd name="T27" fmla="*/ 20 h 67"/>
                  <a:gd name="T28" fmla="*/ 6 w 397"/>
                  <a:gd name="T29" fmla="*/ 15 h 67"/>
                  <a:gd name="T30" fmla="*/ 10 w 397"/>
                  <a:gd name="T31" fmla="*/ 10 h 67"/>
                  <a:gd name="T32" fmla="*/ 14 w 397"/>
                  <a:gd name="T33" fmla="*/ 6 h 67"/>
                  <a:gd name="T34" fmla="*/ 20 w 397"/>
                  <a:gd name="T35" fmla="*/ 2 h 67"/>
                  <a:gd name="T36" fmla="*/ 27 w 397"/>
                  <a:gd name="T37" fmla="*/ 1 h 67"/>
                  <a:gd name="T38" fmla="*/ 33 w 397"/>
                  <a:gd name="T39" fmla="*/ 0 h 67"/>
                  <a:gd name="T40" fmla="*/ 364 w 397"/>
                  <a:gd name="T41" fmla="*/ 0 h 67"/>
                  <a:gd name="T42" fmla="*/ 364 w 397"/>
                  <a:gd name="T43" fmla="*/ 0 h 67"/>
                  <a:gd name="T44" fmla="*/ 370 w 397"/>
                  <a:gd name="T45" fmla="*/ 1 h 67"/>
                  <a:gd name="T46" fmla="*/ 376 w 397"/>
                  <a:gd name="T47" fmla="*/ 2 h 67"/>
                  <a:gd name="T48" fmla="*/ 383 w 397"/>
                  <a:gd name="T49" fmla="*/ 6 h 67"/>
                  <a:gd name="T50" fmla="*/ 387 w 397"/>
                  <a:gd name="T51" fmla="*/ 10 h 67"/>
                  <a:gd name="T52" fmla="*/ 391 w 397"/>
                  <a:gd name="T53" fmla="*/ 15 h 67"/>
                  <a:gd name="T54" fmla="*/ 394 w 397"/>
                  <a:gd name="T55" fmla="*/ 20 h 67"/>
                  <a:gd name="T56" fmla="*/ 396 w 397"/>
                  <a:gd name="T57" fmla="*/ 26 h 67"/>
                  <a:gd name="T58" fmla="*/ 397 w 397"/>
                  <a:gd name="T59" fmla="*/ 33 h 67"/>
                  <a:gd name="T60" fmla="*/ 397 w 397"/>
                  <a:gd name="T61" fmla="*/ 33 h 67"/>
                  <a:gd name="T62" fmla="*/ 396 w 397"/>
                  <a:gd name="T63" fmla="*/ 40 h 67"/>
                  <a:gd name="T64" fmla="*/ 394 w 397"/>
                  <a:gd name="T65" fmla="*/ 46 h 67"/>
                  <a:gd name="T66" fmla="*/ 391 w 397"/>
                  <a:gd name="T67" fmla="*/ 52 h 67"/>
                  <a:gd name="T68" fmla="*/ 387 w 397"/>
                  <a:gd name="T69" fmla="*/ 56 h 67"/>
                  <a:gd name="T70" fmla="*/ 383 w 397"/>
                  <a:gd name="T71" fmla="*/ 60 h 67"/>
                  <a:gd name="T72" fmla="*/ 376 w 397"/>
                  <a:gd name="T73" fmla="*/ 64 h 67"/>
                  <a:gd name="T74" fmla="*/ 370 w 397"/>
                  <a:gd name="T75" fmla="*/ 66 h 67"/>
                  <a:gd name="T76" fmla="*/ 364 w 397"/>
                  <a:gd name="T77" fmla="*/ 67 h 67"/>
                  <a:gd name="T78" fmla="*/ 364 w 397"/>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7" h="67">
                    <a:moveTo>
                      <a:pt x="364" y="67"/>
                    </a:moveTo>
                    <a:lnTo>
                      <a:pt x="33" y="67"/>
                    </a:lnTo>
                    <a:lnTo>
                      <a:pt x="33" y="67"/>
                    </a:lnTo>
                    <a:lnTo>
                      <a:pt x="27" y="66"/>
                    </a:lnTo>
                    <a:lnTo>
                      <a:pt x="20" y="64"/>
                    </a:lnTo>
                    <a:lnTo>
                      <a:pt x="14" y="60"/>
                    </a:lnTo>
                    <a:lnTo>
                      <a:pt x="10" y="56"/>
                    </a:lnTo>
                    <a:lnTo>
                      <a:pt x="6" y="52"/>
                    </a:lnTo>
                    <a:lnTo>
                      <a:pt x="3" y="46"/>
                    </a:lnTo>
                    <a:lnTo>
                      <a:pt x="1" y="40"/>
                    </a:lnTo>
                    <a:lnTo>
                      <a:pt x="0" y="33"/>
                    </a:lnTo>
                    <a:lnTo>
                      <a:pt x="0" y="33"/>
                    </a:lnTo>
                    <a:lnTo>
                      <a:pt x="1" y="26"/>
                    </a:lnTo>
                    <a:lnTo>
                      <a:pt x="3" y="20"/>
                    </a:lnTo>
                    <a:lnTo>
                      <a:pt x="6" y="15"/>
                    </a:lnTo>
                    <a:lnTo>
                      <a:pt x="10" y="10"/>
                    </a:lnTo>
                    <a:lnTo>
                      <a:pt x="14" y="6"/>
                    </a:lnTo>
                    <a:lnTo>
                      <a:pt x="20" y="2"/>
                    </a:lnTo>
                    <a:lnTo>
                      <a:pt x="27" y="1"/>
                    </a:lnTo>
                    <a:lnTo>
                      <a:pt x="33" y="0"/>
                    </a:lnTo>
                    <a:lnTo>
                      <a:pt x="364" y="0"/>
                    </a:lnTo>
                    <a:lnTo>
                      <a:pt x="364" y="0"/>
                    </a:lnTo>
                    <a:lnTo>
                      <a:pt x="370" y="1"/>
                    </a:lnTo>
                    <a:lnTo>
                      <a:pt x="376" y="2"/>
                    </a:lnTo>
                    <a:lnTo>
                      <a:pt x="383" y="6"/>
                    </a:lnTo>
                    <a:lnTo>
                      <a:pt x="387" y="10"/>
                    </a:lnTo>
                    <a:lnTo>
                      <a:pt x="391" y="15"/>
                    </a:lnTo>
                    <a:lnTo>
                      <a:pt x="394" y="20"/>
                    </a:lnTo>
                    <a:lnTo>
                      <a:pt x="396" y="26"/>
                    </a:lnTo>
                    <a:lnTo>
                      <a:pt x="397" y="33"/>
                    </a:lnTo>
                    <a:lnTo>
                      <a:pt x="397" y="33"/>
                    </a:lnTo>
                    <a:lnTo>
                      <a:pt x="396" y="40"/>
                    </a:lnTo>
                    <a:lnTo>
                      <a:pt x="394" y="46"/>
                    </a:lnTo>
                    <a:lnTo>
                      <a:pt x="391" y="52"/>
                    </a:lnTo>
                    <a:lnTo>
                      <a:pt x="387" y="56"/>
                    </a:lnTo>
                    <a:lnTo>
                      <a:pt x="383" y="60"/>
                    </a:lnTo>
                    <a:lnTo>
                      <a:pt x="376" y="64"/>
                    </a:lnTo>
                    <a:lnTo>
                      <a:pt x="370" y="66"/>
                    </a:lnTo>
                    <a:lnTo>
                      <a:pt x="364" y="67"/>
                    </a:lnTo>
                    <a:lnTo>
                      <a:pt x="364"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65">
                <a:extLst>
                  <a:ext uri="{FF2B5EF4-FFF2-40B4-BE49-F238E27FC236}">
                    <a16:creationId xmlns:a16="http://schemas.microsoft.com/office/drawing/2014/main" id="{538B4BE1-3A75-61F1-7FC4-BA0A509FE512}"/>
                  </a:ext>
                </a:extLst>
              </p:cNvPr>
              <p:cNvSpPr>
                <a:spLocks/>
              </p:cNvSpPr>
              <p:nvPr/>
            </p:nvSpPr>
            <p:spPr bwMode="auto">
              <a:xfrm>
                <a:off x="5556250" y="3497263"/>
                <a:ext cx="90488" cy="15875"/>
              </a:xfrm>
              <a:custGeom>
                <a:avLst/>
                <a:gdLst>
                  <a:gd name="T0" fmla="*/ 364 w 397"/>
                  <a:gd name="T1" fmla="*/ 66 h 66"/>
                  <a:gd name="T2" fmla="*/ 33 w 397"/>
                  <a:gd name="T3" fmla="*/ 66 h 66"/>
                  <a:gd name="T4" fmla="*/ 33 w 397"/>
                  <a:gd name="T5" fmla="*/ 66 h 66"/>
                  <a:gd name="T6" fmla="*/ 27 w 397"/>
                  <a:gd name="T7" fmla="*/ 65 h 66"/>
                  <a:gd name="T8" fmla="*/ 20 w 397"/>
                  <a:gd name="T9" fmla="*/ 63 h 66"/>
                  <a:gd name="T10" fmla="*/ 14 w 397"/>
                  <a:gd name="T11" fmla="*/ 60 h 66"/>
                  <a:gd name="T12" fmla="*/ 10 w 397"/>
                  <a:gd name="T13" fmla="*/ 56 h 66"/>
                  <a:gd name="T14" fmla="*/ 6 w 397"/>
                  <a:gd name="T15" fmla="*/ 52 h 66"/>
                  <a:gd name="T16" fmla="*/ 3 w 397"/>
                  <a:gd name="T17" fmla="*/ 45 h 66"/>
                  <a:gd name="T18" fmla="*/ 1 w 397"/>
                  <a:gd name="T19" fmla="*/ 39 h 66"/>
                  <a:gd name="T20" fmla="*/ 0 w 397"/>
                  <a:gd name="T21" fmla="*/ 33 h 66"/>
                  <a:gd name="T22" fmla="*/ 0 w 397"/>
                  <a:gd name="T23" fmla="*/ 33 h 66"/>
                  <a:gd name="T24" fmla="*/ 1 w 397"/>
                  <a:gd name="T25" fmla="*/ 26 h 66"/>
                  <a:gd name="T26" fmla="*/ 3 w 397"/>
                  <a:gd name="T27" fmla="*/ 20 h 66"/>
                  <a:gd name="T28" fmla="*/ 6 w 397"/>
                  <a:gd name="T29" fmla="*/ 14 h 66"/>
                  <a:gd name="T30" fmla="*/ 10 w 397"/>
                  <a:gd name="T31" fmla="*/ 9 h 66"/>
                  <a:gd name="T32" fmla="*/ 14 w 397"/>
                  <a:gd name="T33" fmla="*/ 5 h 66"/>
                  <a:gd name="T34" fmla="*/ 20 w 397"/>
                  <a:gd name="T35" fmla="*/ 2 h 66"/>
                  <a:gd name="T36" fmla="*/ 27 w 397"/>
                  <a:gd name="T37" fmla="*/ 0 h 66"/>
                  <a:gd name="T38" fmla="*/ 33 w 397"/>
                  <a:gd name="T39" fmla="*/ 0 h 66"/>
                  <a:gd name="T40" fmla="*/ 364 w 397"/>
                  <a:gd name="T41" fmla="*/ 0 h 66"/>
                  <a:gd name="T42" fmla="*/ 364 w 397"/>
                  <a:gd name="T43" fmla="*/ 0 h 66"/>
                  <a:gd name="T44" fmla="*/ 370 w 397"/>
                  <a:gd name="T45" fmla="*/ 0 h 66"/>
                  <a:gd name="T46" fmla="*/ 376 w 397"/>
                  <a:gd name="T47" fmla="*/ 2 h 66"/>
                  <a:gd name="T48" fmla="*/ 383 w 397"/>
                  <a:gd name="T49" fmla="*/ 5 h 66"/>
                  <a:gd name="T50" fmla="*/ 387 w 397"/>
                  <a:gd name="T51" fmla="*/ 9 h 66"/>
                  <a:gd name="T52" fmla="*/ 391 w 397"/>
                  <a:gd name="T53" fmla="*/ 14 h 66"/>
                  <a:gd name="T54" fmla="*/ 394 w 397"/>
                  <a:gd name="T55" fmla="*/ 20 h 66"/>
                  <a:gd name="T56" fmla="*/ 396 w 397"/>
                  <a:gd name="T57" fmla="*/ 26 h 66"/>
                  <a:gd name="T58" fmla="*/ 397 w 397"/>
                  <a:gd name="T59" fmla="*/ 33 h 66"/>
                  <a:gd name="T60" fmla="*/ 397 w 397"/>
                  <a:gd name="T61" fmla="*/ 33 h 66"/>
                  <a:gd name="T62" fmla="*/ 396 w 397"/>
                  <a:gd name="T63" fmla="*/ 39 h 66"/>
                  <a:gd name="T64" fmla="*/ 394 w 397"/>
                  <a:gd name="T65" fmla="*/ 45 h 66"/>
                  <a:gd name="T66" fmla="*/ 391 w 397"/>
                  <a:gd name="T67" fmla="*/ 52 h 66"/>
                  <a:gd name="T68" fmla="*/ 387 w 397"/>
                  <a:gd name="T69" fmla="*/ 56 h 66"/>
                  <a:gd name="T70" fmla="*/ 383 w 397"/>
                  <a:gd name="T71" fmla="*/ 60 h 66"/>
                  <a:gd name="T72" fmla="*/ 376 w 397"/>
                  <a:gd name="T73" fmla="*/ 63 h 66"/>
                  <a:gd name="T74" fmla="*/ 370 w 397"/>
                  <a:gd name="T75" fmla="*/ 65 h 66"/>
                  <a:gd name="T76" fmla="*/ 364 w 397"/>
                  <a:gd name="T77" fmla="*/ 66 h 66"/>
                  <a:gd name="T78" fmla="*/ 364 w 397"/>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7" h="66">
                    <a:moveTo>
                      <a:pt x="364" y="66"/>
                    </a:moveTo>
                    <a:lnTo>
                      <a:pt x="33" y="66"/>
                    </a:lnTo>
                    <a:lnTo>
                      <a:pt x="33" y="66"/>
                    </a:lnTo>
                    <a:lnTo>
                      <a:pt x="27" y="65"/>
                    </a:lnTo>
                    <a:lnTo>
                      <a:pt x="20" y="63"/>
                    </a:lnTo>
                    <a:lnTo>
                      <a:pt x="14" y="60"/>
                    </a:lnTo>
                    <a:lnTo>
                      <a:pt x="10" y="56"/>
                    </a:lnTo>
                    <a:lnTo>
                      <a:pt x="6" y="52"/>
                    </a:lnTo>
                    <a:lnTo>
                      <a:pt x="3" y="45"/>
                    </a:lnTo>
                    <a:lnTo>
                      <a:pt x="1" y="39"/>
                    </a:lnTo>
                    <a:lnTo>
                      <a:pt x="0" y="33"/>
                    </a:lnTo>
                    <a:lnTo>
                      <a:pt x="0" y="33"/>
                    </a:lnTo>
                    <a:lnTo>
                      <a:pt x="1" y="26"/>
                    </a:lnTo>
                    <a:lnTo>
                      <a:pt x="3" y="20"/>
                    </a:lnTo>
                    <a:lnTo>
                      <a:pt x="6" y="14"/>
                    </a:lnTo>
                    <a:lnTo>
                      <a:pt x="10" y="9"/>
                    </a:lnTo>
                    <a:lnTo>
                      <a:pt x="14" y="5"/>
                    </a:lnTo>
                    <a:lnTo>
                      <a:pt x="20" y="2"/>
                    </a:lnTo>
                    <a:lnTo>
                      <a:pt x="27" y="0"/>
                    </a:lnTo>
                    <a:lnTo>
                      <a:pt x="33" y="0"/>
                    </a:lnTo>
                    <a:lnTo>
                      <a:pt x="364" y="0"/>
                    </a:lnTo>
                    <a:lnTo>
                      <a:pt x="364" y="0"/>
                    </a:lnTo>
                    <a:lnTo>
                      <a:pt x="370" y="0"/>
                    </a:lnTo>
                    <a:lnTo>
                      <a:pt x="376" y="2"/>
                    </a:lnTo>
                    <a:lnTo>
                      <a:pt x="383" y="5"/>
                    </a:lnTo>
                    <a:lnTo>
                      <a:pt x="387" y="9"/>
                    </a:lnTo>
                    <a:lnTo>
                      <a:pt x="391" y="14"/>
                    </a:lnTo>
                    <a:lnTo>
                      <a:pt x="394" y="20"/>
                    </a:lnTo>
                    <a:lnTo>
                      <a:pt x="396" y="26"/>
                    </a:lnTo>
                    <a:lnTo>
                      <a:pt x="397" y="33"/>
                    </a:lnTo>
                    <a:lnTo>
                      <a:pt x="397" y="33"/>
                    </a:lnTo>
                    <a:lnTo>
                      <a:pt x="396" y="39"/>
                    </a:lnTo>
                    <a:lnTo>
                      <a:pt x="394" y="45"/>
                    </a:lnTo>
                    <a:lnTo>
                      <a:pt x="391" y="52"/>
                    </a:lnTo>
                    <a:lnTo>
                      <a:pt x="387" y="56"/>
                    </a:lnTo>
                    <a:lnTo>
                      <a:pt x="383" y="60"/>
                    </a:lnTo>
                    <a:lnTo>
                      <a:pt x="376" y="63"/>
                    </a:lnTo>
                    <a:lnTo>
                      <a:pt x="370" y="65"/>
                    </a:lnTo>
                    <a:lnTo>
                      <a:pt x="364" y="66"/>
                    </a:lnTo>
                    <a:lnTo>
                      <a:pt x="36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66">
                <a:extLst>
                  <a:ext uri="{FF2B5EF4-FFF2-40B4-BE49-F238E27FC236}">
                    <a16:creationId xmlns:a16="http://schemas.microsoft.com/office/drawing/2014/main" id="{CE191FF5-9A99-20E8-F724-7E83C1F976D4}"/>
                  </a:ext>
                </a:extLst>
              </p:cNvPr>
              <p:cNvSpPr>
                <a:spLocks/>
              </p:cNvSpPr>
              <p:nvPr/>
            </p:nvSpPr>
            <p:spPr bwMode="auto">
              <a:xfrm>
                <a:off x="5556250" y="3527425"/>
                <a:ext cx="90488" cy="14288"/>
              </a:xfrm>
              <a:custGeom>
                <a:avLst/>
                <a:gdLst>
                  <a:gd name="T0" fmla="*/ 364 w 397"/>
                  <a:gd name="T1" fmla="*/ 66 h 66"/>
                  <a:gd name="T2" fmla="*/ 33 w 397"/>
                  <a:gd name="T3" fmla="*/ 66 h 66"/>
                  <a:gd name="T4" fmla="*/ 33 w 397"/>
                  <a:gd name="T5" fmla="*/ 66 h 66"/>
                  <a:gd name="T6" fmla="*/ 27 w 397"/>
                  <a:gd name="T7" fmla="*/ 66 h 66"/>
                  <a:gd name="T8" fmla="*/ 20 w 397"/>
                  <a:gd name="T9" fmla="*/ 64 h 66"/>
                  <a:gd name="T10" fmla="*/ 14 w 397"/>
                  <a:gd name="T11" fmla="*/ 61 h 66"/>
                  <a:gd name="T12" fmla="*/ 10 w 397"/>
                  <a:gd name="T13" fmla="*/ 56 h 66"/>
                  <a:gd name="T14" fmla="*/ 6 w 397"/>
                  <a:gd name="T15" fmla="*/ 51 h 66"/>
                  <a:gd name="T16" fmla="*/ 3 w 397"/>
                  <a:gd name="T17" fmla="*/ 46 h 66"/>
                  <a:gd name="T18" fmla="*/ 1 w 397"/>
                  <a:gd name="T19" fmla="*/ 40 h 66"/>
                  <a:gd name="T20" fmla="*/ 0 w 397"/>
                  <a:gd name="T21" fmla="*/ 33 h 66"/>
                  <a:gd name="T22" fmla="*/ 0 w 397"/>
                  <a:gd name="T23" fmla="*/ 33 h 66"/>
                  <a:gd name="T24" fmla="*/ 1 w 397"/>
                  <a:gd name="T25" fmla="*/ 26 h 66"/>
                  <a:gd name="T26" fmla="*/ 3 w 397"/>
                  <a:gd name="T27" fmla="*/ 20 h 66"/>
                  <a:gd name="T28" fmla="*/ 6 w 397"/>
                  <a:gd name="T29" fmla="*/ 15 h 66"/>
                  <a:gd name="T30" fmla="*/ 10 w 397"/>
                  <a:gd name="T31" fmla="*/ 10 h 66"/>
                  <a:gd name="T32" fmla="*/ 14 w 397"/>
                  <a:gd name="T33" fmla="*/ 6 h 66"/>
                  <a:gd name="T34" fmla="*/ 20 w 397"/>
                  <a:gd name="T35" fmla="*/ 3 h 66"/>
                  <a:gd name="T36" fmla="*/ 27 w 397"/>
                  <a:gd name="T37" fmla="*/ 0 h 66"/>
                  <a:gd name="T38" fmla="*/ 33 w 397"/>
                  <a:gd name="T39" fmla="*/ 0 h 66"/>
                  <a:gd name="T40" fmla="*/ 364 w 397"/>
                  <a:gd name="T41" fmla="*/ 0 h 66"/>
                  <a:gd name="T42" fmla="*/ 364 w 397"/>
                  <a:gd name="T43" fmla="*/ 0 h 66"/>
                  <a:gd name="T44" fmla="*/ 370 w 397"/>
                  <a:gd name="T45" fmla="*/ 0 h 66"/>
                  <a:gd name="T46" fmla="*/ 376 w 397"/>
                  <a:gd name="T47" fmla="*/ 3 h 66"/>
                  <a:gd name="T48" fmla="*/ 383 w 397"/>
                  <a:gd name="T49" fmla="*/ 6 h 66"/>
                  <a:gd name="T50" fmla="*/ 387 w 397"/>
                  <a:gd name="T51" fmla="*/ 10 h 66"/>
                  <a:gd name="T52" fmla="*/ 391 w 397"/>
                  <a:gd name="T53" fmla="*/ 15 h 66"/>
                  <a:gd name="T54" fmla="*/ 394 w 397"/>
                  <a:gd name="T55" fmla="*/ 20 h 66"/>
                  <a:gd name="T56" fmla="*/ 396 w 397"/>
                  <a:gd name="T57" fmla="*/ 26 h 66"/>
                  <a:gd name="T58" fmla="*/ 397 w 397"/>
                  <a:gd name="T59" fmla="*/ 33 h 66"/>
                  <a:gd name="T60" fmla="*/ 397 w 397"/>
                  <a:gd name="T61" fmla="*/ 33 h 66"/>
                  <a:gd name="T62" fmla="*/ 396 w 397"/>
                  <a:gd name="T63" fmla="*/ 40 h 66"/>
                  <a:gd name="T64" fmla="*/ 394 w 397"/>
                  <a:gd name="T65" fmla="*/ 46 h 66"/>
                  <a:gd name="T66" fmla="*/ 391 w 397"/>
                  <a:gd name="T67" fmla="*/ 51 h 66"/>
                  <a:gd name="T68" fmla="*/ 387 w 397"/>
                  <a:gd name="T69" fmla="*/ 56 h 66"/>
                  <a:gd name="T70" fmla="*/ 383 w 397"/>
                  <a:gd name="T71" fmla="*/ 61 h 66"/>
                  <a:gd name="T72" fmla="*/ 376 w 397"/>
                  <a:gd name="T73" fmla="*/ 64 h 66"/>
                  <a:gd name="T74" fmla="*/ 370 w 397"/>
                  <a:gd name="T75" fmla="*/ 66 h 66"/>
                  <a:gd name="T76" fmla="*/ 364 w 397"/>
                  <a:gd name="T77" fmla="*/ 66 h 66"/>
                  <a:gd name="T78" fmla="*/ 364 w 397"/>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7" h="66">
                    <a:moveTo>
                      <a:pt x="364" y="66"/>
                    </a:moveTo>
                    <a:lnTo>
                      <a:pt x="33" y="66"/>
                    </a:lnTo>
                    <a:lnTo>
                      <a:pt x="33" y="66"/>
                    </a:lnTo>
                    <a:lnTo>
                      <a:pt x="27" y="66"/>
                    </a:lnTo>
                    <a:lnTo>
                      <a:pt x="20" y="64"/>
                    </a:lnTo>
                    <a:lnTo>
                      <a:pt x="14" y="61"/>
                    </a:lnTo>
                    <a:lnTo>
                      <a:pt x="10" y="56"/>
                    </a:lnTo>
                    <a:lnTo>
                      <a:pt x="6" y="51"/>
                    </a:lnTo>
                    <a:lnTo>
                      <a:pt x="3" y="46"/>
                    </a:lnTo>
                    <a:lnTo>
                      <a:pt x="1" y="40"/>
                    </a:lnTo>
                    <a:lnTo>
                      <a:pt x="0" y="33"/>
                    </a:lnTo>
                    <a:lnTo>
                      <a:pt x="0" y="33"/>
                    </a:lnTo>
                    <a:lnTo>
                      <a:pt x="1" y="26"/>
                    </a:lnTo>
                    <a:lnTo>
                      <a:pt x="3" y="20"/>
                    </a:lnTo>
                    <a:lnTo>
                      <a:pt x="6" y="15"/>
                    </a:lnTo>
                    <a:lnTo>
                      <a:pt x="10" y="10"/>
                    </a:lnTo>
                    <a:lnTo>
                      <a:pt x="14" y="6"/>
                    </a:lnTo>
                    <a:lnTo>
                      <a:pt x="20" y="3"/>
                    </a:lnTo>
                    <a:lnTo>
                      <a:pt x="27" y="0"/>
                    </a:lnTo>
                    <a:lnTo>
                      <a:pt x="33" y="0"/>
                    </a:lnTo>
                    <a:lnTo>
                      <a:pt x="364" y="0"/>
                    </a:lnTo>
                    <a:lnTo>
                      <a:pt x="364" y="0"/>
                    </a:lnTo>
                    <a:lnTo>
                      <a:pt x="370" y="0"/>
                    </a:lnTo>
                    <a:lnTo>
                      <a:pt x="376" y="3"/>
                    </a:lnTo>
                    <a:lnTo>
                      <a:pt x="383" y="6"/>
                    </a:lnTo>
                    <a:lnTo>
                      <a:pt x="387" y="10"/>
                    </a:lnTo>
                    <a:lnTo>
                      <a:pt x="391" y="15"/>
                    </a:lnTo>
                    <a:lnTo>
                      <a:pt x="394" y="20"/>
                    </a:lnTo>
                    <a:lnTo>
                      <a:pt x="396" y="26"/>
                    </a:lnTo>
                    <a:lnTo>
                      <a:pt x="397" y="33"/>
                    </a:lnTo>
                    <a:lnTo>
                      <a:pt x="397" y="33"/>
                    </a:lnTo>
                    <a:lnTo>
                      <a:pt x="396" y="40"/>
                    </a:lnTo>
                    <a:lnTo>
                      <a:pt x="394" y="46"/>
                    </a:lnTo>
                    <a:lnTo>
                      <a:pt x="391" y="51"/>
                    </a:lnTo>
                    <a:lnTo>
                      <a:pt x="387" y="56"/>
                    </a:lnTo>
                    <a:lnTo>
                      <a:pt x="383" y="61"/>
                    </a:lnTo>
                    <a:lnTo>
                      <a:pt x="376" y="64"/>
                    </a:lnTo>
                    <a:lnTo>
                      <a:pt x="370" y="66"/>
                    </a:lnTo>
                    <a:lnTo>
                      <a:pt x="364" y="66"/>
                    </a:lnTo>
                    <a:lnTo>
                      <a:pt x="36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67">
                <a:extLst>
                  <a:ext uri="{FF2B5EF4-FFF2-40B4-BE49-F238E27FC236}">
                    <a16:creationId xmlns:a16="http://schemas.microsoft.com/office/drawing/2014/main" id="{DEBDC06B-1305-3E03-98B1-8D1D81490D5D}"/>
                  </a:ext>
                </a:extLst>
              </p:cNvPr>
              <p:cNvSpPr>
                <a:spLocks/>
              </p:cNvSpPr>
              <p:nvPr/>
            </p:nvSpPr>
            <p:spPr bwMode="auto">
              <a:xfrm>
                <a:off x="5743575" y="3348038"/>
                <a:ext cx="173038" cy="74613"/>
              </a:xfrm>
              <a:custGeom>
                <a:avLst/>
                <a:gdLst>
                  <a:gd name="T0" fmla="*/ 331 w 760"/>
                  <a:gd name="T1" fmla="*/ 330 h 330"/>
                  <a:gd name="T2" fmla="*/ 0 w 760"/>
                  <a:gd name="T3" fmla="*/ 330 h 330"/>
                  <a:gd name="T4" fmla="*/ 0 w 760"/>
                  <a:gd name="T5" fmla="*/ 264 h 330"/>
                  <a:gd name="T6" fmla="*/ 320 w 760"/>
                  <a:gd name="T7" fmla="*/ 264 h 330"/>
                  <a:gd name="T8" fmla="*/ 618 w 760"/>
                  <a:gd name="T9" fmla="*/ 66 h 330"/>
                  <a:gd name="T10" fmla="*/ 298 w 760"/>
                  <a:gd name="T11" fmla="*/ 66 h 330"/>
                  <a:gd name="T12" fmla="*/ 298 w 760"/>
                  <a:gd name="T13" fmla="*/ 0 h 330"/>
                  <a:gd name="T14" fmla="*/ 727 w 760"/>
                  <a:gd name="T15" fmla="*/ 0 h 330"/>
                  <a:gd name="T16" fmla="*/ 727 w 760"/>
                  <a:gd name="T17" fmla="*/ 0 h 330"/>
                  <a:gd name="T18" fmla="*/ 732 w 760"/>
                  <a:gd name="T19" fmla="*/ 0 h 330"/>
                  <a:gd name="T20" fmla="*/ 737 w 760"/>
                  <a:gd name="T21" fmla="*/ 1 h 330"/>
                  <a:gd name="T22" fmla="*/ 743 w 760"/>
                  <a:gd name="T23" fmla="*/ 3 h 330"/>
                  <a:gd name="T24" fmla="*/ 747 w 760"/>
                  <a:gd name="T25" fmla="*/ 6 h 330"/>
                  <a:gd name="T26" fmla="*/ 751 w 760"/>
                  <a:gd name="T27" fmla="*/ 9 h 330"/>
                  <a:gd name="T28" fmla="*/ 754 w 760"/>
                  <a:gd name="T29" fmla="*/ 14 h 330"/>
                  <a:gd name="T30" fmla="*/ 757 w 760"/>
                  <a:gd name="T31" fmla="*/ 19 h 330"/>
                  <a:gd name="T32" fmla="*/ 759 w 760"/>
                  <a:gd name="T33" fmla="*/ 23 h 330"/>
                  <a:gd name="T34" fmla="*/ 759 w 760"/>
                  <a:gd name="T35" fmla="*/ 23 h 330"/>
                  <a:gd name="T36" fmla="*/ 760 w 760"/>
                  <a:gd name="T37" fmla="*/ 28 h 330"/>
                  <a:gd name="T38" fmla="*/ 760 w 760"/>
                  <a:gd name="T39" fmla="*/ 34 h 330"/>
                  <a:gd name="T40" fmla="*/ 760 w 760"/>
                  <a:gd name="T41" fmla="*/ 39 h 330"/>
                  <a:gd name="T42" fmla="*/ 758 w 760"/>
                  <a:gd name="T43" fmla="*/ 44 h 330"/>
                  <a:gd name="T44" fmla="*/ 756 w 760"/>
                  <a:gd name="T45" fmla="*/ 49 h 330"/>
                  <a:gd name="T46" fmla="*/ 753 w 760"/>
                  <a:gd name="T47" fmla="*/ 53 h 330"/>
                  <a:gd name="T48" fmla="*/ 750 w 760"/>
                  <a:gd name="T49" fmla="*/ 57 h 330"/>
                  <a:gd name="T50" fmla="*/ 746 w 760"/>
                  <a:gd name="T51" fmla="*/ 60 h 330"/>
                  <a:gd name="T52" fmla="*/ 348 w 760"/>
                  <a:gd name="T53" fmla="*/ 325 h 330"/>
                  <a:gd name="T54" fmla="*/ 348 w 760"/>
                  <a:gd name="T55" fmla="*/ 325 h 330"/>
                  <a:gd name="T56" fmla="*/ 344 w 760"/>
                  <a:gd name="T57" fmla="*/ 327 h 330"/>
                  <a:gd name="T58" fmla="*/ 340 w 760"/>
                  <a:gd name="T59" fmla="*/ 329 h 330"/>
                  <a:gd name="T60" fmla="*/ 335 w 760"/>
                  <a:gd name="T61" fmla="*/ 330 h 330"/>
                  <a:gd name="T62" fmla="*/ 331 w 760"/>
                  <a:gd name="T63" fmla="*/ 330 h 330"/>
                  <a:gd name="T64" fmla="*/ 331 w 760"/>
                  <a:gd name="T65" fmla="*/ 33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60" h="330">
                    <a:moveTo>
                      <a:pt x="331" y="330"/>
                    </a:moveTo>
                    <a:lnTo>
                      <a:pt x="0" y="330"/>
                    </a:lnTo>
                    <a:lnTo>
                      <a:pt x="0" y="264"/>
                    </a:lnTo>
                    <a:lnTo>
                      <a:pt x="320" y="264"/>
                    </a:lnTo>
                    <a:lnTo>
                      <a:pt x="618" y="66"/>
                    </a:lnTo>
                    <a:lnTo>
                      <a:pt x="298" y="66"/>
                    </a:lnTo>
                    <a:lnTo>
                      <a:pt x="298" y="0"/>
                    </a:lnTo>
                    <a:lnTo>
                      <a:pt x="727" y="0"/>
                    </a:lnTo>
                    <a:lnTo>
                      <a:pt x="727" y="0"/>
                    </a:lnTo>
                    <a:lnTo>
                      <a:pt x="732" y="0"/>
                    </a:lnTo>
                    <a:lnTo>
                      <a:pt x="737" y="1"/>
                    </a:lnTo>
                    <a:lnTo>
                      <a:pt x="743" y="3"/>
                    </a:lnTo>
                    <a:lnTo>
                      <a:pt x="747" y="6"/>
                    </a:lnTo>
                    <a:lnTo>
                      <a:pt x="751" y="9"/>
                    </a:lnTo>
                    <a:lnTo>
                      <a:pt x="754" y="14"/>
                    </a:lnTo>
                    <a:lnTo>
                      <a:pt x="757" y="19"/>
                    </a:lnTo>
                    <a:lnTo>
                      <a:pt x="759" y="23"/>
                    </a:lnTo>
                    <a:lnTo>
                      <a:pt x="759" y="23"/>
                    </a:lnTo>
                    <a:lnTo>
                      <a:pt x="760" y="28"/>
                    </a:lnTo>
                    <a:lnTo>
                      <a:pt x="760" y="34"/>
                    </a:lnTo>
                    <a:lnTo>
                      <a:pt x="760" y="39"/>
                    </a:lnTo>
                    <a:lnTo>
                      <a:pt x="758" y="44"/>
                    </a:lnTo>
                    <a:lnTo>
                      <a:pt x="756" y="49"/>
                    </a:lnTo>
                    <a:lnTo>
                      <a:pt x="753" y="53"/>
                    </a:lnTo>
                    <a:lnTo>
                      <a:pt x="750" y="57"/>
                    </a:lnTo>
                    <a:lnTo>
                      <a:pt x="746" y="60"/>
                    </a:lnTo>
                    <a:lnTo>
                      <a:pt x="348" y="325"/>
                    </a:lnTo>
                    <a:lnTo>
                      <a:pt x="348" y="325"/>
                    </a:lnTo>
                    <a:lnTo>
                      <a:pt x="344" y="327"/>
                    </a:lnTo>
                    <a:lnTo>
                      <a:pt x="340" y="329"/>
                    </a:lnTo>
                    <a:lnTo>
                      <a:pt x="335" y="330"/>
                    </a:lnTo>
                    <a:lnTo>
                      <a:pt x="331" y="330"/>
                    </a:lnTo>
                    <a:lnTo>
                      <a:pt x="331" y="3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68">
                <a:extLst>
                  <a:ext uri="{FF2B5EF4-FFF2-40B4-BE49-F238E27FC236}">
                    <a16:creationId xmlns:a16="http://schemas.microsoft.com/office/drawing/2014/main" id="{FB89D3EC-1D88-D1B2-D80E-DB99555EE2AA}"/>
                  </a:ext>
                </a:extLst>
              </p:cNvPr>
              <p:cNvSpPr>
                <a:spLocks/>
              </p:cNvSpPr>
              <p:nvPr/>
            </p:nvSpPr>
            <p:spPr bwMode="auto">
              <a:xfrm>
                <a:off x="5556250" y="3348038"/>
                <a:ext cx="149225" cy="74613"/>
              </a:xfrm>
              <a:custGeom>
                <a:avLst/>
                <a:gdLst>
                  <a:gd name="T0" fmla="*/ 364 w 661"/>
                  <a:gd name="T1" fmla="*/ 330 h 330"/>
                  <a:gd name="T2" fmla="*/ 33 w 661"/>
                  <a:gd name="T3" fmla="*/ 330 h 330"/>
                  <a:gd name="T4" fmla="*/ 33 w 661"/>
                  <a:gd name="T5" fmla="*/ 330 h 330"/>
                  <a:gd name="T6" fmla="*/ 28 w 661"/>
                  <a:gd name="T7" fmla="*/ 330 h 330"/>
                  <a:gd name="T8" fmla="*/ 23 w 661"/>
                  <a:gd name="T9" fmla="*/ 329 h 330"/>
                  <a:gd name="T10" fmla="*/ 18 w 661"/>
                  <a:gd name="T11" fmla="*/ 327 h 330"/>
                  <a:gd name="T12" fmla="*/ 13 w 661"/>
                  <a:gd name="T13" fmla="*/ 324 h 330"/>
                  <a:gd name="T14" fmla="*/ 10 w 661"/>
                  <a:gd name="T15" fmla="*/ 321 h 330"/>
                  <a:gd name="T16" fmla="*/ 6 w 661"/>
                  <a:gd name="T17" fmla="*/ 317 h 330"/>
                  <a:gd name="T18" fmla="*/ 4 w 661"/>
                  <a:gd name="T19" fmla="*/ 312 h 330"/>
                  <a:gd name="T20" fmla="*/ 2 w 661"/>
                  <a:gd name="T21" fmla="*/ 307 h 330"/>
                  <a:gd name="T22" fmla="*/ 2 w 661"/>
                  <a:gd name="T23" fmla="*/ 307 h 330"/>
                  <a:gd name="T24" fmla="*/ 1 w 661"/>
                  <a:gd name="T25" fmla="*/ 301 h 330"/>
                  <a:gd name="T26" fmla="*/ 0 w 661"/>
                  <a:gd name="T27" fmla="*/ 296 h 330"/>
                  <a:gd name="T28" fmla="*/ 1 w 661"/>
                  <a:gd name="T29" fmla="*/ 291 h 330"/>
                  <a:gd name="T30" fmla="*/ 2 w 661"/>
                  <a:gd name="T31" fmla="*/ 286 h 330"/>
                  <a:gd name="T32" fmla="*/ 4 w 661"/>
                  <a:gd name="T33" fmla="*/ 282 h 330"/>
                  <a:gd name="T34" fmla="*/ 7 w 661"/>
                  <a:gd name="T35" fmla="*/ 278 h 330"/>
                  <a:gd name="T36" fmla="*/ 11 w 661"/>
                  <a:gd name="T37" fmla="*/ 274 h 330"/>
                  <a:gd name="T38" fmla="*/ 15 w 661"/>
                  <a:gd name="T39" fmla="*/ 270 h 330"/>
                  <a:gd name="T40" fmla="*/ 412 w 661"/>
                  <a:gd name="T41" fmla="*/ 5 h 330"/>
                  <a:gd name="T42" fmla="*/ 412 w 661"/>
                  <a:gd name="T43" fmla="*/ 5 h 330"/>
                  <a:gd name="T44" fmla="*/ 416 w 661"/>
                  <a:gd name="T45" fmla="*/ 3 h 330"/>
                  <a:gd name="T46" fmla="*/ 420 w 661"/>
                  <a:gd name="T47" fmla="*/ 1 h 330"/>
                  <a:gd name="T48" fmla="*/ 425 w 661"/>
                  <a:gd name="T49" fmla="*/ 0 h 330"/>
                  <a:gd name="T50" fmla="*/ 430 w 661"/>
                  <a:gd name="T51" fmla="*/ 0 h 330"/>
                  <a:gd name="T52" fmla="*/ 661 w 661"/>
                  <a:gd name="T53" fmla="*/ 0 h 330"/>
                  <a:gd name="T54" fmla="*/ 661 w 661"/>
                  <a:gd name="T55" fmla="*/ 66 h 330"/>
                  <a:gd name="T56" fmla="*/ 440 w 661"/>
                  <a:gd name="T57" fmla="*/ 66 h 330"/>
                  <a:gd name="T58" fmla="*/ 143 w 661"/>
                  <a:gd name="T59" fmla="*/ 264 h 330"/>
                  <a:gd name="T60" fmla="*/ 364 w 661"/>
                  <a:gd name="T61" fmla="*/ 264 h 330"/>
                  <a:gd name="T62" fmla="*/ 364 w 661"/>
                  <a:gd name="T63" fmla="*/ 33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61" h="330">
                    <a:moveTo>
                      <a:pt x="364" y="330"/>
                    </a:moveTo>
                    <a:lnTo>
                      <a:pt x="33" y="330"/>
                    </a:lnTo>
                    <a:lnTo>
                      <a:pt x="33" y="330"/>
                    </a:lnTo>
                    <a:lnTo>
                      <a:pt x="28" y="330"/>
                    </a:lnTo>
                    <a:lnTo>
                      <a:pt x="23" y="329"/>
                    </a:lnTo>
                    <a:lnTo>
                      <a:pt x="18" y="327"/>
                    </a:lnTo>
                    <a:lnTo>
                      <a:pt x="13" y="324"/>
                    </a:lnTo>
                    <a:lnTo>
                      <a:pt x="10" y="321"/>
                    </a:lnTo>
                    <a:lnTo>
                      <a:pt x="6" y="317"/>
                    </a:lnTo>
                    <a:lnTo>
                      <a:pt x="4" y="312"/>
                    </a:lnTo>
                    <a:lnTo>
                      <a:pt x="2" y="307"/>
                    </a:lnTo>
                    <a:lnTo>
                      <a:pt x="2" y="307"/>
                    </a:lnTo>
                    <a:lnTo>
                      <a:pt x="1" y="301"/>
                    </a:lnTo>
                    <a:lnTo>
                      <a:pt x="0" y="296"/>
                    </a:lnTo>
                    <a:lnTo>
                      <a:pt x="1" y="291"/>
                    </a:lnTo>
                    <a:lnTo>
                      <a:pt x="2" y="286"/>
                    </a:lnTo>
                    <a:lnTo>
                      <a:pt x="4" y="282"/>
                    </a:lnTo>
                    <a:lnTo>
                      <a:pt x="7" y="278"/>
                    </a:lnTo>
                    <a:lnTo>
                      <a:pt x="11" y="274"/>
                    </a:lnTo>
                    <a:lnTo>
                      <a:pt x="15" y="270"/>
                    </a:lnTo>
                    <a:lnTo>
                      <a:pt x="412" y="5"/>
                    </a:lnTo>
                    <a:lnTo>
                      <a:pt x="412" y="5"/>
                    </a:lnTo>
                    <a:lnTo>
                      <a:pt x="416" y="3"/>
                    </a:lnTo>
                    <a:lnTo>
                      <a:pt x="420" y="1"/>
                    </a:lnTo>
                    <a:lnTo>
                      <a:pt x="425" y="0"/>
                    </a:lnTo>
                    <a:lnTo>
                      <a:pt x="430" y="0"/>
                    </a:lnTo>
                    <a:lnTo>
                      <a:pt x="661" y="0"/>
                    </a:lnTo>
                    <a:lnTo>
                      <a:pt x="661" y="66"/>
                    </a:lnTo>
                    <a:lnTo>
                      <a:pt x="440" y="66"/>
                    </a:lnTo>
                    <a:lnTo>
                      <a:pt x="143" y="264"/>
                    </a:lnTo>
                    <a:lnTo>
                      <a:pt x="364" y="264"/>
                    </a:lnTo>
                    <a:lnTo>
                      <a:pt x="364" y="3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69">
                <a:extLst>
                  <a:ext uri="{FF2B5EF4-FFF2-40B4-BE49-F238E27FC236}">
                    <a16:creationId xmlns:a16="http://schemas.microsoft.com/office/drawing/2014/main" id="{B91BBF47-FEBB-0AAD-5F2F-C0AF5155E883}"/>
                  </a:ext>
                </a:extLst>
              </p:cNvPr>
              <p:cNvSpPr>
                <a:spLocks/>
              </p:cNvSpPr>
              <p:nvPr/>
            </p:nvSpPr>
            <p:spPr bwMode="auto">
              <a:xfrm>
                <a:off x="5683250" y="3505200"/>
                <a:ext cx="15875" cy="30163"/>
              </a:xfrm>
              <a:custGeom>
                <a:avLst/>
                <a:gdLst>
                  <a:gd name="T0" fmla="*/ 33 w 65"/>
                  <a:gd name="T1" fmla="*/ 132 h 132"/>
                  <a:gd name="T2" fmla="*/ 33 w 65"/>
                  <a:gd name="T3" fmla="*/ 132 h 132"/>
                  <a:gd name="T4" fmla="*/ 26 w 65"/>
                  <a:gd name="T5" fmla="*/ 132 h 132"/>
                  <a:gd name="T6" fmla="*/ 19 w 65"/>
                  <a:gd name="T7" fmla="*/ 129 h 132"/>
                  <a:gd name="T8" fmla="*/ 14 w 65"/>
                  <a:gd name="T9" fmla="*/ 126 h 132"/>
                  <a:gd name="T10" fmla="*/ 9 w 65"/>
                  <a:gd name="T11" fmla="*/ 122 h 132"/>
                  <a:gd name="T12" fmla="*/ 5 w 65"/>
                  <a:gd name="T13" fmla="*/ 117 h 132"/>
                  <a:gd name="T14" fmla="*/ 2 w 65"/>
                  <a:gd name="T15" fmla="*/ 112 h 132"/>
                  <a:gd name="T16" fmla="*/ 0 w 65"/>
                  <a:gd name="T17" fmla="*/ 106 h 132"/>
                  <a:gd name="T18" fmla="*/ 0 w 65"/>
                  <a:gd name="T19" fmla="*/ 99 h 132"/>
                  <a:gd name="T20" fmla="*/ 0 w 65"/>
                  <a:gd name="T21" fmla="*/ 33 h 132"/>
                  <a:gd name="T22" fmla="*/ 0 w 65"/>
                  <a:gd name="T23" fmla="*/ 33 h 132"/>
                  <a:gd name="T24" fmla="*/ 0 w 65"/>
                  <a:gd name="T25" fmla="*/ 26 h 132"/>
                  <a:gd name="T26" fmla="*/ 2 w 65"/>
                  <a:gd name="T27" fmla="*/ 20 h 132"/>
                  <a:gd name="T28" fmla="*/ 5 w 65"/>
                  <a:gd name="T29" fmla="*/ 15 h 132"/>
                  <a:gd name="T30" fmla="*/ 9 w 65"/>
                  <a:gd name="T31" fmla="*/ 9 h 132"/>
                  <a:gd name="T32" fmla="*/ 14 w 65"/>
                  <a:gd name="T33" fmla="*/ 5 h 132"/>
                  <a:gd name="T34" fmla="*/ 19 w 65"/>
                  <a:gd name="T35" fmla="*/ 2 h 132"/>
                  <a:gd name="T36" fmla="*/ 26 w 65"/>
                  <a:gd name="T37" fmla="*/ 0 h 132"/>
                  <a:gd name="T38" fmla="*/ 33 w 65"/>
                  <a:gd name="T39" fmla="*/ 0 h 132"/>
                  <a:gd name="T40" fmla="*/ 33 w 65"/>
                  <a:gd name="T41" fmla="*/ 0 h 132"/>
                  <a:gd name="T42" fmla="*/ 39 w 65"/>
                  <a:gd name="T43" fmla="*/ 0 h 132"/>
                  <a:gd name="T44" fmla="*/ 45 w 65"/>
                  <a:gd name="T45" fmla="*/ 2 h 132"/>
                  <a:gd name="T46" fmla="*/ 50 w 65"/>
                  <a:gd name="T47" fmla="*/ 5 h 132"/>
                  <a:gd name="T48" fmla="*/ 56 w 65"/>
                  <a:gd name="T49" fmla="*/ 9 h 132"/>
                  <a:gd name="T50" fmla="*/ 60 w 65"/>
                  <a:gd name="T51" fmla="*/ 15 h 132"/>
                  <a:gd name="T52" fmla="*/ 63 w 65"/>
                  <a:gd name="T53" fmla="*/ 20 h 132"/>
                  <a:gd name="T54" fmla="*/ 65 w 65"/>
                  <a:gd name="T55" fmla="*/ 26 h 132"/>
                  <a:gd name="T56" fmla="*/ 65 w 65"/>
                  <a:gd name="T57" fmla="*/ 33 h 132"/>
                  <a:gd name="T58" fmla="*/ 65 w 65"/>
                  <a:gd name="T59" fmla="*/ 99 h 132"/>
                  <a:gd name="T60" fmla="*/ 65 w 65"/>
                  <a:gd name="T61" fmla="*/ 99 h 132"/>
                  <a:gd name="T62" fmla="*/ 65 w 65"/>
                  <a:gd name="T63" fmla="*/ 106 h 132"/>
                  <a:gd name="T64" fmla="*/ 63 w 65"/>
                  <a:gd name="T65" fmla="*/ 112 h 132"/>
                  <a:gd name="T66" fmla="*/ 60 w 65"/>
                  <a:gd name="T67" fmla="*/ 117 h 132"/>
                  <a:gd name="T68" fmla="*/ 56 w 65"/>
                  <a:gd name="T69" fmla="*/ 122 h 132"/>
                  <a:gd name="T70" fmla="*/ 50 w 65"/>
                  <a:gd name="T71" fmla="*/ 126 h 132"/>
                  <a:gd name="T72" fmla="*/ 45 w 65"/>
                  <a:gd name="T73" fmla="*/ 129 h 132"/>
                  <a:gd name="T74" fmla="*/ 39 w 65"/>
                  <a:gd name="T75" fmla="*/ 132 h 132"/>
                  <a:gd name="T76" fmla="*/ 33 w 65"/>
                  <a:gd name="T77" fmla="*/ 132 h 132"/>
                  <a:gd name="T78" fmla="*/ 33 w 65"/>
                  <a:gd name="T7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5" h="132">
                    <a:moveTo>
                      <a:pt x="33" y="132"/>
                    </a:moveTo>
                    <a:lnTo>
                      <a:pt x="33" y="132"/>
                    </a:lnTo>
                    <a:lnTo>
                      <a:pt x="26" y="132"/>
                    </a:lnTo>
                    <a:lnTo>
                      <a:pt x="19" y="129"/>
                    </a:lnTo>
                    <a:lnTo>
                      <a:pt x="14" y="126"/>
                    </a:lnTo>
                    <a:lnTo>
                      <a:pt x="9" y="122"/>
                    </a:lnTo>
                    <a:lnTo>
                      <a:pt x="5" y="117"/>
                    </a:lnTo>
                    <a:lnTo>
                      <a:pt x="2" y="112"/>
                    </a:lnTo>
                    <a:lnTo>
                      <a:pt x="0" y="106"/>
                    </a:lnTo>
                    <a:lnTo>
                      <a:pt x="0" y="99"/>
                    </a:lnTo>
                    <a:lnTo>
                      <a:pt x="0" y="33"/>
                    </a:lnTo>
                    <a:lnTo>
                      <a:pt x="0" y="33"/>
                    </a:lnTo>
                    <a:lnTo>
                      <a:pt x="0" y="26"/>
                    </a:lnTo>
                    <a:lnTo>
                      <a:pt x="2" y="20"/>
                    </a:lnTo>
                    <a:lnTo>
                      <a:pt x="5" y="15"/>
                    </a:lnTo>
                    <a:lnTo>
                      <a:pt x="9" y="9"/>
                    </a:lnTo>
                    <a:lnTo>
                      <a:pt x="14" y="5"/>
                    </a:lnTo>
                    <a:lnTo>
                      <a:pt x="19" y="2"/>
                    </a:lnTo>
                    <a:lnTo>
                      <a:pt x="26" y="0"/>
                    </a:lnTo>
                    <a:lnTo>
                      <a:pt x="33" y="0"/>
                    </a:lnTo>
                    <a:lnTo>
                      <a:pt x="33" y="0"/>
                    </a:lnTo>
                    <a:lnTo>
                      <a:pt x="39" y="0"/>
                    </a:lnTo>
                    <a:lnTo>
                      <a:pt x="45" y="2"/>
                    </a:lnTo>
                    <a:lnTo>
                      <a:pt x="50" y="5"/>
                    </a:lnTo>
                    <a:lnTo>
                      <a:pt x="56" y="9"/>
                    </a:lnTo>
                    <a:lnTo>
                      <a:pt x="60" y="15"/>
                    </a:lnTo>
                    <a:lnTo>
                      <a:pt x="63" y="20"/>
                    </a:lnTo>
                    <a:lnTo>
                      <a:pt x="65" y="26"/>
                    </a:lnTo>
                    <a:lnTo>
                      <a:pt x="65" y="33"/>
                    </a:lnTo>
                    <a:lnTo>
                      <a:pt x="65" y="99"/>
                    </a:lnTo>
                    <a:lnTo>
                      <a:pt x="65" y="99"/>
                    </a:lnTo>
                    <a:lnTo>
                      <a:pt x="65" y="106"/>
                    </a:lnTo>
                    <a:lnTo>
                      <a:pt x="63" y="112"/>
                    </a:lnTo>
                    <a:lnTo>
                      <a:pt x="60" y="117"/>
                    </a:lnTo>
                    <a:lnTo>
                      <a:pt x="56" y="122"/>
                    </a:lnTo>
                    <a:lnTo>
                      <a:pt x="50" y="126"/>
                    </a:lnTo>
                    <a:lnTo>
                      <a:pt x="45" y="129"/>
                    </a:lnTo>
                    <a:lnTo>
                      <a:pt x="39" y="132"/>
                    </a:lnTo>
                    <a:lnTo>
                      <a:pt x="33" y="132"/>
                    </a:lnTo>
                    <a:lnTo>
                      <a:pt x="33"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70">
                <a:extLst>
                  <a:ext uri="{FF2B5EF4-FFF2-40B4-BE49-F238E27FC236}">
                    <a16:creationId xmlns:a16="http://schemas.microsoft.com/office/drawing/2014/main" id="{D9AE887B-09E1-93C1-A73F-30DE16666EA1}"/>
                  </a:ext>
                </a:extLst>
              </p:cNvPr>
              <p:cNvSpPr>
                <a:spLocks/>
              </p:cNvSpPr>
              <p:nvPr/>
            </p:nvSpPr>
            <p:spPr bwMode="auto">
              <a:xfrm>
                <a:off x="5683250" y="3400425"/>
                <a:ext cx="15875" cy="30163"/>
              </a:xfrm>
              <a:custGeom>
                <a:avLst/>
                <a:gdLst>
                  <a:gd name="T0" fmla="*/ 33 w 65"/>
                  <a:gd name="T1" fmla="*/ 133 h 133"/>
                  <a:gd name="T2" fmla="*/ 33 w 65"/>
                  <a:gd name="T3" fmla="*/ 133 h 133"/>
                  <a:gd name="T4" fmla="*/ 26 w 65"/>
                  <a:gd name="T5" fmla="*/ 132 h 133"/>
                  <a:gd name="T6" fmla="*/ 19 w 65"/>
                  <a:gd name="T7" fmla="*/ 131 h 133"/>
                  <a:gd name="T8" fmla="*/ 14 w 65"/>
                  <a:gd name="T9" fmla="*/ 127 h 133"/>
                  <a:gd name="T10" fmla="*/ 9 w 65"/>
                  <a:gd name="T11" fmla="*/ 123 h 133"/>
                  <a:gd name="T12" fmla="*/ 5 w 65"/>
                  <a:gd name="T13" fmla="*/ 118 h 133"/>
                  <a:gd name="T14" fmla="*/ 2 w 65"/>
                  <a:gd name="T15" fmla="*/ 113 h 133"/>
                  <a:gd name="T16" fmla="*/ 0 w 65"/>
                  <a:gd name="T17" fmla="*/ 107 h 133"/>
                  <a:gd name="T18" fmla="*/ 0 w 65"/>
                  <a:gd name="T19" fmla="*/ 99 h 133"/>
                  <a:gd name="T20" fmla="*/ 0 w 65"/>
                  <a:gd name="T21" fmla="*/ 33 h 133"/>
                  <a:gd name="T22" fmla="*/ 0 w 65"/>
                  <a:gd name="T23" fmla="*/ 33 h 133"/>
                  <a:gd name="T24" fmla="*/ 0 w 65"/>
                  <a:gd name="T25" fmla="*/ 27 h 133"/>
                  <a:gd name="T26" fmla="*/ 2 w 65"/>
                  <a:gd name="T27" fmla="*/ 21 h 133"/>
                  <a:gd name="T28" fmla="*/ 5 w 65"/>
                  <a:gd name="T29" fmla="*/ 15 h 133"/>
                  <a:gd name="T30" fmla="*/ 9 w 65"/>
                  <a:gd name="T31" fmla="*/ 10 h 133"/>
                  <a:gd name="T32" fmla="*/ 14 w 65"/>
                  <a:gd name="T33" fmla="*/ 6 h 133"/>
                  <a:gd name="T34" fmla="*/ 19 w 65"/>
                  <a:gd name="T35" fmla="*/ 3 h 133"/>
                  <a:gd name="T36" fmla="*/ 26 w 65"/>
                  <a:gd name="T37" fmla="*/ 1 h 133"/>
                  <a:gd name="T38" fmla="*/ 33 w 65"/>
                  <a:gd name="T39" fmla="*/ 0 h 133"/>
                  <a:gd name="T40" fmla="*/ 33 w 65"/>
                  <a:gd name="T41" fmla="*/ 0 h 133"/>
                  <a:gd name="T42" fmla="*/ 39 w 65"/>
                  <a:gd name="T43" fmla="*/ 1 h 133"/>
                  <a:gd name="T44" fmla="*/ 45 w 65"/>
                  <a:gd name="T45" fmla="*/ 3 h 133"/>
                  <a:gd name="T46" fmla="*/ 50 w 65"/>
                  <a:gd name="T47" fmla="*/ 6 h 133"/>
                  <a:gd name="T48" fmla="*/ 56 w 65"/>
                  <a:gd name="T49" fmla="*/ 10 h 133"/>
                  <a:gd name="T50" fmla="*/ 60 w 65"/>
                  <a:gd name="T51" fmla="*/ 15 h 133"/>
                  <a:gd name="T52" fmla="*/ 63 w 65"/>
                  <a:gd name="T53" fmla="*/ 21 h 133"/>
                  <a:gd name="T54" fmla="*/ 65 w 65"/>
                  <a:gd name="T55" fmla="*/ 27 h 133"/>
                  <a:gd name="T56" fmla="*/ 65 w 65"/>
                  <a:gd name="T57" fmla="*/ 33 h 133"/>
                  <a:gd name="T58" fmla="*/ 65 w 65"/>
                  <a:gd name="T59" fmla="*/ 99 h 133"/>
                  <a:gd name="T60" fmla="*/ 65 w 65"/>
                  <a:gd name="T61" fmla="*/ 99 h 133"/>
                  <a:gd name="T62" fmla="*/ 65 w 65"/>
                  <a:gd name="T63" fmla="*/ 107 h 133"/>
                  <a:gd name="T64" fmla="*/ 63 w 65"/>
                  <a:gd name="T65" fmla="*/ 113 h 133"/>
                  <a:gd name="T66" fmla="*/ 60 w 65"/>
                  <a:gd name="T67" fmla="*/ 118 h 133"/>
                  <a:gd name="T68" fmla="*/ 56 w 65"/>
                  <a:gd name="T69" fmla="*/ 123 h 133"/>
                  <a:gd name="T70" fmla="*/ 50 w 65"/>
                  <a:gd name="T71" fmla="*/ 127 h 133"/>
                  <a:gd name="T72" fmla="*/ 45 w 65"/>
                  <a:gd name="T73" fmla="*/ 131 h 133"/>
                  <a:gd name="T74" fmla="*/ 39 w 65"/>
                  <a:gd name="T75" fmla="*/ 132 h 133"/>
                  <a:gd name="T76" fmla="*/ 33 w 65"/>
                  <a:gd name="T77" fmla="*/ 133 h 133"/>
                  <a:gd name="T78" fmla="*/ 33 w 65"/>
                  <a:gd name="T79"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5" h="133">
                    <a:moveTo>
                      <a:pt x="33" y="133"/>
                    </a:moveTo>
                    <a:lnTo>
                      <a:pt x="33" y="133"/>
                    </a:lnTo>
                    <a:lnTo>
                      <a:pt x="26" y="132"/>
                    </a:lnTo>
                    <a:lnTo>
                      <a:pt x="19" y="131"/>
                    </a:lnTo>
                    <a:lnTo>
                      <a:pt x="14" y="127"/>
                    </a:lnTo>
                    <a:lnTo>
                      <a:pt x="9" y="123"/>
                    </a:lnTo>
                    <a:lnTo>
                      <a:pt x="5" y="118"/>
                    </a:lnTo>
                    <a:lnTo>
                      <a:pt x="2" y="113"/>
                    </a:lnTo>
                    <a:lnTo>
                      <a:pt x="0" y="107"/>
                    </a:lnTo>
                    <a:lnTo>
                      <a:pt x="0" y="99"/>
                    </a:lnTo>
                    <a:lnTo>
                      <a:pt x="0" y="33"/>
                    </a:lnTo>
                    <a:lnTo>
                      <a:pt x="0" y="33"/>
                    </a:lnTo>
                    <a:lnTo>
                      <a:pt x="0" y="27"/>
                    </a:lnTo>
                    <a:lnTo>
                      <a:pt x="2" y="21"/>
                    </a:lnTo>
                    <a:lnTo>
                      <a:pt x="5" y="15"/>
                    </a:lnTo>
                    <a:lnTo>
                      <a:pt x="9" y="10"/>
                    </a:lnTo>
                    <a:lnTo>
                      <a:pt x="14" y="6"/>
                    </a:lnTo>
                    <a:lnTo>
                      <a:pt x="19" y="3"/>
                    </a:lnTo>
                    <a:lnTo>
                      <a:pt x="26" y="1"/>
                    </a:lnTo>
                    <a:lnTo>
                      <a:pt x="33" y="0"/>
                    </a:lnTo>
                    <a:lnTo>
                      <a:pt x="33" y="0"/>
                    </a:lnTo>
                    <a:lnTo>
                      <a:pt x="39" y="1"/>
                    </a:lnTo>
                    <a:lnTo>
                      <a:pt x="45" y="3"/>
                    </a:lnTo>
                    <a:lnTo>
                      <a:pt x="50" y="6"/>
                    </a:lnTo>
                    <a:lnTo>
                      <a:pt x="56" y="10"/>
                    </a:lnTo>
                    <a:lnTo>
                      <a:pt x="60" y="15"/>
                    </a:lnTo>
                    <a:lnTo>
                      <a:pt x="63" y="21"/>
                    </a:lnTo>
                    <a:lnTo>
                      <a:pt x="65" y="27"/>
                    </a:lnTo>
                    <a:lnTo>
                      <a:pt x="65" y="33"/>
                    </a:lnTo>
                    <a:lnTo>
                      <a:pt x="65" y="99"/>
                    </a:lnTo>
                    <a:lnTo>
                      <a:pt x="65" y="99"/>
                    </a:lnTo>
                    <a:lnTo>
                      <a:pt x="65" y="107"/>
                    </a:lnTo>
                    <a:lnTo>
                      <a:pt x="63" y="113"/>
                    </a:lnTo>
                    <a:lnTo>
                      <a:pt x="60" y="118"/>
                    </a:lnTo>
                    <a:lnTo>
                      <a:pt x="56" y="123"/>
                    </a:lnTo>
                    <a:lnTo>
                      <a:pt x="50" y="127"/>
                    </a:lnTo>
                    <a:lnTo>
                      <a:pt x="45" y="131"/>
                    </a:lnTo>
                    <a:lnTo>
                      <a:pt x="39" y="132"/>
                    </a:lnTo>
                    <a:lnTo>
                      <a:pt x="33" y="133"/>
                    </a:lnTo>
                    <a:lnTo>
                      <a:pt x="33"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71">
                <a:extLst>
                  <a:ext uri="{FF2B5EF4-FFF2-40B4-BE49-F238E27FC236}">
                    <a16:creationId xmlns:a16="http://schemas.microsoft.com/office/drawing/2014/main" id="{A0D512B2-D963-995E-DE6A-7B6AEAB449A1}"/>
                  </a:ext>
                </a:extLst>
              </p:cNvPr>
              <p:cNvSpPr>
                <a:spLocks/>
              </p:cNvSpPr>
              <p:nvPr/>
            </p:nvSpPr>
            <p:spPr bwMode="auto">
              <a:xfrm>
                <a:off x="5661025" y="3414713"/>
                <a:ext cx="60325" cy="104775"/>
              </a:xfrm>
              <a:custGeom>
                <a:avLst/>
                <a:gdLst>
                  <a:gd name="T0" fmla="*/ 106 w 264"/>
                  <a:gd name="T1" fmla="*/ 461 h 464"/>
                  <a:gd name="T2" fmla="*/ 58 w 264"/>
                  <a:gd name="T3" fmla="*/ 442 h 464"/>
                  <a:gd name="T4" fmla="*/ 23 w 264"/>
                  <a:gd name="T5" fmla="*/ 405 h 464"/>
                  <a:gd name="T6" fmla="*/ 2 w 264"/>
                  <a:gd name="T7" fmla="*/ 358 h 464"/>
                  <a:gd name="T8" fmla="*/ 0 w 264"/>
                  <a:gd name="T9" fmla="*/ 325 h 464"/>
                  <a:gd name="T10" fmla="*/ 15 w 264"/>
                  <a:gd name="T11" fmla="*/ 304 h 464"/>
                  <a:gd name="T12" fmla="*/ 34 w 264"/>
                  <a:gd name="T13" fmla="*/ 299 h 464"/>
                  <a:gd name="T14" fmla="*/ 56 w 264"/>
                  <a:gd name="T15" fmla="*/ 308 h 464"/>
                  <a:gd name="T16" fmla="*/ 67 w 264"/>
                  <a:gd name="T17" fmla="*/ 332 h 464"/>
                  <a:gd name="T18" fmla="*/ 69 w 264"/>
                  <a:gd name="T19" fmla="*/ 351 h 464"/>
                  <a:gd name="T20" fmla="*/ 85 w 264"/>
                  <a:gd name="T21" fmla="*/ 378 h 464"/>
                  <a:gd name="T22" fmla="*/ 113 w 264"/>
                  <a:gd name="T23" fmla="*/ 395 h 464"/>
                  <a:gd name="T24" fmla="*/ 133 w 264"/>
                  <a:gd name="T25" fmla="*/ 398 h 464"/>
                  <a:gd name="T26" fmla="*/ 158 w 264"/>
                  <a:gd name="T27" fmla="*/ 393 h 464"/>
                  <a:gd name="T28" fmla="*/ 187 w 264"/>
                  <a:gd name="T29" fmla="*/ 368 h 464"/>
                  <a:gd name="T30" fmla="*/ 197 w 264"/>
                  <a:gd name="T31" fmla="*/ 345 h 464"/>
                  <a:gd name="T32" fmla="*/ 198 w 264"/>
                  <a:gd name="T33" fmla="*/ 325 h 464"/>
                  <a:gd name="T34" fmla="*/ 191 w 264"/>
                  <a:gd name="T35" fmla="*/ 300 h 464"/>
                  <a:gd name="T36" fmla="*/ 164 w 264"/>
                  <a:gd name="T37" fmla="*/ 274 h 464"/>
                  <a:gd name="T38" fmla="*/ 139 w 264"/>
                  <a:gd name="T39" fmla="*/ 265 h 464"/>
                  <a:gd name="T40" fmla="*/ 106 w 264"/>
                  <a:gd name="T41" fmla="*/ 262 h 464"/>
                  <a:gd name="T42" fmla="*/ 58 w 264"/>
                  <a:gd name="T43" fmla="*/ 243 h 464"/>
                  <a:gd name="T44" fmla="*/ 23 w 264"/>
                  <a:gd name="T45" fmla="*/ 206 h 464"/>
                  <a:gd name="T46" fmla="*/ 2 w 264"/>
                  <a:gd name="T47" fmla="*/ 160 h 464"/>
                  <a:gd name="T48" fmla="*/ 0 w 264"/>
                  <a:gd name="T49" fmla="*/ 119 h 464"/>
                  <a:gd name="T50" fmla="*/ 16 w 264"/>
                  <a:gd name="T51" fmla="*/ 70 h 464"/>
                  <a:gd name="T52" fmla="*/ 48 w 264"/>
                  <a:gd name="T53" fmla="*/ 30 h 464"/>
                  <a:gd name="T54" fmla="*/ 94 w 264"/>
                  <a:gd name="T55" fmla="*/ 7 h 464"/>
                  <a:gd name="T56" fmla="*/ 133 w 264"/>
                  <a:gd name="T57" fmla="*/ 0 h 464"/>
                  <a:gd name="T58" fmla="*/ 184 w 264"/>
                  <a:gd name="T59" fmla="*/ 11 h 464"/>
                  <a:gd name="T60" fmla="*/ 226 w 264"/>
                  <a:gd name="T61" fmla="*/ 40 h 464"/>
                  <a:gd name="T62" fmla="*/ 254 w 264"/>
                  <a:gd name="T63" fmla="*/ 81 h 464"/>
                  <a:gd name="T64" fmla="*/ 264 w 264"/>
                  <a:gd name="T65" fmla="*/ 133 h 464"/>
                  <a:gd name="T66" fmla="*/ 259 w 264"/>
                  <a:gd name="T67" fmla="*/ 152 h 464"/>
                  <a:gd name="T68" fmla="*/ 238 w 264"/>
                  <a:gd name="T69" fmla="*/ 165 h 464"/>
                  <a:gd name="T70" fmla="*/ 219 w 264"/>
                  <a:gd name="T71" fmla="*/ 163 h 464"/>
                  <a:gd name="T72" fmla="*/ 201 w 264"/>
                  <a:gd name="T73" fmla="*/ 145 h 464"/>
                  <a:gd name="T74" fmla="*/ 198 w 264"/>
                  <a:gd name="T75" fmla="*/ 127 h 464"/>
                  <a:gd name="T76" fmla="*/ 191 w 264"/>
                  <a:gd name="T77" fmla="*/ 102 h 464"/>
                  <a:gd name="T78" fmla="*/ 164 w 264"/>
                  <a:gd name="T79" fmla="*/ 75 h 464"/>
                  <a:gd name="T80" fmla="*/ 139 w 264"/>
                  <a:gd name="T81" fmla="*/ 67 h 464"/>
                  <a:gd name="T82" fmla="*/ 119 w 264"/>
                  <a:gd name="T83" fmla="*/ 68 h 464"/>
                  <a:gd name="T84" fmla="*/ 96 w 264"/>
                  <a:gd name="T85" fmla="*/ 78 h 464"/>
                  <a:gd name="T86" fmla="*/ 72 w 264"/>
                  <a:gd name="T87" fmla="*/ 107 h 464"/>
                  <a:gd name="T88" fmla="*/ 67 w 264"/>
                  <a:gd name="T89" fmla="*/ 133 h 464"/>
                  <a:gd name="T90" fmla="*/ 69 w 264"/>
                  <a:gd name="T91" fmla="*/ 153 h 464"/>
                  <a:gd name="T92" fmla="*/ 85 w 264"/>
                  <a:gd name="T93" fmla="*/ 180 h 464"/>
                  <a:gd name="T94" fmla="*/ 113 w 264"/>
                  <a:gd name="T95" fmla="*/ 196 h 464"/>
                  <a:gd name="T96" fmla="*/ 133 w 264"/>
                  <a:gd name="T97" fmla="*/ 199 h 464"/>
                  <a:gd name="T98" fmla="*/ 184 w 264"/>
                  <a:gd name="T99" fmla="*/ 210 h 464"/>
                  <a:gd name="T100" fmla="*/ 226 w 264"/>
                  <a:gd name="T101" fmla="*/ 238 h 464"/>
                  <a:gd name="T102" fmla="*/ 254 w 264"/>
                  <a:gd name="T103" fmla="*/ 280 h 464"/>
                  <a:gd name="T104" fmla="*/ 264 w 264"/>
                  <a:gd name="T105" fmla="*/ 332 h 464"/>
                  <a:gd name="T106" fmla="*/ 259 w 264"/>
                  <a:gd name="T107" fmla="*/ 371 h 464"/>
                  <a:gd name="T108" fmla="*/ 234 w 264"/>
                  <a:gd name="T109" fmla="*/ 416 h 464"/>
                  <a:gd name="T110" fmla="*/ 195 w 264"/>
                  <a:gd name="T111" fmla="*/ 448 h 464"/>
                  <a:gd name="T112" fmla="*/ 146 w 264"/>
                  <a:gd name="T113" fmla="*/ 463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4" h="464">
                    <a:moveTo>
                      <a:pt x="133" y="464"/>
                    </a:moveTo>
                    <a:lnTo>
                      <a:pt x="133" y="464"/>
                    </a:lnTo>
                    <a:lnTo>
                      <a:pt x="118" y="463"/>
                    </a:lnTo>
                    <a:lnTo>
                      <a:pt x="106" y="461"/>
                    </a:lnTo>
                    <a:lnTo>
                      <a:pt x="94" y="458"/>
                    </a:lnTo>
                    <a:lnTo>
                      <a:pt x="81" y="453"/>
                    </a:lnTo>
                    <a:lnTo>
                      <a:pt x="70" y="448"/>
                    </a:lnTo>
                    <a:lnTo>
                      <a:pt x="58" y="442"/>
                    </a:lnTo>
                    <a:lnTo>
                      <a:pt x="48" y="433"/>
                    </a:lnTo>
                    <a:lnTo>
                      <a:pt x="39" y="425"/>
                    </a:lnTo>
                    <a:lnTo>
                      <a:pt x="30" y="416"/>
                    </a:lnTo>
                    <a:lnTo>
                      <a:pt x="23" y="405"/>
                    </a:lnTo>
                    <a:lnTo>
                      <a:pt x="16" y="395"/>
                    </a:lnTo>
                    <a:lnTo>
                      <a:pt x="11" y="383"/>
                    </a:lnTo>
                    <a:lnTo>
                      <a:pt x="6" y="371"/>
                    </a:lnTo>
                    <a:lnTo>
                      <a:pt x="2" y="358"/>
                    </a:lnTo>
                    <a:lnTo>
                      <a:pt x="0" y="345"/>
                    </a:lnTo>
                    <a:lnTo>
                      <a:pt x="0" y="332"/>
                    </a:lnTo>
                    <a:lnTo>
                      <a:pt x="0" y="332"/>
                    </a:lnTo>
                    <a:lnTo>
                      <a:pt x="0" y="325"/>
                    </a:lnTo>
                    <a:lnTo>
                      <a:pt x="2" y="318"/>
                    </a:lnTo>
                    <a:lnTo>
                      <a:pt x="6" y="313"/>
                    </a:lnTo>
                    <a:lnTo>
                      <a:pt x="10" y="308"/>
                    </a:lnTo>
                    <a:lnTo>
                      <a:pt x="15" y="304"/>
                    </a:lnTo>
                    <a:lnTo>
                      <a:pt x="20" y="301"/>
                    </a:lnTo>
                    <a:lnTo>
                      <a:pt x="26" y="299"/>
                    </a:lnTo>
                    <a:lnTo>
                      <a:pt x="34" y="299"/>
                    </a:lnTo>
                    <a:lnTo>
                      <a:pt x="34" y="299"/>
                    </a:lnTo>
                    <a:lnTo>
                      <a:pt x="40" y="299"/>
                    </a:lnTo>
                    <a:lnTo>
                      <a:pt x="46" y="301"/>
                    </a:lnTo>
                    <a:lnTo>
                      <a:pt x="52" y="304"/>
                    </a:lnTo>
                    <a:lnTo>
                      <a:pt x="56" y="308"/>
                    </a:lnTo>
                    <a:lnTo>
                      <a:pt x="60" y="313"/>
                    </a:lnTo>
                    <a:lnTo>
                      <a:pt x="64" y="318"/>
                    </a:lnTo>
                    <a:lnTo>
                      <a:pt x="66" y="325"/>
                    </a:lnTo>
                    <a:lnTo>
                      <a:pt x="67" y="332"/>
                    </a:lnTo>
                    <a:lnTo>
                      <a:pt x="67" y="332"/>
                    </a:lnTo>
                    <a:lnTo>
                      <a:pt x="67" y="338"/>
                    </a:lnTo>
                    <a:lnTo>
                      <a:pt x="68" y="345"/>
                    </a:lnTo>
                    <a:lnTo>
                      <a:pt x="69" y="351"/>
                    </a:lnTo>
                    <a:lnTo>
                      <a:pt x="72" y="358"/>
                    </a:lnTo>
                    <a:lnTo>
                      <a:pt x="74" y="363"/>
                    </a:lnTo>
                    <a:lnTo>
                      <a:pt x="78" y="368"/>
                    </a:lnTo>
                    <a:lnTo>
                      <a:pt x="85" y="378"/>
                    </a:lnTo>
                    <a:lnTo>
                      <a:pt x="96" y="387"/>
                    </a:lnTo>
                    <a:lnTo>
                      <a:pt x="101" y="390"/>
                    </a:lnTo>
                    <a:lnTo>
                      <a:pt x="107" y="393"/>
                    </a:lnTo>
                    <a:lnTo>
                      <a:pt x="113" y="395"/>
                    </a:lnTo>
                    <a:lnTo>
                      <a:pt x="119" y="396"/>
                    </a:lnTo>
                    <a:lnTo>
                      <a:pt x="126" y="397"/>
                    </a:lnTo>
                    <a:lnTo>
                      <a:pt x="133" y="398"/>
                    </a:lnTo>
                    <a:lnTo>
                      <a:pt x="133" y="398"/>
                    </a:lnTo>
                    <a:lnTo>
                      <a:pt x="139" y="397"/>
                    </a:lnTo>
                    <a:lnTo>
                      <a:pt x="145" y="396"/>
                    </a:lnTo>
                    <a:lnTo>
                      <a:pt x="151" y="395"/>
                    </a:lnTo>
                    <a:lnTo>
                      <a:pt x="158" y="393"/>
                    </a:lnTo>
                    <a:lnTo>
                      <a:pt x="164" y="390"/>
                    </a:lnTo>
                    <a:lnTo>
                      <a:pt x="169" y="387"/>
                    </a:lnTo>
                    <a:lnTo>
                      <a:pt x="179" y="378"/>
                    </a:lnTo>
                    <a:lnTo>
                      <a:pt x="187" y="368"/>
                    </a:lnTo>
                    <a:lnTo>
                      <a:pt x="191" y="363"/>
                    </a:lnTo>
                    <a:lnTo>
                      <a:pt x="193" y="358"/>
                    </a:lnTo>
                    <a:lnTo>
                      <a:pt x="196" y="351"/>
                    </a:lnTo>
                    <a:lnTo>
                      <a:pt x="197" y="345"/>
                    </a:lnTo>
                    <a:lnTo>
                      <a:pt x="198" y="338"/>
                    </a:lnTo>
                    <a:lnTo>
                      <a:pt x="198" y="332"/>
                    </a:lnTo>
                    <a:lnTo>
                      <a:pt x="198" y="332"/>
                    </a:lnTo>
                    <a:lnTo>
                      <a:pt x="198" y="325"/>
                    </a:lnTo>
                    <a:lnTo>
                      <a:pt x="197" y="318"/>
                    </a:lnTo>
                    <a:lnTo>
                      <a:pt x="196" y="312"/>
                    </a:lnTo>
                    <a:lnTo>
                      <a:pt x="193" y="306"/>
                    </a:lnTo>
                    <a:lnTo>
                      <a:pt x="191" y="300"/>
                    </a:lnTo>
                    <a:lnTo>
                      <a:pt x="187" y="294"/>
                    </a:lnTo>
                    <a:lnTo>
                      <a:pt x="179" y="285"/>
                    </a:lnTo>
                    <a:lnTo>
                      <a:pt x="169" y="277"/>
                    </a:lnTo>
                    <a:lnTo>
                      <a:pt x="164" y="274"/>
                    </a:lnTo>
                    <a:lnTo>
                      <a:pt x="158" y="271"/>
                    </a:lnTo>
                    <a:lnTo>
                      <a:pt x="151" y="269"/>
                    </a:lnTo>
                    <a:lnTo>
                      <a:pt x="145" y="267"/>
                    </a:lnTo>
                    <a:lnTo>
                      <a:pt x="139" y="265"/>
                    </a:lnTo>
                    <a:lnTo>
                      <a:pt x="133" y="265"/>
                    </a:lnTo>
                    <a:lnTo>
                      <a:pt x="133" y="265"/>
                    </a:lnTo>
                    <a:lnTo>
                      <a:pt x="118" y="264"/>
                    </a:lnTo>
                    <a:lnTo>
                      <a:pt x="106" y="262"/>
                    </a:lnTo>
                    <a:lnTo>
                      <a:pt x="94" y="259"/>
                    </a:lnTo>
                    <a:lnTo>
                      <a:pt x="81" y="255"/>
                    </a:lnTo>
                    <a:lnTo>
                      <a:pt x="70" y="249"/>
                    </a:lnTo>
                    <a:lnTo>
                      <a:pt x="58" y="243"/>
                    </a:lnTo>
                    <a:lnTo>
                      <a:pt x="48" y="235"/>
                    </a:lnTo>
                    <a:lnTo>
                      <a:pt x="39" y="226"/>
                    </a:lnTo>
                    <a:lnTo>
                      <a:pt x="30" y="217"/>
                    </a:lnTo>
                    <a:lnTo>
                      <a:pt x="23" y="206"/>
                    </a:lnTo>
                    <a:lnTo>
                      <a:pt x="16" y="196"/>
                    </a:lnTo>
                    <a:lnTo>
                      <a:pt x="11" y="185"/>
                    </a:lnTo>
                    <a:lnTo>
                      <a:pt x="6" y="172"/>
                    </a:lnTo>
                    <a:lnTo>
                      <a:pt x="2" y="160"/>
                    </a:lnTo>
                    <a:lnTo>
                      <a:pt x="0" y="146"/>
                    </a:lnTo>
                    <a:lnTo>
                      <a:pt x="0" y="133"/>
                    </a:lnTo>
                    <a:lnTo>
                      <a:pt x="0" y="133"/>
                    </a:lnTo>
                    <a:lnTo>
                      <a:pt x="0" y="119"/>
                    </a:lnTo>
                    <a:lnTo>
                      <a:pt x="2" y="106"/>
                    </a:lnTo>
                    <a:lnTo>
                      <a:pt x="6" y="94"/>
                    </a:lnTo>
                    <a:lnTo>
                      <a:pt x="11" y="81"/>
                    </a:lnTo>
                    <a:lnTo>
                      <a:pt x="16" y="70"/>
                    </a:lnTo>
                    <a:lnTo>
                      <a:pt x="23" y="59"/>
                    </a:lnTo>
                    <a:lnTo>
                      <a:pt x="30" y="49"/>
                    </a:lnTo>
                    <a:lnTo>
                      <a:pt x="39" y="40"/>
                    </a:lnTo>
                    <a:lnTo>
                      <a:pt x="48" y="30"/>
                    </a:lnTo>
                    <a:lnTo>
                      <a:pt x="58" y="23"/>
                    </a:lnTo>
                    <a:lnTo>
                      <a:pt x="70" y="17"/>
                    </a:lnTo>
                    <a:lnTo>
                      <a:pt x="81" y="11"/>
                    </a:lnTo>
                    <a:lnTo>
                      <a:pt x="94" y="7"/>
                    </a:lnTo>
                    <a:lnTo>
                      <a:pt x="106" y="3"/>
                    </a:lnTo>
                    <a:lnTo>
                      <a:pt x="118" y="1"/>
                    </a:lnTo>
                    <a:lnTo>
                      <a:pt x="133" y="0"/>
                    </a:lnTo>
                    <a:lnTo>
                      <a:pt x="133" y="0"/>
                    </a:lnTo>
                    <a:lnTo>
                      <a:pt x="146" y="1"/>
                    </a:lnTo>
                    <a:lnTo>
                      <a:pt x="159" y="3"/>
                    </a:lnTo>
                    <a:lnTo>
                      <a:pt x="171" y="7"/>
                    </a:lnTo>
                    <a:lnTo>
                      <a:pt x="184" y="11"/>
                    </a:lnTo>
                    <a:lnTo>
                      <a:pt x="195" y="17"/>
                    </a:lnTo>
                    <a:lnTo>
                      <a:pt x="206" y="23"/>
                    </a:lnTo>
                    <a:lnTo>
                      <a:pt x="217" y="30"/>
                    </a:lnTo>
                    <a:lnTo>
                      <a:pt x="226" y="40"/>
                    </a:lnTo>
                    <a:lnTo>
                      <a:pt x="234" y="49"/>
                    </a:lnTo>
                    <a:lnTo>
                      <a:pt x="242" y="59"/>
                    </a:lnTo>
                    <a:lnTo>
                      <a:pt x="249" y="70"/>
                    </a:lnTo>
                    <a:lnTo>
                      <a:pt x="254" y="81"/>
                    </a:lnTo>
                    <a:lnTo>
                      <a:pt x="259" y="94"/>
                    </a:lnTo>
                    <a:lnTo>
                      <a:pt x="262" y="106"/>
                    </a:lnTo>
                    <a:lnTo>
                      <a:pt x="264" y="119"/>
                    </a:lnTo>
                    <a:lnTo>
                      <a:pt x="264" y="133"/>
                    </a:lnTo>
                    <a:lnTo>
                      <a:pt x="264" y="133"/>
                    </a:lnTo>
                    <a:lnTo>
                      <a:pt x="264" y="139"/>
                    </a:lnTo>
                    <a:lnTo>
                      <a:pt x="262" y="145"/>
                    </a:lnTo>
                    <a:lnTo>
                      <a:pt x="259" y="152"/>
                    </a:lnTo>
                    <a:lnTo>
                      <a:pt x="255" y="157"/>
                    </a:lnTo>
                    <a:lnTo>
                      <a:pt x="250" y="161"/>
                    </a:lnTo>
                    <a:lnTo>
                      <a:pt x="245" y="163"/>
                    </a:lnTo>
                    <a:lnTo>
                      <a:pt x="238" y="165"/>
                    </a:lnTo>
                    <a:lnTo>
                      <a:pt x="231" y="166"/>
                    </a:lnTo>
                    <a:lnTo>
                      <a:pt x="231" y="166"/>
                    </a:lnTo>
                    <a:lnTo>
                      <a:pt x="225" y="165"/>
                    </a:lnTo>
                    <a:lnTo>
                      <a:pt x="219" y="163"/>
                    </a:lnTo>
                    <a:lnTo>
                      <a:pt x="214" y="161"/>
                    </a:lnTo>
                    <a:lnTo>
                      <a:pt x="208" y="157"/>
                    </a:lnTo>
                    <a:lnTo>
                      <a:pt x="204" y="152"/>
                    </a:lnTo>
                    <a:lnTo>
                      <a:pt x="201" y="145"/>
                    </a:lnTo>
                    <a:lnTo>
                      <a:pt x="199" y="139"/>
                    </a:lnTo>
                    <a:lnTo>
                      <a:pt x="198" y="133"/>
                    </a:lnTo>
                    <a:lnTo>
                      <a:pt x="198" y="133"/>
                    </a:lnTo>
                    <a:lnTo>
                      <a:pt x="198" y="127"/>
                    </a:lnTo>
                    <a:lnTo>
                      <a:pt x="197" y="119"/>
                    </a:lnTo>
                    <a:lnTo>
                      <a:pt x="196" y="113"/>
                    </a:lnTo>
                    <a:lnTo>
                      <a:pt x="193" y="107"/>
                    </a:lnTo>
                    <a:lnTo>
                      <a:pt x="191" y="102"/>
                    </a:lnTo>
                    <a:lnTo>
                      <a:pt x="187" y="96"/>
                    </a:lnTo>
                    <a:lnTo>
                      <a:pt x="179" y="86"/>
                    </a:lnTo>
                    <a:lnTo>
                      <a:pt x="169" y="78"/>
                    </a:lnTo>
                    <a:lnTo>
                      <a:pt x="164" y="75"/>
                    </a:lnTo>
                    <a:lnTo>
                      <a:pt x="158" y="72"/>
                    </a:lnTo>
                    <a:lnTo>
                      <a:pt x="151" y="70"/>
                    </a:lnTo>
                    <a:lnTo>
                      <a:pt x="145" y="68"/>
                    </a:lnTo>
                    <a:lnTo>
                      <a:pt x="139" y="67"/>
                    </a:lnTo>
                    <a:lnTo>
                      <a:pt x="133" y="67"/>
                    </a:lnTo>
                    <a:lnTo>
                      <a:pt x="133" y="67"/>
                    </a:lnTo>
                    <a:lnTo>
                      <a:pt x="126" y="67"/>
                    </a:lnTo>
                    <a:lnTo>
                      <a:pt x="119" y="68"/>
                    </a:lnTo>
                    <a:lnTo>
                      <a:pt x="113" y="70"/>
                    </a:lnTo>
                    <a:lnTo>
                      <a:pt x="107" y="72"/>
                    </a:lnTo>
                    <a:lnTo>
                      <a:pt x="101" y="75"/>
                    </a:lnTo>
                    <a:lnTo>
                      <a:pt x="96" y="78"/>
                    </a:lnTo>
                    <a:lnTo>
                      <a:pt x="85" y="86"/>
                    </a:lnTo>
                    <a:lnTo>
                      <a:pt x="78" y="96"/>
                    </a:lnTo>
                    <a:lnTo>
                      <a:pt x="74" y="102"/>
                    </a:lnTo>
                    <a:lnTo>
                      <a:pt x="72" y="107"/>
                    </a:lnTo>
                    <a:lnTo>
                      <a:pt x="69" y="113"/>
                    </a:lnTo>
                    <a:lnTo>
                      <a:pt x="68" y="119"/>
                    </a:lnTo>
                    <a:lnTo>
                      <a:pt x="67" y="127"/>
                    </a:lnTo>
                    <a:lnTo>
                      <a:pt x="67" y="133"/>
                    </a:lnTo>
                    <a:lnTo>
                      <a:pt x="67" y="133"/>
                    </a:lnTo>
                    <a:lnTo>
                      <a:pt x="67" y="140"/>
                    </a:lnTo>
                    <a:lnTo>
                      <a:pt x="68" y="146"/>
                    </a:lnTo>
                    <a:lnTo>
                      <a:pt x="69" y="153"/>
                    </a:lnTo>
                    <a:lnTo>
                      <a:pt x="72" y="159"/>
                    </a:lnTo>
                    <a:lnTo>
                      <a:pt x="74" y="164"/>
                    </a:lnTo>
                    <a:lnTo>
                      <a:pt x="78" y="170"/>
                    </a:lnTo>
                    <a:lnTo>
                      <a:pt x="85" y="180"/>
                    </a:lnTo>
                    <a:lnTo>
                      <a:pt x="96" y="188"/>
                    </a:lnTo>
                    <a:lnTo>
                      <a:pt x="101" y="191"/>
                    </a:lnTo>
                    <a:lnTo>
                      <a:pt x="107" y="194"/>
                    </a:lnTo>
                    <a:lnTo>
                      <a:pt x="113" y="196"/>
                    </a:lnTo>
                    <a:lnTo>
                      <a:pt x="119" y="198"/>
                    </a:lnTo>
                    <a:lnTo>
                      <a:pt x="126" y="199"/>
                    </a:lnTo>
                    <a:lnTo>
                      <a:pt x="133" y="199"/>
                    </a:lnTo>
                    <a:lnTo>
                      <a:pt x="133" y="199"/>
                    </a:lnTo>
                    <a:lnTo>
                      <a:pt x="146" y="200"/>
                    </a:lnTo>
                    <a:lnTo>
                      <a:pt x="159" y="202"/>
                    </a:lnTo>
                    <a:lnTo>
                      <a:pt x="171" y="205"/>
                    </a:lnTo>
                    <a:lnTo>
                      <a:pt x="184" y="210"/>
                    </a:lnTo>
                    <a:lnTo>
                      <a:pt x="195" y="215"/>
                    </a:lnTo>
                    <a:lnTo>
                      <a:pt x="206" y="222"/>
                    </a:lnTo>
                    <a:lnTo>
                      <a:pt x="217" y="229"/>
                    </a:lnTo>
                    <a:lnTo>
                      <a:pt x="226" y="238"/>
                    </a:lnTo>
                    <a:lnTo>
                      <a:pt x="234" y="247"/>
                    </a:lnTo>
                    <a:lnTo>
                      <a:pt x="242" y="257"/>
                    </a:lnTo>
                    <a:lnTo>
                      <a:pt x="249" y="269"/>
                    </a:lnTo>
                    <a:lnTo>
                      <a:pt x="254" y="280"/>
                    </a:lnTo>
                    <a:lnTo>
                      <a:pt x="259" y="292"/>
                    </a:lnTo>
                    <a:lnTo>
                      <a:pt x="262" y="305"/>
                    </a:lnTo>
                    <a:lnTo>
                      <a:pt x="264" y="318"/>
                    </a:lnTo>
                    <a:lnTo>
                      <a:pt x="264" y="332"/>
                    </a:lnTo>
                    <a:lnTo>
                      <a:pt x="264" y="332"/>
                    </a:lnTo>
                    <a:lnTo>
                      <a:pt x="264" y="345"/>
                    </a:lnTo>
                    <a:lnTo>
                      <a:pt x="262" y="358"/>
                    </a:lnTo>
                    <a:lnTo>
                      <a:pt x="259" y="371"/>
                    </a:lnTo>
                    <a:lnTo>
                      <a:pt x="254" y="383"/>
                    </a:lnTo>
                    <a:lnTo>
                      <a:pt x="249" y="395"/>
                    </a:lnTo>
                    <a:lnTo>
                      <a:pt x="242" y="405"/>
                    </a:lnTo>
                    <a:lnTo>
                      <a:pt x="234" y="416"/>
                    </a:lnTo>
                    <a:lnTo>
                      <a:pt x="226" y="425"/>
                    </a:lnTo>
                    <a:lnTo>
                      <a:pt x="217" y="433"/>
                    </a:lnTo>
                    <a:lnTo>
                      <a:pt x="206" y="442"/>
                    </a:lnTo>
                    <a:lnTo>
                      <a:pt x="195" y="448"/>
                    </a:lnTo>
                    <a:lnTo>
                      <a:pt x="184" y="453"/>
                    </a:lnTo>
                    <a:lnTo>
                      <a:pt x="171" y="458"/>
                    </a:lnTo>
                    <a:lnTo>
                      <a:pt x="159" y="461"/>
                    </a:lnTo>
                    <a:lnTo>
                      <a:pt x="146" y="463"/>
                    </a:lnTo>
                    <a:lnTo>
                      <a:pt x="133" y="464"/>
                    </a:lnTo>
                    <a:lnTo>
                      <a:pt x="133" y="4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42" name="Group 141">
            <a:extLst>
              <a:ext uri="{FF2B5EF4-FFF2-40B4-BE49-F238E27FC236}">
                <a16:creationId xmlns:a16="http://schemas.microsoft.com/office/drawing/2014/main" id="{0A4296BB-EBEF-9043-ED98-7094E34465AA}"/>
              </a:ext>
            </a:extLst>
          </p:cNvPr>
          <p:cNvGrpSpPr/>
          <p:nvPr/>
        </p:nvGrpSpPr>
        <p:grpSpPr>
          <a:xfrm>
            <a:off x="1066359" y="2861751"/>
            <a:ext cx="1528146" cy="1677234"/>
            <a:chOff x="1066359" y="2861751"/>
            <a:chExt cx="1528146" cy="1677234"/>
          </a:xfrm>
        </p:grpSpPr>
        <p:sp>
          <p:nvSpPr>
            <p:cNvPr id="4" name="Sechseck 78">
              <a:extLst>
                <a:ext uri="{FF2B5EF4-FFF2-40B4-BE49-F238E27FC236}">
                  <a16:creationId xmlns:a16="http://schemas.microsoft.com/office/drawing/2014/main" id="{697E7631-1822-D470-6901-F5B2C1C36943}"/>
                </a:ext>
              </a:extLst>
            </p:cNvPr>
            <p:cNvSpPr/>
            <p:nvPr/>
          </p:nvSpPr>
          <p:spPr>
            <a:xfrm rot="5400000">
              <a:off x="991815" y="2936295"/>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46" name="Sechseck 14">
              <a:extLst>
                <a:ext uri="{FF2B5EF4-FFF2-40B4-BE49-F238E27FC236}">
                  <a16:creationId xmlns:a16="http://schemas.microsoft.com/office/drawing/2014/main" id="{7A475B3F-BF12-5C2B-0D3F-20596E1FBB1E}"/>
                </a:ext>
              </a:extLst>
            </p:cNvPr>
            <p:cNvSpPr txBox="1"/>
            <p:nvPr/>
          </p:nvSpPr>
          <p:spPr>
            <a:xfrm>
              <a:off x="1110432" y="3753036"/>
              <a:ext cx="1440000" cy="193899"/>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2"/>
                  </a:solidFill>
                </a:rPr>
                <a:t>Energie </a:t>
              </a:r>
              <a:endParaRPr lang="de-DE" sz="1400" kern="1200" dirty="0">
                <a:solidFill>
                  <a:schemeClr val="accent2"/>
                </a:solidFill>
              </a:endParaRPr>
            </a:p>
          </p:txBody>
        </p:sp>
        <p:sp>
          <p:nvSpPr>
            <p:cNvPr id="58" name="Sechseck 14">
              <a:extLst>
                <a:ext uri="{FF2B5EF4-FFF2-40B4-BE49-F238E27FC236}">
                  <a16:creationId xmlns:a16="http://schemas.microsoft.com/office/drawing/2014/main" id="{7271BAEC-605F-862A-5B9F-DFF32C05EFAC}"/>
                </a:ext>
              </a:extLst>
            </p:cNvPr>
            <p:cNvSpPr txBox="1"/>
            <p:nvPr/>
          </p:nvSpPr>
          <p:spPr>
            <a:xfrm>
              <a:off x="1110432" y="3925799"/>
              <a:ext cx="1440000" cy="332399"/>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100" kern="1200" dirty="0">
                  <a:solidFill>
                    <a:schemeClr val="accent2"/>
                  </a:solidFill>
                </a:rPr>
                <a:t>(Einkauf, Abgaben, </a:t>
              </a:r>
              <a:br>
                <a:rPr lang="de-DE" sz="1100" kern="1200" dirty="0">
                  <a:solidFill>
                    <a:schemeClr val="accent2"/>
                  </a:solidFill>
                </a:rPr>
              </a:br>
              <a:r>
                <a:rPr lang="de-DE" sz="1100" kern="1200" dirty="0">
                  <a:solidFill>
                    <a:schemeClr val="accent2"/>
                  </a:solidFill>
                </a:rPr>
                <a:t>Energieeffizienz)</a:t>
              </a:r>
            </a:p>
          </p:txBody>
        </p:sp>
        <p:sp>
          <p:nvSpPr>
            <p:cNvPr id="70" name="Sechseck 39">
              <a:extLst>
                <a:ext uri="{FF2B5EF4-FFF2-40B4-BE49-F238E27FC236}">
                  <a16:creationId xmlns:a16="http://schemas.microsoft.com/office/drawing/2014/main" id="{E1C493CA-2999-91A4-8A5D-A6F0D400EAD9}"/>
                </a:ext>
              </a:extLst>
            </p:cNvPr>
            <p:cNvSpPr/>
            <p:nvPr/>
          </p:nvSpPr>
          <p:spPr>
            <a:xfrm rot="5400000" flipH="1">
              <a:off x="1488941" y="2998499"/>
              <a:ext cx="682983" cy="625511"/>
            </a:xfrm>
            <a:prstGeom prst="hexagon">
              <a:avLst>
                <a:gd name="adj" fmla="val 25000"/>
                <a:gd name="vf" fmla="val 11547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tIns="0" rIns="0" bIns="0" anchor="ctr"/>
            <a:lstStyle/>
            <a:p>
              <a:pPr algn="ctr"/>
              <a:endParaRPr lang="de-DE" dirty="0"/>
            </a:p>
          </p:txBody>
        </p:sp>
        <p:grpSp>
          <p:nvGrpSpPr>
            <p:cNvPr id="111" name="Group 53">
              <a:extLst>
                <a:ext uri="{FF2B5EF4-FFF2-40B4-BE49-F238E27FC236}">
                  <a16:creationId xmlns:a16="http://schemas.microsoft.com/office/drawing/2014/main" id="{4F12BBE9-200D-FE2B-5C90-4CC189A81B34}"/>
                </a:ext>
              </a:extLst>
            </p:cNvPr>
            <p:cNvGrpSpPr/>
            <p:nvPr/>
          </p:nvGrpSpPr>
          <p:grpSpPr>
            <a:xfrm>
              <a:off x="1691362" y="3162344"/>
              <a:ext cx="278141" cy="297821"/>
              <a:chOff x="8443913" y="2528888"/>
              <a:chExt cx="336550" cy="360363"/>
            </a:xfrm>
            <a:solidFill>
              <a:schemeClr val="bg1"/>
            </a:solidFill>
          </p:grpSpPr>
          <p:sp>
            <p:nvSpPr>
              <p:cNvPr id="112" name="Freeform 613">
                <a:extLst>
                  <a:ext uri="{FF2B5EF4-FFF2-40B4-BE49-F238E27FC236}">
                    <a16:creationId xmlns:a16="http://schemas.microsoft.com/office/drawing/2014/main" id="{2E6516C3-0D18-EE0F-C560-91D3A391590C}"/>
                  </a:ext>
                </a:extLst>
              </p:cNvPr>
              <p:cNvSpPr>
                <a:spLocks noEditPoints="1"/>
              </p:cNvSpPr>
              <p:nvPr/>
            </p:nvSpPr>
            <p:spPr bwMode="auto">
              <a:xfrm>
                <a:off x="8443913" y="2528888"/>
                <a:ext cx="336550" cy="360363"/>
              </a:xfrm>
              <a:custGeom>
                <a:avLst/>
                <a:gdLst>
                  <a:gd name="T0" fmla="*/ 14 w 1488"/>
                  <a:gd name="T1" fmla="*/ 1582 h 1587"/>
                  <a:gd name="T2" fmla="*/ 0 w 1488"/>
                  <a:gd name="T3" fmla="*/ 1554 h 1587"/>
                  <a:gd name="T4" fmla="*/ 19 w 1488"/>
                  <a:gd name="T5" fmla="*/ 1524 h 1587"/>
                  <a:gd name="T6" fmla="*/ 60 w 1488"/>
                  <a:gd name="T7" fmla="*/ 1518 h 1587"/>
                  <a:gd name="T8" fmla="*/ 93 w 1488"/>
                  <a:gd name="T9" fmla="*/ 1502 h 1587"/>
                  <a:gd name="T10" fmla="*/ 117 w 1488"/>
                  <a:gd name="T11" fmla="*/ 1451 h 1587"/>
                  <a:gd name="T12" fmla="*/ 124 w 1488"/>
                  <a:gd name="T13" fmla="*/ 1278 h 1587"/>
                  <a:gd name="T14" fmla="*/ 144 w 1488"/>
                  <a:gd name="T15" fmla="*/ 1177 h 1587"/>
                  <a:gd name="T16" fmla="*/ 176 w 1488"/>
                  <a:gd name="T17" fmla="*/ 1139 h 1587"/>
                  <a:gd name="T18" fmla="*/ 232 w 1488"/>
                  <a:gd name="T19" fmla="*/ 1125 h 1587"/>
                  <a:gd name="T20" fmla="*/ 565 w 1488"/>
                  <a:gd name="T21" fmla="*/ 888 h 1587"/>
                  <a:gd name="T22" fmla="*/ 594 w 1488"/>
                  <a:gd name="T23" fmla="*/ 284 h 1587"/>
                  <a:gd name="T24" fmla="*/ 597 w 1488"/>
                  <a:gd name="T25" fmla="*/ 20 h 1587"/>
                  <a:gd name="T26" fmla="*/ 622 w 1488"/>
                  <a:gd name="T27" fmla="*/ 1 h 1587"/>
                  <a:gd name="T28" fmla="*/ 1471 w 1488"/>
                  <a:gd name="T29" fmla="*/ 6 h 1587"/>
                  <a:gd name="T30" fmla="*/ 1486 w 1488"/>
                  <a:gd name="T31" fmla="*/ 33 h 1587"/>
                  <a:gd name="T32" fmla="*/ 1482 w 1488"/>
                  <a:gd name="T33" fmla="*/ 588 h 1587"/>
                  <a:gd name="T34" fmla="*/ 1445 w 1488"/>
                  <a:gd name="T35" fmla="*/ 1042 h 1587"/>
                  <a:gd name="T36" fmla="*/ 1386 w 1488"/>
                  <a:gd name="T37" fmla="*/ 1313 h 1587"/>
                  <a:gd name="T38" fmla="*/ 1336 w 1488"/>
                  <a:gd name="T39" fmla="*/ 1413 h 1587"/>
                  <a:gd name="T40" fmla="*/ 1292 w 1488"/>
                  <a:gd name="T41" fmla="*/ 1447 h 1587"/>
                  <a:gd name="T42" fmla="*/ 1235 w 1488"/>
                  <a:gd name="T43" fmla="*/ 1455 h 1587"/>
                  <a:gd name="T44" fmla="*/ 1145 w 1488"/>
                  <a:gd name="T45" fmla="*/ 1425 h 1587"/>
                  <a:gd name="T46" fmla="*/ 1113 w 1488"/>
                  <a:gd name="T47" fmla="*/ 1384 h 1587"/>
                  <a:gd name="T48" fmla="*/ 1098 w 1488"/>
                  <a:gd name="T49" fmla="*/ 1273 h 1587"/>
                  <a:gd name="T50" fmla="*/ 1090 w 1488"/>
                  <a:gd name="T51" fmla="*/ 1203 h 1587"/>
                  <a:gd name="T52" fmla="*/ 1065 w 1488"/>
                  <a:gd name="T53" fmla="*/ 1191 h 1587"/>
                  <a:gd name="T54" fmla="*/ 1032 w 1488"/>
                  <a:gd name="T55" fmla="*/ 1198 h 1587"/>
                  <a:gd name="T56" fmla="*/ 1019 w 1488"/>
                  <a:gd name="T57" fmla="*/ 1235 h 1587"/>
                  <a:gd name="T58" fmla="*/ 1015 w 1488"/>
                  <a:gd name="T59" fmla="*/ 1361 h 1587"/>
                  <a:gd name="T60" fmla="*/ 999 w 1488"/>
                  <a:gd name="T61" fmla="*/ 1490 h 1587"/>
                  <a:gd name="T62" fmla="*/ 965 w 1488"/>
                  <a:gd name="T63" fmla="*/ 1548 h 1587"/>
                  <a:gd name="T64" fmla="*/ 890 w 1488"/>
                  <a:gd name="T65" fmla="*/ 1585 h 1587"/>
                  <a:gd name="T66" fmla="*/ 858 w 1488"/>
                  <a:gd name="T67" fmla="*/ 1521 h 1587"/>
                  <a:gd name="T68" fmla="*/ 907 w 1488"/>
                  <a:gd name="T69" fmla="*/ 1510 h 1587"/>
                  <a:gd name="T70" fmla="*/ 932 w 1488"/>
                  <a:gd name="T71" fmla="*/ 1480 h 1587"/>
                  <a:gd name="T72" fmla="*/ 949 w 1488"/>
                  <a:gd name="T73" fmla="*/ 1380 h 1587"/>
                  <a:gd name="T74" fmla="*/ 957 w 1488"/>
                  <a:gd name="T75" fmla="*/ 1207 h 1587"/>
                  <a:gd name="T76" fmla="*/ 986 w 1488"/>
                  <a:gd name="T77" fmla="*/ 1152 h 1587"/>
                  <a:gd name="T78" fmla="*/ 1026 w 1488"/>
                  <a:gd name="T79" fmla="*/ 1128 h 1587"/>
                  <a:gd name="T80" fmla="*/ 1080 w 1488"/>
                  <a:gd name="T81" fmla="*/ 1126 h 1587"/>
                  <a:gd name="T82" fmla="*/ 1134 w 1488"/>
                  <a:gd name="T83" fmla="*/ 1152 h 1587"/>
                  <a:gd name="T84" fmla="*/ 1157 w 1488"/>
                  <a:gd name="T85" fmla="*/ 1192 h 1587"/>
                  <a:gd name="T86" fmla="*/ 1164 w 1488"/>
                  <a:gd name="T87" fmla="*/ 1302 h 1587"/>
                  <a:gd name="T88" fmla="*/ 1182 w 1488"/>
                  <a:gd name="T89" fmla="*/ 1369 h 1587"/>
                  <a:gd name="T90" fmla="*/ 1220 w 1488"/>
                  <a:gd name="T91" fmla="*/ 1387 h 1587"/>
                  <a:gd name="T92" fmla="*/ 1263 w 1488"/>
                  <a:gd name="T93" fmla="*/ 1388 h 1587"/>
                  <a:gd name="T94" fmla="*/ 1297 w 1488"/>
                  <a:gd name="T95" fmla="*/ 1351 h 1587"/>
                  <a:gd name="T96" fmla="*/ 1351 w 1488"/>
                  <a:gd name="T97" fmla="*/ 1199 h 1587"/>
                  <a:gd name="T98" fmla="*/ 1395 w 1488"/>
                  <a:gd name="T99" fmla="*/ 898 h 1587"/>
                  <a:gd name="T100" fmla="*/ 1422 w 1488"/>
                  <a:gd name="T101" fmla="*/ 304 h 1587"/>
                  <a:gd name="T102" fmla="*/ 661 w 1488"/>
                  <a:gd name="T103" fmla="*/ 144 h 1587"/>
                  <a:gd name="T104" fmla="*/ 644 w 1488"/>
                  <a:gd name="T105" fmla="*/ 713 h 1587"/>
                  <a:gd name="T106" fmla="*/ 600 w 1488"/>
                  <a:gd name="T107" fmla="*/ 1132 h 1587"/>
                  <a:gd name="T108" fmla="*/ 582 w 1488"/>
                  <a:gd name="T109" fmla="*/ 1183 h 1587"/>
                  <a:gd name="T110" fmla="*/ 232 w 1488"/>
                  <a:gd name="T111" fmla="*/ 1191 h 1587"/>
                  <a:gd name="T112" fmla="*/ 205 w 1488"/>
                  <a:gd name="T113" fmla="*/ 1202 h 1587"/>
                  <a:gd name="T114" fmla="*/ 190 w 1488"/>
                  <a:gd name="T115" fmla="*/ 1271 h 1587"/>
                  <a:gd name="T116" fmla="*/ 186 w 1488"/>
                  <a:gd name="T117" fmla="*/ 1431 h 1587"/>
                  <a:gd name="T118" fmla="*/ 160 w 1488"/>
                  <a:gd name="T119" fmla="*/ 1521 h 1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88" h="1587">
                    <a:moveTo>
                      <a:pt x="858" y="1587"/>
                    </a:moveTo>
                    <a:lnTo>
                      <a:pt x="33" y="1587"/>
                    </a:lnTo>
                    <a:lnTo>
                      <a:pt x="33" y="1587"/>
                    </a:lnTo>
                    <a:lnTo>
                      <a:pt x="26" y="1586"/>
                    </a:lnTo>
                    <a:lnTo>
                      <a:pt x="19" y="1584"/>
                    </a:lnTo>
                    <a:lnTo>
                      <a:pt x="14" y="1582"/>
                    </a:lnTo>
                    <a:lnTo>
                      <a:pt x="9" y="1578"/>
                    </a:lnTo>
                    <a:lnTo>
                      <a:pt x="5" y="1573"/>
                    </a:lnTo>
                    <a:lnTo>
                      <a:pt x="2" y="1567"/>
                    </a:lnTo>
                    <a:lnTo>
                      <a:pt x="1" y="1561"/>
                    </a:lnTo>
                    <a:lnTo>
                      <a:pt x="0" y="1554"/>
                    </a:lnTo>
                    <a:lnTo>
                      <a:pt x="0" y="1554"/>
                    </a:lnTo>
                    <a:lnTo>
                      <a:pt x="1" y="1548"/>
                    </a:lnTo>
                    <a:lnTo>
                      <a:pt x="2" y="1542"/>
                    </a:lnTo>
                    <a:lnTo>
                      <a:pt x="5" y="1536"/>
                    </a:lnTo>
                    <a:lnTo>
                      <a:pt x="9" y="1531"/>
                    </a:lnTo>
                    <a:lnTo>
                      <a:pt x="14" y="1527"/>
                    </a:lnTo>
                    <a:lnTo>
                      <a:pt x="19" y="1524"/>
                    </a:lnTo>
                    <a:lnTo>
                      <a:pt x="26" y="1522"/>
                    </a:lnTo>
                    <a:lnTo>
                      <a:pt x="33" y="1521"/>
                    </a:lnTo>
                    <a:lnTo>
                      <a:pt x="33" y="1521"/>
                    </a:lnTo>
                    <a:lnTo>
                      <a:pt x="42" y="1521"/>
                    </a:lnTo>
                    <a:lnTo>
                      <a:pt x="51" y="1520"/>
                    </a:lnTo>
                    <a:lnTo>
                      <a:pt x="60" y="1518"/>
                    </a:lnTo>
                    <a:lnTo>
                      <a:pt x="68" y="1516"/>
                    </a:lnTo>
                    <a:lnTo>
                      <a:pt x="75" y="1514"/>
                    </a:lnTo>
                    <a:lnTo>
                      <a:pt x="81" y="1510"/>
                    </a:lnTo>
                    <a:lnTo>
                      <a:pt x="88" y="1506"/>
                    </a:lnTo>
                    <a:lnTo>
                      <a:pt x="93" y="1502"/>
                    </a:lnTo>
                    <a:lnTo>
                      <a:pt x="93" y="1502"/>
                    </a:lnTo>
                    <a:lnTo>
                      <a:pt x="98" y="1495"/>
                    </a:lnTo>
                    <a:lnTo>
                      <a:pt x="103" y="1488"/>
                    </a:lnTo>
                    <a:lnTo>
                      <a:pt x="107" y="1480"/>
                    </a:lnTo>
                    <a:lnTo>
                      <a:pt x="111" y="1470"/>
                    </a:lnTo>
                    <a:lnTo>
                      <a:pt x="114" y="1461"/>
                    </a:lnTo>
                    <a:lnTo>
                      <a:pt x="117" y="1451"/>
                    </a:lnTo>
                    <a:lnTo>
                      <a:pt x="120" y="1429"/>
                    </a:lnTo>
                    <a:lnTo>
                      <a:pt x="122" y="1405"/>
                    </a:lnTo>
                    <a:lnTo>
                      <a:pt x="123" y="1380"/>
                    </a:lnTo>
                    <a:lnTo>
                      <a:pt x="124" y="1331"/>
                    </a:lnTo>
                    <a:lnTo>
                      <a:pt x="124" y="1331"/>
                    </a:lnTo>
                    <a:lnTo>
                      <a:pt x="124" y="1278"/>
                    </a:lnTo>
                    <a:lnTo>
                      <a:pt x="125" y="1253"/>
                    </a:lnTo>
                    <a:lnTo>
                      <a:pt x="128" y="1228"/>
                    </a:lnTo>
                    <a:lnTo>
                      <a:pt x="132" y="1207"/>
                    </a:lnTo>
                    <a:lnTo>
                      <a:pt x="135" y="1195"/>
                    </a:lnTo>
                    <a:lnTo>
                      <a:pt x="138" y="1186"/>
                    </a:lnTo>
                    <a:lnTo>
                      <a:pt x="144" y="1177"/>
                    </a:lnTo>
                    <a:lnTo>
                      <a:pt x="149" y="1167"/>
                    </a:lnTo>
                    <a:lnTo>
                      <a:pt x="154" y="1159"/>
                    </a:lnTo>
                    <a:lnTo>
                      <a:pt x="161" y="1152"/>
                    </a:lnTo>
                    <a:lnTo>
                      <a:pt x="161" y="1152"/>
                    </a:lnTo>
                    <a:lnTo>
                      <a:pt x="168" y="1145"/>
                    </a:lnTo>
                    <a:lnTo>
                      <a:pt x="176" y="1139"/>
                    </a:lnTo>
                    <a:lnTo>
                      <a:pt x="183" y="1135"/>
                    </a:lnTo>
                    <a:lnTo>
                      <a:pt x="192" y="1131"/>
                    </a:lnTo>
                    <a:lnTo>
                      <a:pt x="200" y="1128"/>
                    </a:lnTo>
                    <a:lnTo>
                      <a:pt x="211" y="1126"/>
                    </a:lnTo>
                    <a:lnTo>
                      <a:pt x="220" y="1125"/>
                    </a:lnTo>
                    <a:lnTo>
                      <a:pt x="232" y="1125"/>
                    </a:lnTo>
                    <a:lnTo>
                      <a:pt x="535" y="1125"/>
                    </a:lnTo>
                    <a:lnTo>
                      <a:pt x="535" y="1125"/>
                    </a:lnTo>
                    <a:lnTo>
                      <a:pt x="540" y="1089"/>
                    </a:lnTo>
                    <a:lnTo>
                      <a:pt x="546" y="1051"/>
                    </a:lnTo>
                    <a:lnTo>
                      <a:pt x="556" y="972"/>
                    </a:lnTo>
                    <a:lnTo>
                      <a:pt x="565" y="888"/>
                    </a:lnTo>
                    <a:lnTo>
                      <a:pt x="572" y="800"/>
                    </a:lnTo>
                    <a:lnTo>
                      <a:pt x="578" y="710"/>
                    </a:lnTo>
                    <a:lnTo>
                      <a:pt x="582" y="619"/>
                    </a:lnTo>
                    <a:lnTo>
                      <a:pt x="586" y="530"/>
                    </a:lnTo>
                    <a:lnTo>
                      <a:pt x="590" y="444"/>
                    </a:lnTo>
                    <a:lnTo>
                      <a:pt x="594" y="284"/>
                    </a:lnTo>
                    <a:lnTo>
                      <a:pt x="595" y="155"/>
                    </a:lnTo>
                    <a:lnTo>
                      <a:pt x="595" y="67"/>
                    </a:lnTo>
                    <a:lnTo>
                      <a:pt x="595" y="34"/>
                    </a:lnTo>
                    <a:lnTo>
                      <a:pt x="595" y="34"/>
                    </a:lnTo>
                    <a:lnTo>
                      <a:pt x="596" y="27"/>
                    </a:lnTo>
                    <a:lnTo>
                      <a:pt x="597" y="20"/>
                    </a:lnTo>
                    <a:lnTo>
                      <a:pt x="600" y="15"/>
                    </a:lnTo>
                    <a:lnTo>
                      <a:pt x="604" y="10"/>
                    </a:lnTo>
                    <a:lnTo>
                      <a:pt x="604" y="10"/>
                    </a:lnTo>
                    <a:lnTo>
                      <a:pt x="609" y="6"/>
                    </a:lnTo>
                    <a:lnTo>
                      <a:pt x="615" y="3"/>
                    </a:lnTo>
                    <a:lnTo>
                      <a:pt x="622" y="1"/>
                    </a:lnTo>
                    <a:lnTo>
                      <a:pt x="628" y="0"/>
                    </a:lnTo>
                    <a:lnTo>
                      <a:pt x="1453" y="0"/>
                    </a:lnTo>
                    <a:lnTo>
                      <a:pt x="1453" y="0"/>
                    </a:lnTo>
                    <a:lnTo>
                      <a:pt x="1460" y="1"/>
                    </a:lnTo>
                    <a:lnTo>
                      <a:pt x="1465" y="3"/>
                    </a:lnTo>
                    <a:lnTo>
                      <a:pt x="1471" y="6"/>
                    </a:lnTo>
                    <a:lnTo>
                      <a:pt x="1476" y="9"/>
                    </a:lnTo>
                    <a:lnTo>
                      <a:pt x="1480" y="14"/>
                    </a:lnTo>
                    <a:lnTo>
                      <a:pt x="1483" y="19"/>
                    </a:lnTo>
                    <a:lnTo>
                      <a:pt x="1485" y="26"/>
                    </a:lnTo>
                    <a:lnTo>
                      <a:pt x="1486" y="33"/>
                    </a:lnTo>
                    <a:lnTo>
                      <a:pt x="1486" y="33"/>
                    </a:lnTo>
                    <a:lnTo>
                      <a:pt x="1488" y="120"/>
                    </a:lnTo>
                    <a:lnTo>
                      <a:pt x="1488" y="190"/>
                    </a:lnTo>
                    <a:lnTo>
                      <a:pt x="1488" y="275"/>
                    </a:lnTo>
                    <a:lnTo>
                      <a:pt x="1487" y="371"/>
                    </a:lnTo>
                    <a:lnTo>
                      <a:pt x="1485" y="477"/>
                    </a:lnTo>
                    <a:lnTo>
                      <a:pt x="1482" y="588"/>
                    </a:lnTo>
                    <a:lnTo>
                      <a:pt x="1475" y="704"/>
                    </a:lnTo>
                    <a:lnTo>
                      <a:pt x="1468" y="818"/>
                    </a:lnTo>
                    <a:lnTo>
                      <a:pt x="1463" y="876"/>
                    </a:lnTo>
                    <a:lnTo>
                      <a:pt x="1458" y="932"/>
                    </a:lnTo>
                    <a:lnTo>
                      <a:pt x="1452" y="988"/>
                    </a:lnTo>
                    <a:lnTo>
                      <a:pt x="1445" y="1042"/>
                    </a:lnTo>
                    <a:lnTo>
                      <a:pt x="1437" y="1094"/>
                    </a:lnTo>
                    <a:lnTo>
                      <a:pt x="1429" y="1143"/>
                    </a:lnTo>
                    <a:lnTo>
                      <a:pt x="1420" y="1190"/>
                    </a:lnTo>
                    <a:lnTo>
                      <a:pt x="1409" y="1235"/>
                    </a:lnTo>
                    <a:lnTo>
                      <a:pt x="1399" y="1276"/>
                    </a:lnTo>
                    <a:lnTo>
                      <a:pt x="1386" y="1313"/>
                    </a:lnTo>
                    <a:lnTo>
                      <a:pt x="1373" y="1347"/>
                    </a:lnTo>
                    <a:lnTo>
                      <a:pt x="1366" y="1363"/>
                    </a:lnTo>
                    <a:lnTo>
                      <a:pt x="1358" y="1376"/>
                    </a:lnTo>
                    <a:lnTo>
                      <a:pt x="1351" y="1390"/>
                    </a:lnTo>
                    <a:lnTo>
                      <a:pt x="1343" y="1402"/>
                    </a:lnTo>
                    <a:lnTo>
                      <a:pt x="1336" y="1413"/>
                    </a:lnTo>
                    <a:lnTo>
                      <a:pt x="1327" y="1422"/>
                    </a:lnTo>
                    <a:lnTo>
                      <a:pt x="1327" y="1422"/>
                    </a:lnTo>
                    <a:lnTo>
                      <a:pt x="1319" y="1429"/>
                    </a:lnTo>
                    <a:lnTo>
                      <a:pt x="1310" y="1436"/>
                    </a:lnTo>
                    <a:lnTo>
                      <a:pt x="1302" y="1443"/>
                    </a:lnTo>
                    <a:lnTo>
                      <a:pt x="1292" y="1447"/>
                    </a:lnTo>
                    <a:lnTo>
                      <a:pt x="1283" y="1451"/>
                    </a:lnTo>
                    <a:lnTo>
                      <a:pt x="1274" y="1453"/>
                    </a:lnTo>
                    <a:lnTo>
                      <a:pt x="1264" y="1455"/>
                    </a:lnTo>
                    <a:lnTo>
                      <a:pt x="1254" y="1455"/>
                    </a:lnTo>
                    <a:lnTo>
                      <a:pt x="1254" y="1455"/>
                    </a:lnTo>
                    <a:lnTo>
                      <a:pt x="1235" y="1455"/>
                    </a:lnTo>
                    <a:lnTo>
                      <a:pt x="1217" y="1453"/>
                    </a:lnTo>
                    <a:lnTo>
                      <a:pt x="1200" y="1450"/>
                    </a:lnTo>
                    <a:lnTo>
                      <a:pt x="1185" y="1446"/>
                    </a:lnTo>
                    <a:lnTo>
                      <a:pt x="1170" y="1439"/>
                    </a:lnTo>
                    <a:lnTo>
                      <a:pt x="1157" y="1433"/>
                    </a:lnTo>
                    <a:lnTo>
                      <a:pt x="1145" y="1425"/>
                    </a:lnTo>
                    <a:lnTo>
                      <a:pt x="1135" y="1416"/>
                    </a:lnTo>
                    <a:lnTo>
                      <a:pt x="1135" y="1416"/>
                    </a:lnTo>
                    <a:lnTo>
                      <a:pt x="1128" y="1408"/>
                    </a:lnTo>
                    <a:lnTo>
                      <a:pt x="1123" y="1400"/>
                    </a:lnTo>
                    <a:lnTo>
                      <a:pt x="1117" y="1392"/>
                    </a:lnTo>
                    <a:lnTo>
                      <a:pt x="1113" y="1384"/>
                    </a:lnTo>
                    <a:lnTo>
                      <a:pt x="1109" y="1375"/>
                    </a:lnTo>
                    <a:lnTo>
                      <a:pt x="1106" y="1366"/>
                    </a:lnTo>
                    <a:lnTo>
                      <a:pt x="1102" y="1347"/>
                    </a:lnTo>
                    <a:lnTo>
                      <a:pt x="1099" y="1329"/>
                    </a:lnTo>
                    <a:lnTo>
                      <a:pt x="1098" y="1310"/>
                    </a:lnTo>
                    <a:lnTo>
                      <a:pt x="1098" y="1273"/>
                    </a:lnTo>
                    <a:lnTo>
                      <a:pt x="1098" y="1273"/>
                    </a:lnTo>
                    <a:lnTo>
                      <a:pt x="1098" y="1250"/>
                    </a:lnTo>
                    <a:lnTo>
                      <a:pt x="1097" y="1228"/>
                    </a:lnTo>
                    <a:lnTo>
                      <a:pt x="1096" y="1219"/>
                    </a:lnTo>
                    <a:lnTo>
                      <a:pt x="1094" y="1211"/>
                    </a:lnTo>
                    <a:lnTo>
                      <a:pt x="1090" y="1203"/>
                    </a:lnTo>
                    <a:lnTo>
                      <a:pt x="1087" y="1198"/>
                    </a:lnTo>
                    <a:lnTo>
                      <a:pt x="1087" y="1198"/>
                    </a:lnTo>
                    <a:lnTo>
                      <a:pt x="1084" y="1196"/>
                    </a:lnTo>
                    <a:lnTo>
                      <a:pt x="1081" y="1194"/>
                    </a:lnTo>
                    <a:lnTo>
                      <a:pt x="1073" y="1192"/>
                    </a:lnTo>
                    <a:lnTo>
                      <a:pt x="1065" y="1191"/>
                    </a:lnTo>
                    <a:lnTo>
                      <a:pt x="1056" y="1191"/>
                    </a:lnTo>
                    <a:lnTo>
                      <a:pt x="1056" y="1191"/>
                    </a:lnTo>
                    <a:lnTo>
                      <a:pt x="1047" y="1191"/>
                    </a:lnTo>
                    <a:lnTo>
                      <a:pt x="1041" y="1193"/>
                    </a:lnTo>
                    <a:lnTo>
                      <a:pt x="1036" y="1195"/>
                    </a:lnTo>
                    <a:lnTo>
                      <a:pt x="1032" y="1198"/>
                    </a:lnTo>
                    <a:lnTo>
                      <a:pt x="1032" y="1198"/>
                    </a:lnTo>
                    <a:lnTo>
                      <a:pt x="1029" y="1202"/>
                    </a:lnTo>
                    <a:lnTo>
                      <a:pt x="1026" y="1207"/>
                    </a:lnTo>
                    <a:lnTo>
                      <a:pt x="1024" y="1213"/>
                    </a:lnTo>
                    <a:lnTo>
                      <a:pt x="1022" y="1219"/>
                    </a:lnTo>
                    <a:lnTo>
                      <a:pt x="1019" y="1235"/>
                    </a:lnTo>
                    <a:lnTo>
                      <a:pt x="1016" y="1252"/>
                    </a:lnTo>
                    <a:lnTo>
                      <a:pt x="1015" y="1271"/>
                    </a:lnTo>
                    <a:lnTo>
                      <a:pt x="1015" y="1290"/>
                    </a:lnTo>
                    <a:lnTo>
                      <a:pt x="1015" y="1331"/>
                    </a:lnTo>
                    <a:lnTo>
                      <a:pt x="1015" y="1331"/>
                    </a:lnTo>
                    <a:lnTo>
                      <a:pt x="1015" y="1361"/>
                    </a:lnTo>
                    <a:lnTo>
                      <a:pt x="1014" y="1391"/>
                    </a:lnTo>
                    <a:lnTo>
                      <a:pt x="1013" y="1420"/>
                    </a:lnTo>
                    <a:lnTo>
                      <a:pt x="1009" y="1450"/>
                    </a:lnTo>
                    <a:lnTo>
                      <a:pt x="1007" y="1463"/>
                    </a:lnTo>
                    <a:lnTo>
                      <a:pt x="1004" y="1478"/>
                    </a:lnTo>
                    <a:lnTo>
                      <a:pt x="999" y="1490"/>
                    </a:lnTo>
                    <a:lnTo>
                      <a:pt x="994" y="1504"/>
                    </a:lnTo>
                    <a:lnTo>
                      <a:pt x="988" y="1516"/>
                    </a:lnTo>
                    <a:lnTo>
                      <a:pt x="982" y="1527"/>
                    </a:lnTo>
                    <a:lnTo>
                      <a:pt x="974" y="1538"/>
                    </a:lnTo>
                    <a:lnTo>
                      <a:pt x="965" y="1548"/>
                    </a:lnTo>
                    <a:lnTo>
                      <a:pt x="965" y="1548"/>
                    </a:lnTo>
                    <a:lnTo>
                      <a:pt x="955" y="1557"/>
                    </a:lnTo>
                    <a:lnTo>
                      <a:pt x="943" y="1566"/>
                    </a:lnTo>
                    <a:lnTo>
                      <a:pt x="931" y="1572"/>
                    </a:lnTo>
                    <a:lnTo>
                      <a:pt x="919" y="1577"/>
                    </a:lnTo>
                    <a:lnTo>
                      <a:pt x="904" y="1582"/>
                    </a:lnTo>
                    <a:lnTo>
                      <a:pt x="890" y="1585"/>
                    </a:lnTo>
                    <a:lnTo>
                      <a:pt x="874" y="1586"/>
                    </a:lnTo>
                    <a:lnTo>
                      <a:pt x="858" y="1587"/>
                    </a:lnTo>
                    <a:lnTo>
                      <a:pt x="858" y="1587"/>
                    </a:lnTo>
                    <a:close/>
                    <a:moveTo>
                      <a:pt x="160" y="1521"/>
                    </a:moveTo>
                    <a:lnTo>
                      <a:pt x="858" y="1521"/>
                    </a:lnTo>
                    <a:lnTo>
                      <a:pt x="858" y="1521"/>
                    </a:lnTo>
                    <a:lnTo>
                      <a:pt x="868" y="1521"/>
                    </a:lnTo>
                    <a:lnTo>
                      <a:pt x="876" y="1520"/>
                    </a:lnTo>
                    <a:lnTo>
                      <a:pt x="886" y="1518"/>
                    </a:lnTo>
                    <a:lnTo>
                      <a:pt x="893" y="1516"/>
                    </a:lnTo>
                    <a:lnTo>
                      <a:pt x="900" y="1514"/>
                    </a:lnTo>
                    <a:lnTo>
                      <a:pt x="907" y="1510"/>
                    </a:lnTo>
                    <a:lnTo>
                      <a:pt x="912" y="1506"/>
                    </a:lnTo>
                    <a:lnTo>
                      <a:pt x="918" y="1502"/>
                    </a:lnTo>
                    <a:lnTo>
                      <a:pt x="918" y="1502"/>
                    </a:lnTo>
                    <a:lnTo>
                      <a:pt x="924" y="1495"/>
                    </a:lnTo>
                    <a:lnTo>
                      <a:pt x="928" y="1488"/>
                    </a:lnTo>
                    <a:lnTo>
                      <a:pt x="932" y="1480"/>
                    </a:lnTo>
                    <a:lnTo>
                      <a:pt x="936" y="1470"/>
                    </a:lnTo>
                    <a:lnTo>
                      <a:pt x="939" y="1461"/>
                    </a:lnTo>
                    <a:lnTo>
                      <a:pt x="941" y="1451"/>
                    </a:lnTo>
                    <a:lnTo>
                      <a:pt x="946" y="1429"/>
                    </a:lnTo>
                    <a:lnTo>
                      <a:pt x="948" y="1405"/>
                    </a:lnTo>
                    <a:lnTo>
                      <a:pt x="949" y="1380"/>
                    </a:lnTo>
                    <a:lnTo>
                      <a:pt x="949" y="1331"/>
                    </a:lnTo>
                    <a:lnTo>
                      <a:pt x="949" y="1331"/>
                    </a:lnTo>
                    <a:lnTo>
                      <a:pt x="949" y="1278"/>
                    </a:lnTo>
                    <a:lnTo>
                      <a:pt x="950" y="1253"/>
                    </a:lnTo>
                    <a:lnTo>
                      <a:pt x="953" y="1228"/>
                    </a:lnTo>
                    <a:lnTo>
                      <a:pt x="957" y="1207"/>
                    </a:lnTo>
                    <a:lnTo>
                      <a:pt x="960" y="1195"/>
                    </a:lnTo>
                    <a:lnTo>
                      <a:pt x="964" y="1186"/>
                    </a:lnTo>
                    <a:lnTo>
                      <a:pt x="968" y="1177"/>
                    </a:lnTo>
                    <a:lnTo>
                      <a:pt x="974" y="1167"/>
                    </a:lnTo>
                    <a:lnTo>
                      <a:pt x="980" y="1159"/>
                    </a:lnTo>
                    <a:lnTo>
                      <a:pt x="986" y="1152"/>
                    </a:lnTo>
                    <a:lnTo>
                      <a:pt x="986" y="1152"/>
                    </a:lnTo>
                    <a:lnTo>
                      <a:pt x="993" y="1145"/>
                    </a:lnTo>
                    <a:lnTo>
                      <a:pt x="1000" y="1139"/>
                    </a:lnTo>
                    <a:lnTo>
                      <a:pt x="1009" y="1135"/>
                    </a:lnTo>
                    <a:lnTo>
                      <a:pt x="1017" y="1131"/>
                    </a:lnTo>
                    <a:lnTo>
                      <a:pt x="1026" y="1128"/>
                    </a:lnTo>
                    <a:lnTo>
                      <a:pt x="1036" y="1126"/>
                    </a:lnTo>
                    <a:lnTo>
                      <a:pt x="1046" y="1125"/>
                    </a:lnTo>
                    <a:lnTo>
                      <a:pt x="1056" y="1125"/>
                    </a:lnTo>
                    <a:lnTo>
                      <a:pt x="1056" y="1125"/>
                    </a:lnTo>
                    <a:lnTo>
                      <a:pt x="1069" y="1125"/>
                    </a:lnTo>
                    <a:lnTo>
                      <a:pt x="1080" y="1126"/>
                    </a:lnTo>
                    <a:lnTo>
                      <a:pt x="1090" y="1128"/>
                    </a:lnTo>
                    <a:lnTo>
                      <a:pt x="1101" y="1131"/>
                    </a:lnTo>
                    <a:lnTo>
                      <a:pt x="1110" y="1135"/>
                    </a:lnTo>
                    <a:lnTo>
                      <a:pt x="1118" y="1140"/>
                    </a:lnTo>
                    <a:lnTo>
                      <a:pt x="1127" y="1145"/>
                    </a:lnTo>
                    <a:lnTo>
                      <a:pt x="1134" y="1152"/>
                    </a:lnTo>
                    <a:lnTo>
                      <a:pt x="1134" y="1152"/>
                    </a:lnTo>
                    <a:lnTo>
                      <a:pt x="1139" y="1158"/>
                    </a:lnTo>
                    <a:lnTo>
                      <a:pt x="1144" y="1164"/>
                    </a:lnTo>
                    <a:lnTo>
                      <a:pt x="1148" y="1171"/>
                    </a:lnTo>
                    <a:lnTo>
                      <a:pt x="1152" y="1178"/>
                    </a:lnTo>
                    <a:lnTo>
                      <a:pt x="1157" y="1192"/>
                    </a:lnTo>
                    <a:lnTo>
                      <a:pt x="1161" y="1208"/>
                    </a:lnTo>
                    <a:lnTo>
                      <a:pt x="1163" y="1224"/>
                    </a:lnTo>
                    <a:lnTo>
                      <a:pt x="1164" y="1240"/>
                    </a:lnTo>
                    <a:lnTo>
                      <a:pt x="1164" y="1274"/>
                    </a:lnTo>
                    <a:lnTo>
                      <a:pt x="1164" y="1274"/>
                    </a:lnTo>
                    <a:lnTo>
                      <a:pt x="1164" y="1302"/>
                    </a:lnTo>
                    <a:lnTo>
                      <a:pt x="1164" y="1315"/>
                    </a:lnTo>
                    <a:lnTo>
                      <a:pt x="1165" y="1328"/>
                    </a:lnTo>
                    <a:lnTo>
                      <a:pt x="1168" y="1340"/>
                    </a:lnTo>
                    <a:lnTo>
                      <a:pt x="1171" y="1351"/>
                    </a:lnTo>
                    <a:lnTo>
                      <a:pt x="1175" y="1361"/>
                    </a:lnTo>
                    <a:lnTo>
                      <a:pt x="1182" y="1369"/>
                    </a:lnTo>
                    <a:lnTo>
                      <a:pt x="1182" y="1369"/>
                    </a:lnTo>
                    <a:lnTo>
                      <a:pt x="1188" y="1373"/>
                    </a:lnTo>
                    <a:lnTo>
                      <a:pt x="1194" y="1377"/>
                    </a:lnTo>
                    <a:lnTo>
                      <a:pt x="1201" y="1381"/>
                    </a:lnTo>
                    <a:lnTo>
                      <a:pt x="1210" y="1384"/>
                    </a:lnTo>
                    <a:lnTo>
                      <a:pt x="1220" y="1387"/>
                    </a:lnTo>
                    <a:lnTo>
                      <a:pt x="1230" y="1388"/>
                    </a:lnTo>
                    <a:lnTo>
                      <a:pt x="1242" y="1389"/>
                    </a:lnTo>
                    <a:lnTo>
                      <a:pt x="1254" y="1389"/>
                    </a:lnTo>
                    <a:lnTo>
                      <a:pt x="1254" y="1389"/>
                    </a:lnTo>
                    <a:lnTo>
                      <a:pt x="1258" y="1389"/>
                    </a:lnTo>
                    <a:lnTo>
                      <a:pt x="1263" y="1388"/>
                    </a:lnTo>
                    <a:lnTo>
                      <a:pt x="1271" y="1384"/>
                    </a:lnTo>
                    <a:lnTo>
                      <a:pt x="1280" y="1375"/>
                    </a:lnTo>
                    <a:lnTo>
                      <a:pt x="1280" y="1375"/>
                    </a:lnTo>
                    <a:lnTo>
                      <a:pt x="1286" y="1369"/>
                    </a:lnTo>
                    <a:lnTo>
                      <a:pt x="1292" y="1361"/>
                    </a:lnTo>
                    <a:lnTo>
                      <a:pt x="1297" y="1351"/>
                    </a:lnTo>
                    <a:lnTo>
                      <a:pt x="1304" y="1342"/>
                    </a:lnTo>
                    <a:lnTo>
                      <a:pt x="1314" y="1320"/>
                    </a:lnTo>
                    <a:lnTo>
                      <a:pt x="1324" y="1295"/>
                    </a:lnTo>
                    <a:lnTo>
                      <a:pt x="1334" y="1266"/>
                    </a:lnTo>
                    <a:lnTo>
                      <a:pt x="1343" y="1233"/>
                    </a:lnTo>
                    <a:lnTo>
                      <a:pt x="1351" y="1199"/>
                    </a:lnTo>
                    <a:lnTo>
                      <a:pt x="1358" y="1162"/>
                    </a:lnTo>
                    <a:lnTo>
                      <a:pt x="1366" y="1123"/>
                    </a:lnTo>
                    <a:lnTo>
                      <a:pt x="1373" y="1081"/>
                    </a:lnTo>
                    <a:lnTo>
                      <a:pt x="1379" y="1038"/>
                    </a:lnTo>
                    <a:lnTo>
                      <a:pt x="1384" y="992"/>
                    </a:lnTo>
                    <a:lnTo>
                      <a:pt x="1395" y="898"/>
                    </a:lnTo>
                    <a:lnTo>
                      <a:pt x="1402" y="800"/>
                    </a:lnTo>
                    <a:lnTo>
                      <a:pt x="1409" y="698"/>
                    </a:lnTo>
                    <a:lnTo>
                      <a:pt x="1414" y="597"/>
                    </a:lnTo>
                    <a:lnTo>
                      <a:pt x="1417" y="497"/>
                    </a:lnTo>
                    <a:lnTo>
                      <a:pt x="1420" y="398"/>
                    </a:lnTo>
                    <a:lnTo>
                      <a:pt x="1422" y="304"/>
                    </a:lnTo>
                    <a:lnTo>
                      <a:pt x="1422" y="217"/>
                    </a:lnTo>
                    <a:lnTo>
                      <a:pt x="1422" y="136"/>
                    </a:lnTo>
                    <a:lnTo>
                      <a:pt x="1421" y="66"/>
                    </a:lnTo>
                    <a:lnTo>
                      <a:pt x="661" y="66"/>
                    </a:lnTo>
                    <a:lnTo>
                      <a:pt x="661" y="66"/>
                    </a:lnTo>
                    <a:lnTo>
                      <a:pt x="661" y="144"/>
                    </a:lnTo>
                    <a:lnTo>
                      <a:pt x="660" y="256"/>
                    </a:lnTo>
                    <a:lnTo>
                      <a:pt x="657" y="394"/>
                    </a:lnTo>
                    <a:lnTo>
                      <a:pt x="655" y="471"/>
                    </a:lnTo>
                    <a:lnTo>
                      <a:pt x="653" y="549"/>
                    </a:lnTo>
                    <a:lnTo>
                      <a:pt x="649" y="631"/>
                    </a:lnTo>
                    <a:lnTo>
                      <a:pt x="644" y="713"/>
                    </a:lnTo>
                    <a:lnTo>
                      <a:pt x="638" y="796"/>
                    </a:lnTo>
                    <a:lnTo>
                      <a:pt x="632" y="876"/>
                    </a:lnTo>
                    <a:lnTo>
                      <a:pt x="625" y="954"/>
                    </a:lnTo>
                    <a:lnTo>
                      <a:pt x="615" y="1030"/>
                    </a:lnTo>
                    <a:lnTo>
                      <a:pt x="606" y="1100"/>
                    </a:lnTo>
                    <a:lnTo>
                      <a:pt x="600" y="1132"/>
                    </a:lnTo>
                    <a:lnTo>
                      <a:pt x="594" y="1164"/>
                    </a:lnTo>
                    <a:lnTo>
                      <a:pt x="594" y="1164"/>
                    </a:lnTo>
                    <a:lnTo>
                      <a:pt x="593" y="1169"/>
                    </a:lnTo>
                    <a:lnTo>
                      <a:pt x="590" y="1174"/>
                    </a:lnTo>
                    <a:lnTo>
                      <a:pt x="586" y="1180"/>
                    </a:lnTo>
                    <a:lnTo>
                      <a:pt x="582" y="1183"/>
                    </a:lnTo>
                    <a:lnTo>
                      <a:pt x="578" y="1186"/>
                    </a:lnTo>
                    <a:lnTo>
                      <a:pt x="573" y="1189"/>
                    </a:lnTo>
                    <a:lnTo>
                      <a:pt x="568" y="1190"/>
                    </a:lnTo>
                    <a:lnTo>
                      <a:pt x="562" y="1191"/>
                    </a:lnTo>
                    <a:lnTo>
                      <a:pt x="232" y="1191"/>
                    </a:lnTo>
                    <a:lnTo>
                      <a:pt x="232" y="1191"/>
                    </a:lnTo>
                    <a:lnTo>
                      <a:pt x="222" y="1191"/>
                    </a:lnTo>
                    <a:lnTo>
                      <a:pt x="215" y="1193"/>
                    </a:lnTo>
                    <a:lnTo>
                      <a:pt x="211" y="1195"/>
                    </a:lnTo>
                    <a:lnTo>
                      <a:pt x="208" y="1198"/>
                    </a:lnTo>
                    <a:lnTo>
                      <a:pt x="208" y="1198"/>
                    </a:lnTo>
                    <a:lnTo>
                      <a:pt x="205" y="1202"/>
                    </a:lnTo>
                    <a:lnTo>
                      <a:pt x="201" y="1207"/>
                    </a:lnTo>
                    <a:lnTo>
                      <a:pt x="199" y="1213"/>
                    </a:lnTo>
                    <a:lnTo>
                      <a:pt x="197" y="1219"/>
                    </a:lnTo>
                    <a:lnTo>
                      <a:pt x="193" y="1235"/>
                    </a:lnTo>
                    <a:lnTo>
                      <a:pt x="191" y="1252"/>
                    </a:lnTo>
                    <a:lnTo>
                      <a:pt x="190" y="1271"/>
                    </a:lnTo>
                    <a:lnTo>
                      <a:pt x="189" y="1290"/>
                    </a:lnTo>
                    <a:lnTo>
                      <a:pt x="189" y="1331"/>
                    </a:lnTo>
                    <a:lnTo>
                      <a:pt x="189" y="1331"/>
                    </a:lnTo>
                    <a:lnTo>
                      <a:pt x="189" y="1380"/>
                    </a:lnTo>
                    <a:lnTo>
                      <a:pt x="188" y="1406"/>
                    </a:lnTo>
                    <a:lnTo>
                      <a:pt x="186" y="1431"/>
                    </a:lnTo>
                    <a:lnTo>
                      <a:pt x="183" y="1455"/>
                    </a:lnTo>
                    <a:lnTo>
                      <a:pt x="178" y="1479"/>
                    </a:lnTo>
                    <a:lnTo>
                      <a:pt x="175" y="1490"/>
                    </a:lnTo>
                    <a:lnTo>
                      <a:pt x="170" y="1501"/>
                    </a:lnTo>
                    <a:lnTo>
                      <a:pt x="165" y="1511"/>
                    </a:lnTo>
                    <a:lnTo>
                      <a:pt x="160" y="1521"/>
                    </a:lnTo>
                    <a:lnTo>
                      <a:pt x="160" y="15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Rectangle 614">
                <a:extLst>
                  <a:ext uri="{FF2B5EF4-FFF2-40B4-BE49-F238E27FC236}">
                    <a16:creationId xmlns:a16="http://schemas.microsoft.com/office/drawing/2014/main" id="{66BAD9B4-B2CB-BF62-3ACD-1871F87EB4E7}"/>
                  </a:ext>
                </a:extLst>
              </p:cNvPr>
              <p:cNvSpPr>
                <a:spLocks noChangeArrowheads="1"/>
              </p:cNvSpPr>
              <p:nvPr/>
            </p:nvSpPr>
            <p:spPr bwMode="auto">
              <a:xfrm>
                <a:off x="8570913" y="2784475"/>
                <a:ext cx="111125" cy="142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Rectangle 615">
                <a:extLst>
                  <a:ext uri="{FF2B5EF4-FFF2-40B4-BE49-F238E27FC236}">
                    <a16:creationId xmlns:a16="http://schemas.microsoft.com/office/drawing/2014/main" id="{E80F5317-39F0-074D-5095-599BECDCE746}"/>
                  </a:ext>
                </a:extLst>
              </p:cNvPr>
              <p:cNvSpPr>
                <a:spLocks noChangeArrowheads="1"/>
              </p:cNvSpPr>
              <p:nvPr/>
            </p:nvSpPr>
            <p:spPr bwMode="auto">
              <a:xfrm>
                <a:off x="8664575" y="2843213"/>
                <a:ext cx="63500"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616">
                <a:extLst>
                  <a:ext uri="{FF2B5EF4-FFF2-40B4-BE49-F238E27FC236}">
                    <a16:creationId xmlns:a16="http://schemas.microsoft.com/office/drawing/2014/main" id="{59C760A7-B8BC-1E7D-E943-B06357BA2F98}"/>
                  </a:ext>
                </a:extLst>
              </p:cNvPr>
              <p:cNvSpPr>
                <a:spLocks/>
              </p:cNvSpPr>
              <p:nvPr/>
            </p:nvSpPr>
            <p:spPr bwMode="auto">
              <a:xfrm>
                <a:off x="8623300" y="2573338"/>
                <a:ext cx="44450" cy="15875"/>
              </a:xfrm>
              <a:custGeom>
                <a:avLst/>
                <a:gdLst>
                  <a:gd name="T0" fmla="*/ 165 w 198"/>
                  <a:gd name="T1" fmla="*/ 67 h 67"/>
                  <a:gd name="T2" fmla="*/ 34 w 198"/>
                  <a:gd name="T3" fmla="*/ 67 h 67"/>
                  <a:gd name="T4" fmla="*/ 34 w 198"/>
                  <a:gd name="T5" fmla="*/ 67 h 67"/>
                  <a:gd name="T6" fmla="*/ 26 w 198"/>
                  <a:gd name="T7" fmla="*/ 66 h 67"/>
                  <a:gd name="T8" fmla="*/ 20 w 198"/>
                  <a:gd name="T9" fmla="*/ 64 h 67"/>
                  <a:gd name="T10" fmla="*/ 15 w 198"/>
                  <a:gd name="T11" fmla="*/ 60 h 67"/>
                  <a:gd name="T12" fmla="*/ 10 w 198"/>
                  <a:gd name="T13" fmla="*/ 57 h 67"/>
                  <a:gd name="T14" fmla="*/ 6 w 198"/>
                  <a:gd name="T15" fmla="*/ 52 h 67"/>
                  <a:gd name="T16" fmla="*/ 3 w 198"/>
                  <a:gd name="T17" fmla="*/ 46 h 67"/>
                  <a:gd name="T18" fmla="*/ 0 w 198"/>
                  <a:gd name="T19" fmla="*/ 40 h 67"/>
                  <a:gd name="T20" fmla="*/ 0 w 198"/>
                  <a:gd name="T21" fmla="*/ 34 h 67"/>
                  <a:gd name="T22" fmla="*/ 0 w 198"/>
                  <a:gd name="T23" fmla="*/ 34 h 67"/>
                  <a:gd name="T24" fmla="*/ 0 w 198"/>
                  <a:gd name="T25" fmla="*/ 27 h 67"/>
                  <a:gd name="T26" fmla="*/ 3 w 198"/>
                  <a:gd name="T27" fmla="*/ 21 h 67"/>
                  <a:gd name="T28" fmla="*/ 6 w 198"/>
                  <a:gd name="T29" fmla="*/ 15 h 67"/>
                  <a:gd name="T30" fmla="*/ 10 w 198"/>
                  <a:gd name="T31" fmla="*/ 10 h 67"/>
                  <a:gd name="T32" fmla="*/ 15 w 198"/>
                  <a:gd name="T33" fmla="*/ 6 h 67"/>
                  <a:gd name="T34" fmla="*/ 20 w 198"/>
                  <a:gd name="T35" fmla="*/ 4 h 67"/>
                  <a:gd name="T36" fmla="*/ 26 w 198"/>
                  <a:gd name="T37" fmla="*/ 1 h 67"/>
                  <a:gd name="T38" fmla="*/ 34 w 198"/>
                  <a:gd name="T39" fmla="*/ 0 h 67"/>
                  <a:gd name="T40" fmla="*/ 165 w 198"/>
                  <a:gd name="T41" fmla="*/ 0 h 67"/>
                  <a:gd name="T42" fmla="*/ 165 w 198"/>
                  <a:gd name="T43" fmla="*/ 0 h 67"/>
                  <a:gd name="T44" fmla="*/ 172 w 198"/>
                  <a:gd name="T45" fmla="*/ 1 h 67"/>
                  <a:gd name="T46" fmla="*/ 178 w 198"/>
                  <a:gd name="T47" fmla="*/ 4 h 67"/>
                  <a:gd name="T48" fmla="*/ 184 w 198"/>
                  <a:gd name="T49" fmla="*/ 6 h 67"/>
                  <a:gd name="T50" fmla="*/ 189 w 198"/>
                  <a:gd name="T51" fmla="*/ 10 h 67"/>
                  <a:gd name="T52" fmla="*/ 193 w 198"/>
                  <a:gd name="T53" fmla="*/ 15 h 67"/>
                  <a:gd name="T54" fmla="*/ 196 w 198"/>
                  <a:gd name="T55" fmla="*/ 21 h 67"/>
                  <a:gd name="T56" fmla="*/ 198 w 198"/>
                  <a:gd name="T57" fmla="*/ 27 h 67"/>
                  <a:gd name="T58" fmla="*/ 198 w 198"/>
                  <a:gd name="T59" fmla="*/ 34 h 67"/>
                  <a:gd name="T60" fmla="*/ 198 w 198"/>
                  <a:gd name="T61" fmla="*/ 34 h 67"/>
                  <a:gd name="T62" fmla="*/ 198 w 198"/>
                  <a:gd name="T63" fmla="*/ 40 h 67"/>
                  <a:gd name="T64" fmla="*/ 196 w 198"/>
                  <a:gd name="T65" fmla="*/ 46 h 67"/>
                  <a:gd name="T66" fmla="*/ 193 w 198"/>
                  <a:gd name="T67" fmla="*/ 52 h 67"/>
                  <a:gd name="T68" fmla="*/ 189 w 198"/>
                  <a:gd name="T69" fmla="*/ 57 h 67"/>
                  <a:gd name="T70" fmla="*/ 184 w 198"/>
                  <a:gd name="T71" fmla="*/ 60 h 67"/>
                  <a:gd name="T72" fmla="*/ 178 w 198"/>
                  <a:gd name="T73" fmla="*/ 64 h 67"/>
                  <a:gd name="T74" fmla="*/ 172 w 198"/>
                  <a:gd name="T75" fmla="*/ 66 h 67"/>
                  <a:gd name="T76" fmla="*/ 165 w 198"/>
                  <a:gd name="T77" fmla="*/ 67 h 67"/>
                  <a:gd name="T78" fmla="*/ 165 w 198"/>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8" h="67">
                    <a:moveTo>
                      <a:pt x="165" y="67"/>
                    </a:moveTo>
                    <a:lnTo>
                      <a:pt x="34" y="67"/>
                    </a:lnTo>
                    <a:lnTo>
                      <a:pt x="34" y="67"/>
                    </a:lnTo>
                    <a:lnTo>
                      <a:pt x="26" y="66"/>
                    </a:lnTo>
                    <a:lnTo>
                      <a:pt x="20" y="64"/>
                    </a:lnTo>
                    <a:lnTo>
                      <a:pt x="15" y="60"/>
                    </a:lnTo>
                    <a:lnTo>
                      <a:pt x="10" y="57"/>
                    </a:lnTo>
                    <a:lnTo>
                      <a:pt x="6" y="52"/>
                    </a:lnTo>
                    <a:lnTo>
                      <a:pt x="3" y="46"/>
                    </a:lnTo>
                    <a:lnTo>
                      <a:pt x="0" y="40"/>
                    </a:lnTo>
                    <a:lnTo>
                      <a:pt x="0" y="34"/>
                    </a:lnTo>
                    <a:lnTo>
                      <a:pt x="0" y="34"/>
                    </a:lnTo>
                    <a:lnTo>
                      <a:pt x="0" y="27"/>
                    </a:lnTo>
                    <a:lnTo>
                      <a:pt x="3" y="21"/>
                    </a:lnTo>
                    <a:lnTo>
                      <a:pt x="6" y="15"/>
                    </a:lnTo>
                    <a:lnTo>
                      <a:pt x="10" y="10"/>
                    </a:lnTo>
                    <a:lnTo>
                      <a:pt x="15" y="6"/>
                    </a:lnTo>
                    <a:lnTo>
                      <a:pt x="20" y="4"/>
                    </a:lnTo>
                    <a:lnTo>
                      <a:pt x="26" y="1"/>
                    </a:lnTo>
                    <a:lnTo>
                      <a:pt x="34" y="0"/>
                    </a:lnTo>
                    <a:lnTo>
                      <a:pt x="165" y="0"/>
                    </a:lnTo>
                    <a:lnTo>
                      <a:pt x="165" y="0"/>
                    </a:lnTo>
                    <a:lnTo>
                      <a:pt x="172" y="1"/>
                    </a:lnTo>
                    <a:lnTo>
                      <a:pt x="178" y="4"/>
                    </a:lnTo>
                    <a:lnTo>
                      <a:pt x="184" y="6"/>
                    </a:lnTo>
                    <a:lnTo>
                      <a:pt x="189" y="10"/>
                    </a:lnTo>
                    <a:lnTo>
                      <a:pt x="193" y="15"/>
                    </a:lnTo>
                    <a:lnTo>
                      <a:pt x="196" y="21"/>
                    </a:lnTo>
                    <a:lnTo>
                      <a:pt x="198" y="27"/>
                    </a:lnTo>
                    <a:lnTo>
                      <a:pt x="198" y="34"/>
                    </a:lnTo>
                    <a:lnTo>
                      <a:pt x="198" y="34"/>
                    </a:lnTo>
                    <a:lnTo>
                      <a:pt x="198" y="40"/>
                    </a:lnTo>
                    <a:lnTo>
                      <a:pt x="196" y="46"/>
                    </a:lnTo>
                    <a:lnTo>
                      <a:pt x="193" y="52"/>
                    </a:lnTo>
                    <a:lnTo>
                      <a:pt x="189" y="57"/>
                    </a:lnTo>
                    <a:lnTo>
                      <a:pt x="184" y="60"/>
                    </a:lnTo>
                    <a:lnTo>
                      <a:pt x="178" y="64"/>
                    </a:lnTo>
                    <a:lnTo>
                      <a:pt x="172" y="66"/>
                    </a:lnTo>
                    <a:lnTo>
                      <a:pt x="165" y="67"/>
                    </a:lnTo>
                    <a:lnTo>
                      <a:pt x="165"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617">
                <a:extLst>
                  <a:ext uri="{FF2B5EF4-FFF2-40B4-BE49-F238E27FC236}">
                    <a16:creationId xmlns:a16="http://schemas.microsoft.com/office/drawing/2014/main" id="{D034CE3A-5D9F-2AC8-A066-1DC06BE2A2A5}"/>
                  </a:ext>
                </a:extLst>
              </p:cNvPr>
              <p:cNvSpPr>
                <a:spLocks/>
              </p:cNvSpPr>
              <p:nvPr/>
            </p:nvSpPr>
            <p:spPr bwMode="auto">
              <a:xfrm>
                <a:off x="8637588" y="2603500"/>
                <a:ext cx="98425" cy="15875"/>
              </a:xfrm>
              <a:custGeom>
                <a:avLst/>
                <a:gdLst>
                  <a:gd name="T0" fmla="*/ 396 w 429"/>
                  <a:gd name="T1" fmla="*/ 66 h 66"/>
                  <a:gd name="T2" fmla="*/ 33 w 429"/>
                  <a:gd name="T3" fmla="*/ 66 h 66"/>
                  <a:gd name="T4" fmla="*/ 33 w 429"/>
                  <a:gd name="T5" fmla="*/ 66 h 66"/>
                  <a:gd name="T6" fmla="*/ 26 w 429"/>
                  <a:gd name="T7" fmla="*/ 65 h 66"/>
                  <a:gd name="T8" fmla="*/ 19 w 429"/>
                  <a:gd name="T9" fmla="*/ 63 h 66"/>
                  <a:gd name="T10" fmla="*/ 14 w 429"/>
                  <a:gd name="T11" fmla="*/ 60 h 66"/>
                  <a:gd name="T12" fmla="*/ 9 w 429"/>
                  <a:gd name="T13" fmla="*/ 56 h 66"/>
                  <a:gd name="T14" fmla="*/ 5 w 429"/>
                  <a:gd name="T15" fmla="*/ 52 h 66"/>
                  <a:gd name="T16" fmla="*/ 2 w 429"/>
                  <a:gd name="T17" fmla="*/ 45 h 66"/>
                  <a:gd name="T18" fmla="*/ 0 w 429"/>
                  <a:gd name="T19" fmla="*/ 39 h 66"/>
                  <a:gd name="T20" fmla="*/ 0 w 429"/>
                  <a:gd name="T21" fmla="*/ 33 h 66"/>
                  <a:gd name="T22" fmla="*/ 0 w 429"/>
                  <a:gd name="T23" fmla="*/ 33 h 66"/>
                  <a:gd name="T24" fmla="*/ 0 w 429"/>
                  <a:gd name="T25" fmla="*/ 26 h 66"/>
                  <a:gd name="T26" fmla="*/ 2 w 429"/>
                  <a:gd name="T27" fmla="*/ 20 h 66"/>
                  <a:gd name="T28" fmla="*/ 5 w 429"/>
                  <a:gd name="T29" fmla="*/ 14 h 66"/>
                  <a:gd name="T30" fmla="*/ 9 w 429"/>
                  <a:gd name="T31" fmla="*/ 9 h 66"/>
                  <a:gd name="T32" fmla="*/ 14 w 429"/>
                  <a:gd name="T33" fmla="*/ 5 h 66"/>
                  <a:gd name="T34" fmla="*/ 19 w 429"/>
                  <a:gd name="T35" fmla="*/ 2 h 66"/>
                  <a:gd name="T36" fmla="*/ 26 w 429"/>
                  <a:gd name="T37" fmla="*/ 0 h 66"/>
                  <a:gd name="T38" fmla="*/ 33 w 429"/>
                  <a:gd name="T39" fmla="*/ 0 h 66"/>
                  <a:gd name="T40" fmla="*/ 396 w 429"/>
                  <a:gd name="T41" fmla="*/ 0 h 66"/>
                  <a:gd name="T42" fmla="*/ 396 w 429"/>
                  <a:gd name="T43" fmla="*/ 0 h 66"/>
                  <a:gd name="T44" fmla="*/ 402 w 429"/>
                  <a:gd name="T45" fmla="*/ 0 h 66"/>
                  <a:gd name="T46" fmla="*/ 408 w 429"/>
                  <a:gd name="T47" fmla="*/ 2 h 66"/>
                  <a:gd name="T48" fmla="*/ 415 w 429"/>
                  <a:gd name="T49" fmla="*/ 5 h 66"/>
                  <a:gd name="T50" fmla="*/ 420 w 429"/>
                  <a:gd name="T51" fmla="*/ 9 h 66"/>
                  <a:gd name="T52" fmla="*/ 424 w 429"/>
                  <a:gd name="T53" fmla="*/ 14 h 66"/>
                  <a:gd name="T54" fmla="*/ 426 w 429"/>
                  <a:gd name="T55" fmla="*/ 20 h 66"/>
                  <a:gd name="T56" fmla="*/ 428 w 429"/>
                  <a:gd name="T57" fmla="*/ 26 h 66"/>
                  <a:gd name="T58" fmla="*/ 429 w 429"/>
                  <a:gd name="T59" fmla="*/ 33 h 66"/>
                  <a:gd name="T60" fmla="*/ 429 w 429"/>
                  <a:gd name="T61" fmla="*/ 33 h 66"/>
                  <a:gd name="T62" fmla="*/ 428 w 429"/>
                  <a:gd name="T63" fmla="*/ 39 h 66"/>
                  <a:gd name="T64" fmla="*/ 426 w 429"/>
                  <a:gd name="T65" fmla="*/ 45 h 66"/>
                  <a:gd name="T66" fmla="*/ 424 w 429"/>
                  <a:gd name="T67" fmla="*/ 52 h 66"/>
                  <a:gd name="T68" fmla="*/ 420 w 429"/>
                  <a:gd name="T69" fmla="*/ 56 h 66"/>
                  <a:gd name="T70" fmla="*/ 415 w 429"/>
                  <a:gd name="T71" fmla="*/ 60 h 66"/>
                  <a:gd name="T72" fmla="*/ 408 w 429"/>
                  <a:gd name="T73" fmla="*/ 63 h 66"/>
                  <a:gd name="T74" fmla="*/ 402 w 429"/>
                  <a:gd name="T75" fmla="*/ 65 h 66"/>
                  <a:gd name="T76" fmla="*/ 396 w 429"/>
                  <a:gd name="T77" fmla="*/ 66 h 66"/>
                  <a:gd name="T78" fmla="*/ 396 w 429"/>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9" h="66">
                    <a:moveTo>
                      <a:pt x="396" y="66"/>
                    </a:moveTo>
                    <a:lnTo>
                      <a:pt x="33" y="66"/>
                    </a:lnTo>
                    <a:lnTo>
                      <a:pt x="33" y="66"/>
                    </a:lnTo>
                    <a:lnTo>
                      <a:pt x="26" y="65"/>
                    </a:lnTo>
                    <a:lnTo>
                      <a:pt x="19" y="63"/>
                    </a:lnTo>
                    <a:lnTo>
                      <a:pt x="14" y="60"/>
                    </a:lnTo>
                    <a:lnTo>
                      <a:pt x="9" y="56"/>
                    </a:lnTo>
                    <a:lnTo>
                      <a:pt x="5" y="52"/>
                    </a:lnTo>
                    <a:lnTo>
                      <a:pt x="2" y="45"/>
                    </a:lnTo>
                    <a:lnTo>
                      <a:pt x="0" y="39"/>
                    </a:lnTo>
                    <a:lnTo>
                      <a:pt x="0" y="33"/>
                    </a:lnTo>
                    <a:lnTo>
                      <a:pt x="0" y="33"/>
                    </a:lnTo>
                    <a:lnTo>
                      <a:pt x="0" y="26"/>
                    </a:lnTo>
                    <a:lnTo>
                      <a:pt x="2" y="20"/>
                    </a:lnTo>
                    <a:lnTo>
                      <a:pt x="5" y="14"/>
                    </a:lnTo>
                    <a:lnTo>
                      <a:pt x="9" y="9"/>
                    </a:lnTo>
                    <a:lnTo>
                      <a:pt x="14" y="5"/>
                    </a:lnTo>
                    <a:lnTo>
                      <a:pt x="19" y="2"/>
                    </a:lnTo>
                    <a:lnTo>
                      <a:pt x="26" y="0"/>
                    </a:lnTo>
                    <a:lnTo>
                      <a:pt x="33" y="0"/>
                    </a:lnTo>
                    <a:lnTo>
                      <a:pt x="396" y="0"/>
                    </a:lnTo>
                    <a:lnTo>
                      <a:pt x="396" y="0"/>
                    </a:lnTo>
                    <a:lnTo>
                      <a:pt x="402" y="0"/>
                    </a:lnTo>
                    <a:lnTo>
                      <a:pt x="408" y="2"/>
                    </a:lnTo>
                    <a:lnTo>
                      <a:pt x="415" y="5"/>
                    </a:lnTo>
                    <a:lnTo>
                      <a:pt x="420" y="9"/>
                    </a:lnTo>
                    <a:lnTo>
                      <a:pt x="424" y="14"/>
                    </a:lnTo>
                    <a:lnTo>
                      <a:pt x="426" y="20"/>
                    </a:lnTo>
                    <a:lnTo>
                      <a:pt x="428" y="26"/>
                    </a:lnTo>
                    <a:lnTo>
                      <a:pt x="429" y="33"/>
                    </a:lnTo>
                    <a:lnTo>
                      <a:pt x="429" y="33"/>
                    </a:lnTo>
                    <a:lnTo>
                      <a:pt x="428" y="39"/>
                    </a:lnTo>
                    <a:lnTo>
                      <a:pt x="426" y="45"/>
                    </a:lnTo>
                    <a:lnTo>
                      <a:pt x="424" y="52"/>
                    </a:lnTo>
                    <a:lnTo>
                      <a:pt x="420" y="56"/>
                    </a:lnTo>
                    <a:lnTo>
                      <a:pt x="415" y="60"/>
                    </a:lnTo>
                    <a:lnTo>
                      <a:pt x="408" y="63"/>
                    </a:lnTo>
                    <a:lnTo>
                      <a:pt x="402" y="65"/>
                    </a:lnTo>
                    <a:lnTo>
                      <a:pt x="396" y="66"/>
                    </a:lnTo>
                    <a:lnTo>
                      <a:pt x="396"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618">
                <a:extLst>
                  <a:ext uri="{FF2B5EF4-FFF2-40B4-BE49-F238E27FC236}">
                    <a16:creationId xmlns:a16="http://schemas.microsoft.com/office/drawing/2014/main" id="{57E5B197-C654-9F82-2A53-6CF97ED1DE6C}"/>
                  </a:ext>
                </a:extLst>
              </p:cNvPr>
              <p:cNvSpPr>
                <a:spLocks/>
              </p:cNvSpPr>
              <p:nvPr/>
            </p:nvSpPr>
            <p:spPr bwMode="auto">
              <a:xfrm>
                <a:off x="8615363" y="2633663"/>
                <a:ext cx="112713" cy="15875"/>
              </a:xfrm>
              <a:custGeom>
                <a:avLst/>
                <a:gdLst>
                  <a:gd name="T0" fmla="*/ 463 w 496"/>
                  <a:gd name="T1" fmla="*/ 67 h 67"/>
                  <a:gd name="T2" fmla="*/ 33 w 496"/>
                  <a:gd name="T3" fmla="*/ 67 h 67"/>
                  <a:gd name="T4" fmla="*/ 33 w 496"/>
                  <a:gd name="T5" fmla="*/ 67 h 67"/>
                  <a:gd name="T6" fmla="*/ 26 w 496"/>
                  <a:gd name="T7" fmla="*/ 66 h 67"/>
                  <a:gd name="T8" fmla="*/ 20 w 496"/>
                  <a:gd name="T9" fmla="*/ 64 h 67"/>
                  <a:gd name="T10" fmla="*/ 15 w 496"/>
                  <a:gd name="T11" fmla="*/ 60 h 67"/>
                  <a:gd name="T12" fmla="*/ 10 w 496"/>
                  <a:gd name="T13" fmla="*/ 56 h 67"/>
                  <a:gd name="T14" fmla="*/ 5 w 496"/>
                  <a:gd name="T15" fmla="*/ 51 h 67"/>
                  <a:gd name="T16" fmla="*/ 2 w 496"/>
                  <a:gd name="T17" fmla="*/ 46 h 67"/>
                  <a:gd name="T18" fmla="*/ 0 w 496"/>
                  <a:gd name="T19" fmla="*/ 40 h 67"/>
                  <a:gd name="T20" fmla="*/ 0 w 496"/>
                  <a:gd name="T21" fmla="*/ 34 h 67"/>
                  <a:gd name="T22" fmla="*/ 0 w 496"/>
                  <a:gd name="T23" fmla="*/ 34 h 67"/>
                  <a:gd name="T24" fmla="*/ 0 w 496"/>
                  <a:gd name="T25" fmla="*/ 26 h 67"/>
                  <a:gd name="T26" fmla="*/ 2 w 496"/>
                  <a:gd name="T27" fmla="*/ 20 h 67"/>
                  <a:gd name="T28" fmla="*/ 5 w 496"/>
                  <a:gd name="T29" fmla="*/ 15 h 67"/>
                  <a:gd name="T30" fmla="*/ 10 w 496"/>
                  <a:gd name="T31" fmla="*/ 10 h 67"/>
                  <a:gd name="T32" fmla="*/ 15 w 496"/>
                  <a:gd name="T33" fmla="*/ 6 h 67"/>
                  <a:gd name="T34" fmla="*/ 20 w 496"/>
                  <a:gd name="T35" fmla="*/ 2 h 67"/>
                  <a:gd name="T36" fmla="*/ 26 w 496"/>
                  <a:gd name="T37" fmla="*/ 0 h 67"/>
                  <a:gd name="T38" fmla="*/ 33 w 496"/>
                  <a:gd name="T39" fmla="*/ 0 h 67"/>
                  <a:gd name="T40" fmla="*/ 463 w 496"/>
                  <a:gd name="T41" fmla="*/ 0 h 67"/>
                  <a:gd name="T42" fmla="*/ 463 w 496"/>
                  <a:gd name="T43" fmla="*/ 0 h 67"/>
                  <a:gd name="T44" fmla="*/ 470 w 496"/>
                  <a:gd name="T45" fmla="*/ 0 h 67"/>
                  <a:gd name="T46" fmla="*/ 476 w 496"/>
                  <a:gd name="T47" fmla="*/ 2 h 67"/>
                  <a:gd name="T48" fmla="*/ 482 w 496"/>
                  <a:gd name="T49" fmla="*/ 6 h 67"/>
                  <a:gd name="T50" fmla="*/ 487 w 496"/>
                  <a:gd name="T51" fmla="*/ 10 h 67"/>
                  <a:gd name="T52" fmla="*/ 491 w 496"/>
                  <a:gd name="T53" fmla="*/ 15 h 67"/>
                  <a:gd name="T54" fmla="*/ 494 w 496"/>
                  <a:gd name="T55" fmla="*/ 20 h 67"/>
                  <a:gd name="T56" fmla="*/ 495 w 496"/>
                  <a:gd name="T57" fmla="*/ 26 h 67"/>
                  <a:gd name="T58" fmla="*/ 496 w 496"/>
                  <a:gd name="T59" fmla="*/ 34 h 67"/>
                  <a:gd name="T60" fmla="*/ 496 w 496"/>
                  <a:gd name="T61" fmla="*/ 34 h 67"/>
                  <a:gd name="T62" fmla="*/ 495 w 496"/>
                  <a:gd name="T63" fmla="*/ 40 h 67"/>
                  <a:gd name="T64" fmla="*/ 494 w 496"/>
                  <a:gd name="T65" fmla="*/ 46 h 67"/>
                  <a:gd name="T66" fmla="*/ 491 w 496"/>
                  <a:gd name="T67" fmla="*/ 51 h 67"/>
                  <a:gd name="T68" fmla="*/ 487 w 496"/>
                  <a:gd name="T69" fmla="*/ 56 h 67"/>
                  <a:gd name="T70" fmla="*/ 482 w 496"/>
                  <a:gd name="T71" fmla="*/ 60 h 67"/>
                  <a:gd name="T72" fmla="*/ 476 w 496"/>
                  <a:gd name="T73" fmla="*/ 64 h 67"/>
                  <a:gd name="T74" fmla="*/ 470 w 496"/>
                  <a:gd name="T75" fmla="*/ 66 h 67"/>
                  <a:gd name="T76" fmla="*/ 463 w 496"/>
                  <a:gd name="T77" fmla="*/ 67 h 67"/>
                  <a:gd name="T78" fmla="*/ 463 w 496"/>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6" h="67">
                    <a:moveTo>
                      <a:pt x="463" y="67"/>
                    </a:moveTo>
                    <a:lnTo>
                      <a:pt x="33" y="67"/>
                    </a:lnTo>
                    <a:lnTo>
                      <a:pt x="33" y="67"/>
                    </a:lnTo>
                    <a:lnTo>
                      <a:pt x="26" y="66"/>
                    </a:lnTo>
                    <a:lnTo>
                      <a:pt x="20" y="64"/>
                    </a:lnTo>
                    <a:lnTo>
                      <a:pt x="15" y="60"/>
                    </a:lnTo>
                    <a:lnTo>
                      <a:pt x="10" y="56"/>
                    </a:lnTo>
                    <a:lnTo>
                      <a:pt x="5" y="51"/>
                    </a:lnTo>
                    <a:lnTo>
                      <a:pt x="2" y="46"/>
                    </a:lnTo>
                    <a:lnTo>
                      <a:pt x="0" y="40"/>
                    </a:lnTo>
                    <a:lnTo>
                      <a:pt x="0" y="34"/>
                    </a:lnTo>
                    <a:lnTo>
                      <a:pt x="0" y="34"/>
                    </a:lnTo>
                    <a:lnTo>
                      <a:pt x="0" y="26"/>
                    </a:lnTo>
                    <a:lnTo>
                      <a:pt x="2" y="20"/>
                    </a:lnTo>
                    <a:lnTo>
                      <a:pt x="5" y="15"/>
                    </a:lnTo>
                    <a:lnTo>
                      <a:pt x="10" y="10"/>
                    </a:lnTo>
                    <a:lnTo>
                      <a:pt x="15" y="6"/>
                    </a:lnTo>
                    <a:lnTo>
                      <a:pt x="20" y="2"/>
                    </a:lnTo>
                    <a:lnTo>
                      <a:pt x="26" y="0"/>
                    </a:lnTo>
                    <a:lnTo>
                      <a:pt x="33" y="0"/>
                    </a:lnTo>
                    <a:lnTo>
                      <a:pt x="463" y="0"/>
                    </a:lnTo>
                    <a:lnTo>
                      <a:pt x="463" y="0"/>
                    </a:lnTo>
                    <a:lnTo>
                      <a:pt x="470" y="0"/>
                    </a:lnTo>
                    <a:lnTo>
                      <a:pt x="476" y="2"/>
                    </a:lnTo>
                    <a:lnTo>
                      <a:pt x="482" y="6"/>
                    </a:lnTo>
                    <a:lnTo>
                      <a:pt x="487" y="10"/>
                    </a:lnTo>
                    <a:lnTo>
                      <a:pt x="491" y="15"/>
                    </a:lnTo>
                    <a:lnTo>
                      <a:pt x="494" y="20"/>
                    </a:lnTo>
                    <a:lnTo>
                      <a:pt x="495" y="26"/>
                    </a:lnTo>
                    <a:lnTo>
                      <a:pt x="496" y="34"/>
                    </a:lnTo>
                    <a:lnTo>
                      <a:pt x="496" y="34"/>
                    </a:lnTo>
                    <a:lnTo>
                      <a:pt x="495" y="40"/>
                    </a:lnTo>
                    <a:lnTo>
                      <a:pt x="494" y="46"/>
                    </a:lnTo>
                    <a:lnTo>
                      <a:pt x="491" y="51"/>
                    </a:lnTo>
                    <a:lnTo>
                      <a:pt x="487" y="56"/>
                    </a:lnTo>
                    <a:lnTo>
                      <a:pt x="482" y="60"/>
                    </a:lnTo>
                    <a:lnTo>
                      <a:pt x="476" y="64"/>
                    </a:lnTo>
                    <a:lnTo>
                      <a:pt x="470" y="66"/>
                    </a:lnTo>
                    <a:lnTo>
                      <a:pt x="463" y="67"/>
                    </a:lnTo>
                    <a:lnTo>
                      <a:pt x="463"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619">
                <a:extLst>
                  <a:ext uri="{FF2B5EF4-FFF2-40B4-BE49-F238E27FC236}">
                    <a16:creationId xmlns:a16="http://schemas.microsoft.com/office/drawing/2014/main" id="{E0D4A2EF-9C05-5154-E158-52319AEDF5FC}"/>
                  </a:ext>
                </a:extLst>
              </p:cNvPr>
              <p:cNvSpPr>
                <a:spLocks/>
              </p:cNvSpPr>
              <p:nvPr/>
            </p:nvSpPr>
            <p:spPr bwMode="auto">
              <a:xfrm>
                <a:off x="8615363" y="2663825"/>
                <a:ext cx="120650" cy="14288"/>
              </a:xfrm>
              <a:custGeom>
                <a:avLst/>
                <a:gdLst>
                  <a:gd name="T0" fmla="*/ 496 w 529"/>
                  <a:gd name="T1" fmla="*/ 66 h 66"/>
                  <a:gd name="T2" fmla="*/ 33 w 529"/>
                  <a:gd name="T3" fmla="*/ 66 h 66"/>
                  <a:gd name="T4" fmla="*/ 33 w 529"/>
                  <a:gd name="T5" fmla="*/ 66 h 66"/>
                  <a:gd name="T6" fmla="*/ 26 w 529"/>
                  <a:gd name="T7" fmla="*/ 66 h 66"/>
                  <a:gd name="T8" fmla="*/ 20 w 529"/>
                  <a:gd name="T9" fmla="*/ 64 h 66"/>
                  <a:gd name="T10" fmla="*/ 15 w 529"/>
                  <a:gd name="T11" fmla="*/ 61 h 66"/>
                  <a:gd name="T12" fmla="*/ 10 w 529"/>
                  <a:gd name="T13" fmla="*/ 57 h 66"/>
                  <a:gd name="T14" fmla="*/ 5 w 529"/>
                  <a:gd name="T15" fmla="*/ 52 h 66"/>
                  <a:gd name="T16" fmla="*/ 2 w 529"/>
                  <a:gd name="T17" fmla="*/ 46 h 66"/>
                  <a:gd name="T18" fmla="*/ 0 w 529"/>
                  <a:gd name="T19" fmla="*/ 40 h 66"/>
                  <a:gd name="T20" fmla="*/ 0 w 529"/>
                  <a:gd name="T21" fmla="*/ 33 h 66"/>
                  <a:gd name="T22" fmla="*/ 0 w 529"/>
                  <a:gd name="T23" fmla="*/ 33 h 66"/>
                  <a:gd name="T24" fmla="*/ 0 w 529"/>
                  <a:gd name="T25" fmla="*/ 27 h 66"/>
                  <a:gd name="T26" fmla="*/ 2 w 529"/>
                  <a:gd name="T27" fmla="*/ 21 h 66"/>
                  <a:gd name="T28" fmla="*/ 5 w 529"/>
                  <a:gd name="T29" fmla="*/ 15 h 66"/>
                  <a:gd name="T30" fmla="*/ 10 w 529"/>
                  <a:gd name="T31" fmla="*/ 10 h 66"/>
                  <a:gd name="T32" fmla="*/ 15 w 529"/>
                  <a:gd name="T33" fmla="*/ 6 h 66"/>
                  <a:gd name="T34" fmla="*/ 20 w 529"/>
                  <a:gd name="T35" fmla="*/ 3 h 66"/>
                  <a:gd name="T36" fmla="*/ 26 w 529"/>
                  <a:gd name="T37" fmla="*/ 1 h 66"/>
                  <a:gd name="T38" fmla="*/ 33 w 529"/>
                  <a:gd name="T39" fmla="*/ 0 h 66"/>
                  <a:gd name="T40" fmla="*/ 496 w 529"/>
                  <a:gd name="T41" fmla="*/ 0 h 66"/>
                  <a:gd name="T42" fmla="*/ 496 w 529"/>
                  <a:gd name="T43" fmla="*/ 0 h 66"/>
                  <a:gd name="T44" fmla="*/ 502 w 529"/>
                  <a:gd name="T45" fmla="*/ 1 h 66"/>
                  <a:gd name="T46" fmla="*/ 508 w 529"/>
                  <a:gd name="T47" fmla="*/ 3 h 66"/>
                  <a:gd name="T48" fmla="*/ 515 w 529"/>
                  <a:gd name="T49" fmla="*/ 6 h 66"/>
                  <a:gd name="T50" fmla="*/ 520 w 529"/>
                  <a:gd name="T51" fmla="*/ 10 h 66"/>
                  <a:gd name="T52" fmla="*/ 524 w 529"/>
                  <a:gd name="T53" fmla="*/ 15 h 66"/>
                  <a:gd name="T54" fmla="*/ 526 w 529"/>
                  <a:gd name="T55" fmla="*/ 21 h 66"/>
                  <a:gd name="T56" fmla="*/ 528 w 529"/>
                  <a:gd name="T57" fmla="*/ 27 h 66"/>
                  <a:gd name="T58" fmla="*/ 529 w 529"/>
                  <a:gd name="T59" fmla="*/ 33 h 66"/>
                  <a:gd name="T60" fmla="*/ 529 w 529"/>
                  <a:gd name="T61" fmla="*/ 33 h 66"/>
                  <a:gd name="T62" fmla="*/ 528 w 529"/>
                  <a:gd name="T63" fmla="*/ 40 h 66"/>
                  <a:gd name="T64" fmla="*/ 526 w 529"/>
                  <a:gd name="T65" fmla="*/ 46 h 66"/>
                  <a:gd name="T66" fmla="*/ 524 w 529"/>
                  <a:gd name="T67" fmla="*/ 52 h 66"/>
                  <a:gd name="T68" fmla="*/ 520 w 529"/>
                  <a:gd name="T69" fmla="*/ 57 h 66"/>
                  <a:gd name="T70" fmla="*/ 515 w 529"/>
                  <a:gd name="T71" fmla="*/ 61 h 66"/>
                  <a:gd name="T72" fmla="*/ 508 w 529"/>
                  <a:gd name="T73" fmla="*/ 64 h 66"/>
                  <a:gd name="T74" fmla="*/ 502 w 529"/>
                  <a:gd name="T75" fmla="*/ 66 h 66"/>
                  <a:gd name="T76" fmla="*/ 496 w 529"/>
                  <a:gd name="T77" fmla="*/ 66 h 66"/>
                  <a:gd name="T78" fmla="*/ 496 w 529"/>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29" h="66">
                    <a:moveTo>
                      <a:pt x="496" y="66"/>
                    </a:moveTo>
                    <a:lnTo>
                      <a:pt x="33" y="66"/>
                    </a:lnTo>
                    <a:lnTo>
                      <a:pt x="33" y="66"/>
                    </a:lnTo>
                    <a:lnTo>
                      <a:pt x="26" y="66"/>
                    </a:lnTo>
                    <a:lnTo>
                      <a:pt x="20" y="64"/>
                    </a:lnTo>
                    <a:lnTo>
                      <a:pt x="15" y="61"/>
                    </a:lnTo>
                    <a:lnTo>
                      <a:pt x="10" y="57"/>
                    </a:lnTo>
                    <a:lnTo>
                      <a:pt x="5" y="52"/>
                    </a:lnTo>
                    <a:lnTo>
                      <a:pt x="2" y="46"/>
                    </a:lnTo>
                    <a:lnTo>
                      <a:pt x="0" y="40"/>
                    </a:lnTo>
                    <a:lnTo>
                      <a:pt x="0" y="33"/>
                    </a:lnTo>
                    <a:lnTo>
                      <a:pt x="0" y="33"/>
                    </a:lnTo>
                    <a:lnTo>
                      <a:pt x="0" y="27"/>
                    </a:lnTo>
                    <a:lnTo>
                      <a:pt x="2" y="21"/>
                    </a:lnTo>
                    <a:lnTo>
                      <a:pt x="5" y="15"/>
                    </a:lnTo>
                    <a:lnTo>
                      <a:pt x="10" y="10"/>
                    </a:lnTo>
                    <a:lnTo>
                      <a:pt x="15" y="6"/>
                    </a:lnTo>
                    <a:lnTo>
                      <a:pt x="20" y="3"/>
                    </a:lnTo>
                    <a:lnTo>
                      <a:pt x="26" y="1"/>
                    </a:lnTo>
                    <a:lnTo>
                      <a:pt x="33" y="0"/>
                    </a:lnTo>
                    <a:lnTo>
                      <a:pt x="496" y="0"/>
                    </a:lnTo>
                    <a:lnTo>
                      <a:pt x="496" y="0"/>
                    </a:lnTo>
                    <a:lnTo>
                      <a:pt x="502" y="1"/>
                    </a:lnTo>
                    <a:lnTo>
                      <a:pt x="508" y="3"/>
                    </a:lnTo>
                    <a:lnTo>
                      <a:pt x="515" y="6"/>
                    </a:lnTo>
                    <a:lnTo>
                      <a:pt x="520" y="10"/>
                    </a:lnTo>
                    <a:lnTo>
                      <a:pt x="524" y="15"/>
                    </a:lnTo>
                    <a:lnTo>
                      <a:pt x="526" y="21"/>
                    </a:lnTo>
                    <a:lnTo>
                      <a:pt x="528" y="27"/>
                    </a:lnTo>
                    <a:lnTo>
                      <a:pt x="529" y="33"/>
                    </a:lnTo>
                    <a:lnTo>
                      <a:pt x="529" y="33"/>
                    </a:lnTo>
                    <a:lnTo>
                      <a:pt x="528" y="40"/>
                    </a:lnTo>
                    <a:lnTo>
                      <a:pt x="526" y="46"/>
                    </a:lnTo>
                    <a:lnTo>
                      <a:pt x="524" y="52"/>
                    </a:lnTo>
                    <a:lnTo>
                      <a:pt x="520" y="57"/>
                    </a:lnTo>
                    <a:lnTo>
                      <a:pt x="515" y="61"/>
                    </a:lnTo>
                    <a:lnTo>
                      <a:pt x="508" y="64"/>
                    </a:lnTo>
                    <a:lnTo>
                      <a:pt x="502" y="66"/>
                    </a:lnTo>
                    <a:lnTo>
                      <a:pt x="496" y="66"/>
                    </a:lnTo>
                    <a:lnTo>
                      <a:pt x="496"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620">
                <a:extLst>
                  <a:ext uri="{FF2B5EF4-FFF2-40B4-BE49-F238E27FC236}">
                    <a16:creationId xmlns:a16="http://schemas.microsoft.com/office/drawing/2014/main" id="{18B98432-F2FC-0609-3195-C4AB84ED01E4}"/>
                  </a:ext>
                </a:extLst>
              </p:cNvPr>
              <p:cNvSpPr>
                <a:spLocks/>
              </p:cNvSpPr>
              <p:nvPr/>
            </p:nvSpPr>
            <p:spPr bwMode="auto">
              <a:xfrm>
                <a:off x="8615363" y="2693988"/>
                <a:ext cx="104775" cy="14288"/>
              </a:xfrm>
              <a:custGeom>
                <a:avLst/>
                <a:gdLst>
                  <a:gd name="T0" fmla="*/ 430 w 463"/>
                  <a:gd name="T1" fmla="*/ 67 h 67"/>
                  <a:gd name="T2" fmla="*/ 33 w 463"/>
                  <a:gd name="T3" fmla="*/ 67 h 67"/>
                  <a:gd name="T4" fmla="*/ 33 w 463"/>
                  <a:gd name="T5" fmla="*/ 67 h 67"/>
                  <a:gd name="T6" fmla="*/ 26 w 463"/>
                  <a:gd name="T7" fmla="*/ 67 h 67"/>
                  <a:gd name="T8" fmla="*/ 20 w 463"/>
                  <a:gd name="T9" fmla="*/ 65 h 67"/>
                  <a:gd name="T10" fmla="*/ 15 w 463"/>
                  <a:gd name="T11" fmla="*/ 61 h 67"/>
                  <a:gd name="T12" fmla="*/ 10 w 463"/>
                  <a:gd name="T13" fmla="*/ 57 h 67"/>
                  <a:gd name="T14" fmla="*/ 5 w 463"/>
                  <a:gd name="T15" fmla="*/ 52 h 67"/>
                  <a:gd name="T16" fmla="*/ 2 w 463"/>
                  <a:gd name="T17" fmla="*/ 47 h 67"/>
                  <a:gd name="T18" fmla="*/ 0 w 463"/>
                  <a:gd name="T19" fmla="*/ 41 h 67"/>
                  <a:gd name="T20" fmla="*/ 0 w 463"/>
                  <a:gd name="T21" fmla="*/ 33 h 67"/>
                  <a:gd name="T22" fmla="*/ 0 w 463"/>
                  <a:gd name="T23" fmla="*/ 33 h 67"/>
                  <a:gd name="T24" fmla="*/ 0 w 463"/>
                  <a:gd name="T25" fmla="*/ 27 h 67"/>
                  <a:gd name="T26" fmla="*/ 2 w 463"/>
                  <a:gd name="T27" fmla="*/ 21 h 67"/>
                  <a:gd name="T28" fmla="*/ 5 w 463"/>
                  <a:gd name="T29" fmla="*/ 15 h 67"/>
                  <a:gd name="T30" fmla="*/ 10 w 463"/>
                  <a:gd name="T31" fmla="*/ 11 h 67"/>
                  <a:gd name="T32" fmla="*/ 15 w 463"/>
                  <a:gd name="T33" fmla="*/ 7 h 67"/>
                  <a:gd name="T34" fmla="*/ 20 w 463"/>
                  <a:gd name="T35" fmla="*/ 3 h 67"/>
                  <a:gd name="T36" fmla="*/ 26 w 463"/>
                  <a:gd name="T37" fmla="*/ 1 h 67"/>
                  <a:gd name="T38" fmla="*/ 33 w 463"/>
                  <a:gd name="T39" fmla="*/ 0 h 67"/>
                  <a:gd name="T40" fmla="*/ 430 w 463"/>
                  <a:gd name="T41" fmla="*/ 0 h 67"/>
                  <a:gd name="T42" fmla="*/ 430 w 463"/>
                  <a:gd name="T43" fmla="*/ 0 h 67"/>
                  <a:gd name="T44" fmla="*/ 437 w 463"/>
                  <a:gd name="T45" fmla="*/ 1 h 67"/>
                  <a:gd name="T46" fmla="*/ 443 w 463"/>
                  <a:gd name="T47" fmla="*/ 3 h 67"/>
                  <a:gd name="T48" fmla="*/ 448 w 463"/>
                  <a:gd name="T49" fmla="*/ 7 h 67"/>
                  <a:gd name="T50" fmla="*/ 454 w 463"/>
                  <a:gd name="T51" fmla="*/ 11 h 67"/>
                  <a:gd name="T52" fmla="*/ 458 w 463"/>
                  <a:gd name="T53" fmla="*/ 15 h 67"/>
                  <a:gd name="T54" fmla="*/ 461 w 463"/>
                  <a:gd name="T55" fmla="*/ 21 h 67"/>
                  <a:gd name="T56" fmla="*/ 462 w 463"/>
                  <a:gd name="T57" fmla="*/ 27 h 67"/>
                  <a:gd name="T58" fmla="*/ 463 w 463"/>
                  <a:gd name="T59" fmla="*/ 33 h 67"/>
                  <a:gd name="T60" fmla="*/ 463 w 463"/>
                  <a:gd name="T61" fmla="*/ 33 h 67"/>
                  <a:gd name="T62" fmla="*/ 462 w 463"/>
                  <a:gd name="T63" fmla="*/ 41 h 67"/>
                  <a:gd name="T64" fmla="*/ 461 w 463"/>
                  <a:gd name="T65" fmla="*/ 47 h 67"/>
                  <a:gd name="T66" fmla="*/ 458 w 463"/>
                  <a:gd name="T67" fmla="*/ 52 h 67"/>
                  <a:gd name="T68" fmla="*/ 454 w 463"/>
                  <a:gd name="T69" fmla="*/ 57 h 67"/>
                  <a:gd name="T70" fmla="*/ 448 w 463"/>
                  <a:gd name="T71" fmla="*/ 61 h 67"/>
                  <a:gd name="T72" fmla="*/ 443 w 463"/>
                  <a:gd name="T73" fmla="*/ 65 h 67"/>
                  <a:gd name="T74" fmla="*/ 437 w 463"/>
                  <a:gd name="T75" fmla="*/ 67 h 67"/>
                  <a:gd name="T76" fmla="*/ 430 w 463"/>
                  <a:gd name="T77" fmla="*/ 67 h 67"/>
                  <a:gd name="T78" fmla="*/ 430 w 463"/>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3" h="67">
                    <a:moveTo>
                      <a:pt x="430" y="67"/>
                    </a:moveTo>
                    <a:lnTo>
                      <a:pt x="33" y="67"/>
                    </a:lnTo>
                    <a:lnTo>
                      <a:pt x="33" y="67"/>
                    </a:lnTo>
                    <a:lnTo>
                      <a:pt x="26" y="67"/>
                    </a:lnTo>
                    <a:lnTo>
                      <a:pt x="20" y="65"/>
                    </a:lnTo>
                    <a:lnTo>
                      <a:pt x="15" y="61"/>
                    </a:lnTo>
                    <a:lnTo>
                      <a:pt x="10" y="57"/>
                    </a:lnTo>
                    <a:lnTo>
                      <a:pt x="5" y="52"/>
                    </a:lnTo>
                    <a:lnTo>
                      <a:pt x="2" y="47"/>
                    </a:lnTo>
                    <a:lnTo>
                      <a:pt x="0" y="41"/>
                    </a:lnTo>
                    <a:lnTo>
                      <a:pt x="0" y="33"/>
                    </a:lnTo>
                    <a:lnTo>
                      <a:pt x="0" y="33"/>
                    </a:lnTo>
                    <a:lnTo>
                      <a:pt x="0" y="27"/>
                    </a:lnTo>
                    <a:lnTo>
                      <a:pt x="2" y="21"/>
                    </a:lnTo>
                    <a:lnTo>
                      <a:pt x="5" y="15"/>
                    </a:lnTo>
                    <a:lnTo>
                      <a:pt x="10" y="11"/>
                    </a:lnTo>
                    <a:lnTo>
                      <a:pt x="15" y="7"/>
                    </a:lnTo>
                    <a:lnTo>
                      <a:pt x="20" y="3"/>
                    </a:lnTo>
                    <a:lnTo>
                      <a:pt x="26" y="1"/>
                    </a:lnTo>
                    <a:lnTo>
                      <a:pt x="33" y="0"/>
                    </a:lnTo>
                    <a:lnTo>
                      <a:pt x="430" y="0"/>
                    </a:lnTo>
                    <a:lnTo>
                      <a:pt x="430" y="0"/>
                    </a:lnTo>
                    <a:lnTo>
                      <a:pt x="437" y="1"/>
                    </a:lnTo>
                    <a:lnTo>
                      <a:pt x="443" y="3"/>
                    </a:lnTo>
                    <a:lnTo>
                      <a:pt x="448" y="7"/>
                    </a:lnTo>
                    <a:lnTo>
                      <a:pt x="454" y="11"/>
                    </a:lnTo>
                    <a:lnTo>
                      <a:pt x="458" y="15"/>
                    </a:lnTo>
                    <a:lnTo>
                      <a:pt x="461" y="21"/>
                    </a:lnTo>
                    <a:lnTo>
                      <a:pt x="462" y="27"/>
                    </a:lnTo>
                    <a:lnTo>
                      <a:pt x="463" y="33"/>
                    </a:lnTo>
                    <a:lnTo>
                      <a:pt x="463" y="33"/>
                    </a:lnTo>
                    <a:lnTo>
                      <a:pt x="462" y="41"/>
                    </a:lnTo>
                    <a:lnTo>
                      <a:pt x="461" y="47"/>
                    </a:lnTo>
                    <a:lnTo>
                      <a:pt x="458" y="52"/>
                    </a:lnTo>
                    <a:lnTo>
                      <a:pt x="454" y="57"/>
                    </a:lnTo>
                    <a:lnTo>
                      <a:pt x="448" y="61"/>
                    </a:lnTo>
                    <a:lnTo>
                      <a:pt x="443" y="65"/>
                    </a:lnTo>
                    <a:lnTo>
                      <a:pt x="437" y="67"/>
                    </a:lnTo>
                    <a:lnTo>
                      <a:pt x="430" y="67"/>
                    </a:lnTo>
                    <a:lnTo>
                      <a:pt x="43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621">
                <a:extLst>
                  <a:ext uri="{FF2B5EF4-FFF2-40B4-BE49-F238E27FC236}">
                    <a16:creationId xmlns:a16="http://schemas.microsoft.com/office/drawing/2014/main" id="{1DB27434-1987-5CE7-4A10-F1DE5A5EC73C}"/>
                  </a:ext>
                </a:extLst>
              </p:cNvPr>
              <p:cNvSpPr>
                <a:spLocks/>
              </p:cNvSpPr>
              <p:nvPr/>
            </p:nvSpPr>
            <p:spPr bwMode="auto">
              <a:xfrm>
                <a:off x="8607425" y="2724150"/>
                <a:ext cx="120650" cy="14288"/>
              </a:xfrm>
              <a:custGeom>
                <a:avLst/>
                <a:gdLst>
                  <a:gd name="T0" fmla="*/ 496 w 529"/>
                  <a:gd name="T1" fmla="*/ 66 h 66"/>
                  <a:gd name="T2" fmla="*/ 33 w 529"/>
                  <a:gd name="T3" fmla="*/ 66 h 66"/>
                  <a:gd name="T4" fmla="*/ 33 w 529"/>
                  <a:gd name="T5" fmla="*/ 66 h 66"/>
                  <a:gd name="T6" fmla="*/ 26 w 529"/>
                  <a:gd name="T7" fmla="*/ 65 h 66"/>
                  <a:gd name="T8" fmla="*/ 20 w 529"/>
                  <a:gd name="T9" fmla="*/ 63 h 66"/>
                  <a:gd name="T10" fmla="*/ 15 w 529"/>
                  <a:gd name="T11" fmla="*/ 61 h 66"/>
                  <a:gd name="T12" fmla="*/ 10 w 529"/>
                  <a:gd name="T13" fmla="*/ 57 h 66"/>
                  <a:gd name="T14" fmla="*/ 5 w 529"/>
                  <a:gd name="T15" fmla="*/ 52 h 66"/>
                  <a:gd name="T16" fmla="*/ 2 w 529"/>
                  <a:gd name="T17" fmla="*/ 45 h 66"/>
                  <a:gd name="T18" fmla="*/ 0 w 529"/>
                  <a:gd name="T19" fmla="*/ 39 h 66"/>
                  <a:gd name="T20" fmla="*/ 0 w 529"/>
                  <a:gd name="T21" fmla="*/ 33 h 66"/>
                  <a:gd name="T22" fmla="*/ 0 w 529"/>
                  <a:gd name="T23" fmla="*/ 33 h 66"/>
                  <a:gd name="T24" fmla="*/ 0 w 529"/>
                  <a:gd name="T25" fmla="*/ 27 h 66"/>
                  <a:gd name="T26" fmla="*/ 2 w 529"/>
                  <a:gd name="T27" fmla="*/ 21 h 66"/>
                  <a:gd name="T28" fmla="*/ 5 w 529"/>
                  <a:gd name="T29" fmla="*/ 14 h 66"/>
                  <a:gd name="T30" fmla="*/ 10 w 529"/>
                  <a:gd name="T31" fmla="*/ 9 h 66"/>
                  <a:gd name="T32" fmla="*/ 15 w 529"/>
                  <a:gd name="T33" fmla="*/ 6 h 66"/>
                  <a:gd name="T34" fmla="*/ 20 w 529"/>
                  <a:gd name="T35" fmla="*/ 3 h 66"/>
                  <a:gd name="T36" fmla="*/ 26 w 529"/>
                  <a:gd name="T37" fmla="*/ 1 h 66"/>
                  <a:gd name="T38" fmla="*/ 33 w 529"/>
                  <a:gd name="T39" fmla="*/ 0 h 66"/>
                  <a:gd name="T40" fmla="*/ 496 w 529"/>
                  <a:gd name="T41" fmla="*/ 0 h 66"/>
                  <a:gd name="T42" fmla="*/ 496 w 529"/>
                  <a:gd name="T43" fmla="*/ 0 h 66"/>
                  <a:gd name="T44" fmla="*/ 503 w 529"/>
                  <a:gd name="T45" fmla="*/ 1 h 66"/>
                  <a:gd name="T46" fmla="*/ 509 w 529"/>
                  <a:gd name="T47" fmla="*/ 3 h 66"/>
                  <a:gd name="T48" fmla="*/ 515 w 529"/>
                  <a:gd name="T49" fmla="*/ 6 h 66"/>
                  <a:gd name="T50" fmla="*/ 520 w 529"/>
                  <a:gd name="T51" fmla="*/ 9 h 66"/>
                  <a:gd name="T52" fmla="*/ 524 w 529"/>
                  <a:gd name="T53" fmla="*/ 14 h 66"/>
                  <a:gd name="T54" fmla="*/ 527 w 529"/>
                  <a:gd name="T55" fmla="*/ 21 h 66"/>
                  <a:gd name="T56" fmla="*/ 528 w 529"/>
                  <a:gd name="T57" fmla="*/ 27 h 66"/>
                  <a:gd name="T58" fmla="*/ 529 w 529"/>
                  <a:gd name="T59" fmla="*/ 33 h 66"/>
                  <a:gd name="T60" fmla="*/ 529 w 529"/>
                  <a:gd name="T61" fmla="*/ 33 h 66"/>
                  <a:gd name="T62" fmla="*/ 528 w 529"/>
                  <a:gd name="T63" fmla="*/ 39 h 66"/>
                  <a:gd name="T64" fmla="*/ 527 w 529"/>
                  <a:gd name="T65" fmla="*/ 45 h 66"/>
                  <a:gd name="T66" fmla="*/ 524 w 529"/>
                  <a:gd name="T67" fmla="*/ 52 h 66"/>
                  <a:gd name="T68" fmla="*/ 520 w 529"/>
                  <a:gd name="T69" fmla="*/ 57 h 66"/>
                  <a:gd name="T70" fmla="*/ 515 w 529"/>
                  <a:gd name="T71" fmla="*/ 61 h 66"/>
                  <a:gd name="T72" fmla="*/ 509 w 529"/>
                  <a:gd name="T73" fmla="*/ 63 h 66"/>
                  <a:gd name="T74" fmla="*/ 503 w 529"/>
                  <a:gd name="T75" fmla="*/ 65 h 66"/>
                  <a:gd name="T76" fmla="*/ 496 w 529"/>
                  <a:gd name="T77" fmla="*/ 66 h 66"/>
                  <a:gd name="T78" fmla="*/ 496 w 529"/>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29" h="66">
                    <a:moveTo>
                      <a:pt x="496" y="66"/>
                    </a:moveTo>
                    <a:lnTo>
                      <a:pt x="33" y="66"/>
                    </a:lnTo>
                    <a:lnTo>
                      <a:pt x="33" y="66"/>
                    </a:lnTo>
                    <a:lnTo>
                      <a:pt x="26" y="65"/>
                    </a:lnTo>
                    <a:lnTo>
                      <a:pt x="20" y="63"/>
                    </a:lnTo>
                    <a:lnTo>
                      <a:pt x="15" y="61"/>
                    </a:lnTo>
                    <a:lnTo>
                      <a:pt x="10" y="57"/>
                    </a:lnTo>
                    <a:lnTo>
                      <a:pt x="5" y="52"/>
                    </a:lnTo>
                    <a:lnTo>
                      <a:pt x="2" y="45"/>
                    </a:lnTo>
                    <a:lnTo>
                      <a:pt x="0" y="39"/>
                    </a:lnTo>
                    <a:lnTo>
                      <a:pt x="0" y="33"/>
                    </a:lnTo>
                    <a:lnTo>
                      <a:pt x="0" y="33"/>
                    </a:lnTo>
                    <a:lnTo>
                      <a:pt x="0" y="27"/>
                    </a:lnTo>
                    <a:lnTo>
                      <a:pt x="2" y="21"/>
                    </a:lnTo>
                    <a:lnTo>
                      <a:pt x="5" y="14"/>
                    </a:lnTo>
                    <a:lnTo>
                      <a:pt x="10" y="9"/>
                    </a:lnTo>
                    <a:lnTo>
                      <a:pt x="15" y="6"/>
                    </a:lnTo>
                    <a:lnTo>
                      <a:pt x="20" y="3"/>
                    </a:lnTo>
                    <a:lnTo>
                      <a:pt x="26" y="1"/>
                    </a:lnTo>
                    <a:lnTo>
                      <a:pt x="33" y="0"/>
                    </a:lnTo>
                    <a:lnTo>
                      <a:pt x="496" y="0"/>
                    </a:lnTo>
                    <a:lnTo>
                      <a:pt x="496" y="0"/>
                    </a:lnTo>
                    <a:lnTo>
                      <a:pt x="503" y="1"/>
                    </a:lnTo>
                    <a:lnTo>
                      <a:pt x="509" y="3"/>
                    </a:lnTo>
                    <a:lnTo>
                      <a:pt x="515" y="6"/>
                    </a:lnTo>
                    <a:lnTo>
                      <a:pt x="520" y="9"/>
                    </a:lnTo>
                    <a:lnTo>
                      <a:pt x="524" y="14"/>
                    </a:lnTo>
                    <a:lnTo>
                      <a:pt x="527" y="21"/>
                    </a:lnTo>
                    <a:lnTo>
                      <a:pt x="528" y="27"/>
                    </a:lnTo>
                    <a:lnTo>
                      <a:pt x="529" y="33"/>
                    </a:lnTo>
                    <a:lnTo>
                      <a:pt x="529" y="33"/>
                    </a:lnTo>
                    <a:lnTo>
                      <a:pt x="528" y="39"/>
                    </a:lnTo>
                    <a:lnTo>
                      <a:pt x="527" y="45"/>
                    </a:lnTo>
                    <a:lnTo>
                      <a:pt x="524" y="52"/>
                    </a:lnTo>
                    <a:lnTo>
                      <a:pt x="520" y="57"/>
                    </a:lnTo>
                    <a:lnTo>
                      <a:pt x="515" y="61"/>
                    </a:lnTo>
                    <a:lnTo>
                      <a:pt x="509" y="63"/>
                    </a:lnTo>
                    <a:lnTo>
                      <a:pt x="503" y="65"/>
                    </a:lnTo>
                    <a:lnTo>
                      <a:pt x="496" y="66"/>
                    </a:lnTo>
                    <a:lnTo>
                      <a:pt x="496"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622">
                <a:extLst>
                  <a:ext uri="{FF2B5EF4-FFF2-40B4-BE49-F238E27FC236}">
                    <a16:creationId xmlns:a16="http://schemas.microsoft.com/office/drawing/2014/main" id="{EDD3A124-75B4-7B37-470C-D5B023FF0C39}"/>
                  </a:ext>
                </a:extLst>
              </p:cNvPr>
              <p:cNvSpPr>
                <a:spLocks/>
              </p:cNvSpPr>
              <p:nvPr/>
            </p:nvSpPr>
            <p:spPr bwMode="auto">
              <a:xfrm>
                <a:off x="8601075" y="2754313"/>
                <a:ext cx="134938" cy="14288"/>
              </a:xfrm>
              <a:custGeom>
                <a:avLst/>
                <a:gdLst>
                  <a:gd name="T0" fmla="*/ 562 w 595"/>
                  <a:gd name="T1" fmla="*/ 67 h 67"/>
                  <a:gd name="T2" fmla="*/ 33 w 595"/>
                  <a:gd name="T3" fmla="*/ 67 h 67"/>
                  <a:gd name="T4" fmla="*/ 33 w 595"/>
                  <a:gd name="T5" fmla="*/ 67 h 67"/>
                  <a:gd name="T6" fmla="*/ 26 w 595"/>
                  <a:gd name="T7" fmla="*/ 66 h 67"/>
                  <a:gd name="T8" fmla="*/ 20 w 595"/>
                  <a:gd name="T9" fmla="*/ 63 h 67"/>
                  <a:gd name="T10" fmla="*/ 15 w 595"/>
                  <a:gd name="T11" fmla="*/ 60 h 67"/>
                  <a:gd name="T12" fmla="*/ 9 w 595"/>
                  <a:gd name="T13" fmla="*/ 56 h 67"/>
                  <a:gd name="T14" fmla="*/ 5 w 595"/>
                  <a:gd name="T15" fmla="*/ 52 h 67"/>
                  <a:gd name="T16" fmla="*/ 2 w 595"/>
                  <a:gd name="T17" fmla="*/ 46 h 67"/>
                  <a:gd name="T18" fmla="*/ 1 w 595"/>
                  <a:gd name="T19" fmla="*/ 40 h 67"/>
                  <a:gd name="T20" fmla="*/ 0 w 595"/>
                  <a:gd name="T21" fmla="*/ 33 h 67"/>
                  <a:gd name="T22" fmla="*/ 0 w 595"/>
                  <a:gd name="T23" fmla="*/ 33 h 67"/>
                  <a:gd name="T24" fmla="*/ 1 w 595"/>
                  <a:gd name="T25" fmla="*/ 26 h 67"/>
                  <a:gd name="T26" fmla="*/ 2 w 595"/>
                  <a:gd name="T27" fmla="*/ 20 h 67"/>
                  <a:gd name="T28" fmla="*/ 5 w 595"/>
                  <a:gd name="T29" fmla="*/ 15 h 67"/>
                  <a:gd name="T30" fmla="*/ 9 w 595"/>
                  <a:gd name="T31" fmla="*/ 10 h 67"/>
                  <a:gd name="T32" fmla="*/ 15 w 595"/>
                  <a:gd name="T33" fmla="*/ 5 h 67"/>
                  <a:gd name="T34" fmla="*/ 20 w 595"/>
                  <a:gd name="T35" fmla="*/ 2 h 67"/>
                  <a:gd name="T36" fmla="*/ 26 w 595"/>
                  <a:gd name="T37" fmla="*/ 1 h 67"/>
                  <a:gd name="T38" fmla="*/ 33 w 595"/>
                  <a:gd name="T39" fmla="*/ 0 h 67"/>
                  <a:gd name="T40" fmla="*/ 562 w 595"/>
                  <a:gd name="T41" fmla="*/ 0 h 67"/>
                  <a:gd name="T42" fmla="*/ 562 w 595"/>
                  <a:gd name="T43" fmla="*/ 0 h 67"/>
                  <a:gd name="T44" fmla="*/ 568 w 595"/>
                  <a:gd name="T45" fmla="*/ 1 h 67"/>
                  <a:gd name="T46" fmla="*/ 574 w 595"/>
                  <a:gd name="T47" fmla="*/ 2 h 67"/>
                  <a:gd name="T48" fmla="*/ 581 w 595"/>
                  <a:gd name="T49" fmla="*/ 5 h 67"/>
                  <a:gd name="T50" fmla="*/ 586 w 595"/>
                  <a:gd name="T51" fmla="*/ 10 h 67"/>
                  <a:gd name="T52" fmla="*/ 590 w 595"/>
                  <a:gd name="T53" fmla="*/ 15 h 67"/>
                  <a:gd name="T54" fmla="*/ 592 w 595"/>
                  <a:gd name="T55" fmla="*/ 20 h 67"/>
                  <a:gd name="T56" fmla="*/ 594 w 595"/>
                  <a:gd name="T57" fmla="*/ 26 h 67"/>
                  <a:gd name="T58" fmla="*/ 595 w 595"/>
                  <a:gd name="T59" fmla="*/ 33 h 67"/>
                  <a:gd name="T60" fmla="*/ 595 w 595"/>
                  <a:gd name="T61" fmla="*/ 33 h 67"/>
                  <a:gd name="T62" fmla="*/ 594 w 595"/>
                  <a:gd name="T63" fmla="*/ 40 h 67"/>
                  <a:gd name="T64" fmla="*/ 592 w 595"/>
                  <a:gd name="T65" fmla="*/ 46 h 67"/>
                  <a:gd name="T66" fmla="*/ 590 w 595"/>
                  <a:gd name="T67" fmla="*/ 52 h 67"/>
                  <a:gd name="T68" fmla="*/ 586 w 595"/>
                  <a:gd name="T69" fmla="*/ 56 h 67"/>
                  <a:gd name="T70" fmla="*/ 581 w 595"/>
                  <a:gd name="T71" fmla="*/ 60 h 67"/>
                  <a:gd name="T72" fmla="*/ 574 w 595"/>
                  <a:gd name="T73" fmla="*/ 63 h 67"/>
                  <a:gd name="T74" fmla="*/ 568 w 595"/>
                  <a:gd name="T75" fmla="*/ 66 h 67"/>
                  <a:gd name="T76" fmla="*/ 562 w 595"/>
                  <a:gd name="T77" fmla="*/ 67 h 67"/>
                  <a:gd name="T78" fmla="*/ 562 w 595"/>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5" h="67">
                    <a:moveTo>
                      <a:pt x="562" y="67"/>
                    </a:moveTo>
                    <a:lnTo>
                      <a:pt x="33" y="67"/>
                    </a:lnTo>
                    <a:lnTo>
                      <a:pt x="33" y="67"/>
                    </a:lnTo>
                    <a:lnTo>
                      <a:pt x="26" y="66"/>
                    </a:lnTo>
                    <a:lnTo>
                      <a:pt x="20" y="63"/>
                    </a:lnTo>
                    <a:lnTo>
                      <a:pt x="15" y="60"/>
                    </a:lnTo>
                    <a:lnTo>
                      <a:pt x="9" y="56"/>
                    </a:lnTo>
                    <a:lnTo>
                      <a:pt x="5" y="52"/>
                    </a:lnTo>
                    <a:lnTo>
                      <a:pt x="2" y="46"/>
                    </a:lnTo>
                    <a:lnTo>
                      <a:pt x="1" y="40"/>
                    </a:lnTo>
                    <a:lnTo>
                      <a:pt x="0" y="33"/>
                    </a:lnTo>
                    <a:lnTo>
                      <a:pt x="0" y="33"/>
                    </a:lnTo>
                    <a:lnTo>
                      <a:pt x="1" y="26"/>
                    </a:lnTo>
                    <a:lnTo>
                      <a:pt x="2" y="20"/>
                    </a:lnTo>
                    <a:lnTo>
                      <a:pt x="5" y="15"/>
                    </a:lnTo>
                    <a:lnTo>
                      <a:pt x="9" y="10"/>
                    </a:lnTo>
                    <a:lnTo>
                      <a:pt x="15" y="5"/>
                    </a:lnTo>
                    <a:lnTo>
                      <a:pt x="20" y="2"/>
                    </a:lnTo>
                    <a:lnTo>
                      <a:pt x="26" y="1"/>
                    </a:lnTo>
                    <a:lnTo>
                      <a:pt x="33" y="0"/>
                    </a:lnTo>
                    <a:lnTo>
                      <a:pt x="562" y="0"/>
                    </a:lnTo>
                    <a:lnTo>
                      <a:pt x="562" y="0"/>
                    </a:lnTo>
                    <a:lnTo>
                      <a:pt x="568" y="1"/>
                    </a:lnTo>
                    <a:lnTo>
                      <a:pt x="574" y="2"/>
                    </a:lnTo>
                    <a:lnTo>
                      <a:pt x="581" y="5"/>
                    </a:lnTo>
                    <a:lnTo>
                      <a:pt x="586" y="10"/>
                    </a:lnTo>
                    <a:lnTo>
                      <a:pt x="590" y="15"/>
                    </a:lnTo>
                    <a:lnTo>
                      <a:pt x="592" y="20"/>
                    </a:lnTo>
                    <a:lnTo>
                      <a:pt x="594" y="26"/>
                    </a:lnTo>
                    <a:lnTo>
                      <a:pt x="595" y="33"/>
                    </a:lnTo>
                    <a:lnTo>
                      <a:pt x="595" y="33"/>
                    </a:lnTo>
                    <a:lnTo>
                      <a:pt x="594" y="40"/>
                    </a:lnTo>
                    <a:lnTo>
                      <a:pt x="592" y="46"/>
                    </a:lnTo>
                    <a:lnTo>
                      <a:pt x="590" y="52"/>
                    </a:lnTo>
                    <a:lnTo>
                      <a:pt x="586" y="56"/>
                    </a:lnTo>
                    <a:lnTo>
                      <a:pt x="581" y="60"/>
                    </a:lnTo>
                    <a:lnTo>
                      <a:pt x="574" y="63"/>
                    </a:lnTo>
                    <a:lnTo>
                      <a:pt x="568" y="66"/>
                    </a:lnTo>
                    <a:lnTo>
                      <a:pt x="562" y="67"/>
                    </a:lnTo>
                    <a:lnTo>
                      <a:pt x="562"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44" name="Group 143">
            <a:extLst>
              <a:ext uri="{FF2B5EF4-FFF2-40B4-BE49-F238E27FC236}">
                <a16:creationId xmlns:a16="http://schemas.microsoft.com/office/drawing/2014/main" id="{475EFA57-628E-F543-F7E8-917DDD3DB465}"/>
              </a:ext>
            </a:extLst>
          </p:cNvPr>
          <p:cNvGrpSpPr/>
          <p:nvPr/>
        </p:nvGrpSpPr>
        <p:grpSpPr>
          <a:xfrm>
            <a:off x="9597495" y="2861751"/>
            <a:ext cx="1528146" cy="1677234"/>
            <a:chOff x="9597495" y="2861751"/>
            <a:chExt cx="1528146" cy="1677234"/>
          </a:xfrm>
        </p:grpSpPr>
        <p:sp>
          <p:nvSpPr>
            <p:cNvPr id="9" name="Sechseck 78">
              <a:extLst>
                <a:ext uri="{FF2B5EF4-FFF2-40B4-BE49-F238E27FC236}">
                  <a16:creationId xmlns:a16="http://schemas.microsoft.com/office/drawing/2014/main" id="{3AF6AA2C-EF8B-2112-C76B-B48F82321B58}"/>
                </a:ext>
              </a:extLst>
            </p:cNvPr>
            <p:cNvSpPr/>
            <p:nvPr/>
          </p:nvSpPr>
          <p:spPr>
            <a:xfrm rot="5400000">
              <a:off x="9522951" y="2936295"/>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dirty="0"/>
            </a:p>
          </p:txBody>
        </p:sp>
        <p:sp>
          <p:nvSpPr>
            <p:cNvPr id="50" name="Sechseck 6">
              <a:extLst>
                <a:ext uri="{FF2B5EF4-FFF2-40B4-BE49-F238E27FC236}">
                  <a16:creationId xmlns:a16="http://schemas.microsoft.com/office/drawing/2014/main" id="{895F665D-3AAE-827E-6756-98B6F437088F}"/>
                </a:ext>
              </a:extLst>
            </p:cNvPr>
            <p:cNvSpPr txBox="1"/>
            <p:nvPr/>
          </p:nvSpPr>
          <p:spPr>
            <a:xfrm>
              <a:off x="9641568" y="3753036"/>
              <a:ext cx="1440000" cy="193899"/>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77850">
                <a:lnSpc>
                  <a:spcPct val="90000"/>
                </a:lnSpc>
                <a:spcBef>
                  <a:spcPct val="0"/>
                </a:spcBef>
                <a:spcAft>
                  <a:spcPct val="35000"/>
                </a:spcAft>
                <a:buNone/>
              </a:pPr>
              <a:r>
                <a:rPr lang="de-DE" sz="1400" b="1" kern="1200" dirty="0">
                  <a:solidFill>
                    <a:schemeClr val="accent2"/>
                  </a:solidFill>
                </a:rPr>
                <a:t>IT &amp; Telecom</a:t>
              </a:r>
              <a:endParaRPr lang="de-DE" sz="1400" kern="1200" dirty="0">
                <a:solidFill>
                  <a:schemeClr val="accent2"/>
                </a:solidFill>
              </a:endParaRPr>
            </a:p>
          </p:txBody>
        </p:sp>
        <p:sp>
          <p:nvSpPr>
            <p:cNvPr id="59" name="Sechseck 14">
              <a:extLst>
                <a:ext uri="{FF2B5EF4-FFF2-40B4-BE49-F238E27FC236}">
                  <a16:creationId xmlns:a16="http://schemas.microsoft.com/office/drawing/2014/main" id="{D4515D92-EDB4-95A8-6693-EDBFB61A4077}"/>
                </a:ext>
              </a:extLst>
            </p:cNvPr>
            <p:cNvSpPr txBox="1"/>
            <p:nvPr/>
          </p:nvSpPr>
          <p:spPr>
            <a:xfrm>
              <a:off x="9641568" y="3925799"/>
              <a:ext cx="1440000" cy="332399"/>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100" kern="1200" dirty="0">
                  <a:solidFill>
                    <a:schemeClr val="accent2"/>
                  </a:solidFill>
                </a:rPr>
                <a:t>(Software &amp; </a:t>
              </a:r>
              <a:br>
                <a:rPr lang="de-DE" sz="1100" kern="1200" dirty="0">
                  <a:solidFill>
                    <a:schemeClr val="accent2"/>
                  </a:solidFill>
                </a:rPr>
              </a:br>
              <a:r>
                <a:rPr lang="de-DE" sz="1100" kern="1200" dirty="0">
                  <a:solidFill>
                    <a:schemeClr val="accent2"/>
                  </a:solidFill>
                </a:rPr>
                <a:t>Infrastruktur)</a:t>
              </a:r>
            </a:p>
          </p:txBody>
        </p:sp>
        <p:sp>
          <p:nvSpPr>
            <p:cNvPr id="74" name="Sechseck 39">
              <a:extLst>
                <a:ext uri="{FF2B5EF4-FFF2-40B4-BE49-F238E27FC236}">
                  <a16:creationId xmlns:a16="http://schemas.microsoft.com/office/drawing/2014/main" id="{19B504AE-C223-97C1-695A-38F0863B0DA9}"/>
                </a:ext>
              </a:extLst>
            </p:cNvPr>
            <p:cNvSpPr/>
            <p:nvPr/>
          </p:nvSpPr>
          <p:spPr>
            <a:xfrm rot="5400000" flipH="1">
              <a:off x="10020077" y="2998499"/>
              <a:ext cx="682983" cy="625511"/>
            </a:xfrm>
            <a:prstGeom prst="hexagon">
              <a:avLst>
                <a:gd name="adj" fmla="val 25000"/>
                <a:gd name="vf" fmla="val 11547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tIns="0" rIns="0" bIns="0" anchor="ctr"/>
            <a:lstStyle/>
            <a:p>
              <a:pPr algn="ctr"/>
              <a:endParaRPr lang="de-DE" dirty="0"/>
            </a:p>
          </p:txBody>
        </p:sp>
        <p:grpSp>
          <p:nvGrpSpPr>
            <p:cNvPr id="122" name="Group 115">
              <a:extLst>
                <a:ext uri="{FF2B5EF4-FFF2-40B4-BE49-F238E27FC236}">
                  <a16:creationId xmlns:a16="http://schemas.microsoft.com/office/drawing/2014/main" id="{B546226D-F7FD-ED39-904A-DE67EF686E64}"/>
                </a:ext>
              </a:extLst>
            </p:cNvPr>
            <p:cNvGrpSpPr/>
            <p:nvPr/>
          </p:nvGrpSpPr>
          <p:grpSpPr>
            <a:xfrm>
              <a:off x="10197767" y="3188583"/>
              <a:ext cx="327603" cy="245342"/>
              <a:chOff x="4835525" y="1493838"/>
              <a:chExt cx="360363" cy="269876"/>
            </a:xfrm>
            <a:solidFill>
              <a:schemeClr val="bg1"/>
            </a:solidFill>
          </p:grpSpPr>
          <p:sp>
            <p:nvSpPr>
              <p:cNvPr id="123" name="Freeform 277">
                <a:extLst>
                  <a:ext uri="{FF2B5EF4-FFF2-40B4-BE49-F238E27FC236}">
                    <a16:creationId xmlns:a16="http://schemas.microsoft.com/office/drawing/2014/main" id="{B805F787-3CC5-400D-9F50-F2AA610C5246}"/>
                  </a:ext>
                </a:extLst>
              </p:cNvPr>
              <p:cNvSpPr>
                <a:spLocks noEditPoints="1"/>
              </p:cNvSpPr>
              <p:nvPr/>
            </p:nvSpPr>
            <p:spPr bwMode="auto">
              <a:xfrm>
                <a:off x="4835525" y="1554163"/>
                <a:ext cx="211138" cy="165100"/>
              </a:xfrm>
              <a:custGeom>
                <a:avLst/>
                <a:gdLst>
                  <a:gd name="T0" fmla="*/ 86 w 794"/>
                  <a:gd name="T1" fmla="*/ 623 h 623"/>
                  <a:gd name="T2" fmla="*/ 77 w 794"/>
                  <a:gd name="T3" fmla="*/ 623 h 623"/>
                  <a:gd name="T4" fmla="*/ 61 w 794"/>
                  <a:gd name="T5" fmla="*/ 620 h 623"/>
                  <a:gd name="T6" fmla="*/ 46 w 794"/>
                  <a:gd name="T7" fmla="*/ 613 h 623"/>
                  <a:gd name="T8" fmla="*/ 31 w 794"/>
                  <a:gd name="T9" fmla="*/ 604 h 623"/>
                  <a:gd name="T10" fmla="*/ 20 w 794"/>
                  <a:gd name="T11" fmla="*/ 593 h 623"/>
                  <a:gd name="T12" fmla="*/ 11 w 794"/>
                  <a:gd name="T13" fmla="*/ 579 h 623"/>
                  <a:gd name="T14" fmla="*/ 4 w 794"/>
                  <a:gd name="T15" fmla="*/ 563 h 623"/>
                  <a:gd name="T16" fmla="*/ 1 w 794"/>
                  <a:gd name="T17" fmla="*/ 547 h 623"/>
                  <a:gd name="T18" fmla="*/ 0 w 794"/>
                  <a:gd name="T19" fmla="*/ 85 h 623"/>
                  <a:gd name="T20" fmla="*/ 1 w 794"/>
                  <a:gd name="T21" fmla="*/ 77 h 623"/>
                  <a:gd name="T22" fmla="*/ 4 w 794"/>
                  <a:gd name="T23" fmla="*/ 60 h 623"/>
                  <a:gd name="T24" fmla="*/ 11 w 794"/>
                  <a:gd name="T25" fmla="*/ 44 h 623"/>
                  <a:gd name="T26" fmla="*/ 20 w 794"/>
                  <a:gd name="T27" fmla="*/ 31 h 623"/>
                  <a:gd name="T28" fmla="*/ 31 w 794"/>
                  <a:gd name="T29" fmla="*/ 19 h 623"/>
                  <a:gd name="T30" fmla="*/ 46 w 794"/>
                  <a:gd name="T31" fmla="*/ 10 h 623"/>
                  <a:gd name="T32" fmla="*/ 61 w 794"/>
                  <a:gd name="T33" fmla="*/ 4 h 623"/>
                  <a:gd name="T34" fmla="*/ 77 w 794"/>
                  <a:gd name="T35" fmla="*/ 0 h 623"/>
                  <a:gd name="T36" fmla="*/ 709 w 794"/>
                  <a:gd name="T37" fmla="*/ 0 h 623"/>
                  <a:gd name="T38" fmla="*/ 718 w 794"/>
                  <a:gd name="T39" fmla="*/ 0 h 623"/>
                  <a:gd name="T40" fmla="*/ 734 w 794"/>
                  <a:gd name="T41" fmla="*/ 4 h 623"/>
                  <a:gd name="T42" fmla="*/ 750 w 794"/>
                  <a:gd name="T43" fmla="*/ 10 h 623"/>
                  <a:gd name="T44" fmla="*/ 763 w 794"/>
                  <a:gd name="T45" fmla="*/ 19 h 623"/>
                  <a:gd name="T46" fmla="*/ 775 w 794"/>
                  <a:gd name="T47" fmla="*/ 31 h 623"/>
                  <a:gd name="T48" fmla="*/ 784 w 794"/>
                  <a:gd name="T49" fmla="*/ 44 h 623"/>
                  <a:gd name="T50" fmla="*/ 790 w 794"/>
                  <a:gd name="T51" fmla="*/ 60 h 623"/>
                  <a:gd name="T52" fmla="*/ 794 w 794"/>
                  <a:gd name="T53" fmla="*/ 77 h 623"/>
                  <a:gd name="T54" fmla="*/ 794 w 794"/>
                  <a:gd name="T55" fmla="*/ 538 h 623"/>
                  <a:gd name="T56" fmla="*/ 794 w 794"/>
                  <a:gd name="T57" fmla="*/ 547 h 623"/>
                  <a:gd name="T58" fmla="*/ 790 w 794"/>
                  <a:gd name="T59" fmla="*/ 563 h 623"/>
                  <a:gd name="T60" fmla="*/ 784 w 794"/>
                  <a:gd name="T61" fmla="*/ 579 h 623"/>
                  <a:gd name="T62" fmla="*/ 775 w 794"/>
                  <a:gd name="T63" fmla="*/ 593 h 623"/>
                  <a:gd name="T64" fmla="*/ 763 w 794"/>
                  <a:gd name="T65" fmla="*/ 604 h 623"/>
                  <a:gd name="T66" fmla="*/ 750 w 794"/>
                  <a:gd name="T67" fmla="*/ 613 h 623"/>
                  <a:gd name="T68" fmla="*/ 734 w 794"/>
                  <a:gd name="T69" fmla="*/ 620 h 623"/>
                  <a:gd name="T70" fmla="*/ 718 w 794"/>
                  <a:gd name="T71" fmla="*/ 623 h 623"/>
                  <a:gd name="T72" fmla="*/ 709 w 794"/>
                  <a:gd name="T73" fmla="*/ 623 h 623"/>
                  <a:gd name="T74" fmla="*/ 86 w 794"/>
                  <a:gd name="T75" fmla="*/ 56 h 623"/>
                  <a:gd name="T76" fmla="*/ 75 w 794"/>
                  <a:gd name="T77" fmla="*/ 59 h 623"/>
                  <a:gd name="T78" fmla="*/ 66 w 794"/>
                  <a:gd name="T79" fmla="*/ 65 h 623"/>
                  <a:gd name="T80" fmla="*/ 60 w 794"/>
                  <a:gd name="T81" fmla="*/ 74 h 623"/>
                  <a:gd name="T82" fmla="*/ 58 w 794"/>
                  <a:gd name="T83" fmla="*/ 85 h 623"/>
                  <a:gd name="T84" fmla="*/ 58 w 794"/>
                  <a:gd name="T85" fmla="*/ 538 h 623"/>
                  <a:gd name="T86" fmla="*/ 60 w 794"/>
                  <a:gd name="T87" fmla="*/ 549 h 623"/>
                  <a:gd name="T88" fmla="*/ 66 w 794"/>
                  <a:gd name="T89" fmla="*/ 558 h 623"/>
                  <a:gd name="T90" fmla="*/ 75 w 794"/>
                  <a:gd name="T91" fmla="*/ 565 h 623"/>
                  <a:gd name="T92" fmla="*/ 86 w 794"/>
                  <a:gd name="T93" fmla="*/ 567 h 623"/>
                  <a:gd name="T94" fmla="*/ 709 w 794"/>
                  <a:gd name="T95" fmla="*/ 567 h 623"/>
                  <a:gd name="T96" fmla="*/ 720 w 794"/>
                  <a:gd name="T97" fmla="*/ 565 h 623"/>
                  <a:gd name="T98" fmla="*/ 729 w 794"/>
                  <a:gd name="T99" fmla="*/ 558 h 623"/>
                  <a:gd name="T100" fmla="*/ 735 w 794"/>
                  <a:gd name="T101" fmla="*/ 549 h 623"/>
                  <a:gd name="T102" fmla="*/ 737 w 794"/>
                  <a:gd name="T103" fmla="*/ 538 h 623"/>
                  <a:gd name="T104" fmla="*/ 737 w 794"/>
                  <a:gd name="T105" fmla="*/ 85 h 623"/>
                  <a:gd name="T106" fmla="*/ 735 w 794"/>
                  <a:gd name="T107" fmla="*/ 74 h 623"/>
                  <a:gd name="T108" fmla="*/ 729 w 794"/>
                  <a:gd name="T109" fmla="*/ 65 h 623"/>
                  <a:gd name="T110" fmla="*/ 720 w 794"/>
                  <a:gd name="T111" fmla="*/ 59 h 623"/>
                  <a:gd name="T112" fmla="*/ 709 w 794"/>
                  <a:gd name="T113" fmla="*/ 56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94" h="623">
                    <a:moveTo>
                      <a:pt x="709" y="623"/>
                    </a:moveTo>
                    <a:lnTo>
                      <a:pt x="86" y="623"/>
                    </a:lnTo>
                    <a:lnTo>
                      <a:pt x="86" y="623"/>
                    </a:lnTo>
                    <a:lnTo>
                      <a:pt x="77" y="623"/>
                    </a:lnTo>
                    <a:lnTo>
                      <a:pt x="69" y="622"/>
                    </a:lnTo>
                    <a:lnTo>
                      <a:pt x="61" y="620"/>
                    </a:lnTo>
                    <a:lnTo>
                      <a:pt x="53" y="617"/>
                    </a:lnTo>
                    <a:lnTo>
                      <a:pt x="46" y="613"/>
                    </a:lnTo>
                    <a:lnTo>
                      <a:pt x="39" y="609"/>
                    </a:lnTo>
                    <a:lnTo>
                      <a:pt x="31" y="604"/>
                    </a:lnTo>
                    <a:lnTo>
                      <a:pt x="25" y="599"/>
                    </a:lnTo>
                    <a:lnTo>
                      <a:pt x="20" y="593"/>
                    </a:lnTo>
                    <a:lnTo>
                      <a:pt x="15" y="586"/>
                    </a:lnTo>
                    <a:lnTo>
                      <a:pt x="11" y="579"/>
                    </a:lnTo>
                    <a:lnTo>
                      <a:pt x="7" y="572"/>
                    </a:lnTo>
                    <a:lnTo>
                      <a:pt x="4" y="563"/>
                    </a:lnTo>
                    <a:lnTo>
                      <a:pt x="2" y="555"/>
                    </a:lnTo>
                    <a:lnTo>
                      <a:pt x="1" y="547"/>
                    </a:lnTo>
                    <a:lnTo>
                      <a:pt x="0" y="538"/>
                    </a:lnTo>
                    <a:lnTo>
                      <a:pt x="0" y="85"/>
                    </a:lnTo>
                    <a:lnTo>
                      <a:pt x="0" y="85"/>
                    </a:lnTo>
                    <a:lnTo>
                      <a:pt x="1" y="77"/>
                    </a:lnTo>
                    <a:lnTo>
                      <a:pt x="2" y="68"/>
                    </a:lnTo>
                    <a:lnTo>
                      <a:pt x="4" y="60"/>
                    </a:lnTo>
                    <a:lnTo>
                      <a:pt x="7" y="51"/>
                    </a:lnTo>
                    <a:lnTo>
                      <a:pt x="11" y="44"/>
                    </a:lnTo>
                    <a:lnTo>
                      <a:pt x="15" y="37"/>
                    </a:lnTo>
                    <a:lnTo>
                      <a:pt x="20" y="31"/>
                    </a:lnTo>
                    <a:lnTo>
                      <a:pt x="25" y="25"/>
                    </a:lnTo>
                    <a:lnTo>
                      <a:pt x="31" y="19"/>
                    </a:lnTo>
                    <a:lnTo>
                      <a:pt x="39" y="14"/>
                    </a:lnTo>
                    <a:lnTo>
                      <a:pt x="46" y="10"/>
                    </a:lnTo>
                    <a:lnTo>
                      <a:pt x="53" y="7"/>
                    </a:lnTo>
                    <a:lnTo>
                      <a:pt x="61" y="4"/>
                    </a:lnTo>
                    <a:lnTo>
                      <a:pt x="69" y="2"/>
                    </a:lnTo>
                    <a:lnTo>
                      <a:pt x="77" y="0"/>
                    </a:lnTo>
                    <a:lnTo>
                      <a:pt x="86" y="0"/>
                    </a:lnTo>
                    <a:lnTo>
                      <a:pt x="709" y="0"/>
                    </a:lnTo>
                    <a:lnTo>
                      <a:pt x="709" y="0"/>
                    </a:lnTo>
                    <a:lnTo>
                      <a:pt x="718" y="0"/>
                    </a:lnTo>
                    <a:lnTo>
                      <a:pt x="726" y="2"/>
                    </a:lnTo>
                    <a:lnTo>
                      <a:pt x="734" y="4"/>
                    </a:lnTo>
                    <a:lnTo>
                      <a:pt x="743" y="7"/>
                    </a:lnTo>
                    <a:lnTo>
                      <a:pt x="750" y="10"/>
                    </a:lnTo>
                    <a:lnTo>
                      <a:pt x="757" y="14"/>
                    </a:lnTo>
                    <a:lnTo>
                      <a:pt x="763" y="19"/>
                    </a:lnTo>
                    <a:lnTo>
                      <a:pt x="769" y="25"/>
                    </a:lnTo>
                    <a:lnTo>
                      <a:pt x="775" y="31"/>
                    </a:lnTo>
                    <a:lnTo>
                      <a:pt x="780" y="37"/>
                    </a:lnTo>
                    <a:lnTo>
                      <a:pt x="784" y="44"/>
                    </a:lnTo>
                    <a:lnTo>
                      <a:pt x="788" y="51"/>
                    </a:lnTo>
                    <a:lnTo>
                      <a:pt x="790" y="60"/>
                    </a:lnTo>
                    <a:lnTo>
                      <a:pt x="792" y="68"/>
                    </a:lnTo>
                    <a:lnTo>
                      <a:pt x="794" y="77"/>
                    </a:lnTo>
                    <a:lnTo>
                      <a:pt x="794" y="85"/>
                    </a:lnTo>
                    <a:lnTo>
                      <a:pt x="794" y="538"/>
                    </a:lnTo>
                    <a:lnTo>
                      <a:pt x="794" y="538"/>
                    </a:lnTo>
                    <a:lnTo>
                      <a:pt x="794" y="547"/>
                    </a:lnTo>
                    <a:lnTo>
                      <a:pt x="792" y="555"/>
                    </a:lnTo>
                    <a:lnTo>
                      <a:pt x="790" y="563"/>
                    </a:lnTo>
                    <a:lnTo>
                      <a:pt x="788" y="572"/>
                    </a:lnTo>
                    <a:lnTo>
                      <a:pt x="784" y="579"/>
                    </a:lnTo>
                    <a:lnTo>
                      <a:pt x="780" y="586"/>
                    </a:lnTo>
                    <a:lnTo>
                      <a:pt x="775" y="593"/>
                    </a:lnTo>
                    <a:lnTo>
                      <a:pt x="769" y="599"/>
                    </a:lnTo>
                    <a:lnTo>
                      <a:pt x="763" y="604"/>
                    </a:lnTo>
                    <a:lnTo>
                      <a:pt x="757" y="609"/>
                    </a:lnTo>
                    <a:lnTo>
                      <a:pt x="750" y="613"/>
                    </a:lnTo>
                    <a:lnTo>
                      <a:pt x="743" y="617"/>
                    </a:lnTo>
                    <a:lnTo>
                      <a:pt x="734" y="620"/>
                    </a:lnTo>
                    <a:lnTo>
                      <a:pt x="726" y="622"/>
                    </a:lnTo>
                    <a:lnTo>
                      <a:pt x="718" y="623"/>
                    </a:lnTo>
                    <a:lnTo>
                      <a:pt x="709" y="623"/>
                    </a:lnTo>
                    <a:lnTo>
                      <a:pt x="709" y="623"/>
                    </a:lnTo>
                    <a:close/>
                    <a:moveTo>
                      <a:pt x="86" y="56"/>
                    </a:moveTo>
                    <a:lnTo>
                      <a:pt x="86" y="56"/>
                    </a:lnTo>
                    <a:lnTo>
                      <a:pt x="80" y="57"/>
                    </a:lnTo>
                    <a:lnTo>
                      <a:pt x="75" y="59"/>
                    </a:lnTo>
                    <a:lnTo>
                      <a:pt x="70" y="62"/>
                    </a:lnTo>
                    <a:lnTo>
                      <a:pt x="66" y="65"/>
                    </a:lnTo>
                    <a:lnTo>
                      <a:pt x="62" y="69"/>
                    </a:lnTo>
                    <a:lnTo>
                      <a:pt x="60" y="74"/>
                    </a:lnTo>
                    <a:lnTo>
                      <a:pt x="58" y="80"/>
                    </a:lnTo>
                    <a:lnTo>
                      <a:pt x="58" y="85"/>
                    </a:lnTo>
                    <a:lnTo>
                      <a:pt x="58" y="538"/>
                    </a:lnTo>
                    <a:lnTo>
                      <a:pt x="58" y="538"/>
                    </a:lnTo>
                    <a:lnTo>
                      <a:pt x="58" y="544"/>
                    </a:lnTo>
                    <a:lnTo>
                      <a:pt x="60" y="549"/>
                    </a:lnTo>
                    <a:lnTo>
                      <a:pt x="62" y="554"/>
                    </a:lnTo>
                    <a:lnTo>
                      <a:pt x="66" y="558"/>
                    </a:lnTo>
                    <a:lnTo>
                      <a:pt x="70" y="561"/>
                    </a:lnTo>
                    <a:lnTo>
                      <a:pt x="75" y="565"/>
                    </a:lnTo>
                    <a:lnTo>
                      <a:pt x="80" y="567"/>
                    </a:lnTo>
                    <a:lnTo>
                      <a:pt x="86" y="567"/>
                    </a:lnTo>
                    <a:lnTo>
                      <a:pt x="709" y="567"/>
                    </a:lnTo>
                    <a:lnTo>
                      <a:pt x="709" y="567"/>
                    </a:lnTo>
                    <a:lnTo>
                      <a:pt x="715" y="567"/>
                    </a:lnTo>
                    <a:lnTo>
                      <a:pt x="720" y="565"/>
                    </a:lnTo>
                    <a:lnTo>
                      <a:pt x="725" y="561"/>
                    </a:lnTo>
                    <a:lnTo>
                      <a:pt x="729" y="558"/>
                    </a:lnTo>
                    <a:lnTo>
                      <a:pt x="732" y="554"/>
                    </a:lnTo>
                    <a:lnTo>
                      <a:pt x="735" y="549"/>
                    </a:lnTo>
                    <a:lnTo>
                      <a:pt x="736" y="544"/>
                    </a:lnTo>
                    <a:lnTo>
                      <a:pt x="737" y="538"/>
                    </a:lnTo>
                    <a:lnTo>
                      <a:pt x="737" y="85"/>
                    </a:lnTo>
                    <a:lnTo>
                      <a:pt x="737" y="85"/>
                    </a:lnTo>
                    <a:lnTo>
                      <a:pt x="736" y="80"/>
                    </a:lnTo>
                    <a:lnTo>
                      <a:pt x="735" y="74"/>
                    </a:lnTo>
                    <a:lnTo>
                      <a:pt x="732" y="69"/>
                    </a:lnTo>
                    <a:lnTo>
                      <a:pt x="729" y="65"/>
                    </a:lnTo>
                    <a:lnTo>
                      <a:pt x="725" y="62"/>
                    </a:lnTo>
                    <a:lnTo>
                      <a:pt x="720" y="59"/>
                    </a:lnTo>
                    <a:lnTo>
                      <a:pt x="715" y="57"/>
                    </a:lnTo>
                    <a:lnTo>
                      <a:pt x="709" y="56"/>
                    </a:lnTo>
                    <a:lnTo>
                      <a:pt x="86"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8">
                <a:extLst>
                  <a:ext uri="{FF2B5EF4-FFF2-40B4-BE49-F238E27FC236}">
                    <a16:creationId xmlns:a16="http://schemas.microsoft.com/office/drawing/2014/main" id="{57828FB3-75F1-F420-5978-44C3D8775C13}"/>
                  </a:ext>
                </a:extLst>
              </p:cNvPr>
              <p:cNvSpPr>
                <a:spLocks noEditPoints="1"/>
              </p:cNvSpPr>
              <p:nvPr/>
            </p:nvSpPr>
            <p:spPr bwMode="auto">
              <a:xfrm>
                <a:off x="4865688" y="1584326"/>
                <a:ext cx="150813" cy="104775"/>
              </a:xfrm>
              <a:custGeom>
                <a:avLst/>
                <a:gdLst>
                  <a:gd name="T0" fmla="*/ 539 w 567"/>
                  <a:gd name="T1" fmla="*/ 397 h 397"/>
                  <a:gd name="T2" fmla="*/ 29 w 567"/>
                  <a:gd name="T3" fmla="*/ 397 h 397"/>
                  <a:gd name="T4" fmla="*/ 29 w 567"/>
                  <a:gd name="T5" fmla="*/ 397 h 397"/>
                  <a:gd name="T6" fmla="*/ 23 w 567"/>
                  <a:gd name="T7" fmla="*/ 396 h 397"/>
                  <a:gd name="T8" fmla="*/ 17 w 567"/>
                  <a:gd name="T9" fmla="*/ 395 h 397"/>
                  <a:gd name="T10" fmla="*/ 12 w 567"/>
                  <a:gd name="T11" fmla="*/ 392 h 397"/>
                  <a:gd name="T12" fmla="*/ 8 w 567"/>
                  <a:gd name="T13" fmla="*/ 389 h 397"/>
                  <a:gd name="T14" fmla="*/ 4 w 567"/>
                  <a:gd name="T15" fmla="*/ 385 h 397"/>
                  <a:gd name="T16" fmla="*/ 2 w 567"/>
                  <a:gd name="T17" fmla="*/ 380 h 397"/>
                  <a:gd name="T18" fmla="*/ 0 w 567"/>
                  <a:gd name="T19" fmla="*/ 375 h 397"/>
                  <a:gd name="T20" fmla="*/ 0 w 567"/>
                  <a:gd name="T21" fmla="*/ 369 h 397"/>
                  <a:gd name="T22" fmla="*/ 0 w 567"/>
                  <a:gd name="T23" fmla="*/ 28 h 397"/>
                  <a:gd name="T24" fmla="*/ 0 w 567"/>
                  <a:gd name="T25" fmla="*/ 28 h 397"/>
                  <a:gd name="T26" fmla="*/ 0 w 567"/>
                  <a:gd name="T27" fmla="*/ 23 h 397"/>
                  <a:gd name="T28" fmla="*/ 2 w 567"/>
                  <a:gd name="T29" fmla="*/ 17 h 397"/>
                  <a:gd name="T30" fmla="*/ 4 w 567"/>
                  <a:gd name="T31" fmla="*/ 13 h 397"/>
                  <a:gd name="T32" fmla="*/ 8 w 567"/>
                  <a:gd name="T33" fmla="*/ 8 h 397"/>
                  <a:gd name="T34" fmla="*/ 12 w 567"/>
                  <a:gd name="T35" fmla="*/ 5 h 397"/>
                  <a:gd name="T36" fmla="*/ 17 w 567"/>
                  <a:gd name="T37" fmla="*/ 2 h 397"/>
                  <a:gd name="T38" fmla="*/ 23 w 567"/>
                  <a:gd name="T39" fmla="*/ 1 h 397"/>
                  <a:gd name="T40" fmla="*/ 29 w 567"/>
                  <a:gd name="T41" fmla="*/ 0 h 397"/>
                  <a:gd name="T42" fmla="*/ 539 w 567"/>
                  <a:gd name="T43" fmla="*/ 0 h 397"/>
                  <a:gd name="T44" fmla="*/ 539 w 567"/>
                  <a:gd name="T45" fmla="*/ 0 h 397"/>
                  <a:gd name="T46" fmla="*/ 545 w 567"/>
                  <a:gd name="T47" fmla="*/ 1 h 397"/>
                  <a:gd name="T48" fmla="*/ 550 w 567"/>
                  <a:gd name="T49" fmla="*/ 2 h 397"/>
                  <a:gd name="T50" fmla="*/ 555 w 567"/>
                  <a:gd name="T51" fmla="*/ 5 h 397"/>
                  <a:gd name="T52" fmla="*/ 559 w 567"/>
                  <a:gd name="T53" fmla="*/ 8 h 397"/>
                  <a:gd name="T54" fmla="*/ 562 w 567"/>
                  <a:gd name="T55" fmla="*/ 13 h 397"/>
                  <a:gd name="T56" fmla="*/ 565 w 567"/>
                  <a:gd name="T57" fmla="*/ 17 h 397"/>
                  <a:gd name="T58" fmla="*/ 566 w 567"/>
                  <a:gd name="T59" fmla="*/ 23 h 397"/>
                  <a:gd name="T60" fmla="*/ 567 w 567"/>
                  <a:gd name="T61" fmla="*/ 28 h 397"/>
                  <a:gd name="T62" fmla="*/ 567 w 567"/>
                  <a:gd name="T63" fmla="*/ 369 h 397"/>
                  <a:gd name="T64" fmla="*/ 567 w 567"/>
                  <a:gd name="T65" fmla="*/ 369 h 397"/>
                  <a:gd name="T66" fmla="*/ 566 w 567"/>
                  <a:gd name="T67" fmla="*/ 375 h 397"/>
                  <a:gd name="T68" fmla="*/ 565 w 567"/>
                  <a:gd name="T69" fmla="*/ 380 h 397"/>
                  <a:gd name="T70" fmla="*/ 562 w 567"/>
                  <a:gd name="T71" fmla="*/ 385 h 397"/>
                  <a:gd name="T72" fmla="*/ 559 w 567"/>
                  <a:gd name="T73" fmla="*/ 389 h 397"/>
                  <a:gd name="T74" fmla="*/ 555 w 567"/>
                  <a:gd name="T75" fmla="*/ 392 h 397"/>
                  <a:gd name="T76" fmla="*/ 550 w 567"/>
                  <a:gd name="T77" fmla="*/ 395 h 397"/>
                  <a:gd name="T78" fmla="*/ 545 w 567"/>
                  <a:gd name="T79" fmla="*/ 396 h 397"/>
                  <a:gd name="T80" fmla="*/ 539 w 567"/>
                  <a:gd name="T81" fmla="*/ 397 h 397"/>
                  <a:gd name="T82" fmla="*/ 539 w 567"/>
                  <a:gd name="T83" fmla="*/ 397 h 397"/>
                  <a:gd name="T84" fmla="*/ 57 w 567"/>
                  <a:gd name="T85" fmla="*/ 340 h 397"/>
                  <a:gd name="T86" fmla="*/ 510 w 567"/>
                  <a:gd name="T87" fmla="*/ 340 h 397"/>
                  <a:gd name="T88" fmla="*/ 510 w 567"/>
                  <a:gd name="T89" fmla="*/ 57 h 397"/>
                  <a:gd name="T90" fmla="*/ 57 w 567"/>
                  <a:gd name="T91" fmla="*/ 57 h 397"/>
                  <a:gd name="T92" fmla="*/ 57 w 567"/>
                  <a:gd name="T93" fmla="*/ 340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7" h="397">
                    <a:moveTo>
                      <a:pt x="539" y="397"/>
                    </a:moveTo>
                    <a:lnTo>
                      <a:pt x="29" y="397"/>
                    </a:lnTo>
                    <a:lnTo>
                      <a:pt x="29" y="397"/>
                    </a:lnTo>
                    <a:lnTo>
                      <a:pt x="23" y="396"/>
                    </a:lnTo>
                    <a:lnTo>
                      <a:pt x="17" y="395"/>
                    </a:lnTo>
                    <a:lnTo>
                      <a:pt x="12" y="392"/>
                    </a:lnTo>
                    <a:lnTo>
                      <a:pt x="8" y="389"/>
                    </a:lnTo>
                    <a:lnTo>
                      <a:pt x="4" y="385"/>
                    </a:lnTo>
                    <a:lnTo>
                      <a:pt x="2" y="380"/>
                    </a:lnTo>
                    <a:lnTo>
                      <a:pt x="0" y="375"/>
                    </a:lnTo>
                    <a:lnTo>
                      <a:pt x="0" y="369"/>
                    </a:lnTo>
                    <a:lnTo>
                      <a:pt x="0" y="28"/>
                    </a:lnTo>
                    <a:lnTo>
                      <a:pt x="0" y="28"/>
                    </a:lnTo>
                    <a:lnTo>
                      <a:pt x="0" y="23"/>
                    </a:lnTo>
                    <a:lnTo>
                      <a:pt x="2" y="17"/>
                    </a:lnTo>
                    <a:lnTo>
                      <a:pt x="4" y="13"/>
                    </a:lnTo>
                    <a:lnTo>
                      <a:pt x="8" y="8"/>
                    </a:lnTo>
                    <a:lnTo>
                      <a:pt x="12" y="5"/>
                    </a:lnTo>
                    <a:lnTo>
                      <a:pt x="17" y="2"/>
                    </a:lnTo>
                    <a:lnTo>
                      <a:pt x="23" y="1"/>
                    </a:lnTo>
                    <a:lnTo>
                      <a:pt x="29" y="0"/>
                    </a:lnTo>
                    <a:lnTo>
                      <a:pt x="539" y="0"/>
                    </a:lnTo>
                    <a:lnTo>
                      <a:pt x="539" y="0"/>
                    </a:lnTo>
                    <a:lnTo>
                      <a:pt x="545" y="1"/>
                    </a:lnTo>
                    <a:lnTo>
                      <a:pt x="550" y="2"/>
                    </a:lnTo>
                    <a:lnTo>
                      <a:pt x="555" y="5"/>
                    </a:lnTo>
                    <a:lnTo>
                      <a:pt x="559" y="8"/>
                    </a:lnTo>
                    <a:lnTo>
                      <a:pt x="562" y="13"/>
                    </a:lnTo>
                    <a:lnTo>
                      <a:pt x="565" y="17"/>
                    </a:lnTo>
                    <a:lnTo>
                      <a:pt x="566" y="23"/>
                    </a:lnTo>
                    <a:lnTo>
                      <a:pt x="567" y="28"/>
                    </a:lnTo>
                    <a:lnTo>
                      <a:pt x="567" y="369"/>
                    </a:lnTo>
                    <a:lnTo>
                      <a:pt x="567" y="369"/>
                    </a:lnTo>
                    <a:lnTo>
                      <a:pt x="566" y="375"/>
                    </a:lnTo>
                    <a:lnTo>
                      <a:pt x="565" y="380"/>
                    </a:lnTo>
                    <a:lnTo>
                      <a:pt x="562" y="385"/>
                    </a:lnTo>
                    <a:lnTo>
                      <a:pt x="559" y="389"/>
                    </a:lnTo>
                    <a:lnTo>
                      <a:pt x="555" y="392"/>
                    </a:lnTo>
                    <a:lnTo>
                      <a:pt x="550" y="395"/>
                    </a:lnTo>
                    <a:lnTo>
                      <a:pt x="545" y="396"/>
                    </a:lnTo>
                    <a:lnTo>
                      <a:pt x="539" y="397"/>
                    </a:lnTo>
                    <a:lnTo>
                      <a:pt x="539" y="397"/>
                    </a:lnTo>
                    <a:close/>
                    <a:moveTo>
                      <a:pt x="57" y="340"/>
                    </a:moveTo>
                    <a:lnTo>
                      <a:pt x="510" y="340"/>
                    </a:lnTo>
                    <a:lnTo>
                      <a:pt x="510" y="57"/>
                    </a:lnTo>
                    <a:lnTo>
                      <a:pt x="57" y="57"/>
                    </a:lnTo>
                    <a:lnTo>
                      <a:pt x="57" y="3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9">
                <a:extLst>
                  <a:ext uri="{FF2B5EF4-FFF2-40B4-BE49-F238E27FC236}">
                    <a16:creationId xmlns:a16="http://schemas.microsoft.com/office/drawing/2014/main" id="{72B6FD8E-010A-1FBE-38ED-94A48965D988}"/>
                  </a:ext>
                </a:extLst>
              </p:cNvPr>
              <p:cNvSpPr>
                <a:spLocks/>
              </p:cNvSpPr>
              <p:nvPr/>
            </p:nvSpPr>
            <p:spPr bwMode="auto">
              <a:xfrm>
                <a:off x="4889500" y="1749426"/>
                <a:ext cx="104775" cy="14288"/>
              </a:xfrm>
              <a:custGeom>
                <a:avLst/>
                <a:gdLst>
                  <a:gd name="T0" fmla="*/ 369 w 397"/>
                  <a:gd name="T1" fmla="*/ 57 h 57"/>
                  <a:gd name="T2" fmla="*/ 28 w 397"/>
                  <a:gd name="T3" fmla="*/ 57 h 57"/>
                  <a:gd name="T4" fmla="*/ 28 w 397"/>
                  <a:gd name="T5" fmla="*/ 57 h 57"/>
                  <a:gd name="T6" fmla="*/ 22 w 397"/>
                  <a:gd name="T7" fmla="*/ 56 h 57"/>
                  <a:gd name="T8" fmla="*/ 17 w 397"/>
                  <a:gd name="T9" fmla="*/ 54 h 57"/>
                  <a:gd name="T10" fmla="*/ 12 w 397"/>
                  <a:gd name="T11" fmla="*/ 52 h 57"/>
                  <a:gd name="T12" fmla="*/ 8 w 397"/>
                  <a:gd name="T13" fmla="*/ 48 h 57"/>
                  <a:gd name="T14" fmla="*/ 5 w 397"/>
                  <a:gd name="T15" fmla="*/ 44 h 57"/>
                  <a:gd name="T16" fmla="*/ 2 w 397"/>
                  <a:gd name="T17" fmla="*/ 40 h 57"/>
                  <a:gd name="T18" fmla="*/ 0 w 397"/>
                  <a:gd name="T19" fmla="*/ 34 h 57"/>
                  <a:gd name="T20" fmla="*/ 0 w 397"/>
                  <a:gd name="T21" fmla="*/ 28 h 57"/>
                  <a:gd name="T22" fmla="*/ 0 w 397"/>
                  <a:gd name="T23" fmla="*/ 28 h 57"/>
                  <a:gd name="T24" fmla="*/ 0 w 397"/>
                  <a:gd name="T25" fmla="*/ 22 h 57"/>
                  <a:gd name="T26" fmla="*/ 2 w 397"/>
                  <a:gd name="T27" fmla="*/ 17 h 57"/>
                  <a:gd name="T28" fmla="*/ 5 w 397"/>
                  <a:gd name="T29" fmla="*/ 12 h 57"/>
                  <a:gd name="T30" fmla="*/ 8 w 397"/>
                  <a:gd name="T31" fmla="*/ 8 h 57"/>
                  <a:gd name="T32" fmla="*/ 12 w 397"/>
                  <a:gd name="T33" fmla="*/ 4 h 57"/>
                  <a:gd name="T34" fmla="*/ 17 w 397"/>
                  <a:gd name="T35" fmla="*/ 2 h 57"/>
                  <a:gd name="T36" fmla="*/ 22 w 397"/>
                  <a:gd name="T37" fmla="*/ 0 h 57"/>
                  <a:gd name="T38" fmla="*/ 28 w 397"/>
                  <a:gd name="T39" fmla="*/ 0 h 57"/>
                  <a:gd name="T40" fmla="*/ 369 w 397"/>
                  <a:gd name="T41" fmla="*/ 0 h 57"/>
                  <a:gd name="T42" fmla="*/ 369 w 397"/>
                  <a:gd name="T43" fmla="*/ 0 h 57"/>
                  <a:gd name="T44" fmla="*/ 374 w 397"/>
                  <a:gd name="T45" fmla="*/ 0 h 57"/>
                  <a:gd name="T46" fmla="*/ 380 w 397"/>
                  <a:gd name="T47" fmla="*/ 2 h 57"/>
                  <a:gd name="T48" fmla="*/ 384 w 397"/>
                  <a:gd name="T49" fmla="*/ 4 h 57"/>
                  <a:gd name="T50" fmla="*/ 389 w 397"/>
                  <a:gd name="T51" fmla="*/ 8 h 57"/>
                  <a:gd name="T52" fmla="*/ 392 w 397"/>
                  <a:gd name="T53" fmla="*/ 12 h 57"/>
                  <a:gd name="T54" fmla="*/ 395 w 397"/>
                  <a:gd name="T55" fmla="*/ 17 h 57"/>
                  <a:gd name="T56" fmla="*/ 396 w 397"/>
                  <a:gd name="T57" fmla="*/ 22 h 57"/>
                  <a:gd name="T58" fmla="*/ 397 w 397"/>
                  <a:gd name="T59" fmla="*/ 28 h 57"/>
                  <a:gd name="T60" fmla="*/ 397 w 397"/>
                  <a:gd name="T61" fmla="*/ 28 h 57"/>
                  <a:gd name="T62" fmla="*/ 396 w 397"/>
                  <a:gd name="T63" fmla="*/ 34 h 57"/>
                  <a:gd name="T64" fmla="*/ 395 w 397"/>
                  <a:gd name="T65" fmla="*/ 40 h 57"/>
                  <a:gd name="T66" fmla="*/ 392 w 397"/>
                  <a:gd name="T67" fmla="*/ 44 h 57"/>
                  <a:gd name="T68" fmla="*/ 389 w 397"/>
                  <a:gd name="T69" fmla="*/ 48 h 57"/>
                  <a:gd name="T70" fmla="*/ 384 w 397"/>
                  <a:gd name="T71" fmla="*/ 52 h 57"/>
                  <a:gd name="T72" fmla="*/ 380 w 397"/>
                  <a:gd name="T73" fmla="*/ 54 h 57"/>
                  <a:gd name="T74" fmla="*/ 374 w 397"/>
                  <a:gd name="T75" fmla="*/ 56 h 57"/>
                  <a:gd name="T76" fmla="*/ 369 w 397"/>
                  <a:gd name="T77" fmla="*/ 57 h 57"/>
                  <a:gd name="T78" fmla="*/ 369 w 397"/>
                  <a:gd name="T79"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7" h="57">
                    <a:moveTo>
                      <a:pt x="369" y="57"/>
                    </a:moveTo>
                    <a:lnTo>
                      <a:pt x="28" y="57"/>
                    </a:lnTo>
                    <a:lnTo>
                      <a:pt x="28" y="57"/>
                    </a:lnTo>
                    <a:lnTo>
                      <a:pt x="22" y="56"/>
                    </a:lnTo>
                    <a:lnTo>
                      <a:pt x="17" y="54"/>
                    </a:lnTo>
                    <a:lnTo>
                      <a:pt x="12" y="52"/>
                    </a:lnTo>
                    <a:lnTo>
                      <a:pt x="8" y="48"/>
                    </a:lnTo>
                    <a:lnTo>
                      <a:pt x="5" y="44"/>
                    </a:lnTo>
                    <a:lnTo>
                      <a:pt x="2" y="40"/>
                    </a:lnTo>
                    <a:lnTo>
                      <a:pt x="0" y="34"/>
                    </a:lnTo>
                    <a:lnTo>
                      <a:pt x="0" y="28"/>
                    </a:lnTo>
                    <a:lnTo>
                      <a:pt x="0" y="28"/>
                    </a:lnTo>
                    <a:lnTo>
                      <a:pt x="0" y="22"/>
                    </a:lnTo>
                    <a:lnTo>
                      <a:pt x="2" y="17"/>
                    </a:lnTo>
                    <a:lnTo>
                      <a:pt x="5" y="12"/>
                    </a:lnTo>
                    <a:lnTo>
                      <a:pt x="8" y="8"/>
                    </a:lnTo>
                    <a:lnTo>
                      <a:pt x="12" y="4"/>
                    </a:lnTo>
                    <a:lnTo>
                      <a:pt x="17" y="2"/>
                    </a:lnTo>
                    <a:lnTo>
                      <a:pt x="22" y="0"/>
                    </a:lnTo>
                    <a:lnTo>
                      <a:pt x="28" y="0"/>
                    </a:lnTo>
                    <a:lnTo>
                      <a:pt x="369" y="0"/>
                    </a:lnTo>
                    <a:lnTo>
                      <a:pt x="369" y="0"/>
                    </a:lnTo>
                    <a:lnTo>
                      <a:pt x="374" y="0"/>
                    </a:lnTo>
                    <a:lnTo>
                      <a:pt x="380" y="2"/>
                    </a:lnTo>
                    <a:lnTo>
                      <a:pt x="384" y="4"/>
                    </a:lnTo>
                    <a:lnTo>
                      <a:pt x="389" y="8"/>
                    </a:lnTo>
                    <a:lnTo>
                      <a:pt x="392" y="12"/>
                    </a:lnTo>
                    <a:lnTo>
                      <a:pt x="395" y="17"/>
                    </a:lnTo>
                    <a:lnTo>
                      <a:pt x="396" y="22"/>
                    </a:lnTo>
                    <a:lnTo>
                      <a:pt x="397" y="28"/>
                    </a:lnTo>
                    <a:lnTo>
                      <a:pt x="397" y="28"/>
                    </a:lnTo>
                    <a:lnTo>
                      <a:pt x="396" y="34"/>
                    </a:lnTo>
                    <a:lnTo>
                      <a:pt x="395" y="40"/>
                    </a:lnTo>
                    <a:lnTo>
                      <a:pt x="392" y="44"/>
                    </a:lnTo>
                    <a:lnTo>
                      <a:pt x="389" y="48"/>
                    </a:lnTo>
                    <a:lnTo>
                      <a:pt x="384" y="52"/>
                    </a:lnTo>
                    <a:lnTo>
                      <a:pt x="380" y="54"/>
                    </a:lnTo>
                    <a:lnTo>
                      <a:pt x="374" y="56"/>
                    </a:lnTo>
                    <a:lnTo>
                      <a:pt x="369" y="57"/>
                    </a:lnTo>
                    <a:lnTo>
                      <a:pt x="369"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Rectangle 280">
                <a:extLst>
                  <a:ext uri="{FF2B5EF4-FFF2-40B4-BE49-F238E27FC236}">
                    <a16:creationId xmlns:a16="http://schemas.microsoft.com/office/drawing/2014/main" id="{42DD1712-C455-485E-A63C-DC574C63BB50}"/>
                  </a:ext>
                </a:extLst>
              </p:cNvPr>
              <p:cNvSpPr>
                <a:spLocks noChangeArrowheads="1"/>
              </p:cNvSpPr>
              <p:nvPr/>
            </p:nvSpPr>
            <p:spPr bwMode="auto">
              <a:xfrm>
                <a:off x="4911725" y="1711326"/>
                <a:ext cx="14288"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Rectangle 281">
                <a:extLst>
                  <a:ext uri="{FF2B5EF4-FFF2-40B4-BE49-F238E27FC236}">
                    <a16:creationId xmlns:a16="http://schemas.microsoft.com/office/drawing/2014/main" id="{91ACDE65-A539-4A69-B1D4-FEF509389F3D}"/>
                  </a:ext>
                </a:extLst>
              </p:cNvPr>
              <p:cNvSpPr>
                <a:spLocks noChangeArrowheads="1"/>
              </p:cNvSpPr>
              <p:nvPr/>
            </p:nvSpPr>
            <p:spPr bwMode="auto">
              <a:xfrm>
                <a:off x="4956175" y="1711326"/>
                <a:ext cx="15875"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2">
                <a:extLst>
                  <a:ext uri="{FF2B5EF4-FFF2-40B4-BE49-F238E27FC236}">
                    <a16:creationId xmlns:a16="http://schemas.microsoft.com/office/drawing/2014/main" id="{F6E59F18-F47A-EFA8-D868-B0999AD2A87F}"/>
                  </a:ext>
                </a:extLst>
              </p:cNvPr>
              <p:cNvSpPr>
                <a:spLocks noEditPoints="1"/>
              </p:cNvSpPr>
              <p:nvPr/>
            </p:nvSpPr>
            <p:spPr bwMode="auto">
              <a:xfrm>
                <a:off x="5060950" y="1493838"/>
                <a:ext cx="134938" cy="269875"/>
              </a:xfrm>
              <a:custGeom>
                <a:avLst/>
                <a:gdLst>
                  <a:gd name="T0" fmla="*/ 481 w 510"/>
                  <a:gd name="T1" fmla="*/ 1021 h 1021"/>
                  <a:gd name="T2" fmla="*/ 28 w 510"/>
                  <a:gd name="T3" fmla="*/ 1021 h 1021"/>
                  <a:gd name="T4" fmla="*/ 28 w 510"/>
                  <a:gd name="T5" fmla="*/ 1021 h 1021"/>
                  <a:gd name="T6" fmla="*/ 23 w 510"/>
                  <a:gd name="T7" fmla="*/ 1020 h 1021"/>
                  <a:gd name="T8" fmla="*/ 17 w 510"/>
                  <a:gd name="T9" fmla="*/ 1018 h 1021"/>
                  <a:gd name="T10" fmla="*/ 13 w 510"/>
                  <a:gd name="T11" fmla="*/ 1016 h 1021"/>
                  <a:gd name="T12" fmla="*/ 8 w 510"/>
                  <a:gd name="T13" fmla="*/ 1012 h 1021"/>
                  <a:gd name="T14" fmla="*/ 5 w 510"/>
                  <a:gd name="T15" fmla="*/ 1008 h 1021"/>
                  <a:gd name="T16" fmla="*/ 2 w 510"/>
                  <a:gd name="T17" fmla="*/ 1004 h 1021"/>
                  <a:gd name="T18" fmla="*/ 1 w 510"/>
                  <a:gd name="T19" fmla="*/ 998 h 1021"/>
                  <a:gd name="T20" fmla="*/ 0 w 510"/>
                  <a:gd name="T21" fmla="*/ 992 h 1021"/>
                  <a:gd name="T22" fmla="*/ 0 w 510"/>
                  <a:gd name="T23" fmla="*/ 142 h 1021"/>
                  <a:gd name="T24" fmla="*/ 0 w 510"/>
                  <a:gd name="T25" fmla="*/ 142 h 1021"/>
                  <a:gd name="T26" fmla="*/ 1 w 510"/>
                  <a:gd name="T27" fmla="*/ 137 h 1021"/>
                  <a:gd name="T28" fmla="*/ 2 w 510"/>
                  <a:gd name="T29" fmla="*/ 133 h 1021"/>
                  <a:gd name="T30" fmla="*/ 3 w 510"/>
                  <a:gd name="T31" fmla="*/ 129 h 1021"/>
                  <a:gd name="T32" fmla="*/ 6 w 510"/>
                  <a:gd name="T33" fmla="*/ 125 h 1021"/>
                  <a:gd name="T34" fmla="*/ 86 w 510"/>
                  <a:gd name="T35" fmla="*/ 12 h 1021"/>
                  <a:gd name="T36" fmla="*/ 86 w 510"/>
                  <a:gd name="T37" fmla="*/ 12 h 1021"/>
                  <a:gd name="T38" fmla="*/ 92 w 510"/>
                  <a:gd name="T39" fmla="*/ 7 h 1021"/>
                  <a:gd name="T40" fmla="*/ 97 w 510"/>
                  <a:gd name="T41" fmla="*/ 4 h 1021"/>
                  <a:gd name="T42" fmla="*/ 103 w 510"/>
                  <a:gd name="T43" fmla="*/ 1 h 1021"/>
                  <a:gd name="T44" fmla="*/ 110 w 510"/>
                  <a:gd name="T45" fmla="*/ 0 h 1021"/>
                  <a:gd name="T46" fmla="*/ 397 w 510"/>
                  <a:gd name="T47" fmla="*/ 0 h 1021"/>
                  <a:gd name="T48" fmla="*/ 397 w 510"/>
                  <a:gd name="T49" fmla="*/ 0 h 1021"/>
                  <a:gd name="T50" fmla="*/ 404 w 510"/>
                  <a:gd name="T51" fmla="*/ 1 h 1021"/>
                  <a:gd name="T52" fmla="*/ 410 w 510"/>
                  <a:gd name="T53" fmla="*/ 3 h 1021"/>
                  <a:gd name="T54" fmla="*/ 415 w 510"/>
                  <a:gd name="T55" fmla="*/ 7 h 1021"/>
                  <a:gd name="T56" fmla="*/ 420 w 510"/>
                  <a:gd name="T57" fmla="*/ 12 h 1021"/>
                  <a:gd name="T58" fmla="*/ 505 w 510"/>
                  <a:gd name="T59" fmla="*/ 125 h 1021"/>
                  <a:gd name="T60" fmla="*/ 505 w 510"/>
                  <a:gd name="T61" fmla="*/ 125 h 1021"/>
                  <a:gd name="T62" fmla="*/ 507 w 510"/>
                  <a:gd name="T63" fmla="*/ 129 h 1021"/>
                  <a:gd name="T64" fmla="*/ 509 w 510"/>
                  <a:gd name="T65" fmla="*/ 133 h 1021"/>
                  <a:gd name="T66" fmla="*/ 510 w 510"/>
                  <a:gd name="T67" fmla="*/ 137 h 1021"/>
                  <a:gd name="T68" fmla="*/ 510 w 510"/>
                  <a:gd name="T69" fmla="*/ 142 h 1021"/>
                  <a:gd name="T70" fmla="*/ 510 w 510"/>
                  <a:gd name="T71" fmla="*/ 992 h 1021"/>
                  <a:gd name="T72" fmla="*/ 510 w 510"/>
                  <a:gd name="T73" fmla="*/ 992 h 1021"/>
                  <a:gd name="T74" fmla="*/ 510 w 510"/>
                  <a:gd name="T75" fmla="*/ 998 h 1021"/>
                  <a:gd name="T76" fmla="*/ 508 w 510"/>
                  <a:gd name="T77" fmla="*/ 1004 h 1021"/>
                  <a:gd name="T78" fmla="*/ 506 w 510"/>
                  <a:gd name="T79" fmla="*/ 1008 h 1021"/>
                  <a:gd name="T80" fmla="*/ 502 w 510"/>
                  <a:gd name="T81" fmla="*/ 1012 h 1021"/>
                  <a:gd name="T82" fmla="*/ 498 w 510"/>
                  <a:gd name="T83" fmla="*/ 1016 h 1021"/>
                  <a:gd name="T84" fmla="*/ 493 w 510"/>
                  <a:gd name="T85" fmla="*/ 1018 h 1021"/>
                  <a:gd name="T86" fmla="*/ 487 w 510"/>
                  <a:gd name="T87" fmla="*/ 1020 h 1021"/>
                  <a:gd name="T88" fmla="*/ 481 w 510"/>
                  <a:gd name="T89" fmla="*/ 1021 h 1021"/>
                  <a:gd name="T90" fmla="*/ 481 w 510"/>
                  <a:gd name="T91" fmla="*/ 1021 h 1021"/>
                  <a:gd name="T92" fmla="*/ 56 w 510"/>
                  <a:gd name="T93" fmla="*/ 964 h 1021"/>
                  <a:gd name="T94" fmla="*/ 453 w 510"/>
                  <a:gd name="T95" fmla="*/ 964 h 1021"/>
                  <a:gd name="T96" fmla="*/ 453 w 510"/>
                  <a:gd name="T97" fmla="*/ 151 h 1021"/>
                  <a:gd name="T98" fmla="*/ 382 w 510"/>
                  <a:gd name="T99" fmla="*/ 57 h 1021"/>
                  <a:gd name="T100" fmla="*/ 124 w 510"/>
                  <a:gd name="T101" fmla="*/ 57 h 1021"/>
                  <a:gd name="T102" fmla="*/ 56 w 510"/>
                  <a:gd name="T103" fmla="*/ 151 h 1021"/>
                  <a:gd name="T104" fmla="*/ 56 w 510"/>
                  <a:gd name="T105" fmla="*/ 96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0" h="1021">
                    <a:moveTo>
                      <a:pt x="481" y="1021"/>
                    </a:moveTo>
                    <a:lnTo>
                      <a:pt x="28" y="1021"/>
                    </a:lnTo>
                    <a:lnTo>
                      <a:pt x="28" y="1021"/>
                    </a:lnTo>
                    <a:lnTo>
                      <a:pt x="23" y="1020"/>
                    </a:lnTo>
                    <a:lnTo>
                      <a:pt x="17" y="1018"/>
                    </a:lnTo>
                    <a:lnTo>
                      <a:pt x="13" y="1016"/>
                    </a:lnTo>
                    <a:lnTo>
                      <a:pt x="8" y="1012"/>
                    </a:lnTo>
                    <a:lnTo>
                      <a:pt x="5" y="1008"/>
                    </a:lnTo>
                    <a:lnTo>
                      <a:pt x="2" y="1004"/>
                    </a:lnTo>
                    <a:lnTo>
                      <a:pt x="1" y="998"/>
                    </a:lnTo>
                    <a:lnTo>
                      <a:pt x="0" y="992"/>
                    </a:lnTo>
                    <a:lnTo>
                      <a:pt x="0" y="142"/>
                    </a:lnTo>
                    <a:lnTo>
                      <a:pt x="0" y="142"/>
                    </a:lnTo>
                    <a:lnTo>
                      <a:pt x="1" y="137"/>
                    </a:lnTo>
                    <a:lnTo>
                      <a:pt x="2" y="133"/>
                    </a:lnTo>
                    <a:lnTo>
                      <a:pt x="3" y="129"/>
                    </a:lnTo>
                    <a:lnTo>
                      <a:pt x="6" y="125"/>
                    </a:lnTo>
                    <a:lnTo>
                      <a:pt x="86" y="12"/>
                    </a:lnTo>
                    <a:lnTo>
                      <a:pt x="86" y="12"/>
                    </a:lnTo>
                    <a:lnTo>
                      <a:pt x="92" y="7"/>
                    </a:lnTo>
                    <a:lnTo>
                      <a:pt x="97" y="4"/>
                    </a:lnTo>
                    <a:lnTo>
                      <a:pt x="103" y="1"/>
                    </a:lnTo>
                    <a:lnTo>
                      <a:pt x="110" y="0"/>
                    </a:lnTo>
                    <a:lnTo>
                      <a:pt x="397" y="0"/>
                    </a:lnTo>
                    <a:lnTo>
                      <a:pt x="397" y="0"/>
                    </a:lnTo>
                    <a:lnTo>
                      <a:pt x="404" y="1"/>
                    </a:lnTo>
                    <a:lnTo>
                      <a:pt x="410" y="3"/>
                    </a:lnTo>
                    <a:lnTo>
                      <a:pt x="415" y="7"/>
                    </a:lnTo>
                    <a:lnTo>
                      <a:pt x="420" y="12"/>
                    </a:lnTo>
                    <a:lnTo>
                      <a:pt x="505" y="125"/>
                    </a:lnTo>
                    <a:lnTo>
                      <a:pt x="505" y="125"/>
                    </a:lnTo>
                    <a:lnTo>
                      <a:pt x="507" y="129"/>
                    </a:lnTo>
                    <a:lnTo>
                      <a:pt x="509" y="133"/>
                    </a:lnTo>
                    <a:lnTo>
                      <a:pt x="510" y="137"/>
                    </a:lnTo>
                    <a:lnTo>
                      <a:pt x="510" y="142"/>
                    </a:lnTo>
                    <a:lnTo>
                      <a:pt x="510" y="992"/>
                    </a:lnTo>
                    <a:lnTo>
                      <a:pt x="510" y="992"/>
                    </a:lnTo>
                    <a:lnTo>
                      <a:pt x="510" y="998"/>
                    </a:lnTo>
                    <a:lnTo>
                      <a:pt x="508" y="1004"/>
                    </a:lnTo>
                    <a:lnTo>
                      <a:pt x="506" y="1008"/>
                    </a:lnTo>
                    <a:lnTo>
                      <a:pt x="502" y="1012"/>
                    </a:lnTo>
                    <a:lnTo>
                      <a:pt x="498" y="1016"/>
                    </a:lnTo>
                    <a:lnTo>
                      <a:pt x="493" y="1018"/>
                    </a:lnTo>
                    <a:lnTo>
                      <a:pt x="487" y="1020"/>
                    </a:lnTo>
                    <a:lnTo>
                      <a:pt x="481" y="1021"/>
                    </a:lnTo>
                    <a:lnTo>
                      <a:pt x="481" y="1021"/>
                    </a:lnTo>
                    <a:close/>
                    <a:moveTo>
                      <a:pt x="56" y="964"/>
                    </a:moveTo>
                    <a:lnTo>
                      <a:pt x="453" y="964"/>
                    </a:lnTo>
                    <a:lnTo>
                      <a:pt x="453" y="151"/>
                    </a:lnTo>
                    <a:lnTo>
                      <a:pt x="382" y="57"/>
                    </a:lnTo>
                    <a:lnTo>
                      <a:pt x="124" y="57"/>
                    </a:lnTo>
                    <a:lnTo>
                      <a:pt x="56" y="151"/>
                    </a:lnTo>
                    <a:lnTo>
                      <a:pt x="56" y="9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283">
                <a:extLst>
                  <a:ext uri="{FF2B5EF4-FFF2-40B4-BE49-F238E27FC236}">
                    <a16:creationId xmlns:a16="http://schemas.microsoft.com/office/drawing/2014/main" id="{E9702C58-8E7B-129E-CDC9-D10F2A4B7562}"/>
                  </a:ext>
                </a:extLst>
              </p:cNvPr>
              <p:cNvSpPr>
                <a:spLocks noEditPoints="1"/>
              </p:cNvSpPr>
              <p:nvPr/>
            </p:nvSpPr>
            <p:spPr bwMode="auto">
              <a:xfrm>
                <a:off x="5091113" y="1524001"/>
                <a:ext cx="74613" cy="46038"/>
              </a:xfrm>
              <a:custGeom>
                <a:avLst/>
                <a:gdLst>
                  <a:gd name="T0" fmla="*/ 254 w 283"/>
                  <a:gd name="T1" fmla="*/ 169 h 169"/>
                  <a:gd name="T2" fmla="*/ 28 w 283"/>
                  <a:gd name="T3" fmla="*/ 169 h 169"/>
                  <a:gd name="T4" fmla="*/ 28 w 283"/>
                  <a:gd name="T5" fmla="*/ 169 h 169"/>
                  <a:gd name="T6" fmla="*/ 22 w 283"/>
                  <a:gd name="T7" fmla="*/ 169 h 169"/>
                  <a:gd name="T8" fmla="*/ 17 w 283"/>
                  <a:gd name="T9" fmla="*/ 167 h 169"/>
                  <a:gd name="T10" fmla="*/ 12 w 283"/>
                  <a:gd name="T11" fmla="*/ 164 h 169"/>
                  <a:gd name="T12" fmla="*/ 8 w 283"/>
                  <a:gd name="T13" fmla="*/ 161 h 169"/>
                  <a:gd name="T14" fmla="*/ 4 w 283"/>
                  <a:gd name="T15" fmla="*/ 157 h 169"/>
                  <a:gd name="T16" fmla="*/ 2 w 283"/>
                  <a:gd name="T17" fmla="*/ 152 h 169"/>
                  <a:gd name="T18" fmla="*/ 0 w 283"/>
                  <a:gd name="T19" fmla="*/ 147 h 169"/>
                  <a:gd name="T20" fmla="*/ 0 w 283"/>
                  <a:gd name="T21" fmla="*/ 141 h 169"/>
                  <a:gd name="T22" fmla="*/ 0 w 283"/>
                  <a:gd name="T23" fmla="*/ 28 h 169"/>
                  <a:gd name="T24" fmla="*/ 0 w 283"/>
                  <a:gd name="T25" fmla="*/ 28 h 169"/>
                  <a:gd name="T26" fmla="*/ 0 w 283"/>
                  <a:gd name="T27" fmla="*/ 22 h 169"/>
                  <a:gd name="T28" fmla="*/ 2 w 283"/>
                  <a:gd name="T29" fmla="*/ 17 h 169"/>
                  <a:gd name="T30" fmla="*/ 4 w 283"/>
                  <a:gd name="T31" fmla="*/ 12 h 169"/>
                  <a:gd name="T32" fmla="*/ 8 w 283"/>
                  <a:gd name="T33" fmla="*/ 8 h 169"/>
                  <a:gd name="T34" fmla="*/ 12 w 283"/>
                  <a:gd name="T35" fmla="*/ 5 h 169"/>
                  <a:gd name="T36" fmla="*/ 17 w 283"/>
                  <a:gd name="T37" fmla="*/ 2 h 169"/>
                  <a:gd name="T38" fmla="*/ 22 w 283"/>
                  <a:gd name="T39" fmla="*/ 0 h 169"/>
                  <a:gd name="T40" fmla="*/ 28 w 283"/>
                  <a:gd name="T41" fmla="*/ 0 h 169"/>
                  <a:gd name="T42" fmla="*/ 254 w 283"/>
                  <a:gd name="T43" fmla="*/ 0 h 169"/>
                  <a:gd name="T44" fmla="*/ 254 w 283"/>
                  <a:gd name="T45" fmla="*/ 0 h 169"/>
                  <a:gd name="T46" fmla="*/ 260 w 283"/>
                  <a:gd name="T47" fmla="*/ 0 h 169"/>
                  <a:gd name="T48" fmla="*/ 265 w 283"/>
                  <a:gd name="T49" fmla="*/ 2 h 169"/>
                  <a:gd name="T50" fmla="*/ 270 w 283"/>
                  <a:gd name="T51" fmla="*/ 5 h 169"/>
                  <a:gd name="T52" fmla="*/ 274 w 283"/>
                  <a:gd name="T53" fmla="*/ 8 h 169"/>
                  <a:gd name="T54" fmla="*/ 278 w 283"/>
                  <a:gd name="T55" fmla="*/ 12 h 169"/>
                  <a:gd name="T56" fmla="*/ 281 w 283"/>
                  <a:gd name="T57" fmla="*/ 17 h 169"/>
                  <a:gd name="T58" fmla="*/ 283 w 283"/>
                  <a:gd name="T59" fmla="*/ 22 h 169"/>
                  <a:gd name="T60" fmla="*/ 283 w 283"/>
                  <a:gd name="T61" fmla="*/ 28 h 169"/>
                  <a:gd name="T62" fmla="*/ 283 w 283"/>
                  <a:gd name="T63" fmla="*/ 141 h 169"/>
                  <a:gd name="T64" fmla="*/ 283 w 283"/>
                  <a:gd name="T65" fmla="*/ 141 h 169"/>
                  <a:gd name="T66" fmla="*/ 283 w 283"/>
                  <a:gd name="T67" fmla="*/ 147 h 169"/>
                  <a:gd name="T68" fmla="*/ 281 w 283"/>
                  <a:gd name="T69" fmla="*/ 152 h 169"/>
                  <a:gd name="T70" fmla="*/ 278 w 283"/>
                  <a:gd name="T71" fmla="*/ 157 h 169"/>
                  <a:gd name="T72" fmla="*/ 274 w 283"/>
                  <a:gd name="T73" fmla="*/ 161 h 169"/>
                  <a:gd name="T74" fmla="*/ 270 w 283"/>
                  <a:gd name="T75" fmla="*/ 164 h 169"/>
                  <a:gd name="T76" fmla="*/ 265 w 283"/>
                  <a:gd name="T77" fmla="*/ 167 h 169"/>
                  <a:gd name="T78" fmla="*/ 260 w 283"/>
                  <a:gd name="T79" fmla="*/ 169 h 169"/>
                  <a:gd name="T80" fmla="*/ 254 w 283"/>
                  <a:gd name="T81" fmla="*/ 169 h 169"/>
                  <a:gd name="T82" fmla="*/ 254 w 283"/>
                  <a:gd name="T83" fmla="*/ 169 h 169"/>
                  <a:gd name="T84" fmla="*/ 56 w 283"/>
                  <a:gd name="T85" fmla="*/ 113 h 169"/>
                  <a:gd name="T86" fmla="*/ 226 w 283"/>
                  <a:gd name="T87" fmla="*/ 113 h 169"/>
                  <a:gd name="T88" fmla="*/ 226 w 283"/>
                  <a:gd name="T89" fmla="*/ 56 h 169"/>
                  <a:gd name="T90" fmla="*/ 56 w 283"/>
                  <a:gd name="T91" fmla="*/ 56 h 169"/>
                  <a:gd name="T92" fmla="*/ 56 w 283"/>
                  <a:gd name="T93" fmla="*/ 11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69">
                    <a:moveTo>
                      <a:pt x="254" y="169"/>
                    </a:moveTo>
                    <a:lnTo>
                      <a:pt x="28" y="169"/>
                    </a:lnTo>
                    <a:lnTo>
                      <a:pt x="28" y="169"/>
                    </a:lnTo>
                    <a:lnTo>
                      <a:pt x="22" y="169"/>
                    </a:lnTo>
                    <a:lnTo>
                      <a:pt x="17" y="167"/>
                    </a:lnTo>
                    <a:lnTo>
                      <a:pt x="12" y="164"/>
                    </a:lnTo>
                    <a:lnTo>
                      <a:pt x="8" y="161"/>
                    </a:lnTo>
                    <a:lnTo>
                      <a:pt x="4" y="157"/>
                    </a:lnTo>
                    <a:lnTo>
                      <a:pt x="2" y="152"/>
                    </a:lnTo>
                    <a:lnTo>
                      <a:pt x="0" y="147"/>
                    </a:lnTo>
                    <a:lnTo>
                      <a:pt x="0" y="141"/>
                    </a:lnTo>
                    <a:lnTo>
                      <a:pt x="0" y="28"/>
                    </a:lnTo>
                    <a:lnTo>
                      <a:pt x="0" y="28"/>
                    </a:lnTo>
                    <a:lnTo>
                      <a:pt x="0" y="22"/>
                    </a:lnTo>
                    <a:lnTo>
                      <a:pt x="2" y="17"/>
                    </a:lnTo>
                    <a:lnTo>
                      <a:pt x="4" y="12"/>
                    </a:lnTo>
                    <a:lnTo>
                      <a:pt x="8" y="8"/>
                    </a:lnTo>
                    <a:lnTo>
                      <a:pt x="12" y="5"/>
                    </a:lnTo>
                    <a:lnTo>
                      <a:pt x="17" y="2"/>
                    </a:lnTo>
                    <a:lnTo>
                      <a:pt x="22" y="0"/>
                    </a:lnTo>
                    <a:lnTo>
                      <a:pt x="28" y="0"/>
                    </a:lnTo>
                    <a:lnTo>
                      <a:pt x="254" y="0"/>
                    </a:lnTo>
                    <a:lnTo>
                      <a:pt x="254" y="0"/>
                    </a:lnTo>
                    <a:lnTo>
                      <a:pt x="260" y="0"/>
                    </a:lnTo>
                    <a:lnTo>
                      <a:pt x="265" y="2"/>
                    </a:lnTo>
                    <a:lnTo>
                      <a:pt x="270" y="5"/>
                    </a:lnTo>
                    <a:lnTo>
                      <a:pt x="274" y="8"/>
                    </a:lnTo>
                    <a:lnTo>
                      <a:pt x="278" y="12"/>
                    </a:lnTo>
                    <a:lnTo>
                      <a:pt x="281" y="17"/>
                    </a:lnTo>
                    <a:lnTo>
                      <a:pt x="283" y="22"/>
                    </a:lnTo>
                    <a:lnTo>
                      <a:pt x="283" y="28"/>
                    </a:lnTo>
                    <a:lnTo>
                      <a:pt x="283" y="141"/>
                    </a:lnTo>
                    <a:lnTo>
                      <a:pt x="283" y="141"/>
                    </a:lnTo>
                    <a:lnTo>
                      <a:pt x="283" y="147"/>
                    </a:lnTo>
                    <a:lnTo>
                      <a:pt x="281" y="152"/>
                    </a:lnTo>
                    <a:lnTo>
                      <a:pt x="278" y="157"/>
                    </a:lnTo>
                    <a:lnTo>
                      <a:pt x="274" y="161"/>
                    </a:lnTo>
                    <a:lnTo>
                      <a:pt x="270" y="164"/>
                    </a:lnTo>
                    <a:lnTo>
                      <a:pt x="265" y="167"/>
                    </a:lnTo>
                    <a:lnTo>
                      <a:pt x="260" y="169"/>
                    </a:lnTo>
                    <a:lnTo>
                      <a:pt x="254" y="169"/>
                    </a:lnTo>
                    <a:lnTo>
                      <a:pt x="254" y="169"/>
                    </a:lnTo>
                    <a:close/>
                    <a:moveTo>
                      <a:pt x="56" y="113"/>
                    </a:moveTo>
                    <a:lnTo>
                      <a:pt x="226" y="113"/>
                    </a:lnTo>
                    <a:lnTo>
                      <a:pt x="226" y="56"/>
                    </a:lnTo>
                    <a:lnTo>
                      <a:pt x="56" y="56"/>
                    </a:lnTo>
                    <a:lnTo>
                      <a:pt x="56"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284">
                <a:extLst>
                  <a:ext uri="{FF2B5EF4-FFF2-40B4-BE49-F238E27FC236}">
                    <a16:creationId xmlns:a16="http://schemas.microsoft.com/office/drawing/2014/main" id="{F807123F-1D43-D537-81FB-9CA5C929EC24}"/>
                  </a:ext>
                </a:extLst>
              </p:cNvPr>
              <p:cNvSpPr>
                <a:spLocks noEditPoints="1"/>
              </p:cNvSpPr>
              <p:nvPr/>
            </p:nvSpPr>
            <p:spPr bwMode="auto">
              <a:xfrm>
                <a:off x="5106988" y="1622426"/>
                <a:ext cx="44450" cy="44450"/>
              </a:xfrm>
              <a:custGeom>
                <a:avLst/>
                <a:gdLst>
                  <a:gd name="T0" fmla="*/ 85 w 170"/>
                  <a:gd name="T1" fmla="*/ 170 h 170"/>
                  <a:gd name="T2" fmla="*/ 68 w 170"/>
                  <a:gd name="T3" fmla="*/ 168 h 170"/>
                  <a:gd name="T4" fmla="*/ 52 w 170"/>
                  <a:gd name="T5" fmla="*/ 163 h 170"/>
                  <a:gd name="T6" fmla="*/ 38 w 170"/>
                  <a:gd name="T7" fmla="*/ 155 h 170"/>
                  <a:gd name="T8" fmla="*/ 25 w 170"/>
                  <a:gd name="T9" fmla="*/ 145 h 170"/>
                  <a:gd name="T10" fmla="*/ 14 w 170"/>
                  <a:gd name="T11" fmla="*/ 133 h 170"/>
                  <a:gd name="T12" fmla="*/ 6 w 170"/>
                  <a:gd name="T13" fmla="*/ 118 h 170"/>
                  <a:gd name="T14" fmla="*/ 1 w 170"/>
                  <a:gd name="T15" fmla="*/ 102 h 170"/>
                  <a:gd name="T16" fmla="*/ 0 w 170"/>
                  <a:gd name="T17" fmla="*/ 85 h 170"/>
                  <a:gd name="T18" fmla="*/ 0 w 170"/>
                  <a:gd name="T19" fmla="*/ 76 h 170"/>
                  <a:gd name="T20" fmla="*/ 3 w 170"/>
                  <a:gd name="T21" fmla="*/ 60 h 170"/>
                  <a:gd name="T22" fmla="*/ 10 w 170"/>
                  <a:gd name="T23" fmla="*/ 45 h 170"/>
                  <a:gd name="T24" fmla="*/ 19 w 170"/>
                  <a:gd name="T25" fmla="*/ 31 h 170"/>
                  <a:gd name="T26" fmla="*/ 31 w 170"/>
                  <a:gd name="T27" fmla="*/ 20 h 170"/>
                  <a:gd name="T28" fmla="*/ 45 w 170"/>
                  <a:gd name="T29" fmla="*/ 11 h 170"/>
                  <a:gd name="T30" fmla="*/ 60 w 170"/>
                  <a:gd name="T31" fmla="*/ 3 h 170"/>
                  <a:gd name="T32" fmla="*/ 76 w 170"/>
                  <a:gd name="T33" fmla="*/ 0 h 170"/>
                  <a:gd name="T34" fmla="*/ 85 w 170"/>
                  <a:gd name="T35" fmla="*/ 0 h 170"/>
                  <a:gd name="T36" fmla="*/ 102 w 170"/>
                  <a:gd name="T37" fmla="*/ 1 h 170"/>
                  <a:gd name="T38" fmla="*/ 118 w 170"/>
                  <a:gd name="T39" fmla="*/ 7 h 170"/>
                  <a:gd name="T40" fmla="*/ 133 w 170"/>
                  <a:gd name="T41" fmla="*/ 15 h 170"/>
                  <a:gd name="T42" fmla="*/ 145 w 170"/>
                  <a:gd name="T43" fmla="*/ 25 h 170"/>
                  <a:gd name="T44" fmla="*/ 156 w 170"/>
                  <a:gd name="T45" fmla="*/ 38 h 170"/>
                  <a:gd name="T46" fmla="*/ 163 w 170"/>
                  <a:gd name="T47" fmla="*/ 52 h 170"/>
                  <a:gd name="T48" fmla="*/ 168 w 170"/>
                  <a:gd name="T49" fmla="*/ 68 h 170"/>
                  <a:gd name="T50" fmla="*/ 170 w 170"/>
                  <a:gd name="T51" fmla="*/ 85 h 170"/>
                  <a:gd name="T52" fmla="*/ 170 w 170"/>
                  <a:gd name="T53" fmla="*/ 93 h 170"/>
                  <a:gd name="T54" fmla="*/ 166 w 170"/>
                  <a:gd name="T55" fmla="*/ 111 h 170"/>
                  <a:gd name="T56" fmla="*/ 160 w 170"/>
                  <a:gd name="T57" fmla="*/ 126 h 170"/>
                  <a:gd name="T58" fmla="*/ 151 w 170"/>
                  <a:gd name="T59" fmla="*/ 139 h 170"/>
                  <a:gd name="T60" fmla="*/ 139 w 170"/>
                  <a:gd name="T61" fmla="*/ 151 h 170"/>
                  <a:gd name="T62" fmla="*/ 126 w 170"/>
                  <a:gd name="T63" fmla="*/ 160 h 170"/>
                  <a:gd name="T64" fmla="*/ 110 w 170"/>
                  <a:gd name="T65" fmla="*/ 166 h 170"/>
                  <a:gd name="T66" fmla="*/ 93 w 170"/>
                  <a:gd name="T67" fmla="*/ 169 h 170"/>
                  <a:gd name="T68" fmla="*/ 85 w 170"/>
                  <a:gd name="T69" fmla="*/ 170 h 170"/>
                  <a:gd name="T70" fmla="*/ 85 w 170"/>
                  <a:gd name="T71" fmla="*/ 57 h 170"/>
                  <a:gd name="T72" fmla="*/ 74 w 170"/>
                  <a:gd name="T73" fmla="*/ 59 h 170"/>
                  <a:gd name="T74" fmla="*/ 65 w 170"/>
                  <a:gd name="T75" fmla="*/ 65 h 170"/>
                  <a:gd name="T76" fmla="*/ 59 w 170"/>
                  <a:gd name="T77" fmla="*/ 74 h 170"/>
                  <a:gd name="T78" fmla="*/ 57 w 170"/>
                  <a:gd name="T79" fmla="*/ 85 h 170"/>
                  <a:gd name="T80" fmla="*/ 57 w 170"/>
                  <a:gd name="T81" fmla="*/ 90 h 170"/>
                  <a:gd name="T82" fmla="*/ 62 w 170"/>
                  <a:gd name="T83" fmla="*/ 100 h 170"/>
                  <a:gd name="T84" fmla="*/ 69 w 170"/>
                  <a:gd name="T85" fmla="*/ 109 h 170"/>
                  <a:gd name="T86" fmla="*/ 79 w 170"/>
                  <a:gd name="T87" fmla="*/ 113 h 170"/>
                  <a:gd name="T88" fmla="*/ 85 w 170"/>
                  <a:gd name="T89" fmla="*/ 114 h 170"/>
                  <a:gd name="T90" fmla="*/ 96 w 170"/>
                  <a:gd name="T91" fmla="*/ 112 h 170"/>
                  <a:gd name="T92" fmla="*/ 105 w 170"/>
                  <a:gd name="T93" fmla="*/ 105 h 170"/>
                  <a:gd name="T94" fmla="*/ 111 w 170"/>
                  <a:gd name="T95" fmla="*/ 96 h 170"/>
                  <a:gd name="T96" fmla="*/ 113 w 170"/>
                  <a:gd name="T97" fmla="*/ 85 h 170"/>
                  <a:gd name="T98" fmla="*/ 112 w 170"/>
                  <a:gd name="T99" fmla="*/ 79 h 170"/>
                  <a:gd name="T100" fmla="*/ 108 w 170"/>
                  <a:gd name="T101" fmla="*/ 69 h 170"/>
                  <a:gd name="T102" fmla="*/ 100 w 170"/>
                  <a:gd name="T103" fmla="*/ 61 h 170"/>
                  <a:gd name="T104" fmla="*/ 90 w 170"/>
                  <a:gd name="T105" fmla="*/ 57 h 170"/>
                  <a:gd name="T106" fmla="*/ 85 w 170"/>
                  <a:gd name="T107" fmla="*/ 57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0" h="170">
                    <a:moveTo>
                      <a:pt x="85" y="170"/>
                    </a:moveTo>
                    <a:lnTo>
                      <a:pt x="85" y="170"/>
                    </a:lnTo>
                    <a:lnTo>
                      <a:pt x="76" y="169"/>
                    </a:lnTo>
                    <a:lnTo>
                      <a:pt x="68" y="168"/>
                    </a:lnTo>
                    <a:lnTo>
                      <a:pt x="60" y="166"/>
                    </a:lnTo>
                    <a:lnTo>
                      <a:pt x="52" y="163"/>
                    </a:lnTo>
                    <a:lnTo>
                      <a:pt x="45" y="160"/>
                    </a:lnTo>
                    <a:lnTo>
                      <a:pt x="38" y="155"/>
                    </a:lnTo>
                    <a:lnTo>
                      <a:pt x="31" y="151"/>
                    </a:lnTo>
                    <a:lnTo>
                      <a:pt x="25" y="145"/>
                    </a:lnTo>
                    <a:lnTo>
                      <a:pt x="19" y="139"/>
                    </a:lnTo>
                    <a:lnTo>
                      <a:pt x="14" y="133"/>
                    </a:lnTo>
                    <a:lnTo>
                      <a:pt x="10" y="126"/>
                    </a:lnTo>
                    <a:lnTo>
                      <a:pt x="6" y="118"/>
                    </a:lnTo>
                    <a:lnTo>
                      <a:pt x="3" y="111"/>
                    </a:lnTo>
                    <a:lnTo>
                      <a:pt x="1" y="102"/>
                    </a:lnTo>
                    <a:lnTo>
                      <a:pt x="0" y="93"/>
                    </a:lnTo>
                    <a:lnTo>
                      <a:pt x="0" y="85"/>
                    </a:lnTo>
                    <a:lnTo>
                      <a:pt x="0" y="85"/>
                    </a:lnTo>
                    <a:lnTo>
                      <a:pt x="0" y="76"/>
                    </a:lnTo>
                    <a:lnTo>
                      <a:pt x="1" y="68"/>
                    </a:lnTo>
                    <a:lnTo>
                      <a:pt x="3" y="60"/>
                    </a:lnTo>
                    <a:lnTo>
                      <a:pt x="6" y="52"/>
                    </a:lnTo>
                    <a:lnTo>
                      <a:pt x="10" y="45"/>
                    </a:lnTo>
                    <a:lnTo>
                      <a:pt x="14" y="38"/>
                    </a:lnTo>
                    <a:lnTo>
                      <a:pt x="19" y="31"/>
                    </a:lnTo>
                    <a:lnTo>
                      <a:pt x="25" y="25"/>
                    </a:lnTo>
                    <a:lnTo>
                      <a:pt x="31" y="20"/>
                    </a:lnTo>
                    <a:lnTo>
                      <a:pt x="38" y="15"/>
                    </a:lnTo>
                    <a:lnTo>
                      <a:pt x="45" y="11"/>
                    </a:lnTo>
                    <a:lnTo>
                      <a:pt x="52" y="7"/>
                    </a:lnTo>
                    <a:lnTo>
                      <a:pt x="60" y="3"/>
                    </a:lnTo>
                    <a:lnTo>
                      <a:pt x="68" y="1"/>
                    </a:lnTo>
                    <a:lnTo>
                      <a:pt x="76" y="0"/>
                    </a:lnTo>
                    <a:lnTo>
                      <a:pt x="85" y="0"/>
                    </a:lnTo>
                    <a:lnTo>
                      <a:pt x="85" y="0"/>
                    </a:lnTo>
                    <a:lnTo>
                      <a:pt x="93" y="0"/>
                    </a:lnTo>
                    <a:lnTo>
                      <a:pt x="102" y="1"/>
                    </a:lnTo>
                    <a:lnTo>
                      <a:pt x="110" y="3"/>
                    </a:lnTo>
                    <a:lnTo>
                      <a:pt x="118" y="7"/>
                    </a:lnTo>
                    <a:lnTo>
                      <a:pt x="126" y="11"/>
                    </a:lnTo>
                    <a:lnTo>
                      <a:pt x="133" y="15"/>
                    </a:lnTo>
                    <a:lnTo>
                      <a:pt x="139" y="20"/>
                    </a:lnTo>
                    <a:lnTo>
                      <a:pt x="145" y="25"/>
                    </a:lnTo>
                    <a:lnTo>
                      <a:pt x="151" y="31"/>
                    </a:lnTo>
                    <a:lnTo>
                      <a:pt x="156" y="38"/>
                    </a:lnTo>
                    <a:lnTo>
                      <a:pt x="160" y="45"/>
                    </a:lnTo>
                    <a:lnTo>
                      <a:pt x="163" y="52"/>
                    </a:lnTo>
                    <a:lnTo>
                      <a:pt x="166" y="60"/>
                    </a:lnTo>
                    <a:lnTo>
                      <a:pt x="168" y="68"/>
                    </a:lnTo>
                    <a:lnTo>
                      <a:pt x="170" y="76"/>
                    </a:lnTo>
                    <a:lnTo>
                      <a:pt x="170" y="85"/>
                    </a:lnTo>
                    <a:lnTo>
                      <a:pt x="170" y="85"/>
                    </a:lnTo>
                    <a:lnTo>
                      <a:pt x="170" y="93"/>
                    </a:lnTo>
                    <a:lnTo>
                      <a:pt x="168" y="102"/>
                    </a:lnTo>
                    <a:lnTo>
                      <a:pt x="166" y="111"/>
                    </a:lnTo>
                    <a:lnTo>
                      <a:pt x="163" y="118"/>
                    </a:lnTo>
                    <a:lnTo>
                      <a:pt x="160" y="126"/>
                    </a:lnTo>
                    <a:lnTo>
                      <a:pt x="156" y="133"/>
                    </a:lnTo>
                    <a:lnTo>
                      <a:pt x="151" y="139"/>
                    </a:lnTo>
                    <a:lnTo>
                      <a:pt x="145" y="145"/>
                    </a:lnTo>
                    <a:lnTo>
                      <a:pt x="139" y="151"/>
                    </a:lnTo>
                    <a:lnTo>
                      <a:pt x="133" y="155"/>
                    </a:lnTo>
                    <a:lnTo>
                      <a:pt x="126" y="160"/>
                    </a:lnTo>
                    <a:lnTo>
                      <a:pt x="118" y="163"/>
                    </a:lnTo>
                    <a:lnTo>
                      <a:pt x="110" y="166"/>
                    </a:lnTo>
                    <a:lnTo>
                      <a:pt x="102" y="168"/>
                    </a:lnTo>
                    <a:lnTo>
                      <a:pt x="93" y="169"/>
                    </a:lnTo>
                    <a:lnTo>
                      <a:pt x="85" y="170"/>
                    </a:lnTo>
                    <a:lnTo>
                      <a:pt x="85" y="170"/>
                    </a:lnTo>
                    <a:close/>
                    <a:moveTo>
                      <a:pt x="85" y="57"/>
                    </a:moveTo>
                    <a:lnTo>
                      <a:pt x="85" y="57"/>
                    </a:lnTo>
                    <a:lnTo>
                      <a:pt x="79" y="57"/>
                    </a:lnTo>
                    <a:lnTo>
                      <a:pt x="74" y="59"/>
                    </a:lnTo>
                    <a:lnTo>
                      <a:pt x="69" y="61"/>
                    </a:lnTo>
                    <a:lnTo>
                      <a:pt x="65" y="65"/>
                    </a:lnTo>
                    <a:lnTo>
                      <a:pt x="62" y="69"/>
                    </a:lnTo>
                    <a:lnTo>
                      <a:pt x="59" y="74"/>
                    </a:lnTo>
                    <a:lnTo>
                      <a:pt x="57" y="79"/>
                    </a:lnTo>
                    <a:lnTo>
                      <a:pt x="57" y="85"/>
                    </a:lnTo>
                    <a:lnTo>
                      <a:pt x="57" y="85"/>
                    </a:lnTo>
                    <a:lnTo>
                      <a:pt x="57" y="90"/>
                    </a:lnTo>
                    <a:lnTo>
                      <a:pt x="59" y="96"/>
                    </a:lnTo>
                    <a:lnTo>
                      <a:pt x="62" y="100"/>
                    </a:lnTo>
                    <a:lnTo>
                      <a:pt x="65" y="105"/>
                    </a:lnTo>
                    <a:lnTo>
                      <a:pt x="69" y="109"/>
                    </a:lnTo>
                    <a:lnTo>
                      <a:pt x="74" y="112"/>
                    </a:lnTo>
                    <a:lnTo>
                      <a:pt x="79" y="113"/>
                    </a:lnTo>
                    <a:lnTo>
                      <a:pt x="85" y="114"/>
                    </a:lnTo>
                    <a:lnTo>
                      <a:pt x="85" y="114"/>
                    </a:lnTo>
                    <a:lnTo>
                      <a:pt x="90" y="113"/>
                    </a:lnTo>
                    <a:lnTo>
                      <a:pt x="96" y="112"/>
                    </a:lnTo>
                    <a:lnTo>
                      <a:pt x="100" y="109"/>
                    </a:lnTo>
                    <a:lnTo>
                      <a:pt x="105" y="105"/>
                    </a:lnTo>
                    <a:lnTo>
                      <a:pt x="108" y="100"/>
                    </a:lnTo>
                    <a:lnTo>
                      <a:pt x="111" y="96"/>
                    </a:lnTo>
                    <a:lnTo>
                      <a:pt x="112" y="90"/>
                    </a:lnTo>
                    <a:lnTo>
                      <a:pt x="113" y="85"/>
                    </a:lnTo>
                    <a:lnTo>
                      <a:pt x="113" y="85"/>
                    </a:lnTo>
                    <a:lnTo>
                      <a:pt x="112" y="79"/>
                    </a:lnTo>
                    <a:lnTo>
                      <a:pt x="111" y="74"/>
                    </a:lnTo>
                    <a:lnTo>
                      <a:pt x="108" y="69"/>
                    </a:lnTo>
                    <a:lnTo>
                      <a:pt x="105" y="65"/>
                    </a:lnTo>
                    <a:lnTo>
                      <a:pt x="100" y="61"/>
                    </a:lnTo>
                    <a:lnTo>
                      <a:pt x="96" y="59"/>
                    </a:lnTo>
                    <a:lnTo>
                      <a:pt x="90" y="57"/>
                    </a:lnTo>
                    <a:lnTo>
                      <a:pt x="85" y="57"/>
                    </a:lnTo>
                    <a:lnTo>
                      <a:pt x="85"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Rectangle 285">
                <a:extLst>
                  <a:ext uri="{FF2B5EF4-FFF2-40B4-BE49-F238E27FC236}">
                    <a16:creationId xmlns:a16="http://schemas.microsoft.com/office/drawing/2014/main" id="{FCD58BF7-8443-92B9-FE5E-503A1889DE34}"/>
                  </a:ext>
                </a:extLst>
              </p:cNvPr>
              <p:cNvSpPr>
                <a:spLocks noChangeArrowheads="1"/>
              </p:cNvSpPr>
              <p:nvPr/>
            </p:nvSpPr>
            <p:spPr bwMode="auto">
              <a:xfrm>
                <a:off x="5091113" y="1689101"/>
                <a:ext cx="74613"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Rectangle 286">
                <a:extLst>
                  <a:ext uri="{FF2B5EF4-FFF2-40B4-BE49-F238E27FC236}">
                    <a16:creationId xmlns:a16="http://schemas.microsoft.com/office/drawing/2014/main" id="{5CF6A789-C063-13AE-E170-6DD7DEB06D44}"/>
                  </a:ext>
                </a:extLst>
              </p:cNvPr>
              <p:cNvSpPr>
                <a:spLocks noChangeArrowheads="1"/>
              </p:cNvSpPr>
              <p:nvPr/>
            </p:nvSpPr>
            <p:spPr bwMode="auto">
              <a:xfrm>
                <a:off x="5091113" y="1719263"/>
                <a:ext cx="74613" cy="142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46" name="Group 145">
            <a:extLst>
              <a:ext uri="{FF2B5EF4-FFF2-40B4-BE49-F238E27FC236}">
                <a16:creationId xmlns:a16="http://schemas.microsoft.com/office/drawing/2014/main" id="{31B39671-F40D-BF22-2054-75E98F11C4F9}"/>
              </a:ext>
            </a:extLst>
          </p:cNvPr>
          <p:cNvGrpSpPr/>
          <p:nvPr/>
        </p:nvGrpSpPr>
        <p:grpSpPr>
          <a:xfrm>
            <a:off x="4478815" y="2861751"/>
            <a:ext cx="1528146" cy="1677234"/>
            <a:chOff x="4478815" y="2861751"/>
            <a:chExt cx="1528146" cy="1677234"/>
          </a:xfrm>
        </p:grpSpPr>
        <p:sp>
          <p:nvSpPr>
            <p:cNvPr id="6" name="Sechseck 78">
              <a:extLst>
                <a:ext uri="{FF2B5EF4-FFF2-40B4-BE49-F238E27FC236}">
                  <a16:creationId xmlns:a16="http://schemas.microsoft.com/office/drawing/2014/main" id="{3F9FB32A-EC4C-C322-1298-48171990F730}"/>
                </a:ext>
              </a:extLst>
            </p:cNvPr>
            <p:cNvSpPr/>
            <p:nvPr/>
          </p:nvSpPr>
          <p:spPr>
            <a:xfrm rot="5400000">
              <a:off x="4404271" y="2936295"/>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47" name="Sechseck 6">
              <a:extLst>
                <a:ext uri="{FF2B5EF4-FFF2-40B4-BE49-F238E27FC236}">
                  <a16:creationId xmlns:a16="http://schemas.microsoft.com/office/drawing/2014/main" id="{495A9B67-C99D-D8B9-4C89-08D5A6E177AA}"/>
                </a:ext>
              </a:extLst>
            </p:cNvPr>
            <p:cNvSpPr txBox="1"/>
            <p:nvPr/>
          </p:nvSpPr>
          <p:spPr>
            <a:xfrm>
              <a:off x="4522886" y="3753036"/>
              <a:ext cx="1440000" cy="38779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77850">
                <a:lnSpc>
                  <a:spcPct val="90000"/>
                </a:lnSpc>
                <a:spcBef>
                  <a:spcPct val="0"/>
                </a:spcBef>
                <a:spcAft>
                  <a:spcPct val="35000"/>
                </a:spcAft>
                <a:buNone/>
              </a:pPr>
              <a:r>
                <a:rPr lang="de-DE" sz="1400" b="1" kern="1200" dirty="0">
                  <a:solidFill>
                    <a:schemeClr val="accent2"/>
                  </a:solidFill>
                </a:rPr>
                <a:t>Verpackungs-</a:t>
              </a:r>
              <a:br>
                <a:rPr lang="de-DE" sz="1400" b="1" kern="1200" dirty="0">
                  <a:solidFill>
                    <a:schemeClr val="accent2"/>
                  </a:solidFill>
                </a:rPr>
              </a:br>
              <a:r>
                <a:rPr lang="de-DE" sz="1400" b="1" kern="1200" dirty="0" err="1">
                  <a:solidFill>
                    <a:schemeClr val="accent2"/>
                  </a:solidFill>
                </a:rPr>
                <a:t>optimierung</a:t>
              </a:r>
              <a:endParaRPr lang="de-DE" sz="1400" b="1" kern="1200" dirty="0">
                <a:solidFill>
                  <a:schemeClr val="accent2"/>
                </a:solidFill>
              </a:endParaRPr>
            </a:p>
          </p:txBody>
        </p:sp>
        <p:sp>
          <p:nvSpPr>
            <p:cNvPr id="72" name="Sechseck 39">
              <a:extLst>
                <a:ext uri="{FF2B5EF4-FFF2-40B4-BE49-F238E27FC236}">
                  <a16:creationId xmlns:a16="http://schemas.microsoft.com/office/drawing/2014/main" id="{81A8555E-DC72-314D-4CA9-DB51CC0BB667}"/>
                </a:ext>
              </a:extLst>
            </p:cNvPr>
            <p:cNvSpPr/>
            <p:nvPr/>
          </p:nvSpPr>
          <p:spPr>
            <a:xfrm rot="5400000" flipH="1">
              <a:off x="4901395" y="2998499"/>
              <a:ext cx="682983" cy="625511"/>
            </a:xfrm>
            <a:prstGeom prst="hexagon">
              <a:avLst>
                <a:gd name="adj" fmla="val 25000"/>
                <a:gd name="vf" fmla="val 11547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tIns="0" rIns="0" bIns="0" anchor="ctr"/>
            <a:lstStyle/>
            <a:p>
              <a:pPr algn="ctr"/>
              <a:endParaRPr lang="de-DE" dirty="0"/>
            </a:p>
          </p:txBody>
        </p:sp>
        <p:pic>
          <p:nvPicPr>
            <p:cNvPr id="133" name="Grafik 306" descr="Karton geöffnet Silhouette">
              <a:extLst>
                <a:ext uri="{FF2B5EF4-FFF2-40B4-BE49-F238E27FC236}">
                  <a16:creationId xmlns:a16="http://schemas.microsoft.com/office/drawing/2014/main" id="{0AB59FDB-60C2-4612-A557-AF43EE266781}"/>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043359" y="3111727"/>
              <a:ext cx="399054" cy="399054"/>
            </a:xfrm>
            <a:prstGeom prst="rect">
              <a:avLst/>
            </a:prstGeom>
          </p:spPr>
        </p:pic>
      </p:grpSp>
      <p:grpSp>
        <p:nvGrpSpPr>
          <p:cNvPr id="148" name="Group 147">
            <a:extLst>
              <a:ext uri="{FF2B5EF4-FFF2-40B4-BE49-F238E27FC236}">
                <a16:creationId xmlns:a16="http://schemas.microsoft.com/office/drawing/2014/main" id="{35CD3E38-280D-9687-7785-8C67686F8B3D}"/>
              </a:ext>
            </a:extLst>
          </p:cNvPr>
          <p:cNvGrpSpPr/>
          <p:nvPr/>
        </p:nvGrpSpPr>
        <p:grpSpPr>
          <a:xfrm>
            <a:off x="7891271" y="2861751"/>
            <a:ext cx="1528146" cy="1677234"/>
            <a:chOff x="7891271" y="2861751"/>
            <a:chExt cx="1528146" cy="1677234"/>
          </a:xfrm>
        </p:grpSpPr>
        <p:sp>
          <p:nvSpPr>
            <p:cNvPr id="8" name="Sechseck 78">
              <a:extLst>
                <a:ext uri="{FF2B5EF4-FFF2-40B4-BE49-F238E27FC236}">
                  <a16:creationId xmlns:a16="http://schemas.microsoft.com/office/drawing/2014/main" id="{D0FBEC67-2823-E4F5-95BA-E5235680A53A}"/>
                </a:ext>
              </a:extLst>
            </p:cNvPr>
            <p:cNvSpPr/>
            <p:nvPr/>
          </p:nvSpPr>
          <p:spPr>
            <a:xfrm rot="5400000">
              <a:off x="7816727" y="2936295"/>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56" name="Sechseck 10">
              <a:extLst>
                <a:ext uri="{FF2B5EF4-FFF2-40B4-BE49-F238E27FC236}">
                  <a16:creationId xmlns:a16="http://schemas.microsoft.com/office/drawing/2014/main" id="{EA0FD1C6-A53B-4CD5-7670-1A0372498A3F}"/>
                </a:ext>
              </a:extLst>
            </p:cNvPr>
            <p:cNvSpPr txBox="1"/>
            <p:nvPr/>
          </p:nvSpPr>
          <p:spPr>
            <a:xfrm>
              <a:off x="7935340" y="3753036"/>
              <a:ext cx="1440000" cy="38779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2"/>
                  </a:solidFill>
                </a:rPr>
                <a:t>Entsorgungs-</a:t>
              </a:r>
              <a:br>
                <a:rPr lang="de-DE" sz="1400" b="1" kern="1200" dirty="0">
                  <a:solidFill>
                    <a:schemeClr val="accent2"/>
                  </a:solidFill>
                </a:rPr>
              </a:br>
              <a:r>
                <a:rPr lang="de-DE" sz="1400" b="1" kern="1200" dirty="0" err="1">
                  <a:solidFill>
                    <a:schemeClr val="accent2"/>
                  </a:solidFill>
                </a:rPr>
                <a:t>management</a:t>
              </a:r>
              <a:endParaRPr lang="de-DE" sz="1400" b="1" kern="1200" dirty="0">
                <a:solidFill>
                  <a:schemeClr val="accent2"/>
                </a:solidFill>
              </a:endParaRPr>
            </a:p>
          </p:txBody>
        </p:sp>
        <p:sp>
          <p:nvSpPr>
            <p:cNvPr id="73" name="Sechseck 39">
              <a:extLst>
                <a:ext uri="{FF2B5EF4-FFF2-40B4-BE49-F238E27FC236}">
                  <a16:creationId xmlns:a16="http://schemas.microsoft.com/office/drawing/2014/main" id="{818B1B33-FE15-9265-920E-6A2479889051}"/>
                </a:ext>
              </a:extLst>
            </p:cNvPr>
            <p:cNvSpPr/>
            <p:nvPr/>
          </p:nvSpPr>
          <p:spPr>
            <a:xfrm rot="5400000" flipH="1">
              <a:off x="8313849" y="2998499"/>
              <a:ext cx="682983" cy="625511"/>
            </a:xfrm>
            <a:prstGeom prst="hexagon">
              <a:avLst>
                <a:gd name="adj" fmla="val 25000"/>
                <a:gd name="vf" fmla="val 11547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tIns="0" rIns="0" bIns="0" anchor="ctr"/>
            <a:lstStyle/>
            <a:p>
              <a:pPr algn="ctr"/>
              <a:endParaRPr lang="de-DE" dirty="0"/>
            </a:p>
          </p:txBody>
        </p:sp>
        <p:pic>
          <p:nvPicPr>
            <p:cNvPr id="134" name="Grafik 313" descr="Recycling mit einfarbiger Füllung">
              <a:extLst>
                <a:ext uri="{FF2B5EF4-FFF2-40B4-BE49-F238E27FC236}">
                  <a16:creationId xmlns:a16="http://schemas.microsoft.com/office/drawing/2014/main" id="{FA5AB75A-A59D-93F7-DF5D-A98ADAC15F5F}"/>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8459831" y="3115745"/>
              <a:ext cx="391019" cy="391019"/>
            </a:xfrm>
            <a:prstGeom prst="rect">
              <a:avLst/>
            </a:prstGeom>
          </p:spPr>
        </p:pic>
      </p:grpSp>
      <p:grpSp>
        <p:nvGrpSpPr>
          <p:cNvPr id="197" name="Group 196">
            <a:extLst>
              <a:ext uri="{FF2B5EF4-FFF2-40B4-BE49-F238E27FC236}">
                <a16:creationId xmlns:a16="http://schemas.microsoft.com/office/drawing/2014/main" id="{9CF47391-3B32-B273-CE56-34E5DA1D523E}"/>
              </a:ext>
            </a:extLst>
          </p:cNvPr>
          <p:cNvGrpSpPr/>
          <p:nvPr/>
        </p:nvGrpSpPr>
        <p:grpSpPr>
          <a:xfrm>
            <a:off x="3617993" y="4310726"/>
            <a:ext cx="1528146" cy="1677234"/>
            <a:chOff x="7038157" y="4310726"/>
            <a:chExt cx="1528146" cy="1677234"/>
          </a:xfrm>
        </p:grpSpPr>
        <p:sp>
          <p:nvSpPr>
            <p:cNvPr id="23" name="Sechseck 78">
              <a:extLst>
                <a:ext uri="{FF2B5EF4-FFF2-40B4-BE49-F238E27FC236}">
                  <a16:creationId xmlns:a16="http://schemas.microsoft.com/office/drawing/2014/main" id="{EF6779C7-DBB1-47F6-30C4-2CD25F4CE101}"/>
                </a:ext>
              </a:extLst>
            </p:cNvPr>
            <p:cNvSpPr/>
            <p:nvPr/>
          </p:nvSpPr>
          <p:spPr>
            <a:xfrm rot="5400000">
              <a:off x="6963613" y="438527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44" name="Sechseck 10">
              <a:extLst>
                <a:ext uri="{FF2B5EF4-FFF2-40B4-BE49-F238E27FC236}">
                  <a16:creationId xmlns:a16="http://schemas.microsoft.com/office/drawing/2014/main" id="{137FC2F4-73D1-0C63-E3EE-45AFACFB2CF2}"/>
                </a:ext>
              </a:extLst>
            </p:cNvPr>
            <p:cNvSpPr txBox="1"/>
            <p:nvPr/>
          </p:nvSpPr>
          <p:spPr>
            <a:xfrm>
              <a:off x="7060553" y="5306788"/>
              <a:ext cx="1440000" cy="38779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1"/>
                  </a:solidFill>
                </a:rPr>
                <a:t>Waren-</a:t>
              </a:r>
              <a:br>
                <a:rPr lang="de-DE" sz="1400" b="1" kern="1200" dirty="0">
                  <a:solidFill>
                    <a:schemeClr val="accent1"/>
                  </a:solidFill>
                </a:rPr>
              </a:br>
              <a:r>
                <a:rPr lang="de-DE" sz="1400" b="1" kern="1200" dirty="0" err="1">
                  <a:solidFill>
                    <a:schemeClr val="accent1"/>
                  </a:solidFill>
                </a:rPr>
                <a:t>wirtschaft</a:t>
              </a:r>
              <a:endParaRPr lang="de-DE" sz="1400" b="1" kern="1200" dirty="0">
                <a:solidFill>
                  <a:schemeClr val="accent1"/>
                </a:solidFill>
              </a:endParaRPr>
            </a:p>
          </p:txBody>
        </p:sp>
        <p:sp>
          <p:nvSpPr>
            <p:cNvPr id="79" name="Sechseck 39">
              <a:extLst>
                <a:ext uri="{FF2B5EF4-FFF2-40B4-BE49-F238E27FC236}">
                  <a16:creationId xmlns:a16="http://schemas.microsoft.com/office/drawing/2014/main" id="{BEFBC936-F7B5-943F-31AB-B6390D97C0AC}"/>
                </a:ext>
              </a:extLst>
            </p:cNvPr>
            <p:cNvSpPr/>
            <p:nvPr/>
          </p:nvSpPr>
          <p:spPr>
            <a:xfrm rot="5400000" flipH="1">
              <a:off x="7460739" y="444747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grpSp>
          <p:nvGrpSpPr>
            <p:cNvPr id="149" name="Group 37">
              <a:extLst>
                <a:ext uri="{FF2B5EF4-FFF2-40B4-BE49-F238E27FC236}">
                  <a16:creationId xmlns:a16="http://schemas.microsoft.com/office/drawing/2014/main" id="{A2B9BFFB-810A-754A-48E7-051AC5FE764D}"/>
                </a:ext>
              </a:extLst>
            </p:cNvPr>
            <p:cNvGrpSpPr/>
            <p:nvPr/>
          </p:nvGrpSpPr>
          <p:grpSpPr>
            <a:xfrm>
              <a:off x="7654633" y="4611319"/>
              <a:ext cx="295196" cy="297821"/>
              <a:chOff x="5557838" y="3968751"/>
              <a:chExt cx="357188" cy="360363"/>
            </a:xfrm>
            <a:solidFill>
              <a:schemeClr val="bg1"/>
            </a:solidFill>
          </p:grpSpPr>
          <p:sp>
            <p:nvSpPr>
              <p:cNvPr id="150" name="Freeform 64">
                <a:extLst>
                  <a:ext uri="{FF2B5EF4-FFF2-40B4-BE49-F238E27FC236}">
                    <a16:creationId xmlns:a16="http://schemas.microsoft.com/office/drawing/2014/main" id="{D1EFF775-E037-63B3-6B93-C037654766F6}"/>
                  </a:ext>
                </a:extLst>
              </p:cNvPr>
              <p:cNvSpPr>
                <a:spLocks noEditPoints="1"/>
              </p:cNvSpPr>
              <p:nvPr/>
            </p:nvSpPr>
            <p:spPr bwMode="auto">
              <a:xfrm>
                <a:off x="5630863" y="4149726"/>
                <a:ext cx="104775" cy="104775"/>
              </a:xfrm>
              <a:custGeom>
                <a:avLst/>
                <a:gdLst>
                  <a:gd name="T0" fmla="*/ 178 w 396"/>
                  <a:gd name="T1" fmla="*/ 396 h 397"/>
                  <a:gd name="T2" fmla="*/ 121 w 396"/>
                  <a:gd name="T3" fmla="*/ 382 h 397"/>
                  <a:gd name="T4" fmla="*/ 72 w 396"/>
                  <a:gd name="T5" fmla="*/ 352 h 397"/>
                  <a:gd name="T6" fmla="*/ 33 w 396"/>
                  <a:gd name="T7" fmla="*/ 309 h 397"/>
                  <a:gd name="T8" fmla="*/ 8 w 396"/>
                  <a:gd name="T9" fmla="*/ 258 h 397"/>
                  <a:gd name="T10" fmla="*/ 0 w 396"/>
                  <a:gd name="T11" fmla="*/ 199 h 397"/>
                  <a:gd name="T12" fmla="*/ 4 w 396"/>
                  <a:gd name="T13" fmla="*/ 159 h 397"/>
                  <a:gd name="T14" fmla="*/ 23 w 396"/>
                  <a:gd name="T15" fmla="*/ 104 h 397"/>
                  <a:gd name="T16" fmla="*/ 58 w 396"/>
                  <a:gd name="T17" fmla="*/ 59 h 397"/>
                  <a:gd name="T18" fmla="*/ 103 w 396"/>
                  <a:gd name="T19" fmla="*/ 24 h 397"/>
                  <a:gd name="T20" fmla="*/ 158 w 396"/>
                  <a:gd name="T21" fmla="*/ 4 h 397"/>
                  <a:gd name="T22" fmla="*/ 198 w 396"/>
                  <a:gd name="T23" fmla="*/ 0 h 397"/>
                  <a:gd name="T24" fmla="*/ 257 w 396"/>
                  <a:gd name="T25" fmla="*/ 9 h 397"/>
                  <a:gd name="T26" fmla="*/ 309 w 396"/>
                  <a:gd name="T27" fmla="*/ 34 h 397"/>
                  <a:gd name="T28" fmla="*/ 351 w 396"/>
                  <a:gd name="T29" fmla="*/ 73 h 397"/>
                  <a:gd name="T30" fmla="*/ 381 w 396"/>
                  <a:gd name="T31" fmla="*/ 121 h 397"/>
                  <a:gd name="T32" fmla="*/ 395 w 396"/>
                  <a:gd name="T33" fmla="*/ 179 h 397"/>
                  <a:gd name="T34" fmla="*/ 395 w 396"/>
                  <a:gd name="T35" fmla="*/ 219 h 397"/>
                  <a:gd name="T36" fmla="*/ 381 w 396"/>
                  <a:gd name="T37" fmla="*/ 276 h 397"/>
                  <a:gd name="T38" fmla="*/ 351 w 396"/>
                  <a:gd name="T39" fmla="*/ 324 h 397"/>
                  <a:gd name="T40" fmla="*/ 309 w 396"/>
                  <a:gd name="T41" fmla="*/ 363 h 397"/>
                  <a:gd name="T42" fmla="*/ 257 w 396"/>
                  <a:gd name="T43" fmla="*/ 388 h 397"/>
                  <a:gd name="T44" fmla="*/ 198 w 396"/>
                  <a:gd name="T45" fmla="*/ 397 h 397"/>
                  <a:gd name="T46" fmla="*/ 198 w 396"/>
                  <a:gd name="T47" fmla="*/ 57 h 397"/>
                  <a:gd name="T48" fmla="*/ 156 w 396"/>
                  <a:gd name="T49" fmla="*/ 64 h 397"/>
                  <a:gd name="T50" fmla="*/ 119 w 396"/>
                  <a:gd name="T51" fmla="*/ 81 h 397"/>
                  <a:gd name="T52" fmla="*/ 89 w 396"/>
                  <a:gd name="T53" fmla="*/ 108 h 397"/>
                  <a:gd name="T54" fmla="*/ 68 w 396"/>
                  <a:gd name="T55" fmla="*/ 144 h 397"/>
                  <a:gd name="T56" fmla="*/ 57 w 396"/>
                  <a:gd name="T57" fmla="*/ 184 h 397"/>
                  <a:gd name="T58" fmla="*/ 57 w 396"/>
                  <a:gd name="T59" fmla="*/ 213 h 397"/>
                  <a:gd name="T60" fmla="*/ 68 w 396"/>
                  <a:gd name="T61" fmla="*/ 254 h 397"/>
                  <a:gd name="T62" fmla="*/ 89 w 396"/>
                  <a:gd name="T63" fmla="*/ 289 h 397"/>
                  <a:gd name="T64" fmla="*/ 119 w 396"/>
                  <a:gd name="T65" fmla="*/ 316 h 397"/>
                  <a:gd name="T66" fmla="*/ 156 w 396"/>
                  <a:gd name="T67" fmla="*/ 334 h 397"/>
                  <a:gd name="T68" fmla="*/ 198 w 396"/>
                  <a:gd name="T69" fmla="*/ 341 h 397"/>
                  <a:gd name="T70" fmla="*/ 226 w 396"/>
                  <a:gd name="T71" fmla="*/ 338 h 397"/>
                  <a:gd name="T72" fmla="*/ 266 w 396"/>
                  <a:gd name="T73" fmla="*/ 323 h 397"/>
                  <a:gd name="T74" fmla="*/ 298 w 396"/>
                  <a:gd name="T75" fmla="*/ 299 h 397"/>
                  <a:gd name="T76" fmla="*/ 322 w 396"/>
                  <a:gd name="T77" fmla="*/ 266 h 397"/>
                  <a:gd name="T78" fmla="*/ 336 w 396"/>
                  <a:gd name="T79" fmla="*/ 227 h 397"/>
                  <a:gd name="T80" fmla="*/ 339 w 396"/>
                  <a:gd name="T81" fmla="*/ 199 h 397"/>
                  <a:gd name="T82" fmla="*/ 333 w 396"/>
                  <a:gd name="T83" fmla="*/ 157 h 397"/>
                  <a:gd name="T84" fmla="*/ 315 w 396"/>
                  <a:gd name="T85" fmla="*/ 119 h 397"/>
                  <a:gd name="T86" fmla="*/ 288 w 396"/>
                  <a:gd name="T87" fmla="*/ 89 h 397"/>
                  <a:gd name="T88" fmla="*/ 254 w 396"/>
                  <a:gd name="T89" fmla="*/ 68 h 397"/>
                  <a:gd name="T90" fmla="*/ 212 w 396"/>
                  <a:gd name="T91" fmla="*/ 58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6" h="397">
                    <a:moveTo>
                      <a:pt x="198" y="397"/>
                    </a:moveTo>
                    <a:lnTo>
                      <a:pt x="198" y="397"/>
                    </a:lnTo>
                    <a:lnTo>
                      <a:pt x="178" y="396"/>
                    </a:lnTo>
                    <a:lnTo>
                      <a:pt x="158" y="393"/>
                    </a:lnTo>
                    <a:lnTo>
                      <a:pt x="139" y="388"/>
                    </a:lnTo>
                    <a:lnTo>
                      <a:pt x="121" y="382"/>
                    </a:lnTo>
                    <a:lnTo>
                      <a:pt x="103" y="373"/>
                    </a:lnTo>
                    <a:lnTo>
                      <a:pt x="87" y="363"/>
                    </a:lnTo>
                    <a:lnTo>
                      <a:pt x="72" y="352"/>
                    </a:lnTo>
                    <a:lnTo>
                      <a:pt x="58" y="339"/>
                    </a:lnTo>
                    <a:lnTo>
                      <a:pt x="44" y="324"/>
                    </a:lnTo>
                    <a:lnTo>
                      <a:pt x="33" y="309"/>
                    </a:lnTo>
                    <a:lnTo>
                      <a:pt x="23" y="293"/>
                    </a:lnTo>
                    <a:lnTo>
                      <a:pt x="15" y="276"/>
                    </a:lnTo>
                    <a:lnTo>
                      <a:pt x="8" y="258"/>
                    </a:lnTo>
                    <a:lnTo>
                      <a:pt x="4" y="239"/>
                    </a:lnTo>
                    <a:lnTo>
                      <a:pt x="1" y="219"/>
                    </a:lnTo>
                    <a:lnTo>
                      <a:pt x="0" y="199"/>
                    </a:lnTo>
                    <a:lnTo>
                      <a:pt x="0" y="199"/>
                    </a:lnTo>
                    <a:lnTo>
                      <a:pt x="1" y="179"/>
                    </a:lnTo>
                    <a:lnTo>
                      <a:pt x="4" y="159"/>
                    </a:lnTo>
                    <a:lnTo>
                      <a:pt x="8" y="140"/>
                    </a:lnTo>
                    <a:lnTo>
                      <a:pt x="15" y="121"/>
                    </a:lnTo>
                    <a:lnTo>
                      <a:pt x="23" y="104"/>
                    </a:lnTo>
                    <a:lnTo>
                      <a:pt x="33" y="88"/>
                    </a:lnTo>
                    <a:lnTo>
                      <a:pt x="44" y="73"/>
                    </a:lnTo>
                    <a:lnTo>
                      <a:pt x="58" y="59"/>
                    </a:lnTo>
                    <a:lnTo>
                      <a:pt x="72" y="46"/>
                    </a:lnTo>
                    <a:lnTo>
                      <a:pt x="87" y="34"/>
                    </a:lnTo>
                    <a:lnTo>
                      <a:pt x="103" y="24"/>
                    </a:lnTo>
                    <a:lnTo>
                      <a:pt x="121" y="16"/>
                    </a:lnTo>
                    <a:lnTo>
                      <a:pt x="139" y="9"/>
                    </a:lnTo>
                    <a:lnTo>
                      <a:pt x="158" y="4"/>
                    </a:lnTo>
                    <a:lnTo>
                      <a:pt x="178" y="1"/>
                    </a:lnTo>
                    <a:lnTo>
                      <a:pt x="198" y="0"/>
                    </a:lnTo>
                    <a:lnTo>
                      <a:pt x="198" y="0"/>
                    </a:lnTo>
                    <a:lnTo>
                      <a:pt x="218" y="1"/>
                    </a:lnTo>
                    <a:lnTo>
                      <a:pt x="237" y="4"/>
                    </a:lnTo>
                    <a:lnTo>
                      <a:pt x="257" y="9"/>
                    </a:lnTo>
                    <a:lnTo>
                      <a:pt x="275" y="16"/>
                    </a:lnTo>
                    <a:lnTo>
                      <a:pt x="292" y="24"/>
                    </a:lnTo>
                    <a:lnTo>
                      <a:pt x="309" y="34"/>
                    </a:lnTo>
                    <a:lnTo>
                      <a:pt x="324" y="46"/>
                    </a:lnTo>
                    <a:lnTo>
                      <a:pt x="338" y="59"/>
                    </a:lnTo>
                    <a:lnTo>
                      <a:pt x="351" y="73"/>
                    </a:lnTo>
                    <a:lnTo>
                      <a:pt x="363" y="88"/>
                    </a:lnTo>
                    <a:lnTo>
                      <a:pt x="373" y="104"/>
                    </a:lnTo>
                    <a:lnTo>
                      <a:pt x="381" y="121"/>
                    </a:lnTo>
                    <a:lnTo>
                      <a:pt x="388" y="140"/>
                    </a:lnTo>
                    <a:lnTo>
                      <a:pt x="392" y="159"/>
                    </a:lnTo>
                    <a:lnTo>
                      <a:pt x="395" y="179"/>
                    </a:lnTo>
                    <a:lnTo>
                      <a:pt x="396" y="199"/>
                    </a:lnTo>
                    <a:lnTo>
                      <a:pt x="396" y="199"/>
                    </a:lnTo>
                    <a:lnTo>
                      <a:pt x="395" y="219"/>
                    </a:lnTo>
                    <a:lnTo>
                      <a:pt x="392" y="239"/>
                    </a:lnTo>
                    <a:lnTo>
                      <a:pt x="388" y="258"/>
                    </a:lnTo>
                    <a:lnTo>
                      <a:pt x="381" y="276"/>
                    </a:lnTo>
                    <a:lnTo>
                      <a:pt x="373" y="293"/>
                    </a:lnTo>
                    <a:lnTo>
                      <a:pt x="363" y="309"/>
                    </a:lnTo>
                    <a:lnTo>
                      <a:pt x="351" y="324"/>
                    </a:lnTo>
                    <a:lnTo>
                      <a:pt x="338" y="339"/>
                    </a:lnTo>
                    <a:lnTo>
                      <a:pt x="324" y="352"/>
                    </a:lnTo>
                    <a:lnTo>
                      <a:pt x="309" y="363"/>
                    </a:lnTo>
                    <a:lnTo>
                      <a:pt x="292" y="373"/>
                    </a:lnTo>
                    <a:lnTo>
                      <a:pt x="275" y="382"/>
                    </a:lnTo>
                    <a:lnTo>
                      <a:pt x="257" y="388"/>
                    </a:lnTo>
                    <a:lnTo>
                      <a:pt x="237" y="393"/>
                    </a:lnTo>
                    <a:lnTo>
                      <a:pt x="218" y="396"/>
                    </a:lnTo>
                    <a:lnTo>
                      <a:pt x="198" y="397"/>
                    </a:lnTo>
                    <a:lnTo>
                      <a:pt x="198" y="397"/>
                    </a:lnTo>
                    <a:close/>
                    <a:moveTo>
                      <a:pt x="198" y="57"/>
                    </a:moveTo>
                    <a:lnTo>
                      <a:pt x="198" y="57"/>
                    </a:lnTo>
                    <a:lnTo>
                      <a:pt x="184" y="58"/>
                    </a:lnTo>
                    <a:lnTo>
                      <a:pt x="170" y="60"/>
                    </a:lnTo>
                    <a:lnTo>
                      <a:pt x="156" y="64"/>
                    </a:lnTo>
                    <a:lnTo>
                      <a:pt x="142" y="68"/>
                    </a:lnTo>
                    <a:lnTo>
                      <a:pt x="130" y="74"/>
                    </a:lnTo>
                    <a:lnTo>
                      <a:pt x="119" y="81"/>
                    </a:lnTo>
                    <a:lnTo>
                      <a:pt x="108" y="89"/>
                    </a:lnTo>
                    <a:lnTo>
                      <a:pt x="98" y="98"/>
                    </a:lnTo>
                    <a:lnTo>
                      <a:pt x="89" y="108"/>
                    </a:lnTo>
                    <a:lnTo>
                      <a:pt x="81" y="119"/>
                    </a:lnTo>
                    <a:lnTo>
                      <a:pt x="74" y="131"/>
                    </a:lnTo>
                    <a:lnTo>
                      <a:pt x="68" y="144"/>
                    </a:lnTo>
                    <a:lnTo>
                      <a:pt x="63" y="157"/>
                    </a:lnTo>
                    <a:lnTo>
                      <a:pt x="60" y="170"/>
                    </a:lnTo>
                    <a:lnTo>
                      <a:pt x="57" y="184"/>
                    </a:lnTo>
                    <a:lnTo>
                      <a:pt x="57" y="199"/>
                    </a:lnTo>
                    <a:lnTo>
                      <a:pt x="57" y="199"/>
                    </a:lnTo>
                    <a:lnTo>
                      <a:pt x="57" y="213"/>
                    </a:lnTo>
                    <a:lnTo>
                      <a:pt x="60" y="227"/>
                    </a:lnTo>
                    <a:lnTo>
                      <a:pt x="63" y="241"/>
                    </a:lnTo>
                    <a:lnTo>
                      <a:pt x="68" y="254"/>
                    </a:lnTo>
                    <a:lnTo>
                      <a:pt x="74" y="266"/>
                    </a:lnTo>
                    <a:lnTo>
                      <a:pt x="81" y="278"/>
                    </a:lnTo>
                    <a:lnTo>
                      <a:pt x="89" y="289"/>
                    </a:lnTo>
                    <a:lnTo>
                      <a:pt x="98" y="299"/>
                    </a:lnTo>
                    <a:lnTo>
                      <a:pt x="108" y="308"/>
                    </a:lnTo>
                    <a:lnTo>
                      <a:pt x="119" y="316"/>
                    </a:lnTo>
                    <a:lnTo>
                      <a:pt x="130" y="323"/>
                    </a:lnTo>
                    <a:lnTo>
                      <a:pt x="142" y="329"/>
                    </a:lnTo>
                    <a:lnTo>
                      <a:pt x="156" y="334"/>
                    </a:lnTo>
                    <a:lnTo>
                      <a:pt x="170" y="338"/>
                    </a:lnTo>
                    <a:lnTo>
                      <a:pt x="184" y="340"/>
                    </a:lnTo>
                    <a:lnTo>
                      <a:pt x="198" y="341"/>
                    </a:lnTo>
                    <a:lnTo>
                      <a:pt x="198" y="341"/>
                    </a:lnTo>
                    <a:lnTo>
                      <a:pt x="212" y="340"/>
                    </a:lnTo>
                    <a:lnTo>
                      <a:pt x="226" y="338"/>
                    </a:lnTo>
                    <a:lnTo>
                      <a:pt x="240" y="334"/>
                    </a:lnTo>
                    <a:lnTo>
                      <a:pt x="254" y="329"/>
                    </a:lnTo>
                    <a:lnTo>
                      <a:pt x="266" y="323"/>
                    </a:lnTo>
                    <a:lnTo>
                      <a:pt x="277" y="316"/>
                    </a:lnTo>
                    <a:lnTo>
                      <a:pt x="288" y="308"/>
                    </a:lnTo>
                    <a:lnTo>
                      <a:pt x="298" y="299"/>
                    </a:lnTo>
                    <a:lnTo>
                      <a:pt x="307" y="289"/>
                    </a:lnTo>
                    <a:lnTo>
                      <a:pt x="315" y="278"/>
                    </a:lnTo>
                    <a:lnTo>
                      <a:pt x="322" y="266"/>
                    </a:lnTo>
                    <a:lnTo>
                      <a:pt x="328" y="254"/>
                    </a:lnTo>
                    <a:lnTo>
                      <a:pt x="333" y="241"/>
                    </a:lnTo>
                    <a:lnTo>
                      <a:pt x="336" y="227"/>
                    </a:lnTo>
                    <a:lnTo>
                      <a:pt x="339" y="213"/>
                    </a:lnTo>
                    <a:lnTo>
                      <a:pt x="339" y="199"/>
                    </a:lnTo>
                    <a:lnTo>
                      <a:pt x="339" y="199"/>
                    </a:lnTo>
                    <a:lnTo>
                      <a:pt x="339" y="184"/>
                    </a:lnTo>
                    <a:lnTo>
                      <a:pt x="336" y="170"/>
                    </a:lnTo>
                    <a:lnTo>
                      <a:pt x="333" y="157"/>
                    </a:lnTo>
                    <a:lnTo>
                      <a:pt x="328" y="144"/>
                    </a:lnTo>
                    <a:lnTo>
                      <a:pt x="322" y="131"/>
                    </a:lnTo>
                    <a:lnTo>
                      <a:pt x="315" y="119"/>
                    </a:lnTo>
                    <a:lnTo>
                      <a:pt x="307" y="108"/>
                    </a:lnTo>
                    <a:lnTo>
                      <a:pt x="298" y="98"/>
                    </a:lnTo>
                    <a:lnTo>
                      <a:pt x="288" y="89"/>
                    </a:lnTo>
                    <a:lnTo>
                      <a:pt x="277" y="81"/>
                    </a:lnTo>
                    <a:lnTo>
                      <a:pt x="266" y="74"/>
                    </a:lnTo>
                    <a:lnTo>
                      <a:pt x="254" y="68"/>
                    </a:lnTo>
                    <a:lnTo>
                      <a:pt x="240" y="64"/>
                    </a:lnTo>
                    <a:lnTo>
                      <a:pt x="226" y="60"/>
                    </a:lnTo>
                    <a:lnTo>
                      <a:pt x="212" y="58"/>
                    </a:lnTo>
                    <a:lnTo>
                      <a:pt x="198" y="57"/>
                    </a:lnTo>
                    <a:lnTo>
                      <a:pt x="198"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65">
                <a:extLst>
                  <a:ext uri="{FF2B5EF4-FFF2-40B4-BE49-F238E27FC236}">
                    <a16:creationId xmlns:a16="http://schemas.microsoft.com/office/drawing/2014/main" id="{FFC9572A-8C58-DCE8-F8C2-4ECE024BD1B7}"/>
                  </a:ext>
                </a:extLst>
              </p:cNvPr>
              <p:cNvSpPr>
                <a:spLocks noEditPoints="1"/>
              </p:cNvSpPr>
              <p:nvPr/>
            </p:nvSpPr>
            <p:spPr bwMode="auto">
              <a:xfrm>
                <a:off x="5811838" y="4013201"/>
                <a:ext cx="58738" cy="60325"/>
              </a:xfrm>
              <a:custGeom>
                <a:avLst/>
                <a:gdLst>
                  <a:gd name="T0" fmla="*/ 113 w 226"/>
                  <a:gd name="T1" fmla="*/ 227 h 227"/>
                  <a:gd name="T2" fmla="*/ 91 w 226"/>
                  <a:gd name="T3" fmla="*/ 224 h 227"/>
                  <a:gd name="T4" fmla="*/ 69 w 226"/>
                  <a:gd name="T5" fmla="*/ 218 h 227"/>
                  <a:gd name="T6" fmla="*/ 50 w 226"/>
                  <a:gd name="T7" fmla="*/ 207 h 227"/>
                  <a:gd name="T8" fmla="*/ 33 w 226"/>
                  <a:gd name="T9" fmla="*/ 194 h 227"/>
                  <a:gd name="T10" fmla="*/ 19 w 226"/>
                  <a:gd name="T11" fmla="*/ 177 h 227"/>
                  <a:gd name="T12" fmla="*/ 9 w 226"/>
                  <a:gd name="T13" fmla="*/ 158 h 227"/>
                  <a:gd name="T14" fmla="*/ 2 w 226"/>
                  <a:gd name="T15" fmla="*/ 136 h 227"/>
                  <a:gd name="T16" fmla="*/ 0 w 226"/>
                  <a:gd name="T17" fmla="*/ 113 h 227"/>
                  <a:gd name="T18" fmla="*/ 1 w 226"/>
                  <a:gd name="T19" fmla="*/ 102 h 227"/>
                  <a:gd name="T20" fmla="*/ 5 w 226"/>
                  <a:gd name="T21" fmla="*/ 80 h 227"/>
                  <a:gd name="T22" fmla="*/ 14 w 226"/>
                  <a:gd name="T23" fmla="*/ 60 h 227"/>
                  <a:gd name="T24" fmla="*/ 26 w 226"/>
                  <a:gd name="T25" fmla="*/ 41 h 227"/>
                  <a:gd name="T26" fmla="*/ 41 w 226"/>
                  <a:gd name="T27" fmla="*/ 26 h 227"/>
                  <a:gd name="T28" fmla="*/ 59 w 226"/>
                  <a:gd name="T29" fmla="*/ 14 h 227"/>
                  <a:gd name="T30" fmla="*/ 80 w 226"/>
                  <a:gd name="T31" fmla="*/ 5 h 227"/>
                  <a:gd name="T32" fmla="*/ 102 w 226"/>
                  <a:gd name="T33" fmla="*/ 1 h 227"/>
                  <a:gd name="T34" fmla="*/ 113 w 226"/>
                  <a:gd name="T35" fmla="*/ 0 h 227"/>
                  <a:gd name="T36" fmla="*/ 136 w 226"/>
                  <a:gd name="T37" fmla="*/ 2 h 227"/>
                  <a:gd name="T38" fmla="*/ 157 w 226"/>
                  <a:gd name="T39" fmla="*/ 9 h 227"/>
                  <a:gd name="T40" fmla="*/ 177 w 226"/>
                  <a:gd name="T41" fmla="*/ 19 h 227"/>
                  <a:gd name="T42" fmla="*/ 194 w 226"/>
                  <a:gd name="T43" fmla="*/ 33 h 227"/>
                  <a:gd name="T44" fmla="*/ 207 w 226"/>
                  <a:gd name="T45" fmla="*/ 50 h 227"/>
                  <a:gd name="T46" fmla="*/ 218 w 226"/>
                  <a:gd name="T47" fmla="*/ 70 h 227"/>
                  <a:gd name="T48" fmla="*/ 224 w 226"/>
                  <a:gd name="T49" fmla="*/ 91 h 227"/>
                  <a:gd name="T50" fmla="*/ 226 w 226"/>
                  <a:gd name="T51" fmla="*/ 113 h 227"/>
                  <a:gd name="T52" fmla="*/ 226 w 226"/>
                  <a:gd name="T53" fmla="*/ 125 h 227"/>
                  <a:gd name="T54" fmla="*/ 221 w 226"/>
                  <a:gd name="T55" fmla="*/ 147 h 227"/>
                  <a:gd name="T56" fmla="*/ 213 w 226"/>
                  <a:gd name="T57" fmla="*/ 168 h 227"/>
                  <a:gd name="T58" fmla="*/ 201 w 226"/>
                  <a:gd name="T59" fmla="*/ 186 h 227"/>
                  <a:gd name="T60" fmla="*/ 186 w 226"/>
                  <a:gd name="T61" fmla="*/ 201 h 227"/>
                  <a:gd name="T62" fmla="*/ 167 w 226"/>
                  <a:gd name="T63" fmla="*/ 213 h 227"/>
                  <a:gd name="T64" fmla="*/ 147 w 226"/>
                  <a:gd name="T65" fmla="*/ 222 h 227"/>
                  <a:gd name="T66" fmla="*/ 125 w 226"/>
                  <a:gd name="T67" fmla="*/ 226 h 227"/>
                  <a:gd name="T68" fmla="*/ 113 w 226"/>
                  <a:gd name="T69" fmla="*/ 227 h 227"/>
                  <a:gd name="T70" fmla="*/ 113 w 226"/>
                  <a:gd name="T71" fmla="*/ 56 h 227"/>
                  <a:gd name="T72" fmla="*/ 91 w 226"/>
                  <a:gd name="T73" fmla="*/ 62 h 227"/>
                  <a:gd name="T74" fmla="*/ 74 w 226"/>
                  <a:gd name="T75" fmla="*/ 74 h 227"/>
                  <a:gd name="T76" fmla="*/ 61 w 226"/>
                  <a:gd name="T77" fmla="*/ 92 h 227"/>
                  <a:gd name="T78" fmla="*/ 56 w 226"/>
                  <a:gd name="T79" fmla="*/ 113 h 227"/>
                  <a:gd name="T80" fmla="*/ 57 w 226"/>
                  <a:gd name="T81" fmla="*/ 125 h 227"/>
                  <a:gd name="T82" fmla="*/ 66 w 226"/>
                  <a:gd name="T83" fmla="*/ 145 h 227"/>
                  <a:gd name="T84" fmla="*/ 82 w 226"/>
                  <a:gd name="T85" fmla="*/ 161 h 227"/>
                  <a:gd name="T86" fmla="*/ 102 w 226"/>
                  <a:gd name="T87" fmla="*/ 169 h 227"/>
                  <a:gd name="T88" fmla="*/ 113 w 226"/>
                  <a:gd name="T89" fmla="*/ 170 h 227"/>
                  <a:gd name="T90" fmla="*/ 135 w 226"/>
                  <a:gd name="T91" fmla="*/ 166 h 227"/>
                  <a:gd name="T92" fmla="*/ 153 w 226"/>
                  <a:gd name="T93" fmla="*/ 153 h 227"/>
                  <a:gd name="T94" fmla="*/ 165 w 226"/>
                  <a:gd name="T95" fmla="*/ 135 h 227"/>
                  <a:gd name="T96" fmla="*/ 169 w 226"/>
                  <a:gd name="T97" fmla="*/ 113 h 227"/>
                  <a:gd name="T98" fmla="*/ 168 w 226"/>
                  <a:gd name="T99" fmla="*/ 102 h 227"/>
                  <a:gd name="T100" fmla="*/ 160 w 226"/>
                  <a:gd name="T101" fmla="*/ 82 h 227"/>
                  <a:gd name="T102" fmla="*/ 145 w 226"/>
                  <a:gd name="T103" fmla="*/ 67 h 227"/>
                  <a:gd name="T104" fmla="*/ 125 w 226"/>
                  <a:gd name="T105" fmla="*/ 58 h 227"/>
                  <a:gd name="T106" fmla="*/ 113 w 226"/>
                  <a:gd name="T107" fmla="*/ 5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6" h="227">
                    <a:moveTo>
                      <a:pt x="113" y="227"/>
                    </a:moveTo>
                    <a:lnTo>
                      <a:pt x="113" y="227"/>
                    </a:lnTo>
                    <a:lnTo>
                      <a:pt x="102" y="226"/>
                    </a:lnTo>
                    <a:lnTo>
                      <a:pt x="91" y="224"/>
                    </a:lnTo>
                    <a:lnTo>
                      <a:pt x="80" y="222"/>
                    </a:lnTo>
                    <a:lnTo>
                      <a:pt x="69" y="218"/>
                    </a:lnTo>
                    <a:lnTo>
                      <a:pt x="59" y="213"/>
                    </a:lnTo>
                    <a:lnTo>
                      <a:pt x="50" y="207"/>
                    </a:lnTo>
                    <a:lnTo>
                      <a:pt x="41" y="201"/>
                    </a:lnTo>
                    <a:lnTo>
                      <a:pt x="33" y="194"/>
                    </a:lnTo>
                    <a:lnTo>
                      <a:pt x="26" y="186"/>
                    </a:lnTo>
                    <a:lnTo>
                      <a:pt x="19" y="177"/>
                    </a:lnTo>
                    <a:lnTo>
                      <a:pt x="14" y="168"/>
                    </a:lnTo>
                    <a:lnTo>
                      <a:pt x="9" y="158"/>
                    </a:lnTo>
                    <a:lnTo>
                      <a:pt x="5" y="147"/>
                    </a:lnTo>
                    <a:lnTo>
                      <a:pt x="2" y="136"/>
                    </a:lnTo>
                    <a:lnTo>
                      <a:pt x="1" y="125"/>
                    </a:lnTo>
                    <a:lnTo>
                      <a:pt x="0" y="113"/>
                    </a:lnTo>
                    <a:lnTo>
                      <a:pt x="0" y="113"/>
                    </a:lnTo>
                    <a:lnTo>
                      <a:pt x="1" y="102"/>
                    </a:lnTo>
                    <a:lnTo>
                      <a:pt x="2" y="91"/>
                    </a:lnTo>
                    <a:lnTo>
                      <a:pt x="5" y="80"/>
                    </a:lnTo>
                    <a:lnTo>
                      <a:pt x="9" y="70"/>
                    </a:lnTo>
                    <a:lnTo>
                      <a:pt x="14" y="60"/>
                    </a:lnTo>
                    <a:lnTo>
                      <a:pt x="19" y="50"/>
                    </a:lnTo>
                    <a:lnTo>
                      <a:pt x="26" y="41"/>
                    </a:lnTo>
                    <a:lnTo>
                      <a:pt x="33" y="33"/>
                    </a:lnTo>
                    <a:lnTo>
                      <a:pt x="41" y="26"/>
                    </a:lnTo>
                    <a:lnTo>
                      <a:pt x="50" y="19"/>
                    </a:lnTo>
                    <a:lnTo>
                      <a:pt x="59" y="14"/>
                    </a:lnTo>
                    <a:lnTo>
                      <a:pt x="69" y="9"/>
                    </a:lnTo>
                    <a:lnTo>
                      <a:pt x="80" y="5"/>
                    </a:lnTo>
                    <a:lnTo>
                      <a:pt x="91" y="2"/>
                    </a:lnTo>
                    <a:lnTo>
                      <a:pt x="102" y="1"/>
                    </a:lnTo>
                    <a:lnTo>
                      <a:pt x="113" y="0"/>
                    </a:lnTo>
                    <a:lnTo>
                      <a:pt x="113" y="0"/>
                    </a:lnTo>
                    <a:lnTo>
                      <a:pt x="125" y="1"/>
                    </a:lnTo>
                    <a:lnTo>
                      <a:pt x="136" y="2"/>
                    </a:lnTo>
                    <a:lnTo>
                      <a:pt x="147" y="5"/>
                    </a:lnTo>
                    <a:lnTo>
                      <a:pt x="157" y="9"/>
                    </a:lnTo>
                    <a:lnTo>
                      <a:pt x="167" y="14"/>
                    </a:lnTo>
                    <a:lnTo>
                      <a:pt x="177" y="19"/>
                    </a:lnTo>
                    <a:lnTo>
                      <a:pt x="186" y="26"/>
                    </a:lnTo>
                    <a:lnTo>
                      <a:pt x="194" y="33"/>
                    </a:lnTo>
                    <a:lnTo>
                      <a:pt x="201" y="41"/>
                    </a:lnTo>
                    <a:lnTo>
                      <a:pt x="207" y="50"/>
                    </a:lnTo>
                    <a:lnTo>
                      <a:pt x="213" y="60"/>
                    </a:lnTo>
                    <a:lnTo>
                      <a:pt x="218" y="70"/>
                    </a:lnTo>
                    <a:lnTo>
                      <a:pt x="221" y="80"/>
                    </a:lnTo>
                    <a:lnTo>
                      <a:pt x="224" y="91"/>
                    </a:lnTo>
                    <a:lnTo>
                      <a:pt x="226" y="102"/>
                    </a:lnTo>
                    <a:lnTo>
                      <a:pt x="226" y="113"/>
                    </a:lnTo>
                    <a:lnTo>
                      <a:pt x="226" y="113"/>
                    </a:lnTo>
                    <a:lnTo>
                      <a:pt x="226" y="125"/>
                    </a:lnTo>
                    <a:lnTo>
                      <a:pt x="224" y="136"/>
                    </a:lnTo>
                    <a:lnTo>
                      <a:pt x="221" y="147"/>
                    </a:lnTo>
                    <a:lnTo>
                      <a:pt x="218" y="158"/>
                    </a:lnTo>
                    <a:lnTo>
                      <a:pt x="213" y="168"/>
                    </a:lnTo>
                    <a:lnTo>
                      <a:pt x="207" y="177"/>
                    </a:lnTo>
                    <a:lnTo>
                      <a:pt x="201" y="186"/>
                    </a:lnTo>
                    <a:lnTo>
                      <a:pt x="194" y="194"/>
                    </a:lnTo>
                    <a:lnTo>
                      <a:pt x="186" y="201"/>
                    </a:lnTo>
                    <a:lnTo>
                      <a:pt x="177" y="207"/>
                    </a:lnTo>
                    <a:lnTo>
                      <a:pt x="167" y="213"/>
                    </a:lnTo>
                    <a:lnTo>
                      <a:pt x="157" y="218"/>
                    </a:lnTo>
                    <a:lnTo>
                      <a:pt x="147" y="222"/>
                    </a:lnTo>
                    <a:lnTo>
                      <a:pt x="136" y="224"/>
                    </a:lnTo>
                    <a:lnTo>
                      <a:pt x="125" y="226"/>
                    </a:lnTo>
                    <a:lnTo>
                      <a:pt x="113" y="227"/>
                    </a:lnTo>
                    <a:lnTo>
                      <a:pt x="113" y="227"/>
                    </a:lnTo>
                    <a:close/>
                    <a:moveTo>
                      <a:pt x="113" y="56"/>
                    </a:moveTo>
                    <a:lnTo>
                      <a:pt x="113" y="56"/>
                    </a:lnTo>
                    <a:lnTo>
                      <a:pt x="102" y="58"/>
                    </a:lnTo>
                    <a:lnTo>
                      <a:pt x="91" y="62"/>
                    </a:lnTo>
                    <a:lnTo>
                      <a:pt x="82" y="67"/>
                    </a:lnTo>
                    <a:lnTo>
                      <a:pt x="74" y="74"/>
                    </a:lnTo>
                    <a:lnTo>
                      <a:pt x="66" y="82"/>
                    </a:lnTo>
                    <a:lnTo>
                      <a:pt x="61" y="92"/>
                    </a:lnTo>
                    <a:lnTo>
                      <a:pt x="57" y="102"/>
                    </a:lnTo>
                    <a:lnTo>
                      <a:pt x="56" y="113"/>
                    </a:lnTo>
                    <a:lnTo>
                      <a:pt x="56" y="113"/>
                    </a:lnTo>
                    <a:lnTo>
                      <a:pt x="57" y="125"/>
                    </a:lnTo>
                    <a:lnTo>
                      <a:pt x="61" y="135"/>
                    </a:lnTo>
                    <a:lnTo>
                      <a:pt x="66" y="145"/>
                    </a:lnTo>
                    <a:lnTo>
                      <a:pt x="74" y="153"/>
                    </a:lnTo>
                    <a:lnTo>
                      <a:pt x="82" y="161"/>
                    </a:lnTo>
                    <a:lnTo>
                      <a:pt x="91" y="166"/>
                    </a:lnTo>
                    <a:lnTo>
                      <a:pt x="102" y="169"/>
                    </a:lnTo>
                    <a:lnTo>
                      <a:pt x="113" y="170"/>
                    </a:lnTo>
                    <a:lnTo>
                      <a:pt x="113" y="170"/>
                    </a:lnTo>
                    <a:lnTo>
                      <a:pt x="125" y="169"/>
                    </a:lnTo>
                    <a:lnTo>
                      <a:pt x="135" y="166"/>
                    </a:lnTo>
                    <a:lnTo>
                      <a:pt x="145" y="161"/>
                    </a:lnTo>
                    <a:lnTo>
                      <a:pt x="153" y="153"/>
                    </a:lnTo>
                    <a:lnTo>
                      <a:pt x="160" y="145"/>
                    </a:lnTo>
                    <a:lnTo>
                      <a:pt x="165" y="135"/>
                    </a:lnTo>
                    <a:lnTo>
                      <a:pt x="168" y="125"/>
                    </a:lnTo>
                    <a:lnTo>
                      <a:pt x="169" y="113"/>
                    </a:lnTo>
                    <a:lnTo>
                      <a:pt x="169" y="113"/>
                    </a:lnTo>
                    <a:lnTo>
                      <a:pt x="168" y="102"/>
                    </a:lnTo>
                    <a:lnTo>
                      <a:pt x="165" y="92"/>
                    </a:lnTo>
                    <a:lnTo>
                      <a:pt x="160" y="82"/>
                    </a:lnTo>
                    <a:lnTo>
                      <a:pt x="153" y="74"/>
                    </a:lnTo>
                    <a:lnTo>
                      <a:pt x="145" y="67"/>
                    </a:lnTo>
                    <a:lnTo>
                      <a:pt x="135" y="62"/>
                    </a:lnTo>
                    <a:lnTo>
                      <a:pt x="125" y="58"/>
                    </a:lnTo>
                    <a:lnTo>
                      <a:pt x="113" y="56"/>
                    </a:lnTo>
                    <a:lnTo>
                      <a:pt x="113"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66">
                <a:extLst>
                  <a:ext uri="{FF2B5EF4-FFF2-40B4-BE49-F238E27FC236}">
                    <a16:creationId xmlns:a16="http://schemas.microsoft.com/office/drawing/2014/main" id="{F6FCB038-603D-FAA8-29AD-0317BCEC9D5B}"/>
                  </a:ext>
                </a:extLst>
              </p:cNvPr>
              <p:cNvSpPr>
                <a:spLocks noEditPoints="1"/>
              </p:cNvSpPr>
              <p:nvPr/>
            </p:nvSpPr>
            <p:spPr bwMode="auto">
              <a:xfrm>
                <a:off x="5557838" y="4073526"/>
                <a:ext cx="252413" cy="255588"/>
              </a:xfrm>
              <a:custGeom>
                <a:avLst/>
                <a:gdLst>
                  <a:gd name="T0" fmla="*/ 353 w 956"/>
                  <a:gd name="T1" fmla="*/ 959 h 964"/>
                  <a:gd name="T2" fmla="*/ 341 w 956"/>
                  <a:gd name="T3" fmla="*/ 853 h 964"/>
                  <a:gd name="T4" fmla="*/ 270 w 956"/>
                  <a:gd name="T5" fmla="*/ 819 h 964"/>
                  <a:gd name="T6" fmla="*/ 151 w 956"/>
                  <a:gd name="T7" fmla="*/ 834 h 964"/>
                  <a:gd name="T8" fmla="*/ 120 w 956"/>
                  <a:gd name="T9" fmla="*/ 826 h 964"/>
                  <a:gd name="T10" fmla="*/ 0 w 956"/>
                  <a:gd name="T11" fmla="*/ 608 h 964"/>
                  <a:gd name="T12" fmla="*/ 86 w 956"/>
                  <a:gd name="T13" fmla="*/ 545 h 964"/>
                  <a:gd name="T14" fmla="*/ 81 w 956"/>
                  <a:gd name="T15" fmla="*/ 482 h 964"/>
                  <a:gd name="T16" fmla="*/ 14 w 956"/>
                  <a:gd name="T17" fmla="*/ 378 h 964"/>
                  <a:gd name="T18" fmla="*/ 0 w 956"/>
                  <a:gd name="T19" fmla="*/ 355 h 964"/>
                  <a:gd name="T20" fmla="*/ 121 w 956"/>
                  <a:gd name="T21" fmla="*/ 138 h 964"/>
                  <a:gd name="T22" fmla="*/ 152 w 956"/>
                  <a:gd name="T23" fmla="*/ 130 h 964"/>
                  <a:gd name="T24" fmla="*/ 270 w 956"/>
                  <a:gd name="T25" fmla="*/ 145 h 964"/>
                  <a:gd name="T26" fmla="*/ 341 w 956"/>
                  <a:gd name="T27" fmla="*/ 29 h 964"/>
                  <a:gd name="T28" fmla="*/ 353 w 956"/>
                  <a:gd name="T29" fmla="*/ 4 h 964"/>
                  <a:gd name="T30" fmla="*/ 601 w 956"/>
                  <a:gd name="T31" fmla="*/ 0 h 964"/>
                  <a:gd name="T32" fmla="*/ 623 w 956"/>
                  <a:gd name="T33" fmla="*/ 22 h 964"/>
                  <a:gd name="T34" fmla="*/ 668 w 956"/>
                  <a:gd name="T35" fmla="*/ 130 h 964"/>
                  <a:gd name="T36" fmla="*/ 799 w 956"/>
                  <a:gd name="T37" fmla="*/ 133 h 964"/>
                  <a:gd name="T38" fmla="*/ 826 w 956"/>
                  <a:gd name="T39" fmla="*/ 132 h 964"/>
                  <a:gd name="T40" fmla="*/ 954 w 956"/>
                  <a:gd name="T41" fmla="*/ 345 h 964"/>
                  <a:gd name="T42" fmla="*/ 946 w 956"/>
                  <a:gd name="T43" fmla="*/ 374 h 964"/>
                  <a:gd name="T44" fmla="*/ 874 w 956"/>
                  <a:gd name="T45" fmla="*/ 466 h 964"/>
                  <a:gd name="T46" fmla="*/ 870 w 956"/>
                  <a:gd name="T47" fmla="*/ 544 h 964"/>
                  <a:gd name="T48" fmla="*/ 955 w 956"/>
                  <a:gd name="T49" fmla="*/ 603 h 964"/>
                  <a:gd name="T50" fmla="*/ 840 w 956"/>
                  <a:gd name="T51" fmla="*/ 821 h 964"/>
                  <a:gd name="T52" fmla="*/ 816 w 956"/>
                  <a:gd name="T53" fmla="*/ 835 h 964"/>
                  <a:gd name="T54" fmla="*/ 706 w 956"/>
                  <a:gd name="T55" fmla="*/ 808 h 964"/>
                  <a:gd name="T56" fmla="*/ 623 w 956"/>
                  <a:gd name="T57" fmla="*/ 853 h 964"/>
                  <a:gd name="T58" fmla="*/ 615 w 956"/>
                  <a:gd name="T59" fmla="*/ 955 h 964"/>
                  <a:gd name="T60" fmla="*/ 397 w 956"/>
                  <a:gd name="T61" fmla="*/ 907 h 964"/>
                  <a:gd name="T62" fmla="*/ 570 w 956"/>
                  <a:gd name="T63" fmla="*/ 820 h 964"/>
                  <a:gd name="T64" fmla="*/ 587 w 956"/>
                  <a:gd name="T65" fmla="*/ 805 h 964"/>
                  <a:gd name="T66" fmla="*/ 680 w 956"/>
                  <a:gd name="T67" fmla="*/ 757 h 964"/>
                  <a:gd name="T68" fmla="*/ 719 w 956"/>
                  <a:gd name="T69" fmla="*/ 728 h 964"/>
                  <a:gd name="T70" fmla="*/ 804 w 956"/>
                  <a:gd name="T71" fmla="*/ 768 h 964"/>
                  <a:gd name="T72" fmla="*/ 814 w 956"/>
                  <a:gd name="T73" fmla="*/ 574 h 964"/>
                  <a:gd name="T74" fmla="*/ 810 w 956"/>
                  <a:gd name="T75" fmla="*/ 553 h 964"/>
                  <a:gd name="T76" fmla="*/ 817 w 956"/>
                  <a:gd name="T77" fmla="*/ 464 h 964"/>
                  <a:gd name="T78" fmla="*/ 810 w 956"/>
                  <a:gd name="T79" fmla="*/ 401 h 964"/>
                  <a:gd name="T80" fmla="*/ 824 w 956"/>
                  <a:gd name="T81" fmla="*/ 380 h 964"/>
                  <a:gd name="T82" fmla="*/ 733 w 956"/>
                  <a:gd name="T83" fmla="*/ 237 h 964"/>
                  <a:gd name="T84" fmla="*/ 707 w 956"/>
                  <a:gd name="T85" fmla="*/ 230 h 964"/>
                  <a:gd name="T86" fmla="*/ 638 w 956"/>
                  <a:gd name="T87" fmla="*/ 178 h 964"/>
                  <a:gd name="T88" fmla="*/ 579 w 956"/>
                  <a:gd name="T89" fmla="*/ 155 h 964"/>
                  <a:gd name="T90" fmla="*/ 567 w 956"/>
                  <a:gd name="T91" fmla="*/ 132 h 964"/>
                  <a:gd name="T92" fmla="*/ 395 w 956"/>
                  <a:gd name="T93" fmla="*/ 141 h 964"/>
                  <a:gd name="T94" fmla="*/ 376 w 956"/>
                  <a:gd name="T95" fmla="*/ 159 h 964"/>
                  <a:gd name="T96" fmla="*/ 297 w 956"/>
                  <a:gd name="T97" fmla="*/ 194 h 964"/>
                  <a:gd name="T98" fmla="*/ 245 w 956"/>
                  <a:gd name="T99" fmla="*/ 235 h 964"/>
                  <a:gd name="T100" fmla="*/ 219 w 956"/>
                  <a:gd name="T101" fmla="*/ 233 h 964"/>
                  <a:gd name="T102" fmla="*/ 139 w 956"/>
                  <a:gd name="T103" fmla="*/ 386 h 964"/>
                  <a:gd name="T104" fmla="*/ 146 w 956"/>
                  <a:gd name="T105" fmla="*/ 410 h 964"/>
                  <a:gd name="T106" fmla="*/ 138 w 956"/>
                  <a:gd name="T107" fmla="*/ 482 h 964"/>
                  <a:gd name="T108" fmla="*/ 146 w 956"/>
                  <a:gd name="T109" fmla="*/ 557 h 964"/>
                  <a:gd name="T110" fmla="*/ 136 w 956"/>
                  <a:gd name="T111" fmla="*/ 581 h 964"/>
                  <a:gd name="T112" fmla="*/ 223 w 956"/>
                  <a:gd name="T113" fmla="*/ 729 h 964"/>
                  <a:gd name="T114" fmla="*/ 249 w 956"/>
                  <a:gd name="T115" fmla="*/ 732 h 964"/>
                  <a:gd name="T116" fmla="*/ 312 w 956"/>
                  <a:gd name="T117" fmla="*/ 778 h 964"/>
                  <a:gd name="T118" fmla="*/ 381 w 956"/>
                  <a:gd name="T119" fmla="*/ 806 h 964"/>
                  <a:gd name="T120" fmla="*/ 396 w 956"/>
                  <a:gd name="T121" fmla="*/ 828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56" h="964">
                    <a:moveTo>
                      <a:pt x="595" y="964"/>
                    </a:moveTo>
                    <a:lnTo>
                      <a:pt x="369" y="964"/>
                    </a:lnTo>
                    <a:lnTo>
                      <a:pt x="369" y="964"/>
                    </a:lnTo>
                    <a:lnTo>
                      <a:pt x="363" y="963"/>
                    </a:lnTo>
                    <a:lnTo>
                      <a:pt x="358" y="961"/>
                    </a:lnTo>
                    <a:lnTo>
                      <a:pt x="353" y="959"/>
                    </a:lnTo>
                    <a:lnTo>
                      <a:pt x="349" y="955"/>
                    </a:lnTo>
                    <a:lnTo>
                      <a:pt x="345" y="951"/>
                    </a:lnTo>
                    <a:lnTo>
                      <a:pt x="343" y="947"/>
                    </a:lnTo>
                    <a:lnTo>
                      <a:pt x="341" y="941"/>
                    </a:lnTo>
                    <a:lnTo>
                      <a:pt x="341" y="936"/>
                    </a:lnTo>
                    <a:lnTo>
                      <a:pt x="341" y="853"/>
                    </a:lnTo>
                    <a:lnTo>
                      <a:pt x="341" y="853"/>
                    </a:lnTo>
                    <a:lnTo>
                      <a:pt x="325" y="848"/>
                    </a:lnTo>
                    <a:lnTo>
                      <a:pt x="311" y="842"/>
                    </a:lnTo>
                    <a:lnTo>
                      <a:pt x="297" y="835"/>
                    </a:lnTo>
                    <a:lnTo>
                      <a:pt x="283" y="827"/>
                    </a:lnTo>
                    <a:lnTo>
                      <a:pt x="270" y="819"/>
                    </a:lnTo>
                    <a:lnTo>
                      <a:pt x="257" y="809"/>
                    </a:lnTo>
                    <a:lnTo>
                      <a:pt x="244" y="800"/>
                    </a:lnTo>
                    <a:lnTo>
                      <a:pt x="230" y="789"/>
                    </a:lnTo>
                    <a:lnTo>
                      <a:pt x="156" y="832"/>
                    </a:lnTo>
                    <a:lnTo>
                      <a:pt x="156" y="832"/>
                    </a:lnTo>
                    <a:lnTo>
                      <a:pt x="151" y="834"/>
                    </a:lnTo>
                    <a:lnTo>
                      <a:pt x="145" y="835"/>
                    </a:lnTo>
                    <a:lnTo>
                      <a:pt x="140" y="835"/>
                    </a:lnTo>
                    <a:lnTo>
                      <a:pt x="135" y="834"/>
                    </a:lnTo>
                    <a:lnTo>
                      <a:pt x="130" y="833"/>
                    </a:lnTo>
                    <a:lnTo>
                      <a:pt x="124" y="830"/>
                    </a:lnTo>
                    <a:lnTo>
                      <a:pt x="120" y="826"/>
                    </a:lnTo>
                    <a:lnTo>
                      <a:pt x="117" y="821"/>
                    </a:lnTo>
                    <a:lnTo>
                      <a:pt x="4" y="625"/>
                    </a:lnTo>
                    <a:lnTo>
                      <a:pt x="4" y="625"/>
                    </a:lnTo>
                    <a:lnTo>
                      <a:pt x="1" y="620"/>
                    </a:lnTo>
                    <a:lnTo>
                      <a:pt x="0" y="613"/>
                    </a:lnTo>
                    <a:lnTo>
                      <a:pt x="0" y="608"/>
                    </a:lnTo>
                    <a:lnTo>
                      <a:pt x="1" y="603"/>
                    </a:lnTo>
                    <a:lnTo>
                      <a:pt x="3" y="598"/>
                    </a:lnTo>
                    <a:lnTo>
                      <a:pt x="6" y="593"/>
                    </a:lnTo>
                    <a:lnTo>
                      <a:pt x="9" y="589"/>
                    </a:lnTo>
                    <a:lnTo>
                      <a:pt x="14" y="586"/>
                    </a:lnTo>
                    <a:lnTo>
                      <a:pt x="86" y="545"/>
                    </a:lnTo>
                    <a:lnTo>
                      <a:pt x="86" y="545"/>
                    </a:lnTo>
                    <a:lnTo>
                      <a:pt x="84" y="529"/>
                    </a:lnTo>
                    <a:lnTo>
                      <a:pt x="82" y="513"/>
                    </a:lnTo>
                    <a:lnTo>
                      <a:pt x="82" y="497"/>
                    </a:lnTo>
                    <a:lnTo>
                      <a:pt x="81" y="482"/>
                    </a:lnTo>
                    <a:lnTo>
                      <a:pt x="81" y="482"/>
                    </a:lnTo>
                    <a:lnTo>
                      <a:pt x="82" y="466"/>
                    </a:lnTo>
                    <a:lnTo>
                      <a:pt x="82" y="451"/>
                    </a:lnTo>
                    <a:lnTo>
                      <a:pt x="84" y="435"/>
                    </a:lnTo>
                    <a:lnTo>
                      <a:pt x="86" y="419"/>
                    </a:lnTo>
                    <a:lnTo>
                      <a:pt x="14" y="378"/>
                    </a:lnTo>
                    <a:lnTo>
                      <a:pt x="14" y="378"/>
                    </a:lnTo>
                    <a:lnTo>
                      <a:pt x="10" y="374"/>
                    </a:lnTo>
                    <a:lnTo>
                      <a:pt x="6" y="370"/>
                    </a:lnTo>
                    <a:lnTo>
                      <a:pt x="3" y="366"/>
                    </a:lnTo>
                    <a:lnTo>
                      <a:pt x="1" y="361"/>
                    </a:lnTo>
                    <a:lnTo>
                      <a:pt x="1" y="361"/>
                    </a:lnTo>
                    <a:lnTo>
                      <a:pt x="0" y="355"/>
                    </a:lnTo>
                    <a:lnTo>
                      <a:pt x="1" y="350"/>
                    </a:lnTo>
                    <a:lnTo>
                      <a:pt x="2" y="344"/>
                    </a:lnTo>
                    <a:lnTo>
                      <a:pt x="4" y="339"/>
                    </a:lnTo>
                    <a:lnTo>
                      <a:pt x="118" y="143"/>
                    </a:lnTo>
                    <a:lnTo>
                      <a:pt x="118" y="143"/>
                    </a:lnTo>
                    <a:lnTo>
                      <a:pt x="121" y="138"/>
                    </a:lnTo>
                    <a:lnTo>
                      <a:pt x="126" y="135"/>
                    </a:lnTo>
                    <a:lnTo>
                      <a:pt x="131" y="132"/>
                    </a:lnTo>
                    <a:lnTo>
                      <a:pt x="136" y="130"/>
                    </a:lnTo>
                    <a:lnTo>
                      <a:pt x="141" y="129"/>
                    </a:lnTo>
                    <a:lnTo>
                      <a:pt x="147" y="129"/>
                    </a:lnTo>
                    <a:lnTo>
                      <a:pt x="152" y="130"/>
                    </a:lnTo>
                    <a:lnTo>
                      <a:pt x="157" y="133"/>
                    </a:lnTo>
                    <a:lnTo>
                      <a:pt x="230" y="174"/>
                    </a:lnTo>
                    <a:lnTo>
                      <a:pt x="230" y="174"/>
                    </a:lnTo>
                    <a:lnTo>
                      <a:pt x="244" y="163"/>
                    </a:lnTo>
                    <a:lnTo>
                      <a:pt x="257" y="154"/>
                    </a:lnTo>
                    <a:lnTo>
                      <a:pt x="270" y="145"/>
                    </a:lnTo>
                    <a:lnTo>
                      <a:pt x="283" y="137"/>
                    </a:lnTo>
                    <a:lnTo>
                      <a:pt x="297" y="129"/>
                    </a:lnTo>
                    <a:lnTo>
                      <a:pt x="311" y="122"/>
                    </a:lnTo>
                    <a:lnTo>
                      <a:pt x="325" y="116"/>
                    </a:lnTo>
                    <a:lnTo>
                      <a:pt x="341" y="110"/>
                    </a:lnTo>
                    <a:lnTo>
                      <a:pt x="341" y="29"/>
                    </a:lnTo>
                    <a:lnTo>
                      <a:pt x="341" y="29"/>
                    </a:lnTo>
                    <a:lnTo>
                      <a:pt x="341" y="22"/>
                    </a:lnTo>
                    <a:lnTo>
                      <a:pt x="343" y="17"/>
                    </a:lnTo>
                    <a:lnTo>
                      <a:pt x="345" y="12"/>
                    </a:lnTo>
                    <a:lnTo>
                      <a:pt x="349" y="8"/>
                    </a:lnTo>
                    <a:lnTo>
                      <a:pt x="353" y="4"/>
                    </a:lnTo>
                    <a:lnTo>
                      <a:pt x="358" y="2"/>
                    </a:lnTo>
                    <a:lnTo>
                      <a:pt x="363" y="0"/>
                    </a:lnTo>
                    <a:lnTo>
                      <a:pt x="369" y="0"/>
                    </a:lnTo>
                    <a:lnTo>
                      <a:pt x="595" y="0"/>
                    </a:lnTo>
                    <a:lnTo>
                      <a:pt x="595" y="0"/>
                    </a:lnTo>
                    <a:lnTo>
                      <a:pt x="601" y="0"/>
                    </a:lnTo>
                    <a:lnTo>
                      <a:pt x="606" y="2"/>
                    </a:lnTo>
                    <a:lnTo>
                      <a:pt x="611" y="4"/>
                    </a:lnTo>
                    <a:lnTo>
                      <a:pt x="615" y="8"/>
                    </a:lnTo>
                    <a:lnTo>
                      <a:pt x="618" y="12"/>
                    </a:lnTo>
                    <a:lnTo>
                      <a:pt x="621" y="17"/>
                    </a:lnTo>
                    <a:lnTo>
                      <a:pt x="623" y="22"/>
                    </a:lnTo>
                    <a:lnTo>
                      <a:pt x="623" y="29"/>
                    </a:lnTo>
                    <a:lnTo>
                      <a:pt x="623" y="110"/>
                    </a:lnTo>
                    <a:lnTo>
                      <a:pt x="623" y="110"/>
                    </a:lnTo>
                    <a:lnTo>
                      <a:pt x="639" y="116"/>
                    </a:lnTo>
                    <a:lnTo>
                      <a:pt x="654" y="122"/>
                    </a:lnTo>
                    <a:lnTo>
                      <a:pt x="668" y="130"/>
                    </a:lnTo>
                    <a:lnTo>
                      <a:pt x="681" y="138"/>
                    </a:lnTo>
                    <a:lnTo>
                      <a:pt x="693" y="146"/>
                    </a:lnTo>
                    <a:lnTo>
                      <a:pt x="706" y="155"/>
                    </a:lnTo>
                    <a:lnTo>
                      <a:pt x="730" y="174"/>
                    </a:lnTo>
                    <a:lnTo>
                      <a:pt x="799" y="133"/>
                    </a:lnTo>
                    <a:lnTo>
                      <a:pt x="799" y="133"/>
                    </a:lnTo>
                    <a:lnTo>
                      <a:pt x="804" y="130"/>
                    </a:lnTo>
                    <a:lnTo>
                      <a:pt x="810" y="129"/>
                    </a:lnTo>
                    <a:lnTo>
                      <a:pt x="815" y="129"/>
                    </a:lnTo>
                    <a:lnTo>
                      <a:pt x="821" y="130"/>
                    </a:lnTo>
                    <a:lnTo>
                      <a:pt x="821" y="130"/>
                    </a:lnTo>
                    <a:lnTo>
                      <a:pt x="826" y="132"/>
                    </a:lnTo>
                    <a:lnTo>
                      <a:pt x="832" y="135"/>
                    </a:lnTo>
                    <a:lnTo>
                      <a:pt x="836" y="138"/>
                    </a:lnTo>
                    <a:lnTo>
                      <a:pt x="839" y="143"/>
                    </a:lnTo>
                    <a:lnTo>
                      <a:pt x="952" y="339"/>
                    </a:lnTo>
                    <a:lnTo>
                      <a:pt x="952" y="339"/>
                    </a:lnTo>
                    <a:lnTo>
                      <a:pt x="954" y="345"/>
                    </a:lnTo>
                    <a:lnTo>
                      <a:pt x="956" y="350"/>
                    </a:lnTo>
                    <a:lnTo>
                      <a:pt x="956" y="355"/>
                    </a:lnTo>
                    <a:lnTo>
                      <a:pt x="955" y="361"/>
                    </a:lnTo>
                    <a:lnTo>
                      <a:pt x="953" y="366"/>
                    </a:lnTo>
                    <a:lnTo>
                      <a:pt x="950" y="370"/>
                    </a:lnTo>
                    <a:lnTo>
                      <a:pt x="946" y="374"/>
                    </a:lnTo>
                    <a:lnTo>
                      <a:pt x="942" y="378"/>
                    </a:lnTo>
                    <a:lnTo>
                      <a:pt x="870" y="419"/>
                    </a:lnTo>
                    <a:lnTo>
                      <a:pt x="870" y="419"/>
                    </a:lnTo>
                    <a:lnTo>
                      <a:pt x="872" y="435"/>
                    </a:lnTo>
                    <a:lnTo>
                      <a:pt x="874" y="451"/>
                    </a:lnTo>
                    <a:lnTo>
                      <a:pt x="874" y="466"/>
                    </a:lnTo>
                    <a:lnTo>
                      <a:pt x="875" y="482"/>
                    </a:lnTo>
                    <a:lnTo>
                      <a:pt x="875" y="482"/>
                    </a:lnTo>
                    <a:lnTo>
                      <a:pt x="874" y="497"/>
                    </a:lnTo>
                    <a:lnTo>
                      <a:pt x="874" y="513"/>
                    </a:lnTo>
                    <a:lnTo>
                      <a:pt x="872" y="529"/>
                    </a:lnTo>
                    <a:lnTo>
                      <a:pt x="870" y="544"/>
                    </a:lnTo>
                    <a:lnTo>
                      <a:pt x="942" y="586"/>
                    </a:lnTo>
                    <a:lnTo>
                      <a:pt x="942" y="586"/>
                    </a:lnTo>
                    <a:lnTo>
                      <a:pt x="947" y="589"/>
                    </a:lnTo>
                    <a:lnTo>
                      <a:pt x="951" y="593"/>
                    </a:lnTo>
                    <a:lnTo>
                      <a:pt x="954" y="598"/>
                    </a:lnTo>
                    <a:lnTo>
                      <a:pt x="955" y="603"/>
                    </a:lnTo>
                    <a:lnTo>
                      <a:pt x="956" y="608"/>
                    </a:lnTo>
                    <a:lnTo>
                      <a:pt x="956" y="613"/>
                    </a:lnTo>
                    <a:lnTo>
                      <a:pt x="955" y="620"/>
                    </a:lnTo>
                    <a:lnTo>
                      <a:pt x="953" y="625"/>
                    </a:lnTo>
                    <a:lnTo>
                      <a:pt x="840" y="821"/>
                    </a:lnTo>
                    <a:lnTo>
                      <a:pt x="840" y="821"/>
                    </a:lnTo>
                    <a:lnTo>
                      <a:pt x="837" y="826"/>
                    </a:lnTo>
                    <a:lnTo>
                      <a:pt x="833" y="830"/>
                    </a:lnTo>
                    <a:lnTo>
                      <a:pt x="827" y="833"/>
                    </a:lnTo>
                    <a:lnTo>
                      <a:pt x="822" y="834"/>
                    </a:lnTo>
                    <a:lnTo>
                      <a:pt x="822" y="834"/>
                    </a:lnTo>
                    <a:lnTo>
                      <a:pt x="816" y="835"/>
                    </a:lnTo>
                    <a:lnTo>
                      <a:pt x="811" y="835"/>
                    </a:lnTo>
                    <a:lnTo>
                      <a:pt x="805" y="834"/>
                    </a:lnTo>
                    <a:lnTo>
                      <a:pt x="800" y="832"/>
                    </a:lnTo>
                    <a:lnTo>
                      <a:pt x="730" y="790"/>
                    </a:lnTo>
                    <a:lnTo>
                      <a:pt x="730" y="790"/>
                    </a:lnTo>
                    <a:lnTo>
                      <a:pt x="706" y="808"/>
                    </a:lnTo>
                    <a:lnTo>
                      <a:pt x="693" y="818"/>
                    </a:lnTo>
                    <a:lnTo>
                      <a:pt x="681" y="826"/>
                    </a:lnTo>
                    <a:lnTo>
                      <a:pt x="668" y="834"/>
                    </a:lnTo>
                    <a:lnTo>
                      <a:pt x="654" y="841"/>
                    </a:lnTo>
                    <a:lnTo>
                      <a:pt x="639" y="847"/>
                    </a:lnTo>
                    <a:lnTo>
                      <a:pt x="623" y="853"/>
                    </a:lnTo>
                    <a:lnTo>
                      <a:pt x="623" y="936"/>
                    </a:lnTo>
                    <a:lnTo>
                      <a:pt x="623" y="936"/>
                    </a:lnTo>
                    <a:lnTo>
                      <a:pt x="623" y="941"/>
                    </a:lnTo>
                    <a:lnTo>
                      <a:pt x="621" y="947"/>
                    </a:lnTo>
                    <a:lnTo>
                      <a:pt x="618" y="951"/>
                    </a:lnTo>
                    <a:lnTo>
                      <a:pt x="615" y="955"/>
                    </a:lnTo>
                    <a:lnTo>
                      <a:pt x="611" y="959"/>
                    </a:lnTo>
                    <a:lnTo>
                      <a:pt x="606" y="961"/>
                    </a:lnTo>
                    <a:lnTo>
                      <a:pt x="601" y="963"/>
                    </a:lnTo>
                    <a:lnTo>
                      <a:pt x="595" y="964"/>
                    </a:lnTo>
                    <a:lnTo>
                      <a:pt x="595" y="964"/>
                    </a:lnTo>
                    <a:close/>
                    <a:moveTo>
                      <a:pt x="397" y="907"/>
                    </a:moveTo>
                    <a:lnTo>
                      <a:pt x="567" y="907"/>
                    </a:lnTo>
                    <a:lnTo>
                      <a:pt x="567" y="833"/>
                    </a:lnTo>
                    <a:lnTo>
                      <a:pt x="567" y="833"/>
                    </a:lnTo>
                    <a:lnTo>
                      <a:pt x="567" y="828"/>
                    </a:lnTo>
                    <a:lnTo>
                      <a:pt x="569" y="824"/>
                    </a:lnTo>
                    <a:lnTo>
                      <a:pt x="570" y="820"/>
                    </a:lnTo>
                    <a:lnTo>
                      <a:pt x="573" y="815"/>
                    </a:lnTo>
                    <a:lnTo>
                      <a:pt x="576" y="811"/>
                    </a:lnTo>
                    <a:lnTo>
                      <a:pt x="579" y="809"/>
                    </a:lnTo>
                    <a:lnTo>
                      <a:pt x="583" y="806"/>
                    </a:lnTo>
                    <a:lnTo>
                      <a:pt x="587" y="805"/>
                    </a:lnTo>
                    <a:lnTo>
                      <a:pt x="587" y="805"/>
                    </a:lnTo>
                    <a:lnTo>
                      <a:pt x="605" y="799"/>
                    </a:lnTo>
                    <a:lnTo>
                      <a:pt x="622" y="792"/>
                    </a:lnTo>
                    <a:lnTo>
                      <a:pt x="638" y="785"/>
                    </a:lnTo>
                    <a:lnTo>
                      <a:pt x="653" y="777"/>
                    </a:lnTo>
                    <a:lnTo>
                      <a:pt x="667" y="767"/>
                    </a:lnTo>
                    <a:lnTo>
                      <a:pt x="680" y="757"/>
                    </a:lnTo>
                    <a:lnTo>
                      <a:pt x="694" y="746"/>
                    </a:lnTo>
                    <a:lnTo>
                      <a:pt x="707" y="734"/>
                    </a:lnTo>
                    <a:lnTo>
                      <a:pt x="707" y="734"/>
                    </a:lnTo>
                    <a:lnTo>
                      <a:pt x="711" y="732"/>
                    </a:lnTo>
                    <a:lnTo>
                      <a:pt x="715" y="729"/>
                    </a:lnTo>
                    <a:lnTo>
                      <a:pt x="719" y="728"/>
                    </a:lnTo>
                    <a:lnTo>
                      <a:pt x="723" y="727"/>
                    </a:lnTo>
                    <a:lnTo>
                      <a:pt x="728" y="727"/>
                    </a:lnTo>
                    <a:lnTo>
                      <a:pt x="733" y="728"/>
                    </a:lnTo>
                    <a:lnTo>
                      <a:pt x="737" y="729"/>
                    </a:lnTo>
                    <a:lnTo>
                      <a:pt x="741" y="731"/>
                    </a:lnTo>
                    <a:lnTo>
                      <a:pt x="804" y="768"/>
                    </a:lnTo>
                    <a:lnTo>
                      <a:pt x="889" y="621"/>
                    </a:lnTo>
                    <a:lnTo>
                      <a:pt x="824" y="583"/>
                    </a:lnTo>
                    <a:lnTo>
                      <a:pt x="824" y="583"/>
                    </a:lnTo>
                    <a:lnTo>
                      <a:pt x="820" y="581"/>
                    </a:lnTo>
                    <a:lnTo>
                      <a:pt x="817" y="578"/>
                    </a:lnTo>
                    <a:lnTo>
                      <a:pt x="814" y="574"/>
                    </a:lnTo>
                    <a:lnTo>
                      <a:pt x="812" y="570"/>
                    </a:lnTo>
                    <a:lnTo>
                      <a:pt x="811" y="566"/>
                    </a:lnTo>
                    <a:lnTo>
                      <a:pt x="810" y="562"/>
                    </a:lnTo>
                    <a:lnTo>
                      <a:pt x="810" y="558"/>
                    </a:lnTo>
                    <a:lnTo>
                      <a:pt x="810" y="553"/>
                    </a:lnTo>
                    <a:lnTo>
                      <a:pt x="810" y="553"/>
                    </a:lnTo>
                    <a:lnTo>
                      <a:pt x="814" y="536"/>
                    </a:lnTo>
                    <a:lnTo>
                      <a:pt x="816" y="517"/>
                    </a:lnTo>
                    <a:lnTo>
                      <a:pt x="817" y="499"/>
                    </a:lnTo>
                    <a:lnTo>
                      <a:pt x="818" y="482"/>
                    </a:lnTo>
                    <a:lnTo>
                      <a:pt x="818" y="482"/>
                    </a:lnTo>
                    <a:lnTo>
                      <a:pt x="817" y="464"/>
                    </a:lnTo>
                    <a:lnTo>
                      <a:pt x="816" y="447"/>
                    </a:lnTo>
                    <a:lnTo>
                      <a:pt x="813" y="429"/>
                    </a:lnTo>
                    <a:lnTo>
                      <a:pt x="810" y="410"/>
                    </a:lnTo>
                    <a:lnTo>
                      <a:pt x="810" y="410"/>
                    </a:lnTo>
                    <a:lnTo>
                      <a:pt x="810" y="406"/>
                    </a:lnTo>
                    <a:lnTo>
                      <a:pt x="810" y="401"/>
                    </a:lnTo>
                    <a:lnTo>
                      <a:pt x="810" y="397"/>
                    </a:lnTo>
                    <a:lnTo>
                      <a:pt x="812" y="393"/>
                    </a:lnTo>
                    <a:lnTo>
                      <a:pt x="814" y="389"/>
                    </a:lnTo>
                    <a:lnTo>
                      <a:pt x="817" y="386"/>
                    </a:lnTo>
                    <a:lnTo>
                      <a:pt x="820" y="383"/>
                    </a:lnTo>
                    <a:lnTo>
                      <a:pt x="824" y="380"/>
                    </a:lnTo>
                    <a:lnTo>
                      <a:pt x="888" y="343"/>
                    </a:lnTo>
                    <a:lnTo>
                      <a:pt x="803" y="196"/>
                    </a:lnTo>
                    <a:lnTo>
                      <a:pt x="741" y="233"/>
                    </a:lnTo>
                    <a:lnTo>
                      <a:pt x="741" y="233"/>
                    </a:lnTo>
                    <a:lnTo>
                      <a:pt x="737" y="235"/>
                    </a:lnTo>
                    <a:lnTo>
                      <a:pt x="733" y="237"/>
                    </a:lnTo>
                    <a:lnTo>
                      <a:pt x="728" y="237"/>
                    </a:lnTo>
                    <a:lnTo>
                      <a:pt x="723" y="237"/>
                    </a:lnTo>
                    <a:lnTo>
                      <a:pt x="719" y="236"/>
                    </a:lnTo>
                    <a:lnTo>
                      <a:pt x="715" y="235"/>
                    </a:lnTo>
                    <a:lnTo>
                      <a:pt x="711" y="233"/>
                    </a:lnTo>
                    <a:lnTo>
                      <a:pt x="707" y="230"/>
                    </a:lnTo>
                    <a:lnTo>
                      <a:pt x="707" y="230"/>
                    </a:lnTo>
                    <a:lnTo>
                      <a:pt x="694" y="217"/>
                    </a:lnTo>
                    <a:lnTo>
                      <a:pt x="680" y="206"/>
                    </a:lnTo>
                    <a:lnTo>
                      <a:pt x="667" y="196"/>
                    </a:lnTo>
                    <a:lnTo>
                      <a:pt x="653" y="187"/>
                    </a:lnTo>
                    <a:lnTo>
                      <a:pt x="638" y="178"/>
                    </a:lnTo>
                    <a:lnTo>
                      <a:pt x="622" y="171"/>
                    </a:lnTo>
                    <a:lnTo>
                      <a:pt x="605" y="164"/>
                    </a:lnTo>
                    <a:lnTo>
                      <a:pt x="587" y="159"/>
                    </a:lnTo>
                    <a:lnTo>
                      <a:pt x="587" y="159"/>
                    </a:lnTo>
                    <a:lnTo>
                      <a:pt x="583" y="157"/>
                    </a:lnTo>
                    <a:lnTo>
                      <a:pt x="579" y="155"/>
                    </a:lnTo>
                    <a:lnTo>
                      <a:pt x="576" y="152"/>
                    </a:lnTo>
                    <a:lnTo>
                      <a:pt x="573" y="149"/>
                    </a:lnTo>
                    <a:lnTo>
                      <a:pt x="570" y="145"/>
                    </a:lnTo>
                    <a:lnTo>
                      <a:pt x="569" y="141"/>
                    </a:lnTo>
                    <a:lnTo>
                      <a:pt x="567" y="136"/>
                    </a:lnTo>
                    <a:lnTo>
                      <a:pt x="567" y="132"/>
                    </a:lnTo>
                    <a:lnTo>
                      <a:pt x="567" y="57"/>
                    </a:lnTo>
                    <a:lnTo>
                      <a:pt x="397" y="57"/>
                    </a:lnTo>
                    <a:lnTo>
                      <a:pt x="397" y="132"/>
                    </a:lnTo>
                    <a:lnTo>
                      <a:pt x="397" y="132"/>
                    </a:lnTo>
                    <a:lnTo>
                      <a:pt x="396" y="136"/>
                    </a:lnTo>
                    <a:lnTo>
                      <a:pt x="395" y="141"/>
                    </a:lnTo>
                    <a:lnTo>
                      <a:pt x="393" y="145"/>
                    </a:lnTo>
                    <a:lnTo>
                      <a:pt x="391" y="149"/>
                    </a:lnTo>
                    <a:lnTo>
                      <a:pt x="388" y="152"/>
                    </a:lnTo>
                    <a:lnTo>
                      <a:pt x="385" y="155"/>
                    </a:lnTo>
                    <a:lnTo>
                      <a:pt x="381" y="157"/>
                    </a:lnTo>
                    <a:lnTo>
                      <a:pt x="376" y="159"/>
                    </a:lnTo>
                    <a:lnTo>
                      <a:pt x="376" y="159"/>
                    </a:lnTo>
                    <a:lnTo>
                      <a:pt x="360" y="164"/>
                    </a:lnTo>
                    <a:lnTo>
                      <a:pt x="343" y="170"/>
                    </a:lnTo>
                    <a:lnTo>
                      <a:pt x="328" y="177"/>
                    </a:lnTo>
                    <a:lnTo>
                      <a:pt x="312" y="185"/>
                    </a:lnTo>
                    <a:lnTo>
                      <a:pt x="297" y="194"/>
                    </a:lnTo>
                    <a:lnTo>
                      <a:pt x="282" y="204"/>
                    </a:lnTo>
                    <a:lnTo>
                      <a:pt x="268" y="216"/>
                    </a:lnTo>
                    <a:lnTo>
                      <a:pt x="253" y="230"/>
                    </a:lnTo>
                    <a:lnTo>
                      <a:pt x="253" y="230"/>
                    </a:lnTo>
                    <a:lnTo>
                      <a:pt x="249" y="233"/>
                    </a:lnTo>
                    <a:lnTo>
                      <a:pt x="245" y="235"/>
                    </a:lnTo>
                    <a:lnTo>
                      <a:pt x="241" y="236"/>
                    </a:lnTo>
                    <a:lnTo>
                      <a:pt x="237" y="237"/>
                    </a:lnTo>
                    <a:lnTo>
                      <a:pt x="233" y="237"/>
                    </a:lnTo>
                    <a:lnTo>
                      <a:pt x="228" y="237"/>
                    </a:lnTo>
                    <a:lnTo>
                      <a:pt x="223" y="235"/>
                    </a:lnTo>
                    <a:lnTo>
                      <a:pt x="219" y="233"/>
                    </a:lnTo>
                    <a:lnTo>
                      <a:pt x="153" y="195"/>
                    </a:lnTo>
                    <a:lnTo>
                      <a:pt x="68" y="343"/>
                    </a:lnTo>
                    <a:lnTo>
                      <a:pt x="133" y="380"/>
                    </a:lnTo>
                    <a:lnTo>
                      <a:pt x="133" y="380"/>
                    </a:lnTo>
                    <a:lnTo>
                      <a:pt x="136" y="383"/>
                    </a:lnTo>
                    <a:lnTo>
                      <a:pt x="139" y="386"/>
                    </a:lnTo>
                    <a:lnTo>
                      <a:pt x="142" y="389"/>
                    </a:lnTo>
                    <a:lnTo>
                      <a:pt x="144" y="393"/>
                    </a:lnTo>
                    <a:lnTo>
                      <a:pt x="146" y="397"/>
                    </a:lnTo>
                    <a:lnTo>
                      <a:pt x="146" y="401"/>
                    </a:lnTo>
                    <a:lnTo>
                      <a:pt x="147" y="406"/>
                    </a:lnTo>
                    <a:lnTo>
                      <a:pt x="146" y="410"/>
                    </a:lnTo>
                    <a:lnTo>
                      <a:pt x="146" y="410"/>
                    </a:lnTo>
                    <a:lnTo>
                      <a:pt x="143" y="429"/>
                    </a:lnTo>
                    <a:lnTo>
                      <a:pt x="140" y="447"/>
                    </a:lnTo>
                    <a:lnTo>
                      <a:pt x="139" y="464"/>
                    </a:lnTo>
                    <a:lnTo>
                      <a:pt x="138" y="482"/>
                    </a:lnTo>
                    <a:lnTo>
                      <a:pt x="138" y="482"/>
                    </a:lnTo>
                    <a:lnTo>
                      <a:pt x="139" y="499"/>
                    </a:lnTo>
                    <a:lnTo>
                      <a:pt x="140" y="517"/>
                    </a:lnTo>
                    <a:lnTo>
                      <a:pt x="142" y="536"/>
                    </a:lnTo>
                    <a:lnTo>
                      <a:pt x="146" y="553"/>
                    </a:lnTo>
                    <a:lnTo>
                      <a:pt x="146" y="553"/>
                    </a:lnTo>
                    <a:lnTo>
                      <a:pt x="146" y="557"/>
                    </a:lnTo>
                    <a:lnTo>
                      <a:pt x="146" y="562"/>
                    </a:lnTo>
                    <a:lnTo>
                      <a:pt x="145" y="566"/>
                    </a:lnTo>
                    <a:lnTo>
                      <a:pt x="144" y="570"/>
                    </a:lnTo>
                    <a:lnTo>
                      <a:pt x="142" y="574"/>
                    </a:lnTo>
                    <a:lnTo>
                      <a:pt x="139" y="578"/>
                    </a:lnTo>
                    <a:lnTo>
                      <a:pt x="136" y="581"/>
                    </a:lnTo>
                    <a:lnTo>
                      <a:pt x="132" y="583"/>
                    </a:lnTo>
                    <a:lnTo>
                      <a:pt x="67" y="621"/>
                    </a:lnTo>
                    <a:lnTo>
                      <a:pt x="153" y="768"/>
                    </a:lnTo>
                    <a:lnTo>
                      <a:pt x="219" y="731"/>
                    </a:lnTo>
                    <a:lnTo>
                      <a:pt x="219" y="731"/>
                    </a:lnTo>
                    <a:lnTo>
                      <a:pt x="223" y="729"/>
                    </a:lnTo>
                    <a:lnTo>
                      <a:pt x="228" y="728"/>
                    </a:lnTo>
                    <a:lnTo>
                      <a:pt x="233" y="727"/>
                    </a:lnTo>
                    <a:lnTo>
                      <a:pt x="237" y="727"/>
                    </a:lnTo>
                    <a:lnTo>
                      <a:pt x="241" y="728"/>
                    </a:lnTo>
                    <a:lnTo>
                      <a:pt x="245" y="729"/>
                    </a:lnTo>
                    <a:lnTo>
                      <a:pt x="249" y="732"/>
                    </a:lnTo>
                    <a:lnTo>
                      <a:pt x="253" y="734"/>
                    </a:lnTo>
                    <a:lnTo>
                      <a:pt x="253" y="734"/>
                    </a:lnTo>
                    <a:lnTo>
                      <a:pt x="268" y="747"/>
                    </a:lnTo>
                    <a:lnTo>
                      <a:pt x="282" y="759"/>
                    </a:lnTo>
                    <a:lnTo>
                      <a:pt x="297" y="769"/>
                    </a:lnTo>
                    <a:lnTo>
                      <a:pt x="312" y="778"/>
                    </a:lnTo>
                    <a:lnTo>
                      <a:pt x="328" y="786"/>
                    </a:lnTo>
                    <a:lnTo>
                      <a:pt x="343" y="793"/>
                    </a:lnTo>
                    <a:lnTo>
                      <a:pt x="360" y="799"/>
                    </a:lnTo>
                    <a:lnTo>
                      <a:pt x="376" y="805"/>
                    </a:lnTo>
                    <a:lnTo>
                      <a:pt x="376" y="805"/>
                    </a:lnTo>
                    <a:lnTo>
                      <a:pt x="381" y="806"/>
                    </a:lnTo>
                    <a:lnTo>
                      <a:pt x="385" y="809"/>
                    </a:lnTo>
                    <a:lnTo>
                      <a:pt x="388" y="811"/>
                    </a:lnTo>
                    <a:lnTo>
                      <a:pt x="391" y="815"/>
                    </a:lnTo>
                    <a:lnTo>
                      <a:pt x="393" y="820"/>
                    </a:lnTo>
                    <a:lnTo>
                      <a:pt x="395" y="824"/>
                    </a:lnTo>
                    <a:lnTo>
                      <a:pt x="396" y="828"/>
                    </a:lnTo>
                    <a:lnTo>
                      <a:pt x="397" y="833"/>
                    </a:lnTo>
                    <a:lnTo>
                      <a:pt x="397" y="9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67">
                <a:extLst>
                  <a:ext uri="{FF2B5EF4-FFF2-40B4-BE49-F238E27FC236}">
                    <a16:creationId xmlns:a16="http://schemas.microsoft.com/office/drawing/2014/main" id="{EA20FA4F-B89F-5651-EA58-42E306657844}"/>
                  </a:ext>
                </a:extLst>
              </p:cNvPr>
              <p:cNvSpPr>
                <a:spLocks noEditPoints="1"/>
              </p:cNvSpPr>
              <p:nvPr/>
            </p:nvSpPr>
            <p:spPr bwMode="auto">
              <a:xfrm>
                <a:off x="5767388" y="3968751"/>
                <a:ext cx="147638" cy="150813"/>
              </a:xfrm>
              <a:custGeom>
                <a:avLst/>
                <a:gdLst>
                  <a:gd name="T0" fmla="*/ 209 w 556"/>
                  <a:gd name="T1" fmla="*/ 562 h 567"/>
                  <a:gd name="T2" fmla="*/ 197 w 556"/>
                  <a:gd name="T3" fmla="*/ 493 h 567"/>
                  <a:gd name="T4" fmla="*/ 99 w 556"/>
                  <a:gd name="T5" fmla="*/ 485 h 567"/>
                  <a:gd name="T6" fmla="*/ 73 w 556"/>
                  <a:gd name="T7" fmla="*/ 485 h 567"/>
                  <a:gd name="T8" fmla="*/ 2 w 556"/>
                  <a:gd name="T9" fmla="*/ 371 h 567"/>
                  <a:gd name="T10" fmla="*/ 6 w 556"/>
                  <a:gd name="T11" fmla="*/ 345 h 567"/>
                  <a:gd name="T12" fmla="*/ 52 w 556"/>
                  <a:gd name="T13" fmla="*/ 283 h 567"/>
                  <a:gd name="T14" fmla="*/ 10 w 556"/>
                  <a:gd name="T15" fmla="*/ 226 h 567"/>
                  <a:gd name="T16" fmla="*/ 1 w 556"/>
                  <a:gd name="T17" fmla="*/ 201 h 567"/>
                  <a:gd name="T18" fmla="*/ 70 w 556"/>
                  <a:gd name="T19" fmla="*/ 84 h 567"/>
                  <a:gd name="T20" fmla="*/ 100 w 556"/>
                  <a:gd name="T21" fmla="*/ 82 h 567"/>
                  <a:gd name="T22" fmla="*/ 197 w 556"/>
                  <a:gd name="T23" fmla="*/ 74 h 567"/>
                  <a:gd name="T24" fmla="*/ 205 w 556"/>
                  <a:gd name="T25" fmla="*/ 8 h 567"/>
                  <a:gd name="T26" fmla="*/ 339 w 556"/>
                  <a:gd name="T27" fmla="*/ 0 h 567"/>
                  <a:gd name="T28" fmla="*/ 365 w 556"/>
                  <a:gd name="T29" fmla="*/ 17 h 567"/>
                  <a:gd name="T30" fmla="*/ 394 w 556"/>
                  <a:gd name="T31" fmla="*/ 87 h 567"/>
                  <a:gd name="T32" fmla="*/ 467 w 556"/>
                  <a:gd name="T33" fmla="*/ 79 h 567"/>
                  <a:gd name="T34" fmla="*/ 492 w 556"/>
                  <a:gd name="T35" fmla="*/ 88 h 567"/>
                  <a:gd name="T36" fmla="*/ 556 w 556"/>
                  <a:gd name="T37" fmla="*/ 207 h 567"/>
                  <a:gd name="T38" fmla="*/ 502 w 556"/>
                  <a:gd name="T39" fmla="*/ 252 h 567"/>
                  <a:gd name="T40" fmla="*/ 503 w 556"/>
                  <a:gd name="T41" fmla="*/ 314 h 567"/>
                  <a:gd name="T42" fmla="*/ 556 w 556"/>
                  <a:gd name="T43" fmla="*/ 355 h 567"/>
                  <a:gd name="T44" fmla="*/ 496 w 556"/>
                  <a:gd name="T45" fmla="*/ 474 h 567"/>
                  <a:gd name="T46" fmla="*/ 473 w 556"/>
                  <a:gd name="T47" fmla="*/ 488 h 567"/>
                  <a:gd name="T48" fmla="*/ 407 w 556"/>
                  <a:gd name="T49" fmla="*/ 471 h 567"/>
                  <a:gd name="T50" fmla="*/ 367 w 556"/>
                  <a:gd name="T51" fmla="*/ 545 h 567"/>
                  <a:gd name="T52" fmla="*/ 345 w 556"/>
                  <a:gd name="T53" fmla="*/ 566 h 567"/>
                  <a:gd name="T54" fmla="*/ 310 w 556"/>
                  <a:gd name="T55" fmla="*/ 474 h 567"/>
                  <a:gd name="T56" fmla="*/ 322 w 556"/>
                  <a:gd name="T57" fmla="*/ 451 h 567"/>
                  <a:gd name="T58" fmla="*/ 382 w 556"/>
                  <a:gd name="T59" fmla="*/ 419 h 567"/>
                  <a:gd name="T60" fmla="*/ 413 w 556"/>
                  <a:gd name="T61" fmla="*/ 399 h 567"/>
                  <a:gd name="T62" fmla="*/ 489 w 556"/>
                  <a:gd name="T63" fmla="*/ 372 h 567"/>
                  <a:gd name="T64" fmla="*/ 446 w 556"/>
                  <a:gd name="T65" fmla="*/ 341 h 567"/>
                  <a:gd name="T66" fmla="*/ 447 w 556"/>
                  <a:gd name="T67" fmla="*/ 303 h 567"/>
                  <a:gd name="T68" fmla="*/ 443 w 556"/>
                  <a:gd name="T69" fmla="*/ 240 h 567"/>
                  <a:gd name="T70" fmla="*/ 453 w 556"/>
                  <a:gd name="T71" fmla="*/ 215 h 567"/>
                  <a:gd name="T72" fmla="*/ 426 w 556"/>
                  <a:gd name="T73" fmla="*/ 166 h 567"/>
                  <a:gd name="T74" fmla="*/ 400 w 556"/>
                  <a:gd name="T75" fmla="*/ 163 h 567"/>
                  <a:gd name="T76" fmla="*/ 330 w 556"/>
                  <a:gd name="T77" fmla="*/ 120 h 567"/>
                  <a:gd name="T78" fmla="*/ 313 w 556"/>
                  <a:gd name="T79" fmla="*/ 106 h 567"/>
                  <a:gd name="T80" fmla="*/ 254 w 556"/>
                  <a:gd name="T81" fmla="*/ 93 h 567"/>
                  <a:gd name="T82" fmla="*/ 246 w 556"/>
                  <a:gd name="T83" fmla="*/ 113 h 567"/>
                  <a:gd name="T84" fmla="*/ 195 w 556"/>
                  <a:gd name="T85" fmla="*/ 138 h 567"/>
                  <a:gd name="T86" fmla="*/ 156 w 556"/>
                  <a:gd name="T87" fmla="*/ 165 h 567"/>
                  <a:gd name="T88" fmla="*/ 130 w 556"/>
                  <a:gd name="T89" fmla="*/ 164 h 567"/>
                  <a:gd name="T90" fmla="*/ 107 w 556"/>
                  <a:gd name="T91" fmla="*/ 218 h 567"/>
                  <a:gd name="T92" fmla="*/ 113 w 556"/>
                  <a:gd name="T93" fmla="*/ 244 h 567"/>
                  <a:gd name="T94" fmla="*/ 113 w 556"/>
                  <a:gd name="T95" fmla="*/ 322 h 567"/>
                  <a:gd name="T96" fmla="*/ 109 w 556"/>
                  <a:gd name="T97" fmla="*/ 345 h 567"/>
                  <a:gd name="T98" fmla="*/ 130 w 556"/>
                  <a:gd name="T99" fmla="*/ 402 h 567"/>
                  <a:gd name="T100" fmla="*/ 152 w 556"/>
                  <a:gd name="T101" fmla="*/ 400 h 567"/>
                  <a:gd name="T102" fmla="*/ 178 w 556"/>
                  <a:gd name="T103" fmla="*/ 418 h 567"/>
                  <a:gd name="T104" fmla="*/ 242 w 556"/>
                  <a:gd name="T105" fmla="*/ 451 h 567"/>
                  <a:gd name="T106" fmla="*/ 254 w 556"/>
                  <a:gd name="T107" fmla="*/ 474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56" h="567">
                    <a:moveTo>
                      <a:pt x="339" y="567"/>
                    </a:moveTo>
                    <a:lnTo>
                      <a:pt x="225" y="567"/>
                    </a:lnTo>
                    <a:lnTo>
                      <a:pt x="225" y="567"/>
                    </a:lnTo>
                    <a:lnTo>
                      <a:pt x="219" y="566"/>
                    </a:lnTo>
                    <a:lnTo>
                      <a:pt x="214" y="565"/>
                    </a:lnTo>
                    <a:lnTo>
                      <a:pt x="209" y="562"/>
                    </a:lnTo>
                    <a:lnTo>
                      <a:pt x="205" y="559"/>
                    </a:lnTo>
                    <a:lnTo>
                      <a:pt x="202" y="555"/>
                    </a:lnTo>
                    <a:lnTo>
                      <a:pt x="199" y="550"/>
                    </a:lnTo>
                    <a:lnTo>
                      <a:pt x="198" y="545"/>
                    </a:lnTo>
                    <a:lnTo>
                      <a:pt x="197" y="539"/>
                    </a:lnTo>
                    <a:lnTo>
                      <a:pt x="197" y="493"/>
                    </a:lnTo>
                    <a:lnTo>
                      <a:pt x="197" y="493"/>
                    </a:lnTo>
                    <a:lnTo>
                      <a:pt x="182" y="487"/>
                    </a:lnTo>
                    <a:lnTo>
                      <a:pt x="168" y="479"/>
                    </a:lnTo>
                    <a:lnTo>
                      <a:pt x="154" y="471"/>
                    </a:lnTo>
                    <a:lnTo>
                      <a:pt x="141" y="462"/>
                    </a:lnTo>
                    <a:lnTo>
                      <a:pt x="99" y="485"/>
                    </a:lnTo>
                    <a:lnTo>
                      <a:pt x="99" y="485"/>
                    </a:lnTo>
                    <a:lnTo>
                      <a:pt x="94" y="487"/>
                    </a:lnTo>
                    <a:lnTo>
                      <a:pt x="89" y="488"/>
                    </a:lnTo>
                    <a:lnTo>
                      <a:pt x="83" y="488"/>
                    </a:lnTo>
                    <a:lnTo>
                      <a:pt x="78" y="487"/>
                    </a:lnTo>
                    <a:lnTo>
                      <a:pt x="73" y="485"/>
                    </a:lnTo>
                    <a:lnTo>
                      <a:pt x="68" y="483"/>
                    </a:lnTo>
                    <a:lnTo>
                      <a:pt x="64" y="479"/>
                    </a:lnTo>
                    <a:lnTo>
                      <a:pt x="61" y="474"/>
                    </a:lnTo>
                    <a:lnTo>
                      <a:pt x="4" y="376"/>
                    </a:lnTo>
                    <a:lnTo>
                      <a:pt x="4" y="376"/>
                    </a:lnTo>
                    <a:lnTo>
                      <a:pt x="2" y="371"/>
                    </a:lnTo>
                    <a:lnTo>
                      <a:pt x="1" y="366"/>
                    </a:lnTo>
                    <a:lnTo>
                      <a:pt x="0" y="360"/>
                    </a:lnTo>
                    <a:lnTo>
                      <a:pt x="1" y="355"/>
                    </a:lnTo>
                    <a:lnTo>
                      <a:pt x="1" y="355"/>
                    </a:lnTo>
                    <a:lnTo>
                      <a:pt x="3" y="350"/>
                    </a:lnTo>
                    <a:lnTo>
                      <a:pt x="6" y="345"/>
                    </a:lnTo>
                    <a:lnTo>
                      <a:pt x="10" y="341"/>
                    </a:lnTo>
                    <a:lnTo>
                      <a:pt x="14" y="338"/>
                    </a:lnTo>
                    <a:lnTo>
                      <a:pt x="54" y="314"/>
                    </a:lnTo>
                    <a:lnTo>
                      <a:pt x="54" y="314"/>
                    </a:lnTo>
                    <a:lnTo>
                      <a:pt x="52" y="299"/>
                    </a:lnTo>
                    <a:lnTo>
                      <a:pt x="52" y="283"/>
                    </a:lnTo>
                    <a:lnTo>
                      <a:pt x="52" y="283"/>
                    </a:lnTo>
                    <a:lnTo>
                      <a:pt x="52" y="268"/>
                    </a:lnTo>
                    <a:lnTo>
                      <a:pt x="54" y="252"/>
                    </a:lnTo>
                    <a:lnTo>
                      <a:pt x="15" y="230"/>
                    </a:lnTo>
                    <a:lnTo>
                      <a:pt x="15" y="230"/>
                    </a:lnTo>
                    <a:lnTo>
                      <a:pt x="10" y="226"/>
                    </a:lnTo>
                    <a:lnTo>
                      <a:pt x="7" y="222"/>
                    </a:lnTo>
                    <a:lnTo>
                      <a:pt x="4" y="217"/>
                    </a:lnTo>
                    <a:lnTo>
                      <a:pt x="2" y="212"/>
                    </a:lnTo>
                    <a:lnTo>
                      <a:pt x="2" y="212"/>
                    </a:lnTo>
                    <a:lnTo>
                      <a:pt x="1" y="206"/>
                    </a:lnTo>
                    <a:lnTo>
                      <a:pt x="1" y="201"/>
                    </a:lnTo>
                    <a:lnTo>
                      <a:pt x="2" y="196"/>
                    </a:lnTo>
                    <a:lnTo>
                      <a:pt x="5" y="191"/>
                    </a:lnTo>
                    <a:lnTo>
                      <a:pt x="62" y="92"/>
                    </a:lnTo>
                    <a:lnTo>
                      <a:pt x="62" y="92"/>
                    </a:lnTo>
                    <a:lnTo>
                      <a:pt x="66" y="88"/>
                    </a:lnTo>
                    <a:lnTo>
                      <a:pt x="70" y="84"/>
                    </a:lnTo>
                    <a:lnTo>
                      <a:pt x="74" y="81"/>
                    </a:lnTo>
                    <a:lnTo>
                      <a:pt x="79" y="79"/>
                    </a:lnTo>
                    <a:lnTo>
                      <a:pt x="84" y="78"/>
                    </a:lnTo>
                    <a:lnTo>
                      <a:pt x="90" y="79"/>
                    </a:lnTo>
                    <a:lnTo>
                      <a:pt x="95" y="80"/>
                    </a:lnTo>
                    <a:lnTo>
                      <a:pt x="100" y="82"/>
                    </a:lnTo>
                    <a:lnTo>
                      <a:pt x="141" y="105"/>
                    </a:lnTo>
                    <a:lnTo>
                      <a:pt x="141" y="105"/>
                    </a:lnTo>
                    <a:lnTo>
                      <a:pt x="154" y="96"/>
                    </a:lnTo>
                    <a:lnTo>
                      <a:pt x="168" y="88"/>
                    </a:lnTo>
                    <a:lnTo>
                      <a:pt x="182" y="80"/>
                    </a:lnTo>
                    <a:lnTo>
                      <a:pt x="197" y="74"/>
                    </a:lnTo>
                    <a:lnTo>
                      <a:pt x="197" y="28"/>
                    </a:lnTo>
                    <a:lnTo>
                      <a:pt x="197" y="28"/>
                    </a:lnTo>
                    <a:lnTo>
                      <a:pt x="198" y="22"/>
                    </a:lnTo>
                    <a:lnTo>
                      <a:pt x="199" y="17"/>
                    </a:lnTo>
                    <a:lnTo>
                      <a:pt x="202" y="12"/>
                    </a:lnTo>
                    <a:lnTo>
                      <a:pt x="205" y="8"/>
                    </a:lnTo>
                    <a:lnTo>
                      <a:pt x="209" y="5"/>
                    </a:lnTo>
                    <a:lnTo>
                      <a:pt x="214" y="2"/>
                    </a:lnTo>
                    <a:lnTo>
                      <a:pt x="219" y="0"/>
                    </a:lnTo>
                    <a:lnTo>
                      <a:pt x="225" y="0"/>
                    </a:lnTo>
                    <a:lnTo>
                      <a:pt x="339" y="0"/>
                    </a:lnTo>
                    <a:lnTo>
                      <a:pt x="339" y="0"/>
                    </a:lnTo>
                    <a:lnTo>
                      <a:pt x="345" y="0"/>
                    </a:lnTo>
                    <a:lnTo>
                      <a:pt x="350" y="2"/>
                    </a:lnTo>
                    <a:lnTo>
                      <a:pt x="355" y="5"/>
                    </a:lnTo>
                    <a:lnTo>
                      <a:pt x="359" y="8"/>
                    </a:lnTo>
                    <a:lnTo>
                      <a:pt x="363" y="12"/>
                    </a:lnTo>
                    <a:lnTo>
                      <a:pt x="365" y="17"/>
                    </a:lnTo>
                    <a:lnTo>
                      <a:pt x="367" y="22"/>
                    </a:lnTo>
                    <a:lnTo>
                      <a:pt x="367" y="28"/>
                    </a:lnTo>
                    <a:lnTo>
                      <a:pt x="367" y="74"/>
                    </a:lnTo>
                    <a:lnTo>
                      <a:pt x="367" y="74"/>
                    </a:lnTo>
                    <a:lnTo>
                      <a:pt x="381" y="80"/>
                    </a:lnTo>
                    <a:lnTo>
                      <a:pt x="394" y="87"/>
                    </a:lnTo>
                    <a:lnTo>
                      <a:pt x="407" y="95"/>
                    </a:lnTo>
                    <a:lnTo>
                      <a:pt x="419" y="104"/>
                    </a:lnTo>
                    <a:lnTo>
                      <a:pt x="456" y="82"/>
                    </a:lnTo>
                    <a:lnTo>
                      <a:pt x="456" y="82"/>
                    </a:lnTo>
                    <a:lnTo>
                      <a:pt x="461" y="80"/>
                    </a:lnTo>
                    <a:lnTo>
                      <a:pt x="467" y="79"/>
                    </a:lnTo>
                    <a:lnTo>
                      <a:pt x="472" y="78"/>
                    </a:lnTo>
                    <a:lnTo>
                      <a:pt x="478" y="79"/>
                    </a:lnTo>
                    <a:lnTo>
                      <a:pt x="478" y="79"/>
                    </a:lnTo>
                    <a:lnTo>
                      <a:pt x="483" y="81"/>
                    </a:lnTo>
                    <a:lnTo>
                      <a:pt x="488" y="84"/>
                    </a:lnTo>
                    <a:lnTo>
                      <a:pt x="492" y="88"/>
                    </a:lnTo>
                    <a:lnTo>
                      <a:pt x="495" y="92"/>
                    </a:lnTo>
                    <a:lnTo>
                      <a:pt x="552" y="191"/>
                    </a:lnTo>
                    <a:lnTo>
                      <a:pt x="552" y="191"/>
                    </a:lnTo>
                    <a:lnTo>
                      <a:pt x="555" y="196"/>
                    </a:lnTo>
                    <a:lnTo>
                      <a:pt x="556" y="201"/>
                    </a:lnTo>
                    <a:lnTo>
                      <a:pt x="556" y="207"/>
                    </a:lnTo>
                    <a:lnTo>
                      <a:pt x="555" y="212"/>
                    </a:lnTo>
                    <a:lnTo>
                      <a:pt x="553" y="217"/>
                    </a:lnTo>
                    <a:lnTo>
                      <a:pt x="550" y="222"/>
                    </a:lnTo>
                    <a:lnTo>
                      <a:pt x="547" y="226"/>
                    </a:lnTo>
                    <a:lnTo>
                      <a:pt x="542" y="230"/>
                    </a:lnTo>
                    <a:lnTo>
                      <a:pt x="502" y="252"/>
                    </a:lnTo>
                    <a:lnTo>
                      <a:pt x="502" y="252"/>
                    </a:lnTo>
                    <a:lnTo>
                      <a:pt x="504" y="268"/>
                    </a:lnTo>
                    <a:lnTo>
                      <a:pt x="505" y="283"/>
                    </a:lnTo>
                    <a:lnTo>
                      <a:pt x="505" y="283"/>
                    </a:lnTo>
                    <a:lnTo>
                      <a:pt x="504" y="299"/>
                    </a:lnTo>
                    <a:lnTo>
                      <a:pt x="503" y="314"/>
                    </a:lnTo>
                    <a:lnTo>
                      <a:pt x="542" y="338"/>
                    </a:lnTo>
                    <a:lnTo>
                      <a:pt x="542" y="338"/>
                    </a:lnTo>
                    <a:lnTo>
                      <a:pt x="547" y="341"/>
                    </a:lnTo>
                    <a:lnTo>
                      <a:pt x="551" y="345"/>
                    </a:lnTo>
                    <a:lnTo>
                      <a:pt x="554" y="350"/>
                    </a:lnTo>
                    <a:lnTo>
                      <a:pt x="556" y="355"/>
                    </a:lnTo>
                    <a:lnTo>
                      <a:pt x="556" y="360"/>
                    </a:lnTo>
                    <a:lnTo>
                      <a:pt x="556" y="365"/>
                    </a:lnTo>
                    <a:lnTo>
                      <a:pt x="555" y="371"/>
                    </a:lnTo>
                    <a:lnTo>
                      <a:pt x="553" y="376"/>
                    </a:lnTo>
                    <a:lnTo>
                      <a:pt x="496" y="474"/>
                    </a:lnTo>
                    <a:lnTo>
                      <a:pt x="496" y="474"/>
                    </a:lnTo>
                    <a:lnTo>
                      <a:pt x="493" y="479"/>
                    </a:lnTo>
                    <a:lnTo>
                      <a:pt x="489" y="482"/>
                    </a:lnTo>
                    <a:lnTo>
                      <a:pt x="484" y="485"/>
                    </a:lnTo>
                    <a:lnTo>
                      <a:pt x="479" y="487"/>
                    </a:lnTo>
                    <a:lnTo>
                      <a:pt x="479" y="487"/>
                    </a:lnTo>
                    <a:lnTo>
                      <a:pt x="473" y="488"/>
                    </a:lnTo>
                    <a:lnTo>
                      <a:pt x="468" y="488"/>
                    </a:lnTo>
                    <a:lnTo>
                      <a:pt x="463" y="487"/>
                    </a:lnTo>
                    <a:lnTo>
                      <a:pt x="458" y="484"/>
                    </a:lnTo>
                    <a:lnTo>
                      <a:pt x="419" y="462"/>
                    </a:lnTo>
                    <a:lnTo>
                      <a:pt x="419" y="462"/>
                    </a:lnTo>
                    <a:lnTo>
                      <a:pt x="407" y="471"/>
                    </a:lnTo>
                    <a:lnTo>
                      <a:pt x="394" y="479"/>
                    </a:lnTo>
                    <a:lnTo>
                      <a:pt x="381" y="487"/>
                    </a:lnTo>
                    <a:lnTo>
                      <a:pt x="367" y="493"/>
                    </a:lnTo>
                    <a:lnTo>
                      <a:pt x="367" y="539"/>
                    </a:lnTo>
                    <a:lnTo>
                      <a:pt x="367" y="539"/>
                    </a:lnTo>
                    <a:lnTo>
                      <a:pt x="367" y="545"/>
                    </a:lnTo>
                    <a:lnTo>
                      <a:pt x="365" y="550"/>
                    </a:lnTo>
                    <a:lnTo>
                      <a:pt x="363" y="555"/>
                    </a:lnTo>
                    <a:lnTo>
                      <a:pt x="359" y="559"/>
                    </a:lnTo>
                    <a:lnTo>
                      <a:pt x="355" y="562"/>
                    </a:lnTo>
                    <a:lnTo>
                      <a:pt x="350" y="565"/>
                    </a:lnTo>
                    <a:lnTo>
                      <a:pt x="345" y="566"/>
                    </a:lnTo>
                    <a:lnTo>
                      <a:pt x="339" y="567"/>
                    </a:lnTo>
                    <a:lnTo>
                      <a:pt x="339" y="567"/>
                    </a:lnTo>
                    <a:close/>
                    <a:moveTo>
                      <a:pt x="254" y="510"/>
                    </a:moveTo>
                    <a:lnTo>
                      <a:pt x="310" y="510"/>
                    </a:lnTo>
                    <a:lnTo>
                      <a:pt x="310" y="474"/>
                    </a:lnTo>
                    <a:lnTo>
                      <a:pt x="310" y="474"/>
                    </a:lnTo>
                    <a:lnTo>
                      <a:pt x="311" y="469"/>
                    </a:lnTo>
                    <a:lnTo>
                      <a:pt x="312" y="465"/>
                    </a:lnTo>
                    <a:lnTo>
                      <a:pt x="313" y="461"/>
                    </a:lnTo>
                    <a:lnTo>
                      <a:pt x="316" y="457"/>
                    </a:lnTo>
                    <a:lnTo>
                      <a:pt x="318" y="454"/>
                    </a:lnTo>
                    <a:lnTo>
                      <a:pt x="322" y="451"/>
                    </a:lnTo>
                    <a:lnTo>
                      <a:pt x="326" y="448"/>
                    </a:lnTo>
                    <a:lnTo>
                      <a:pt x="330" y="447"/>
                    </a:lnTo>
                    <a:lnTo>
                      <a:pt x="330" y="447"/>
                    </a:lnTo>
                    <a:lnTo>
                      <a:pt x="349" y="440"/>
                    </a:lnTo>
                    <a:lnTo>
                      <a:pt x="366" y="431"/>
                    </a:lnTo>
                    <a:lnTo>
                      <a:pt x="382" y="419"/>
                    </a:lnTo>
                    <a:lnTo>
                      <a:pt x="397" y="407"/>
                    </a:lnTo>
                    <a:lnTo>
                      <a:pt x="397" y="407"/>
                    </a:lnTo>
                    <a:lnTo>
                      <a:pt x="400" y="404"/>
                    </a:lnTo>
                    <a:lnTo>
                      <a:pt x="404" y="401"/>
                    </a:lnTo>
                    <a:lnTo>
                      <a:pt x="409" y="400"/>
                    </a:lnTo>
                    <a:lnTo>
                      <a:pt x="413" y="399"/>
                    </a:lnTo>
                    <a:lnTo>
                      <a:pt x="417" y="399"/>
                    </a:lnTo>
                    <a:lnTo>
                      <a:pt x="422" y="399"/>
                    </a:lnTo>
                    <a:lnTo>
                      <a:pt x="426" y="401"/>
                    </a:lnTo>
                    <a:lnTo>
                      <a:pt x="430" y="403"/>
                    </a:lnTo>
                    <a:lnTo>
                      <a:pt x="462" y="421"/>
                    </a:lnTo>
                    <a:lnTo>
                      <a:pt x="489" y="372"/>
                    </a:lnTo>
                    <a:lnTo>
                      <a:pt x="457" y="354"/>
                    </a:lnTo>
                    <a:lnTo>
                      <a:pt x="457" y="354"/>
                    </a:lnTo>
                    <a:lnTo>
                      <a:pt x="454" y="351"/>
                    </a:lnTo>
                    <a:lnTo>
                      <a:pt x="450" y="348"/>
                    </a:lnTo>
                    <a:lnTo>
                      <a:pt x="448" y="345"/>
                    </a:lnTo>
                    <a:lnTo>
                      <a:pt x="446" y="341"/>
                    </a:lnTo>
                    <a:lnTo>
                      <a:pt x="444" y="337"/>
                    </a:lnTo>
                    <a:lnTo>
                      <a:pt x="443" y="332"/>
                    </a:lnTo>
                    <a:lnTo>
                      <a:pt x="443" y="328"/>
                    </a:lnTo>
                    <a:lnTo>
                      <a:pt x="444" y="322"/>
                    </a:lnTo>
                    <a:lnTo>
                      <a:pt x="444" y="322"/>
                    </a:lnTo>
                    <a:lnTo>
                      <a:pt x="447" y="303"/>
                    </a:lnTo>
                    <a:lnTo>
                      <a:pt x="449" y="283"/>
                    </a:lnTo>
                    <a:lnTo>
                      <a:pt x="449" y="283"/>
                    </a:lnTo>
                    <a:lnTo>
                      <a:pt x="447" y="264"/>
                    </a:lnTo>
                    <a:lnTo>
                      <a:pt x="444" y="244"/>
                    </a:lnTo>
                    <a:lnTo>
                      <a:pt x="444" y="244"/>
                    </a:lnTo>
                    <a:lnTo>
                      <a:pt x="443" y="240"/>
                    </a:lnTo>
                    <a:lnTo>
                      <a:pt x="443" y="235"/>
                    </a:lnTo>
                    <a:lnTo>
                      <a:pt x="444" y="231"/>
                    </a:lnTo>
                    <a:lnTo>
                      <a:pt x="445" y="226"/>
                    </a:lnTo>
                    <a:lnTo>
                      <a:pt x="447" y="222"/>
                    </a:lnTo>
                    <a:lnTo>
                      <a:pt x="450" y="218"/>
                    </a:lnTo>
                    <a:lnTo>
                      <a:pt x="453" y="215"/>
                    </a:lnTo>
                    <a:lnTo>
                      <a:pt x="457" y="213"/>
                    </a:lnTo>
                    <a:lnTo>
                      <a:pt x="489" y="194"/>
                    </a:lnTo>
                    <a:lnTo>
                      <a:pt x="461" y="146"/>
                    </a:lnTo>
                    <a:lnTo>
                      <a:pt x="430" y="164"/>
                    </a:lnTo>
                    <a:lnTo>
                      <a:pt x="430" y="164"/>
                    </a:lnTo>
                    <a:lnTo>
                      <a:pt x="426" y="166"/>
                    </a:lnTo>
                    <a:lnTo>
                      <a:pt x="422" y="167"/>
                    </a:lnTo>
                    <a:lnTo>
                      <a:pt x="417" y="168"/>
                    </a:lnTo>
                    <a:lnTo>
                      <a:pt x="413" y="168"/>
                    </a:lnTo>
                    <a:lnTo>
                      <a:pt x="409" y="167"/>
                    </a:lnTo>
                    <a:lnTo>
                      <a:pt x="404" y="165"/>
                    </a:lnTo>
                    <a:lnTo>
                      <a:pt x="400" y="163"/>
                    </a:lnTo>
                    <a:lnTo>
                      <a:pt x="397" y="160"/>
                    </a:lnTo>
                    <a:lnTo>
                      <a:pt x="397" y="160"/>
                    </a:lnTo>
                    <a:lnTo>
                      <a:pt x="382" y="148"/>
                    </a:lnTo>
                    <a:lnTo>
                      <a:pt x="366" y="137"/>
                    </a:lnTo>
                    <a:lnTo>
                      <a:pt x="349" y="127"/>
                    </a:lnTo>
                    <a:lnTo>
                      <a:pt x="330" y="120"/>
                    </a:lnTo>
                    <a:lnTo>
                      <a:pt x="330" y="120"/>
                    </a:lnTo>
                    <a:lnTo>
                      <a:pt x="326" y="118"/>
                    </a:lnTo>
                    <a:lnTo>
                      <a:pt x="322" y="116"/>
                    </a:lnTo>
                    <a:lnTo>
                      <a:pt x="318" y="113"/>
                    </a:lnTo>
                    <a:lnTo>
                      <a:pt x="316" y="110"/>
                    </a:lnTo>
                    <a:lnTo>
                      <a:pt x="313" y="106"/>
                    </a:lnTo>
                    <a:lnTo>
                      <a:pt x="312" y="102"/>
                    </a:lnTo>
                    <a:lnTo>
                      <a:pt x="311" y="98"/>
                    </a:lnTo>
                    <a:lnTo>
                      <a:pt x="310" y="93"/>
                    </a:lnTo>
                    <a:lnTo>
                      <a:pt x="310" y="57"/>
                    </a:lnTo>
                    <a:lnTo>
                      <a:pt x="254" y="57"/>
                    </a:lnTo>
                    <a:lnTo>
                      <a:pt x="254" y="93"/>
                    </a:lnTo>
                    <a:lnTo>
                      <a:pt x="254" y="93"/>
                    </a:lnTo>
                    <a:lnTo>
                      <a:pt x="254" y="98"/>
                    </a:lnTo>
                    <a:lnTo>
                      <a:pt x="253" y="102"/>
                    </a:lnTo>
                    <a:lnTo>
                      <a:pt x="251" y="106"/>
                    </a:lnTo>
                    <a:lnTo>
                      <a:pt x="249" y="110"/>
                    </a:lnTo>
                    <a:lnTo>
                      <a:pt x="246" y="113"/>
                    </a:lnTo>
                    <a:lnTo>
                      <a:pt x="243" y="116"/>
                    </a:lnTo>
                    <a:lnTo>
                      <a:pt x="239" y="118"/>
                    </a:lnTo>
                    <a:lnTo>
                      <a:pt x="234" y="120"/>
                    </a:lnTo>
                    <a:lnTo>
                      <a:pt x="234" y="120"/>
                    </a:lnTo>
                    <a:lnTo>
                      <a:pt x="214" y="127"/>
                    </a:lnTo>
                    <a:lnTo>
                      <a:pt x="195" y="138"/>
                    </a:lnTo>
                    <a:lnTo>
                      <a:pt x="178" y="148"/>
                    </a:lnTo>
                    <a:lnTo>
                      <a:pt x="171" y="154"/>
                    </a:lnTo>
                    <a:lnTo>
                      <a:pt x="164" y="160"/>
                    </a:lnTo>
                    <a:lnTo>
                      <a:pt x="164" y="160"/>
                    </a:lnTo>
                    <a:lnTo>
                      <a:pt x="160" y="163"/>
                    </a:lnTo>
                    <a:lnTo>
                      <a:pt x="156" y="165"/>
                    </a:lnTo>
                    <a:lnTo>
                      <a:pt x="152" y="167"/>
                    </a:lnTo>
                    <a:lnTo>
                      <a:pt x="148" y="168"/>
                    </a:lnTo>
                    <a:lnTo>
                      <a:pt x="143" y="168"/>
                    </a:lnTo>
                    <a:lnTo>
                      <a:pt x="139" y="167"/>
                    </a:lnTo>
                    <a:lnTo>
                      <a:pt x="134" y="166"/>
                    </a:lnTo>
                    <a:lnTo>
                      <a:pt x="130" y="164"/>
                    </a:lnTo>
                    <a:lnTo>
                      <a:pt x="97" y="146"/>
                    </a:lnTo>
                    <a:lnTo>
                      <a:pt x="68" y="194"/>
                    </a:lnTo>
                    <a:lnTo>
                      <a:pt x="100" y="213"/>
                    </a:lnTo>
                    <a:lnTo>
                      <a:pt x="100" y="213"/>
                    </a:lnTo>
                    <a:lnTo>
                      <a:pt x="103" y="215"/>
                    </a:lnTo>
                    <a:lnTo>
                      <a:pt x="107" y="218"/>
                    </a:lnTo>
                    <a:lnTo>
                      <a:pt x="109" y="222"/>
                    </a:lnTo>
                    <a:lnTo>
                      <a:pt x="111" y="226"/>
                    </a:lnTo>
                    <a:lnTo>
                      <a:pt x="113" y="231"/>
                    </a:lnTo>
                    <a:lnTo>
                      <a:pt x="113" y="235"/>
                    </a:lnTo>
                    <a:lnTo>
                      <a:pt x="113" y="240"/>
                    </a:lnTo>
                    <a:lnTo>
                      <a:pt x="113" y="244"/>
                    </a:lnTo>
                    <a:lnTo>
                      <a:pt x="113" y="244"/>
                    </a:lnTo>
                    <a:lnTo>
                      <a:pt x="109" y="264"/>
                    </a:lnTo>
                    <a:lnTo>
                      <a:pt x="108" y="283"/>
                    </a:lnTo>
                    <a:lnTo>
                      <a:pt x="108" y="283"/>
                    </a:lnTo>
                    <a:lnTo>
                      <a:pt x="109" y="303"/>
                    </a:lnTo>
                    <a:lnTo>
                      <a:pt x="113" y="322"/>
                    </a:lnTo>
                    <a:lnTo>
                      <a:pt x="113" y="322"/>
                    </a:lnTo>
                    <a:lnTo>
                      <a:pt x="113" y="328"/>
                    </a:lnTo>
                    <a:lnTo>
                      <a:pt x="113" y="332"/>
                    </a:lnTo>
                    <a:lnTo>
                      <a:pt x="113" y="337"/>
                    </a:lnTo>
                    <a:lnTo>
                      <a:pt x="111" y="341"/>
                    </a:lnTo>
                    <a:lnTo>
                      <a:pt x="109" y="345"/>
                    </a:lnTo>
                    <a:lnTo>
                      <a:pt x="106" y="348"/>
                    </a:lnTo>
                    <a:lnTo>
                      <a:pt x="103" y="351"/>
                    </a:lnTo>
                    <a:lnTo>
                      <a:pt x="99" y="354"/>
                    </a:lnTo>
                    <a:lnTo>
                      <a:pt x="68" y="372"/>
                    </a:lnTo>
                    <a:lnTo>
                      <a:pt x="96" y="421"/>
                    </a:lnTo>
                    <a:lnTo>
                      <a:pt x="130" y="402"/>
                    </a:lnTo>
                    <a:lnTo>
                      <a:pt x="130" y="402"/>
                    </a:lnTo>
                    <a:lnTo>
                      <a:pt x="134" y="401"/>
                    </a:lnTo>
                    <a:lnTo>
                      <a:pt x="139" y="399"/>
                    </a:lnTo>
                    <a:lnTo>
                      <a:pt x="143" y="399"/>
                    </a:lnTo>
                    <a:lnTo>
                      <a:pt x="148" y="399"/>
                    </a:lnTo>
                    <a:lnTo>
                      <a:pt x="152" y="400"/>
                    </a:lnTo>
                    <a:lnTo>
                      <a:pt x="156" y="402"/>
                    </a:lnTo>
                    <a:lnTo>
                      <a:pt x="160" y="404"/>
                    </a:lnTo>
                    <a:lnTo>
                      <a:pt x="164" y="407"/>
                    </a:lnTo>
                    <a:lnTo>
                      <a:pt x="164" y="407"/>
                    </a:lnTo>
                    <a:lnTo>
                      <a:pt x="170" y="413"/>
                    </a:lnTo>
                    <a:lnTo>
                      <a:pt x="178" y="418"/>
                    </a:lnTo>
                    <a:lnTo>
                      <a:pt x="195" y="430"/>
                    </a:lnTo>
                    <a:lnTo>
                      <a:pt x="214" y="439"/>
                    </a:lnTo>
                    <a:lnTo>
                      <a:pt x="234" y="447"/>
                    </a:lnTo>
                    <a:lnTo>
                      <a:pt x="234" y="447"/>
                    </a:lnTo>
                    <a:lnTo>
                      <a:pt x="239" y="448"/>
                    </a:lnTo>
                    <a:lnTo>
                      <a:pt x="242" y="451"/>
                    </a:lnTo>
                    <a:lnTo>
                      <a:pt x="246" y="454"/>
                    </a:lnTo>
                    <a:lnTo>
                      <a:pt x="249" y="457"/>
                    </a:lnTo>
                    <a:lnTo>
                      <a:pt x="251" y="461"/>
                    </a:lnTo>
                    <a:lnTo>
                      <a:pt x="253" y="465"/>
                    </a:lnTo>
                    <a:lnTo>
                      <a:pt x="254" y="469"/>
                    </a:lnTo>
                    <a:lnTo>
                      <a:pt x="254" y="474"/>
                    </a:lnTo>
                    <a:lnTo>
                      <a:pt x="254" y="5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95" name="Group 194">
            <a:extLst>
              <a:ext uri="{FF2B5EF4-FFF2-40B4-BE49-F238E27FC236}">
                <a16:creationId xmlns:a16="http://schemas.microsoft.com/office/drawing/2014/main" id="{3F145738-C4D8-7E0D-9D52-388E8D7392D1}"/>
              </a:ext>
            </a:extLst>
          </p:cNvPr>
          <p:cNvGrpSpPr/>
          <p:nvPr/>
        </p:nvGrpSpPr>
        <p:grpSpPr>
          <a:xfrm>
            <a:off x="7022739" y="4310726"/>
            <a:ext cx="1528146" cy="1677234"/>
            <a:chOff x="3625701" y="4310726"/>
            <a:chExt cx="1528146" cy="1677234"/>
          </a:xfrm>
        </p:grpSpPr>
        <p:sp>
          <p:nvSpPr>
            <p:cNvPr id="21" name="Sechseck 78">
              <a:extLst>
                <a:ext uri="{FF2B5EF4-FFF2-40B4-BE49-F238E27FC236}">
                  <a16:creationId xmlns:a16="http://schemas.microsoft.com/office/drawing/2014/main" id="{64AD3CF3-27A4-B3C7-5EA9-60D52EA233E0}"/>
                </a:ext>
              </a:extLst>
            </p:cNvPr>
            <p:cNvSpPr/>
            <p:nvPr/>
          </p:nvSpPr>
          <p:spPr>
            <a:xfrm rot="5400000">
              <a:off x="3551157" y="438527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57" name="Sechseck 10">
              <a:extLst>
                <a:ext uri="{FF2B5EF4-FFF2-40B4-BE49-F238E27FC236}">
                  <a16:creationId xmlns:a16="http://schemas.microsoft.com/office/drawing/2014/main" id="{8723F57B-1A25-E738-9B45-7502DD86BE50}"/>
                </a:ext>
              </a:extLst>
            </p:cNvPr>
            <p:cNvSpPr txBox="1"/>
            <p:nvPr/>
          </p:nvSpPr>
          <p:spPr>
            <a:xfrm>
              <a:off x="3669774" y="5306788"/>
              <a:ext cx="1440000" cy="38779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1"/>
                  </a:solidFill>
                </a:rPr>
                <a:t>Banking/</a:t>
              </a:r>
              <a:br>
                <a:rPr lang="de-DE" sz="1400" b="1" kern="1200" dirty="0">
                  <a:solidFill>
                    <a:schemeClr val="accent1"/>
                  </a:solidFill>
                </a:rPr>
              </a:br>
              <a:r>
                <a:rPr lang="de-DE" sz="1400" b="1" kern="1200" dirty="0">
                  <a:solidFill>
                    <a:schemeClr val="accent1"/>
                  </a:solidFill>
                </a:rPr>
                <a:t>Working Capital</a:t>
              </a:r>
            </a:p>
          </p:txBody>
        </p:sp>
        <p:sp>
          <p:nvSpPr>
            <p:cNvPr id="77" name="Sechseck 39">
              <a:extLst>
                <a:ext uri="{FF2B5EF4-FFF2-40B4-BE49-F238E27FC236}">
                  <a16:creationId xmlns:a16="http://schemas.microsoft.com/office/drawing/2014/main" id="{DB4F57AC-FE5C-7D4F-93B5-9B8FFFD862B9}"/>
                </a:ext>
              </a:extLst>
            </p:cNvPr>
            <p:cNvSpPr/>
            <p:nvPr/>
          </p:nvSpPr>
          <p:spPr>
            <a:xfrm rot="5400000" flipH="1">
              <a:off x="4048283" y="444747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grpSp>
          <p:nvGrpSpPr>
            <p:cNvPr id="154" name="Group 54">
              <a:extLst>
                <a:ext uri="{FF2B5EF4-FFF2-40B4-BE49-F238E27FC236}">
                  <a16:creationId xmlns:a16="http://schemas.microsoft.com/office/drawing/2014/main" id="{5990A6E1-1BD4-BD32-F27B-147D25A82A03}"/>
                </a:ext>
              </a:extLst>
            </p:cNvPr>
            <p:cNvGrpSpPr/>
            <p:nvPr/>
          </p:nvGrpSpPr>
          <p:grpSpPr>
            <a:xfrm>
              <a:off x="4240864" y="4611975"/>
              <a:ext cx="297821" cy="296509"/>
              <a:chOff x="3395663" y="1449388"/>
              <a:chExt cx="360363" cy="358776"/>
            </a:xfrm>
            <a:solidFill>
              <a:schemeClr val="bg1"/>
            </a:solidFill>
          </p:grpSpPr>
          <p:sp>
            <p:nvSpPr>
              <p:cNvPr id="155" name="Rectangle 797">
                <a:extLst>
                  <a:ext uri="{FF2B5EF4-FFF2-40B4-BE49-F238E27FC236}">
                    <a16:creationId xmlns:a16="http://schemas.microsoft.com/office/drawing/2014/main" id="{92C5259D-3EC5-6446-DE9A-B28C98DFD5D0}"/>
                  </a:ext>
                </a:extLst>
              </p:cNvPr>
              <p:cNvSpPr>
                <a:spLocks noChangeArrowheads="1"/>
              </p:cNvSpPr>
              <p:nvPr/>
            </p:nvSpPr>
            <p:spPr bwMode="auto">
              <a:xfrm>
                <a:off x="3425825" y="1620838"/>
                <a:ext cx="15875"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798">
                <a:extLst>
                  <a:ext uri="{FF2B5EF4-FFF2-40B4-BE49-F238E27FC236}">
                    <a16:creationId xmlns:a16="http://schemas.microsoft.com/office/drawing/2014/main" id="{333C5767-7397-FC39-9618-0823073FE628}"/>
                  </a:ext>
                </a:extLst>
              </p:cNvPr>
              <p:cNvSpPr>
                <a:spLocks/>
              </p:cNvSpPr>
              <p:nvPr/>
            </p:nvSpPr>
            <p:spPr bwMode="auto">
              <a:xfrm>
                <a:off x="3411538" y="1733551"/>
                <a:ext cx="90488" cy="15875"/>
              </a:xfrm>
              <a:custGeom>
                <a:avLst/>
                <a:gdLst>
                  <a:gd name="T0" fmla="*/ 364 w 398"/>
                  <a:gd name="T1" fmla="*/ 66 h 66"/>
                  <a:gd name="T2" fmla="*/ 33 w 398"/>
                  <a:gd name="T3" fmla="*/ 66 h 66"/>
                  <a:gd name="T4" fmla="*/ 33 w 398"/>
                  <a:gd name="T5" fmla="*/ 66 h 66"/>
                  <a:gd name="T6" fmla="*/ 27 w 398"/>
                  <a:gd name="T7" fmla="*/ 66 h 66"/>
                  <a:gd name="T8" fmla="*/ 21 w 398"/>
                  <a:gd name="T9" fmla="*/ 64 h 66"/>
                  <a:gd name="T10" fmla="*/ 15 w 398"/>
                  <a:gd name="T11" fmla="*/ 61 h 66"/>
                  <a:gd name="T12" fmla="*/ 9 w 398"/>
                  <a:gd name="T13" fmla="*/ 56 h 66"/>
                  <a:gd name="T14" fmla="*/ 6 w 398"/>
                  <a:gd name="T15" fmla="*/ 51 h 66"/>
                  <a:gd name="T16" fmla="*/ 3 w 398"/>
                  <a:gd name="T17" fmla="*/ 46 h 66"/>
                  <a:gd name="T18" fmla="*/ 1 w 398"/>
                  <a:gd name="T19" fmla="*/ 40 h 66"/>
                  <a:gd name="T20" fmla="*/ 0 w 398"/>
                  <a:gd name="T21" fmla="*/ 33 h 66"/>
                  <a:gd name="T22" fmla="*/ 0 w 398"/>
                  <a:gd name="T23" fmla="*/ 33 h 66"/>
                  <a:gd name="T24" fmla="*/ 1 w 398"/>
                  <a:gd name="T25" fmla="*/ 26 h 66"/>
                  <a:gd name="T26" fmla="*/ 3 w 398"/>
                  <a:gd name="T27" fmla="*/ 20 h 66"/>
                  <a:gd name="T28" fmla="*/ 6 w 398"/>
                  <a:gd name="T29" fmla="*/ 14 h 66"/>
                  <a:gd name="T30" fmla="*/ 9 w 398"/>
                  <a:gd name="T31" fmla="*/ 10 h 66"/>
                  <a:gd name="T32" fmla="*/ 15 w 398"/>
                  <a:gd name="T33" fmla="*/ 6 h 66"/>
                  <a:gd name="T34" fmla="*/ 21 w 398"/>
                  <a:gd name="T35" fmla="*/ 3 h 66"/>
                  <a:gd name="T36" fmla="*/ 27 w 398"/>
                  <a:gd name="T37" fmla="*/ 1 h 66"/>
                  <a:gd name="T38" fmla="*/ 33 w 398"/>
                  <a:gd name="T39" fmla="*/ 0 h 66"/>
                  <a:gd name="T40" fmla="*/ 364 w 398"/>
                  <a:gd name="T41" fmla="*/ 0 h 66"/>
                  <a:gd name="T42" fmla="*/ 364 w 398"/>
                  <a:gd name="T43" fmla="*/ 0 h 66"/>
                  <a:gd name="T44" fmla="*/ 371 w 398"/>
                  <a:gd name="T45" fmla="*/ 1 h 66"/>
                  <a:gd name="T46" fmla="*/ 377 w 398"/>
                  <a:gd name="T47" fmla="*/ 3 h 66"/>
                  <a:gd name="T48" fmla="*/ 382 w 398"/>
                  <a:gd name="T49" fmla="*/ 6 h 66"/>
                  <a:gd name="T50" fmla="*/ 387 w 398"/>
                  <a:gd name="T51" fmla="*/ 10 h 66"/>
                  <a:gd name="T52" fmla="*/ 391 w 398"/>
                  <a:gd name="T53" fmla="*/ 14 h 66"/>
                  <a:gd name="T54" fmla="*/ 394 w 398"/>
                  <a:gd name="T55" fmla="*/ 20 h 66"/>
                  <a:gd name="T56" fmla="*/ 397 w 398"/>
                  <a:gd name="T57" fmla="*/ 26 h 66"/>
                  <a:gd name="T58" fmla="*/ 398 w 398"/>
                  <a:gd name="T59" fmla="*/ 33 h 66"/>
                  <a:gd name="T60" fmla="*/ 398 w 398"/>
                  <a:gd name="T61" fmla="*/ 33 h 66"/>
                  <a:gd name="T62" fmla="*/ 397 w 398"/>
                  <a:gd name="T63" fmla="*/ 40 h 66"/>
                  <a:gd name="T64" fmla="*/ 394 w 398"/>
                  <a:gd name="T65" fmla="*/ 46 h 66"/>
                  <a:gd name="T66" fmla="*/ 391 w 398"/>
                  <a:gd name="T67" fmla="*/ 51 h 66"/>
                  <a:gd name="T68" fmla="*/ 387 w 398"/>
                  <a:gd name="T69" fmla="*/ 56 h 66"/>
                  <a:gd name="T70" fmla="*/ 382 w 398"/>
                  <a:gd name="T71" fmla="*/ 61 h 66"/>
                  <a:gd name="T72" fmla="*/ 377 w 398"/>
                  <a:gd name="T73" fmla="*/ 64 h 66"/>
                  <a:gd name="T74" fmla="*/ 371 w 398"/>
                  <a:gd name="T75" fmla="*/ 66 h 66"/>
                  <a:gd name="T76" fmla="*/ 364 w 398"/>
                  <a:gd name="T77" fmla="*/ 66 h 66"/>
                  <a:gd name="T78" fmla="*/ 364 w 398"/>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8" h="66">
                    <a:moveTo>
                      <a:pt x="364" y="66"/>
                    </a:moveTo>
                    <a:lnTo>
                      <a:pt x="33" y="66"/>
                    </a:lnTo>
                    <a:lnTo>
                      <a:pt x="33" y="66"/>
                    </a:lnTo>
                    <a:lnTo>
                      <a:pt x="27" y="66"/>
                    </a:lnTo>
                    <a:lnTo>
                      <a:pt x="21" y="64"/>
                    </a:lnTo>
                    <a:lnTo>
                      <a:pt x="15" y="61"/>
                    </a:lnTo>
                    <a:lnTo>
                      <a:pt x="9" y="56"/>
                    </a:lnTo>
                    <a:lnTo>
                      <a:pt x="6" y="51"/>
                    </a:lnTo>
                    <a:lnTo>
                      <a:pt x="3" y="46"/>
                    </a:lnTo>
                    <a:lnTo>
                      <a:pt x="1" y="40"/>
                    </a:lnTo>
                    <a:lnTo>
                      <a:pt x="0" y="33"/>
                    </a:lnTo>
                    <a:lnTo>
                      <a:pt x="0" y="33"/>
                    </a:lnTo>
                    <a:lnTo>
                      <a:pt x="1" y="26"/>
                    </a:lnTo>
                    <a:lnTo>
                      <a:pt x="3" y="20"/>
                    </a:lnTo>
                    <a:lnTo>
                      <a:pt x="6" y="14"/>
                    </a:lnTo>
                    <a:lnTo>
                      <a:pt x="9" y="10"/>
                    </a:lnTo>
                    <a:lnTo>
                      <a:pt x="15" y="6"/>
                    </a:lnTo>
                    <a:lnTo>
                      <a:pt x="21" y="3"/>
                    </a:lnTo>
                    <a:lnTo>
                      <a:pt x="27" y="1"/>
                    </a:lnTo>
                    <a:lnTo>
                      <a:pt x="33" y="0"/>
                    </a:lnTo>
                    <a:lnTo>
                      <a:pt x="364" y="0"/>
                    </a:lnTo>
                    <a:lnTo>
                      <a:pt x="364" y="0"/>
                    </a:lnTo>
                    <a:lnTo>
                      <a:pt x="371" y="1"/>
                    </a:lnTo>
                    <a:lnTo>
                      <a:pt x="377" y="3"/>
                    </a:lnTo>
                    <a:lnTo>
                      <a:pt x="382" y="6"/>
                    </a:lnTo>
                    <a:lnTo>
                      <a:pt x="387" y="10"/>
                    </a:lnTo>
                    <a:lnTo>
                      <a:pt x="391" y="14"/>
                    </a:lnTo>
                    <a:lnTo>
                      <a:pt x="394" y="20"/>
                    </a:lnTo>
                    <a:lnTo>
                      <a:pt x="397" y="26"/>
                    </a:lnTo>
                    <a:lnTo>
                      <a:pt x="398" y="33"/>
                    </a:lnTo>
                    <a:lnTo>
                      <a:pt x="398" y="33"/>
                    </a:lnTo>
                    <a:lnTo>
                      <a:pt x="397" y="40"/>
                    </a:lnTo>
                    <a:lnTo>
                      <a:pt x="394" y="46"/>
                    </a:lnTo>
                    <a:lnTo>
                      <a:pt x="391" y="51"/>
                    </a:lnTo>
                    <a:lnTo>
                      <a:pt x="387" y="56"/>
                    </a:lnTo>
                    <a:lnTo>
                      <a:pt x="382" y="61"/>
                    </a:lnTo>
                    <a:lnTo>
                      <a:pt x="377" y="64"/>
                    </a:lnTo>
                    <a:lnTo>
                      <a:pt x="371" y="66"/>
                    </a:lnTo>
                    <a:lnTo>
                      <a:pt x="364" y="66"/>
                    </a:lnTo>
                    <a:lnTo>
                      <a:pt x="36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799">
                <a:extLst>
                  <a:ext uri="{FF2B5EF4-FFF2-40B4-BE49-F238E27FC236}">
                    <a16:creationId xmlns:a16="http://schemas.microsoft.com/office/drawing/2014/main" id="{D9B1AAFD-F891-5B73-780C-8BEC202E3E80}"/>
                  </a:ext>
                </a:extLst>
              </p:cNvPr>
              <p:cNvSpPr>
                <a:spLocks/>
              </p:cNvSpPr>
              <p:nvPr/>
            </p:nvSpPr>
            <p:spPr bwMode="auto">
              <a:xfrm>
                <a:off x="3395663" y="1793876"/>
                <a:ext cx="360363" cy="14288"/>
              </a:xfrm>
              <a:custGeom>
                <a:avLst/>
                <a:gdLst>
                  <a:gd name="T0" fmla="*/ 1554 w 1587"/>
                  <a:gd name="T1" fmla="*/ 66 h 66"/>
                  <a:gd name="T2" fmla="*/ 33 w 1587"/>
                  <a:gd name="T3" fmla="*/ 66 h 66"/>
                  <a:gd name="T4" fmla="*/ 33 w 1587"/>
                  <a:gd name="T5" fmla="*/ 66 h 66"/>
                  <a:gd name="T6" fmla="*/ 27 w 1587"/>
                  <a:gd name="T7" fmla="*/ 65 h 66"/>
                  <a:gd name="T8" fmla="*/ 21 w 1587"/>
                  <a:gd name="T9" fmla="*/ 63 h 66"/>
                  <a:gd name="T10" fmla="*/ 14 w 1587"/>
                  <a:gd name="T11" fmla="*/ 60 h 66"/>
                  <a:gd name="T12" fmla="*/ 10 w 1587"/>
                  <a:gd name="T13" fmla="*/ 56 h 66"/>
                  <a:gd name="T14" fmla="*/ 6 w 1587"/>
                  <a:gd name="T15" fmla="*/ 51 h 66"/>
                  <a:gd name="T16" fmla="*/ 3 w 1587"/>
                  <a:gd name="T17" fmla="*/ 45 h 66"/>
                  <a:gd name="T18" fmla="*/ 1 w 1587"/>
                  <a:gd name="T19" fmla="*/ 39 h 66"/>
                  <a:gd name="T20" fmla="*/ 0 w 1587"/>
                  <a:gd name="T21" fmla="*/ 33 h 66"/>
                  <a:gd name="T22" fmla="*/ 0 w 1587"/>
                  <a:gd name="T23" fmla="*/ 33 h 66"/>
                  <a:gd name="T24" fmla="*/ 1 w 1587"/>
                  <a:gd name="T25" fmla="*/ 26 h 66"/>
                  <a:gd name="T26" fmla="*/ 3 w 1587"/>
                  <a:gd name="T27" fmla="*/ 20 h 66"/>
                  <a:gd name="T28" fmla="*/ 6 w 1587"/>
                  <a:gd name="T29" fmla="*/ 14 h 66"/>
                  <a:gd name="T30" fmla="*/ 10 w 1587"/>
                  <a:gd name="T31" fmla="*/ 9 h 66"/>
                  <a:gd name="T32" fmla="*/ 14 w 1587"/>
                  <a:gd name="T33" fmla="*/ 5 h 66"/>
                  <a:gd name="T34" fmla="*/ 21 w 1587"/>
                  <a:gd name="T35" fmla="*/ 3 h 66"/>
                  <a:gd name="T36" fmla="*/ 27 w 1587"/>
                  <a:gd name="T37" fmla="*/ 1 h 66"/>
                  <a:gd name="T38" fmla="*/ 33 w 1587"/>
                  <a:gd name="T39" fmla="*/ 0 h 66"/>
                  <a:gd name="T40" fmla="*/ 1554 w 1587"/>
                  <a:gd name="T41" fmla="*/ 0 h 66"/>
                  <a:gd name="T42" fmla="*/ 1554 w 1587"/>
                  <a:gd name="T43" fmla="*/ 0 h 66"/>
                  <a:gd name="T44" fmla="*/ 1561 w 1587"/>
                  <a:gd name="T45" fmla="*/ 1 h 66"/>
                  <a:gd name="T46" fmla="*/ 1567 w 1587"/>
                  <a:gd name="T47" fmla="*/ 3 h 66"/>
                  <a:gd name="T48" fmla="*/ 1573 w 1587"/>
                  <a:gd name="T49" fmla="*/ 5 h 66"/>
                  <a:gd name="T50" fmla="*/ 1578 w 1587"/>
                  <a:gd name="T51" fmla="*/ 9 h 66"/>
                  <a:gd name="T52" fmla="*/ 1581 w 1587"/>
                  <a:gd name="T53" fmla="*/ 14 h 66"/>
                  <a:gd name="T54" fmla="*/ 1584 w 1587"/>
                  <a:gd name="T55" fmla="*/ 20 h 66"/>
                  <a:gd name="T56" fmla="*/ 1586 w 1587"/>
                  <a:gd name="T57" fmla="*/ 26 h 66"/>
                  <a:gd name="T58" fmla="*/ 1587 w 1587"/>
                  <a:gd name="T59" fmla="*/ 33 h 66"/>
                  <a:gd name="T60" fmla="*/ 1587 w 1587"/>
                  <a:gd name="T61" fmla="*/ 33 h 66"/>
                  <a:gd name="T62" fmla="*/ 1586 w 1587"/>
                  <a:gd name="T63" fmla="*/ 39 h 66"/>
                  <a:gd name="T64" fmla="*/ 1584 w 1587"/>
                  <a:gd name="T65" fmla="*/ 45 h 66"/>
                  <a:gd name="T66" fmla="*/ 1581 w 1587"/>
                  <a:gd name="T67" fmla="*/ 51 h 66"/>
                  <a:gd name="T68" fmla="*/ 1578 w 1587"/>
                  <a:gd name="T69" fmla="*/ 56 h 66"/>
                  <a:gd name="T70" fmla="*/ 1573 w 1587"/>
                  <a:gd name="T71" fmla="*/ 60 h 66"/>
                  <a:gd name="T72" fmla="*/ 1567 w 1587"/>
                  <a:gd name="T73" fmla="*/ 63 h 66"/>
                  <a:gd name="T74" fmla="*/ 1561 w 1587"/>
                  <a:gd name="T75" fmla="*/ 65 h 66"/>
                  <a:gd name="T76" fmla="*/ 1554 w 1587"/>
                  <a:gd name="T77" fmla="*/ 66 h 66"/>
                  <a:gd name="T78" fmla="*/ 1554 w 1587"/>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87" h="66">
                    <a:moveTo>
                      <a:pt x="1554" y="66"/>
                    </a:moveTo>
                    <a:lnTo>
                      <a:pt x="33" y="66"/>
                    </a:lnTo>
                    <a:lnTo>
                      <a:pt x="33" y="66"/>
                    </a:lnTo>
                    <a:lnTo>
                      <a:pt x="27" y="65"/>
                    </a:lnTo>
                    <a:lnTo>
                      <a:pt x="21" y="63"/>
                    </a:lnTo>
                    <a:lnTo>
                      <a:pt x="14" y="60"/>
                    </a:lnTo>
                    <a:lnTo>
                      <a:pt x="10" y="56"/>
                    </a:lnTo>
                    <a:lnTo>
                      <a:pt x="6" y="51"/>
                    </a:lnTo>
                    <a:lnTo>
                      <a:pt x="3" y="45"/>
                    </a:lnTo>
                    <a:lnTo>
                      <a:pt x="1" y="39"/>
                    </a:lnTo>
                    <a:lnTo>
                      <a:pt x="0" y="33"/>
                    </a:lnTo>
                    <a:lnTo>
                      <a:pt x="0" y="33"/>
                    </a:lnTo>
                    <a:lnTo>
                      <a:pt x="1" y="26"/>
                    </a:lnTo>
                    <a:lnTo>
                      <a:pt x="3" y="20"/>
                    </a:lnTo>
                    <a:lnTo>
                      <a:pt x="6" y="14"/>
                    </a:lnTo>
                    <a:lnTo>
                      <a:pt x="10" y="9"/>
                    </a:lnTo>
                    <a:lnTo>
                      <a:pt x="14" y="5"/>
                    </a:lnTo>
                    <a:lnTo>
                      <a:pt x="21" y="3"/>
                    </a:lnTo>
                    <a:lnTo>
                      <a:pt x="27" y="1"/>
                    </a:lnTo>
                    <a:lnTo>
                      <a:pt x="33" y="0"/>
                    </a:lnTo>
                    <a:lnTo>
                      <a:pt x="1554" y="0"/>
                    </a:lnTo>
                    <a:lnTo>
                      <a:pt x="1554" y="0"/>
                    </a:lnTo>
                    <a:lnTo>
                      <a:pt x="1561" y="1"/>
                    </a:lnTo>
                    <a:lnTo>
                      <a:pt x="1567" y="3"/>
                    </a:lnTo>
                    <a:lnTo>
                      <a:pt x="1573" y="5"/>
                    </a:lnTo>
                    <a:lnTo>
                      <a:pt x="1578" y="9"/>
                    </a:lnTo>
                    <a:lnTo>
                      <a:pt x="1581" y="14"/>
                    </a:lnTo>
                    <a:lnTo>
                      <a:pt x="1584" y="20"/>
                    </a:lnTo>
                    <a:lnTo>
                      <a:pt x="1586" y="26"/>
                    </a:lnTo>
                    <a:lnTo>
                      <a:pt x="1587" y="33"/>
                    </a:lnTo>
                    <a:lnTo>
                      <a:pt x="1587" y="33"/>
                    </a:lnTo>
                    <a:lnTo>
                      <a:pt x="1586" y="39"/>
                    </a:lnTo>
                    <a:lnTo>
                      <a:pt x="1584" y="45"/>
                    </a:lnTo>
                    <a:lnTo>
                      <a:pt x="1581" y="51"/>
                    </a:lnTo>
                    <a:lnTo>
                      <a:pt x="1578" y="56"/>
                    </a:lnTo>
                    <a:lnTo>
                      <a:pt x="1573" y="60"/>
                    </a:lnTo>
                    <a:lnTo>
                      <a:pt x="1567" y="63"/>
                    </a:lnTo>
                    <a:lnTo>
                      <a:pt x="1561" y="65"/>
                    </a:lnTo>
                    <a:lnTo>
                      <a:pt x="1554" y="66"/>
                    </a:lnTo>
                    <a:lnTo>
                      <a:pt x="155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800">
                <a:extLst>
                  <a:ext uri="{FF2B5EF4-FFF2-40B4-BE49-F238E27FC236}">
                    <a16:creationId xmlns:a16="http://schemas.microsoft.com/office/drawing/2014/main" id="{5E1198E1-DDE9-2358-FE59-BA9502E9BE9C}"/>
                  </a:ext>
                </a:extLst>
              </p:cNvPr>
              <p:cNvSpPr>
                <a:spLocks/>
              </p:cNvSpPr>
              <p:nvPr/>
            </p:nvSpPr>
            <p:spPr bwMode="auto">
              <a:xfrm>
                <a:off x="3395663" y="1763713"/>
                <a:ext cx="360363" cy="14288"/>
              </a:xfrm>
              <a:custGeom>
                <a:avLst/>
                <a:gdLst>
                  <a:gd name="T0" fmla="*/ 1554 w 1587"/>
                  <a:gd name="T1" fmla="*/ 66 h 66"/>
                  <a:gd name="T2" fmla="*/ 33 w 1587"/>
                  <a:gd name="T3" fmla="*/ 66 h 66"/>
                  <a:gd name="T4" fmla="*/ 33 w 1587"/>
                  <a:gd name="T5" fmla="*/ 66 h 66"/>
                  <a:gd name="T6" fmla="*/ 27 w 1587"/>
                  <a:gd name="T7" fmla="*/ 65 h 66"/>
                  <a:gd name="T8" fmla="*/ 21 w 1587"/>
                  <a:gd name="T9" fmla="*/ 64 h 66"/>
                  <a:gd name="T10" fmla="*/ 14 w 1587"/>
                  <a:gd name="T11" fmla="*/ 61 h 66"/>
                  <a:gd name="T12" fmla="*/ 10 w 1587"/>
                  <a:gd name="T13" fmla="*/ 57 h 66"/>
                  <a:gd name="T14" fmla="*/ 6 w 1587"/>
                  <a:gd name="T15" fmla="*/ 52 h 66"/>
                  <a:gd name="T16" fmla="*/ 3 w 1587"/>
                  <a:gd name="T17" fmla="*/ 47 h 66"/>
                  <a:gd name="T18" fmla="*/ 1 w 1587"/>
                  <a:gd name="T19" fmla="*/ 40 h 66"/>
                  <a:gd name="T20" fmla="*/ 0 w 1587"/>
                  <a:gd name="T21" fmla="*/ 33 h 66"/>
                  <a:gd name="T22" fmla="*/ 0 w 1587"/>
                  <a:gd name="T23" fmla="*/ 33 h 66"/>
                  <a:gd name="T24" fmla="*/ 1 w 1587"/>
                  <a:gd name="T25" fmla="*/ 27 h 66"/>
                  <a:gd name="T26" fmla="*/ 3 w 1587"/>
                  <a:gd name="T27" fmla="*/ 21 h 66"/>
                  <a:gd name="T28" fmla="*/ 6 w 1587"/>
                  <a:gd name="T29" fmla="*/ 15 h 66"/>
                  <a:gd name="T30" fmla="*/ 10 w 1587"/>
                  <a:gd name="T31" fmla="*/ 10 h 66"/>
                  <a:gd name="T32" fmla="*/ 14 w 1587"/>
                  <a:gd name="T33" fmla="*/ 6 h 66"/>
                  <a:gd name="T34" fmla="*/ 21 w 1587"/>
                  <a:gd name="T35" fmla="*/ 3 h 66"/>
                  <a:gd name="T36" fmla="*/ 27 w 1587"/>
                  <a:gd name="T37" fmla="*/ 1 h 66"/>
                  <a:gd name="T38" fmla="*/ 33 w 1587"/>
                  <a:gd name="T39" fmla="*/ 0 h 66"/>
                  <a:gd name="T40" fmla="*/ 1554 w 1587"/>
                  <a:gd name="T41" fmla="*/ 0 h 66"/>
                  <a:gd name="T42" fmla="*/ 1554 w 1587"/>
                  <a:gd name="T43" fmla="*/ 0 h 66"/>
                  <a:gd name="T44" fmla="*/ 1561 w 1587"/>
                  <a:gd name="T45" fmla="*/ 1 h 66"/>
                  <a:gd name="T46" fmla="*/ 1567 w 1587"/>
                  <a:gd name="T47" fmla="*/ 3 h 66"/>
                  <a:gd name="T48" fmla="*/ 1573 w 1587"/>
                  <a:gd name="T49" fmla="*/ 6 h 66"/>
                  <a:gd name="T50" fmla="*/ 1578 w 1587"/>
                  <a:gd name="T51" fmla="*/ 10 h 66"/>
                  <a:gd name="T52" fmla="*/ 1581 w 1587"/>
                  <a:gd name="T53" fmla="*/ 15 h 66"/>
                  <a:gd name="T54" fmla="*/ 1584 w 1587"/>
                  <a:gd name="T55" fmla="*/ 21 h 66"/>
                  <a:gd name="T56" fmla="*/ 1586 w 1587"/>
                  <a:gd name="T57" fmla="*/ 27 h 66"/>
                  <a:gd name="T58" fmla="*/ 1587 w 1587"/>
                  <a:gd name="T59" fmla="*/ 33 h 66"/>
                  <a:gd name="T60" fmla="*/ 1587 w 1587"/>
                  <a:gd name="T61" fmla="*/ 33 h 66"/>
                  <a:gd name="T62" fmla="*/ 1586 w 1587"/>
                  <a:gd name="T63" fmla="*/ 40 h 66"/>
                  <a:gd name="T64" fmla="*/ 1584 w 1587"/>
                  <a:gd name="T65" fmla="*/ 47 h 66"/>
                  <a:gd name="T66" fmla="*/ 1581 w 1587"/>
                  <a:gd name="T67" fmla="*/ 52 h 66"/>
                  <a:gd name="T68" fmla="*/ 1578 w 1587"/>
                  <a:gd name="T69" fmla="*/ 57 h 66"/>
                  <a:gd name="T70" fmla="*/ 1573 w 1587"/>
                  <a:gd name="T71" fmla="*/ 61 h 66"/>
                  <a:gd name="T72" fmla="*/ 1567 w 1587"/>
                  <a:gd name="T73" fmla="*/ 64 h 66"/>
                  <a:gd name="T74" fmla="*/ 1561 w 1587"/>
                  <a:gd name="T75" fmla="*/ 65 h 66"/>
                  <a:gd name="T76" fmla="*/ 1554 w 1587"/>
                  <a:gd name="T77" fmla="*/ 66 h 66"/>
                  <a:gd name="T78" fmla="*/ 1554 w 1587"/>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87" h="66">
                    <a:moveTo>
                      <a:pt x="1554" y="66"/>
                    </a:moveTo>
                    <a:lnTo>
                      <a:pt x="33" y="66"/>
                    </a:lnTo>
                    <a:lnTo>
                      <a:pt x="33" y="66"/>
                    </a:lnTo>
                    <a:lnTo>
                      <a:pt x="27" y="65"/>
                    </a:lnTo>
                    <a:lnTo>
                      <a:pt x="21" y="64"/>
                    </a:lnTo>
                    <a:lnTo>
                      <a:pt x="14" y="61"/>
                    </a:lnTo>
                    <a:lnTo>
                      <a:pt x="10" y="57"/>
                    </a:lnTo>
                    <a:lnTo>
                      <a:pt x="6" y="52"/>
                    </a:lnTo>
                    <a:lnTo>
                      <a:pt x="3" y="47"/>
                    </a:lnTo>
                    <a:lnTo>
                      <a:pt x="1" y="40"/>
                    </a:lnTo>
                    <a:lnTo>
                      <a:pt x="0" y="33"/>
                    </a:lnTo>
                    <a:lnTo>
                      <a:pt x="0" y="33"/>
                    </a:lnTo>
                    <a:lnTo>
                      <a:pt x="1" y="27"/>
                    </a:lnTo>
                    <a:lnTo>
                      <a:pt x="3" y="21"/>
                    </a:lnTo>
                    <a:lnTo>
                      <a:pt x="6" y="15"/>
                    </a:lnTo>
                    <a:lnTo>
                      <a:pt x="10" y="10"/>
                    </a:lnTo>
                    <a:lnTo>
                      <a:pt x="14" y="6"/>
                    </a:lnTo>
                    <a:lnTo>
                      <a:pt x="21" y="3"/>
                    </a:lnTo>
                    <a:lnTo>
                      <a:pt x="27" y="1"/>
                    </a:lnTo>
                    <a:lnTo>
                      <a:pt x="33" y="0"/>
                    </a:lnTo>
                    <a:lnTo>
                      <a:pt x="1554" y="0"/>
                    </a:lnTo>
                    <a:lnTo>
                      <a:pt x="1554" y="0"/>
                    </a:lnTo>
                    <a:lnTo>
                      <a:pt x="1561" y="1"/>
                    </a:lnTo>
                    <a:lnTo>
                      <a:pt x="1567" y="3"/>
                    </a:lnTo>
                    <a:lnTo>
                      <a:pt x="1573" y="6"/>
                    </a:lnTo>
                    <a:lnTo>
                      <a:pt x="1578" y="10"/>
                    </a:lnTo>
                    <a:lnTo>
                      <a:pt x="1581" y="15"/>
                    </a:lnTo>
                    <a:lnTo>
                      <a:pt x="1584" y="21"/>
                    </a:lnTo>
                    <a:lnTo>
                      <a:pt x="1586" y="27"/>
                    </a:lnTo>
                    <a:lnTo>
                      <a:pt x="1587" y="33"/>
                    </a:lnTo>
                    <a:lnTo>
                      <a:pt x="1587" y="33"/>
                    </a:lnTo>
                    <a:lnTo>
                      <a:pt x="1586" y="40"/>
                    </a:lnTo>
                    <a:lnTo>
                      <a:pt x="1584" y="47"/>
                    </a:lnTo>
                    <a:lnTo>
                      <a:pt x="1581" y="52"/>
                    </a:lnTo>
                    <a:lnTo>
                      <a:pt x="1578" y="57"/>
                    </a:lnTo>
                    <a:lnTo>
                      <a:pt x="1573" y="61"/>
                    </a:lnTo>
                    <a:lnTo>
                      <a:pt x="1567" y="64"/>
                    </a:lnTo>
                    <a:lnTo>
                      <a:pt x="1561" y="65"/>
                    </a:lnTo>
                    <a:lnTo>
                      <a:pt x="1554" y="66"/>
                    </a:lnTo>
                    <a:lnTo>
                      <a:pt x="155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801">
                <a:extLst>
                  <a:ext uri="{FF2B5EF4-FFF2-40B4-BE49-F238E27FC236}">
                    <a16:creationId xmlns:a16="http://schemas.microsoft.com/office/drawing/2014/main" id="{15FD87A9-D970-C9CF-E12B-7F77A17AFB69}"/>
                  </a:ext>
                </a:extLst>
              </p:cNvPr>
              <p:cNvSpPr>
                <a:spLocks/>
              </p:cNvSpPr>
              <p:nvPr/>
            </p:nvSpPr>
            <p:spPr bwMode="auto">
              <a:xfrm>
                <a:off x="3411538" y="1614488"/>
                <a:ext cx="90488" cy="14288"/>
              </a:xfrm>
              <a:custGeom>
                <a:avLst/>
                <a:gdLst>
                  <a:gd name="T0" fmla="*/ 364 w 398"/>
                  <a:gd name="T1" fmla="*/ 66 h 66"/>
                  <a:gd name="T2" fmla="*/ 33 w 398"/>
                  <a:gd name="T3" fmla="*/ 66 h 66"/>
                  <a:gd name="T4" fmla="*/ 33 w 398"/>
                  <a:gd name="T5" fmla="*/ 66 h 66"/>
                  <a:gd name="T6" fmla="*/ 27 w 398"/>
                  <a:gd name="T7" fmla="*/ 65 h 66"/>
                  <a:gd name="T8" fmla="*/ 21 w 398"/>
                  <a:gd name="T9" fmla="*/ 64 h 66"/>
                  <a:gd name="T10" fmla="*/ 15 w 398"/>
                  <a:gd name="T11" fmla="*/ 61 h 66"/>
                  <a:gd name="T12" fmla="*/ 9 w 398"/>
                  <a:gd name="T13" fmla="*/ 57 h 66"/>
                  <a:gd name="T14" fmla="*/ 6 w 398"/>
                  <a:gd name="T15" fmla="*/ 51 h 66"/>
                  <a:gd name="T16" fmla="*/ 3 w 398"/>
                  <a:gd name="T17" fmla="*/ 46 h 66"/>
                  <a:gd name="T18" fmla="*/ 1 w 398"/>
                  <a:gd name="T19" fmla="*/ 40 h 66"/>
                  <a:gd name="T20" fmla="*/ 0 w 398"/>
                  <a:gd name="T21" fmla="*/ 33 h 66"/>
                  <a:gd name="T22" fmla="*/ 0 w 398"/>
                  <a:gd name="T23" fmla="*/ 33 h 66"/>
                  <a:gd name="T24" fmla="*/ 1 w 398"/>
                  <a:gd name="T25" fmla="*/ 26 h 66"/>
                  <a:gd name="T26" fmla="*/ 3 w 398"/>
                  <a:gd name="T27" fmla="*/ 20 h 66"/>
                  <a:gd name="T28" fmla="*/ 6 w 398"/>
                  <a:gd name="T29" fmla="*/ 14 h 66"/>
                  <a:gd name="T30" fmla="*/ 9 w 398"/>
                  <a:gd name="T31" fmla="*/ 10 h 66"/>
                  <a:gd name="T32" fmla="*/ 15 w 398"/>
                  <a:gd name="T33" fmla="*/ 6 h 66"/>
                  <a:gd name="T34" fmla="*/ 21 w 398"/>
                  <a:gd name="T35" fmla="*/ 3 h 66"/>
                  <a:gd name="T36" fmla="*/ 27 w 398"/>
                  <a:gd name="T37" fmla="*/ 1 h 66"/>
                  <a:gd name="T38" fmla="*/ 33 w 398"/>
                  <a:gd name="T39" fmla="*/ 0 h 66"/>
                  <a:gd name="T40" fmla="*/ 364 w 398"/>
                  <a:gd name="T41" fmla="*/ 0 h 66"/>
                  <a:gd name="T42" fmla="*/ 364 w 398"/>
                  <a:gd name="T43" fmla="*/ 0 h 66"/>
                  <a:gd name="T44" fmla="*/ 371 w 398"/>
                  <a:gd name="T45" fmla="*/ 1 h 66"/>
                  <a:gd name="T46" fmla="*/ 377 w 398"/>
                  <a:gd name="T47" fmla="*/ 3 h 66"/>
                  <a:gd name="T48" fmla="*/ 382 w 398"/>
                  <a:gd name="T49" fmla="*/ 6 h 66"/>
                  <a:gd name="T50" fmla="*/ 387 w 398"/>
                  <a:gd name="T51" fmla="*/ 10 h 66"/>
                  <a:gd name="T52" fmla="*/ 391 w 398"/>
                  <a:gd name="T53" fmla="*/ 14 h 66"/>
                  <a:gd name="T54" fmla="*/ 394 w 398"/>
                  <a:gd name="T55" fmla="*/ 20 h 66"/>
                  <a:gd name="T56" fmla="*/ 397 w 398"/>
                  <a:gd name="T57" fmla="*/ 26 h 66"/>
                  <a:gd name="T58" fmla="*/ 398 w 398"/>
                  <a:gd name="T59" fmla="*/ 33 h 66"/>
                  <a:gd name="T60" fmla="*/ 398 w 398"/>
                  <a:gd name="T61" fmla="*/ 33 h 66"/>
                  <a:gd name="T62" fmla="*/ 397 w 398"/>
                  <a:gd name="T63" fmla="*/ 40 h 66"/>
                  <a:gd name="T64" fmla="*/ 394 w 398"/>
                  <a:gd name="T65" fmla="*/ 46 h 66"/>
                  <a:gd name="T66" fmla="*/ 391 w 398"/>
                  <a:gd name="T67" fmla="*/ 51 h 66"/>
                  <a:gd name="T68" fmla="*/ 387 w 398"/>
                  <a:gd name="T69" fmla="*/ 57 h 66"/>
                  <a:gd name="T70" fmla="*/ 382 w 398"/>
                  <a:gd name="T71" fmla="*/ 61 h 66"/>
                  <a:gd name="T72" fmla="*/ 377 w 398"/>
                  <a:gd name="T73" fmla="*/ 64 h 66"/>
                  <a:gd name="T74" fmla="*/ 371 w 398"/>
                  <a:gd name="T75" fmla="*/ 65 h 66"/>
                  <a:gd name="T76" fmla="*/ 364 w 398"/>
                  <a:gd name="T77" fmla="*/ 66 h 66"/>
                  <a:gd name="T78" fmla="*/ 364 w 398"/>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8" h="66">
                    <a:moveTo>
                      <a:pt x="364" y="66"/>
                    </a:moveTo>
                    <a:lnTo>
                      <a:pt x="33" y="66"/>
                    </a:lnTo>
                    <a:lnTo>
                      <a:pt x="33" y="66"/>
                    </a:lnTo>
                    <a:lnTo>
                      <a:pt x="27" y="65"/>
                    </a:lnTo>
                    <a:lnTo>
                      <a:pt x="21" y="64"/>
                    </a:lnTo>
                    <a:lnTo>
                      <a:pt x="15" y="61"/>
                    </a:lnTo>
                    <a:lnTo>
                      <a:pt x="9" y="57"/>
                    </a:lnTo>
                    <a:lnTo>
                      <a:pt x="6" y="51"/>
                    </a:lnTo>
                    <a:lnTo>
                      <a:pt x="3" y="46"/>
                    </a:lnTo>
                    <a:lnTo>
                      <a:pt x="1" y="40"/>
                    </a:lnTo>
                    <a:lnTo>
                      <a:pt x="0" y="33"/>
                    </a:lnTo>
                    <a:lnTo>
                      <a:pt x="0" y="33"/>
                    </a:lnTo>
                    <a:lnTo>
                      <a:pt x="1" y="26"/>
                    </a:lnTo>
                    <a:lnTo>
                      <a:pt x="3" y="20"/>
                    </a:lnTo>
                    <a:lnTo>
                      <a:pt x="6" y="14"/>
                    </a:lnTo>
                    <a:lnTo>
                      <a:pt x="9" y="10"/>
                    </a:lnTo>
                    <a:lnTo>
                      <a:pt x="15" y="6"/>
                    </a:lnTo>
                    <a:lnTo>
                      <a:pt x="21" y="3"/>
                    </a:lnTo>
                    <a:lnTo>
                      <a:pt x="27" y="1"/>
                    </a:lnTo>
                    <a:lnTo>
                      <a:pt x="33" y="0"/>
                    </a:lnTo>
                    <a:lnTo>
                      <a:pt x="364" y="0"/>
                    </a:lnTo>
                    <a:lnTo>
                      <a:pt x="364" y="0"/>
                    </a:lnTo>
                    <a:lnTo>
                      <a:pt x="371" y="1"/>
                    </a:lnTo>
                    <a:lnTo>
                      <a:pt x="377" y="3"/>
                    </a:lnTo>
                    <a:lnTo>
                      <a:pt x="382" y="6"/>
                    </a:lnTo>
                    <a:lnTo>
                      <a:pt x="387" y="10"/>
                    </a:lnTo>
                    <a:lnTo>
                      <a:pt x="391" y="14"/>
                    </a:lnTo>
                    <a:lnTo>
                      <a:pt x="394" y="20"/>
                    </a:lnTo>
                    <a:lnTo>
                      <a:pt x="397" y="26"/>
                    </a:lnTo>
                    <a:lnTo>
                      <a:pt x="398" y="33"/>
                    </a:lnTo>
                    <a:lnTo>
                      <a:pt x="398" y="33"/>
                    </a:lnTo>
                    <a:lnTo>
                      <a:pt x="397" y="40"/>
                    </a:lnTo>
                    <a:lnTo>
                      <a:pt x="394" y="46"/>
                    </a:lnTo>
                    <a:lnTo>
                      <a:pt x="391" y="51"/>
                    </a:lnTo>
                    <a:lnTo>
                      <a:pt x="387" y="57"/>
                    </a:lnTo>
                    <a:lnTo>
                      <a:pt x="382" y="61"/>
                    </a:lnTo>
                    <a:lnTo>
                      <a:pt x="377" y="64"/>
                    </a:lnTo>
                    <a:lnTo>
                      <a:pt x="371" y="65"/>
                    </a:lnTo>
                    <a:lnTo>
                      <a:pt x="364" y="66"/>
                    </a:lnTo>
                    <a:lnTo>
                      <a:pt x="36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802">
                <a:extLst>
                  <a:ext uri="{FF2B5EF4-FFF2-40B4-BE49-F238E27FC236}">
                    <a16:creationId xmlns:a16="http://schemas.microsoft.com/office/drawing/2014/main" id="{303DFF2F-516B-069E-0AC1-1F1567251F08}"/>
                  </a:ext>
                </a:extLst>
              </p:cNvPr>
              <p:cNvSpPr>
                <a:spLocks/>
              </p:cNvSpPr>
              <p:nvPr/>
            </p:nvSpPr>
            <p:spPr bwMode="auto">
              <a:xfrm>
                <a:off x="3530600" y="1733551"/>
                <a:ext cx="90488" cy="15875"/>
              </a:xfrm>
              <a:custGeom>
                <a:avLst/>
                <a:gdLst>
                  <a:gd name="T0" fmla="*/ 364 w 397"/>
                  <a:gd name="T1" fmla="*/ 66 h 66"/>
                  <a:gd name="T2" fmla="*/ 33 w 397"/>
                  <a:gd name="T3" fmla="*/ 66 h 66"/>
                  <a:gd name="T4" fmla="*/ 33 w 397"/>
                  <a:gd name="T5" fmla="*/ 66 h 66"/>
                  <a:gd name="T6" fmla="*/ 27 w 397"/>
                  <a:gd name="T7" fmla="*/ 66 h 66"/>
                  <a:gd name="T8" fmla="*/ 21 w 397"/>
                  <a:gd name="T9" fmla="*/ 64 h 66"/>
                  <a:gd name="T10" fmla="*/ 14 w 397"/>
                  <a:gd name="T11" fmla="*/ 61 h 66"/>
                  <a:gd name="T12" fmla="*/ 10 w 397"/>
                  <a:gd name="T13" fmla="*/ 56 h 66"/>
                  <a:gd name="T14" fmla="*/ 6 w 397"/>
                  <a:gd name="T15" fmla="*/ 51 h 66"/>
                  <a:gd name="T16" fmla="*/ 3 w 397"/>
                  <a:gd name="T17" fmla="*/ 46 h 66"/>
                  <a:gd name="T18" fmla="*/ 1 w 397"/>
                  <a:gd name="T19" fmla="*/ 40 h 66"/>
                  <a:gd name="T20" fmla="*/ 0 w 397"/>
                  <a:gd name="T21" fmla="*/ 33 h 66"/>
                  <a:gd name="T22" fmla="*/ 0 w 397"/>
                  <a:gd name="T23" fmla="*/ 33 h 66"/>
                  <a:gd name="T24" fmla="*/ 1 w 397"/>
                  <a:gd name="T25" fmla="*/ 26 h 66"/>
                  <a:gd name="T26" fmla="*/ 3 w 397"/>
                  <a:gd name="T27" fmla="*/ 20 h 66"/>
                  <a:gd name="T28" fmla="*/ 6 w 397"/>
                  <a:gd name="T29" fmla="*/ 14 h 66"/>
                  <a:gd name="T30" fmla="*/ 10 w 397"/>
                  <a:gd name="T31" fmla="*/ 10 h 66"/>
                  <a:gd name="T32" fmla="*/ 14 w 397"/>
                  <a:gd name="T33" fmla="*/ 6 h 66"/>
                  <a:gd name="T34" fmla="*/ 21 w 397"/>
                  <a:gd name="T35" fmla="*/ 3 h 66"/>
                  <a:gd name="T36" fmla="*/ 27 w 397"/>
                  <a:gd name="T37" fmla="*/ 1 h 66"/>
                  <a:gd name="T38" fmla="*/ 33 w 397"/>
                  <a:gd name="T39" fmla="*/ 0 h 66"/>
                  <a:gd name="T40" fmla="*/ 364 w 397"/>
                  <a:gd name="T41" fmla="*/ 0 h 66"/>
                  <a:gd name="T42" fmla="*/ 364 w 397"/>
                  <a:gd name="T43" fmla="*/ 0 h 66"/>
                  <a:gd name="T44" fmla="*/ 370 w 397"/>
                  <a:gd name="T45" fmla="*/ 1 h 66"/>
                  <a:gd name="T46" fmla="*/ 377 w 397"/>
                  <a:gd name="T47" fmla="*/ 3 h 66"/>
                  <a:gd name="T48" fmla="*/ 383 w 397"/>
                  <a:gd name="T49" fmla="*/ 6 h 66"/>
                  <a:gd name="T50" fmla="*/ 387 w 397"/>
                  <a:gd name="T51" fmla="*/ 10 h 66"/>
                  <a:gd name="T52" fmla="*/ 391 w 397"/>
                  <a:gd name="T53" fmla="*/ 14 h 66"/>
                  <a:gd name="T54" fmla="*/ 394 w 397"/>
                  <a:gd name="T55" fmla="*/ 20 h 66"/>
                  <a:gd name="T56" fmla="*/ 396 w 397"/>
                  <a:gd name="T57" fmla="*/ 26 h 66"/>
                  <a:gd name="T58" fmla="*/ 397 w 397"/>
                  <a:gd name="T59" fmla="*/ 33 h 66"/>
                  <a:gd name="T60" fmla="*/ 397 w 397"/>
                  <a:gd name="T61" fmla="*/ 33 h 66"/>
                  <a:gd name="T62" fmla="*/ 396 w 397"/>
                  <a:gd name="T63" fmla="*/ 40 h 66"/>
                  <a:gd name="T64" fmla="*/ 394 w 397"/>
                  <a:gd name="T65" fmla="*/ 46 h 66"/>
                  <a:gd name="T66" fmla="*/ 391 w 397"/>
                  <a:gd name="T67" fmla="*/ 51 h 66"/>
                  <a:gd name="T68" fmla="*/ 387 w 397"/>
                  <a:gd name="T69" fmla="*/ 56 h 66"/>
                  <a:gd name="T70" fmla="*/ 383 w 397"/>
                  <a:gd name="T71" fmla="*/ 61 h 66"/>
                  <a:gd name="T72" fmla="*/ 377 w 397"/>
                  <a:gd name="T73" fmla="*/ 64 h 66"/>
                  <a:gd name="T74" fmla="*/ 370 w 397"/>
                  <a:gd name="T75" fmla="*/ 66 h 66"/>
                  <a:gd name="T76" fmla="*/ 364 w 397"/>
                  <a:gd name="T77" fmla="*/ 66 h 66"/>
                  <a:gd name="T78" fmla="*/ 364 w 397"/>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7" h="66">
                    <a:moveTo>
                      <a:pt x="364" y="66"/>
                    </a:moveTo>
                    <a:lnTo>
                      <a:pt x="33" y="66"/>
                    </a:lnTo>
                    <a:lnTo>
                      <a:pt x="33" y="66"/>
                    </a:lnTo>
                    <a:lnTo>
                      <a:pt x="27" y="66"/>
                    </a:lnTo>
                    <a:lnTo>
                      <a:pt x="21" y="64"/>
                    </a:lnTo>
                    <a:lnTo>
                      <a:pt x="14" y="61"/>
                    </a:lnTo>
                    <a:lnTo>
                      <a:pt x="10" y="56"/>
                    </a:lnTo>
                    <a:lnTo>
                      <a:pt x="6" y="51"/>
                    </a:lnTo>
                    <a:lnTo>
                      <a:pt x="3" y="46"/>
                    </a:lnTo>
                    <a:lnTo>
                      <a:pt x="1" y="40"/>
                    </a:lnTo>
                    <a:lnTo>
                      <a:pt x="0" y="33"/>
                    </a:lnTo>
                    <a:lnTo>
                      <a:pt x="0" y="33"/>
                    </a:lnTo>
                    <a:lnTo>
                      <a:pt x="1" y="26"/>
                    </a:lnTo>
                    <a:lnTo>
                      <a:pt x="3" y="20"/>
                    </a:lnTo>
                    <a:lnTo>
                      <a:pt x="6" y="14"/>
                    </a:lnTo>
                    <a:lnTo>
                      <a:pt x="10" y="10"/>
                    </a:lnTo>
                    <a:lnTo>
                      <a:pt x="14" y="6"/>
                    </a:lnTo>
                    <a:lnTo>
                      <a:pt x="21" y="3"/>
                    </a:lnTo>
                    <a:lnTo>
                      <a:pt x="27" y="1"/>
                    </a:lnTo>
                    <a:lnTo>
                      <a:pt x="33" y="0"/>
                    </a:lnTo>
                    <a:lnTo>
                      <a:pt x="364" y="0"/>
                    </a:lnTo>
                    <a:lnTo>
                      <a:pt x="364" y="0"/>
                    </a:lnTo>
                    <a:lnTo>
                      <a:pt x="370" y="1"/>
                    </a:lnTo>
                    <a:lnTo>
                      <a:pt x="377" y="3"/>
                    </a:lnTo>
                    <a:lnTo>
                      <a:pt x="383" y="6"/>
                    </a:lnTo>
                    <a:lnTo>
                      <a:pt x="387" y="10"/>
                    </a:lnTo>
                    <a:lnTo>
                      <a:pt x="391" y="14"/>
                    </a:lnTo>
                    <a:lnTo>
                      <a:pt x="394" y="20"/>
                    </a:lnTo>
                    <a:lnTo>
                      <a:pt x="396" y="26"/>
                    </a:lnTo>
                    <a:lnTo>
                      <a:pt x="397" y="33"/>
                    </a:lnTo>
                    <a:lnTo>
                      <a:pt x="397" y="33"/>
                    </a:lnTo>
                    <a:lnTo>
                      <a:pt x="396" y="40"/>
                    </a:lnTo>
                    <a:lnTo>
                      <a:pt x="394" y="46"/>
                    </a:lnTo>
                    <a:lnTo>
                      <a:pt x="391" y="51"/>
                    </a:lnTo>
                    <a:lnTo>
                      <a:pt x="387" y="56"/>
                    </a:lnTo>
                    <a:lnTo>
                      <a:pt x="383" y="61"/>
                    </a:lnTo>
                    <a:lnTo>
                      <a:pt x="377" y="64"/>
                    </a:lnTo>
                    <a:lnTo>
                      <a:pt x="370" y="66"/>
                    </a:lnTo>
                    <a:lnTo>
                      <a:pt x="364" y="66"/>
                    </a:lnTo>
                    <a:lnTo>
                      <a:pt x="36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803">
                <a:extLst>
                  <a:ext uri="{FF2B5EF4-FFF2-40B4-BE49-F238E27FC236}">
                    <a16:creationId xmlns:a16="http://schemas.microsoft.com/office/drawing/2014/main" id="{56A98648-2E66-DE45-9826-3D641F8E158F}"/>
                  </a:ext>
                </a:extLst>
              </p:cNvPr>
              <p:cNvSpPr>
                <a:spLocks/>
              </p:cNvSpPr>
              <p:nvPr/>
            </p:nvSpPr>
            <p:spPr bwMode="auto">
              <a:xfrm>
                <a:off x="3530600" y="1614488"/>
                <a:ext cx="90488" cy="14288"/>
              </a:xfrm>
              <a:custGeom>
                <a:avLst/>
                <a:gdLst>
                  <a:gd name="T0" fmla="*/ 364 w 397"/>
                  <a:gd name="T1" fmla="*/ 66 h 66"/>
                  <a:gd name="T2" fmla="*/ 33 w 397"/>
                  <a:gd name="T3" fmla="*/ 66 h 66"/>
                  <a:gd name="T4" fmla="*/ 33 w 397"/>
                  <a:gd name="T5" fmla="*/ 66 h 66"/>
                  <a:gd name="T6" fmla="*/ 27 w 397"/>
                  <a:gd name="T7" fmla="*/ 65 h 66"/>
                  <a:gd name="T8" fmla="*/ 21 w 397"/>
                  <a:gd name="T9" fmla="*/ 64 h 66"/>
                  <a:gd name="T10" fmla="*/ 14 w 397"/>
                  <a:gd name="T11" fmla="*/ 61 h 66"/>
                  <a:gd name="T12" fmla="*/ 10 w 397"/>
                  <a:gd name="T13" fmla="*/ 57 h 66"/>
                  <a:gd name="T14" fmla="*/ 6 w 397"/>
                  <a:gd name="T15" fmla="*/ 51 h 66"/>
                  <a:gd name="T16" fmla="*/ 3 w 397"/>
                  <a:gd name="T17" fmla="*/ 46 h 66"/>
                  <a:gd name="T18" fmla="*/ 1 w 397"/>
                  <a:gd name="T19" fmla="*/ 40 h 66"/>
                  <a:gd name="T20" fmla="*/ 0 w 397"/>
                  <a:gd name="T21" fmla="*/ 33 h 66"/>
                  <a:gd name="T22" fmla="*/ 0 w 397"/>
                  <a:gd name="T23" fmla="*/ 33 h 66"/>
                  <a:gd name="T24" fmla="*/ 1 w 397"/>
                  <a:gd name="T25" fmla="*/ 26 h 66"/>
                  <a:gd name="T26" fmla="*/ 3 w 397"/>
                  <a:gd name="T27" fmla="*/ 20 h 66"/>
                  <a:gd name="T28" fmla="*/ 6 w 397"/>
                  <a:gd name="T29" fmla="*/ 14 h 66"/>
                  <a:gd name="T30" fmla="*/ 10 w 397"/>
                  <a:gd name="T31" fmla="*/ 10 h 66"/>
                  <a:gd name="T32" fmla="*/ 14 w 397"/>
                  <a:gd name="T33" fmla="*/ 6 h 66"/>
                  <a:gd name="T34" fmla="*/ 21 w 397"/>
                  <a:gd name="T35" fmla="*/ 3 h 66"/>
                  <a:gd name="T36" fmla="*/ 27 w 397"/>
                  <a:gd name="T37" fmla="*/ 1 h 66"/>
                  <a:gd name="T38" fmla="*/ 33 w 397"/>
                  <a:gd name="T39" fmla="*/ 0 h 66"/>
                  <a:gd name="T40" fmla="*/ 364 w 397"/>
                  <a:gd name="T41" fmla="*/ 0 h 66"/>
                  <a:gd name="T42" fmla="*/ 364 w 397"/>
                  <a:gd name="T43" fmla="*/ 0 h 66"/>
                  <a:gd name="T44" fmla="*/ 370 w 397"/>
                  <a:gd name="T45" fmla="*/ 1 h 66"/>
                  <a:gd name="T46" fmla="*/ 377 w 397"/>
                  <a:gd name="T47" fmla="*/ 3 h 66"/>
                  <a:gd name="T48" fmla="*/ 383 w 397"/>
                  <a:gd name="T49" fmla="*/ 6 h 66"/>
                  <a:gd name="T50" fmla="*/ 387 w 397"/>
                  <a:gd name="T51" fmla="*/ 10 h 66"/>
                  <a:gd name="T52" fmla="*/ 391 w 397"/>
                  <a:gd name="T53" fmla="*/ 14 h 66"/>
                  <a:gd name="T54" fmla="*/ 394 w 397"/>
                  <a:gd name="T55" fmla="*/ 20 h 66"/>
                  <a:gd name="T56" fmla="*/ 396 w 397"/>
                  <a:gd name="T57" fmla="*/ 26 h 66"/>
                  <a:gd name="T58" fmla="*/ 397 w 397"/>
                  <a:gd name="T59" fmla="*/ 33 h 66"/>
                  <a:gd name="T60" fmla="*/ 397 w 397"/>
                  <a:gd name="T61" fmla="*/ 33 h 66"/>
                  <a:gd name="T62" fmla="*/ 396 w 397"/>
                  <a:gd name="T63" fmla="*/ 40 h 66"/>
                  <a:gd name="T64" fmla="*/ 394 w 397"/>
                  <a:gd name="T65" fmla="*/ 46 h 66"/>
                  <a:gd name="T66" fmla="*/ 391 w 397"/>
                  <a:gd name="T67" fmla="*/ 51 h 66"/>
                  <a:gd name="T68" fmla="*/ 387 w 397"/>
                  <a:gd name="T69" fmla="*/ 57 h 66"/>
                  <a:gd name="T70" fmla="*/ 383 w 397"/>
                  <a:gd name="T71" fmla="*/ 61 h 66"/>
                  <a:gd name="T72" fmla="*/ 377 w 397"/>
                  <a:gd name="T73" fmla="*/ 64 h 66"/>
                  <a:gd name="T74" fmla="*/ 370 w 397"/>
                  <a:gd name="T75" fmla="*/ 65 h 66"/>
                  <a:gd name="T76" fmla="*/ 364 w 397"/>
                  <a:gd name="T77" fmla="*/ 66 h 66"/>
                  <a:gd name="T78" fmla="*/ 364 w 397"/>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7" h="66">
                    <a:moveTo>
                      <a:pt x="364" y="66"/>
                    </a:moveTo>
                    <a:lnTo>
                      <a:pt x="33" y="66"/>
                    </a:lnTo>
                    <a:lnTo>
                      <a:pt x="33" y="66"/>
                    </a:lnTo>
                    <a:lnTo>
                      <a:pt x="27" y="65"/>
                    </a:lnTo>
                    <a:lnTo>
                      <a:pt x="21" y="64"/>
                    </a:lnTo>
                    <a:lnTo>
                      <a:pt x="14" y="61"/>
                    </a:lnTo>
                    <a:lnTo>
                      <a:pt x="10" y="57"/>
                    </a:lnTo>
                    <a:lnTo>
                      <a:pt x="6" y="51"/>
                    </a:lnTo>
                    <a:lnTo>
                      <a:pt x="3" y="46"/>
                    </a:lnTo>
                    <a:lnTo>
                      <a:pt x="1" y="40"/>
                    </a:lnTo>
                    <a:lnTo>
                      <a:pt x="0" y="33"/>
                    </a:lnTo>
                    <a:lnTo>
                      <a:pt x="0" y="33"/>
                    </a:lnTo>
                    <a:lnTo>
                      <a:pt x="1" y="26"/>
                    </a:lnTo>
                    <a:lnTo>
                      <a:pt x="3" y="20"/>
                    </a:lnTo>
                    <a:lnTo>
                      <a:pt x="6" y="14"/>
                    </a:lnTo>
                    <a:lnTo>
                      <a:pt x="10" y="10"/>
                    </a:lnTo>
                    <a:lnTo>
                      <a:pt x="14" y="6"/>
                    </a:lnTo>
                    <a:lnTo>
                      <a:pt x="21" y="3"/>
                    </a:lnTo>
                    <a:lnTo>
                      <a:pt x="27" y="1"/>
                    </a:lnTo>
                    <a:lnTo>
                      <a:pt x="33" y="0"/>
                    </a:lnTo>
                    <a:lnTo>
                      <a:pt x="364" y="0"/>
                    </a:lnTo>
                    <a:lnTo>
                      <a:pt x="364" y="0"/>
                    </a:lnTo>
                    <a:lnTo>
                      <a:pt x="370" y="1"/>
                    </a:lnTo>
                    <a:lnTo>
                      <a:pt x="377" y="3"/>
                    </a:lnTo>
                    <a:lnTo>
                      <a:pt x="383" y="6"/>
                    </a:lnTo>
                    <a:lnTo>
                      <a:pt x="387" y="10"/>
                    </a:lnTo>
                    <a:lnTo>
                      <a:pt x="391" y="14"/>
                    </a:lnTo>
                    <a:lnTo>
                      <a:pt x="394" y="20"/>
                    </a:lnTo>
                    <a:lnTo>
                      <a:pt x="396" y="26"/>
                    </a:lnTo>
                    <a:lnTo>
                      <a:pt x="397" y="33"/>
                    </a:lnTo>
                    <a:lnTo>
                      <a:pt x="397" y="33"/>
                    </a:lnTo>
                    <a:lnTo>
                      <a:pt x="396" y="40"/>
                    </a:lnTo>
                    <a:lnTo>
                      <a:pt x="394" y="46"/>
                    </a:lnTo>
                    <a:lnTo>
                      <a:pt x="391" y="51"/>
                    </a:lnTo>
                    <a:lnTo>
                      <a:pt x="387" y="57"/>
                    </a:lnTo>
                    <a:lnTo>
                      <a:pt x="383" y="61"/>
                    </a:lnTo>
                    <a:lnTo>
                      <a:pt x="377" y="64"/>
                    </a:lnTo>
                    <a:lnTo>
                      <a:pt x="370" y="65"/>
                    </a:lnTo>
                    <a:lnTo>
                      <a:pt x="364" y="66"/>
                    </a:lnTo>
                    <a:lnTo>
                      <a:pt x="364"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Rectangle 804">
                <a:extLst>
                  <a:ext uri="{FF2B5EF4-FFF2-40B4-BE49-F238E27FC236}">
                    <a16:creationId xmlns:a16="http://schemas.microsoft.com/office/drawing/2014/main" id="{C54083AA-2A6C-01BA-9DA4-4414D0913622}"/>
                  </a:ext>
                </a:extLst>
              </p:cNvPr>
              <p:cNvSpPr>
                <a:spLocks noChangeArrowheads="1"/>
              </p:cNvSpPr>
              <p:nvPr/>
            </p:nvSpPr>
            <p:spPr bwMode="auto">
              <a:xfrm>
                <a:off x="3471863" y="1620838"/>
                <a:ext cx="14288"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Rectangle 805">
                <a:extLst>
                  <a:ext uri="{FF2B5EF4-FFF2-40B4-BE49-F238E27FC236}">
                    <a16:creationId xmlns:a16="http://schemas.microsoft.com/office/drawing/2014/main" id="{8E51DA82-3E81-BB8E-2D98-FC47F9FD65AC}"/>
                  </a:ext>
                </a:extLst>
              </p:cNvPr>
              <p:cNvSpPr>
                <a:spLocks noChangeArrowheads="1"/>
              </p:cNvSpPr>
              <p:nvPr/>
            </p:nvSpPr>
            <p:spPr bwMode="auto">
              <a:xfrm>
                <a:off x="3546475" y="1620838"/>
                <a:ext cx="14288"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Rectangle 806">
                <a:extLst>
                  <a:ext uri="{FF2B5EF4-FFF2-40B4-BE49-F238E27FC236}">
                    <a16:creationId xmlns:a16="http://schemas.microsoft.com/office/drawing/2014/main" id="{2A93107B-DBA5-97CC-E969-52378E7DA8DD}"/>
                  </a:ext>
                </a:extLst>
              </p:cNvPr>
              <p:cNvSpPr>
                <a:spLocks noChangeArrowheads="1"/>
              </p:cNvSpPr>
              <p:nvPr/>
            </p:nvSpPr>
            <p:spPr bwMode="auto">
              <a:xfrm>
                <a:off x="3590925" y="1620838"/>
                <a:ext cx="15875"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807">
                <a:extLst>
                  <a:ext uri="{FF2B5EF4-FFF2-40B4-BE49-F238E27FC236}">
                    <a16:creationId xmlns:a16="http://schemas.microsoft.com/office/drawing/2014/main" id="{E5F90893-9EBC-7ADB-E565-C7834ABC83F8}"/>
                  </a:ext>
                </a:extLst>
              </p:cNvPr>
              <p:cNvSpPr>
                <a:spLocks/>
              </p:cNvSpPr>
              <p:nvPr/>
            </p:nvSpPr>
            <p:spPr bwMode="auto">
              <a:xfrm>
                <a:off x="3651250" y="1733551"/>
                <a:ext cx="90488" cy="15875"/>
              </a:xfrm>
              <a:custGeom>
                <a:avLst/>
                <a:gdLst>
                  <a:gd name="T0" fmla="*/ 363 w 396"/>
                  <a:gd name="T1" fmla="*/ 66 h 66"/>
                  <a:gd name="T2" fmla="*/ 33 w 396"/>
                  <a:gd name="T3" fmla="*/ 66 h 66"/>
                  <a:gd name="T4" fmla="*/ 33 w 396"/>
                  <a:gd name="T5" fmla="*/ 66 h 66"/>
                  <a:gd name="T6" fmla="*/ 26 w 396"/>
                  <a:gd name="T7" fmla="*/ 66 h 66"/>
                  <a:gd name="T8" fmla="*/ 19 w 396"/>
                  <a:gd name="T9" fmla="*/ 64 h 66"/>
                  <a:gd name="T10" fmla="*/ 14 w 396"/>
                  <a:gd name="T11" fmla="*/ 61 h 66"/>
                  <a:gd name="T12" fmla="*/ 9 w 396"/>
                  <a:gd name="T13" fmla="*/ 56 h 66"/>
                  <a:gd name="T14" fmla="*/ 5 w 396"/>
                  <a:gd name="T15" fmla="*/ 51 h 66"/>
                  <a:gd name="T16" fmla="*/ 2 w 396"/>
                  <a:gd name="T17" fmla="*/ 46 h 66"/>
                  <a:gd name="T18" fmla="*/ 0 w 396"/>
                  <a:gd name="T19" fmla="*/ 40 h 66"/>
                  <a:gd name="T20" fmla="*/ 0 w 396"/>
                  <a:gd name="T21" fmla="*/ 33 h 66"/>
                  <a:gd name="T22" fmla="*/ 0 w 396"/>
                  <a:gd name="T23" fmla="*/ 33 h 66"/>
                  <a:gd name="T24" fmla="*/ 0 w 396"/>
                  <a:gd name="T25" fmla="*/ 26 h 66"/>
                  <a:gd name="T26" fmla="*/ 2 w 396"/>
                  <a:gd name="T27" fmla="*/ 20 h 66"/>
                  <a:gd name="T28" fmla="*/ 5 w 396"/>
                  <a:gd name="T29" fmla="*/ 14 h 66"/>
                  <a:gd name="T30" fmla="*/ 9 w 396"/>
                  <a:gd name="T31" fmla="*/ 10 h 66"/>
                  <a:gd name="T32" fmla="*/ 14 w 396"/>
                  <a:gd name="T33" fmla="*/ 6 h 66"/>
                  <a:gd name="T34" fmla="*/ 19 w 396"/>
                  <a:gd name="T35" fmla="*/ 3 h 66"/>
                  <a:gd name="T36" fmla="*/ 26 w 396"/>
                  <a:gd name="T37" fmla="*/ 1 h 66"/>
                  <a:gd name="T38" fmla="*/ 33 w 396"/>
                  <a:gd name="T39" fmla="*/ 0 h 66"/>
                  <a:gd name="T40" fmla="*/ 363 w 396"/>
                  <a:gd name="T41" fmla="*/ 0 h 66"/>
                  <a:gd name="T42" fmla="*/ 363 w 396"/>
                  <a:gd name="T43" fmla="*/ 0 h 66"/>
                  <a:gd name="T44" fmla="*/ 370 w 396"/>
                  <a:gd name="T45" fmla="*/ 1 h 66"/>
                  <a:gd name="T46" fmla="*/ 377 w 396"/>
                  <a:gd name="T47" fmla="*/ 3 h 66"/>
                  <a:gd name="T48" fmla="*/ 382 w 396"/>
                  <a:gd name="T49" fmla="*/ 6 h 66"/>
                  <a:gd name="T50" fmla="*/ 387 w 396"/>
                  <a:gd name="T51" fmla="*/ 10 h 66"/>
                  <a:gd name="T52" fmla="*/ 391 w 396"/>
                  <a:gd name="T53" fmla="*/ 14 h 66"/>
                  <a:gd name="T54" fmla="*/ 394 w 396"/>
                  <a:gd name="T55" fmla="*/ 20 h 66"/>
                  <a:gd name="T56" fmla="*/ 395 w 396"/>
                  <a:gd name="T57" fmla="*/ 26 h 66"/>
                  <a:gd name="T58" fmla="*/ 396 w 396"/>
                  <a:gd name="T59" fmla="*/ 33 h 66"/>
                  <a:gd name="T60" fmla="*/ 396 w 396"/>
                  <a:gd name="T61" fmla="*/ 33 h 66"/>
                  <a:gd name="T62" fmla="*/ 395 w 396"/>
                  <a:gd name="T63" fmla="*/ 40 h 66"/>
                  <a:gd name="T64" fmla="*/ 394 w 396"/>
                  <a:gd name="T65" fmla="*/ 46 h 66"/>
                  <a:gd name="T66" fmla="*/ 391 w 396"/>
                  <a:gd name="T67" fmla="*/ 51 h 66"/>
                  <a:gd name="T68" fmla="*/ 387 w 396"/>
                  <a:gd name="T69" fmla="*/ 56 h 66"/>
                  <a:gd name="T70" fmla="*/ 382 w 396"/>
                  <a:gd name="T71" fmla="*/ 61 h 66"/>
                  <a:gd name="T72" fmla="*/ 377 w 396"/>
                  <a:gd name="T73" fmla="*/ 64 h 66"/>
                  <a:gd name="T74" fmla="*/ 370 w 396"/>
                  <a:gd name="T75" fmla="*/ 66 h 66"/>
                  <a:gd name="T76" fmla="*/ 363 w 396"/>
                  <a:gd name="T77" fmla="*/ 66 h 66"/>
                  <a:gd name="T78" fmla="*/ 363 w 396"/>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6" h="66">
                    <a:moveTo>
                      <a:pt x="363" y="66"/>
                    </a:moveTo>
                    <a:lnTo>
                      <a:pt x="33" y="66"/>
                    </a:lnTo>
                    <a:lnTo>
                      <a:pt x="33" y="66"/>
                    </a:lnTo>
                    <a:lnTo>
                      <a:pt x="26" y="66"/>
                    </a:lnTo>
                    <a:lnTo>
                      <a:pt x="19" y="64"/>
                    </a:lnTo>
                    <a:lnTo>
                      <a:pt x="14" y="61"/>
                    </a:lnTo>
                    <a:lnTo>
                      <a:pt x="9" y="56"/>
                    </a:lnTo>
                    <a:lnTo>
                      <a:pt x="5" y="51"/>
                    </a:lnTo>
                    <a:lnTo>
                      <a:pt x="2" y="46"/>
                    </a:lnTo>
                    <a:lnTo>
                      <a:pt x="0" y="40"/>
                    </a:lnTo>
                    <a:lnTo>
                      <a:pt x="0" y="33"/>
                    </a:lnTo>
                    <a:lnTo>
                      <a:pt x="0" y="33"/>
                    </a:lnTo>
                    <a:lnTo>
                      <a:pt x="0" y="26"/>
                    </a:lnTo>
                    <a:lnTo>
                      <a:pt x="2" y="20"/>
                    </a:lnTo>
                    <a:lnTo>
                      <a:pt x="5" y="14"/>
                    </a:lnTo>
                    <a:lnTo>
                      <a:pt x="9" y="10"/>
                    </a:lnTo>
                    <a:lnTo>
                      <a:pt x="14" y="6"/>
                    </a:lnTo>
                    <a:lnTo>
                      <a:pt x="19" y="3"/>
                    </a:lnTo>
                    <a:lnTo>
                      <a:pt x="26" y="1"/>
                    </a:lnTo>
                    <a:lnTo>
                      <a:pt x="33" y="0"/>
                    </a:lnTo>
                    <a:lnTo>
                      <a:pt x="363" y="0"/>
                    </a:lnTo>
                    <a:lnTo>
                      <a:pt x="363" y="0"/>
                    </a:lnTo>
                    <a:lnTo>
                      <a:pt x="370" y="1"/>
                    </a:lnTo>
                    <a:lnTo>
                      <a:pt x="377" y="3"/>
                    </a:lnTo>
                    <a:lnTo>
                      <a:pt x="382" y="6"/>
                    </a:lnTo>
                    <a:lnTo>
                      <a:pt x="387" y="10"/>
                    </a:lnTo>
                    <a:lnTo>
                      <a:pt x="391" y="14"/>
                    </a:lnTo>
                    <a:lnTo>
                      <a:pt x="394" y="20"/>
                    </a:lnTo>
                    <a:lnTo>
                      <a:pt x="395" y="26"/>
                    </a:lnTo>
                    <a:lnTo>
                      <a:pt x="396" y="33"/>
                    </a:lnTo>
                    <a:lnTo>
                      <a:pt x="396" y="33"/>
                    </a:lnTo>
                    <a:lnTo>
                      <a:pt x="395" y="40"/>
                    </a:lnTo>
                    <a:lnTo>
                      <a:pt x="394" y="46"/>
                    </a:lnTo>
                    <a:lnTo>
                      <a:pt x="391" y="51"/>
                    </a:lnTo>
                    <a:lnTo>
                      <a:pt x="387" y="56"/>
                    </a:lnTo>
                    <a:lnTo>
                      <a:pt x="382" y="61"/>
                    </a:lnTo>
                    <a:lnTo>
                      <a:pt x="377" y="64"/>
                    </a:lnTo>
                    <a:lnTo>
                      <a:pt x="370" y="66"/>
                    </a:lnTo>
                    <a:lnTo>
                      <a:pt x="363" y="66"/>
                    </a:lnTo>
                    <a:lnTo>
                      <a:pt x="363"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808">
                <a:extLst>
                  <a:ext uri="{FF2B5EF4-FFF2-40B4-BE49-F238E27FC236}">
                    <a16:creationId xmlns:a16="http://schemas.microsoft.com/office/drawing/2014/main" id="{03F32AF7-A281-5FB4-BC28-0EA19C763F8D}"/>
                  </a:ext>
                </a:extLst>
              </p:cNvPr>
              <p:cNvSpPr>
                <a:spLocks/>
              </p:cNvSpPr>
              <p:nvPr/>
            </p:nvSpPr>
            <p:spPr bwMode="auto">
              <a:xfrm>
                <a:off x="3651250" y="1614488"/>
                <a:ext cx="90488" cy="14288"/>
              </a:xfrm>
              <a:custGeom>
                <a:avLst/>
                <a:gdLst>
                  <a:gd name="T0" fmla="*/ 363 w 396"/>
                  <a:gd name="T1" fmla="*/ 66 h 66"/>
                  <a:gd name="T2" fmla="*/ 33 w 396"/>
                  <a:gd name="T3" fmla="*/ 66 h 66"/>
                  <a:gd name="T4" fmla="*/ 33 w 396"/>
                  <a:gd name="T5" fmla="*/ 66 h 66"/>
                  <a:gd name="T6" fmla="*/ 26 w 396"/>
                  <a:gd name="T7" fmla="*/ 65 h 66"/>
                  <a:gd name="T8" fmla="*/ 19 w 396"/>
                  <a:gd name="T9" fmla="*/ 64 h 66"/>
                  <a:gd name="T10" fmla="*/ 14 w 396"/>
                  <a:gd name="T11" fmla="*/ 61 h 66"/>
                  <a:gd name="T12" fmla="*/ 9 w 396"/>
                  <a:gd name="T13" fmla="*/ 57 h 66"/>
                  <a:gd name="T14" fmla="*/ 5 w 396"/>
                  <a:gd name="T15" fmla="*/ 51 h 66"/>
                  <a:gd name="T16" fmla="*/ 2 w 396"/>
                  <a:gd name="T17" fmla="*/ 46 h 66"/>
                  <a:gd name="T18" fmla="*/ 0 w 396"/>
                  <a:gd name="T19" fmla="*/ 40 h 66"/>
                  <a:gd name="T20" fmla="*/ 0 w 396"/>
                  <a:gd name="T21" fmla="*/ 33 h 66"/>
                  <a:gd name="T22" fmla="*/ 0 w 396"/>
                  <a:gd name="T23" fmla="*/ 33 h 66"/>
                  <a:gd name="T24" fmla="*/ 0 w 396"/>
                  <a:gd name="T25" fmla="*/ 26 h 66"/>
                  <a:gd name="T26" fmla="*/ 2 w 396"/>
                  <a:gd name="T27" fmla="*/ 20 h 66"/>
                  <a:gd name="T28" fmla="*/ 5 w 396"/>
                  <a:gd name="T29" fmla="*/ 14 h 66"/>
                  <a:gd name="T30" fmla="*/ 9 w 396"/>
                  <a:gd name="T31" fmla="*/ 10 h 66"/>
                  <a:gd name="T32" fmla="*/ 14 w 396"/>
                  <a:gd name="T33" fmla="*/ 6 h 66"/>
                  <a:gd name="T34" fmla="*/ 19 w 396"/>
                  <a:gd name="T35" fmla="*/ 3 h 66"/>
                  <a:gd name="T36" fmla="*/ 26 w 396"/>
                  <a:gd name="T37" fmla="*/ 1 h 66"/>
                  <a:gd name="T38" fmla="*/ 33 w 396"/>
                  <a:gd name="T39" fmla="*/ 0 h 66"/>
                  <a:gd name="T40" fmla="*/ 363 w 396"/>
                  <a:gd name="T41" fmla="*/ 0 h 66"/>
                  <a:gd name="T42" fmla="*/ 363 w 396"/>
                  <a:gd name="T43" fmla="*/ 0 h 66"/>
                  <a:gd name="T44" fmla="*/ 370 w 396"/>
                  <a:gd name="T45" fmla="*/ 1 h 66"/>
                  <a:gd name="T46" fmla="*/ 377 w 396"/>
                  <a:gd name="T47" fmla="*/ 3 h 66"/>
                  <a:gd name="T48" fmla="*/ 382 w 396"/>
                  <a:gd name="T49" fmla="*/ 6 h 66"/>
                  <a:gd name="T50" fmla="*/ 387 w 396"/>
                  <a:gd name="T51" fmla="*/ 10 h 66"/>
                  <a:gd name="T52" fmla="*/ 391 w 396"/>
                  <a:gd name="T53" fmla="*/ 14 h 66"/>
                  <a:gd name="T54" fmla="*/ 394 w 396"/>
                  <a:gd name="T55" fmla="*/ 20 h 66"/>
                  <a:gd name="T56" fmla="*/ 395 w 396"/>
                  <a:gd name="T57" fmla="*/ 26 h 66"/>
                  <a:gd name="T58" fmla="*/ 396 w 396"/>
                  <a:gd name="T59" fmla="*/ 33 h 66"/>
                  <a:gd name="T60" fmla="*/ 396 w 396"/>
                  <a:gd name="T61" fmla="*/ 33 h 66"/>
                  <a:gd name="T62" fmla="*/ 395 w 396"/>
                  <a:gd name="T63" fmla="*/ 40 h 66"/>
                  <a:gd name="T64" fmla="*/ 394 w 396"/>
                  <a:gd name="T65" fmla="*/ 46 h 66"/>
                  <a:gd name="T66" fmla="*/ 391 w 396"/>
                  <a:gd name="T67" fmla="*/ 51 h 66"/>
                  <a:gd name="T68" fmla="*/ 387 w 396"/>
                  <a:gd name="T69" fmla="*/ 57 h 66"/>
                  <a:gd name="T70" fmla="*/ 382 w 396"/>
                  <a:gd name="T71" fmla="*/ 61 h 66"/>
                  <a:gd name="T72" fmla="*/ 377 w 396"/>
                  <a:gd name="T73" fmla="*/ 64 h 66"/>
                  <a:gd name="T74" fmla="*/ 370 w 396"/>
                  <a:gd name="T75" fmla="*/ 65 h 66"/>
                  <a:gd name="T76" fmla="*/ 363 w 396"/>
                  <a:gd name="T77" fmla="*/ 66 h 66"/>
                  <a:gd name="T78" fmla="*/ 363 w 396"/>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6" h="66">
                    <a:moveTo>
                      <a:pt x="363" y="66"/>
                    </a:moveTo>
                    <a:lnTo>
                      <a:pt x="33" y="66"/>
                    </a:lnTo>
                    <a:lnTo>
                      <a:pt x="33" y="66"/>
                    </a:lnTo>
                    <a:lnTo>
                      <a:pt x="26" y="65"/>
                    </a:lnTo>
                    <a:lnTo>
                      <a:pt x="19" y="64"/>
                    </a:lnTo>
                    <a:lnTo>
                      <a:pt x="14" y="61"/>
                    </a:lnTo>
                    <a:lnTo>
                      <a:pt x="9" y="57"/>
                    </a:lnTo>
                    <a:lnTo>
                      <a:pt x="5" y="51"/>
                    </a:lnTo>
                    <a:lnTo>
                      <a:pt x="2" y="46"/>
                    </a:lnTo>
                    <a:lnTo>
                      <a:pt x="0" y="40"/>
                    </a:lnTo>
                    <a:lnTo>
                      <a:pt x="0" y="33"/>
                    </a:lnTo>
                    <a:lnTo>
                      <a:pt x="0" y="33"/>
                    </a:lnTo>
                    <a:lnTo>
                      <a:pt x="0" y="26"/>
                    </a:lnTo>
                    <a:lnTo>
                      <a:pt x="2" y="20"/>
                    </a:lnTo>
                    <a:lnTo>
                      <a:pt x="5" y="14"/>
                    </a:lnTo>
                    <a:lnTo>
                      <a:pt x="9" y="10"/>
                    </a:lnTo>
                    <a:lnTo>
                      <a:pt x="14" y="6"/>
                    </a:lnTo>
                    <a:lnTo>
                      <a:pt x="19" y="3"/>
                    </a:lnTo>
                    <a:lnTo>
                      <a:pt x="26" y="1"/>
                    </a:lnTo>
                    <a:lnTo>
                      <a:pt x="33" y="0"/>
                    </a:lnTo>
                    <a:lnTo>
                      <a:pt x="363" y="0"/>
                    </a:lnTo>
                    <a:lnTo>
                      <a:pt x="363" y="0"/>
                    </a:lnTo>
                    <a:lnTo>
                      <a:pt x="370" y="1"/>
                    </a:lnTo>
                    <a:lnTo>
                      <a:pt x="377" y="3"/>
                    </a:lnTo>
                    <a:lnTo>
                      <a:pt x="382" y="6"/>
                    </a:lnTo>
                    <a:lnTo>
                      <a:pt x="387" y="10"/>
                    </a:lnTo>
                    <a:lnTo>
                      <a:pt x="391" y="14"/>
                    </a:lnTo>
                    <a:lnTo>
                      <a:pt x="394" y="20"/>
                    </a:lnTo>
                    <a:lnTo>
                      <a:pt x="395" y="26"/>
                    </a:lnTo>
                    <a:lnTo>
                      <a:pt x="396" y="33"/>
                    </a:lnTo>
                    <a:lnTo>
                      <a:pt x="396" y="33"/>
                    </a:lnTo>
                    <a:lnTo>
                      <a:pt x="395" y="40"/>
                    </a:lnTo>
                    <a:lnTo>
                      <a:pt x="394" y="46"/>
                    </a:lnTo>
                    <a:lnTo>
                      <a:pt x="391" y="51"/>
                    </a:lnTo>
                    <a:lnTo>
                      <a:pt x="387" y="57"/>
                    </a:lnTo>
                    <a:lnTo>
                      <a:pt x="382" y="61"/>
                    </a:lnTo>
                    <a:lnTo>
                      <a:pt x="377" y="64"/>
                    </a:lnTo>
                    <a:lnTo>
                      <a:pt x="370" y="65"/>
                    </a:lnTo>
                    <a:lnTo>
                      <a:pt x="363" y="66"/>
                    </a:lnTo>
                    <a:lnTo>
                      <a:pt x="363"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Rectangle 809">
                <a:extLst>
                  <a:ext uri="{FF2B5EF4-FFF2-40B4-BE49-F238E27FC236}">
                    <a16:creationId xmlns:a16="http://schemas.microsoft.com/office/drawing/2014/main" id="{40E21E28-7E3C-71A1-1089-BC4185C11593}"/>
                  </a:ext>
                </a:extLst>
              </p:cNvPr>
              <p:cNvSpPr>
                <a:spLocks noChangeArrowheads="1"/>
              </p:cNvSpPr>
              <p:nvPr/>
            </p:nvSpPr>
            <p:spPr bwMode="auto">
              <a:xfrm>
                <a:off x="3667125" y="1620838"/>
                <a:ext cx="14288"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Rectangle 810">
                <a:extLst>
                  <a:ext uri="{FF2B5EF4-FFF2-40B4-BE49-F238E27FC236}">
                    <a16:creationId xmlns:a16="http://schemas.microsoft.com/office/drawing/2014/main" id="{10D4D449-E0DB-B1E4-BE82-15A01B26E81D}"/>
                  </a:ext>
                </a:extLst>
              </p:cNvPr>
              <p:cNvSpPr>
                <a:spLocks noChangeArrowheads="1"/>
              </p:cNvSpPr>
              <p:nvPr/>
            </p:nvSpPr>
            <p:spPr bwMode="auto">
              <a:xfrm>
                <a:off x="3711575" y="1620838"/>
                <a:ext cx="14288"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811">
                <a:extLst>
                  <a:ext uri="{FF2B5EF4-FFF2-40B4-BE49-F238E27FC236}">
                    <a16:creationId xmlns:a16="http://schemas.microsoft.com/office/drawing/2014/main" id="{CD4A12B3-B55A-550D-6B8F-9D9C1F9AF09C}"/>
                  </a:ext>
                </a:extLst>
              </p:cNvPr>
              <p:cNvSpPr>
                <a:spLocks noEditPoints="1"/>
              </p:cNvSpPr>
              <p:nvPr/>
            </p:nvSpPr>
            <p:spPr bwMode="auto">
              <a:xfrm>
                <a:off x="3395663" y="1449388"/>
                <a:ext cx="360363" cy="149225"/>
              </a:xfrm>
              <a:custGeom>
                <a:avLst/>
                <a:gdLst>
                  <a:gd name="T0" fmla="*/ 1554 w 1587"/>
                  <a:gd name="T1" fmla="*/ 661 h 661"/>
                  <a:gd name="T2" fmla="*/ 33 w 1587"/>
                  <a:gd name="T3" fmla="*/ 661 h 661"/>
                  <a:gd name="T4" fmla="*/ 33 w 1587"/>
                  <a:gd name="T5" fmla="*/ 661 h 661"/>
                  <a:gd name="T6" fmla="*/ 28 w 1587"/>
                  <a:gd name="T7" fmla="*/ 661 h 661"/>
                  <a:gd name="T8" fmla="*/ 23 w 1587"/>
                  <a:gd name="T9" fmla="*/ 660 h 661"/>
                  <a:gd name="T10" fmla="*/ 19 w 1587"/>
                  <a:gd name="T11" fmla="*/ 658 h 661"/>
                  <a:gd name="T12" fmla="*/ 14 w 1587"/>
                  <a:gd name="T13" fmla="*/ 655 h 661"/>
                  <a:gd name="T14" fmla="*/ 10 w 1587"/>
                  <a:gd name="T15" fmla="*/ 652 h 661"/>
                  <a:gd name="T16" fmla="*/ 7 w 1587"/>
                  <a:gd name="T17" fmla="*/ 649 h 661"/>
                  <a:gd name="T18" fmla="*/ 4 w 1587"/>
                  <a:gd name="T19" fmla="*/ 644 h 661"/>
                  <a:gd name="T20" fmla="*/ 2 w 1587"/>
                  <a:gd name="T21" fmla="*/ 640 h 661"/>
                  <a:gd name="T22" fmla="*/ 2 w 1587"/>
                  <a:gd name="T23" fmla="*/ 640 h 661"/>
                  <a:gd name="T24" fmla="*/ 1 w 1587"/>
                  <a:gd name="T25" fmla="*/ 634 h 661"/>
                  <a:gd name="T26" fmla="*/ 0 w 1587"/>
                  <a:gd name="T27" fmla="*/ 629 h 661"/>
                  <a:gd name="T28" fmla="*/ 1 w 1587"/>
                  <a:gd name="T29" fmla="*/ 624 h 661"/>
                  <a:gd name="T30" fmla="*/ 2 w 1587"/>
                  <a:gd name="T31" fmla="*/ 619 h 661"/>
                  <a:gd name="T32" fmla="*/ 3 w 1587"/>
                  <a:gd name="T33" fmla="*/ 615 h 661"/>
                  <a:gd name="T34" fmla="*/ 6 w 1587"/>
                  <a:gd name="T35" fmla="*/ 610 h 661"/>
                  <a:gd name="T36" fmla="*/ 9 w 1587"/>
                  <a:gd name="T37" fmla="*/ 606 h 661"/>
                  <a:gd name="T38" fmla="*/ 13 w 1587"/>
                  <a:gd name="T39" fmla="*/ 602 h 661"/>
                  <a:gd name="T40" fmla="*/ 775 w 1587"/>
                  <a:gd name="T41" fmla="*/ 7 h 661"/>
                  <a:gd name="T42" fmla="*/ 775 w 1587"/>
                  <a:gd name="T43" fmla="*/ 7 h 661"/>
                  <a:gd name="T44" fmla="*/ 780 w 1587"/>
                  <a:gd name="T45" fmla="*/ 4 h 661"/>
                  <a:gd name="T46" fmla="*/ 785 w 1587"/>
                  <a:gd name="T47" fmla="*/ 2 h 661"/>
                  <a:gd name="T48" fmla="*/ 791 w 1587"/>
                  <a:gd name="T49" fmla="*/ 1 h 661"/>
                  <a:gd name="T50" fmla="*/ 796 w 1587"/>
                  <a:gd name="T51" fmla="*/ 0 h 661"/>
                  <a:gd name="T52" fmla="*/ 801 w 1587"/>
                  <a:gd name="T53" fmla="*/ 1 h 661"/>
                  <a:gd name="T54" fmla="*/ 806 w 1587"/>
                  <a:gd name="T55" fmla="*/ 2 h 661"/>
                  <a:gd name="T56" fmla="*/ 811 w 1587"/>
                  <a:gd name="T57" fmla="*/ 4 h 661"/>
                  <a:gd name="T58" fmla="*/ 816 w 1587"/>
                  <a:gd name="T59" fmla="*/ 7 h 661"/>
                  <a:gd name="T60" fmla="*/ 1575 w 1587"/>
                  <a:gd name="T61" fmla="*/ 602 h 661"/>
                  <a:gd name="T62" fmla="*/ 1575 w 1587"/>
                  <a:gd name="T63" fmla="*/ 602 h 661"/>
                  <a:gd name="T64" fmla="*/ 1578 w 1587"/>
                  <a:gd name="T65" fmla="*/ 606 h 661"/>
                  <a:gd name="T66" fmla="*/ 1581 w 1587"/>
                  <a:gd name="T67" fmla="*/ 610 h 661"/>
                  <a:gd name="T68" fmla="*/ 1584 w 1587"/>
                  <a:gd name="T69" fmla="*/ 615 h 661"/>
                  <a:gd name="T70" fmla="*/ 1586 w 1587"/>
                  <a:gd name="T71" fmla="*/ 619 h 661"/>
                  <a:gd name="T72" fmla="*/ 1587 w 1587"/>
                  <a:gd name="T73" fmla="*/ 624 h 661"/>
                  <a:gd name="T74" fmla="*/ 1587 w 1587"/>
                  <a:gd name="T75" fmla="*/ 629 h 661"/>
                  <a:gd name="T76" fmla="*/ 1586 w 1587"/>
                  <a:gd name="T77" fmla="*/ 634 h 661"/>
                  <a:gd name="T78" fmla="*/ 1585 w 1587"/>
                  <a:gd name="T79" fmla="*/ 640 h 661"/>
                  <a:gd name="T80" fmla="*/ 1585 w 1587"/>
                  <a:gd name="T81" fmla="*/ 640 h 661"/>
                  <a:gd name="T82" fmla="*/ 1583 w 1587"/>
                  <a:gd name="T83" fmla="*/ 644 h 661"/>
                  <a:gd name="T84" fmla="*/ 1580 w 1587"/>
                  <a:gd name="T85" fmla="*/ 649 h 661"/>
                  <a:gd name="T86" fmla="*/ 1577 w 1587"/>
                  <a:gd name="T87" fmla="*/ 652 h 661"/>
                  <a:gd name="T88" fmla="*/ 1574 w 1587"/>
                  <a:gd name="T89" fmla="*/ 655 h 661"/>
                  <a:gd name="T90" fmla="*/ 1569 w 1587"/>
                  <a:gd name="T91" fmla="*/ 658 h 661"/>
                  <a:gd name="T92" fmla="*/ 1565 w 1587"/>
                  <a:gd name="T93" fmla="*/ 660 h 661"/>
                  <a:gd name="T94" fmla="*/ 1559 w 1587"/>
                  <a:gd name="T95" fmla="*/ 661 h 661"/>
                  <a:gd name="T96" fmla="*/ 1554 w 1587"/>
                  <a:gd name="T97" fmla="*/ 661 h 661"/>
                  <a:gd name="T98" fmla="*/ 1554 w 1587"/>
                  <a:gd name="T99" fmla="*/ 661 h 661"/>
                  <a:gd name="T100" fmla="*/ 129 w 1587"/>
                  <a:gd name="T101" fmla="*/ 595 h 661"/>
                  <a:gd name="T102" fmla="*/ 1458 w 1587"/>
                  <a:gd name="T103" fmla="*/ 595 h 661"/>
                  <a:gd name="T104" fmla="*/ 796 w 1587"/>
                  <a:gd name="T105" fmla="*/ 75 h 661"/>
                  <a:gd name="T106" fmla="*/ 129 w 1587"/>
                  <a:gd name="T107" fmla="*/ 595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87" h="661">
                    <a:moveTo>
                      <a:pt x="1554" y="661"/>
                    </a:moveTo>
                    <a:lnTo>
                      <a:pt x="33" y="661"/>
                    </a:lnTo>
                    <a:lnTo>
                      <a:pt x="33" y="661"/>
                    </a:lnTo>
                    <a:lnTo>
                      <a:pt x="28" y="661"/>
                    </a:lnTo>
                    <a:lnTo>
                      <a:pt x="23" y="660"/>
                    </a:lnTo>
                    <a:lnTo>
                      <a:pt x="19" y="658"/>
                    </a:lnTo>
                    <a:lnTo>
                      <a:pt x="14" y="655"/>
                    </a:lnTo>
                    <a:lnTo>
                      <a:pt x="10" y="652"/>
                    </a:lnTo>
                    <a:lnTo>
                      <a:pt x="7" y="649"/>
                    </a:lnTo>
                    <a:lnTo>
                      <a:pt x="4" y="644"/>
                    </a:lnTo>
                    <a:lnTo>
                      <a:pt x="2" y="640"/>
                    </a:lnTo>
                    <a:lnTo>
                      <a:pt x="2" y="640"/>
                    </a:lnTo>
                    <a:lnTo>
                      <a:pt x="1" y="634"/>
                    </a:lnTo>
                    <a:lnTo>
                      <a:pt x="0" y="629"/>
                    </a:lnTo>
                    <a:lnTo>
                      <a:pt x="1" y="624"/>
                    </a:lnTo>
                    <a:lnTo>
                      <a:pt x="2" y="619"/>
                    </a:lnTo>
                    <a:lnTo>
                      <a:pt x="3" y="615"/>
                    </a:lnTo>
                    <a:lnTo>
                      <a:pt x="6" y="610"/>
                    </a:lnTo>
                    <a:lnTo>
                      <a:pt x="9" y="606"/>
                    </a:lnTo>
                    <a:lnTo>
                      <a:pt x="13" y="602"/>
                    </a:lnTo>
                    <a:lnTo>
                      <a:pt x="775" y="7"/>
                    </a:lnTo>
                    <a:lnTo>
                      <a:pt x="775" y="7"/>
                    </a:lnTo>
                    <a:lnTo>
                      <a:pt x="780" y="4"/>
                    </a:lnTo>
                    <a:lnTo>
                      <a:pt x="785" y="2"/>
                    </a:lnTo>
                    <a:lnTo>
                      <a:pt x="791" y="1"/>
                    </a:lnTo>
                    <a:lnTo>
                      <a:pt x="796" y="0"/>
                    </a:lnTo>
                    <a:lnTo>
                      <a:pt x="801" y="1"/>
                    </a:lnTo>
                    <a:lnTo>
                      <a:pt x="806" y="2"/>
                    </a:lnTo>
                    <a:lnTo>
                      <a:pt x="811" y="4"/>
                    </a:lnTo>
                    <a:lnTo>
                      <a:pt x="816" y="7"/>
                    </a:lnTo>
                    <a:lnTo>
                      <a:pt x="1575" y="602"/>
                    </a:lnTo>
                    <a:lnTo>
                      <a:pt x="1575" y="602"/>
                    </a:lnTo>
                    <a:lnTo>
                      <a:pt x="1578" y="606"/>
                    </a:lnTo>
                    <a:lnTo>
                      <a:pt x="1581" y="610"/>
                    </a:lnTo>
                    <a:lnTo>
                      <a:pt x="1584" y="615"/>
                    </a:lnTo>
                    <a:lnTo>
                      <a:pt x="1586" y="619"/>
                    </a:lnTo>
                    <a:lnTo>
                      <a:pt x="1587" y="624"/>
                    </a:lnTo>
                    <a:lnTo>
                      <a:pt x="1587" y="629"/>
                    </a:lnTo>
                    <a:lnTo>
                      <a:pt x="1586" y="634"/>
                    </a:lnTo>
                    <a:lnTo>
                      <a:pt x="1585" y="640"/>
                    </a:lnTo>
                    <a:lnTo>
                      <a:pt x="1585" y="640"/>
                    </a:lnTo>
                    <a:lnTo>
                      <a:pt x="1583" y="644"/>
                    </a:lnTo>
                    <a:lnTo>
                      <a:pt x="1580" y="649"/>
                    </a:lnTo>
                    <a:lnTo>
                      <a:pt x="1577" y="652"/>
                    </a:lnTo>
                    <a:lnTo>
                      <a:pt x="1574" y="655"/>
                    </a:lnTo>
                    <a:lnTo>
                      <a:pt x="1569" y="658"/>
                    </a:lnTo>
                    <a:lnTo>
                      <a:pt x="1565" y="660"/>
                    </a:lnTo>
                    <a:lnTo>
                      <a:pt x="1559" y="661"/>
                    </a:lnTo>
                    <a:lnTo>
                      <a:pt x="1554" y="661"/>
                    </a:lnTo>
                    <a:lnTo>
                      <a:pt x="1554" y="661"/>
                    </a:lnTo>
                    <a:close/>
                    <a:moveTo>
                      <a:pt x="129" y="595"/>
                    </a:moveTo>
                    <a:lnTo>
                      <a:pt x="1458" y="595"/>
                    </a:lnTo>
                    <a:lnTo>
                      <a:pt x="796" y="75"/>
                    </a:lnTo>
                    <a:lnTo>
                      <a:pt x="129" y="5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94" name="Group 193">
            <a:extLst>
              <a:ext uri="{FF2B5EF4-FFF2-40B4-BE49-F238E27FC236}">
                <a16:creationId xmlns:a16="http://schemas.microsoft.com/office/drawing/2014/main" id="{F528B40B-8D7E-4543-02F7-68F322D19530}"/>
              </a:ext>
            </a:extLst>
          </p:cNvPr>
          <p:cNvGrpSpPr/>
          <p:nvPr/>
        </p:nvGrpSpPr>
        <p:grpSpPr>
          <a:xfrm>
            <a:off x="1919473" y="4310726"/>
            <a:ext cx="1528146" cy="1677234"/>
            <a:chOff x="1919473" y="4310726"/>
            <a:chExt cx="1528146" cy="1677234"/>
          </a:xfrm>
        </p:grpSpPr>
        <p:sp>
          <p:nvSpPr>
            <p:cNvPr id="16" name="Sechseck 78">
              <a:extLst>
                <a:ext uri="{FF2B5EF4-FFF2-40B4-BE49-F238E27FC236}">
                  <a16:creationId xmlns:a16="http://schemas.microsoft.com/office/drawing/2014/main" id="{001E9207-6C21-8A95-BBD6-5536B523F804}"/>
                </a:ext>
              </a:extLst>
            </p:cNvPr>
            <p:cNvSpPr/>
            <p:nvPr/>
          </p:nvSpPr>
          <p:spPr>
            <a:xfrm rot="5400000">
              <a:off x="1844929" y="438527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48" name="Sechseck 14">
              <a:extLst>
                <a:ext uri="{FF2B5EF4-FFF2-40B4-BE49-F238E27FC236}">
                  <a16:creationId xmlns:a16="http://schemas.microsoft.com/office/drawing/2014/main" id="{F6D265E6-4010-AE3E-487F-2D29B6B45478}"/>
                </a:ext>
              </a:extLst>
            </p:cNvPr>
            <p:cNvSpPr txBox="1"/>
            <p:nvPr/>
          </p:nvSpPr>
          <p:spPr>
            <a:xfrm>
              <a:off x="1963546" y="5306788"/>
              <a:ext cx="1440000" cy="193899"/>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1"/>
                  </a:solidFill>
                </a:rPr>
                <a:t>Marketing</a:t>
              </a:r>
            </a:p>
          </p:txBody>
        </p:sp>
        <p:sp>
          <p:nvSpPr>
            <p:cNvPr id="76" name="Sechseck 39">
              <a:extLst>
                <a:ext uri="{FF2B5EF4-FFF2-40B4-BE49-F238E27FC236}">
                  <a16:creationId xmlns:a16="http://schemas.microsoft.com/office/drawing/2014/main" id="{2DC89AD5-2EF4-8728-0A43-6B0716C15981}"/>
                </a:ext>
              </a:extLst>
            </p:cNvPr>
            <p:cNvSpPr/>
            <p:nvPr/>
          </p:nvSpPr>
          <p:spPr>
            <a:xfrm rot="5400000" flipH="1">
              <a:off x="2342055" y="444747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grpSp>
          <p:nvGrpSpPr>
            <p:cNvPr id="170" name="Group 101">
              <a:extLst>
                <a:ext uri="{FF2B5EF4-FFF2-40B4-BE49-F238E27FC236}">
                  <a16:creationId xmlns:a16="http://schemas.microsoft.com/office/drawing/2014/main" id="{54C23602-F2A4-83C4-E984-924A6A7D6759}"/>
                </a:ext>
              </a:extLst>
            </p:cNvPr>
            <p:cNvGrpSpPr/>
            <p:nvPr/>
          </p:nvGrpSpPr>
          <p:grpSpPr>
            <a:xfrm>
              <a:off x="2534636" y="4636247"/>
              <a:ext cx="297821" cy="247965"/>
              <a:chOff x="2676525" y="2919413"/>
              <a:chExt cx="360363" cy="300038"/>
            </a:xfrm>
            <a:solidFill>
              <a:schemeClr val="bg1"/>
            </a:solidFill>
          </p:grpSpPr>
          <p:sp>
            <p:nvSpPr>
              <p:cNvPr id="171" name="Freeform 5">
                <a:extLst>
                  <a:ext uri="{FF2B5EF4-FFF2-40B4-BE49-F238E27FC236}">
                    <a16:creationId xmlns:a16="http://schemas.microsoft.com/office/drawing/2014/main" id="{DFC6695B-CD2A-F617-74E7-B30DE7F0E62A}"/>
                  </a:ext>
                </a:extLst>
              </p:cNvPr>
              <p:cNvSpPr>
                <a:spLocks/>
              </p:cNvSpPr>
              <p:nvPr/>
            </p:nvSpPr>
            <p:spPr bwMode="auto">
              <a:xfrm>
                <a:off x="2781300" y="2979738"/>
                <a:ext cx="74613" cy="239713"/>
              </a:xfrm>
              <a:custGeom>
                <a:avLst/>
                <a:gdLst>
                  <a:gd name="T0" fmla="*/ 254 w 283"/>
                  <a:gd name="T1" fmla="*/ 907 h 907"/>
                  <a:gd name="T2" fmla="*/ 242 w 283"/>
                  <a:gd name="T3" fmla="*/ 904 h 907"/>
                  <a:gd name="T4" fmla="*/ 215 w 283"/>
                  <a:gd name="T5" fmla="*/ 890 h 907"/>
                  <a:gd name="T6" fmla="*/ 165 w 283"/>
                  <a:gd name="T7" fmla="*/ 855 h 907"/>
                  <a:gd name="T8" fmla="*/ 120 w 283"/>
                  <a:gd name="T9" fmla="*/ 814 h 907"/>
                  <a:gd name="T10" fmla="*/ 82 w 283"/>
                  <a:gd name="T11" fmla="*/ 768 h 907"/>
                  <a:gd name="T12" fmla="*/ 50 w 283"/>
                  <a:gd name="T13" fmla="*/ 717 h 907"/>
                  <a:gd name="T14" fmla="*/ 26 w 283"/>
                  <a:gd name="T15" fmla="*/ 663 h 907"/>
                  <a:gd name="T16" fmla="*/ 9 w 283"/>
                  <a:gd name="T17" fmla="*/ 604 h 907"/>
                  <a:gd name="T18" fmla="*/ 1 w 283"/>
                  <a:gd name="T19" fmla="*/ 544 h 907"/>
                  <a:gd name="T20" fmla="*/ 0 w 283"/>
                  <a:gd name="T21" fmla="*/ 30 h 907"/>
                  <a:gd name="T22" fmla="*/ 0 w 283"/>
                  <a:gd name="T23" fmla="*/ 24 h 907"/>
                  <a:gd name="T24" fmla="*/ 5 w 283"/>
                  <a:gd name="T25" fmla="*/ 13 h 907"/>
                  <a:gd name="T26" fmla="*/ 12 w 283"/>
                  <a:gd name="T27" fmla="*/ 5 h 907"/>
                  <a:gd name="T28" fmla="*/ 22 w 283"/>
                  <a:gd name="T29" fmla="*/ 1 h 907"/>
                  <a:gd name="T30" fmla="*/ 28 w 283"/>
                  <a:gd name="T31" fmla="*/ 0 h 907"/>
                  <a:gd name="T32" fmla="*/ 39 w 283"/>
                  <a:gd name="T33" fmla="*/ 3 h 907"/>
                  <a:gd name="T34" fmla="*/ 48 w 283"/>
                  <a:gd name="T35" fmla="*/ 9 h 907"/>
                  <a:gd name="T36" fmla="*/ 54 w 283"/>
                  <a:gd name="T37" fmla="*/ 19 h 907"/>
                  <a:gd name="T38" fmla="*/ 57 w 283"/>
                  <a:gd name="T39" fmla="*/ 30 h 907"/>
                  <a:gd name="T40" fmla="*/ 57 w 283"/>
                  <a:gd name="T41" fmla="*/ 512 h 907"/>
                  <a:gd name="T42" fmla="*/ 61 w 283"/>
                  <a:gd name="T43" fmla="*/ 566 h 907"/>
                  <a:gd name="T44" fmla="*/ 72 w 283"/>
                  <a:gd name="T45" fmla="*/ 618 h 907"/>
                  <a:gd name="T46" fmla="*/ 89 w 283"/>
                  <a:gd name="T47" fmla="*/ 667 h 907"/>
                  <a:gd name="T48" fmla="*/ 113 w 283"/>
                  <a:gd name="T49" fmla="*/ 713 h 907"/>
                  <a:gd name="T50" fmla="*/ 143 w 283"/>
                  <a:gd name="T51" fmla="*/ 756 h 907"/>
                  <a:gd name="T52" fmla="*/ 180 w 283"/>
                  <a:gd name="T53" fmla="*/ 793 h 907"/>
                  <a:gd name="T54" fmla="*/ 221 w 283"/>
                  <a:gd name="T55" fmla="*/ 826 h 907"/>
                  <a:gd name="T56" fmla="*/ 268 w 283"/>
                  <a:gd name="T57" fmla="*/ 854 h 907"/>
                  <a:gd name="T58" fmla="*/ 273 w 283"/>
                  <a:gd name="T59" fmla="*/ 857 h 907"/>
                  <a:gd name="T60" fmla="*/ 280 w 283"/>
                  <a:gd name="T61" fmla="*/ 866 h 907"/>
                  <a:gd name="T62" fmla="*/ 283 w 283"/>
                  <a:gd name="T63" fmla="*/ 876 h 907"/>
                  <a:gd name="T64" fmla="*/ 283 w 283"/>
                  <a:gd name="T65" fmla="*/ 887 h 907"/>
                  <a:gd name="T66" fmla="*/ 281 w 283"/>
                  <a:gd name="T67" fmla="*/ 892 h 907"/>
                  <a:gd name="T68" fmla="*/ 270 w 283"/>
                  <a:gd name="T69" fmla="*/ 903 h 907"/>
                  <a:gd name="T70" fmla="*/ 254 w 283"/>
                  <a:gd name="T71" fmla="*/ 907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3" h="907">
                    <a:moveTo>
                      <a:pt x="254" y="907"/>
                    </a:moveTo>
                    <a:lnTo>
                      <a:pt x="254" y="907"/>
                    </a:lnTo>
                    <a:lnTo>
                      <a:pt x="248" y="907"/>
                    </a:lnTo>
                    <a:lnTo>
                      <a:pt x="242" y="904"/>
                    </a:lnTo>
                    <a:lnTo>
                      <a:pt x="242" y="904"/>
                    </a:lnTo>
                    <a:lnTo>
                      <a:pt x="215" y="890"/>
                    </a:lnTo>
                    <a:lnTo>
                      <a:pt x="189" y="873"/>
                    </a:lnTo>
                    <a:lnTo>
                      <a:pt x="165" y="855"/>
                    </a:lnTo>
                    <a:lnTo>
                      <a:pt x="141" y="836"/>
                    </a:lnTo>
                    <a:lnTo>
                      <a:pt x="120" y="814"/>
                    </a:lnTo>
                    <a:lnTo>
                      <a:pt x="100" y="792"/>
                    </a:lnTo>
                    <a:lnTo>
                      <a:pt x="82" y="768"/>
                    </a:lnTo>
                    <a:lnTo>
                      <a:pt x="65" y="744"/>
                    </a:lnTo>
                    <a:lnTo>
                      <a:pt x="50" y="717"/>
                    </a:lnTo>
                    <a:lnTo>
                      <a:pt x="37" y="690"/>
                    </a:lnTo>
                    <a:lnTo>
                      <a:pt x="26" y="663"/>
                    </a:lnTo>
                    <a:lnTo>
                      <a:pt x="17" y="634"/>
                    </a:lnTo>
                    <a:lnTo>
                      <a:pt x="9" y="604"/>
                    </a:lnTo>
                    <a:lnTo>
                      <a:pt x="4" y="574"/>
                    </a:lnTo>
                    <a:lnTo>
                      <a:pt x="1" y="544"/>
                    </a:lnTo>
                    <a:lnTo>
                      <a:pt x="0" y="512"/>
                    </a:lnTo>
                    <a:lnTo>
                      <a:pt x="0" y="30"/>
                    </a:lnTo>
                    <a:lnTo>
                      <a:pt x="0" y="30"/>
                    </a:lnTo>
                    <a:lnTo>
                      <a:pt x="0" y="24"/>
                    </a:lnTo>
                    <a:lnTo>
                      <a:pt x="2" y="19"/>
                    </a:lnTo>
                    <a:lnTo>
                      <a:pt x="5" y="13"/>
                    </a:lnTo>
                    <a:lnTo>
                      <a:pt x="8" y="9"/>
                    </a:lnTo>
                    <a:lnTo>
                      <a:pt x="12" y="5"/>
                    </a:lnTo>
                    <a:lnTo>
                      <a:pt x="17" y="3"/>
                    </a:lnTo>
                    <a:lnTo>
                      <a:pt x="22" y="1"/>
                    </a:lnTo>
                    <a:lnTo>
                      <a:pt x="28" y="0"/>
                    </a:lnTo>
                    <a:lnTo>
                      <a:pt x="28" y="0"/>
                    </a:lnTo>
                    <a:lnTo>
                      <a:pt x="34" y="1"/>
                    </a:lnTo>
                    <a:lnTo>
                      <a:pt x="39" y="3"/>
                    </a:lnTo>
                    <a:lnTo>
                      <a:pt x="44" y="5"/>
                    </a:lnTo>
                    <a:lnTo>
                      <a:pt x="48" y="9"/>
                    </a:lnTo>
                    <a:lnTo>
                      <a:pt x="51" y="13"/>
                    </a:lnTo>
                    <a:lnTo>
                      <a:pt x="54" y="19"/>
                    </a:lnTo>
                    <a:lnTo>
                      <a:pt x="55" y="24"/>
                    </a:lnTo>
                    <a:lnTo>
                      <a:pt x="57" y="30"/>
                    </a:lnTo>
                    <a:lnTo>
                      <a:pt x="57" y="512"/>
                    </a:lnTo>
                    <a:lnTo>
                      <a:pt x="57" y="512"/>
                    </a:lnTo>
                    <a:lnTo>
                      <a:pt x="58" y="540"/>
                    </a:lnTo>
                    <a:lnTo>
                      <a:pt x="61" y="566"/>
                    </a:lnTo>
                    <a:lnTo>
                      <a:pt x="65" y="592"/>
                    </a:lnTo>
                    <a:lnTo>
                      <a:pt x="72" y="618"/>
                    </a:lnTo>
                    <a:lnTo>
                      <a:pt x="80" y="643"/>
                    </a:lnTo>
                    <a:lnTo>
                      <a:pt x="89" y="667"/>
                    </a:lnTo>
                    <a:lnTo>
                      <a:pt x="100" y="691"/>
                    </a:lnTo>
                    <a:lnTo>
                      <a:pt x="113" y="713"/>
                    </a:lnTo>
                    <a:lnTo>
                      <a:pt x="127" y="735"/>
                    </a:lnTo>
                    <a:lnTo>
                      <a:pt x="143" y="756"/>
                    </a:lnTo>
                    <a:lnTo>
                      <a:pt x="161" y="775"/>
                    </a:lnTo>
                    <a:lnTo>
                      <a:pt x="180" y="793"/>
                    </a:lnTo>
                    <a:lnTo>
                      <a:pt x="200" y="810"/>
                    </a:lnTo>
                    <a:lnTo>
                      <a:pt x="221" y="826"/>
                    </a:lnTo>
                    <a:lnTo>
                      <a:pt x="243" y="841"/>
                    </a:lnTo>
                    <a:lnTo>
                      <a:pt x="268" y="854"/>
                    </a:lnTo>
                    <a:lnTo>
                      <a:pt x="268" y="854"/>
                    </a:lnTo>
                    <a:lnTo>
                      <a:pt x="273" y="857"/>
                    </a:lnTo>
                    <a:lnTo>
                      <a:pt x="277" y="861"/>
                    </a:lnTo>
                    <a:lnTo>
                      <a:pt x="280" y="866"/>
                    </a:lnTo>
                    <a:lnTo>
                      <a:pt x="282" y="870"/>
                    </a:lnTo>
                    <a:lnTo>
                      <a:pt x="283" y="876"/>
                    </a:lnTo>
                    <a:lnTo>
                      <a:pt x="283" y="881"/>
                    </a:lnTo>
                    <a:lnTo>
                      <a:pt x="283" y="887"/>
                    </a:lnTo>
                    <a:lnTo>
                      <a:pt x="281" y="892"/>
                    </a:lnTo>
                    <a:lnTo>
                      <a:pt x="281" y="892"/>
                    </a:lnTo>
                    <a:lnTo>
                      <a:pt x="276" y="898"/>
                    </a:lnTo>
                    <a:lnTo>
                      <a:pt x="270" y="903"/>
                    </a:lnTo>
                    <a:lnTo>
                      <a:pt x="263" y="906"/>
                    </a:lnTo>
                    <a:lnTo>
                      <a:pt x="254" y="907"/>
                    </a:lnTo>
                    <a:lnTo>
                      <a:pt x="254" y="9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6">
                <a:extLst>
                  <a:ext uri="{FF2B5EF4-FFF2-40B4-BE49-F238E27FC236}">
                    <a16:creationId xmlns:a16="http://schemas.microsoft.com/office/drawing/2014/main" id="{F1EF8909-03CF-B5A6-05BC-CA2283549754}"/>
                  </a:ext>
                </a:extLst>
              </p:cNvPr>
              <p:cNvSpPr>
                <a:spLocks noEditPoints="1"/>
              </p:cNvSpPr>
              <p:nvPr/>
            </p:nvSpPr>
            <p:spPr bwMode="auto">
              <a:xfrm>
                <a:off x="2990850" y="3009900"/>
                <a:ext cx="46038" cy="74613"/>
              </a:xfrm>
              <a:custGeom>
                <a:avLst/>
                <a:gdLst>
                  <a:gd name="T0" fmla="*/ 28 w 170"/>
                  <a:gd name="T1" fmla="*/ 283 h 283"/>
                  <a:gd name="T2" fmla="*/ 22 w 170"/>
                  <a:gd name="T3" fmla="*/ 283 h 283"/>
                  <a:gd name="T4" fmla="*/ 12 w 170"/>
                  <a:gd name="T5" fmla="*/ 279 h 283"/>
                  <a:gd name="T6" fmla="*/ 4 w 170"/>
                  <a:gd name="T7" fmla="*/ 271 h 283"/>
                  <a:gd name="T8" fmla="*/ 0 w 170"/>
                  <a:gd name="T9" fmla="*/ 261 h 283"/>
                  <a:gd name="T10" fmla="*/ 0 w 170"/>
                  <a:gd name="T11" fmla="*/ 29 h 283"/>
                  <a:gd name="T12" fmla="*/ 0 w 170"/>
                  <a:gd name="T13" fmla="*/ 23 h 283"/>
                  <a:gd name="T14" fmla="*/ 4 w 170"/>
                  <a:gd name="T15" fmla="*/ 13 h 283"/>
                  <a:gd name="T16" fmla="*/ 12 w 170"/>
                  <a:gd name="T17" fmla="*/ 4 h 283"/>
                  <a:gd name="T18" fmla="*/ 22 w 170"/>
                  <a:gd name="T19" fmla="*/ 0 h 283"/>
                  <a:gd name="T20" fmla="*/ 56 w 170"/>
                  <a:gd name="T21" fmla="*/ 0 h 283"/>
                  <a:gd name="T22" fmla="*/ 68 w 170"/>
                  <a:gd name="T23" fmla="*/ 0 h 283"/>
                  <a:gd name="T24" fmla="*/ 90 w 170"/>
                  <a:gd name="T25" fmla="*/ 5 h 283"/>
                  <a:gd name="T26" fmla="*/ 110 w 170"/>
                  <a:gd name="T27" fmla="*/ 14 h 283"/>
                  <a:gd name="T28" fmla="*/ 128 w 170"/>
                  <a:gd name="T29" fmla="*/ 26 h 283"/>
                  <a:gd name="T30" fmla="*/ 143 w 170"/>
                  <a:gd name="T31" fmla="*/ 42 h 283"/>
                  <a:gd name="T32" fmla="*/ 155 w 170"/>
                  <a:gd name="T33" fmla="*/ 59 h 283"/>
                  <a:gd name="T34" fmla="*/ 164 w 170"/>
                  <a:gd name="T35" fmla="*/ 80 h 283"/>
                  <a:gd name="T36" fmla="*/ 169 w 170"/>
                  <a:gd name="T37" fmla="*/ 101 h 283"/>
                  <a:gd name="T38" fmla="*/ 170 w 170"/>
                  <a:gd name="T39" fmla="*/ 170 h 283"/>
                  <a:gd name="T40" fmla="*/ 169 w 170"/>
                  <a:gd name="T41" fmla="*/ 182 h 283"/>
                  <a:gd name="T42" fmla="*/ 164 w 170"/>
                  <a:gd name="T43" fmla="*/ 203 h 283"/>
                  <a:gd name="T44" fmla="*/ 155 w 170"/>
                  <a:gd name="T45" fmla="*/ 225 h 283"/>
                  <a:gd name="T46" fmla="*/ 143 w 170"/>
                  <a:gd name="T47" fmla="*/ 242 h 283"/>
                  <a:gd name="T48" fmla="*/ 128 w 170"/>
                  <a:gd name="T49" fmla="*/ 258 h 283"/>
                  <a:gd name="T50" fmla="*/ 110 w 170"/>
                  <a:gd name="T51" fmla="*/ 270 h 283"/>
                  <a:gd name="T52" fmla="*/ 90 w 170"/>
                  <a:gd name="T53" fmla="*/ 278 h 283"/>
                  <a:gd name="T54" fmla="*/ 68 w 170"/>
                  <a:gd name="T55" fmla="*/ 283 h 283"/>
                  <a:gd name="T56" fmla="*/ 56 w 170"/>
                  <a:gd name="T57" fmla="*/ 283 h 283"/>
                  <a:gd name="T58" fmla="*/ 56 w 170"/>
                  <a:gd name="T59" fmla="*/ 227 h 283"/>
                  <a:gd name="T60" fmla="*/ 68 w 170"/>
                  <a:gd name="T61" fmla="*/ 226 h 283"/>
                  <a:gd name="T62" fmla="*/ 88 w 170"/>
                  <a:gd name="T63" fmla="*/ 218 h 283"/>
                  <a:gd name="T64" fmla="*/ 103 w 170"/>
                  <a:gd name="T65" fmla="*/ 201 h 283"/>
                  <a:gd name="T66" fmla="*/ 112 w 170"/>
                  <a:gd name="T67" fmla="*/ 181 h 283"/>
                  <a:gd name="T68" fmla="*/ 113 w 170"/>
                  <a:gd name="T69" fmla="*/ 114 h 283"/>
                  <a:gd name="T70" fmla="*/ 112 w 170"/>
                  <a:gd name="T71" fmla="*/ 102 h 283"/>
                  <a:gd name="T72" fmla="*/ 103 w 170"/>
                  <a:gd name="T73" fmla="*/ 82 h 283"/>
                  <a:gd name="T74" fmla="*/ 88 w 170"/>
                  <a:gd name="T75" fmla="*/ 66 h 283"/>
                  <a:gd name="T76" fmla="*/ 68 w 170"/>
                  <a:gd name="T77" fmla="*/ 58 h 283"/>
                  <a:gd name="T78" fmla="*/ 56 w 170"/>
                  <a:gd name="T79" fmla="*/ 57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0" h="283">
                    <a:moveTo>
                      <a:pt x="56" y="283"/>
                    </a:moveTo>
                    <a:lnTo>
                      <a:pt x="28" y="283"/>
                    </a:lnTo>
                    <a:lnTo>
                      <a:pt x="28" y="283"/>
                    </a:lnTo>
                    <a:lnTo>
                      <a:pt x="22" y="283"/>
                    </a:lnTo>
                    <a:lnTo>
                      <a:pt x="17" y="281"/>
                    </a:lnTo>
                    <a:lnTo>
                      <a:pt x="12" y="279"/>
                    </a:lnTo>
                    <a:lnTo>
                      <a:pt x="8" y="275"/>
                    </a:lnTo>
                    <a:lnTo>
                      <a:pt x="4" y="271"/>
                    </a:lnTo>
                    <a:lnTo>
                      <a:pt x="2" y="266"/>
                    </a:lnTo>
                    <a:lnTo>
                      <a:pt x="0" y="261"/>
                    </a:lnTo>
                    <a:lnTo>
                      <a:pt x="0" y="255"/>
                    </a:lnTo>
                    <a:lnTo>
                      <a:pt x="0" y="29"/>
                    </a:lnTo>
                    <a:lnTo>
                      <a:pt x="0" y="29"/>
                    </a:lnTo>
                    <a:lnTo>
                      <a:pt x="0" y="23"/>
                    </a:lnTo>
                    <a:lnTo>
                      <a:pt x="2" y="18"/>
                    </a:lnTo>
                    <a:lnTo>
                      <a:pt x="4" y="13"/>
                    </a:lnTo>
                    <a:lnTo>
                      <a:pt x="8" y="9"/>
                    </a:lnTo>
                    <a:lnTo>
                      <a:pt x="12" y="4"/>
                    </a:lnTo>
                    <a:lnTo>
                      <a:pt x="17" y="2"/>
                    </a:lnTo>
                    <a:lnTo>
                      <a:pt x="22" y="0"/>
                    </a:lnTo>
                    <a:lnTo>
                      <a:pt x="28" y="0"/>
                    </a:lnTo>
                    <a:lnTo>
                      <a:pt x="56" y="0"/>
                    </a:lnTo>
                    <a:lnTo>
                      <a:pt x="56" y="0"/>
                    </a:lnTo>
                    <a:lnTo>
                      <a:pt x="68" y="0"/>
                    </a:lnTo>
                    <a:lnTo>
                      <a:pt x="79" y="2"/>
                    </a:lnTo>
                    <a:lnTo>
                      <a:pt x="90" y="5"/>
                    </a:lnTo>
                    <a:lnTo>
                      <a:pt x="100" y="10"/>
                    </a:lnTo>
                    <a:lnTo>
                      <a:pt x="110" y="14"/>
                    </a:lnTo>
                    <a:lnTo>
                      <a:pt x="119" y="20"/>
                    </a:lnTo>
                    <a:lnTo>
                      <a:pt x="128" y="26"/>
                    </a:lnTo>
                    <a:lnTo>
                      <a:pt x="136" y="34"/>
                    </a:lnTo>
                    <a:lnTo>
                      <a:pt x="143" y="42"/>
                    </a:lnTo>
                    <a:lnTo>
                      <a:pt x="150" y="50"/>
                    </a:lnTo>
                    <a:lnTo>
                      <a:pt x="155" y="59"/>
                    </a:lnTo>
                    <a:lnTo>
                      <a:pt x="160" y="69"/>
                    </a:lnTo>
                    <a:lnTo>
                      <a:pt x="164" y="80"/>
                    </a:lnTo>
                    <a:lnTo>
                      <a:pt x="168" y="90"/>
                    </a:lnTo>
                    <a:lnTo>
                      <a:pt x="169" y="101"/>
                    </a:lnTo>
                    <a:lnTo>
                      <a:pt x="170" y="114"/>
                    </a:lnTo>
                    <a:lnTo>
                      <a:pt x="170" y="170"/>
                    </a:lnTo>
                    <a:lnTo>
                      <a:pt x="170" y="170"/>
                    </a:lnTo>
                    <a:lnTo>
                      <a:pt x="169" y="182"/>
                    </a:lnTo>
                    <a:lnTo>
                      <a:pt x="168" y="193"/>
                    </a:lnTo>
                    <a:lnTo>
                      <a:pt x="164" y="203"/>
                    </a:lnTo>
                    <a:lnTo>
                      <a:pt x="160" y="215"/>
                    </a:lnTo>
                    <a:lnTo>
                      <a:pt x="155" y="225"/>
                    </a:lnTo>
                    <a:lnTo>
                      <a:pt x="150" y="234"/>
                    </a:lnTo>
                    <a:lnTo>
                      <a:pt x="143" y="242"/>
                    </a:lnTo>
                    <a:lnTo>
                      <a:pt x="136" y="250"/>
                    </a:lnTo>
                    <a:lnTo>
                      <a:pt x="128" y="258"/>
                    </a:lnTo>
                    <a:lnTo>
                      <a:pt x="119" y="264"/>
                    </a:lnTo>
                    <a:lnTo>
                      <a:pt x="110" y="270"/>
                    </a:lnTo>
                    <a:lnTo>
                      <a:pt x="100" y="274"/>
                    </a:lnTo>
                    <a:lnTo>
                      <a:pt x="90" y="278"/>
                    </a:lnTo>
                    <a:lnTo>
                      <a:pt x="79" y="281"/>
                    </a:lnTo>
                    <a:lnTo>
                      <a:pt x="68" y="283"/>
                    </a:lnTo>
                    <a:lnTo>
                      <a:pt x="56" y="283"/>
                    </a:lnTo>
                    <a:lnTo>
                      <a:pt x="56" y="283"/>
                    </a:lnTo>
                    <a:close/>
                    <a:moveTo>
                      <a:pt x="56" y="57"/>
                    </a:moveTo>
                    <a:lnTo>
                      <a:pt x="56" y="227"/>
                    </a:lnTo>
                    <a:lnTo>
                      <a:pt x="56" y="227"/>
                    </a:lnTo>
                    <a:lnTo>
                      <a:pt x="68" y="226"/>
                    </a:lnTo>
                    <a:lnTo>
                      <a:pt x="79" y="223"/>
                    </a:lnTo>
                    <a:lnTo>
                      <a:pt x="88" y="218"/>
                    </a:lnTo>
                    <a:lnTo>
                      <a:pt x="96" y="211"/>
                    </a:lnTo>
                    <a:lnTo>
                      <a:pt x="103" y="201"/>
                    </a:lnTo>
                    <a:lnTo>
                      <a:pt x="108" y="192"/>
                    </a:lnTo>
                    <a:lnTo>
                      <a:pt x="112" y="181"/>
                    </a:lnTo>
                    <a:lnTo>
                      <a:pt x="113" y="170"/>
                    </a:lnTo>
                    <a:lnTo>
                      <a:pt x="113" y="114"/>
                    </a:lnTo>
                    <a:lnTo>
                      <a:pt x="113" y="114"/>
                    </a:lnTo>
                    <a:lnTo>
                      <a:pt x="112" y="102"/>
                    </a:lnTo>
                    <a:lnTo>
                      <a:pt x="108" y="91"/>
                    </a:lnTo>
                    <a:lnTo>
                      <a:pt x="103" y="82"/>
                    </a:lnTo>
                    <a:lnTo>
                      <a:pt x="96" y="73"/>
                    </a:lnTo>
                    <a:lnTo>
                      <a:pt x="88" y="66"/>
                    </a:lnTo>
                    <a:lnTo>
                      <a:pt x="79" y="61"/>
                    </a:lnTo>
                    <a:lnTo>
                      <a:pt x="68" y="58"/>
                    </a:lnTo>
                    <a:lnTo>
                      <a:pt x="56" y="57"/>
                    </a:lnTo>
                    <a:lnTo>
                      <a:pt x="56"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7">
                <a:extLst>
                  <a:ext uri="{FF2B5EF4-FFF2-40B4-BE49-F238E27FC236}">
                    <a16:creationId xmlns:a16="http://schemas.microsoft.com/office/drawing/2014/main" id="{8C2E1756-BC57-BB9E-862D-12EF63030650}"/>
                  </a:ext>
                </a:extLst>
              </p:cNvPr>
              <p:cNvSpPr>
                <a:spLocks noEditPoints="1"/>
              </p:cNvSpPr>
              <p:nvPr/>
            </p:nvSpPr>
            <p:spPr bwMode="auto">
              <a:xfrm>
                <a:off x="2676525" y="2919413"/>
                <a:ext cx="330200" cy="254000"/>
              </a:xfrm>
              <a:custGeom>
                <a:avLst/>
                <a:gdLst>
                  <a:gd name="T0" fmla="*/ 1213 w 1247"/>
                  <a:gd name="T1" fmla="*/ 963 h 964"/>
                  <a:gd name="T2" fmla="*/ 1154 w 1247"/>
                  <a:gd name="T3" fmla="*/ 937 h 964"/>
                  <a:gd name="T4" fmla="*/ 985 w 1247"/>
                  <a:gd name="T5" fmla="*/ 863 h 964"/>
                  <a:gd name="T6" fmla="*/ 845 w 1247"/>
                  <a:gd name="T7" fmla="*/ 813 h 964"/>
                  <a:gd name="T8" fmla="*/ 685 w 1247"/>
                  <a:gd name="T9" fmla="*/ 773 h 964"/>
                  <a:gd name="T10" fmla="*/ 491 w 1247"/>
                  <a:gd name="T11" fmla="*/ 746 h 964"/>
                  <a:gd name="T12" fmla="*/ 256 w 1247"/>
                  <a:gd name="T13" fmla="*/ 737 h 964"/>
                  <a:gd name="T14" fmla="*/ 178 w 1247"/>
                  <a:gd name="T15" fmla="*/ 736 h 964"/>
                  <a:gd name="T16" fmla="*/ 121 w 1247"/>
                  <a:gd name="T17" fmla="*/ 721 h 964"/>
                  <a:gd name="T18" fmla="*/ 73 w 1247"/>
                  <a:gd name="T19" fmla="*/ 692 h 964"/>
                  <a:gd name="T20" fmla="*/ 34 w 1247"/>
                  <a:gd name="T21" fmla="*/ 649 h 964"/>
                  <a:gd name="T22" fmla="*/ 9 w 1247"/>
                  <a:gd name="T23" fmla="*/ 597 h 964"/>
                  <a:gd name="T24" fmla="*/ 0 w 1247"/>
                  <a:gd name="T25" fmla="*/ 538 h 964"/>
                  <a:gd name="T26" fmla="*/ 1 w 1247"/>
                  <a:gd name="T27" fmla="*/ 405 h 964"/>
                  <a:gd name="T28" fmla="*/ 15 w 1247"/>
                  <a:gd name="T29" fmla="*/ 349 h 964"/>
                  <a:gd name="T30" fmla="*/ 45 w 1247"/>
                  <a:gd name="T31" fmla="*/ 299 h 964"/>
                  <a:gd name="T32" fmla="*/ 88 w 1247"/>
                  <a:gd name="T33" fmla="*/ 261 h 964"/>
                  <a:gd name="T34" fmla="*/ 139 w 1247"/>
                  <a:gd name="T35" fmla="*/ 235 h 964"/>
                  <a:gd name="T36" fmla="*/ 198 w 1247"/>
                  <a:gd name="T37" fmla="*/ 226 h 964"/>
                  <a:gd name="T38" fmla="*/ 339 w 1247"/>
                  <a:gd name="T39" fmla="*/ 225 h 964"/>
                  <a:gd name="T40" fmla="*/ 560 w 1247"/>
                  <a:gd name="T41" fmla="*/ 210 h 964"/>
                  <a:gd name="T42" fmla="*/ 741 w 1247"/>
                  <a:gd name="T43" fmla="*/ 179 h 964"/>
                  <a:gd name="T44" fmla="*/ 894 w 1247"/>
                  <a:gd name="T45" fmla="*/ 135 h 964"/>
                  <a:gd name="T46" fmla="*/ 1028 w 1247"/>
                  <a:gd name="T47" fmla="*/ 83 h 964"/>
                  <a:gd name="T48" fmla="*/ 1207 w 1247"/>
                  <a:gd name="T49" fmla="*/ 2 h 964"/>
                  <a:gd name="T50" fmla="*/ 1221 w 1247"/>
                  <a:gd name="T51" fmla="*/ 0 h 964"/>
                  <a:gd name="T52" fmla="*/ 1234 w 1247"/>
                  <a:gd name="T53" fmla="*/ 4 h 964"/>
                  <a:gd name="T54" fmla="*/ 1246 w 1247"/>
                  <a:gd name="T55" fmla="*/ 21 h 964"/>
                  <a:gd name="T56" fmla="*/ 1247 w 1247"/>
                  <a:gd name="T57" fmla="*/ 935 h 964"/>
                  <a:gd name="T58" fmla="*/ 1239 w 1247"/>
                  <a:gd name="T59" fmla="*/ 954 h 964"/>
                  <a:gd name="T60" fmla="*/ 1226 w 1247"/>
                  <a:gd name="T61" fmla="*/ 963 h 964"/>
                  <a:gd name="T62" fmla="*/ 198 w 1247"/>
                  <a:gd name="T63" fmla="*/ 284 h 964"/>
                  <a:gd name="T64" fmla="*/ 170 w 1247"/>
                  <a:gd name="T65" fmla="*/ 286 h 964"/>
                  <a:gd name="T66" fmla="*/ 131 w 1247"/>
                  <a:gd name="T67" fmla="*/ 301 h 964"/>
                  <a:gd name="T68" fmla="*/ 98 w 1247"/>
                  <a:gd name="T69" fmla="*/ 325 h 964"/>
                  <a:gd name="T70" fmla="*/ 74 w 1247"/>
                  <a:gd name="T71" fmla="*/ 358 h 964"/>
                  <a:gd name="T72" fmla="*/ 60 w 1247"/>
                  <a:gd name="T73" fmla="*/ 397 h 964"/>
                  <a:gd name="T74" fmla="*/ 57 w 1247"/>
                  <a:gd name="T75" fmla="*/ 538 h 964"/>
                  <a:gd name="T76" fmla="*/ 60 w 1247"/>
                  <a:gd name="T77" fmla="*/ 567 h 964"/>
                  <a:gd name="T78" fmla="*/ 74 w 1247"/>
                  <a:gd name="T79" fmla="*/ 606 h 964"/>
                  <a:gd name="T80" fmla="*/ 98 w 1247"/>
                  <a:gd name="T81" fmla="*/ 638 h 964"/>
                  <a:gd name="T82" fmla="*/ 131 w 1247"/>
                  <a:gd name="T83" fmla="*/ 663 h 964"/>
                  <a:gd name="T84" fmla="*/ 170 w 1247"/>
                  <a:gd name="T85" fmla="*/ 678 h 964"/>
                  <a:gd name="T86" fmla="*/ 256 w 1247"/>
                  <a:gd name="T87" fmla="*/ 680 h 964"/>
                  <a:gd name="T88" fmla="*/ 422 w 1247"/>
                  <a:gd name="T89" fmla="*/ 685 h 964"/>
                  <a:gd name="T90" fmla="*/ 634 w 1247"/>
                  <a:gd name="T91" fmla="*/ 707 h 964"/>
                  <a:gd name="T92" fmla="*/ 809 w 1247"/>
                  <a:gd name="T93" fmla="*/ 743 h 964"/>
                  <a:gd name="T94" fmla="*/ 959 w 1247"/>
                  <a:gd name="T95" fmla="*/ 791 h 964"/>
                  <a:gd name="T96" fmla="*/ 1092 w 1247"/>
                  <a:gd name="T97" fmla="*/ 846 h 964"/>
                  <a:gd name="T98" fmla="*/ 1191 w 1247"/>
                  <a:gd name="T99" fmla="*/ 73 h 964"/>
                  <a:gd name="T100" fmla="*/ 1092 w 1247"/>
                  <a:gd name="T101" fmla="*/ 117 h 964"/>
                  <a:gd name="T102" fmla="*/ 959 w 1247"/>
                  <a:gd name="T103" fmla="*/ 173 h 964"/>
                  <a:gd name="T104" fmla="*/ 809 w 1247"/>
                  <a:gd name="T105" fmla="*/ 220 h 964"/>
                  <a:gd name="T106" fmla="*/ 634 w 1247"/>
                  <a:gd name="T107" fmla="*/ 257 h 964"/>
                  <a:gd name="T108" fmla="*/ 422 w 1247"/>
                  <a:gd name="T109" fmla="*/ 279 h 964"/>
                  <a:gd name="T110" fmla="*/ 198 w 1247"/>
                  <a:gd name="T111" fmla="*/ 28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47" h="964">
                    <a:moveTo>
                      <a:pt x="1219" y="964"/>
                    </a:moveTo>
                    <a:lnTo>
                      <a:pt x="1219" y="964"/>
                    </a:lnTo>
                    <a:lnTo>
                      <a:pt x="1213" y="963"/>
                    </a:lnTo>
                    <a:lnTo>
                      <a:pt x="1207" y="962"/>
                    </a:lnTo>
                    <a:lnTo>
                      <a:pt x="1154" y="937"/>
                    </a:lnTo>
                    <a:lnTo>
                      <a:pt x="1154" y="937"/>
                    </a:lnTo>
                    <a:lnTo>
                      <a:pt x="1071" y="899"/>
                    </a:lnTo>
                    <a:lnTo>
                      <a:pt x="1028" y="881"/>
                    </a:lnTo>
                    <a:lnTo>
                      <a:pt x="985" y="863"/>
                    </a:lnTo>
                    <a:lnTo>
                      <a:pt x="940" y="845"/>
                    </a:lnTo>
                    <a:lnTo>
                      <a:pt x="894" y="828"/>
                    </a:lnTo>
                    <a:lnTo>
                      <a:pt x="845" y="813"/>
                    </a:lnTo>
                    <a:lnTo>
                      <a:pt x="795" y="798"/>
                    </a:lnTo>
                    <a:lnTo>
                      <a:pt x="741" y="785"/>
                    </a:lnTo>
                    <a:lnTo>
                      <a:pt x="685" y="773"/>
                    </a:lnTo>
                    <a:lnTo>
                      <a:pt x="624" y="763"/>
                    </a:lnTo>
                    <a:lnTo>
                      <a:pt x="560" y="753"/>
                    </a:lnTo>
                    <a:lnTo>
                      <a:pt x="491" y="746"/>
                    </a:lnTo>
                    <a:lnTo>
                      <a:pt x="418" y="741"/>
                    </a:lnTo>
                    <a:lnTo>
                      <a:pt x="339" y="738"/>
                    </a:lnTo>
                    <a:lnTo>
                      <a:pt x="256" y="737"/>
                    </a:lnTo>
                    <a:lnTo>
                      <a:pt x="198" y="737"/>
                    </a:lnTo>
                    <a:lnTo>
                      <a:pt x="198" y="737"/>
                    </a:lnTo>
                    <a:lnTo>
                      <a:pt x="178" y="736"/>
                    </a:lnTo>
                    <a:lnTo>
                      <a:pt x="159" y="733"/>
                    </a:lnTo>
                    <a:lnTo>
                      <a:pt x="139" y="728"/>
                    </a:lnTo>
                    <a:lnTo>
                      <a:pt x="121" y="721"/>
                    </a:lnTo>
                    <a:lnTo>
                      <a:pt x="104" y="713"/>
                    </a:lnTo>
                    <a:lnTo>
                      <a:pt x="88" y="703"/>
                    </a:lnTo>
                    <a:lnTo>
                      <a:pt x="73" y="692"/>
                    </a:lnTo>
                    <a:lnTo>
                      <a:pt x="59" y="679"/>
                    </a:lnTo>
                    <a:lnTo>
                      <a:pt x="45" y="665"/>
                    </a:lnTo>
                    <a:lnTo>
                      <a:pt x="34" y="649"/>
                    </a:lnTo>
                    <a:lnTo>
                      <a:pt x="24" y="633"/>
                    </a:lnTo>
                    <a:lnTo>
                      <a:pt x="15" y="616"/>
                    </a:lnTo>
                    <a:lnTo>
                      <a:pt x="9" y="597"/>
                    </a:lnTo>
                    <a:lnTo>
                      <a:pt x="4" y="579"/>
                    </a:lnTo>
                    <a:lnTo>
                      <a:pt x="1" y="559"/>
                    </a:lnTo>
                    <a:lnTo>
                      <a:pt x="0" y="538"/>
                    </a:lnTo>
                    <a:lnTo>
                      <a:pt x="0" y="425"/>
                    </a:lnTo>
                    <a:lnTo>
                      <a:pt x="0" y="425"/>
                    </a:lnTo>
                    <a:lnTo>
                      <a:pt x="1" y="405"/>
                    </a:lnTo>
                    <a:lnTo>
                      <a:pt x="4" y="385"/>
                    </a:lnTo>
                    <a:lnTo>
                      <a:pt x="9" y="367"/>
                    </a:lnTo>
                    <a:lnTo>
                      <a:pt x="15" y="349"/>
                    </a:lnTo>
                    <a:lnTo>
                      <a:pt x="24" y="330"/>
                    </a:lnTo>
                    <a:lnTo>
                      <a:pt x="34" y="314"/>
                    </a:lnTo>
                    <a:lnTo>
                      <a:pt x="45" y="299"/>
                    </a:lnTo>
                    <a:lnTo>
                      <a:pt x="59" y="285"/>
                    </a:lnTo>
                    <a:lnTo>
                      <a:pt x="73" y="272"/>
                    </a:lnTo>
                    <a:lnTo>
                      <a:pt x="88" y="261"/>
                    </a:lnTo>
                    <a:lnTo>
                      <a:pt x="104" y="251"/>
                    </a:lnTo>
                    <a:lnTo>
                      <a:pt x="121" y="242"/>
                    </a:lnTo>
                    <a:lnTo>
                      <a:pt x="139" y="235"/>
                    </a:lnTo>
                    <a:lnTo>
                      <a:pt x="159" y="230"/>
                    </a:lnTo>
                    <a:lnTo>
                      <a:pt x="178" y="227"/>
                    </a:lnTo>
                    <a:lnTo>
                      <a:pt x="198" y="226"/>
                    </a:lnTo>
                    <a:lnTo>
                      <a:pt x="256" y="226"/>
                    </a:lnTo>
                    <a:lnTo>
                      <a:pt x="256" y="226"/>
                    </a:lnTo>
                    <a:lnTo>
                      <a:pt x="339" y="225"/>
                    </a:lnTo>
                    <a:lnTo>
                      <a:pt x="418" y="222"/>
                    </a:lnTo>
                    <a:lnTo>
                      <a:pt x="491" y="217"/>
                    </a:lnTo>
                    <a:lnTo>
                      <a:pt x="560" y="210"/>
                    </a:lnTo>
                    <a:lnTo>
                      <a:pt x="624" y="201"/>
                    </a:lnTo>
                    <a:lnTo>
                      <a:pt x="685" y="191"/>
                    </a:lnTo>
                    <a:lnTo>
                      <a:pt x="741" y="179"/>
                    </a:lnTo>
                    <a:lnTo>
                      <a:pt x="795" y="166"/>
                    </a:lnTo>
                    <a:lnTo>
                      <a:pt x="845" y="151"/>
                    </a:lnTo>
                    <a:lnTo>
                      <a:pt x="894" y="135"/>
                    </a:lnTo>
                    <a:lnTo>
                      <a:pt x="940" y="118"/>
                    </a:lnTo>
                    <a:lnTo>
                      <a:pt x="985" y="101"/>
                    </a:lnTo>
                    <a:lnTo>
                      <a:pt x="1028" y="83"/>
                    </a:lnTo>
                    <a:lnTo>
                      <a:pt x="1071" y="65"/>
                    </a:lnTo>
                    <a:lnTo>
                      <a:pt x="1154" y="26"/>
                    </a:lnTo>
                    <a:lnTo>
                      <a:pt x="1207" y="2"/>
                    </a:lnTo>
                    <a:lnTo>
                      <a:pt x="1207" y="2"/>
                    </a:lnTo>
                    <a:lnTo>
                      <a:pt x="1214" y="0"/>
                    </a:lnTo>
                    <a:lnTo>
                      <a:pt x="1221" y="0"/>
                    </a:lnTo>
                    <a:lnTo>
                      <a:pt x="1227" y="1"/>
                    </a:lnTo>
                    <a:lnTo>
                      <a:pt x="1234" y="4"/>
                    </a:lnTo>
                    <a:lnTo>
                      <a:pt x="1234" y="4"/>
                    </a:lnTo>
                    <a:lnTo>
                      <a:pt x="1239" y="9"/>
                    </a:lnTo>
                    <a:lnTo>
                      <a:pt x="1243" y="15"/>
                    </a:lnTo>
                    <a:lnTo>
                      <a:pt x="1246" y="21"/>
                    </a:lnTo>
                    <a:lnTo>
                      <a:pt x="1247" y="28"/>
                    </a:lnTo>
                    <a:lnTo>
                      <a:pt x="1247" y="935"/>
                    </a:lnTo>
                    <a:lnTo>
                      <a:pt x="1247" y="935"/>
                    </a:lnTo>
                    <a:lnTo>
                      <a:pt x="1246" y="942"/>
                    </a:lnTo>
                    <a:lnTo>
                      <a:pt x="1243" y="948"/>
                    </a:lnTo>
                    <a:lnTo>
                      <a:pt x="1239" y="954"/>
                    </a:lnTo>
                    <a:lnTo>
                      <a:pt x="1234" y="960"/>
                    </a:lnTo>
                    <a:lnTo>
                      <a:pt x="1234" y="960"/>
                    </a:lnTo>
                    <a:lnTo>
                      <a:pt x="1226" y="963"/>
                    </a:lnTo>
                    <a:lnTo>
                      <a:pt x="1219" y="964"/>
                    </a:lnTo>
                    <a:lnTo>
                      <a:pt x="1219" y="964"/>
                    </a:lnTo>
                    <a:close/>
                    <a:moveTo>
                      <a:pt x="198" y="284"/>
                    </a:moveTo>
                    <a:lnTo>
                      <a:pt x="198" y="284"/>
                    </a:lnTo>
                    <a:lnTo>
                      <a:pt x="184" y="284"/>
                    </a:lnTo>
                    <a:lnTo>
                      <a:pt x="170" y="286"/>
                    </a:lnTo>
                    <a:lnTo>
                      <a:pt x="157" y="290"/>
                    </a:lnTo>
                    <a:lnTo>
                      <a:pt x="143" y="295"/>
                    </a:lnTo>
                    <a:lnTo>
                      <a:pt x="131" y="301"/>
                    </a:lnTo>
                    <a:lnTo>
                      <a:pt x="119" y="308"/>
                    </a:lnTo>
                    <a:lnTo>
                      <a:pt x="108" y="316"/>
                    </a:lnTo>
                    <a:lnTo>
                      <a:pt x="98" y="325"/>
                    </a:lnTo>
                    <a:lnTo>
                      <a:pt x="89" y="335"/>
                    </a:lnTo>
                    <a:lnTo>
                      <a:pt x="81" y="345"/>
                    </a:lnTo>
                    <a:lnTo>
                      <a:pt x="74" y="358"/>
                    </a:lnTo>
                    <a:lnTo>
                      <a:pt x="68" y="370"/>
                    </a:lnTo>
                    <a:lnTo>
                      <a:pt x="63" y="383"/>
                    </a:lnTo>
                    <a:lnTo>
                      <a:pt x="60" y="397"/>
                    </a:lnTo>
                    <a:lnTo>
                      <a:pt x="58" y="411"/>
                    </a:lnTo>
                    <a:lnTo>
                      <a:pt x="57" y="425"/>
                    </a:lnTo>
                    <a:lnTo>
                      <a:pt x="57" y="538"/>
                    </a:lnTo>
                    <a:lnTo>
                      <a:pt x="57" y="538"/>
                    </a:lnTo>
                    <a:lnTo>
                      <a:pt x="58" y="553"/>
                    </a:lnTo>
                    <a:lnTo>
                      <a:pt x="60" y="567"/>
                    </a:lnTo>
                    <a:lnTo>
                      <a:pt x="63" y="581"/>
                    </a:lnTo>
                    <a:lnTo>
                      <a:pt x="68" y="594"/>
                    </a:lnTo>
                    <a:lnTo>
                      <a:pt x="74" y="606"/>
                    </a:lnTo>
                    <a:lnTo>
                      <a:pt x="81" y="618"/>
                    </a:lnTo>
                    <a:lnTo>
                      <a:pt x="89" y="628"/>
                    </a:lnTo>
                    <a:lnTo>
                      <a:pt x="98" y="638"/>
                    </a:lnTo>
                    <a:lnTo>
                      <a:pt x="108" y="647"/>
                    </a:lnTo>
                    <a:lnTo>
                      <a:pt x="119" y="656"/>
                    </a:lnTo>
                    <a:lnTo>
                      <a:pt x="131" y="663"/>
                    </a:lnTo>
                    <a:lnTo>
                      <a:pt x="143" y="669"/>
                    </a:lnTo>
                    <a:lnTo>
                      <a:pt x="157" y="674"/>
                    </a:lnTo>
                    <a:lnTo>
                      <a:pt x="170" y="678"/>
                    </a:lnTo>
                    <a:lnTo>
                      <a:pt x="184" y="680"/>
                    </a:lnTo>
                    <a:lnTo>
                      <a:pt x="198" y="680"/>
                    </a:lnTo>
                    <a:lnTo>
                      <a:pt x="256" y="680"/>
                    </a:lnTo>
                    <a:lnTo>
                      <a:pt x="256" y="680"/>
                    </a:lnTo>
                    <a:lnTo>
                      <a:pt x="341" y="682"/>
                    </a:lnTo>
                    <a:lnTo>
                      <a:pt x="422" y="685"/>
                    </a:lnTo>
                    <a:lnTo>
                      <a:pt x="498" y="690"/>
                    </a:lnTo>
                    <a:lnTo>
                      <a:pt x="569" y="697"/>
                    </a:lnTo>
                    <a:lnTo>
                      <a:pt x="634" y="707"/>
                    </a:lnTo>
                    <a:lnTo>
                      <a:pt x="696" y="717"/>
                    </a:lnTo>
                    <a:lnTo>
                      <a:pt x="755" y="729"/>
                    </a:lnTo>
                    <a:lnTo>
                      <a:pt x="809" y="743"/>
                    </a:lnTo>
                    <a:lnTo>
                      <a:pt x="862" y="759"/>
                    </a:lnTo>
                    <a:lnTo>
                      <a:pt x="911" y="774"/>
                    </a:lnTo>
                    <a:lnTo>
                      <a:pt x="959" y="791"/>
                    </a:lnTo>
                    <a:lnTo>
                      <a:pt x="1004" y="809"/>
                    </a:lnTo>
                    <a:lnTo>
                      <a:pt x="1048" y="827"/>
                    </a:lnTo>
                    <a:lnTo>
                      <a:pt x="1092" y="846"/>
                    </a:lnTo>
                    <a:lnTo>
                      <a:pt x="1179" y="886"/>
                    </a:lnTo>
                    <a:lnTo>
                      <a:pt x="1191" y="891"/>
                    </a:lnTo>
                    <a:lnTo>
                      <a:pt x="1191" y="73"/>
                    </a:lnTo>
                    <a:lnTo>
                      <a:pt x="1178" y="78"/>
                    </a:lnTo>
                    <a:lnTo>
                      <a:pt x="1178" y="78"/>
                    </a:lnTo>
                    <a:lnTo>
                      <a:pt x="1092" y="117"/>
                    </a:lnTo>
                    <a:lnTo>
                      <a:pt x="1048" y="136"/>
                    </a:lnTo>
                    <a:lnTo>
                      <a:pt x="1004" y="155"/>
                    </a:lnTo>
                    <a:lnTo>
                      <a:pt x="959" y="173"/>
                    </a:lnTo>
                    <a:lnTo>
                      <a:pt x="911" y="190"/>
                    </a:lnTo>
                    <a:lnTo>
                      <a:pt x="862" y="205"/>
                    </a:lnTo>
                    <a:lnTo>
                      <a:pt x="809" y="220"/>
                    </a:lnTo>
                    <a:lnTo>
                      <a:pt x="755" y="234"/>
                    </a:lnTo>
                    <a:lnTo>
                      <a:pt x="696" y="247"/>
                    </a:lnTo>
                    <a:lnTo>
                      <a:pt x="634" y="257"/>
                    </a:lnTo>
                    <a:lnTo>
                      <a:pt x="568" y="267"/>
                    </a:lnTo>
                    <a:lnTo>
                      <a:pt x="498" y="274"/>
                    </a:lnTo>
                    <a:lnTo>
                      <a:pt x="422" y="279"/>
                    </a:lnTo>
                    <a:lnTo>
                      <a:pt x="341" y="282"/>
                    </a:lnTo>
                    <a:lnTo>
                      <a:pt x="256" y="284"/>
                    </a:lnTo>
                    <a:lnTo>
                      <a:pt x="198" y="2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96" name="Group 195">
            <a:extLst>
              <a:ext uri="{FF2B5EF4-FFF2-40B4-BE49-F238E27FC236}">
                <a16:creationId xmlns:a16="http://schemas.microsoft.com/office/drawing/2014/main" id="{11FC0FBE-84F5-8B98-64FB-0C8B667B3FC8}"/>
              </a:ext>
            </a:extLst>
          </p:cNvPr>
          <p:cNvGrpSpPr/>
          <p:nvPr/>
        </p:nvGrpSpPr>
        <p:grpSpPr>
          <a:xfrm>
            <a:off x="5331929" y="4310726"/>
            <a:ext cx="1528146" cy="1677234"/>
            <a:chOff x="5331929" y="4310726"/>
            <a:chExt cx="1528146" cy="1677234"/>
          </a:xfrm>
        </p:grpSpPr>
        <p:sp>
          <p:nvSpPr>
            <p:cNvPr id="22" name="Sechseck 78">
              <a:extLst>
                <a:ext uri="{FF2B5EF4-FFF2-40B4-BE49-F238E27FC236}">
                  <a16:creationId xmlns:a16="http://schemas.microsoft.com/office/drawing/2014/main" id="{63ED2BDD-4799-1BFF-040D-105DCDE8C27C}"/>
                </a:ext>
              </a:extLst>
            </p:cNvPr>
            <p:cNvSpPr/>
            <p:nvPr/>
          </p:nvSpPr>
          <p:spPr>
            <a:xfrm rot="5400000">
              <a:off x="5257385" y="438527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49" name="Sechseck 10">
              <a:extLst>
                <a:ext uri="{FF2B5EF4-FFF2-40B4-BE49-F238E27FC236}">
                  <a16:creationId xmlns:a16="http://schemas.microsoft.com/office/drawing/2014/main" id="{A08DA2DA-E6F6-ECBD-1B62-EDBDC3351A11}"/>
                </a:ext>
              </a:extLst>
            </p:cNvPr>
            <p:cNvSpPr txBox="1"/>
            <p:nvPr/>
          </p:nvSpPr>
          <p:spPr>
            <a:xfrm>
              <a:off x="5332652" y="5306788"/>
              <a:ext cx="1440000" cy="193899"/>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33400">
                <a:lnSpc>
                  <a:spcPct val="90000"/>
                </a:lnSpc>
                <a:spcBef>
                  <a:spcPct val="0"/>
                </a:spcBef>
                <a:spcAft>
                  <a:spcPct val="35000"/>
                </a:spcAft>
                <a:buNone/>
              </a:pPr>
              <a:r>
                <a:rPr lang="de-DE" sz="1400" b="1" kern="1200" dirty="0">
                  <a:solidFill>
                    <a:schemeClr val="accent1"/>
                  </a:solidFill>
                </a:rPr>
                <a:t>Mobilität</a:t>
              </a:r>
            </a:p>
          </p:txBody>
        </p:sp>
        <p:sp>
          <p:nvSpPr>
            <p:cNvPr id="78" name="Sechseck 39">
              <a:extLst>
                <a:ext uri="{FF2B5EF4-FFF2-40B4-BE49-F238E27FC236}">
                  <a16:creationId xmlns:a16="http://schemas.microsoft.com/office/drawing/2014/main" id="{E848D8B2-7E09-7622-A791-4FD7CC9962E7}"/>
                </a:ext>
              </a:extLst>
            </p:cNvPr>
            <p:cNvSpPr/>
            <p:nvPr/>
          </p:nvSpPr>
          <p:spPr>
            <a:xfrm rot="5400000" flipH="1">
              <a:off x="5754511" y="444747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grpSp>
          <p:nvGrpSpPr>
            <p:cNvPr id="174" name="Group 105">
              <a:extLst>
                <a:ext uri="{FF2B5EF4-FFF2-40B4-BE49-F238E27FC236}">
                  <a16:creationId xmlns:a16="http://schemas.microsoft.com/office/drawing/2014/main" id="{41ACA809-8D69-1409-4988-2ACE627DD60C}"/>
                </a:ext>
              </a:extLst>
            </p:cNvPr>
            <p:cNvGrpSpPr/>
            <p:nvPr/>
          </p:nvGrpSpPr>
          <p:grpSpPr>
            <a:xfrm>
              <a:off x="5960033" y="4624856"/>
              <a:ext cx="271938" cy="270746"/>
              <a:chOff x="6288088" y="2165350"/>
              <a:chExt cx="361950" cy="360363"/>
            </a:xfrm>
            <a:solidFill>
              <a:schemeClr val="bg1"/>
            </a:solidFill>
          </p:grpSpPr>
          <p:sp>
            <p:nvSpPr>
              <p:cNvPr id="175" name="Freeform 5">
                <a:extLst>
                  <a:ext uri="{FF2B5EF4-FFF2-40B4-BE49-F238E27FC236}">
                    <a16:creationId xmlns:a16="http://schemas.microsoft.com/office/drawing/2014/main" id="{34B65C1F-308E-7D51-BFCA-DFE1DE35D893}"/>
                  </a:ext>
                </a:extLst>
              </p:cNvPr>
              <p:cNvSpPr>
                <a:spLocks/>
              </p:cNvSpPr>
              <p:nvPr/>
            </p:nvSpPr>
            <p:spPr bwMode="auto">
              <a:xfrm>
                <a:off x="6288088" y="2225675"/>
                <a:ext cx="180975" cy="300038"/>
              </a:xfrm>
              <a:custGeom>
                <a:avLst/>
                <a:gdLst>
                  <a:gd name="T0" fmla="*/ 141 w 682"/>
                  <a:gd name="T1" fmla="*/ 1137 h 1137"/>
                  <a:gd name="T2" fmla="*/ 100 w 682"/>
                  <a:gd name="T3" fmla="*/ 1131 h 1137"/>
                  <a:gd name="T4" fmla="*/ 62 w 682"/>
                  <a:gd name="T5" fmla="*/ 1113 h 1137"/>
                  <a:gd name="T6" fmla="*/ 32 w 682"/>
                  <a:gd name="T7" fmla="*/ 1086 h 1137"/>
                  <a:gd name="T8" fmla="*/ 11 w 682"/>
                  <a:gd name="T9" fmla="*/ 1051 h 1137"/>
                  <a:gd name="T10" fmla="*/ 0 w 682"/>
                  <a:gd name="T11" fmla="*/ 1010 h 1137"/>
                  <a:gd name="T12" fmla="*/ 0 w 682"/>
                  <a:gd name="T13" fmla="*/ 143 h 1137"/>
                  <a:gd name="T14" fmla="*/ 6 w 682"/>
                  <a:gd name="T15" fmla="*/ 100 h 1137"/>
                  <a:gd name="T16" fmla="*/ 24 w 682"/>
                  <a:gd name="T17" fmla="*/ 63 h 1137"/>
                  <a:gd name="T18" fmla="*/ 51 w 682"/>
                  <a:gd name="T19" fmla="*/ 33 h 1137"/>
                  <a:gd name="T20" fmla="*/ 87 w 682"/>
                  <a:gd name="T21" fmla="*/ 11 h 1137"/>
                  <a:gd name="T22" fmla="*/ 127 w 682"/>
                  <a:gd name="T23" fmla="*/ 1 h 1137"/>
                  <a:gd name="T24" fmla="*/ 312 w 682"/>
                  <a:gd name="T25" fmla="*/ 0 h 1137"/>
                  <a:gd name="T26" fmla="*/ 328 w 682"/>
                  <a:gd name="T27" fmla="*/ 5 h 1137"/>
                  <a:gd name="T28" fmla="*/ 338 w 682"/>
                  <a:gd name="T29" fmla="*/ 17 h 1137"/>
                  <a:gd name="T30" fmla="*/ 340 w 682"/>
                  <a:gd name="T31" fmla="*/ 29 h 1137"/>
                  <a:gd name="T32" fmla="*/ 336 w 682"/>
                  <a:gd name="T33" fmla="*/ 45 h 1137"/>
                  <a:gd name="T34" fmla="*/ 323 w 682"/>
                  <a:gd name="T35" fmla="*/ 55 h 1137"/>
                  <a:gd name="T36" fmla="*/ 141 w 682"/>
                  <a:gd name="T37" fmla="*/ 57 h 1137"/>
                  <a:gd name="T38" fmla="*/ 124 w 682"/>
                  <a:gd name="T39" fmla="*/ 59 h 1137"/>
                  <a:gd name="T40" fmla="*/ 101 w 682"/>
                  <a:gd name="T41" fmla="*/ 68 h 1137"/>
                  <a:gd name="T42" fmla="*/ 82 w 682"/>
                  <a:gd name="T43" fmla="*/ 82 h 1137"/>
                  <a:gd name="T44" fmla="*/ 66 w 682"/>
                  <a:gd name="T45" fmla="*/ 102 h 1137"/>
                  <a:gd name="T46" fmla="*/ 58 w 682"/>
                  <a:gd name="T47" fmla="*/ 125 h 1137"/>
                  <a:gd name="T48" fmla="*/ 56 w 682"/>
                  <a:gd name="T49" fmla="*/ 995 h 1137"/>
                  <a:gd name="T50" fmla="*/ 58 w 682"/>
                  <a:gd name="T51" fmla="*/ 1012 h 1137"/>
                  <a:gd name="T52" fmla="*/ 66 w 682"/>
                  <a:gd name="T53" fmla="*/ 1035 h 1137"/>
                  <a:gd name="T54" fmla="*/ 82 w 682"/>
                  <a:gd name="T55" fmla="*/ 1056 h 1137"/>
                  <a:gd name="T56" fmla="*/ 101 w 682"/>
                  <a:gd name="T57" fmla="*/ 1071 h 1137"/>
                  <a:gd name="T58" fmla="*/ 124 w 682"/>
                  <a:gd name="T59" fmla="*/ 1079 h 1137"/>
                  <a:gd name="T60" fmla="*/ 540 w 682"/>
                  <a:gd name="T61" fmla="*/ 1081 h 1137"/>
                  <a:gd name="T62" fmla="*/ 556 w 682"/>
                  <a:gd name="T63" fmla="*/ 1079 h 1137"/>
                  <a:gd name="T64" fmla="*/ 581 w 682"/>
                  <a:gd name="T65" fmla="*/ 1071 h 1137"/>
                  <a:gd name="T66" fmla="*/ 600 w 682"/>
                  <a:gd name="T67" fmla="*/ 1056 h 1137"/>
                  <a:gd name="T68" fmla="*/ 615 w 682"/>
                  <a:gd name="T69" fmla="*/ 1035 h 1137"/>
                  <a:gd name="T70" fmla="*/ 623 w 682"/>
                  <a:gd name="T71" fmla="*/ 1012 h 1137"/>
                  <a:gd name="T72" fmla="*/ 625 w 682"/>
                  <a:gd name="T73" fmla="*/ 597 h 1137"/>
                  <a:gd name="T74" fmla="*/ 627 w 682"/>
                  <a:gd name="T75" fmla="*/ 586 h 1137"/>
                  <a:gd name="T76" fmla="*/ 637 w 682"/>
                  <a:gd name="T77" fmla="*/ 574 h 1137"/>
                  <a:gd name="T78" fmla="*/ 653 w 682"/>
                  <a:gd name="T79" fmla="*/ 569 h 1137"/>
                  <a:gd name="T80" fmla="*/ 664 w 682"/>
                  <a:gd name="T81" fmla="*/ 571 h 1137"/>
                  <a:gd name="T82" fmla="*/ 676 w 682"/>
                  <a:gd name="T83" fmla="*/ 581 h 1137"/>
                  <a:gd name="T84" fmla="*/ 682 w 682"/>
                  <a:gd name="T85" fmla="*/ 597 h 1137"/>
                  <a:gd name="T86" fmla="*/ 682 w 682"/>
                  <a:gd name="T87" fmla="*/ 1010 h 1137"/>
                  <a:gd name="T88" fmla="*/ 670 w 682"/>
                  <a:gd name="T89" fmla="*/ 1051 h 1137"/>
                  <a:gd name="T90" fmla="*/ 649 w 682"/>
                  <a:gd name="T91" fmla="*/ 1086 h 1137"/>
                  <a:gd name="T92" fmla="*/ 619 w 682"/>
                  <a:gd name="T93" fmla="*/ 1113 h 1137"/>
                  <a:gd name="T94" fmla="*/ 582 w 682"/>
                  <a:gd name="T95" fmla="*/ 1131 h 1137"/>
                  <a:gd name="T96" fmla="*/ 540 w 682"/>
                  <a:gd name="T97" fmla="*/ 1137 h 1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2" h="1137">
                    <a:moveTo>
                      <a:pt x="540" y="1137"/>
                    </a:moveTo>
                    <a:lnTo>
                      <a:pt x="141" y="1137"/>
                    </a:lnTo>
                    <a:lnTo>
                      <a:pt x="141" y="1137"/>
                    </a:lnTo>
                    <a:lnTo>
                      <a:pt x="127" y="1136"/>
                    </a:lnTo>
                    <a:lnTo>
                      <a:pt x="113" y="1134"/>
                    </a:lnTo>
                    <a:lnTo>
                      <a:pt x="100" y="1131"/>
                    </a:lnTo>
                    <a:lnTo>
                      <a:pt x="87" y="1126"/>
                    </a:lnTo>
                    <a:lnTo>
                      <a:pt x="73" y="1120"/>
                    </a:lnTo>
                    <a:lnTo>
                      <a:pt x="62" y="1113"/>
                    </a:lnTo>
                    <a:lnTo>
                      <a:pt x="51" y="1105"/>
                    </a:lnTo>
                    <a:lnTo>
                      <a:pt x="41" y="1096"/>
                    </a:lnTo>
                    <a:lnTo>
                      <a:pt x="32" y="1086"/>
                    </a:lnTo>
                    <a:lnTo>
                      <a:pt x="24" y="1075"/>
                    </a:lnTo>
                    <a:lnTo>
                      <a:pt x="17" y="1063"/>
                    </a:lnTo>
                    <a:lnTo>
                      <a:pt x="11" y="1051"/>
                    </a:lnTo>
                    <a:lnTo>
                      <a:pt x="6" y="1037"/>
                    </a:lnTo>
                    <a:lnTo>
                      <a:pt x="3" y="1024"/>
                    </a:lnTo>
                    <a:lnTo>
                      <a:pt x="0" y="1010"/>
                    </a:lnTo>
                    <a:lnTo>
                      <a:pt x="0" y="995"/>
                    </a:lnTo>
                    <a:lnTo>
                      <a:pt x="0" y="143"/>
                    </a:lnTo>
                    <a:lnTo>
                      <a:pt x="0" y="143"/>
                    </a:lnTo>
                    <a:lnTo>
                      <a:pt x="0" y="127"/>
                    </a:lnTo>
                    <a:lnTo>
                      <a:pt x="3" y="113"/>
                    </a:lnTo>
                    <a:lnTo>
                      <a:pt x="6" y="100"/>
                    </a:lnTo>
                    <a:lnTo>
                      <a:pt x="11" y="87"/>
                    </a:lnTo>
                    <a:lnTo>
                      <a:pt x="17" y="75"/>
                    </a:lnTo>
                    <a:lnTo>
                      <a:pt x="24" y="63"/>
                    </a:lnTo>
                    <a:lnTo>
                      <a:pt x="32" y="52"/>
                    </a:lnTo>
                    <a:lnTo>
                      <a:pt x="41" y="42"/>
                    </a:lnTo>
                    <a:lnTo>
                      <a:pt x="51" y="33"/>
                    </a:lnTo>
                    <a:lnTo>
                      <a:pt x="62" y="24"/>
                    </a:lnTo>
                    <a:lnTo>
                      <a:pt x="73" y="17"/>
                    </a:lnTo>
                    <a:lnTo>
                      <a:pt x="87" y="11"/>
                    </a:lnTo>
                    <a:lnTo>
                      <a:pt x="100" y="6"/>
                    </a:lnTo>
                    <a:lnTo>
                      <a:pt x="113" y="3"/>
                    </a:lnTo>
                    <a:lnTo>
                      <a:pt x="127" y="1"/>
                    </a:lnTo>
                    <a:lnTo>
                      <a:pt x="141" y="0"/>
                    </a:lnTo>
                    <a:lnTo>
                      <a:pt x="312" y="0"/>
                    </a:lnTo>
                    <a:lnTo>
                      <a:pt x="312" y="0"/>
                    </a:lnTo>
                    <a:lnTo>
                      <a:pt x="318" y="1"/>
                    </a:lnTo>
                    <a:lnTo>
                      <a:pt x="323" y="2"/>
                    </a:lnTo>
                    <a:lnTo>
                      <a:pt x="328" y="5"/>
                    </a:lnTo>
                    <a:lnTo>
                      <a:pt x="332" y="8"/>
                    </a:lnTo>
                    <a:lnTo>
                      <a:pt x="336" y="12"/>
                    </a:lnTo>
                    <a:lnTo>
                      <a:pt x="338" y="17"/>
                    </a:lnTo>
                    <a:lnTo>
                      <a:pt x="340" y="22"/>
                    </a:lnTo>
                    <a:lnTo>
                      <a:pt x="340" y="29"/>
                    </a:lnTo>
                    <a:lnTo>
                      <a:pt x="340" y="29"/>
                    </a:lnTo>
                    <a:lnTo>
                      <a:pt x="340" y="35"/>
                    </a:lnTo>
                    <a:lnTo>
                      <a:pt x="338" y="40"/>
                    </a:lnTo>
                    <a:lnTo>
                      <a:pt x="336" y="45"/>
                    </a:lnTo>
                    <a:lnTo>
                      <a:pt x="332" y="49"/>
                    </a:lnTo>
                    <a:lnTo>
                      <a:pt x="328" y="52"/>
                    </a:lnTo>
                    <a:lnTo>
                      <a:pt x="323" y="55"/>
                    </a:lnTo>
                    <a:lnTo>
                      <a:pt x="318" y="57"/>
                    </a:lnTo>
                    <a:lnTo>
                      <a:pt x="312" y="57"/>
                    </a:lnTo>
                    <a:lnTo>
                      <a:pt x="141" y="57"/>
                    </a:lnTo>
                    <a:lnTo>
                      <a:pt x="141" y="57"/>
                    </a:lnTo>
                    <a:lnTo>
                      <a:pt x="133" y="58"/>
                    </a:lnTo>
                    <a:lnTo>
                      <a:pt x="124" y="59"/>
                    </a:lnTo>
                    <a:lnTo>
                      <a:pt x="116" y="61"/>
                    </a:lnTo>
                    <a:lnTo>
                      <a:pt x="109" y="64"/>
                    </a:lnTo>
                    <a:lnTo>
                      <a:pt x="101" y="68"/>
                    </a:lnTo>
                    <a:lnTo>
                      <a:pt x="94" y="72"/>
                    </a:lnTo>
                    <a:lnTo>
                      <a:pt x="88" y="77"/>
                    </a:lnTo>
                    <a:lnTo>
                      <a:pt x="82" y="82"/>
                    </a:lnTo>
                    <a:lnTo>
                      <a:pt x="75" y="88"/>
                    </a:lnTo>
                    <a:lnTo>
                      <a:pt x="70" y="95"/>
                    </a:lnTo>
                    <a:lnTo>
                      <a:pt x="66" y="102"/>
                    </a:lnTo>
                    <a:lnTo>
                      <a:pt x="63" y="109"/>
                    </a:lnTo>
                    <a:lnTo>
                      <a:pt x="60" y="117"/>
                    </a:lnTo>
                    <a:lnTo>
                      <a:pt x="58" y="125"/>
                    </a:lnTo>
                    <a:lnTo>
                      <a:pt x="56" y="134"/>
                    </a:lnTo>
                    <a:lnTo>
                      <a:pt x="56" y="143"/>
                    </a:lnTo>
                    <a:lnTo>
                      <a:pt x="56" y="995"/>
                    </a:lnTo>
                    <a:lnTo>
                      <a:pt x="56" y="995"/>
                    </a:lnTo>
                    <a:lnTo>
                      <a:pt x="56" y="1004"/>
                    </a:lnTo>
                    <a:lnTo>
                      <a:pt x="58" y="1012"/>
                    </a:lnTo>
                    <a:lnTo>
                      <a:pt x="60" y="1020"/>
                    </a:lnTo>
                    <a:lnTo>
                      <a:pt x="63" y="1028"/>
                    </a:lnTo>
                    <a:lnTo>
                      <a:pt x="66" y="1035"/>
                    </a:lnTo>
                    <a:lnTo>
                      <a:pt x="70" y="1042"/>
                    </a:lnTo>
                    <a:lnTo>
                      <a:pt x="75" y="1050"/>
                    </a:lnTo>
                    <a:lnTo>
                      <a:pt x="82" y="1056"/>
                    </a:lnTo>
                    <a:lnTo>
                      <a:pt x="88" y="1061"/>
                    </a:lnTo>
                    <a:lnTo>
                      <a:pt x="94" y="1066"/>
                    </a:lnTo>
                    <a:lnTo>
                      <a:pt x="101" y="1071"/>
                    </a:lnTo>
                    <a:lnTo>
                      <a:pt x="109" y="1074"/>
                    </a:lnTo>
                    <a:lnTo>
                      <a:pt x="116" y="1077"/>
                    </a:lnTo>
                    <a:lnTo>
                      <a:pt x="124" y="1079"/>
                    </a:lnTo>
                    <a:lnTo>
                      <a:pt x="133" y="1080"/>
                    </a:lnTo>
                    <a:lnTo>
                      <a:pt x="141" y="1081"/>
                    </a:lnTo>
                    <a:lnTo>
                      <a:pt x="540" y="1081"/>
                    </a:lnTo>
                    <a:lnTo>
                      <a:pt x="540" y="1081"/>
                    </a:lnTo>
                    <a:lnTo>
                      <a:pt x="548" y="1080"/>
                    </a:lnTo>
                    <a:lnTo>
                      <a:pt x="556" y="1079"/>
                    </a:lnTo>
                    <a:lnTo>
                      <a:pt x="565" y="1077"/>
                    </a:lnTo>
                    <a:lnTo>
                      <a:pt x="572" y="1074"/>
                    </a:lnTo>
                    <a:lnTo>
                      <a:pt x="581" y="1071"/>
                    </a:lnTo>
                    <a:lnTo>
                      <a:pt x="588" y="1066"/>
                    </a:lnTo>
                    <a:lnTo>
                      <a:pt x="594" y="1061"/>
                    </a:lnTo>
                    <a:lnTo>
                      <a:pt x="600" y="1056"/>
                    </a:lnTo>
                    <a:lnTo>
                      <a:pt x="606" y="1050"/>
                    </a:lnTo>
                    <a:lnTo>
                      <a:pt x="611" y="1042"/>
                    </a:lnTo>
                    <a:lnTo>
                      <a:pt x="615" y="1035"/>
                    </a:lnTo>
                    <a:lnTo>
                      <a:pt x="618" y="1028"/>
                    </a:lnTo>
                    <a:lnTo>
                      <a:pt x="621" y="1020"/>
                    </a:lnTo>
                    <a:lnTo>
                      <a:pt x="623" y="1012"/>
                    </a:lnTo>
                    <a:lnTo>
                      <a:pt x="625" y="1004"/>
                    </a:lnTo>
                    <a:lnTo>
                      <a:pt x="625" y="995"/>
                    </a:lnTo>
                    <a:lnTo>
                      <a:pt x="625" y="597"/>
                    </a:lnTo>
                    <a:lnTo>
                      <a:pt x="625" y="597"/>
                    </a:lnTo>
                    <a:lnTo>
                      <a:pt x="626" y="591"/>
                    </a:lnTo>
                    <a:lnTo>
                      <a:pt x="627" y="586"/>
                    </a:lnTo>
                    <a:lnTo>
                      <a:pt x="630" y="581"/>
                    </a:lnTo>
                    <a:lnTo>
                      <a:pt x="633" y="577"/>
                    </a:lnTo>
                    <a:lnTo>
                      <a:pt x="637" y="574"/>
                    </a:lnTo>
                    <a:lnTo>
                      <a:pt x="642" y="571"/>
                    </a:lnTo>
                    <a:lnTo>
                      <a:pt x="647" y="570"/>
                    </a:lnTo>
                    <a:lnTo>
                      <a:pt x="653" y="569"/>
                    </a:lnTo>
                    <a:lnTo>
                      <a:pt x="653" y="569"/>
                    </a:lnTo>
                    <a:lnTo>
                      <a:pt x="659" y="570"/>
                    </a:lnTo>
                    <a:lnTo>
                      <a:pt x="664" y="571"/>
                    </a:lnTo>
                    <a:lnTo>
                      <a:pt x="669" y="574"/>
                    </a:lnTo>
                    <a:lnTo>
                      <a:pt x="673" y="577"/>
                    </a:lnTo>
                    <a:lnTo>
                      <a:pt x="676" y="581"/>
                    </a:lnTo>
                    <a:lnTo>
                      <a:pt x="679" y="586"/>
                    </a:lnTo>
                    <a:lnTo>
                      <a:pt x="682" y="591"/>
                    </a:lnTo>
                    <a:lnTo>
                      <a:pt x="682" y="597"/>
                    </a:lnTo>
                    <a:lnTo>
                      <a:pt x="682" y="995"/>
                    </a:lnTo>
                    <a:lnTo>
                      <a:pt x="682" y="995"/>
                    </a:lnTo>
                    <a:lnTo>
                      <a:pt x="682" y="1010"/>
                    </a:lnTo>
                    <a:lnTo>
                      <a:pt x="678" y="1024"/>
                    </a:lnTo>
                    <a:lnTo>
                      <a:pt x="675" y="1037"/>
                    </a:lnTo>
                    <a:lnTo>
                      <a:pt x="670" y="1051"/>
                    </a:lnTo>
                    <a:lnTo>
                      <a:pt x="664" y="1063"/>
                    </a:lnTo>
                    <a:lnTo>
                      <a:pt x="657" y="1075"/>
                    </a:lnTo>
                    <a:lnTo>
                      <a:pt x="649" y="1086"/>
                    </a:lnTo>
                    <a:lnTo>
                      <a:pt x="640" y="1096"/>
                    </a:lnTo>
                    <a:lnTo>
                      <a:pt x="630" y="1105"/>
                    </a:lnTo>
                    <a:lnTo>
                      <a:pt x="619" y="1113"/>
                    </a:lnTo>
                    <a:lnTo>
                      <a:pt x="608" y="1120"/>
                    </a:lnTo>
                    <a:lnTo>
                      <a:pt x="595" y="1126"/>
                    </a:lnTo>
                    <a:lnTo>
                      <a:pt x="582" y="1131"/>
                    </a:lnTo>
                    <a:lnTo>
                      <a:pt x="568" y="1134"/>
                    </a:lnTo>
                    <a:lnTo>
                      <a:pt x="554" y="1136"/>
                    </a:lnTo>
                    <a:lnTo>
                      <a:pt x="540" y="1137"/>
                    </a:lnTo>
                    <a:lnTo>
                      <a:pt x="540" y="11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6">
                <a:extLst>
                  <a:ext uri="{FF2B5EF4-FFF2-40B4-BE49-F238E27FC236}">
                    <a16:creationId xmlns:a16="http://schemas.microsoft.com/office/drawing/2014/main" id="{4D3F5A3A-4EEC-5660-F39C-DC513C166864}"/>
                  </a:ext>
                </a:extLst>
              </p:cNvPr>
              <p:cNvSpPr>
                <a:spLocks/>
              </p:cNvSpPr>
              <p:nvPr/>
            </p:nvSpPr>
            <p:spPr bwMode="auto">
              <a:xfrm>
                <a:off x="6288088" y="2286000"/>
                <a:ext cx="90488" cy="14288"/>
              </a:xfrm>
              <a:custGeom>
                <a:avLst/>
                <a:gdLst>
                  <a:gd name="T0" fmla="*/ 312 w 340"/>
                  <a:gd name="T1" fmla="*/ 58 h 58"/>
                  <a:gd name="T2" fmla="*/ 28 w 340"/>
                  <a:gd name="T3" fmla="*/ 58 h 58"/>
                  <a:gd name="T4" fmla="*/ 28 w 340"/>
                  <a:gd name="T5" fmla="*/ 58 h 58"/>
                  <a:gd name="T6" fmla="*/ 22 w 340"/>
                  <a:gd name="T7" fmla="*/ 57 h 58"/>
                  <a:gd name="T8" fmla="*/ 17 w 340"/>
                  <a:gd name="T9" fmla="*/ 55 h 58"/>
                  <a:gd name="T10" fmla="*/ 12 w 340"/>
                  <a:gd name="T11" fmla="*/ 53 h 58"/>
                  <a:gd name="T12" fmla="*/ 8 w 340"/>
                  <a:gd name="T13" fmla="*/ 49 h 58"/>
                  <a:gd name="T14" fmla="*/ 4 w 340"/>
                  <a:gd name="T15" fmla="*/ 45 h 58"/>
                  <a:gd name="T16" fmla="*/ 2 w 340"/>
                  <a:gd name="T17" fmla="*/ 40 h 58"/>
                  <a:gd name="T18" fmla="*/ 0 w 340"/>
                  <a:gd name="T19" fmla="*/ 35 h 58"/>
                  <a:gd name="T20" fmla="*/ 0 w 340"/>
                  <a:gd name="T21" fmla="*/ 29 h 58"/>
                  <a:gd name="T22" fmla="*/ 0 w 340"/>
                  <a:gd name="T23" fmla="*/ 29 h 58"/>
                  <a:gd name="T24" fmla="*/ 0 w 340"/>
                  <a:gd name="T25" fmla="*/ 24 h 58"/>
                  <a:gd name="T26" fmla="*/ 2 w 340"/>
                  <a:gd name="T27" fmla="*/ 18 h 58"/>
                  <a:gd name="T28" fmla="*/ 4 w 340"/>
                  <a:gd name="T29" fmla="*/ 14 h 58"/>
                  <a:gd name="T30" fmla="*/ 8 w 340"/>
                  <a:gd name="T31" fmla="*/ 9 h 58"/>
                  <a:gd name="T32" fmla="*/ 12 w 340"/>
                  <a:gd name="T33" fmla="*/ 6 h 58"/>
                  <a:gd name="T34" fmla="*/ 17 w 340"/>
                  <a:gd name="T35" fmla="*/ 2 h 58"/>
                  <a:gd name="T36" fmla="*/ 22 w 340"/>
                  <a:gd name="T37" fmla="*/ 1 h 58"/>
                  <a:gd name="T38" fmla="*/ 28 w 340"/>
                  <a:gd name="T39" fmla="*/ 0 h 58"/>
                  <a:gd name="T40" fmla="*/ 312 w 340"/>
                  <a:gd name="T41" fmla="*/ 0 h 58"/>
                  <a:gd name="T42" fmla="*/ 312 w 340"/>
                  <a:gd name="T43" fmla="*/ 0 h 58"/>
                  <a:gd name="T44" fmla="*/ 318 w 340"/>
                  <a:gd name="T45" fmla="*/ 1 h 58"/>
                  <a:gd name="T46" fmla="*/ 323 w 340"/>
                  <a:gd name="T47" fmla="*/ 2 h 58"/>
                  <a:gd name="T48" fmla="*/ 328 w 340"/>
                  <a:gd name="T49" fmla="*/ 6 h 58"/>
                  <a:gd name="T50" fmla="*/ 332 w 340"/>
                  <a:gd name="T51" fmla="*/ 9 h 58"/>
                  <a:gd name="T52" fmla="*/ 336 w 340"/>
                  <a:gd name="T53" fmla="*/ 14 h 58"/>
                  <a:gd name="T54" fmla="*/ 338 w 340"/>
                  <a:gd name="T55" fmla="*/ 18 h 58"/>
                  <a:gd name="T56" fmla="*/ 340 w 340"/>
                  <a:gd name="T57" fmla="*/ 24 h 58"/>
                  <a:gd name="T58" fmla="*/ 340 w 340"/>
                  <a:gd name="T59" fmla="*/ 29 h 58"/>
                  <a:gd name="T60" fmla="*/ 340 w 340"/>
                  <a:gd name="T61" fmla="*/ 29 h 58"/>
                  <a:gd name="T62" fmla="*/ 340 w 340"/>
                  <a:gd name="T63" fmla="*/ 35 h 58"/>
                  <a:gd name="T64" fmla="*/ 338 w 340"/>
                  <a:gd name="T65" fmla="*/ 40 h 58"/>
                  <a:gd name="T66" fmla="*/ 336 w 340"/>
                  <a:gd name="T67" fmla="*/ 45 h 58"/>
                  <a:gd name="T68" fmla="*/ 332 w 340"/>
                  <a:gd name="T69" fmla="*/ 49 h 58"/>
                  <a:gd name="T70" fmla="*/ 328 w 340"/>
                  <a:gd name="T71" fmla="*/ 53 h 58"/>
                  <a:gd name="T72" fmla="*/ 323 w 340"/>
                  <a:gd name="T73" fmla="*/ 55 h 58"/>
                  <a:gd name="T74" fmla="*/ 318 w 340"/>
                  <a:gd name="T75" fmla="*/ 57 h 58"/>
                  <a:gd name="T76" fmla="*/ 312 w 340"/>
                  <a:gd name="T77" fmla="*/ 58 h 58"/>
                  <a:gd name="T78" fmla="*/ 312 w 340"/>
                  <a:gd name="T79" fmla="*/ 5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0" h="58">
                    <a:moveTo>
                      <a:pt x="312" y="58"/>
                    </a:moveTo>
                    <a:lnTo>
                      <a:pt x="28" y="58"/>
                    </a:lnTo>
                    <a:lnTo>
                      <a:pt x="28" y="58"/>
                    </a:lnTo>
                    <a:lnTo>
                      <a:pt x="22" y="57"/>
                    </a:lnTo>
                    <a:lnTo>
                      <a:pt x="17" y="55"/>
                    </a:lnTo>
                    <a:lnTo>
                      <a:pt x="12" y="53"/>
                    </a:lnTo>
                    <a:lnTo>
                      <a:pt x="8" y="49"/>
                    </a:lnTo>
                    <a:lnTo>
                      <a:pt x="4" y="45"/>
                    </a:lnTo>
                    <a:lnTo>
                      <a:pt x="2" y="40"/>
                    </a:lnTo>
                    <a:lnTo>
                      <a:pt x="0" y="35"/>
                    </a:lnTo>
                    <a:lnTo>
                      <a:pt x="0" y="29"/>
                    </a:lnTo>
                    <a:lnTo>
                      <a:pt x="0" y="29"/>
                    </a:lnTo>
                    <a:lnTo>
                      <a:pt x="0" y="24"/>
                    </a:lnTo>
                    <a:lnTo>
                      <a:pt x="2" y="18"/>
                    </a:lnTo>
                    <a:lnTo>
                      <a:pt x="4" y="14"/>
                    </a:lnTo>
                    <a:lnTo>
                      <a:pt x="8" y="9"/>
                    </a:lnTo>
                    <a:lnTo>
                      <a:pt x="12" y="6"/>
                    </a:lnTo>
                    <a:lnTo>
                      <a:pt x="17" y="2"/>
                    </a:lnTo>
                    <a:lnTo>
                      <a:pt x="22" y="1"/>
                    </a:lnTo>
                    <a:lnTo>
                      <a:pt x="28" y="0"/>
                    </a:lnTo>
                    <a:lnTo>
                      <a:pt x="312" y="0"/>
                    </a:lnTo>
                    <a:lnTo>
                      <a:pt x="312" y="0"/>
                    </a:lnTo>
                    <a:lnTo>
                      <a:pt x="318" y="1"/>
                    </a:lnTo>
                    <a:lnTo>
                      <a:pt x="323" y="2"/>
                    </a:lnTo>
                    <a:lnTo>
                      <a:pt x="328" y="6"/>
                    </a:lnTo>
                    <a:lnTo>
                      <a:pt x="332" y="9"/>
                    </a:lnTo>
                    <a:lnTo>
                      <a:pt x="336" y="14"/>
                    </a:lnTo>
                    <a:lnTo>
                      <a:pt x="338" y="18"/>
                    </a:lnTo>
                    <a:lnTo>
                      <a:pt x="340" y="24"/>
                    </a:lnTo>
                    <a:lnTo>
                      <a:pt x="340" y="29"/>
                    </a:lnTo>
                    <a:lnTo>
                      <a:pt x="340" y="29"/>
                    </a:lnTo>
                    <a:lnTo>
                      <a:pt x="340" y="35"/>
                    </a:lnTo>
                    <a:lnTo>
                      <a:pt x="338" y="40"/>
                    </a:lnTo>
                    <a:lnTo>
                      <a:pt x="336" y="45"/>
                    </a:lnTo>
                    <a:lnTo>
                      <a:pt x="332" y="49"/>
                    </a:lnTo>
                    <a:lnTo>
                      <a:pt x="328" y="53"/>
                    </a:lnTo>
                    <a:lnTo>
                      <a:pt x="323" y="55"/>
                    </a:lnTo>
                    <a:lnTo>
                      <a:pt x="318" y="57"/>
                    </a:lnTo>
                    <a:lnTo>
                      <a:pt x="312" y="58"/>
                    </a:lnTo>
                    <a:lnTo>
                      <a:pt x="31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7">
                <a:extLst>
                  <a:ext uri="{FF2B5EF4-FFF2-40B4-BE49-F238E27FC236}">
                    <a16:creationId xmlns:a16="http://schemas.microsoft.com/office/drawing/2014/main" id="{35045356-F8EE-58EF-34C0-50239C10C373}"/>
                  </a:ext>
                </a:extLst>
              </p:cNvPr>
              <p:cNvSpPr>
                <a:spLocks/>
              </p:cNvSpPr>
              <p:nvPr/>
            </p:nvSpPr>
            <p:spPr bwMode="auto">
              <a:xfrm>
                <a:off x="6288088" y="2451100"/>
                <a:ext cx="180975" cy="15875"/>
              </a:xfrm>
              <a:custGeom>
                <a:avLst/>
                <a:gdLst>
                  <a:gd name="T0" fmla="*/ 653 w 682"/>
                  <a:gd name="T1" fmla="*/ 56 h 56"/>
                  <a:gd name="T2" fmla="*/ 28 w 682"/>
                  <a:gd name="T3" fmla="*/ 56 h 56"/>
                  <a:gd name="T4" fmla="*/ 28 w 682"/>
                  <a:gd name="T5" fmla="*/ 56 h 56"/>
                  <a:gd name="T6" fmla="*/ 22 w 682"/>
                  <a:gd name="T7" fmla="*/ 55 h 56"/>
                  <a:gd name="T8" fmla="*/ 17 w 682"/>
                  <a:gd name="T9" fmla="*/ 54 h 56"/>
                  <a:gd name="T10" fmla="*/ 12 w 682"/>
                  <a:gd name="T11" fmla="*/ 51 h 56"/>
                  <a:gd name="T12" fmla="*/ 8 w 682"/>
                  <a:gd name="T13" fmla="*/ 48 h 56"/>
                  <a:gd name="T14" fmla="*/ 4 w 682"/>
                  <a:gd name="T15" fmla="*/ 43 h 56"/>
                  <a:gd name="T16" fmla="*/ 2 w 682"/>
                  <a:gd name="T17" fmla="*/ 39 h 56"/>
                  <a:gd name="T18" fmla="*/ 0 w 682"/>
                  <a:gd name="T19" fmla="*/ 33 h 56"/>
                  <a:gd name="T20" fmla="*/ 0 w 682"/>
                  <a:gd name="T21" fmla="*/ 28 h 56"/>
                  <a:gd name="T22" fmla="*/ 0 w 682"/>
                  <a:gd name="T23" fmla="*/ 28 h 56"/>
                  <a:gd name="T24" fmla="*/ 0 w 682"/>
                  <a:gd name="T25" fmla="*/ 22 h 56"/>
                  <a:gd name="T26" fmla="*/ 2 w 682"/>
                  <a:gd name="T27" fmla="*/ 17 h 56"/>
                  <a:gd name="T28" fmla="*/ 4 w 682"/>
                  <a:gd name="T29" fmla="*/ 12 h 56"/>
                  <a:gd name="T30" fmla="*/ 8 w 682"/>
                  <a:gd name="T31" fmla="*/ 8 h 56"/>
                  <a:gd name="T32" fmla="*/ 12 w 682"/>
                  <a:gd name="T33" fmla="*/ 4 h 56"/>
                  <a:gd name="T34" fmla="*/ 17 w 682"/>
                  <a:gd name="T35" fmla="*/ 2 h 56"/>
                  <a:gd name="T36" fmla="*/ 22 w 682"/>
                  <a:gd name="T37" fmla="*/ 0 h 56"/>
                  <a:gd name="T38" fmla="*/ 28 w 682"/>
                  <a:gd name="T39" fmla="*/ 0 h 56"/>
                  <a:gd name="T40" fmla="*/ 653 w 682"/>
                  <a:gd name="T41" fmla="*/ 0 h 56"/>
                  <a:gd name="T42" fmla="*/ 653 w 682"/>
                  <a:gd name="T43" fmla="*/ 0 h 56"/>
                  <a:gd name="T44" fmla="*/ 659 w 682"/>
                  <a:gd name="T45" fmla="*/ 0 h 56"/>
                  <a:gd name="T46" fmla="*/ 664 w 682"/>
                  <a:gd name="T47" fmla="*/ 2 h 56"/>
                  <a:gd name="T48" fmla="*/ 669 w 682"/>
                  <a:gd name="T49" fmla="*/ 4 h 56"/>
                  <a:gd name="T50" fmla="*/ 673 w 682"/>
                  <a:gd name="T51" fmla="*/ 8 h 56"/>
                  <a:gd name="T52" fmla="*/ 676 w 682"/>
                  <a:gd name="T53" fmla="*/ 12 h 56"/>
                  <a:gd name="T54" fmla="*/ 679 w 682"/>
                  <a:gd name="T55" fmla="*/ 17 h 56"/>
                  <a:gd name="T56" fmla="*/ 682 w 682"/>
                  <a:gd name="T57" fmla="*/ 22 h 56"/>
                  <a:gd name="T58" fmla="*/ 682 w 682"/>
                  <a:gd name="T59" fmla="*/ 28 h 56"/>
                  <a:gd name="T60" fmla="*/ 682 w 682"/>
                  <a:gd name="T61" fmla="*/ 28 h 56"/>
                  <a:gd name="T62" fmla="*/ 682 w 682"/>
                  <a:gd name="T63" fmla="*/ 33 h 56"/>
                  <a:gd name="T64" fmla="*/ 679 w 682"/>
                  <a:gd name="T65" fmla="*/ 39 h 56"/>
                  <a:gd name="T66" fmla="*/ 676 w 682"/>
                  <a:gd name="T67" fmla="*/ 43 h 56"/>
                  <a:gd name="T68" fmla="*/ 673 w 682"/>
                  <a:gd name="T69" fmla="*/ 48 h 56"/>
                  <a:gd name="T70" fmla="*/ 669 w 682"/>
                  <a:gd name="T71" fmla="*/ 51 h 56"/>
                  <a:gd name="T72" fmla="*/ 664 w 682"/>
                  <a:gd name="T73" fmla="*/ 54 h 56"/>
                  <a:gd name="T74" fmla="*/ 659 w 682"/>
                  <a:gd name="T75" fmla="*/ 55 h 56"/>
                  <a:gd name="T76" fmla="*/ 653 w 682"/>
                  <a:gd name="T77" fmla="*/ 56 h 56"/>
                  <a:gd name="T78" fmla="*/ 653 w 682"/>
                  <a:gd name="T79"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2" h="56">
                    <a:moveTo>
                      <a:pt x="653" y="56"/>
                    </a:moveTo>
                    <a:lnTo>
                      <a:pt x="28" y="56"/>
                    </a:lnTo>
                    <a:lnTo>
                      <a:pt x="28" y="56"/>
                    </a:lnTo>
                    <a:lnTo>
                      <a:pt x="22" y="55"/>
                    </a:lnTo>
                    <a:lnTo>
                      <a:pt x="17" y="54"/>
                    </a:lnTo>
                    <a:lnTo>
                      <a:pt x="12" y="51"/>
                    </a:lnTo>
                    <a:lnTo>
                      <a:pt x="8" y="48"/>
                    </a:lnTo>
                    <a:lnTo>
                      <a:pt x="4" y="43"/>
                    </a:lnTo>
                    <a:lnTo>
                      <a:pt x="2" y="39"/>
                    </a:lnTo>
                    <a:lnTo>
                      <a:pt x="0" y="33"/>
                    </a:lnTo>
                    <a:lnTo>
                      <a:pt x="0" y="28"/>
                    </a:lnTo>
                    <a:lnTo>
                      <a:pt x="0" y="28"/>
                    </a:lnTo>
                    <a:lnTo>
                      <a:pt x="0" y="22"/>
                    </a:lnTo>
                    <a:lnTo>
                      <a:pt x="2" y="17"/>
                    </a:lnTo>
                    <a:lnTo>
                      <a:pt x="4" y="12"/>
                    </a:lnTo>
                    <a:lnTo>
                      <a:pt x="8" y="8"/>
                    </a:lnTo>
                    <a:lnTo>
                      <a:pt x="12" y="4"/>
                    </a:lnTo>
                    <a:lnTo>
                      <a:pt x="17" y="2"/>
                    </a:lnTo>
                    <a:lnTo>
                      <a:pt x="22" y="0"/>
                    </a:lnTo>
                    <a:lnTo>
                      <a:pt x="28" y="0"/>
                    </a:lnTo>
                    <a:lnTo>
                      <a:pt x="653" y="0"/>
                    </a:lnTo>
                    <a:lnTo>
                      <a:pt x="653" y="0"/>
                    </a:lnTo>
                    <a:lnTo>
                      <a:pt x="659" y="0"/>
                    </a:lnTo>
                    <a:lnTo>
                      <a:pt x="664" y="2"/>
                    </a:lnTo>
                    <a:lnTo>
                      <a:pt x="669" y="4"/>
                    </a:lnTo>
                    <a:lnTo>
                      <a:pt x="673" y="8"/>
                    </a:lnTo>
                    <a:lnTo>
                      <a:pt x="676" y="12"/>
                    </a:lnTo>
                    <a:lnTo>
                      <a:pt x="679" y="17"/>
                    </a:lnTo>
                    <a:lnTo>
                      <a:pt x="682" y="22"/>
                    </a:lnTo>
                    <a:lnTo>
                      <a:pt x="682" y="28"/>
                    </a:lnTo>
                    <a:lnTo>
                      <a:pt x="682" y="28"/>
                    </a:lnTo>
                    <a:lnTo>
                      <a:pt x="682" y="33"/>
                    </a:lnTo>
                    <a:lnTo>
                      <a:pt x="679" y="39"/>
                    </a:lnTo>
                    <a:lnTo>
                      <a:pt x="676" y="43"/>
                    </a:lnTo>
                    <a:lnTo>
                      <a:pt x="673" y="48"/>
                    </a:lnTo>
                    <a:lnTo>
                      <a:pt x="669" y="51"/>
                    </a:lnTo>
                    <a:lnTo>
                      <a:pt x="664" y="54"/>
                    </a:lnTo>
                    <a:lnTo>
                      <a:pt x="659" y="55"/>
                    </a:lnTo>
                    <a:lnTo>
                      <a:pt x="653" y="56"/>
                    </a:lnTo>
                    <a:lnTo>
                      <a:pt x="653"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8">
                <a:extLst>
                  <a:ext uri="{FF2B5EF4-FFF2-40B4-BE49-F238E27FC236}">
                    <a16:creationId xmlns:a16="http://schemas.microsoft.com/office/drawing/2014/main" id="{9F2ABBEA-D215-D676-2FDA-8B068A7127D7}"/>
                  </a:ext>
                </a:extLst>
              </p:cNvPr>
              <p:cNvSpPr>
                <a:spLocks/>
              </p:cNvSpPr>
              <p:nvPr/>
            </p:nvSpPr>
            <p:spPr bwMode="auto">
              <a:xfrm>
                <a:off x="6348413" y="2255838"/>
                <a:ext cx="30163" cy="14288"/>
              </a:xfrm>
              <a:custGeom>
                <a:avLst/>
                <a:gdLst>
                  <a:gd name="T0" fmla="*/ 85 w 113"/>
                  <a:gd name="T1" fmla="*/ 57 h 57"/>
                  <a:gd name="T2" fmla="*/ 28 w 113"/>
                  <a:gd name="T3" fmla="*/ 57 h 57"/>
                  <a:gd name="T4" fmla="*/ 28 w 113"/>
                  <a:gd name="T5" fmla="*/ 57 h 57"/>
                  <a:gd name="T6" fmla="*/ 22 w 113"/>
                  <a:gd name="T7" fmla="*/ 56 h 57"/>
                  <a:gd name="T8" fmla="*/ 17 w 113"/>
                  <a:gd name="T9" fmla="*/ 55 h 57"/>
                  <a:gd name="T10" fmla="*/ 12 w 113"/>
                  <a:gd name="T11" fmla="*/ 52 h 57"/>
                  <a:gd name="T12" fmla="*/ 8 w 113"/>
                  <a:gd name="T13" fmla="*/ 49 h 57"/>
                  <a:gd name="T14" fmla="*/ 5 w 113"/>
                  <a:gd name="T15" fmla="*/ 44 h 57"/>
                  <a:gd name="T16" fmla="*/ 2 w 113"/>
                  <a:gd name="T17" fmla="*/ 40 h 57"/>
                  <a:gd name="T18" fmla="*/ 0 w 113"/>
                  <a:gd name="T19" fmla="*/ 34 h 57"/>
                  <a:gd name="T20" fmla="*/ 0 w 113"/>
                  <a:gd name="T21" fmla="*/ 29 h 57"/>
                  <a:gd name="T22" fmla="*/ 0 w 113"/>
                  <a:gd name="T23" fmla="*/ 29 h 57"/>
                  <a:gd name="T24" fmla="*/ 0 w 113"/>
                  <a:gd name="T25" fmla="*/ 23 h 57"/>
                  <a:gd name="T26" fmla="*/ 2 w 113"/>
                  <a:gd name="T27" fmla="*/ 18 h 57"/>
                  <a:gd name="T28" fmla="*/ 5 w 113"/>
                  <a:gd name="T29" fmla="*/ 12 h 57"/>
                  <a:gd name="T30" fmla="*/ 8 w 113"/>
                  <a:gd name="T31" fmla="*/ 8 h 57"/>
                  <a:gd name="T32" fmla="*/ 12 w 113"/>
                  <a:gd name="T33" fmla="*/ 4 h 57"/>
                  <a:gd name="T34" fmla="*/ 17 w 113"/>
                  <a:gd name="T35" fmla="*/ 2 h 57"/>
                  <a:gd name="T36" fmla="*/ 22 w 113"/>
                  <a:gd name="T37" fmla="*/ 0 h 57"/>
                  <a:gd name="T38" fmla="*/ 28 w 113"/>
                  <a:gd name="T39" fmla="*/ 0 h 57"/>
                  <a:gd name="T40" fmla="*/ 85 w 113"/>
                  <a:gd name="T41" fmla="*/ 0 h 57"/>
                  <a:gd name="T42" fmla="*/ 85 w 113"/>
                  <a:gd name="T43" fmla="*/ 0 h 57"/>
                  <a:gd name="T44" fmla="*/ 91 w 113"/>
                  <a:gd name="T45" fmla="*/ 0 h 57"/>
                  <a:gd name="T46" fmla="*/ 96 w 113"/>
                  <a:gd name="T47" fmla="*/ 2 h 57"/>
                  <a:gd name="T48" fmla="*/ 101 w 113"/>
                  <a:gd name="T49" fmla="*/ 4 h 57"/>
                  <a:gd name="T50" fmla="*/ 105 w 113"/>
                  <a:gd name="T51" fmla="*/ 8 h 57"/>
                  <a:gd name="T52" fmla="*/ 109 w 113"/>
                  <a:gd name="T53" fmla="*/ 12 h 57"/>
                  <a:gd name="T54" fmla="*/ 111 w 113"/>
                  <a:gd name="T55" fmla="*/ 18 h 57"/>
                  <a:gd name="T56" fmla="*/ 113 w 113"/>
                  <a:gd name="T57" fmla="*/ 23 h 57"/>
                  <a:gd name="T58" fmla="*/ 113 w 113"/>
                  <a:gd name="T59" fmla="*/ 29 h 57"/>
                  <a:gd name="T60" fmla="*/ 113 w 113"/>
                  <a:gd name="T61" fmla="*/ 29 h 57"/>
                  <a:gd name="T62" fmla="*/ 113 w 113"/>
                  <a:gd name="T63" fmla="*/ 34 h 57"/>
                  <a:gd name="T64" fmla="*/ 111 w 113"/>
                  <a:gd name="T65" fmla="*/ 40 h 57"/>
                  <a:gd name="T66" fmla="*/ 109 w 113"/>
                  <a:gd name="T67" fmla="*/ 44 h 57"/>
                  <a:gd name="T68" fmla="*/ 105 w 113"/>
                  <a:gd name="T69" fmla="*/ 49 h 57"/>
                  <a:gd name="T70" fmla="*/ 101 w 113"/>
                  <a:gd name="T71" fmla="*/ 52 h 57"/>
                  <a:gd name="T72" fmla="*/ 96 w 113"/>
                  <a:gd name="T73" fmla="*/ 55 h 57"/>
                  <a:gd name="T74" fmla="*/ 91 w 113"/>
                  <a:gd name="T75" fmla="*/ 56 h 57"/>
                  <a:gd name="T76" fmla="*/ 85 w 113"/>
                  <a:gd name="T77" fmla="*/ 57 h 57"/>
                  <a:gd name="T78" fmla="*/ 85 w 113"/>
                  <a:gd name="T79"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3" h="57">
                    <a:moveTo>
                      <a:pt x="85" y="57"/>
                    </a:moveTo>
                    <a:lnTo>
                      <a:pt x="28" y="57"/>
                    </a:lnTo>
                    <a:lnTo>
                      <a:pt x="28" y="57"/>
                    </a:lnTo>
                    <a:lnTo>
                      <a:pt x="22" y="56"/>
                    </a:lnTo>
                    <a:lnTo>
                      <a:pt x="17" y="55"/>
                    </a:lnTo>
                    <a:lnTo>
                      <a:pt x="12" y="52"/>
                    </a:lnTo>
                    <a:lnTo>
                      <a:pt x="8" y="49"/>
                    </a:lnTo>
                    <a:lnTo>
                      <a:pt x="5" y="44"/>
                    </a:lnTo>
                    <a:lnTo>
                      <a:pt x="2" y="40"/>
                    </a:lnTo>
                    <a:lnTo>
                      <a:pt x="0" y="34"/>
                    </a:lnTo>
                    <a:lnTo>
                      <a:pt x="0" y="29"/>
                    </a:lnTo>
                    <a:lnTo>
                      <a:pt x="0" y="29"/>
                    </a:lnTo>
                    <a:lnTo>
                      <a:pt x="0" y="23"/>
                    </a:lnTo>
                    <a:lnTo>
                      <a:pt x="2" y="18"/>
                    </a:lnTo>
                    <a:lnTo>
                      <a:pt x="5" y="12"/>
                    </a:lnTo>
                    <a:lnTo>
                      <a:pt x="8" y="8"/>
                    </a:lnTo>
                    <a:lnTo>
                      <a:pt x="12" y="4"/>
                    </a:lnTo>
                    <a:lnTo>
                      <a:pt x="17" y="2"/>
                    </a:lnTo>
                    <a:lnTo>
                      <a:pt x="22" y="0"/>
                    </a:lnTo>
                    <a:lnTo>
                      <a:pt x="28" y="0"/>
                    </a:lnTo>
                    <a:lnTo>
                      <a:pt x="85" y="0"/>
                    </a:lnTo>
                    <a:lnTo>
                      <a:pt x="85" y="0"/>
                    </a:lnTo>
                    <a:lnTo>
                      <a:pt x="91" y="0"/>
                    </a:lnTo>
                    <a:lnTo>
                      <a:pt x="96" y="2"/>
                    </a:lnTo>
                    <a:lnTo>
                      <a:pt x="101" y="4"/>
                    </a:lnTo>
                    <a:lnTo>
                      <a:pt x="105" y="8"/>
                    </a:lnTo>
                    <a:lnTo>
                      <a:pt x="109" y="12"/>
                    </a:lnTo>
                    <a:lnTo>
                      <a:pt x="111" y="18"/>
                    </a:lnTo>
                    <a:lnTo>
                      <a:pt x="113" y="23"/>
                    </a:lnTo>
                    <a:lnTo>
                      <a:pt x="113" y="29"/>
                    </a:lnTo>
                    <a:lnTo>
                      <a:pt x="113" y="29"/>
                    </a:lnTo>
                    <a:lnTo>
                      <a:pt x="113" y="34"/>
                    </a:lnTo>
                    <a:lnTo>
                      <a:pt x="111" y="40"/>
                    </a:lnTo>
                    <a:lnTo>
                      <a:pt x="109" y="44"/>
                    </a:lnTo>
                    <a:lnTo>
                      <a:pt x="105" y="49"/>
                    </a:lnTo>
                    <a:lnTo>
                      <a:pt x="101" y="52"/>
                    </a:lnTo>
                    <a:lnTo>
                      <a:pt x="96" y="55"/>
                    </a:lnTo>
                    <a:lnTo>
                      <a:pt x="91" y="56"/>
                    </a:lnTo>
                    <a:lnTo>
                      <a:pt x="85" y="57"/>
                    </a:lnTo>
                    <a:lnTo>
                      <a:pt x="85"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9">
                <a:extLst>
                  <a:ext uri="{FF2B5EF4-FFF2-40B4-BE49-F238E27FC236}">
                    <a16:creationId xmlns:a16="http://schemas.microsoft.com/office/drawing/2014/main" id="{021066C7-4F69-ABC5-D60D-DCE571AE31A8}"/>
                  </a:ext>
                </a:extLst>
              </p:cNvPr>
              <p:cNvSpPr>
                <a:spLocks noEditPoints="1"/>
              </p:cNvSpPr>
              <p:nvPr/>
            </p:nvSpPr>
            <p:spPr bwMode="auto">
              <a:xfrm>
                <a:off x="6408738" y="2165350"/>
                <a:ext cx="241300" cy="195263"/>
              </a:xfrm>
              <a:custGeom>
                <a:avLst/>
                <a:gdLst>
                  <a:gd name="T0" fmla="*/ 307 w 910"/>
                  <a:gd name="T1" fmla="*/ 738 h 739"/>
                  <a:gd name="T2" fmla="*/ 298 w 910"/>
                  <a:gd name="T3" fmla="*/ 735 h 739"/>
                  <a:gd name="T4" fmla="*/ 289 w 910"/>
                  <a:gd name="T5" fmla="*/ 726 h 739"/>
                  <a:gd name="T6" fmla="*/ 285 w 910"/>
                  <a:gd name="T7" fmla="*/ 711 h 739"/>
                  <a:gd name="T8" fmla="*/ 114 w 910"/>
                  <a:gd name="T9" fmla="*/ 569 h 739"/>
                  <a:gd name="T10" fmla="*/ 80 w 910"/>
                  <a:gd name="T11" fmla="*/ 564 h 739"/>
                  <a:gd name="T12" fmla="*/ 51 w 910"/>
                  <a:gd name="T13" fmla="*/ 549 h 739"/>
                  <a:gd name="T14" fmla="*/ 27 w 910"/>
                  <a:gd name="T15" fmla="*/ 527 h 739"/>
                  <a:gd name="T16" fmla="*/ 9 w 910"/>
                  <a:gd name="T17" fmla="*/ 499 h 739"/>
                  <a:gd name="T18" fmla="*/ 1 w 910"/>
                  <a:gd name="T19" fmla="*/ 467 h 739"/>
                  <a:gd name="T20" fmla="*/ 0 w 910"/>
                  <a:gd name="T21" fmla="*/ 113 h 739"/>
                  <a:gd name="T22" fmla="*/ 5 w 910"/>
                  <a:gd name="T23" fmla="*/ 80 h 739"/>
                  <a:gd name="T24" fmla="*/ 19 w 910"/>
                  <a:gd name="T25" fmla="*/ 49 h 739"/>
                  <a:gd name="T26" fmla="*/ 42 w 910"/>
                  <a:gd name="T27" fmla="*/ 26 h 739"/>
                  <a:gd name="T28" fmla="*/ 70 w 910"/>
                  <a:gd name="T29" fmla="*/ 9 h 739"/>
                  <a:gd name="T30" fmla="*/ 102 w 910"/>
                  <a:gd name="T31" fmla="*/ 0 h 739"/>
                  <a:gd name="T32" fmla="*/ 796 w 910"/>
                  <a:gd name="T33" fmla="*/ 0 h 739"/>
                  <a:gd name="T34" fmla="*/ 830 w 910"/>
                  <a:gd name="T35" fmla="*/ 5 h 739"/>
                  <a:gd name="T36" fmla="*/ 860 w 910"/>
                  <a:gd name="T37" fmla="*/ 19 h 739"/>
                  <a:gd name="T38" fmla="*/ 884 w 910"/>
                  <a:gd name="T39" fmla="*/ 41 h 739"/>
                  <a:gd name="T40" fmla="*/ 901 w 910"/>
                  <a:gd name="T41" fmla="*/ 70 h 739"/>
                  <a:gd name="T42" fmla="*/ 909 w 910"/>
                  <a:gd name="T43" fmla="*/ 102 h 739"/>
                  <a:gd name="T44" fmla="*/ 910 w 910"/>
                  <a:gd name="T45" fmla="*/ 454 h 739"/>
                  <a:gd name="T46" fmla="*/ 905 w 910"/>
                  <a:gd name="T47" fmla="*/ 489 h 739"/>
                  <a:gd name="T48" fmla="*/ 891 w 910"/>
                  <a:gd name="T49" fmla="*/ 518 h 739"/>
                  <a:gd name="T50" fmla="*/ 869 w 910"/>
                  <a:gd name="T51" fmla="*/ 542 h 739"/>
                  <a:gd name="T52" fmla="*/ 841 w 910"/>
                  <a:gd name="T53" fmla="*/ 560 h 739"/>
                  <a:gd name="T54" fmla="*/ 808 w 910"/>
                  <a:gd name="T55" fmla="*/ 568 h 739"/>
                  <a:gd name="T56" fmla="*/ 334 w 910"/>
                  <a:gd name="T57" fmla="*/ 730 h 739"/>
                  <a:gd name="T58" fmla="*/ 323 w 910"/>
                  <a:gd name="T59" fmla="*/ 737 h 739"/>
                  <a:gd name="T60" fmla="*/ 313 w 910"/>
                  <a:gd name="T61" fmla="*/ 739 h 739"/>
                  <a:gd name="T62" fmla="*/ 102 w 910"/>
                  <a:gd name="T63" fmla="*/ 58 h 739"/>
                  <a:gd name="T64" fmla="*/ 74 w 910"/>
                  <a:gd name="T65" fmla="*/ 74 h 739"/>
                  <a:gd name="T66" fmla="*/ 58 w 910"/>
                  <a:gd name="T67" fmla="*/ 102 h 739"/>
                  <a:gd name="T68" fmla="*/ 57 w 910"/>
                  <a:gd name="T69" fmla="*/ 454 h 739"/>
                  <a:gd name="T70" fmla="*/ 67 w 910"/>
                  <a:gd name="T71" fmla="*/ 487 h 739"/>
                  <a:gd name="T72" fmla="*/ 92 w 910"/>
                  <a:gd name="T73" fmla="*/ 507 h 739"/>
                  <a:gd name="T74" fmla="*/ 313 w 910"/>
                  <a:gd name="T75" fmla="*/ 512 h 739"/>
                  <a:gd name="T76" fmla="*/ 324 w 910"/>
                  <a:gd name="T77" fmla="*/ 514 h 739"/>
                  <a:gd name="T78" fmla="*/ 337 w 910"/>
                  <a:gd name="T79" fmla="*/ 524 h 739"/>
                  <a:gd name="T80" fmla="*/ 342 w 910"/>
                  <a:gd name="T81" fmla="*/ 540 h 739"/>
                  <a:gd name="T82" fmla="*/ 464 w 910"/>
                  <a:gd name="T83" fmla="*/ 520 h 739"/>
                  <a:gd name="T84" fmla="*/ 478 w 910"/>
                  <a:gd name="T85" fmla="*/ 512 h 739"/>
                  <a:gd name="T86" fmla="*/ 796 w 910"/>
                  <a:gd name="T87" fmla="*/ 512 h 739"/>
                  <a:gd name="T88" fmla="*/ 828 w 910"/>
                  <a:gd name="T89" fmla="*/ 502 h 739"/>
                  <a:gd name="T90" fmla="*/ 849 w 910"/>
                  <a:gd name="T91" fmla="*/ 477 h 739"/>
                  <a:gd name="T92" fmla="*/ 854 w 910"/>
                  <a:gd name="T93" fmla="*/ 113 h 739"/>
                  <a:gd name="T94" fmla="*/ 849 w 910"/>
                  <a:gd name="T95" fmla="*/ 91 h 739"/>
                  <a:gd name="T96" fmla="*/ 828 w 910"/>
                  <a:gd name="T97" fmla="*/ 67 h 739"/>
                  <a:gd name="T98" fmla="*/ 796 w 910"/>
                  <a:gd name="T99" fmla="*/ 57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10" h="739">
                    <a:moveTo>
                      <a:pt x="313" y="739"/>
                    </a:moveTo>
                    <a:lnTo>
                      <a:pt x="313" y="739"/>
                    </a:lnTo>
                    <a:lnTo>
                      <a:pt x="307" y="738"/>
                    </a:lnTo>
                    <a:lnTo>
                      <a:pt x="302" y="737"/>
                    </a:lnTo>
                    <a:lnTo>
                      <a:pt x="302" y="737"/>
                    </a:lnTo>
                    <a:lnTo>
                      <a:pt x="298" y="735"/>
                    </a:lnTo>
                    <a:lnTo>
                      <a:pt x="295" y="732"/>
                    </a:lnTo>
                    <a:lnTo>
                      <a:pt x="292" y="729"/>
                    </a:lnTo>
                    <a:lnTo>
                      <a:pt x="289" y="726"/>
                    </a:lnTo>
                    <a:lnTo>
                      <a:pt x="286" y="719"/>
                    </a:lnTo>
                    <a:lnTo>
                      <a:pt x="285" y="715"/>
                    </a:lnTo>
                    <a:lnTo>
                      <a:pt x="285" y="711"/>
                    </a:lnTo>
                    <a:lnTo>
                      <a:pt x="285" y="569"/>
                    </a:lnTo>
                    <a:lnTo>
                      <a:pt x="114" y="569"/>
                    </a:lnTo>
                    <a:lnTo>
                      <a:pt x="114" y="569"/>
                    </a:lnTo>
                    <a:lnTo>
                      <a:pt x="102" y="568"/>
                    </a:lnTo>
                    <a:lnTo>
                      <a:pt x="91" y="567"/>
                    </a:lnTo>
                    <a:lnTo>
                      <a:pt x="80" y="564"/>
                    </a:lnTo>
                    <a:lnTo>
                      <a:pt x="70" y="560"/>
                    </a:lnTo>
                    <a:lnTo>
                      <a:pt x="60" y="554"/>
                    </a:lnTo>
                    <a:lnTo>
                      <a:pt x="51" y="549"/>
                    </a:lnTo>
                    <a:lnTo>
                      <a:pt x="42" y="542"/>
                    </a:lnTo>
                    <a:lnTo>
                      <a:pt x="34" y="535"/>
                    </a:lnTo>
                    <a:lnTo>
                      <a:pt x="27" y="527"/>
                    </a:lnTo>
                    <a:lnTo>
                      <a:pt x="19" y="518"/>
                    </a:lnTo>
                    <a:lnTo>
                      <a:pt x="14" y="509"/>
                    </a:lnTo>
                    <a:lnTo>
                      <a:pt x="9" y="499"/>
                    </a:lnTo>
                    <a:lnTo>
                      <a:pt x="5" y="489"/>
                    </a:lnTo>
                    <a:lnTo>
                      <a:pt x="2" y="478"/>
                    </a:lnTo>
                    <a:lnTo>
                      <a:pt x="1" y="467"/>
                    </a:lnTo>
                    <a:lnTo>
                      <a:pt x="0" y="454"/>
                    </a:lnTo>
                    <a:lnTo>
                      <a:pt x="0" y="113"/>
                    </a:lnTo>
                    <a:lnTo>
                      <a:pt x="0" y="113"/>
                    </a:lnTo>
                    <a:lnTo>
                      <a:pt x="1" y="102"/>
                    </a:lnTo>
                    <a:lnTo>
                      <a:pt x="2" y="91"/>
                    </a:lnTo>
                    <a:lnTo>
                      <a:pt x="5" y="80"/>
                    </a:lnTo>
                    <a:lnTo>
                      <a:pt x="9" y="70"/>
                    </a:lnTo>
                    <a:lnTo>
                      <a:pt x="14" y="60"/>
                    </a:lnTo>
                    <a:lnTo>
                      <a:pt x="19" y="49"/>
                    </a:lnTo>
                    <a:lnTo>
                      <a:pt x="27" y="41"/>
                    </a:lnTo>
                    <a:lnTo>
                      <a:pt x="34" y="33"/>
                    </a:lnTo>
                    <a:lnTo>
                      <a:pt x="42" y="26"/>
                    </a:lnTo>
                    <a:lnTo>
                      <a:pt x="51" y="19"/>
                    </a:lnTo>
                    <a:lnTo>
                      <a:pt x="60" y="13"/>
                    </a:lnTo>
                    <a:lnTo>
                      <a:pt x="70" y="9"/>
                    </a:lnTo>
                    <a:lnTo>
                      <a:pt x="80" y="5"/>
                    </a:lnTo>
                    <a:lnTo>
                      <a:pt x="91" y="2"/>
                    </a:lnTo>
                    <a:lnTo>
                      <a:pt x="102" y="0"/>
                    </a:lnTo>
                    <a:lnTo>
                      <a:pt x="114" y="0"/>
                    </a:lnTo>
                    <a:lnTo>
                      <a:pt x="796" y="0"/>
                    </a:lnTo>
                    <a:lnTo>
                      <a:pt x="796" y="0"/>
                    </a:lnTo>
                    <a:lnTo>
                      <a:pt x="808" y="0"/>
                    </a:lnTo>
                    <a:lnTo>
                      <a:pt x="819" y="2"/>
                    </a:lnTo>
                    <a:lnTo>
                      <a:pt x="830" y="5"/>
                    </a:lnTo>
                    <a:lnTo>
                      <a:pt x="841" y="9"/>
                    </a:lnTo>
                    <a:lnTo>
                      <a:pt x="851" y="13"/>
                    </a:lnTo>
                    <a:lnTo>
                      <a:pt x="860" y="19"/>
                    </a:lnTo>
                    <a:lnTo>
                      <a:pt x="869" y="26"/>
                    </a:lnTo>
                    <a:lnTo>
                      <a:pt x="877" y="33"/>
                    </a:lnTo>
                    <a:lnTo>
                      <a:pt x="884" y="41"/>
                    </a:lnTo>
                    <a:lnTo>
                      <a:pt x="891" y="49"/>
                    </a:lnTo>
                    <a:lnTo>
                      <a:pt x="896" y="60"/>
                    </a:lnTo>
                    <a:lnTo>
                      <a:pt x="901" y="70"/>
                    </a:lnTo>
                    <a:lnTo>
                      <a:pt x="905" y="80"/>
                    </a:lnTo>
                    <a:lnTo>
                      <a:pt x="908" y="91"/>
                    </a:lnTo>
                    <a:lnTo>
                      <a:pt x="909" y="102"/>
                    </a:lnTo>
                    <a:lnTo>
                      <a:pt x="910" y="113"/>
                    </a:lnTo>
                    <a:lnTo>
                      <a:pt x="910" y="454"/>
                    </a:lnTo>
                    <a:lnTo>
                      <a:pt x="910" y="454"/>
                    </a:lnTo>
                    <a:lnTo>
                      <a:pt x="909" y="467"/>
                    </a:lnTo>
                    <a:lnTo>
                      <a:pt x="908" y="478"/>
                    </a:lnTo>
                    <a:lnTo>
                      <a:pt x="905" y="489"/>
                    </a:lnTo>
                    <a:lnTo>
                      <a:pt x="901" y="499"/>
                    </a:lnTo>
                    <a:lnTo>
                      <a:pt x="896" y="509"/>
                    </a:lnTo>
                    <a:lnTo>
                      <a:pt x="891" y="518"/>
                    </a:lnTo>
                    <a:lnTo>
                      <a:pt x="884" y="527"/>
                    </a:lnTo>
                    <a:lnTo>
                      <a:pt x="877" y="535"/>
                    </a:lnTo>
                    <a:lnTo>
                      <a:pt x="869" y="542"/>
                    </a:lnTo>
                    <a:lnTo>
                      <a:pt x="860" y="549"/>
                    </a:lnTo>
                    <a:lnTo>
                      <a:pt x="851" y="554"/>
                    </a:lnTo>
                    <a:lnTo>
                      <a:pt x="841" y="560"/>
                    </a:lnTo>
                    <a:lnTo>
                      <a:pt x="830" y="564"/>
                    </a:lnTo>
                    <a:lnTo>
                      <a:pt x="819" y="567"/>
                    </a:lnTo>
                    <a:lnTo>
                      <a:pt x="808" y="568"/>
                    </a:lnTo>
                    <a:lnTo>
                      <a:pt x="796" y="569"/>
                    </a:lnTo>
                    <a:lnTo>
                      <a:pt x="495" y="569"/>
                    </a:lnTo>
                    <a:lnTo>
                      <a:pt x="334" y="730"/>
                    </a:lnTo>
                    <a:lnTo>
                      <a:pt x="334" y="730"/>
                    </a:lnTo>
                    <a:lnTo>
                      <a:pt x="329" y="734"/>
                    </a:lnTo>
                    <a:lnTo>
                      <a:pt x="323" y="737"/>
                    </a:lnTo>
                    <a:lnTo>
                      <a:pt x="318" y="738"/>
                    </a:lnTo>
                    <a:lnTo>
                      <a:pt x="313" y="739"/>
                    </a:lnTo>
                    <a:lnTo>
                      <a:pt x="313" y="739"/>
                    </a:lnTo>
                    <a:close/>
                    <a:moveTo>
                      <a:pt x="114" y="57"/>
                    </a:moveTo>
                    <a:lnTo>
                      <a:pt x="114" y="57"/>
                    </a:lnTo>
                    <a:lnTo>
                      <a:pt x="102" y="58"/>
                    </a:lnTo>
                    <a:lnTo>
                      <a:pt x="92" y="62"/>
                    </a:lnTo>
                    <a:lnTo>
                      <a:pt x="82" y="67"/>
                    </a:lnTo>
                    <a:lnTo>
                      <a:pt x="74" y="74"/>
                    </a:lnTo>
                    <a:lnTo>
                      <a:pt x="67" y="82"/>
                    </a:lnTo>
                    <a:lnTo>
                      <a:pt x="62" y="91"/>
                    </a:lnTo>
                    <a:lnTo>
                      <a:pt x="58" y="102"/>
                    </a:lnTo>
                    <a:lnTo>
                      <a:pt x="57" y="113"/>
                    </a:lnTo>
                    <a:lnTo>
                      <a:pt x="57" y="454"/>
                    </a:lnTo>
                    <a:lnTo>
                      <a:pt x="57" y="454"/>
                    </a:lnTo>
                    <a:lnTo>
                      <a:pt x="58" y="467"/>
                    </a:lnTo>
                    <a:lnTo>
                      <a:pt x="62" y="477"/>
                    </a:lnTo>
                    <a:lnTo>
                      <a:pt x="67" y="487"/>
                    </a:lnTo>
                    <a:lnTo>
                      <a:pt x="74" y="495"/>
                    </a:lnTo>
                    <a:lnTo>
                      <a:pt x="82" y="502"/>
                    </a:lnTo>
                    <a:lnTo>
                      <a:pt x="92" y="507"/>
                    </a:lnTo>
                    <a:lnTo>
                      <a:pt x="102" y="510"/>
                    </a:lnTo>
                    <a:lnTo>
                      <a:pt x="114" y="512"/>
                    </a:lnTo>
                    <a:lnTo>
                      <a:pt x="313" y="512"/>
                    </a:lnTo>
                    <a:lnTo>
                      <a:pt x="313" y="512"/>
                    </a:lnTo>
                    <a:lnTo>
                      <a:pt x="318" y="512"/>
                    </a:lnTo>
                    <a:lnTo>
                      <a:pt x="324" y="514"/>
                    </a:lnTo>
                    <a:lnTo>
                      <a:pt x="329" y="516"/>
                    </a:lnTo>
                    <a:lnTo>
                      <a:pt x="334" y="520"/>
                    </a:lnTo>
                    <a:lnTo>
                      <a:pt x="337" y="524"/>
                    </a:lnTo>
                    <a:lnTo>
                      <a:pt x="340" y="529"/>
                    </a:lnTo>
                    <a:lnTo>
                      <a:pt x="341" y="534"/>
                    </a:lnTo>
                    <a:lnTo>
                      <a:pt x="342" y="540"/>
                    </a:lnTo>
                    <a:lnTo>
                      <a:pt x="342" y="642"/>
                    </a:lnTo>
                    <a:lnTo>
                      <a:pt x="464" y="520"/>
                    </a:lnTo>
                    <a:lnTo>
                      <a:pt x="464" y="520"/>
                    </a:lnTo>
                    <a:lnTo>
                      <a:pt x="468" y="516"/>
                    </a:lnTo>
                    <a:lnTo>
                      <a:pt x="473" y="514"/>
                    </a:lnTo>
                    <a:lnTo>
                      <a:pt x="478" y="512"/>
                    </a:lnTo>
                    <a:lnTo>
                      <a:pt x="484" y="512"/>
                    </a:lnTo>
                    <a:lnTo>
                      <a:pt x="796" y="512"/>
                    </a:lnTo>
                    <a:lnTo>
                      <a:pt x="796" y="512"/>
                    </a:lnTo>
                    <a:lnTo>
                      <a:pt x="808" y="510"/>
                    </a:lnTo>
                    <a:lnTo>
                      <a:pt x="818" y="507"/>
                    </a:lnTo>
                    <a:lnTo>
                      <a:pt x="828" y="502"/>
                    </a:lnTo>
                    <a:lnTo>
                      <a:pt x="837" y="495"/>
                    </a:lnTo>
                    <a:lnTo>
                      <a:pt x="844" y="487"/>
                    </a:lnTo>
                    <a:lnTo>
                      <a:pt x="849" y="477"/>
                    </a:lnTo>
                    <a:lnTo>
                      <a:pt x="852" y="467"/>
                    </a:lnTo>
                    <a:lnTo>
                      <a:pt x="854" y="454"/>
                    </a:lnTo>
                    <a:lnTo>
                      <a:pt x="854" y="113"/>
                    </a:lnTo>
                    <a:lnTo>
                      <a:pt x="854" y="113"/>
                    </a:lnTo>
                    <a:lnTo>
                      <a:pt x="852" y="102"/>
                    </a:lnTo>
                    <a:lnTo>
                      <a:pt x="849" y="91"/>
                    </a:lnTo>
                    <a:lnTo>
                      <a:pt x="844" y="82"/>
                    </a:lnTo>
                    <a:lnTo>
                      <a:pt x="837" y="74"/>
                    </a:lnTo>
                    <a:lnTo>
                      <a:pt x="828" y="67"/>
                    </a:lnTo>
                    <a:lnTo>
                      <a:pt x="818" y="62"/>
                    </a:lnTo>
                    <a:lnTo>
                      <a:pt x="808" y="58"/>
                    </a:lnTo>
                    <a:lnTo>
                      <a:pt x="796" y="57"/>
                    </a:lnTo>
                    <a:lnTo>
                      <a:pt x="114"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0">
                <a:extLst>
                  <a:ext uri="{FF2B5EF4-FFF2-40B4-BE49-F238E27FC236}">
                    <a16:creationId xmlns:a16="http://schemas.microsoft.com/office/drawing/2014/main" id="{E4C01C05-AEEE-928C-6C71-899D964C0547}"/>
                  </a:ext>
                </a:extLst>
              </p:cNvPr>
              <p:cNvSpPr>
                <a:spLocks/>
              </p:cNvSpPr>
              <p:nvPr/>
            </p:nvSpPr>
            <p:spPr bwMode="auto">
              <a:xfrm>
                <a:off x="6529388" y="2225675"/>
                <a:ext cx="14288" cy="14288"/>
              </a:xfrm>
              <a:custGeom>
                <a:avLst/>
                <a:gdLst>
                  <a:gd name="T0" fmla="*/ 29 w 57"/>
                  <a:gd name="T1" fmla="*/ 0 h 57"/>
                  <a:gd name="T2" fmla="*/ 29 w 57"/>
                  <a:gd name="T3" fmla="*/ 0 h 57"/>
                  <a:gd name="T4" fmla="*/ 23 w 57"/>
                  <a:gd name="T5" fmla="*/ 1 h 57"/>
                  <a:gd name="T6" fmla="*/ 18 w 57"/>
                  <a:gd name="T7" fmla="*/ 2 h 57"/>
                  <a:gd name="T8" fmla="*/ 13 w 57"/>
                  <a:gd name="T9" fmla="*/ 5 h 57"/>
                  <a:gd name="T10" fmla="*/ 9 w 57"/>
                  <a:gd name="T11" fmla="*/ 8 h 57"/>
                  <a:gd name="T12" fmla="*/ 5 w 57"/>
                  <a:gd name="T13" fmla="*/ 12 h 57"/>
                  <a:gd name="T14" fmla="*/ 3 w 57"/>
                  <a:gd name="T15" fmla="*/ 17 h 57"/>
                  <a:gd name="T16" fmla="*/ 1 w 57"/>
                  <a:gd name="T17" fmla="*/ 22 h 57"/>
                  <a:gd name="T18" fmla="*/ 0 w 57"/>
                  <a:gd name="T19" fmla="*/ 29 h 57"/>
                  <a:gd name="T20" fmla="*/ 0 w 57"/>
                  <a:gd name="T21" fmla="*/ 29 h 57"/>
                  <a:gd name="T22" fmla="*/ 1 w 57"/>
                  <a:gd name="T23" fmla="*/ 35 h 57"/>
                  <a:gd name="T24" fmla="*/ 3 w 57"/>
                  <a:gd name="T25" fmla="*/ 40 h 57"/>
                  <a:gd name="T26" fmla="*/ 5 w 57"/>
                  <a:gd name="T27" fmla="*/ 45 h 57"/>
                  <a:gd name="T28" fmla="*/ 9 w 57"/>
                  <a:gd name="T29" fmla="*/ 49 h 57"/>
                  <a:gd name="T30" fmla="*/ 13 w 57"/>
                  <a:gd name="T31" fmla="*/ 52 h 57"/>
                  <a:gd name="T32" fmla="*/ 18 w 57"/>
                  <a:gd name="T33" fmla="*/ 55 h 57"/>
                  <a:gd name="T34" fmla="*/ 23 w 57"/>
                  <a:gd name="T35" fmla="*/ 57 h 57"/>
                  <a:gd name="T36" fmla="*/ 29 w 57"/>
                  <a:gd name="T37" fmla="*/ 57 h 57"/>
                  <a:gd name="T38" fmla="*/ 29 w 57"/>
                  <a:gd name="T39" fmla="*/ 57 h 57"/>
                  <a:gd name="T40" fmla="*/ 34 w 57"/>
                  <a:gd name="T41" fmla="*/ 57 h 57"/>
                  <a:gd name="T42" fmla="*/ 40 w 57"/>
                  <a:gd name="T43" fmla="*/ 55 h 57"/>
                  <a:gd name="T44" fmla="*/ 44 w 57"/>
                  <a:gd name="T45" fmla="*/ 52 h 57"/>
                  <a:gd name="T46" fmla="*/ 49 w 57"/>
                  <a:gd name="T47" fmla="*/ 49 h 57"/>
                  <a:gd name="T48" fmla="*/ 52 w 57"/>
                  <a:gd name="T49" fmla="*/ 45 h 57"/>
                  <a:gd name="T50" fmla="*/ 55 w 57"/>
                  <a:gd name="T51" fmla="*/ 40 h 57"/>
                  <a:gd name="T52" fmla="*/ 56 w 57"/>
                  <a:gd name="T53" fmla="*/ 35 h 57"/>
                  <a:gd name="T54" fmla="*/ 57 w 57"/>
                  <a:gd name="T55" fmla="*/ 29 h 57"/>
                  <a:gd name="T56" fmla="*/ 57 w 57"/>
                  <a:gd name="T57" fmla="*/ 29 h 57"/>
                  <a:gd name="T58" fmla="*/ 56 w 57"/>
                  <a:gd name="T59" fmla="*/ 22 h 57"/>
                  <a:gd name="T60" fmla="*/ 55 w 57"/>
                  <a:gd name="T61" fmla="*/ 17 h 57"/>
                  <a:gd name="T62" fmla="*/ 52 w 57"/>
                  <a:gd name="T63" fmla="*/ 12 h 57"/>
                  <a:gd name="T64" fmla="*/ 49 w 57"/>
                  <a:gd name="T65" fmla="*/ 8 h 57"/>
                  <a:gd name="T66" fmla="*/ 44 w 57"/>
                  <a:gd name="T67" fmla="*/ 5 h 57"/>
                  <a:gd name="T68" fmla="*/ 40 w 57"/>
                  <a:gd name="T69" fmla="*/ 2 h 57"/>
                  <a:gd name="T70" fmla="*/ 34 w 57"/>
                  <a:gd name="T71" fmla="*/ 1 h 57"/>
                  <a:gd name="T72" fmla="*/ 29 w 57"/>
                  <a:gd name="T73" fmla="*/ 0 h 57"/>
                  <a:gd name="T74" fmla="*/ 29 w 57"/>
                  <a:gd name="T7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7" h="57">
                    <a:moveTo>
                      <a:pt x="29" y="0"/>
                    </a:moveTo>
                    <a:lnTo>
                      <a:pt x="29" y="0"/>
                    </a:lnTo>
                    <a:lnTo>
                      <a:pt x="23" y="1"/>
                    </a:lnTo>
                    <a:lnTo>
                      <a:pt x="18" y="2"/>
                    </a:lnTo>
                    <a:lnTo>
                      <a:pt x="13" y="5"/>
                    </a:lnTo>
                    <a:lnTo>
                      <a:pt x="9" y="8"/>
                    </a:lnTo>
                    <a:lnTo>
                      <a:pt x="5" y="12"/>
                    </a:lnTo>
                    <a:lnTo>
                      <a:pt x="3" y="17"/>
                    </a:lnTo>
                    <a:lnTo>
                      <a:pt x="1" y="22"/>
                    </a:lnTo>
                    <a:lnTo>
                      <a:pt x="0" y="29"/>
                    </a:lnTo>
                    <a:lnTo>
                      <a:pt x="0" y="29"/>
                    </a:lnTo>
                    <a:lnTo>
                      <a:pt x="1" y="35"/>
                    </a:lnTo>
                    <a:lnTo>
                      <a:pt x="3" y="40"/>
                    </a:lnTo>
                    <a:lnTo>
                      <a:pt x="5" y="45"/>
                    </a:lnTo>
                    <a:lnTo>
                      <a:pt x="9" y="49"/>
                    </a:lnTo>
                    <a:lnTo>
                      <a:pt x="13" y="52"/>
                    </a:lnTo>
                    <a:lnTo>
                      <a:pt x="18" y="55"/>
                    </a:lnTo>
                    <a:lnTo>
                      <a:pt x="23" y="57"/>
                    </a:lnTo>
                    <a:lnTo>
                      <a:pt x="29" y="57"/>
                    </a:lnTo>
                    <a:lnTo>
                      <a:pt x="29" y="57"/>
                    </a:lnTo>
                    <a:lnTo>
                      <a:pt x="34" y="57"/>
                    </a:lnTo>
                    <a:lnTo>
                      <a:pt x="40" y="55"/>
                    </a:lnTo>
                    <a:lnTo>
                      <a:pt x="44" y="52"/>
                    </a:lnTo>
                    <a:lnTo>
                      <a:pt x="49" y="49"/>
                    </a:lnTo>
                    <a:lnTo>
                      <a:pt x="52" y="45"/>
                    </a:lnTo>
                    <a:lnTo>
                      <a:pt x="55" y="40"/>
                    </a:lnTo>
                    <a:lnTo>
                      <a:pt x="56" y="35"/>
                    </a:lnTo>
                    <a:lnTo>
                      <a:pt x="57" y="29"/>
                    </a:lnTo>
                    <a:lnTo>
                      <a:pt x="57" y="29"/>
                    </a:lnTo>
                    <a:lnTo>
                      <a:pt x="56" y="22"/>
                    </a:lnTo>
                    <a:lnTo>
                      <a:pt x="55" y="17"/>
                    </a:lnTo>
                    <a:lnTo>
                      <a:pt x="52" y="12"/>
                    </a:lnTo>
                    <a:lnTo>
                      <a:pt x="49" y="8"/>
                    </a:lnTo>
                    <a:lnTo>
                      <a:pt x="44" y="5"/>
                    </a:lnTo>
                    <a:lnTo>
                      <a:pt x="40" y="2"/>
                    </a:lnTo>
                    <a:lnTo>
                      <a:pt x="34" y="1"/>
                    </a:lnTo>
                    <a:lnTo>
                      <a:pt x="29" y="0"/>
                    </a:ln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1">
                <a:extLst>
                  <a:ext uri="{FF2B5EF4-FFF2-40B4-BE49-F238E27FC236}">
                    <a16:creationId xmlns:a16="http://schemas.microsoft.com/office/drawing/2014/main" id="{6CC6158C-7DBE-969C-1476-F9CF72D0D5BF}"/>
                  </a:ext>
                </a:extLst>
              </p:cNvPr>
              <p:cNvSpPr>
                <a:spLocks/>
              </p:cNvSpPr>
              <p:nvPr/>
            </p:nvSpPr>
            <p:spPr bwMode="auto">
              <a:xfrm>
                <a:off x="6573838" y="2225675"/>
                <a:ext cx="15875" cy="14288"/>
              </a:xfrm>
              <a:custGeom>
                <a:avLst/>
                <a:gdLst>
                  <a:gd name="T0" fmla="*/ 30 w 58"/>
                  <a:gd name="T1" fmla="*/ 0 h 57"/>
                  <a:gd name="T2" fmla="*/ 30 w 58"/>
                  <a:gd name="T3" fmla="*/ 0 h 57"/>
                  <a:gd name="T4" fmla="*/ 24 w 58"/>
                  <a:gd name="T5" fmla="*/ 1 h 57"/>
                  <a:gd name="T6" fmla="*/ 19 w 58"/>
                  <a:gd name="T7" fmla="*/ 2 h 57"/>
                  <a:gd name="T8" fmla="*/ 14 w 58"/>
                  <a:gd name="T9" fmla="*/ 5 h 57"/>
                  <a:gd name="T10" fmla="*/ 10 w 58"/>
                  <a:gd name="T11" fmla="*/ 8 h 57"/>
                  <a:gd name="T12" fmla="*/ 6 w 58"/>
                  <a:gd name="T13" fmla="*/ 12 h 57"/>
                  <a:gd name="T14" fmla="*/ 3 w 58"/>
                  <a:gd name="T15" fmla="*/ 17 h 57"/>
                  <a:gd name="T16" fmla="*/ 1 w 58"/>
                  <a:gd name="T17" fmla="*/ 22 h 57"/>
                  <a:gd name="T18" fmla="*/ 0 w 58"/>
                  <a:gd name="T19" fmla="*/ 29 h 57"/>
                  <a:gd name="T20" fmla="*/ 0 w 58"/>
                  <a:gd name="T21" fmla="*/ 29 h 57"/>
                  <a:gd name="T22" fmla="*/ 1 w 58"/>
                  <a:gd name="T23" fmla="*/ 35 h 57"/>
                  <a:gd name="T24" fmla="*/ 3 w 58"/>
                  <a:gd name="T25" fmla="*/ 40 h 57"/>
                  <a:gd name="T26" fmla="*/ 6 w 58"/>
                  <a:gd name="T27" fmla="*/ 45 h 57"/>
                  <a:gd name="T28" fmla="*/ 10 w 58"/>
                  <a:gd name="T29" fmla="*/ 49 h 57"/>
                  <a:gd name="T30" fmla="*/ 14 w 58"/>
                  <a:gd name="T31" fmla="*/ 52 h 57"/>
                  <a:gd name="T32" fmla="*/ 19 w 58"/>
                  <a:gd name="T33" fmla="*/ 55 h 57"/>
                  <a:gd name="T34" fmla="*/ 24 w 58"/>
                  <a:gd name="T35" fmla="*/ 57 h 57"/>
                  <a:gd name="T36" fmla="*/ 30 w 58"/>
                  <a:gd name="T37" fmla="*/ 57 h 57"/>
                  <a:gd name="T38" fmla="*/ 30 w 58"/>
                  <a:gd name="T39" fmla="*/ 57 h 57"/>
                  <a:gd name="T40" fmla="*/ 35 w 58"/>
                  <a:gd name="T41" fmla="*/ 57 h 57"/>
                  <a:gd name="T42" fmla="*/ 40 w 58"/>
                  <a:gd name="T43" fmla="*/ 55 h 57"/>
                  <a:gd name="T44" fmla="*/ 45 w 58"/>
                  <a:gd name="T45" fmla="*/ 52 h 57"/>
                  <a:gd name="T46" fmla="*/ 49 w 58"/>
                  <a:gd name="T47" fmla="*/ 49 h 57"/>
                  <a:gd name="T48" fmla="*/ 53 w 58"/>
                  <a:gd name="T49" fmla="*/ 45 h 57"/>
                  <a:gd name="T50" fmla="*/ 55 w 58"/>
                  <a:gd name="T51" fmla="*/ 40 h 57"/>
                  <a:gd name="T52" fmla="*/ 57 w 58"/>
                  <a:gd name="T53" fmla="*/ 35 h 57"/>
                  <a:gd name="T54" fmla="*/ 58 w 58"/>
                  <a:gd name="T55" fmla="*/ 29 h 57"/>
                  <a:gd name="T56" fmla="*/ 58 w 58"/>
                  <a:gd name="T57" fmla="*/ 29 h 57"/>
                  <a:gd name="T58" fmla="*/ 57 w 58"/>
                  <a:gd name="T59" fmla="*/ 22 h 57"/>
                  <a:gd name="T60" fmla="*/ 55 w 58"/>
                  <a:gd name="T61" fmla="*/ 17 h 57"/>
                  <a:gd name="T62" fmla="*/ 53 w 58"/>
                  <a:gd name="T63" fmla="*/ 12 h 57"/>
                  <a:gd name="T64" fmla="*/ 49 w 58"/>
                  <a:gd name="T65" fmla="*/ 8 h 57"/>
                  <a:gd name="T66" fmla="*/ 45 w 58"/>
                  <a:gd name="T67" fmla="*/ 5 h 57"/>
                  <a:gd name="T68" fmla="*/ 40 w 58"/>
                  <a:gd name="T69" fmla="*/ 2 h 57"/>
                  <a:gd name="T70" fmla="*/ 35 w 58"/>
                  <a:gd name="T71" fmla="*/ 1 h 57"/>
                  <a:gd name="T72" fmla="*/ 30 w 58"/>
                  <a:gd name="T73" fmla="*/ 0 h 57"/>
                  <a:gd name="T74" fmla="*/ 30 w 58"/>
                  <a:gd name="T7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 h="57">
                    <a:moveTo>
                      <a:pt x="30" y="0"/>
                    </a:moveTo>
                    <a:lnTo>
                      <a:pt x="30" y="0"/>
                    </a:lnTo>
                    <a:lnTo>
                      <a:pt x="24" y="1"/>
                    </a:lnTo>
                    <a:lnTo>
                      <a:pt x="19" y="2"/>
                    </a:lnTo>
                    <a:lnTo>
                      <a:pt x="14" y="5"/>
                    </a:lnTo>
                    <a:lnTo>
                      <a:pt x="10" y="8"/>
                    </a:lnTo>
                    <a:lnTo>
                      <a:pt x="6" y="12"/>
                    </a:lnTo>
                    <a:lnTo>
                      <a:pt x="3" y="17"/>
                    </a:lnTo>
                    <a:lnTo>
                      <a:pt x="1" y="22"/>
                    </a:lnTo>
                    <a:lnTo>
                      <a:pt x="0" y="29"/>
                    </a:lnTo>
                    <a:lnTo>
                      <a:pt x="0" y="29"/>
                    </a:lnTo>
                    <a:lnTo>
                      <a:pt x="1" y="35"/>
                    </a:lnTo>
                    <a:lnTo>
                      <a:pt x="3" y="40"/>
                    </a:lnTo>
                    <a:lnTo>
                      <a:pt x="6" y="45"/>
                    </a:lnTo>
                    <a:lnTo>
                      <a:pt x="10" y="49"/>
                    </a:lnTo>
                    <a:lnTo>
                      <a:pt x="14" y="52"/>
                    </a:lnTo>
                    <a:lnTo>
                      <a:pt x="19" y="55"/>
                    </a:lnTo>
                    <a:lnTo>
                      <a:pt x="24" y="57"/>
                    </a:lnTo>
                    <a:lnTo>
                      <a:pt x="30" y="57"/>
                    </a:lnTo>
                    <a:lnTo>
                      <a:pt x="30" y="57"/>
                    </a:lnTo>
                    <a:lnTo>
                      <a:pt x="35" y="57"/>
                    </a:lnTo>
                    <a:lnTo>
                      <a:pt x="40" y="55"/>
                    </a:lnTo>
                    <a:lnTo>
                      <a:pt x="45" y="52"/>
                    </a:lnTo>
                    <a:lnTo>
                      <a:pt x="49" y="49"/>
                    </a:lnTo>
                    <a:lnTo>
                      <a:pt x="53" y="45"/>
                    </a:lnTo>
                    <a:lnTo>
                      <a:pt x="55" y="40"/>
                    </a:lnTo>
                    <a:lnTo>
                      <a:pt x="57" y="35"/>
                    </a:lnTo>
                    <a:lnTo>
                      <a:pt x="58" y="29"/>
                    </a:lnTo>
                    <a:lnTo>
                      <a:pt x="58" y="29"/>
                    </a:lnTo>
                    <a:lnTo>
                      <a:pt x="57" y="22"/>
                    </a:lnTo>
                    <a:lnTo>
                      <a:pt x="55" y="17"/>
                    </a:lnTo>
                    <a:lnTo>
                      <a:pt x="53" y="12"/>
                    </a:lnTo>
                    <a:lnTo>
                      <a:pt x="49" y="8"/>
                    </a:lnTo>
                    <a:lnTo>
                      <a:pt x="45" y="5"/>
                    </a:lnTo>
                    <a:lnTo>
                      <a:pt x="40" y="2"/>
                    </a:lnTo>
                    <a:lnTo>
                      <a:pt x="35" y="1"/>
                    </a:lnTo>
                    <a:lnTo>
                      <a:pt x="30" y="0"/>
                    </a:lnTo>
                    <a:lnTo>
                      <a:pt x="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2">
                <a:extLst>
                  <a:ext uri="{FF2B5EF4-FFF2-40B4-BE49-F238E27FC236}">
                    <a16:creationId xmlns:a16="http://schemas.microsoft.com/office/drawing/2014/main" id="{D141C1E2-C5F1-7824-BEF4-D24974FD7839}"/>
                  </a:ext>
                </a:extLst>
              </p:cNvPr>
              <p:cNvSpPr>
                <a:spLocks/>
              </p:cNvSpPr>
              <p:nvPr/>
            </p:nvSpPr>
            <p:spPr bwMode="auto">
              <a:xfrm>
                <a:off x="6484938" y="2225675"/>
                <a:ext cx="14288" cy="14288"/>
              </a:xfrm>
              <a:custGeom>
                <a:avLst/>
                <a:gdLst>
                  <a:gd name="T0" fmla="*/ 28 w 58"/>
                  <a:gd name="T1" fmla="*/ 0 h 57"/>
                  <a:gd name="T2" fmla="*/ 28 w 58"/>
                  <a:gd name="T3" fmla="*/ 0 h 57"/>
                  <a:gd name="T4" fmla="*/ 23 w 58"/>
                  <a:gd name="T5" fmla="*/ 1 h 57"/>
                  <a:gd name="T6" fmla="*/ 18 w 58"/>
                  <a:gd name="T7" fmla="*/ 2 h 57"/>
                  <a:gd name="T8" fmla="*/ 13 w 58"/>
                  <a:gd name="T9" fmla="*/ 5 h 57"/>
                  <a:gd name="T10" fmla="*/ 9 w 58"/>
                  <a:gd name="T11" fmla="*/ 8 h 57"/>
                  <a:gd name="T12" fmla="*/ 5 w 58"/>
                  <a:gd name="T13" fmla="*/ 12 h 57"/>
                  <a:gd name="T14" fmla="*/ 3 w 58"/>
                  <a:gd name="T15" fmla="*/ 17 h 57"/>
                  <a:gd name="T16" fmla="*/ 1 w 58"/>
                  <a:gd name="T17" fmla="*/ 22 h 57"/>
                  <a:gd name="T18" fmla="*/ 0 w 58"/>
                  <a:gd name="T19" fmla="*/ 29 h 57"/>
                  <a:gd name="T20" fmla="*/ 0 w 58"/>
                  <a:gd name="T21" fmla="*/ 29 h 57"/>
                  <a:gd name="T22" fmla="*/ 1 w 58"/>
                  <a:gd name="T23" fmla="*/ 35 h 57"/>
                  <a:gd name="T24" fmla="*/ 3 w 58"/>
                  <a:gd name="T25" fmla="*/ 40 h 57"/>
                  <a:gd name="T26" fmla="*/ 5 w 58"/>
                  <a:gd name="T27" fmla="*/ 45 h 57"/>
                  <a:gd name="T28" fmla="*/ 9 w 58"/>
                  <a:gd name="T29" fmla="*/ 49 h 57"/>
                  <a:gd name="T30" fmla="*/ 13 w 58"/>
                  <a:gd name="T31" fmla="*/ 52 h 57"/>
                  <a:gd name="T32" fmla="*/ 18 w 58"/>
                  <a:gd name="T33" fmla="*/ 55 h 57"/>
                  <a:gd name="T34" fmla="*/ 23 w 58"/>
                  <a:gd name="T35" fmla="*/ 57 h 57"/>
                  <a:gd name="T36" fmla="*/ 28 w 58"/>
                  <a:gd name="T37" fmla="*/ 57 h 57"/>
                  <a:gd name="T38" fmla="*/ 28 w 58"/>
                  <a:gd name="T39" fmla="*/ 57 h 57"/>
                  <a:gd name="T40" fmla="*/ 34 w 58"/>
                  <a:gd name="T41" fmla="*/ 57 h 57"/>
                  <a:gd name="T42" fmla="*/ 39 w 58"/>
                  <a:gd name="T43" fmla="*/ 55 h 57"/>
                  <a:gd name="T44" fmla="*/ 45 w 58"/>
                  <a:gd name="T45" fmla="*/ 52 h 57"/>
                  <a:gd name="T46" fmla="*/ 49 w 58"/>
                  <a:gd name="T47" fmla="*/ 49 h 57"/>
                  <a:gd name="T48" fmla="*/ 53 w 58"/>
                  <a:gd name="T49" fmla="*/ 45 h 57"/>
                  <a:gd name="T50" fmla="*/ 55 w 58"/>
                  <a:gd name="T51" fmla="*/ 40 h 57"/>
                  <a:gd name="T52" fmla="*/ 57 w 58"/>
                  <a:gd name="T53" fmla="*/ 35 h 57"/>
                  <a:gd name="T54" fmla="*/ 58 w 58"/>
                  <a:gd name="T55" fmla="*/ 29 h 57"/>
                  <a:gd name="T56" fmla="*/ 58 w 58"/>
                  <a:gd name="T57" fmla="*/ 29 h 57"/>
                  <a:gd name="T58" fmla="*/ 57 w 58"/>
                  <a:gd name="T59" fmla="*/ 22 h 57"/>
                  <a:gd name="T60" fmla="*/ 55 w 58"/>
                  <a:gd name="T61" fmla="*/ 17 h 57"/>
                  <a:gd name="T62" fmla="*/ 53 w 58"/>
                  <a:gd name="T63" fmla="*/ 12 h 57"/>
                  <a:gd name="T64" fmla="*/ 49 w 58"/>
                  <a:gd name="T65" fmla="*/ 8 h 57"/>
                  <a:gd name="T66" fmla="*/ 45 w 58"/>
                  <a:gd name="T67" fmla="*/ 5 h 57"/>
                  <a:gd name="T68" fmla="*/ 39 w 58"/>
                  <a:gd name="T69" fmla="*/ 2 h 57"/>
                  <a:gd name="T70" fmla="*/ 34 w 58"/>
                  <a:gd name="T71" fmla="*/ 1 h 57"/>
                  <a:gd name="T72" fmla="*/ 28 w 58"/>
                  <a:gd name="T73" fmla="*/ 0 h 57"/>
                  <a:gd name="T74" fmla="*/ 28 w 58"/>
                  <a:gd name="T7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 h="57">
                    <a:moveTo>
                      <a:pt x="28" y="0"/>
                    </a:moveTo>
                    <a:lnTo>
                      <a:pt x="28" y="0"/>
                    </a:lnTo>
                    <a:lnTo>
                      <a:pt x="23" y="1"/>
                    </a:lnTo>
                    <a:lnTo>
                      <a:pt x="18" y="2"/>
                    </a:lnTo>
                    <a:lnTo>
                      <a:pt x="13" y="5"/>
                    </a:lnTo>
                    <a:lnTo>
                      <a:pt x="9" y="8"/>
                    </a:lnTo>
                    <a:lnTo>
                      <a:pt x="5" y="12"/>
                    </a:lnTo>
                    <a:lnTo>
                      <a:pt x="3" y="17"/>
                    </a:lnTo>
                    <a:lnTo>
                      <a:pt x="1" y="22"/>
                    </a:lnTo>
                    <a:lnTo>
                      <a:pt x="0" y="29"/>
                    </a:lnTo>
                    <a:lnTo>
                      <a:pt x="0" y="29"/>
                    </a:lnTo>
                    <a:lnTo>
                      <a:pt x="1" y="35"/>
                    </a:lnTo>
                    <a:lnTo>
                      <a:pt x="3" y="40"/>
                    </a:lnTo>
                    <a:lnTo>
                      <a:pt x="5" y="45"/>
                    </a:lnTo>
                    <a:lnTo>
                      <a:pt x="9" y="49"/>
                    </a:lnTo>
                    <a:lnTo>
                      <a:pt x="13" y="52"/>
                    </a:lnTo>
                    <a:lnTo>
                      <a:pt x="18" y="55"/>
                    </a:lnTo>
                    <a:lnTo>
                      <a:pt x="23" y="57"/>
                    </a:lnTo>
                    <a:lnTo>
                      <a:pt x="28" y="57"/>
                    </a:lnTo>
                    <a:lnTo>
                      <a:pt x="28" y="57"/>
                    </a:lnTo>
                    <a:lnTo>
                      <a:pt x="34" y="57"/>
                    </a:lnTo>
                    <a:lnTo>
                      <a:pt x="39" y="55"/>
                    </a:lnTo>
                    <a:lnTo>
                      <a:pt x="45" y="52"/>
                    </a:lnTo>
                    <a:lnTo>
                      <a:pt x="49" y="49"/>
                    </a:lnTo>
                    <a:lnTo>
                      <a:pt x="53" y="45"/>
                    </a:lnTo>
                    <a:lnTo>
                      <a:pt x="55" y="40"/>
                    </a:lnTo>
                    <a:lnTo>
                      <a:pt x="57" y="35"/>
                    </a:lnTo>
                    <a:lnTo>
                      <a:pt x="58" y="29"/>
                    </a:lnTo>
                    <a:lnTo>
                      <a:pt x="58" y="29"/>
                    </a:lnTo>
                    <a:lnTo>
                      <a:pt x="57" y="22"/>
                    </a:lnTo>
                    <a:lnTo>
                      <a:pt x="55" y="17"/>
                    </a:lnTo>
                    <a:lnTo>
                      <a:pt x="53" y="12"/>
                    </a:lnTo>
                    <a:lnTo>
                      <a:pt x="49" y="8"/>
                    </a:lnTo>
                    <a:lnTo>
                      <a:pt x="45" y="5"/>
                    </a:lnTo>
                    <a:lnTo>
                      <a:pt x="39" y="2"/>
                    </a:lnTo>
                    <a:lnTo>
                      <a:pt x="34" y="1"/>
                    </a:lnTo>
                    <a:lnTo>
                      <a:pt x="28" y="0"/>
                    </a:ln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3">
                <a:extLst>
                  <a:ext uri="{FF2B5EF4-FFF2-40B4-BE49-F238E27FC236}">
                    <a16:creationId xmlns:a16="http://schemas.microsoft.com/office/drawing/2014/main" id="{68DA6E9C-3EEE-4A2D-C7B3-1F7160B1BD5D}"/>
                  </a:ext>
                </a:extLst>
              </p:cNvPr>
              <p:cNvSpPr>
                <a:spLocks/>
              </p:cNvSpPr>
              <p:nvPr/>
            </p:nvSpPr>
            <p:spPr bwMode="auto">
              <a:xfrm>
                <a:off x="6362700" y="2473325"/>
                <a:ext cx="30163" cy="30163"/>
              </a:xfrm>
              <a:custGeom>
                <a:avLst/>
                <a:gdLst>
                  <a:gd name="T0" fmla="*/ 56 w 114"/>
                  <a:gd name="T1" fmla="*/ 115 h 115"/>
                  <a:gd name="T2" fmla="*/ 56 w 114"/>
                  <a:gd name="T3" fmla="*/ 115 h 115"/>
                  <a:gd name="T4" fmla="*/ 45 w 114"/>
                  <a:gd name="T5" fmla="*/ 113 h 115"/>
                  <a:gd name="T6" fmla="*/ 35 w 114"/>
                  <a:gd name="T7" fmla="*/ 110 h 115"/>
                  <a:gd name="T8" fmla="*/ 25 w 114"/>
                  <a:gd name="T9" fmla="*/ 104 h 115"/>
                  <a:gd name="T10" fmla="*/ 17 w 114"/>
                  <a:gd name="T11" fmla="*/ 97 h 115"/>
                  <a:gd name="T12" fmla="*/ 10 w 114"/>
                  <a:gd name="T13" fmla="*/ 89 h 115"/>
                  <a:gd name="T14" fmla="*/ 5 w 114"/>
                  <a:gd name="T15" fmla="*/ 79 h 115"/>
                  <a:gd name="T16" fmla="*/ 1 w 114"/>
                  <a:gd name="T17" fmla="*/ 69 h 115"/>
                  <a:gd name="T18" fmla="*/ 0 w 114"/>
                  <a:gd name="T19" fmla="*/ 57 h 115"/>
                  <a:gd name="T20" fmla="*/ 0 w 114"/>
                  <a:gd name="T21" fmla="*/ 57 h 115"/>
                  <a:gd name="T22" fmla="*/ 1 w 114"/>
                  <a:gd name="T23" fmla="*/ 46 h 115"/>
                  <a:gd name="T24" fmla="*/ 5 w 114"/>
                  <a:gd name="T25" fmla="*/ 35 h 115"/>
                  <a:gd name="T26" fmla="*/ 10 w 114"/>
                  <a:gd name="T27" fmla="*/ 26 h 115"/>
                  <a:gd name="T28" fmla="*/ 17 w 114"/>
                  <a:gd name="T29" fmla="*/ 17 h 115"/>
                  <a:gd name="T30" fmla="*/ 25 w 114"/>
                  <a:gd name="T31" fmla="*/ 11 h 115"/>
                  <a:gd name="T32" fmla="*/ 35 w 114"/>
                  <a:gd name="T33" fmla="*/ 5 h 115"/>
                  <a:gd name="T34" fmla="*/ 45 w 114"/>
                  <a:gd name="T35" fmla="*/ 1 h 115"/>
                  <a:gd name="T36" fmla="*/ 56 w 114"/>
                  <a:gd name="T37" fmla="*/ 0 h 115"/>
                  <a:gd name="T38" fmla="*/ 56 w 114"/>
                  <a:gd name="T39" fmla="*/ 0 h 115"/>
                  <a:gd name="T40" fmla="*/ 68 w 114"/>
                  <a:gd name="T41" fmla="*/ 1 h 115"/>
                  <a:gd name="T42" fmla="*/ 78 w 114"/>
                  <a:gd name="T43" fmla="*/ 5 h 115"/>
                  <a:gd name="T44" fmla="*/ 88 w 114"/>
                  <a:gd name="T45" fmla="*/ 11 h 115"/>
                  <a:gd name="T46" fmla="*/ 97 w 114"/>
                  <a:gd name="T47" fmla="*/ 17 h 115"/>
                  <a:gd name="T48" fmla="*/ 104 w 114"/>
                  <a:gd name="T49" fmla="*/ 26 h 115"/>
                  <a:gd name="T50" fmla="*/ 109 w 114"/>
                  <a:gd name="T51" fmla="*/ 35 h 115"/>
                  <a:gd name="T52" fmla="*/ 113 w 114"/>
                  <a:gd name="T53" fmla="*/ 46 h 115"/>
                  <a:gd name="T54" fmla="*/ 114 w 114"/>
                  <a:gd name="T55" fmla="*/ 57 h 115"/>
                  <a:gd name="T56" fmla="*/ 114 w 114"/>
                  <a:gd name="T57" fmla="*/ 57 h 115"/>
                  <a:gd name="T58" fmla="*/ 113 w 114"/>
                  <a:gd name="T59" fmla="*/ 69 h 115"/>
                  <a:gd name="T60" fmla="*/ 109 w 114"/>
                  <a:gd name="T61" fmla="*/ 79 h 115"/>
                  <a:gd name="T62" fmla="*/ 104 w 114"/>
                  <a:gd name="T63" fmla="*/ 89 h 115"/>
                  <a:gd name="T64" fmla="*/ 97 w 114"/>
                  <a:gd name="T65" fmla="*/ 97 h 115"/>
                  <a:gd name="T66" fmla="*/ 88 w 114"/>
                  <a:gd name="T67" fmla="*/ 104 h 115"/>
                  <a:gd name="T68" fmla="*/ 78 w 114"/>
                  <a:gd name="T69" fmla="*/ 110 h 115"/>
                  <a:gd name="T70" fmla="*/ 68 w 114"/>
                  <a:gd name="T71" fmla="*/ 113 h 115"/>
                  <a:gd name="T72" fmla="*/ 56 w 114"/>
                  <a:gd name="T73" fmla="*/ 115 h 115"/>
                  <a:gd name="T74" fmla="*/ 56 w 114"/>
                  <a:gd name="T75"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4" h="115">
                    <a:moveTo>
                      <a:pt x="56" y="115"/>
                    </a:moveTo>
                    <a:lnTo>
                      <a:pt x="56" y="115"/>
                    </a:lnTo>
                    <a:lnTo>
                      <a:pt x="45" y="113"/>
                    </a:lnTo>
                    <a:lnTo>
                      <a:pt x="35" y="110"/>
                    </a:lnTo>
                    <a:lnTo>
                      <a:pt x="25" y="104"/>
                    </a:lnTo>
                    <a:lnTo>
                      <a:pt x="17" y="97"/>
                    </a:lnTo>
                    <a:lnTo>
                      <a:pt x="10" y="89"/>
                    </a:lnTo>
                    <a:lnTo>
                      <a:pt x="5" y="79"/>
                    </a:lnTo>
                    <a:lnTo>
                      <a:pt x="1" y="69"/>
                    </a:lnTo>
                    <a:lnTo>
                      <a:pt x="0" y="57"/>
                    </a:lnTo>
                    <a:lnTo>
                      <a:pt x="0" y="57"/>
                    </a:lnTo>
                    <a:lnTo>
                      <a:pt x="1" y="46"/>
                    </a:lnTo>
                    <a:lnTo>
                      <a:pt x="5" y="35"/>
                    </a:lnTo>
                    <a:lnTo>
                      <a:pt x="10" y="26"/>
                    </a:lnTo>
                    <a:lnTo>
                      <a:pt x="17" y="17"/>
                    </a:lnTo>
                    <a:lnTo>
                      <a:pt x="25" y="11"/>
                    </a:lnTo>
                    <a:lnTo>
                      <a:pt x="35" y="5"/>
                    </a:lnTo>
                    <a:lnTo>
                      <a:pt x="45" y="1"/>
                    </a:lnTo>
                    <a:lnTo>
                      <a:pt x="56" y="0"/>
                    </a:lnTo>
                    <a:lnTo>
                      <a:pt x="56" y="0"/>
                    </a:lnTo>
                    <a:lnTo>
                      <a:pt x="68" y="1"/>
                    </a:lnTo>
                    <a:lnTo>
                      <a:pt x="78" y="5"/>
                    </a:lnTo>
                    <a:lnTo>
                      <a:pt x="88" y="11"/>
                    </a:lnTo>
                    <a:lnTo>
                      <a:pt x="97" y="17"/>
                    </a:lnTo>
                    <a:lnTo>
                      <a:pt x="104" y="26"/>
                    </a:lnTo>
                    <a:lnTo>
                      <a:pt x="109" y="35"/>
                    </a:lnTo>
                    <a:lnTo>
                      <a:pt x="113" y="46"/>
                    </a:lnTo>
                    <a:lnTo>
                      <a:pt x="114" y="57"/>
                    </a:lnTo>
                    <a:lnTo>
                      <a:pt x="114" y="57"/>
                    </a:lnTo>
                    <a:lnTo>
                      <a:pt x="113" y="69"/>
                    </a:lnTo>
                    <a:lnTo>
                      <a:pt x="109" y="79"/>
                    </a:lnTo>
                    <a:lnTo>
                      <a:pt x="104" y="89"/>
                    </a:lnTo>
                    <a:lnTo>
                      <a:pt x="97" y="97"/>
                    </a:lnTo>
                    <a:lnTo>
                      <a:pt x="88" y="104"/>
                    </a:lnTo>
                    <a:lnTo>
                      <a:pt x="78" y="110"/>
                    </a:lnTo>
                    <a:lnTo>
                      <a:pt x="68" y="113"/>
                    </a:lnTo>
                    <a:lnTo>
                      <a:pt x="56" y="115"/>
                    </a:lnTo>
                    <a:lnTo>
                      <a:pt x="56"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98" name="Group 197">
            <a:extLst>
              <a:ext uri="{FF2B5EF4-FFF2-40B4-BE49-F238E27FC236}">
                <a16:creationId xmlns:a16="http://schemas.microsoft.com/office/drawing/2014/main" id="{3A2BC1F5-470A-4D6C-5394-5664CDF4CB45}"/>
              </a:ext>
            </a:extLst>
          </p:cNvPr>
          <p:cNvGrpSpPr/>
          <p:nvPr/>
        </p:nvGrpSpPr>
        <p:grpSpPr>
          <a:xfrm>
            <a:off x="8744385" y="4310726"/>
            <a:ext cx="1528146" cy="1677234"/>
            <a:chOff x="8744385" y="4310726"/>
            <a:chExt cx="1528146" cy="1677234"/>
          </a:xfrm>
        </p:grpSpPr>
        <p:sp>
          <p:nvSpPr>
            <p:cNvPr id="24" name="Sechseck 78">
              <a:extLst>
                <a:ext uri="{FF2B5EF4-FFF2-40B4-BE49-F238E27FC236}">
                  <a16:creationId xmlns:a16="http://schemas.microsoft.com/office/drawing/2014/main" id="{8A82E073-C6BB-2836-12AD-EFDD5A1FA588}"/>
                </a:ext>
              </a:extLst>
            </p:cNvPr>
            <p:cNvSpPr/>
            <p:nvPr/>
          </p:nvSpPr>
          <p:spPr>
            <a:xfrm rot="5400000">
              <a:off x="8669841" y="4385270"/>
              <a:ext cx="1677234" cy="1528146"/>
            </a:xfrm>
            <a:prstGeom prst="hexagon">
              <a:avLst>
                <a:gd name="adj" fmla="val 25000"/>
                <a:gd name="vf" fmla="val 115470"/>
              </a:avLst>
            </a:prstGeom>
            <a:solidFill>
              <a:schemeClr val="bg1"/>
            </a:solidFill>
            <a:ln>
              <a:noFill/>
            </a:ln>
            <a:effectLst>
              <a:outerShdw blurRad="190500" algn="tl"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vert="vert270" lIns="0" tIns="0" rIns="0" bIns="0" anchor="ctr">
              <a:normAutofit/>
            </a:bodyPr>
            <a:lstStyle/>
            <a:p>
              <a:pPr algn="ctr"/>
              <a:endParaRPr lang="de-DE" b="1"/>
            </a:p>
          </p:txBody>
        </p:sp>
        <p:sp>
          <p:nvSpPr>
            <p:cNvPr id="54" name="Sechseck 6">
              <a:extLst>
                <a:ext uri="{FF2B5EF4-FFF2-40B4-BE49-F238E27FC236}">
                  <a16:creationId xmlns:a16="http://schemas.microsoft.com/office/drawing/2014/main" id="{928A8FD3-6363-9145-6BDE-448821FDAAA1}"/>
                </a:ext>
              </a:extLst>
            </p:cNvPr>
            <p:cNvSpPr txBox="1"/>
            <p:nvPr/>
          </p:nvSpPr>
          <p:spPr>
            <a:xfrm>
              <a:off x="8788452" y="5306788"/>
              <a:ext cx="1440000" cy="38779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none" lIns="0" tIns="0" rIns="0" bIns="0" numCol="1" spcCol="1270" anchor="ctr" anchorCtr="0">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lvl="0" indent="0" algn="ctr" defTabSz="577850">
                <a:lnSpc>
                  <a:spcPct val="90000"/>
                </a:lnSpc>
                <a:spcBef>
                  <a:spcPct val="0"/>
                </a:spcBef>
                <a:spcAft>
                  <a:spcPct val="35000"/>
                </a:spcAft>
                <a:buNone/>
              </a:pPr>
              <a:r>
                <a:rPr lang="de-DE" sz="1400" b="1" kern="1200" dirty="0">
                  <a:solidFill>
                    <a:schemeClr val="accent1"/>
                  </a:solidFill>
                </a:rPr>
                <a:t>Global </a:t>
              </a:r>
              <a:br>
                <a:rPr lang="de-DE" sz="1400" b="1" kern="1200" dirty="0">
                  <a:solidFill>
                    <a:schemeClr val="accent1"/>
                  </a:solidFill>
                </a:rPr>
              </a:br>
              <a:r>
                <a:rPr lang="de-DE" sz="1400" b="1" kern="1200" dirty="0">
                  <a:solidFill>
                    <a:schemeClr val="accent1"/>
                  </a:solidFill>
                </a:rPr>
                <a:t>Sourcing</a:t>
              </a:r>
            </a:p>
          </p:txBody>
        </p:sp>
        <p:sp>
          <p:nvSpPr>
            <p:cNvPr id="80" name="Sechseck 39">
              <a:extLst>
                <a:ext uri="{FF2B5EF4-FFF2-40B4-BE49-F238E27FC236}">
                  <a16:creationId xmlns:a16="http://schemas.microsoft.com/office/drawing/2014/main" id="{048587D4-2888-8700-399C-489D9B031CAF}"/>
                </a:ext>
              </a:extLst>
            </p:cNvPr>
            <p:cNvSpPr/>
            <p:nvPr/>
          </p:nvSpPr>
          <p:spPr>
            <a:xfrm rot="5400000" flipH="1">
              <a:off x="9166967" y="4447474"/>
              <a:ext cx="682983" cy="625511"/>
            </a:xfrm>
            <a:prstGeom prst="hexagon">
              <a:avLst>
                <a:gd name="adj" fmla="val 25000"/>
                <a:gd name="vf" fmla="val 115470"/>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endParaRPr lang="de-DE" dirty="0"/>
            </a:p>
          </p:txBody>
        </p:sp>
        <p:grpSp>
          <p:nvGrpSpPr>
            <p:cNvPr id="184" name="Group 94">
              <a:extLst>
                <a:ext uri="{FF2B5EF4-FFF2-40B4-BE49-F238E27FC236}">
                  <a16:creationId xmlns:a16="http://schemas.microsoft.com/office/drawing/2014/main" id="{CE51F7AA-95B5-916B-524D-BAF6156E571C}"/>
                </a:ext>
              </a:extLst>
            </p:cNvPr>
            <p:cNvGrpSpPr/>
            <p:nvPr/>
          </p:nvGrpSpPr>
          <p:grpSpPr>
            <a:xfrm>
              <a:off x="9358367" y="4610138"/>
              <a:ext cx="300182" cy="300182"/>
              <a:chOff x="4130675" y="744538"/>
              <a:chExt cx="330200" cy="330200"/>
            </a:xfrm>
            <a:solidFill>
              <a:schemeClr val="bg1"/>
            </a:solidFill>
          </p:grpSpPr>
          <p:sp>
            <p:nvSpPr>
              <p:cNvPr id="185" name="Freeform 985">
                <a:extLst>
                  <a:ext uri="{FF2B5EF4-FFF2-40B4-BE49-F238E27FC236}">
                    <a16:creationId xmlns:a16="http://schemas.microsoft.com/office/drawing/2014/main" id="{B71FCA02-7E29-3B84-2813-31E09AA40DE7}"/>
                  </a:ext>
                </a:extLst>
              </p:cNvPr>
              <p:cNvSpPr>
                <a:spLocks noEditPoints="1"/>
              </p:cNvSpPr>
              <p:nvPr/>
            </p:nvSpPr>
            <p:spPr bwMode="auto">
              <a:xfrm>
                <a:off x="4191000" y="804863"/>
                <a:ext cx="209550" cy="209550"/>
              </a:xfrm>
              <a:custGeom>
                <a:avLst/>
                <a:gdLst>
                  <a:gd name="T0" fmla="*/ 336 w 794"/>
                  <a:gd name="T1" fmla="*/ 789 h 794"/>
                  <a:gd name="T2" fmla="*/ 242 w 794"/>
                  <a:gd name="T3" fmla="*/ 762 h 794"/>
                  <a:gd name="T4" fmla="*/ 160 w 794"/>
                  <a:gd name="T5" fmla="*/ 715 h 794"/>
                  <a:gd name="T6" fmla="*/ 91 w 794"/>
                  <a:gd name="T7" fmla="*/ 649 h 794"/>
                  <a:gd name="T8" fmla="*/ 39 w 794"/>
                  <a:gd name="T9" fmla="*/ 569 h 794"/>
                  <a:gd name="T10" fmla="*/ 8 w 794"/>
                  <a:gd name="T11" fmla="*/ 477 h 794"/>
                  <a:gd name="T12" fmla="*/ 0 w 794"/>
                  <a:gd name="T13" fmla="*/ 397 h 794"/>
                  <a:gd name="T14" fmla="*/ 12 w 794"/>
                  <a:gd name="T15" fmla="*/ 298 h 794"/>
                  <a:gd name="T16" fmla="*/ 47 w 794"/>
                  <a:gd name="T17" fmla="*/ 208 h 794"/>
                  <a:gd name="T18" fmla="*/ 103 w 794"/>
                  <a:gd name="T19" fmla="*/ 130 h 794"/>
                  <a:gd name="T20" fmla="*/ 175 w 794"/>
                  <a:gd name="T21" fmla="*/ 68 h 794"/>
                  <a:gd name="T22" fmla="*/ 261 w 794"/>
                  <a:gd name="T23" fmla="*/ 24 h 794"/>
                  <a:gd name="T24" fmla="*/ 356 w 794"/>
                  <a:gd name="T25" fmla="*/ 2 h 794"/>
                  <a:gd name="T26" fmla="*/ 437 w 794"/>
                  <a:gd name="T27" fmla="*/ 2 h 794"/>
                  <a:gd name="T28" fmla="*/ 533 w 794"/>
                  <a:gd name="T29" fmla="*/ 24 h 794"/>
                  <a:gd name="T30" fmla="*/ 618 w 794"/>
                  <a:gd name="T31" fmla="*/ 68 h 794"/>
                  <a:gd name="T32" fmla="*/ 691 w 794"/>
                  <a:gd name="T33" fmla="*/ 130 h 794"/>
                  <a:gd name="T34" fmla="*/ 745 w 794"/>
                  <a:gd name="T35" fmla="*/ 208 h 794"/>
                  <a:gd name="T36" fmla="*/ 781 w 794"/>
                  <a:gd name="T37" fmla="*/ 298 h 794"/>
                  <a:gd name="T38" fmla="*/ 794 w 794"/>
                  <a:gd name="T39" fmla="*/ 397 h 794"/>
                  <a:gd name="T40" fmla="*/ 786 w 794"/>
                  <a:gd name="T41" fmla="*/ 477 h 794"/>
                  <a:gd name="T42" fmla="*/ 754 w 794"/>
                  <a:gd name="T43" fmla="*/ 569 h 794"/>
                  <a:gd name="T44" fmla="*/ 703 w 794"/>
                  <a:gd name="T45" fmla="*/ 649 h 794"/>
                  <a:gd name="T46" fmla="*/ 634 w 794"/>
                  <a:gd name="T47" fmla="*/ 715 h 794"/>
                  <a:gd name="T48" fmla="*/ 551 w 794"/>
                  <a:gd name="T49" fmla="*/ 762 h 794"/>
                  <a:gd name="T50" fmla="*/ 457 w 794"/>
                  <a:gd name="T51" fmla="*/ 789 h 794"/>
                  <a:gd name="T52" fmla="*/ 397 w 794"/>
                  <a:gd name="T53" fmla="*/ 56 h 794"/>
                  <a:gd name="T54" fmla="*/ 328 w 794"/>
                  <a:gd name="T55" fmla="*/ 63 h 794"/>
                  <a:gd name="T56" fmla="*/ 249 w 794"/>
                  <a:gd name="T57" fmla="*/ 91 h 794"/>
                  <a:gd name="T58" fmla="*/ 181 w 794"/>
                  <a:gd name="T59" fmla="*/ 134 h 794"/>
                  <a:gd name="T60" fmla="*/ 124 w 794"/>
                  <a:gd name="T61" fmla="*/ 194 h 794"/>
                  <a:gd name="T62" fmla="*/ 84 w 794"/>
                  <a:gd name="T63" fmla="*/ 264 h 794"/>
                  <a:gd name="T64" fmla="*/ 61 w 794"/>
                  <a:gd name="T65" fmla="*/ 345 h 794"/>
                  <a:gd name="T66" fmla="*/ 57 w 794"/>
                  <a:gd name="T67" fmla="*/ 414 h 794"/>
                  <a:gd name="T68" fmla="*/ 72 w 794"/>
                  <a:gd name="T69" fmla="*/ 498 h 794"/>
                  <a:gd name="T70" fmla="*/ 106 w 794"/>
                  <a:gd name="T71" fmla="*/ 573 h 794"/>
                  <a:gd name="T72" fmla="*/ 156 w 794"/>
                  <a:gd name="T73" fmla="*/ 637 h 794"/>
                  <a:gd name="T74" fmla="*/ 220 w 794"/>
                  <a:gd name="T75" fmla="*/ 688 h 794"/>
                  <a:gd name="T76" fmla="*/ 296 w 794"/>
                  <a:gd name="T77" fmla="*/ 722 h 794"/>
                  <a:gd name="T78" fmla="*/ 380 w 794"/>
                  <a:gd name="T79" fmla="*/ 736 h 794"/>
                  <a:gd name="T80" fmla="*/ 448 w 794"/>
                  <a:gd name="T81" fmla="*/ 733 h 794"/>
                  <a:gd name="T82" fmla="*/ 529 w 794"/>
                  <a:gd name="T83" fmla="*/ 710 h 794"/>
                  <a:gd name="T84" fmla="*/ 600 w 794"/>
                  <a:gd name="T85" fmla="*/ 670 h 794"/>
                  <a:gd name="T86" fmla="*/ 659 w 794"/>
                  <a:gd name="T87" fmla="*/ 613 h 794"/>
                  <a:gd name="T88" fmla="*/ 703 w 794"/>
                  <a:gd name="T89" fmla="*/ 544 h 794"/>
                  <a:gd name="T90" fmla="*/ 730 w 794"/>
                  <a:gd name="T91" fmla="*/ 465 h 794"/>
                  <a:gd name="T92" fmla="*/ 737 w 794"/>
                  <a:gd name="T93" fmla="*/ 397 h 794"/>
                  <a:gd name="T94" fmla="*/ 726 w 794"/>
                  <a:gd name="T95" fmla="*/ 312 h 794"/>
                  <a:gd name="T96" fmla="*/ 696 w 794"/>
                  <a:gd name="T97" fmla="*/ 235 h 794"/>
                  <a:gd name="T98" fmla="*/ 648 w 794"/>
                  <a:gd name="T99" fmla="*/ 169 h 794"/>
                  <a:gd name="T100" fmla="*/ 587 w 794"/>
                  <a:gd name="T101" fmla="*/ 115 h 794"/>
                  <a:gd name="T102" fmla="*/ 514 w 794"/>
                  <a:gd name="T103" fmla="*/ 78 h 794"/>
                  <a:gd name="T104" fmla="*/ 431 w 794"/>
                  <a:gd name="T105" fmla="*/ 58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94" h="794">
                    <a:moveTo>
                      <a:pt x="397" y="794"/>
                    </a:moveTo>
                    <a:lnTo>
                      <a:pt x="397" y="794"/>
                    </a:lnTo>
                    <a:lnTo>
                      <a:pt x="377" y="793"/>
                    </a:lnTo>
                    <a:lnTo>
                      <a:pt x="356" y="792"/>
                    </a:lnTo>
                    <a:lnTo>
                      <a:pt x="336" y="789"/>
                    </a:lnTo>
                    <a:lnTo>
                      <a:pt x="317" y="786"/>
                    </a:lnTo>
                    <a:lnTo>
                      <a:pt x="298" y="781"/>
                    </a:lnTo>
                    <a:lnTo>
                      <a:pt x="279" y="776"/>
                    </a:lnTo>
                    <a:lnTo>
                      <a:pt x="261" y="770"/>
                    </a:lnTo>
                    <a:lnTo>
                      <a:pt x="242" y="762"/>
                    </a:lnTo>
                    <a:lnTo>
                      <a:pt x="225" y="754"/>
                    </a:lnTo>
                    <a:lnTo>
                      <a:pt x="208" y="745"/>
                    </a:lnTo>
                    <a:lnTo>
                      <a:pt x="191" y="736"/>
                    </a:lnTo>
                    <a:lnTo>
                      <a:pt x="175" y="726"/>
                    </a:lnTo>
                    <a:lnTo>
                      <a:pt x="160" y="715"/>
                    </a:lnTo>
                    <a:lnTo>
                      <a:pt x="144" y="703"/>
                    </a:lnTo>
                    <a:lnTo>
                      <a:pt x="130" y="691"/>
                    </a:lnTo>
                    <a:lnTo>
                      <a:pt x="116" y="678"/>
                    </a:lnTo>
                    <a:lnTo>
                      <a:pt x="103" y="663"/>
                    </a:lnTo>
                    <a:lnTo>
                      <a:pt x="91" y="649"/>
                    </a:lnTo>
                    <a:lnTo>
                      <a:pt x="79" y="634"/>
                    </a:lnTo>
                    <a:lnTo>
                      <a:pt x="68" y="619"/>
                    </a:lnTo>
                    <a:lnTo>
                      <a:pt x="57" y="603"/>
                    </a:lnTo>
                    <a:lnTo>
                      <a:pt x="47" y="586"/>
                    </a:lnTo>
                    <a:lnTo>
                      <a:pt x="39" y="569"/>
                    </a:lnTo>
                    <a:lnTo>
                      <a:pt x="31" y="551"/>
                    </a:lnTo>
                    <a:lnTo>
                      <a:pt x="24" y="533"/>
                    </a:lnTo>
                    <a:lnTo>
                      <a:pt x="18" y="515"/>
                    </a:lnTo>
                    <a:lnTo>
                      <a:pt x="12" y="496"/>
                    </a:lnTo>
                    <a:lnTo>
                      <a:pt x="8" y="477"/>
                    </a:lnTo>
                    <a:lnTo>
                      <a:pt x="5" y="457"/>
                    </a:lnTo>
                    <a:lnTo>
                      <a:pt x="2" y="437"/>
                    </a:lnTo>
                    <a:lnTo>
                      <a:pt x="1" y="417"/>
                    </a:lnTo>
                    <a:lnTo>
                      <a:pt x="0" y="397"/>
                    </a:lnTo>
                    <a:lnTo>
                      <a:pt x="0" y="397"/>
                    </a:lnTo>
                    <a:lnTo>
                      <a:pt x="1" y="377"/>
                    </a:lnTo>
                    <a:lnTo>
                      <a:pt x="2" y="356"/>
                    </a:lnTo>
                    <a:lnTo>
                      <a:pt x="5" y="336"/>
                    </a:lnTo>
                    <a:lnTo>
                      <a:pt x="8" y="317"/>
                    </a:lnTo>
                    <a:lnTo>
                      <a:pt x="12" y="298"/>
                    </a:lnTo>
                    <a:lnTo>
                      <a:pt x="18" y="279"/>
                    </a:lnTo>
                    <a:lnTo>
                      <a:pt x="24" y="260"/>
                    </a:lnTo>
                    <a:lnTo>
                      <a:pt x="31" y="242"/>
                    </a:lnTo>
                    <a:lnTo>
                      <a:pt x="39" y="225"/>
                    </a:lnTo>
                    <a:lnTo>
                      <a:pt x="47" y="208"/>
                    </a:lnTo>
                    <a:lnTo>
                      <a:pt x="57" y="191"/>
                    </a:lnTo>
                    <a:lnTo>
                      <a:pt x="68" y="176"/>
                    </a:lnTo>
                    <a:lnTo>
                      <a:pt x="79" y="159"/>
                    </a:lnTo>
                    <a:lnTo>
                      <a:pt x="91" y="144"/>
                    </a:lnTo>
                    <a:lnTo>
                      <a:pt x="103" y="130"/>
                    </a:lnTo>
                    <a:lnTo>
                      <a:pt x="116" y="116"/>
                    </a:lnTo>
                    <a:lnTo>
                      <a:pt x="130" y="103"/>
                    </a:lnTo>
                    <a:lnTo>
                      <a:pt x="144" y="91"/>
                    </a:lnTo>
                    <a:lnTo>
                      <a:pt x="160" y="79"/>
                    </a:lnTo>
                    <a:lnTo>
                      <a:pt x="175" y="68"/>
                    </a:lnTo>
                    <a:lnTo>
                      <a:pt x="191" y="57"/>
                    </a:lnTo>
                    <a:lnTo>
                      <a:pt x="208" y="48"/>
                    </a:lnTo>
                    <a:lnTo>
                      <a:pt x="225" y="39"/>
                    </a:lnTo>
                    <a:lnTo>
                      <a:pt x="242" y="31"/>
                    </a:lnTo>
                    <a:lnTo>
                      <a:pt x="261" y="24"/>
                    </a:lnTo>
                    <a:lnTo>
                      <a:pt x="279" y="18"/>
                    </a:lnTo>
                    <a:lnTo>
                      <a:pt x="298" y="13"/>
                    </a:lnTo>
                    <a:lnTo>
                      <a:pt x="317" y="8"/>
                    </a:lnTo>
                    <a:lnTo>
                      <a:pt x="336" y="5"/>
                    </a:lnTo>
                    <a:lnTo>
                      <a:pt x="356" y="2"/>
                    </a:lnTo>
                    <a:lnTo>
                      <a:pt x="377" y="1"/>
                    </a:lnTo>
                    <a:lnTo>
                      <a:pt x="397" y="0"/>
                    </a:lnTo>
                    <a:lnTo>
                      <a:pt x="397" y="0"/>
                    </a:lnTo>
                    <a:lnTo>
                      <a:pt x="417" y="1"/>
                    </a:lnTo>
                    <a:lnTo>
                      <a:pt x="437" y="2"/>
                    </a:lnTo>
                    <a:lnTo>
                      <a:pt x="457" y="5"/>
                    </a:lnTo>
                    <a:lnTo>
                      <a:pt x="477" y="8"/>
                    </a:lnTo>
                    <a:lnTo>
                      <a:pt x="496" y="13"/>
                    </a:lnTo>
                    <a:lnTo>
                      <a:pt x="515" y="18"/>
                    </a:lnTo>
                    <a:lnTo>
                      <a:pt x="533" y="24"/>
                    </a:lnTo>
                    <a:lnTo>
                      <a:pt x="551" y="31"/>
                    </a:lnTo>
                    <a:lnTo>
                      <a:pt x="569" y="39"/>
                    </a:lnTo>
                    <a:lnTo>
                      <a:pt x="586" y="48"/>
                    </a:lnTo>
                    <a:lnTo>
                      <a:pt x="602" y="57"/>
                    </a:lnTo>
                    <a:lnTo>
                      <a:pt x="618" y="68"/>
                    </a:lnTo>
                    <a:lnTo>
                      <a:pt x="634" y="79"/>
                    </a:lnTo>
                    <a:lnTo>
                      <a:pt x="649" y="91"/>
                    </a:lnTo>
                    <a:lnTo>
                      <a:pt x="664" y="103"/>
                    </a:lnTo>
                    <a:lnTo>
                      <a:pt x="677" y="116"/>
                    </a:lnTo>
                    <a:lnTo>
                      <a:pt x="691" y="130"/>
                    </a:lnTo>
                    <a:lnTo>
                      <a:pt x="703" y="144"/>
                    </a:lnTo>
                    <a:lnTo>
                      <a:pt x="715" y="159"/>
                    </a:lnTo>
                    <a:lnTo>
                      <a:pt x="725" y="176"/>
                    </a:lnTo>
                    <a:lnTo>
                      <a:pt x="736" y="191"/>
                    </a:lnTo>
                    <a:lnTo>
                      <a:pt x="745" y="208"/>
                    </a:lnTo>
                    <a:lnTo>
                      <a:pt x="754" y="225"/>
                    </a:lnTo>
                    <a:lnTo>
                      <a:pt x="763" y="242"/>
                    </a:lnTo>
                    <a:lnTo>
                      <a:pt x="770" y="260"/>
                    </a:lnTo>
                    <a:lnTo>
                      <a:pt x="776" y="279"/>
                    </a:lnTo>
                    <a:lnTo>
                      <a:pt x="781" y="298"/>
                    </a:lnTo>
                    <a:lnTo>
                      <a:pt x="786" y="317"/>
                    </a:lnTo>
                    <a:lnTo>
                      <a:pt x="789" y="336"/>
                    </a:lnTo>
                    <a:lnTo>
                      <a:pt x="792" y="356"/>
                    </a:lnTo>
                    <a:lnTo>
                      <a:pt x="793" y="377"/>
                    </a:lnTo>
                    <a:lnTo>
                      <a:pt x="794" y="397"/>
                    </a:lnTo>
                    <a:lnTo>
                      <a:pt x="794" y="397"/>
                    </a:lnTo>
                    <a:lnTo>
                      <a:pt x="793" y="417"/>
                    </a:lnTo>
                    <a:lnTo>
                      <a:pt x="792" y="437"/>
                    </a:lnTo>
                    <a:lnTo>
                      <a:pt x="789" y="457"/>
                    </a:lnTo>
                    <a:lnTo>
                      <a:pt x="786" y="477"/>
                    </a:lnTo>
                    <a:lnTo>
                      <a:pt x="781" y="496"/>
                    </a:lnTo>
                    <a:lnTo>
                      <a:pt x="776" y="515"/>
                    </a:lnTo>
                    <a:lnTo>
                      <a:pt x="770" y="533"/>
                    </a:lnTo>
                    <a:lnTo>
                      <a:pt x="763" y="551"/>
                    </a:lnTo>
                    <a:lnTo>
                      <a:pt x="754" y="569"/>
                    </a:lnTo>
                    <a:lnTo>
                      <a:pt x="745" y="586"/>
                    </a:lnTo>
                    <a:lnTo>
                      <a:pt x="736" y="603"/>
                    </a:lnTo>
                    <a:lnTo>
                      <a:pt x="725" y="619"/>
                    </a:lnTo>
                    <a:lnTo>
                      <a:pt x="715" y="634"/>
                    </a:lnTo>
                    <a:lnTo>
                      <a:pt x="703" y="649"/>
                    </a:lnTo>
                    <a:lnTo>
                      <a:pt x="691" y="663"/>
                    </a:lnTo>
                    <a:lnTo>
                      <a:pt x="677" y="678"/>
                    </a:lnTo>
                    <a:lnTo>
                      <a:pt x="664" y="691"/>
                    </a:lnTo>
                    <a:lnTo>
                      <a:pt x="649" y="703"/>
                    </a:lnTo>
                    <a:lnTo>
                      <a:pt x="634" y="715"/>
                    </a:lnTo>
                    <a:lnTo>
                      <a:pt x="618" y="726"/>
                    </a:lnTo>
                    <a:lnTo>
                      <a:pt x="602" y="736"/>
                    </a:lnTo>
                    <a:lnTo>
                      <a:pt x="586" y="745"/>
                    </a:lnTo>
                    <a:lnTo>
                      <a:pt x="569" y="754"/>
                    </a:lnTo>
                    <a:lnTo>
                      <a:pt x="551" y="762"/>
                    </a:lnTo>
                    <a:lnTo>
                      <a:pt x="533" y="770"/>
                    </a:lnTo>
                    <a:lnTo>
                      <a:pt x="515" y="776"/>
                    </a:lnTo>
                    <a:lnTo>
                      <a:pt x="496" y="781"/>
                    </a:lnTo>
                    <a:lnTo>
                      <a:pt x="477" y="786"/>
                    </a:lnTo>
                    <a:lnTo>
                      <a:pt x="457" y="789"/>
                    </a:lnTo>
                    <a:lnTo>
                      <a:pt x="437" y="792"/>
                    </a:lnTo>
                    <a:lnTo>
                      <a:pt x="417" y="793"/>
                    </a:lnTo>
                    <a:lnTo>
                      <a:pt x="397" y="794"/>
                    </a:lnTo>
                    <a:lnTo>
                      <a:pt x="397" y="794"/>
                    </a:lnTo>
                    <a:close/>
                    <a:moveTo>
                      <a:pt x="397" y="56"/>
                    </a:moveTo>
                    <a:lnTo>
                      <a:pt x="397" y="56"/>
                    </a:lnTo>
                    <a:lnTo>
                      <a:pt x="380" y="57"/>
                    </a:lnTo>
                    <a:lnTo>
                      <a:pt x="362" y="58"/>
                    </a:lnTo>
                    <a:lnTo>
                      <a:pt x="345" y="60"/>
                    </a:lnTo>
                    <a:lnTo>
                      <a:pt x="328" y="63"/>
                    </a:lnTo>
                    <a:lnTo>
                      <a:pt x="312" y="68"/>
                    </a:lnTo>
                    <a:lnTo>
                      <a:pt x="296" y="72"/>
                    </a:lnTo>
                    <a:lnTo>
                      <a:pt x="280" y="78"/>
                    </a:lnTo>
                    <a:lnTo>
                      <a:pt x="265" y="84"/>
                    </a:lnTo>
                    <a:lnTo>
                      <a:pt x="249" y="91"/>
                    </a:lnTo>
                    <a:lnTo>
                      <a:pt x="234" y="98"/>
                    </a:lnTo>
                    <a:lnTo>
                      <a:pt x="220" y="106"/>
                    </a:lnTo>
                    <a:lnTo>
                      <a:pt x="207" y="115"/>
                    </a:lnTo>
                    <a:lnTo>
                      <a:pt x="193" y="124"/>
                    </a:lnTo>
                    <a:lnTo>
                      <a:pt x="181" y="134"/>
                    </a:lnTo>
                    <a:lnTo>
                      <a:pt x="169" y="145"/>
                    </a:lnTo>
                    <a:lnTo>
                      <a:pt x="156" y="156"/>
                    </a:lnTo>
                    <a:lnTo>
                      <a:pt x="145" y="169"/>
                    </a:lnTo>
                    <a:lnTo>
                      <a:pt x="134" y="181"/>
                    </a:lnTo>
                    <a:lnTo>
                      <a:pt x="124" y="194"/>
                    </a:lnTo>
                    <a:lnTo>
                      <a:pt x="115" y="207"/>
                    </a:lnTo>
                    <a:lnTo>
                      <a:pt x="106" y="221"/>
                    </a:lnTo>
                    <a:lnTo>
                      <a:pt x="98" y="235"/>
                    </a:lnTo>
                    <a:lnTo>
                      <a:pt x="90" y="249"/>
                    </a:lnTo>
                    <a:lnTo>
                      <a:pt x="84" y="264"/>
                    </a:lnTo>
                    <a:lnTo>
                      <a:pt x="78" y="280"/>
                    </a:lnTo>
                    <a:lnTo>
                      <a:pt x="72" y="296"/>
                    </a:lnTo>
                    <a:lnTo>
                      <a:pt x="68" y="312"/>
                    </a:lnTo>
                    <a:lnTo>
                      <a:pt x="64" y="328"/>
                    </a:lnTo>
                    <a:lnTo>
                      <a:pt x="61" y="345"/>
                    </a:lnTo>
                    <a:lnTo>
                      <a:pt x="59" y="362"/>
                    </a:lnTo>
                    <a:lnTo>
                      <a:pt x="57" y="380"/>
                    </a:lnTo>
                    <a:lnTo>
                      <a:pt x="56" y="397"/>
                    </a:lnTo>
                    <a:lnTo>
                      <a:pt x="56" y="397"/>
                    </a:lnTo>
                    <a:lnTo>
                      <a:pt x="57" y="414"/>
                    </a:lnTo>
                    <a:lnTo>
                      <a:pt x="59" y="431"/>
                    </a:lnTo>
                    <a:lnTo>
                      <a:pt x="61" y="448"/>
                    </a:lnTo>
                    <a:lnTo>
                      <a:pt x="64" y="465"/>
                    </a:lnTo>
                    <a:lnTo>
                      <a:pt x="68" y="482"/>
                    </a:lnTo>
                    <a:lnTo>
                      <a:pt x="72" y="498"/>
                    </a:lnTo>
                    <a:lnTo>
                      <a:pt x="78" y="514"/>
                    </a:lnTo>
                    <a:lnTo>
                      <a:pt x="84" y="529"/>
                    </a:lnTo>
                    <a:lnTo>
                      <a:pt x="90" y="544"/>
                    </a:lnTo>
                    <a:lnTo>
                      <a:pt x="98" y="558"/>
                    </a:lnTo>
                    <a:lnTo>
                      <a:pt x="106" y="573"/>
                    </a:lnTo>
                    <a:lnTo>
                      <a:pt x="115" y="587"/>
                    </a:lnTo>
                    <a:lnTo>
                      <a:pt x="124" y="600"/>
                    </a:lnTo>
                    <a:lnTo>
                      <a:pt x="134" y="613"/>
                    </a:lnTo>
                    <a:lnTo>
                      <a:pt x="145" y="625"/>
                    </a:lnTo>
                    <a:lnTo>
                      <a:pt x="156" y="637"/>
                    </a:lnTo>
                    <a:lnTo>
                      <a:pt x="169" y="648"/>
                    </a:lnTo>
                    <a:lnTo>
                      <a:pt x="181" y="659"/>
                    </a:lnTo>
                    <a:lnTo>
                      <a:pt x="193" y="670"/>
                    </a:lnTo>
                    <a:lnTo>
                      <a:pt x="207" y="679"/>
                    </a:lnTo>
                    <a:lnTo>
                      <a:pt x="220" y="688"/>
                    </a:lnTo>
                    <a:lnTo>
                      <a:pt x="234" y="696"/>
                    </a:lnTo>
                    <a:lnTo>
                      <a:pt x="249" y="703"/>
                    </a:lnTo>
                    <a:lnTo>
                      <a:pt x="265" y="710"/>
                    </a:lnTo>
                    <a:lnTo>
                      <a:pt x="280" y="716"/>
                    </a:lnTo>
                    <a:lnTo>
                      <a:pt x="296" y="722"/>
                    </a:lnTo>
                    <a:lnTo>
                      <a:pt x="312" y="726"/>
                    </a:lnTo>
                    <a:lnTo>
                      <a:pt x="328" y="730"/>
                    </a:lnTo>
                    <a:lnTo>
                      <a:pt x="345" y="733"/>
                    </a:lnTo>
                    <a:lnTo>
                      <a:pt x="362" y="735"/>
                    </a:lnTo>
                    <a:lnTo>
                      <a:pt x="380" y="736"/>
                    </a:lnTo>
                    <a:lnTo>
                      <a:pt x="397" y="737"/>
                    </a:lnTo>
                    <a:lnTo>
                      <a:pt x="397" y="737"/>
                    </a:lnTo>
                    <a:lnTo>
                      <a:pt x="414" y="736"/>
                    </a:lnTo>
                    <a:lnTo>
                      <a:pt x="431" y="735"/>
                    </a:lnTo>
                    <a:lnTo>
                      <a:pt x="448" y="733"/>
                    </a:lnTo>
                    <a:lnTo>
                      <a:pt x="466" y="730"/>
                    </a:lnTo>
                    <a:lnTo>
                      <a:pt x="482" y="726"/>
                    </a:lnTo>
                    <a:lnTo>
                      <a:pt x="498" y="722"/>
                    </a:lnTo>
                    <a:lnTo>
                      <a:pt x="514" y="716"/>
                    </a:lnTo>
                    <a:lnTo>
                      <a:pt x="529" y="710"/>
                    </a:lnTo>
                    <a:lnTo>
                      <a:pt x="544" y="703"/>
                    </a:lnTo>
                    <a:lnTo>
                      <a:pt x="558" y="696"/>
                    </a:lnTo>
                    <a:lnTo>
                      <a:pt x="573" y="688"/>
                    </a:lnTo>
                    <a:lnTo>
                      <a:pt x="587" y="679"/>
                    </a:lnTo>
                    <a:lnTo>
                      <a:pt x="600" y="670"/>
                    </a:lnTo>
                    <a:lnTo>
                      <a:pt x="613" y="659"/>
                    </a:lnTo>
                    <a:lnTo>
                      <a:pt x="625" y="648"/>
                    </a:lnTo>
                    <a:lnTo>
                      <a:pt x="637" y="637"/>
                    </a:lnTo>
                    <a:lnTo>
                      <a:pt x="648" y="625"/>
                    </a:lnTo>
                    <a:lnTo>
                      <a:pt x="659" y="613"/>
                    </a:lnTo>
                    <a:lnTo>
                      <a:pt x="670" y="600"/>
                    </a:lnTo>
                    <a:lnTo>
                      <a:pt x="679" y="587"/>
                    </a:lnTo>
                    <a:lnTo>
                      <a:pt x="688" y="573"/>
                    </a:lnTo>
                    <a:lnTo>
                      <a:pt x="696" y="558"/>
                    </a:lnTo>
                    <a:lnTo>
                      <a:pt x="703" y="544"/>
                    </a:lnTo>
                    <a:lnTo>
                      <a:pt x="710" y="529"/>
                    </a:lnTo>
                    <a:lnTo>
                      <a:pt x="716" y="514"/>
                    </a:lnTo>
                    <a:lnTo>
                      <a:pt x="721" y="498"/>
                    </a:lnTo>
                    <a:lnTo>
                      <a:pt x="726" y="482"/>
                    </a:lnTo>
                    <a:lnTo>
                      <a:pt x="730" y="465"/>
                    </a:lnTo>
                    <a:lnTo>
                      <a:pt x="733" y="448"/>
                    </a:lnTo>
                    <a:lnTo>
                      <a:pt x="735" y="431"/>
                    </a:lnTo>
                    <a:lnTo>
                      <a:pt x="736" y="414"/>
                    </a:lnTo>
                    <a:lnTo>
                      <a:pt x="737" y="397"/>
                    </a:lnTo>
                    <a:lnTo>
                      <a:pt x="737" y="397"/>
                    </a:lnTo>
                    <a:lnTo>
                      <a:pt x="736" y="380"/>
                    </a:lnTo>
                    <a:lnTo>
                      <a:pt x="735" y="362"/>
                    </a:lnTo>
                    <a:lnTo>
                      <a:pt x="733" y="345"/>
                    </a:lnTo>
                    <a:lnTo>
                      <a:pt x="730" y="328"/>
                    </a:lnTo>
                    <a:lnTo>
                      <a:pt x="726" y="312"/>
                    </a:lnTo>
                    <a:lnTo>
                      <a:pt x="721" y="296"/>
                    </a:lnTo>
                    <a:lnTo>
                      <a:pt x="716" y="280"/>
                    </a:lnTo>
                    <a:lnTo>
                      <a:pt x="710" y="264"/>
                    </a:lnTo>
                    <a:lnTo>
                      <a:pt x="703" y="249"/>
                    </a:lnTo>
                    <a:lnTo>
                      <a:pt x="696" y="235"/>
                    </a:lnTo>
                    <a:lnTo>
                      <a:pt x="688" y="221"/>
                    </a:lnTo>
                    <a:lnTo>
                      <a:pt x="679" y="207"/>
                    </a:lnTo>
                    <a:lnTo>
                      <a:pt x="670" y="194"/>
                    </a:lnTo>
                    <a:lnTo>
                      <a:pt x="659" y="181"/>
                    </a:lnTo>
                    <a:lnTo>
                      <a:pt x="648" y="169"/>
                    </a:lnTo>
                    <a:lnTo>
                      <a:pt x="637" y="156"/>
                    </a:lnTo>
                    <a:lnTo>
                      <a:pt x="625" y="145"/>
                    </a:lnTo>
                    <a:lnTo>
                      <a:pt x="613" y="134"/>
                    </a:lnTo>
                    <a:lnTo>
                      <a:pt x="600" y="124"/>
                    </a:lnTo>
                    <a:lnTo>
                      <a:pt x="587" y="115"/>
                    </a:lnTo>
                    <a:lnTo>
                      <a:pt x="573" y="106"/>
                    </a:lnTo>
                    <a:lnTo>
                      <a:pt x="558" y="98"/>
                    </a:lnTo>
                    <a:lnTo>
                      <a:pt x="544" y="91"/>
                    </a:lnTo>
                    <a:lnTo>
                      <a:pt x="529" y="84"/>
                    </a:lnTo>
                    <a:lnTo>
                      <a:pt x="514" y="78"/>
                    </a:lnTo>
                    <a:lnTo>
                      <a:pt x="498" y="72"/>
                    </a:lnTo>
                    <a:lnTo>
                      <a:pt x="482" y="68"/>
                    </a:lnTo>
                    <a:lnTo>
                      <a:pt x="466" y="63"/>
                    </a:lnTo>
                    <a:lnTo>
                      <a:pt x="448" y="60"/>
                    </a:lnTo>
                    <a:lnTo>
                      <a:pt x="431" y="58"/>
                    </a:lnTo>
                    <a:lnTo>
                      <a:pt x="414" y="57"/>
                    </a:lnTo>
                    <a:lnTo>
                      <a:pt x="397" y="56"/>
                    </a:lnTo>
                    <a:lnTo>
                      <a:pt x="397"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986">
                <a:extLst>
                  <a:ext uri="{FF2B5EF4-FFF2-40B4-BE49-F238E27FC236}">
                    <a16:creationId xmlns:a16="http://schemas.microsoft.com/office/drawing/2014/main" id="{5E0D3CA9-0DF1-44F1-53D7-459465BC30CD}"/>
                  </a:ext>
                </a:extLst>
              </p:cNvPr>
              <p:cNvSpPr>
                <a:spLocks/>
              </p:cNvSpPr>
              <p:nvPr/>
            </p:nvSpPr>
            <p:spPr bwMode="auto">
              <a:xfrm>
                <a:off x="4225925" y="809625"/>
                <a:ext cx="149225" cy="176213"/>
              </a:xfrm>
              <a:custGeom>
                <a:avLst/>
                <a:gdLst>
                  <a:gd name="T0" fmla="*/ 201 w 570"/>
                  <a:gd name="T1" fmla="*/ 644 h 666"/>
                  <a:gd name="T2" fmla="*/ 160 w 570"/>
                  <a:gd name="T3" fmla="*/ 557 h 666"/>
                  <a:gd name="T4" fmla="*/ 144 w 570"/>
                  <a:gd name="T5" fmla="*/ 476 h 666"/>
                  <a:gd name="T6" fmla="*/ 99 w 570"/>
                  <a:gd name="T7" fmla="*/ 443 h 666"/>
                  <a:gd name="T8" fmla="*/ 43 w 570"/>
                  <a:gd name="T9" fmla="*/ 433 h 666"/>
                  <a:gd name="T10" fmla="*/ 7 w 570"/>
                  <a:gd name="T11" fmla="*/ 390 h 666"/>
                  <a:gd name="T12" fmla="*/ 6 w 570"/>
                  <a:gd name="T13" fmla="*/ 302 h 666"/>
                  <a:gd name="T14" fmla="*/ 56 w 570"/>
                  <a:gd name="T15" fmla="*/ 214 h 666"/>
                  <a:gd name="T16" fmla="*/ 103 w 570"/>
                  <a:gd name="T17" fmla="*/ 193 h 666"/>
                  <a:gd name="T18" fmla="*/ 192 w 570"/>
                  <a:gd name="T19" fmla="*/ 198 h 666"/>
                  <a:gd name="T20" fmla="*/ 227 w 570"/>
                  <a:gd name="T21" fmla="*/ 214 h 666"/>
                  <a:gd name="T22" fmla="*/ 248 w 570"/>
                  <a:gd name="T23" fmla="*/ 193 h 666"/>
                  <a:gd name="T24" fmla="*/ 214 w 570"/>
                  <a:gd name="T25" fmla="*/ 143 h 666"/>
                  <a:gd name="T26" fmla="*/ 198 w 570"/>
                  <a:gd name="T27" fmla="*/ 116 h 666"/>
                  <a:gd name="T28" fmla="*/ 212 w 570"/>
                  <a:gd name="T29" fmla="*/ 80 h 666"/>
                  <a:gd name="T30" fmla="*/ 329 w 570"/>
                  <a:gd name="T31" fmla="*/ 15 h 666"/>
                  <a:gd name="T32" fmla="*/ 394 w 570"/>
                  <a:gd name="T33" fmla="*/ 6 h 666"/>
                  <a:gd name="T34" fmla="*/ 404 w 570"/>
                  <a:gd name="T35" fmla="*/ 36 h 666"/>
                  <a:gd name="T36" fmla="*/ 348 w 570"/>
                  <a:gd name="T37" fmla="*/ 69 h 666"/>
                  <a:gd name="T38" fmla="*/ 286 w 570"/>
                  <a:gd name="T39" fmla="*/ 137 h 666"/>
                  <a:gd name="T40" fmla="*/ 303 w 570"/>
                  <a:gd name="T41" fmla="*/ 203 h 666"/>
                  <a:gd name="T42" fmla="*/ 252 w 570"/>
                  <a:gd name="T43" fmla="*/ 265 h 666"/>
                  <a:gd name="T44" fmla="*/ 191 w 570"/>
                  <a:gd name="T45" fmla="*/ 271 h 666"/>
                  <a:gd name="T46" fmla="*/ 162 w 570"/>
                  <a:gd name="T47" fmla="*/ 246 h 666"/>
                  <a:gd name="T48" fmla="*/ 95 w 570"/>
                  <a:gd name="T49" fmla="*/ 256 h 666"/>
                  <a:gd name="T50" fmla="*/ 60 w 570"/>
                  <a:gd name="T51" fmla="*/ 319 h 666"/>
                  <a:gd name="T52" fmla="*/ 62 w 570"/>
                  <a:gd name="T53" fmla="*/ 374 h 666"/>
                  <a:gd name="T54" fmla="*/ 87 w 570"/>
                  <a:gd name="T55" fmla="*/ 385 h 666"/>
                  <a:gd name="T56" fmla="*/ 167 w 570"/>
                  <a:gd name="T57" fmla="*/ 414 h 666"/>
                  <a:gd name="T58" fmla="*/ 216 w 570"/>
                  <a:gd name="T59" fmla="*/ 530 h 666"/>
                  <a:gd name="T60" fmla="*/ 244 w 570"/>
                  <a:gd name="T61" fmla="*/ 609 h 666"/>
                  <a:gd name="T62" fmla="*/ 299 w 570"/>
                  <a:gd name="T63" fmla="*/ 579 h 666"/>
                  <a:gd name="T64" fmla="*/ 367 w 570"/>
                  <a:gd name="T65" fmla="*/ 501 h 666"/>
                  <a:gd name="T66" fmla="*/ 406 w 570"/>
                  <a:gd name="T67" fmla="*/ 477 h 666"/>
                  <a:gd name="T68" fmla="*/ 423 w 570"/>
                  <a:gd name="T69" fmla="*/ 424 h 666"/>
                  <a:gd name="T70" fmla="*/ 399 w 570"/>
                  <a:gd name="T71" fmla="*/ 384 h 666"/>
                  <a:gd name="T72" fmla="*/ 361 w 570"/>
                  <a:gd name="T73" fmla="*/ 369 h 666"/>
                  <a:gd name="T74" fmla="*/ 338 w 570"/>
                  <a:gd name="T75" fmla="*/ 308 h 666"/>
                  <a:gd name="T76" fmla="*/ 339 w 570"/>
                  <a:gd name="T77" fmla="*/ 245 h 666"/>
                  <a:gd name="T78" fmla="*/ 387 w 570"/>
                  <a:gd name="T79" fmla="*/ 216 h 666"/>
                  <a:gd name="T80" fmla="*/ 472 w 570"/>
                  <a:gd name="T81" fmla="*/ 210 h 666"/>
                  <a:gd name="T82" fmla="*/ 513 w 570"/>
                  <a:gd name="T83" fmla="*/ 127 h 666"/>
                  <a:gd name="T84" fmla="*/ 535 w 570"/>
                  <a:gd name="T85" fmla="*/ 105 h 666"/>
                  <a:gd name="T86" fmla="*/ 565 w 570"/>
                  <a:gd name="T87" fmla="*/ 116 h 666"/>
                  <a:gd name="T88" fmla="*/ 565 w 570"/>
                  <a:gd name="T89" fmla="*/ 157 h 666"/>
                  <a:gd name="T90" fmla="*/ 510 w 570"/>
                  <a:gd name="T91" fmla="*/ 252 h 666"/>
                  <a:gd name="T92" fmla="*/ 459 w 570"/>
                  <a:gd name="T93" fmla="*/ 281 h 666"/>
                  <a:gd name="T94" fmla="*/ 394 w 570"/>
                  <a:gd name="T95" fmla="*/ 272 h 666"/>
                  <a:gd name="T96" fmla="*/ 399 w 570"/>
                  <a:gd name="T97" fmla="*/ 313 h 666"/>
                  <a:gd name="T98" fmla="*/ 427 w 570"/>
                  <a:gd name="T99" fmla="*/ 320 h 666"/>
                  <a:gd name="T100" fmla="*/ 454 w 570"/>
                  <a:gd name="T101" fmla="*/ 336 h 666"/>
                  <a:gd name="T102" fmla="*/ 476 w 570"/>
                  <a:gd name="T103" fmla="*/ 465 h 666"/>
                  <a:gd name="T104" fmla="*/ 432 w 570"/>
                  <a:gd name="T105" fmla="*/ 528 h 666"/>
                  <a:gd name="T106" fmla="*/ 365 w 570"/>
                  <a:gd name="T107" fmla="*/ 585 h 666"/>
                  <a:gd name="T108" fmla="*/ 304 w 570"/>
                  <a:gd name="T109" fmla="*/ 654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70" h="666">
                    <a:moveTo>
                      <a:pt x="237" y="666"/>
                    </a:moveTo>
                    <a:lnTo>
                      <a:pt x="237" y="666"/>
                    </a:lnTo>
                    <a:lnTo>
                      <a:pt x="229" y="665"/>
                    </a:lnTo>
                    <a:lnTo>
                      <a:pt x="221" y="662"/>
                    </a:lnTo>
                    <a:lnTo>
                      <a:pt x="214" y="658"/>
                    </a:lnTo>
                    <a:lnTo>
                      <a:pt x="207" y="652"/>
                    </a:lnTo>
                    <a:lnTo>
                      <a:pt x="201" y="644"/>
                    </a:lnTo>
                    <a:lnTo>
                      <a:pt x="194" y="636"/>
                    </a:lnTo>
                    <a:lnTo>
                      <a:pt x="188" y="628"/>
                    </a:lnTo>
                    <a:lnTo>
                      <a:pt x="183" y="619"/>
                    </a:lnTo>
                    <a:lnTo>
                      <a:pt x="174" y="600"/>
                    </a:lnTo>
                    <a:lnTo>
                      <a:pt x="167" y="583"/>
                    </a:lnTo>
                    <a:lnTo>
                      <a:pt x="162" y="568"/>
                    </a:lnTo>
                    <a:lnTo>
                      <a:pt x="160" y="557"/>
                    </a:lnTo>
                    <a:lnTo>
                      <a:pt x="160" y="557"/>
                    </a:lnTo>
                    <a:lnTo>
                      <a:pt x="160" y="538"/>
                    </a:lnTo>
                    <a:lnTo>
                      <a:pt x="158" y="522"/>
                    </a:lnTo>
                    <a:lnTo>
                      <a:pt x="156" y="508"/>
                    </a:lnTo>
                    <a:lnTo>
                      <a:pt x="153" y="496"/>
                    </a:lnTo>
                    <a:lnTo>
                      <a:pt x="149" y="485"/>
                    </a:lnTo>
                    <a:lnTo>
                      <a:pt x="144" y="476"/>
                    </a:lnTo>
                    <a:lnTo>
                      <a:pt x="139" y="468"/>
                    </a:lnTo>
                    <a:lnTo>
                      <a:pt x="133" y="461"/>
                    </a:lnTo>
                    <a:lnTo>
                      <a:pt x="126" y="456"/>
                    </a:lnTo>
                    <a:lnTo>
                      <a:pt x="120" y="450"/>
                    </a:lnTo>
                    <a:lnTo>
                      <a:pt x="113" y="447"/>
                    </a:lnTo>
                    <a:lnTo>
                      <a:pt x="106" y="444"/>
                    </a:lnTo>
                    <a:lnTo>
                      <a:pt x="99" y="443"/>
                    </a:lnTo>
                    <a:lnTo>
                      <a:pt x="91" y="442"/>
                    </a:lnTo>
                    <a:lnTo>
                      <a:pt x="77" y="441"/>
                    </a:lnTo>
                    <a:lnTo>
                      <a:pt x="77" y="441"/>
                    </a:lnTo>
                    <a:lnTo>
                      <a:pt x="67" y="440"/>
                    </a:lnTo>
                    <a:lnTo>
                      <a:pt x="58" y="439"/>
                    </a:lnTo>
                    <a:lnTo>
                      <a:pt x="50" y="436"/>
                    </a:lnTo>
                    <a:lnTo>
                      <a:pt x="43" y="433"/>
                    </a:lnTo>
                    <a:lnTo>
                      <a:pt x="36" y="428"/>
                    </a:lnTo>
                    <a:lnTo>
                      <a:pt x="29" y="423"/>
                    </a:lnTo>
                    <a:lnTo>
                      <a:pt x="23" y="418"/>
                    </a:lnTo>
                    <a:lnTo>
                      <a:pt x="18" y="412"/>
                    </a:lnTo>
                    <a:lnTo>
                      <a:pt x="14" y="405"/>
                    </a:lnTo>
                    <a:lnTo>
                      <a:pt x="10" y="398"/>
                    </a:lnTo>
                    <a:lnTo>
                      <a:pt x="7" y="390"/>
                    </a:lnTo>
                    <a:lnTo>
                      <a:pt x="4" y="382"/>
                    </a:lnTo>
                    <a:lnTo>
                      <a:pt x="1" y="366"/>
                    </a:lnTo>
                    <a:lnTo>
                      <a:pt x="0" y="348"/>
                    </a:lnTo>
                    <a:lnTo>
                      <a:pt x="0" y="348"/>
                    </a:lnTo>
                    <a:lnTo>
                      <a:pt x="0" y="341"/>
                    </a:lnTo>
                    <a:lnTo>
                      <a:pt x="2" y="325"/>
                    </a:lnTo>
                    <a:lnTo>
                      <a:pt x="6" y="302"/>
                    </a:lnTo>
                    <a:lnTo>
                      <a:pt x="9" y="290"/>
                    </a:lnTo>
                    <a:lnTo>
                      <a:pt x="13" y="277"/>
                    </a:lnTo>
                    <a:lnTo>
                      <a:pt x="19" y="263"/>
                    </a:lnTo>
                    <a:lnTo>
                      <a:pt x="25" y="249"/>
                    </a:lnTo>
                    <a:lnTo>
                      <a:pt x="35" y="237"/>
                    </a:lnTo>
                    <a:lnTo>
                      <a:pt x="44" y="225"/>
                    </a:lnTo>
                    <a:lnTo>
                      <a:pt x="56" y="214"/>
                    </a:lnTo>
                    <a:lnTo>
                      <a:pt x="62" y="209"/>
                    </a:lnTo>
                    <a:lnTo>
                      <a:pt x="69" y="205"/>
                    </a:lnTo>
                    <a:lnTo>
                      <a:pt x="77" y="201"/>
                    </a:lnTo>
                    <a:lnTo>
                      <a:pt x="85" y="198"/>
                    </a:lnTo>
                    <a:lnTo>
                      <a:pt x="94" y="195"/>
                    </a:lnTo>
                    <a:lnTo>
                      <a:pt x="103" y="193"/>
                    </a:lnTo>
                    <a:lnTo>
                      <a:pt x="103" y="193"/>
                    </a:lnTo>
                    <a:lnTo>
                      <a:pt x="119" y="190"/>
                    </a:lnTo>
                    <a:lnTo>
                      <a:pt x="135" y="188"/>
                    </a:lnTo>
                    <a:lnTo>
                      <a:pt x="149" y="188"/>
                    </a:lnTo>
                    <a:lnTo>
                      <a:pt x="161" y="189"/>
                    </a:lnTo>
                    <a:lnTo>
                      <a:pt x="173" y="190"/>
                    </a:lnTo>
                    <a:lnTo>
                      <a:pt x="183" y="193"/>
                    </a:lnTo>
                    <a:lnTo>
                      <a:pt x="192" y="198"/>
                    </a:lnTo>
                    <a:lnTo>
                      <a:pt x="200" y="203"/>
                    </a:lnTo>
                    <a:lnTo>
                      <a:pt x="200" y="203"/>
                    </a:lnTo>
                    <a:lnTo>
                      <a:pt x="207" y="210"/>
                    </a:lnTo>
                    <a:lnTo>
                      <a:pt x="212" y="217"/>
                    </a:lnTo>
                    <a:lnTo>
                      <a:pt x="212" y="217"/>
                    </a:lnTo>
                    <a:lnTo>
                      <a:pt x="218" y="217"/>
                    </a:lnTo>
                    <a:lnTo>
                      <a:pt x="227" y="214"/>
                    </a:lnTo>
                    <a:lnTo>
                      <a:pt x="233" y="211"/>
                    </a:lnTo>
                    <a:lnTo>
                      <a:pt x="237" y="209"/>
                    </a:lnTo>
                    <a:lnTo>
                      <a:pt x="241" y="205"/>
                    </a:lnTo>
                    <a:lnTo>
                      <a:pt x="244" y="201"/>
                    </a:lnTo>
                    <a:lnTo>
                      <a:pt x="244" y="201"/>
                    </a:lnTo>
                    <a:lnTo>
                      <a:pt x="246" y="197"/>
                    </a:lnTo>
                    <a:lnTo>
                      <a:pt x="248" y="193"/>
                    </a:lnTo>
                    <a:lnTo>
                      <a:pt x="248" y="189"/>
                    </a:lnTo>
                    <a:lnTo>
                      <a:pt x="247" y="185"/>
                    </a:lnTo>
                    <a:lnTo>
                      <a:pt x="245" y="177"/>
                    </a:lnTo>
                    <a:lnTo>
                      <a:pt x="240" y="169"/>
                    </a:lnTo>
                    <a:lnTo>
                      <a:pt x="234" y="162"/>
                    </a:lnTo>
                    <a:lnTo>
                      <a:pt x="226" y="155"/>
                    </a:lnTo>
                    <a:lnTo>
                      <a:pt x="214" y="143"/>
                    </a:lnTo>
                    <a:lnTo>
                      <a:pt x="214" y="143"/>
                    </a:lnTo>
                    <a:lnTo>
                      <a:pt x="210" y="139"/>
                    </a:lnTo>
                    <a:lnTo>
                      <a:pt x="206" y="135"/>
                    </a:lnTo>
                    <a:lnTo>
                      <a:pt x="203" y="131"/>
                    </a:lnTo>
                    <a:lnTo>
                      <a:pt x="201" y="126"/>
                    </a:lnTo>
                    <a:lnTo>
                      <a:pt x="199" y="121"/>
                    </a:lnTo>
                    <a:lnTo>
                      <a:pt x="198" y="116"/>
                    </a:lnTo>
                    <a:lnTo>
                      <a:pt x="198" y="110"/>
                    </a:lnTo>
                    <a:lnTo>
                      <a:pt x="198" y="105"/>
                    </a:lnTo>
                    <a:lnTo>
                      <a:pt x="198" y="105"/>
                    </a:lnTo>
                    <a:lnTo>
                      <a:pt x="200" y="99"/>
                    </a:lnTo>
                    <a:lnTo>
                      <a:pt x="203" y="93"/>
                    </a:lnTo>
                    <a:lnTo>
                      <a:pt x="207" y="86"/>
                    </a:lnTo>
                    <a:lnTo>
                      <a:pt x="212" y="80"/>
                    </a:lnTo>
                    <a:lnTo>
                      <a:pt x="218" y="74"/>
                    </a:lnTo>
                    <a:lnTo>
                      <a:pt x="226" y="68"/>
                    </a:lnTo>
                    <a:lnTo>
                      <a:pt x="236" y="61"/>
                    </a:lnTo>
                    <a:lnTo>
                      <a:pt x="245" y="55"/>
                    </a:lnTo>
                    <a:lnTo>
                      <a:pt x="269" y="41"/>
                    </a:lnTo>
                    <a:lnTo>
                      <a:pt x="297" y="28"/>
                    </a:lnTo>
                    <a:lnTo>
                      <a:pt x="329" y="15"/>
                    </a:lnTo>
                    <a:lnTo>
                      <a:pt x="368" y="1"/>
                    </a:lnTo>
                    <a:lnTo>
                      <a:pt x="368" y="1"/>
                    </a:lnTo>
                    <a:lnTo>
                      <a:pt x="373" y="0"/>
                    </a:lnTo>
                    <a:lnTo>
                      <a:pt x="379" y="0"/>
                    </a:lnTo>
                    <a:lnTo>
                      <a:pt x="384" y="1"/>
                    </a:lnTo>
                    <a:lnTo>
                      <a:pt x="389" y="3"/>
                    </a:lnTo>
                    <a:lnTo>
                      <a:pt x="394" y="6"/>
                    </a:lnTo>
                    <a:lnTo>
                      <a:pt x="398" y="9"/>
                    </a:lnTo>
                    <a:lnTo>
                      <a:pt x="401" y="14"/>
                    </a:lnTo>
                    <a:lnTo>
                      <a:pt x="403" y="19"/>
                    </a:lnTo>
                    <a:lnTo>
                      <a:pt x="403" y="19"/>
                    </a:lnTo>
                    <a:lnTo>
                      <a:pt x="404" y="25"/>
                    </a:lnTo>
                    <a:lnTo>
                      <a:pt x="405" y="30"/>
                    </a:lnTo>
                    <a:lnTo>
                      <a:pt x="404" y="36"/>
                    </a:lnTo>
                    <a:lnTo>
                      <a:pt x="402" y="41"/>
                    </a:lnTo>
                    <a:lnTo>
                      <a:pt x="399" y="45"/>
                    </a:lnTo>
                    <a:lnTo>
                      <a:pt x="395" y="49"/>
                    </a:lnTo>
                    <a:lnTo>
                      <a:pt x="391" y="53"/>
                    </a:lnTo>
                    <a:lnTo>
                      <a:pt x="386" y="56"/>
                    </a:lnTo>
                    <a:lnTo>
                      <a:pt x="386" y="56"/>
                    </a:lnTo>
                    <a:lnTo>
                      <a:pt x="348" y="69"/>
                    </a:lnTo>
                    <a:lnTo>
                      <a:pt x="313" y="84"/>
                    </a:lnTo>
                    <a:lnTo>
                      <a:pt x="284" y="98"/>
                    </a:lnTo>
                    <a:lnTo>
                      <a:pt x="272" y="104"/>
                    </a:lnTo>
                    <a:lnTo>
                      <a:pt x="263" y="110"/>
                    </a:lnTo>
                    <a:lnTo>
                      <a:pt x="263" y="110"/>
                    </a:lnTo>
                    <a:lnTo>
                      <a:pt x="276" y="124"/>
                    </a:lnTo>
                    <a:lnTo>
                      <a:pt x="286" y="137"/>
                    </a:lnTo>
                    <a:lnTo>
                      <a:pt x="294" y="149"/>
                    </a:lnTo>
                    <a:lnTo>
                      <a:pt x="299" y="162"/>
                    </a:lnTo>
                    <a:lnTo>
                      <a:pt x="303" y="174"/>
                    </a:lnTo>
                    <a:lnTo>
                      <a:pt x="304" y="184"/>
                    </a:lnTo>
                    <a:lnTo>
                      <a:pt x="304" y="194"/>
                    </a:lnTo>
                    <a:lnTo>
                      <a:pt x="303" y="203"/>
                    </a:lnTo>
                    <a:lnTo>
                      <a:pt x="303" y="203"/>
                    </a:lnTo>
                    <a:lnTo>
                      <a:pt x="300" y="214"/>
                    </a:lnTo>
                    <a:lnTo>
                      <a:pt x="296" y="224"/>
                    </a:lnTo>
                    <a:lnTo>
                      <a:pt x="289" y="234"/>
                    </a:lnTo>
                    <a:lnTo>
                      <a:pt x="282" y="243"/>
                    </a:lnTo>
                    <a:lnTo>
                      <a:pt x="273" y="252"/>
                    </a:lnTo>
                    <a:lnTo>
                      <a:pt x="263" y="259"/>
                    </a:lnTo>
                    <a:lnTo>
                      <a:pt x="252" y="265"/>
                    </a:lnTo>
                    <a:lnTo>
                      <a:pt x="241" y="270"/>
                    </a:lnTo>
                    <a:lnTo>
                      <a:pt x="241" y="270"/>
                    </a:lnTo>
                    <a:lnTo>
                      <a:pt x="229" y="272"/>
                    </a:lnTo>
                    <a:lnTo>
                      <a:pt x="219" y="274"/>
                    </a:lnTo>
                    <a:lnTo>
                      <a:pt x="209" y="274"/>
                    </a:lnTo>
                    <a:lnTo>
                      <a:pt x="200" y="273"/>
                    </a:lnTo>
                    <a:lnTo>
                      <a:pt x="191" y="271"/>
                    </a:lnTo>
                    <a:lnTo>
                      <a:pt x="183" y="267"/>
                    </a:lnTo>
                    <a:lnTo>
                      <a:pt x="175" y="263"/>
                    </a:lnTo>
                    <a:lnTo>
                      <a:pt x="169" y="257"/>
                    </a:lnTo>
                    <a:lnTo>
                      <a:pt x="169" y="257"/>
                    </a:lnTo>
                    <a:lnTo>
                      <a:pt x="165" y="252"/>
                    </a:lnTo>
                    <a:lnTo>
                      <a:pt x="162" y="246"/>
                    </a:lnTo>
                    <a:lnTo>
                      <a:pt x="162" y="246"/>
                    </a:lnTo>
                    <a:lnTo>
                      <a:pt x="157" y="245"/>
                    </a:lnTo>
                    <a:lnTo>
                      <a:pt x="148" y="244"/>
                    </a:lnTo>
                    <a:lnTo>
                      <a:pt x="134" y="245"/>
                    </a:lnTo>
                    <a:lnTo>
                      <a:pt x="114" y="248"/>
                    </a:lnTo>
                    <a:lnTo>
                      <a:pt x="114" y="248"/>
                    </a:lnTo>
                    <a:lnTo>
                      <a:pt x="104" y="252"/>
                    </a:lnTo>
                    <a:lnTo>
                      <a:pt x="95" y="256"/>
                    </a:lnTo>
                    <a:lnTo>
                      <a:pt x="88" y="262"/>
                    </a:lnTo>
                    <a:lnTo>
                      <a:pt x="82" y="269"/>
                    </a:lnTo>
                    <a:lnTo>
                      <a:pt x="76" y="277"/>
                    </a:lnTo>
                    <a:lnTo>
                      <a:pt x="72" y="285"/>
                    </a:lnTo>
                    <a:lnTo>
                      <a:pt x="68" y="294"/>
                    </a:lnTo>
                    <a:lnTo>
                      <a:pt x="65" y="302"/>
                    </a:lnTo>
                    <a:lnTo>
                      <a:pt x="60" y="319"/>
                    </a:lnTo>
                    <a:lnTo>
                      <a:pt x="58" y="334"/>
                    </a:lnTo>
                    <a:lnTo>
                      <a:pt x="57" y="348"/>
                    </a:lnTo>
                    <a:lnTo>
                      <a:pt x="57" y="348"/>
                    </a:lnTo>
                    <a:lnTo>
                      <a:pt x="57" y="355"/>
                    </a:lnTo>
                    <a:lnTo>
                      <a:pt x="58" y="361"/>
                    </a:lnTo>
                    <a:lnTo>
                      <a:pt x="60" y="367"/>
                    </a:lnTo>
                    <a:lnTo>
                      <a:pt x="62" y="374"/>
                    </a:lnTo>
                    <a:lnTo>
                      <a:pt x="66" y="379"/>
                    </a:lnTo>
                    <a:lnTo>
                      <a:pt x="68" y="381"/>
                    </a:lnTo>
                    <a:lnTo>
                      <a:pt x="70" y="383"/>
                    </a:lnTo>
                    <a:lnTo>
                      <a:pt x="73" y="384"/>
                    </a:lnTo>
                    <a:lnTo>
                      <a:pt x="77" y="385"/>
                    </a:lnTo>
                    <a:lnTo>
                      <a:pt x="77" y="385"/>
                    </a:lnTo>
                    <a:lnTo>
                      <a:pt x="87" y="385"/>
                    </a:lnTo>
                    <a:lnTo>
                      <a:pt x="97" y="386"/>
                    </a:lnTo>
                    <a:lnTo>
                      <a:pt x="109" y="388"/>
                    </a:lnTo>
                    <a:lnTo>
                      <a:pt x="120" y="390"/>
                    </a:lnTo>
                    <a:lnTo>
                      <a:pt x="133" y="394"/>
                    </a:lnTo>
                    <a:lnTo>
                      <a:pt x="144" y="400"/>
                    </a:lnTo>
                    <a:lnTo>
                      <a:pt x="156" y="406"/>
                    </a:lnTo>
                    <a:lnTo>
                      <a:pt x="167" y="414"/>
                    </a:lnTo>
                    <a:lnTo>
                      <a:pt x="177" y="424"/>
                    </a:lnTo>
                    <a:lnTo>
                      <a:pt x="186" y="436"/>
                    </a:lnTo>
                    <a:lnTo>
                      <a:pt x="195" y="450"/>
                    </a:lnTo>
                    <a:lnTo>
                      <a:pt x="202" y="467"/>
                    </a:lnTo>
                    <a:lnTo>
                      <a:pt x="208" y="486"/>
                    </a:lnTo>
                    <a:lnTo>
                      <a:pt x="213" y="506"/>
                    </a:lnTo>
                    <a:lnTo>
                      <a:pt x="216" y="530"/>
                    </a:lnTo>
                    <a:lnTo>
                      <a:pt x="217" y="557"/>
                    </a:lnTo>
                    <a:lnTo>
                      <a:pt x="217" y="557"/>
                    </a:lnTo>
                    <a:lnTo>
                      <a:pt x="220" y="568"/>
                    </a:lnTo>
                    <a:lnTo>
                      <a:pt x="227" y="582"/>
                    </a:lnTo>
                    <a:lnTo>
                      <a:pt x="236" y="597"/>
                    </a:lnTo>
                    <a:lnTo>
                      <a:pt x="244" y="609"/>
                    </a:lnTo>
                    <a:lnTo>
                      <a:pt x="244" y="609"/>
                    </a:lnTo>
                    <a:lnTo>
                      <a:pt x="256" y="608"/>
                    </a:lnTo>
                    <a:lnTo>
                      <a:pt x="264" y="608"/>
                    </a:lnTo>
                    <a:lnTo>
                      <a:pt x="271" y="606"/>
                    </a:lnTo>
                    <a:lnTo>
                      <a:pt x="277" y="604"/>
                    </a:lnTo>
                    <a:lnTo>
                      <a:pt x="282" y="600"/>
                    </a:lnTo>
                    <a:lnTo>
                      <a:pt x="287" y="595"/>
                    </a:lnTo>
                    <a:lnTo>
                      <a:pt x="299" y="579"/>
                    </a:lnTo>
                    <a:lnTo>
                      <a:pt x="299" y="579"/>
                    </a:lnTo>
                    <a:lnTo>
                      <a:pt x="309" y="565"/>
                    </a:lnTo>
                    <a:lnTo>
                      <a:pt x="322" y="547"/>
                    </a:lnTo>
                    <a:lnTo>
                      <a:pt x="340" y="527"/>
                    </a:lnTo>
                    <a:lnTo>
                      <a:pt x="361" y="505"/>
                    </a:lnTo>
                    <a:lnTo>
                      <a:pt x="361" y="505"/>
                    </a:lnTo>
                    <a:lnTo>
                      <a:pt x="367" y="501"/>
                    </a:lnTo>
                    <a:lnTo>
                      <a:pt x="373" y="498"/>
                    </a:lnTo>
                    <a:lnTo>
                      <a:pt x="373" y="498"/>
                    </a:lnTo>
                    <a:lnTo>
                      <a:pt x="378" y="496"/>
                    </a:lnTo>
                    <a:lnTo>
                      <a:pt x="384" y="493"/>
                    </a:lnTo>
                    <a:lnTo>
                      <a:pt x="391" y="489"/>
                    </a:lnTo>
                    <a:lnTo>
                      <a:pt x="398" y="484"/>
                    </a:lnTo>
                    <a:lnTo>
                      <a:pt x="406" y="477"/>
                    </a:lnTo>
                    <a:lnTo>
                      <a:pt x="412" y="468"/>
                    </a:lnTo>
                    <a:lnTo>
                      <a:pt x="418" y="458"/>
                    </a:lnTo>
                    <a:lnTo>
                      <a:pt x="418" y="458"/>
                    </a:lnTo>
                    <a:lnTo>
                      <a:pt x="420" y="449"/>
                    </a:lnTo>
                    <a:lnTo>
                      <a:pt x="422" y="441"/>
                    </a:lnTo>
                    <a:lnTo>
                      <a:pt x="423" y="433"/>
                    </a:lnTo>
                    <a:lnTo>
                      <a:pt x="423" y="424"/>
                    </a:lnTo>
                    <a:lnTo>
                      <a:pt x="422" y="414"/>
                    </a:lnTo>
                    <a:lnTo>
                      <a:pt x="420" y="405"/>
                    </a:lnTo>
                    <a:lnTo>
                      <a:pt x="417" y="394"/>
                    </a:lnTo>
                    <a:lnTo>
                      <a:pt x="413" y="383"/>
                    </a:lnTo>
                    <a:lnTo>
                      <a:pt x="413" y="383"/>
                    </a:lnTo>
                    <a:lnTo>
                      <a:pt x="406" y="384"/>
                    </a:lnTo>
                    <a:lnTo>
                      <a:pt x="399" y="384"/>
                    </a:lnTo>
                    <a:lnTo>
                      <a:pt x="392" y="384"/>
                    </a:lnTo>
                    <a:lnTo>
                      <a:pt x="386" y="383"/>
                    </a:lnTo>
                    <a:lnTo>
                      <a:pt x="379" y="381"/>
                    </a:lnTo>
                    <a:lnTo>
                      <a:pt x="373" y="378"/>
                    </a:lnTo>
                    <a:lnTo>
                      <a:pt x="367" y="374"/>
                    </a:lnTo>
                    <a:lnTo>
                      <a:pt x="361" y="369"/>
                    </a:lnTo>
                    <a:lnTo>
                      <a:pt x="361" y="369"/>
                    </a:lnTo>
                    <a:lnTo>
                      <a:pt x="356" y="363"/>
                    </a:lnTo>
                    <a:lnTo>
                      <a:pt x="354" y="356"/>
                    </a:lnTo>
                    <a:lnTo>
                      <a:pt x="354" y="356"/>
                    </a:lnTo>
                    <a:lnTo>
                      <a:pt x="350" y="344"/>
                    </a:lnTo>
                    <a:lnTo>
                      <a:pt x="346" y="332"/>
                    </a:lnTo>
                    <a:lnTo>
                      <a:pt x="346" y="332"/>
                    </a:lnTo>
                    <a:lnTo>
                      <a:pt x="338" y="308"/>
                    </a:lnTo>
                    <a:lnTo>
                      <a:pt x="335" y="295"/>
                    </a:lnTo>
                    <a:lnTo>
                      <a:pt x="333" y="282"/>
                    </a:lnTo>
                    <a:lnTo>
                      <a:pt x="331" y="270"/>
                    </a:lnTo>
                    <a:lnTo>
                      <a:pt x="333" y="264"/>
                    </a:lnTo>
                    <a:lnTo>
                      <a:pt x="334" y="258"/>
                    </a:lnTo>
                    <a:lnTo>
                      <a:pt x="336" y="252"/>
                    </a:lnTo>
                    <a:lnTo>
                      <a:pt x="339" y="245"/>
                    </a:lnTo>
                    <a:lnTo>
                      <a:pt x="342" y="240"/>
                    </a:lnTo>
                    <a:lnTo>
                      <a:pt x="346" y="235"/>
                    </a:lnTo>
                    <a:lnTo>
                      <a:pt x="346" y="235"/>
                    </a:lnTo>
                    <a:lnTo>
                      <a:pt x="354" y="228"/>
                    </a:lnTo>
                    <a:lnTo>
                      <a:pt x="363" y="222"/>
                    </a:lnTo>
                    <a:lnTo>
                      <a:pt x="374" y="218"/>
                    </a:lnTo>
                    <a:lnTo>
                      <a:pt x="387" y="216"/>
                    </a:lnTo>
                    <a:lnTo>
                      <a:pt x="401" y="215"/>
                    </a:lnTo>
                    <a:lnTo>
                      <a:pt x="418" y="216"/>
                    </a:lnTo>
                    <a:lnTo>
                      <a:pt x="437" y="218"/>
                    </a:lnTo>
                    <a:lnTo>
                      <a:pt x="457" y="222"/>
                    </a:lnTo>
                    <a:lnTo>
                      <a:pt x="457" y="222"/>
                    </a:lnTo>
                    <a:lnTo>
                      <a:pt x="465" y="217"/>
                    </a:lnTo>
                    <a:lnTo>
                      <a:pt x="472" y="210"/>
                    </a:lnTo>
                    <a:lnTo>
                      <a:pt x="478" y="203"/>
                    </a:lnTo>
                    <a:lnTo>
                      <a:pt x="484" y="196"/>
                    </a:lnTo>
                    <a:lnTo>
                      <a:pt x="493" y="180"/>
                    </a:lnTo>
                    <a:lnTo>
                      <a:pt x="501" y="165"/>
                    </a:lnTo>
                    <a:lnTo>
                      <a:pt x="506" y="150"/>
                    </a:lnTo>
                    <a:lnTo>
                      <a:pt x="510" y="138"/>
                    </a:lnTo>
                    <a:lnTo>
                      <a:pt x="513" y="127"/>
                    </a:lnTo>
                    <a:lnTo>
                      <a:pt x="513" y="127"/>
                    </a:lnTo>
                    <a:lnTo>
                      <a:pt x="514" y="122"/>
                    </a:lnTo>
                    <a:lnTo>
                      <a:pt x="517" y="117"/>
                    </a:lnTo>
                    <a:lnTo>
                      <a:pt x="520" y="113"/>
                    </a:lnTo>
                    <a:lnTo>
                      <a:pt x="525" y="109"/>
                    </a:lnTo>
                    <a:lnTo>
                      <a:pt x="529" y="106"/>
                    </a:lnTo>
                    <a:lnTo>
                      <a:pt x="535" y="105"/>
                    </a:lnTo>
                    <a:lnTo>
                      <a:pt x="541" y="104"/>
                    </a:lnTo>
                    <a:lnTo>
                      <a:pt x="547" y="105"/>
                    </a:lnTo>
                    <a:lnTo>
                      <a:pt x="547" y="105"/>
                    </a:lnTo>
                    <a:lnTo>
                      <a:pt x="552" y="106"/>
                    </a:lnTo>
                    <a:lnTo>
                      <a:pt x="557" y="109"/>
                    </a:lnTo>
                    <a:lnTo>
                      <a:pt x="561" y="112"/>
                    </a:lnTo>
                    <a:lnTo>
                      <a:pt x="565" y="116"/>
                    </a:lnTo>
                    <a:lnTo>
                      <a:pt x="567" y="121"/>
                    </a:lnTo>
                    <a:lnTo>
                      <a:pt x="569" y="126"/>
                    </a:lnTo>
                    <a:lnTo>
                      <a:pt x="570" y="132"/>
                    </a:lnTo>
                    <a:lnTo>
                      <a:pt x="569" y="137"/>
                    </a:lnTo>
                    <a:lnTo>
                      <a:pt x="569" y="137"/>
                    </a:lnTo>
                    <a:lnTo>
                      <a:pt x="568" y="143"/>
                    </a:lnTo>
                    <a:lnTo>
                      <a:pt x="565" y="157"/>
                    </a:lnTo>
                    <a:lnTo>
                      <a:pt x="559" y="174"/>
                    </a:lnTo>
                    <a:lnTo>
                      <a:pt x="550" y="195"/>
                    </a:lnTo>
                    <a:lnTo>
                      <a:pt x="544" y="206"/>
                    </a:lnTo>
                    <a:lnTo>
                      <a:pt x="537" y="218"/>
                    </a:lnTo>
                    <a:lnTo>
                      <a:pt x="529" y="229"/>
                    </a:lnTo>
                    <a:lnTo>
                      <a:pt x="520" y="240"/>
                    </a:lnTo>
                    <a:lnTo>
                      <a:pt x="510" y="252"/>
                    </a:lnTo>
                    <a:lnTo>
                      <a:pt x="499" y="262"/>
                    </a:lnTo>
                    <a:lnTo>
                      <a:pt x="487" y="271"/>
                    </a:lnTo>
                    <a:lnTo>
                      <a:pt x="474" y="278"/>
                    </a:lnTo>
                    <a:lnTo>
                      <a:pt x="474" y="278"/>
                    </a:lnTo>
                    <a:lnTo>
                      <a:pt x="469" y="280"/>
                    </a:lnTo>
                    <a:lnTo>
                      <a:pt x="464" y="281"/>
                    </a:lnTo>
                    <a:lnTo>
                      <a:pt x="459" y="281"/>
                    </a:lnTo>
                    <a:lnTo>
                      <a:pt x="454" y="280"/>
                    </a:lnTo>
                    <a:lnTo>
                      <a:pt x="454" y="280"/>
                    </a:lnTo>
                    <a:lnTo>
                      <a:pt x="436" y="276"/>
                    </a:lnTo>
                    <a:lnTo>
                      <a:pt x="420" y="274"/>
                    </a:lnTo>
                    <a:lnTo>
                      <a:pt x="409" y="272"/>
                    </a:lnTo>
                    <a:lnTo>
                      <a:pt x="400" y="272"/>
                    </a:lnTo>
                    <a:lnTo>
                      <a:pt x="394" y="272"/>
                    </a:lnTo>
                    <a:lnTo>
                      <a:pt x="390" y="273"/>
                    </a:lnTo>
                    <a:lnTo>
                      <a:pt x="387" y="274"/>
                    </a:lnTo>
                    <a:lnTo>
                      <a:pt x="387" y="274"/>
                    </a:lnTo>
                    <a:lnTo>
                      <a:pt x="388" y="280"/>
                    </a:lnTo>
                    <a:lnTo>
                      <a:pt x="391" y="291"/>
                    </a:lnTo>
                    <a:lnTo>
                      <a:pt x="399" y="313"/>
                    </a:lnTo>
                    <a:lnTo>
                      <a:pt x="399" y="313"/>
                    </a:lnTo>
                    <a:lnTo>
                      <a:pt x="404" y="327"/>
                    </a:lnTo>
                    <a:lnTo>
                      <a:pt x="404" y="327"/>
                    </a:lnTo>
                    <a:lnTo>
                      <a:pt x="410" y="326"/>
                    </a:lnTo>
                    <a:lnTo>
                      <a:pt x="416" y="323"/>
                    </a:lnTo>
                    <a:lnTo>
                      <a:pt x="416" y="323"/>
                    </a:lnTo>
                    <a:lnTo>
                      <a:pt x="421" y="321"/>
                    </a:lnTo>
                    <a:lnTo>
                      <a:pt x="427" y="320"/>
                    </a:lnTo>
                    <a:lnTo>
                      <a:pt x="432" y="320"/>
                    </a:lnTo>
                    <a:lnTo>
                      <a:pt x="438" y="322"/>
                    </a:lnTo>
                    <a:lnTo>
                      <a:pt x="443" y="324"/>
                    </a:lnTo>
                    <a:lnTo>
                      <a:pt x="448" y="327"/>
                    </a:lnTo>
                    <a:lnTo>
                      <a:pt x="451" y="331"/>
                    </a:lnTo>
                    <a:lnTo>
                      <a:pt x="454" y="336"/>
                    </a:lnTo>
                    <a:lnTo>
                      <a:pt x="454" y="336"/>
                    </a:lnTo>
                    <a:lnTo>
                      <a:pt x="464" y="357"/>
                    </a:lnTo>
                    <a:lnTo>
                      <a:pt x="471" y="376"/>
                    </a:lnTo>
                    <a:lnTo>
                      <a:pt x="476" y="395"/>
                    </a:lnTo>
                    <a:lnTo>
                      <a:pt x="479" y="414"/>
                    </a:lnTo>
                    <a:lnTo>
                      <a:pt x="480" y="431"/>
                    </a:lnTo>
                    <a:lnTo>
                      <a:pt x="479" y="448"/>
                    </a:lnTo>
                    <a:lnTo>
                      <a:pt x="476" y="465"/>
                    </a:lnTo>
                    <a:lnTo>
                      <a:pt x="470" y="481"/>
                    </a:lnTo>
                    <a:lnTo>
                      <a:pt x="470" y="481"/>
                    </a:lnTo>
                    <a:lnTo>
                      <a:pt x="467" y="488"/>
                    </a:lnTo>
                    <a:lnTo>
                      <a:pt x="463" y="496"/>
                    </a:lnTo>
                    <a:lnTo>
                      <a:pt x="453" y="508"/>
                    </a:lnTo>
                    <a:lnTo>
                      <a:pt x="443" y="519"/>
                    </a:lnTo>
                    <a:lnTo>
                      <a:pt x="432" y="528"/>
                    </a:lnTo>
                    <a:lnTo>
                      <a:pt x="422" y="536"/>
                    </a:lnTo>
                    <a:lnTo>
                      <a:pt x="412" y="542"/>
                    </a:lnTo>
                    <a:lnTo>
                      <a:pt x="404" y="546"/>
                    </a:lnTo>
                    <a:lnTo>
                      <a:pt x="396" y="549"/>
                    </a:lnTo>
                    <a:lnTo>
                      <a:pt x="396" y="549"/>
                    </a:lnTo>
                    <a:lnTo>
                      <a:pt x="379" y="569"/>
                    </a:lnTo>
                    <a:lnTo>
                      <a:pt x="365" y="585"/>
                    </a:lnTo>
                    <a:lnTo>
                      <a:pt x="354" y="599"/>
                    </a:lnTo>
                    <a:lnTo>
                      <a:pt x="345" y="612"/>
                    </a:lnTo>
                    <a:lnTo>
                      <a:pt x="345" y="612"/>
                    </a:lnTo>
                    <a:lnTo>
                      <a:pt x="335" y="625"/>
                    </a:lnTo>
                    <a:lnTo>
                      <a:pt x="325" y="636"/>
                    </a:lnTo>
                    <a:lnTo>
                      <a:pt x="315" y="645"/>
                    </a:lnTo>
                    <a:lnTo>
                      <a:pt x="304" y="654"/>
                    </a:lnTo>
                    <a:lnTo>
                      <a:pt x="298" y="657"/>
                    </a:lnTo>
                    <a:lnTo>
                      <a:pt x="292" y="659"/>
                    </a:lnTo>
                    <a:lnTo>
                      <a:pt x="277" y="663"/>
                    </a:lnTo>
                    <a:lnTo>
                      <a:pt x="259" y="665"/>
                    </a:lnTo>
                    <a:lnTo>
                      <a:pt x="237" y="666"/>
                    </a:lnTo>
                    <a:lnTo>
                      <a:pt x="237" y="6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987">
                <a:extLst>
                  <a:ext uri="{FF2B5EF4-FFF2-40B4-BE49-F238E27FC236}">
                    <a16:creationId xmlns:a16="http://schemas.microsoft.com/office/drawing/2014/main" id="{BBBBD7B7-E52F-C8F4-DEC0-C5FC9C149175}"/>
                  </a:ext>
                </a:extLst>
              </p:cNvPr>
              <p:cNvSpPr>
                <a:spLocks/>
              </p:cNvSpPr>
              <p:nvPr/>
            </p:nvSpPr>
            <p:spPr bwMode="auto">
              <a:xfrm>
                <a:off x="4371975" y="768350"/>
                <a:ext cx="73025" cy="66675"/>
              </a:xfrm>
              <a:custGeom>
                <a:avLst/>
                <a:gdLst>
                  <a:gd name="T0" fmla="*/ 45 w 278"/>
                  <a:gd name="T1" fmla="*/ 249 h 249"/>
                  <a:gd name="T2" fmla="*/ 45 w 278"/>
                  <a:gd name="T3" fmla="*/ 249 h 249"/>
                  <a:gd name="T4" fmla="*/ 40 w 278"/>
                  <a:gd name="T5" fmla="*/ 248 h 249"/>
                  <a:gd name="T6" fmla="*/ 35 w 278"/>
                  <a:gd name="T7" fmla="*/ 247 h 249"/>
                  <a:gd name="T8" fmla="*/ 30 w 278"/>
                  <a:gd name="T9" fmla="*/ 244 h 249"/>
                  <a:gd name="T10" fmla="*/ 26 w 278"/>
                  <a:gd name="T11" fmla="*/ 241 h 249"/>
                  <a:gd name="T12" fmla="*/ 23 w 278"/>
                  <a:gd name="T13" fmla="*/ 237 h 249"/>
                  <a:gd name="T14" fmla="*/ 20 w 278"/>
                  <a:gd name="T15" fmla="*/ 233 h 249"/>
                  <a:gd name="T16" fmla="*/ 18 w 278"/>
                  <a:gd name="T17" fmla="*/ 228 h 249"/>
                  <a:gd name="T18" fmla="*/ 17 w 278"/>
                  <a:gd name="T19" fmla="*/ 223 h 249"/>
                  <a:gd name="T20" fmla="*/ 0 w 278"/>
                  <a:gd name="T21" fmla="*/ 32 h 249"/>
                  <a:gd name="T22" fmla="*/ 0 w 278"/>
                  <a:gd name="T23" fmla="*/ 32 h 249"/>
                  <a:gd name="T24" fmla="*/ 0 w 278"/>
                  <a:gd name="T25" fmla="*/ 25 h 249"/>
                  <a:gd name="T26" fmla="*/ 2 w 278"/>
                  <a:gd name="T27" fmla="*/ 19 h 249"/>
                  <a:gd name="T28" fmla="*/ 5 w 278"/>
                  <a:gd name="T29" fmla="*/ 13 h 249"/>
                  <a:gd name="T30" fmla="*/ 9 w 278"/>
                  <a:gd name="T31" fmla="*/ 8 h 249"/>
                  <a:gd name="T32" fmla="*/ 9 w 278"/>
                  <a:gd name="T33" fmla="*/ 8 h 249"/>
                  <a:gd name="T34" fmla="*/ 15 w 278"/>
                  <a:gd name="T35" fmla="*/ 3 h 249"/>
                  <a:gd name="T36" fmla="*/ 21 w 278"/>
                  <a:gd name="T37" fmla="*/ 1 h 249"/>
                  <a:gd name="T38" fmla="*/ 27 w 278"/>
                  <a:gd name="T39" fmla="*/ 0 h 249"/>
                  <a:gd name="T40" fmla="*/ 33 w 278"/>
                  <a:gd name="T41" fmla="*/ 0 h 249"/>
                  <a:gd name="T42" fmla="*/ 255 w 278"/>
                  <a:gd name="T43" fmla="*/ 45 h 249"/>
                  <a:gd name="T44" fmla="*/ 255 w 278"/>
                  <a:gd name="T45" fmla="*/ 45 h 249"/>
                  <a:gd name="T46" fmla="*/ 261 w 278"/>
                  <a:gd name="T47" fmla="*/ 46 h 249"/>
                  <a:gd name="T48" fmla="*/ 266 w 278"/>
                  <a:gd name="T49" fmla="*/ 49 h 249"/>
                  <a:gd name="T50" fmla="*/ 270 w 278"/>
                  <a:gd name="T51" fmla="*/ 52 h 249"/>
                  <a:gd name="T52" fmla="*/ 273 w 278"/>
                  <a:gd name="T53" fmla="*/ 57 h 249"/>
                  <a:gd name="T54" fmla="*/ 276 w 278"/>
                  <a:gd name="T55" fmla="*/ 61 h 249"/>
                  <a:gd name="T56" fmla="*/ 277 w 278"/>
                  <a:gd name="T57" fmla="*/ 67 h 249"/>
                  <a:gd name="T58" fmla="*/ 278 w 278"/>
                  <a:gd name="T59" fmla="*/ 72 h 249"/>
                  <a:gd name="T60" fmla="*/ 277 w 278"/>
                  <a:gd name="T61" fmla="*/ 78 h 249"/>
                  <a:gd name="T62" fmla="*/ 277 w 278"/>
                  <a:gd name="T63" fmla="*/ 78 h 249"/>
                  <a:gd name="T64" fmla="*/ 276 w 278"/>
                  <a:gd name="T65" fmla="*/ 83 h 249"/>
                  <a:gd name="T66" fmla="*/ 273 w 278"/>
                  <a:gd name="T67" fmla="*/ 88 h 249"/>
                  <a:gd name="T68" fmla="*/ 270 w 278"/>
                  <a:gd name="T69" fmla="*/ 92 h 249"/>
                  <a:gd name="T70" fmla="*/ 266 w 278"/>
                  <a:gd name="T71" fmla="*/ 95 h 249"/>
                  <a:gd name="T72" fmla="*/ 261 w 278"/>
                  <a:gd name="T73" fmla="*/ 98 h 249"/>
                  <a:gd name="T74" fmla="*/ 256 w 278"/>
                  <a:gd name="T75" fmla="*/ 100 h 249"/>
                  <a:gd name="T76" fmla="*/ 250 w 278"/>
                  <a:gd name="T77" fmla="*/ 100 h 249"/>
                  <a:gd name="T78" fmla="*/ 244 w 278"/>
                  <a:gd name="T79" fmla="*/ 100 h 249"/>
                  <a:gd name="T80" fmla="*/ 59 w 278"/>
                  <a:gd name="T81" fmla="*/ 64 h 249"/>
                  <a:gd name="T82" fmla="*/ 73 w 278"/>
                  <a:gd name="T83" fmla="*/ 218 h 249"/>
                  <a:gd name="T84" fmla="*/ 73 w 278"/>
                  <a:gd name="T85" fmla="*/ 218 h 249"/>
                  <a:gd name="T86" fmla="*/ 73 w 278"/>
                  <a:gd name="T87" fmla="*/ 224 h 249"/>
                  <a:gd name="T88" fmla="*/ 72 w 278"/>
                  <a:gd name="T89" fmla="*/ 229 h 249"/>
                  <a:gd name="T90" fmla="*/ 70 w 278"/>
                  <a:gd name="T91" fmla="*/ 234 h 249"/>
                  <a:gd name="T92" fmla="*/ 67 w 278"/>
                  <a:gd name="T93" fmla="*/ 238 h 249"/>
                  <a:gd name="T94" fmla="*/ 63 w 278"/>
                  <a:gd name="T95" fmla="*/ 242 h 249"/>
                  <a:gd name="T96" fmla="*/ 58 w 278"/>
                  <a:gd name="T97" fmla="*/ 245 h 249"/>
                  <a:gd name="T98" fmla="*/ 53 w 278"/>
                  <a:gd name="T99" fmla="*/ 247 h 249"/>
                  <a:gd name="T100" fmla="*/ 48 w 278"/>
                  <a:gd name="T101" fmla="*/ 248 h 249"/>
                  <a:gd name="T102" fmla="*/ 48 w 278"/>
                  <a:gd name="T103" fmla="*/ 248 h 249"/>
                  <a:gd name="T104" fmla="*/ 45 w 278"/>
                  <a:gd name="T105" fmla="*/ 249 h 249"/>
                  <a:gd name="T106" fmla="*/ 45 w 278"/>
                  <a:gd name="T107" fmla="*/ 24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8" h="249">
                    <a:moveTo>
                      <a:pt x="45" y="249"/>
                    </a:moveTo>
                    <a:lnTo>
                      <a:pt x="45" y="249"/>
                    </a:lnTo>
                    <a:lnTo>
                      <a:pt x="40" y="248"/>
                    </a:lnTo>
                    <a:lnTo>
                      <a:pt x="35" y="247"/>
                    </a:lnTo>
                    <a:lnTo>
                      <a:pt x="30" y="244"/>
                    </a:lnTo>
                    <a:lnTo>
                      <a:pt x="26" y="241"/>
                    </a:lnTo>
                    <a:lnTo>
                      <a:pt x="23" y="237"/>
                    </a:lnTo>
                    <a:lnTo>
                      <a:pt x="20" y="233"/>
                    </a:lnTo>
                    <a:lnTo>
                      <a:pt x="18" y="228"/>
                    </a:lnTo>
                    <a:lnTo>
                      <a:pt x="17" y="223"/>
                    </a:lnTo>
                    <a:lnTo>
                      <a:pt x="0" y="32"/>
                    </a:lnTo>
                    <a:lnTo>
                      <a:pt x="0" y="32"/>
                    </a:lnTo>
                    <a:lnTo>
                      <a:pt x="0" y="25"/>
                    </a:lnTo>
                    <a:lnTo>
                      <a:pt x="2" y="19"/>
                    </a:lnTo>
                    <a:lnTo>
                      <a:pt x="5" y="13"/>
                    </a:lnTo>
                    <a:lnTo>
                      <a:pt x="9" y="8"/>
                    </a:lnTo>
                    <a:lnTo>
                      <a:pt x="9" y="8"/>
                    </a:lnTo>
                    <a:lnTo>
                      <a:pt x="15" y="3"/>
                    </a:lnTo>
                    <a:lnTo>
                      <a:pt x="21" y="1"/>
                    </a:lnTo>
                    <a:lnTo>
                      <a:pt x="27" y="0"/>
                    </a:lnTo>
                    <a:lnTo>
                      <a:pt x="33" y="0"/>
                    </a:lnTo>
                    <a:lnTo>
                      <a:pt x="255" y="45"/>
                    </a:lnTo>
                    <a:lnTo>
                      <a:pt x="255" y="45"/>
                    </a:lnTo>
                    <a:lnTo>
                      <a:pt x="261" y="46"/>
                    </a:lnTo>
                    <a:lnTo>
                      <a:pt x="266" y="49"/>
                    </a:lnTo>
                    <a:lnTo>
                      <a:pt x="270" y="52"/>
                    </a:lnTo>
                    <a:lnTo>
                      <a:pt x="273" y="57"/>
                    </a:lnTo>
                    <a:lnTo>
                      <a:pt x="276" y="61"/>
                    </a:lnTo>
                    <a:lnTo>
                      <a:pt x="277" y="67"/>
                    </a:lnTo>
                    <a:lnTo>
                      <a:pt x="278" y="72"/>
                    </a:lnTo>
                    <a:lnTo>
                      <a:pt x="277" y="78"/>
                    </a:lnTo>
                    <a:lnTo>
                      <a:pt x="277" y="78"/>
                    </a:lnTo>
                    <a:lnTo>
                      <a:pt x="276" y="83"/>
                    </a:lnTo>
                    <a:lnTo>
                      <a:pt x="273" y="88"/>
                    </a:lnTo>
                    <a:lnTo>
                      <a:pt x="270" y="92"/>
                    </a:lnTo>
                    <a:lnTo>
                      <a:pt x="266" y="95"/>
                    </a:lnTo>
                    <a:lnTo>
                      <a:pt x="261" y="98"/>
                    </a:lnTo>
                    <a:lnTo>
                      <a:pt x="256" y="100"/>
                    </a:lnTo>
                    <a:lnTo>
                      <a:pt x="250" y="100"/>
                    </a:lnTo>
                    <a:lnTo>
                      <a:pt x="244" y="100"/>
                    </a:lnTo>
                    <a:lnTo>
                      <a:pt x="59" y="64"/>
                    </a:lnTo>
                    <a:lnTo>
                      <a:pt x="73" y="218"/>
                    </a:lnTo>
                    <a:lnTo>
                      <a:pt x="73" y="218"/>
                    </a:lnTo>
                    <a:lnTo>
                      <a:pt x="73" y="224"/>
                    </a:lnTo>
                    <a:lnTo>
                      <a:pt x="72" y="229"/>
                    </a:lnTo>
                    <a:lnTo>
                      <a:pt x="70" y="234"/>
                    </a:lnTo>
                    <a:lnTo>
                      <a:pt x="67" y="238"/>
                    </a:lnTo>
                    <a:lnTo>
                      <a:pt x="63" y="242"/>
                    </a:lnTo>
                    <a:lnTo>
                      <a:pt x="58" y="245"/>
                    </a:lnTo>
                    <a:lnTo>
                      <a:pt x="53" y="247"/>
                    </a:lnTo>
                    <a:lnTo>
                      <a:pt x="48" y="248"/>
                    </a:lnTo>
                    <a:lnTo>
                      <a:pt x="48" y="248"/>
                    </a:lnTo>
                    <a:lnTo>
                      <a:pt x="45" y="249"/>
                    </a:lnTo>
                    <a:lnTo>
                      <a:pt x="45" y="2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988">
                <a:extLst>
                  <a:ext uri="{FF2B5EF4-FFF2-40B4-BE49-F238E27FC236}">
                    <a16:creationId xmlns:a16="http://schemas.microsoft.com/office/drawing/2014/main" id="{00FB405E-FF02-4955-E14F-F032E6E95802}"/>
                  </a:ext>
                </a:extLst>
              </p:cNvPr>
              <p:cNvSpPr>
                <a:spLocks/>
              </p:cNvSpPr>
              <p:nvPr/>
            </p:nvSpPr>
            <p:spPr bwMode="auto">
              <a:xfrm>
                <a:off x="4138613" y="985838"/>
                <a:ext cx="82550" cy="65088"/>
              </a:xfrm>
              <a:custGeom>
                <a:avLst/>
                <a:gdLst>
                  <a:gd name="T0" fmla="*/ 282 w 310"/>
                  <a:gd name="T1" fmla="*/ 247 h 247"/>
                  <a:gd name="T2" fmla="*/ 282 w 310"/>
                  <a:gd name="T3" fmla="*/ 247 h 247"/>
                  <a:gd name="T4" fmla="*/ 276 w 310"/>
                  <a:gd name="T5" fmla="*/ 247 h 247"/>
                  <a:gd name="T6" fmla="*/ 23 w 310"/>
                  <a:gd name="T7" fmla="*/ 194 h 247"/>
                  <a:gd name="T8" fmla="*/ 23 w 310"/>
                  <a:gd name="T9" fmla="*/ 194 h 247"/>
                  <a:gd name="T10" fmla="*/ 17 w 310"/>
                  <a:gd name="T11" fmla="*/ 192 h 247"/>
                  <a:gd name="T12" fmla="*/ 12 w 310"/>
                  <a:gd name="T13" fmla="*/ 190 h 247"/>
                  <a:gd name="T14" fmla="*/ 8 w 310"/>
                  <a:gd name="T15" fmla="*/ 186 h 247"/>
                  <a:gd name="T16" fmla="*/ 5 w 310"/>
                  <a:gd name="T17" fmla="*/ 181 h 247"/>
                  <a:gd name="T18" fmla="*/ 2 w 310"/>
                  <a:gd name="T19" fmla="*/ 176 h 247"/>
                  <a:gd name="T20" fmla="*/ 1 w 310"/>
                  <a:gd name="T21" fmla="*/ 171 h 247"/>
                  <a:gd name="T22" fmla="*/ 0 w 310"/>
                  <a:gd name="T23" fmla="*/ 166 h 247"/>
                  <a:gd name="T24" fmla="*/ 1 w 310"/>
                  <a:gd name="T25" fmla="*/ 160 h 247"/>
                  <a:gd name="T26" fmla="*/ 1 w 310"/>
                  <a:gd name="T27" fmla="*/ 160 h 247"/>
                  <a:gd name="T28" fmla="*/ 3 w 310"/>
                  <a:gd name="T29" fmla="*/ 155 h 247"/>
                  <a:gd name="T30" fmla="*/ 5 w 310"/>
                  <a:gd name="T31" fmla="*/ 150 h 247"/>
                  <a:gd name="T32" fmla="*/ 9 w 310"/>
                  <a:gd name="T33" fmla="*/ 146 h 247"/>
                  <a:gd name="T34" fmla="*/ 13 w 310"/>
                  <a:gd name="T35" fmla="*/ 142 h 247"/>
                  <a:gd name="T36" fmla="*/ 18 w 310"/>
                  <a:gd name="T37" fmla="*/ 140 h 247"/>
                  <a:gd name="T38" fmla="*/ 23 w 310"/>
                  <a:gd name="T39" fmla="*/ 138 h 247"/>
                  <a:gd name="T40" fmla="*/ 28 w 310"/>
                  <a:gd name="T41" fmla="*/ 138 h 247"/>
                  <a:gd name="T42" fmla="*/ 34 w 310"/>
                  <a:gd name="T43" fmla="*/ 138 h 247"/>
                  <a:gd name="T44" fmla="*/ 249 w 310"/>
                  <a:gd name="T45" fmla="*/ 184 h 247"/>
                  <a:gd name="T46" fmla="*/ 233 w 310"/>
                  <a:gd name="T47" fmla="*/ 31 h 247"/>
                  <a:gd name="T48" fmla="*/ 233 w 310"/>
                  <a:gd name="T49" fmla="*/ 31 h 247"/>
                  <a:gd name="T50" fmla="*/ 233 w 310"/>
                  <a:gd name="T51" fmla="*/ 25 h 247"/>
                  <a:gd name="T52" fmla="*/ 234 w 310"/>
                  <a:gd name="T53" fmla="*/ 20 h 247"/>
                  <a:gd name="T54" fmla="*/ 236 w 310"/>
                  <a:gd name="T55" fmla="*/ 15 h 247"/>
                  <a:gd name="T56" fmla="*/ 239 w 310"/>
                  <a:gd name="T57" fmla="*/ 11 h 247"/>
                  <a:gd name="T58" fmla="*/ 243 w 310"/>
                  <a:gd name="T59" fmla="*/ 7 h 247"/>
                  <a:gd name="T60" fmla="*/ 247 w 310"/>
                  <a:gd name="T61" fmla="*/ 4 h 247"/>
                  <a:gd name="T62" fmla="*/ 252 w 310"/>
                  <a:gd name="T63" fmla="*/ 1 h 247"/>
                  <a:gd name="T64" fmla="*/ 259 w 310"/>
                  <a:gd name="T65" fmla="*/ 0 h 247"/>
                  <a:gd name="T66" fmla="*/ 259 w 310"/>
                  <a:gd name="T67" fmla="*/ 0 h 247"/>
                  <a:gd name="T68" fmla="*/ 264 w 310"/>
                  <a:gd name="T69" fmla="*/ 0 h 247"/>
                  <a:gd name="T70" fmla="*/ 270 w 310"/>
                  <a:gd name="T71" fmla="*/ 1 h 247"/>
                  <a:gd name="T72" fmla="*/ 275 w 310"/>
                  <a:gd name="T73" fmla="*/ 3 h 247"/>
                  <a:gd name="T74" fmla="*/ 279 w 310"/>
                  <a:gd name="T75" fmla="*/ 6 h 247"/>
                  <a:gd name="T76" fmla="*/ 283 w 310"/>
                  <a:gd name="T77" fmla="*/ 10 h 247"/>
                  <a:gd name="T78" fmla="*/ 286 w 310"/>
                  <a:gd name="T79" fmla="*/ 15 h 247"/>
                  <a:gd name="T80" fmla="*/ 288 w 310"/>
                  <a:gd name="T81" fmla="*/ 20 h 247"/>
                  <a:gd name="T82" fmla="*/ 290 w 310"/>
                  <a:gd name="T83" fmla="*/ 25 h 247"/>
                  <a:gd name="T84" fmla="*/ 310 w 310"/>
                  <a:gd name="T85" fmla="*/ 216 h 247"/>
                  <a:gd name="T86" fmla="*/ 310 w 310"/>
                  <a:gd name="T87" fmla="*/ 216 h 247"/>
                  <a:gd name="T88" fmla="*/ 310 w 310"/>
                  <a:gd name="T89" fmla="*/ 223 h 247"/>
                  <a:gd name="T90" fmla="*/ 308 w 310"/>
                  <a:gd name="T91" fmla="*/ 229 h 247"/>
                  <a:gd name="T92" fmla="*/ 305 w 310"/>
                  <a:gd name="T93" fmla="*/ 235 h 247"/>
                  <a:gd name="T94" fmla="*/ 301 w 310"/>
                  <a:gd name="T95" fmla="*/ 240 h 247"/>
                  <a:gd name="T96" fmla="*/ 301 w 310"/>
                  <a:gd name="T97" fmla="*/ 240 h 247"/>
                  <a:gd name="T98" fmla="*/ 297 w 310"/>
                  <a:gd name="T99" fmla="*/ 243 h 247"/>
                  <a:gd name="T100" fmla="*/ 292 w 310"/>
                  <a:gd name="T101" fmla="*/ 245 h 247"/>
                  <a:gd name="T102" fmla="*/ 287 w 310"/>
                  <a:gd name="T103" fmla="*/ 247 h 247"/>
                  <a:gd name="T104" fmla="*/ 282 w 310"/>
                  <a:gd name="T105" fmla="*/ 247 h 247"/>
                  <a:gd name="T106" fmla="*/ 282 w 310"/>
                  <a:gd name="T107"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0" h="247">
                    <a:moveTo>
                      <a:pt x="282" y="247"/>
                    </a:moveTo>
                    <a:lnTo>
                      <a:pt x="282" y="247"/>
                    </a:lnTo>
                    <a:lnTo>
                      <a:pt x="276" y="247"/>
                    </a:lnTo>
                    <a:lnTo>
                      <a:pt x="23" y="194"/>
                    </a:lnTo>
                    <a:lnTo>
                      <a:pt x="23" y="194"/>
                    </a:lnTo>
                    <a:lnTo>
                      <a:pt x="17" y="192"/>
                    </a:lnTo>
                    <a:lnTo>
                      <a:pt x="12" y="190"/>
                    </a:lnTo>
                    <a:lnTo>
                      <a:pt x="8" y="186"/>
                    </a:lnTo>
                    <a:lnTo>
                      <a:pt x="5" y="181"/>
                    </a:lnTo>
                    <a:lnTo>
                      <a:pt x="2" y="176"/>
                    </a:lnTo>
                    <a:lnTo>
                      <a:pt x="1" y="171"/>
                    </a:lnTo>
                    <a:lnTo>
                      <a:pt x="0" y="166"/>
                    </a:lnTo>
                    <a:lnTo>
                      <a:pt x="1" y="160"/>
                    </a:lnTo>
                    <a:lnTo>
                      <a:pt x="1" y="160"/>
                    </a:lnTo>
                    <a:lnTo>
                      <a:pt x="3" y="155"/>
                    </a:lnTo>
                    <a:lnTo>
                      <a:pt x="5" y="150"/>
                    </a:lnTo>
                    <a:lnTo>
                      <a:pt x="9" y="146"/>
                    </a:lnTo>
                    <a:lnTo>
                      <a:pt x="13" y="142"/>
                    </a:lnTo>
                    <a:lnTo>
                      <a:pt x="18" y="140"/>
                    </a:lnTo>
                    <a:lnTo>
                      <a:pt x="23" y="138"/>
                    </a:lnTo>
                    <a:lnTo>
                      <a:pt x="28" y="138"/>
                    </a:lnTo>
                    <a:lnTo>
                      <a:pt x="34" y="138"/>
                    </a:lnTo>
                    <a:lnTo>
                      <a:pt x="249" y="184"/>
                    </a:lnTo>
                    <a:lnTo>
                      <a:pt x="233" y="31"/>
                    </a:lnTo>
                    <a:lnTo>
                      <a:pt x="233" y="31"/>
                    </a:lnTo>
                    <a:lnTo>
                      <a:pt x="233" y="25"/>
                    </a:lnTo>
                    <a:lnTo>
                      <a:pt x="234" y="20"/>
                    </a:lnTo>
                    <a:lnTo>
                      <a:pt x="236" y="15"/>
                    </a:lnTo>
                    <a:lnTo>
                      <a:pt x="239" y="11"/>
                    </a:lnTo>
                    <a:lnTo>
                      <a:pt x="243" y="7"/>
                    </a:lnTo>
                    <a:lnTo>
                      <a:pt x="247" y="4"/>
                    </a:lnTo>
                    <a:lnTo>
                      <a:pt x="252" y="1"/>
                    </a:lnTo>
                    <a:lnTo>
                      <a:pt x="259" y="0"/>
                    </a:lnTo>
                    <a:lnTo>
                      <a:pt x="259" y="0"/>
                    </a:lnTo>
                    <a:lnTo>
                      <a:pt x="264" y="0"/>
                    </a:lnTo>
                    <a:lnTo>
                      <a:pt x="270" y="1"/>
                    </a:lnTo>
                    <a:lnTo>
                      <a:pt x="275" y="3"/>
                    </a:lnTo>
                    <a:lnTo>
                      <a:pt x="279" y="6"/>
                    </a:lnTo>
                    <a:lnTo>
                      <a:pt x="283" y="10"/>
                    </a:lnTo>
                    <a:lnTo>
                      <a:pt x="286" y="15"/>
                    </a:lnTo>
                    <a:lnTo>
                      <a:pt x="288" y="20"/>
                    </a:lnTo>
                    <a:lnTo>
                      <a:pt x="290" y="25"/>
                    </a:lnTo>
                    <a:lnTo>
                      <a:pt x="310" y="216"/>
                    </a:lnTo>
                    <a:lnTo>
                      <a:pt x="310" y="216"/>
                    </a:lnTo>
                    <a:lnTo>
                      <a:pt x="310" y="223"/>
                    </a:lnTo>
                    <a:lnTo>
                      <a:pt x="308" y="229"/>
                    </a:lnTo>
                    <a:lnTo>
                      <a:pt x="305" y="235"/>
                    </a:lnTo>
                    <a:lnTo>
                      <a:pt x="301" y="240"/>
                    </a:lnTo>
                    <a:lnTo>
                      <a:pt x="301" y="240"/>
                    </a:lnTo>
                    <a:lnTo>
                      <a:pt x="297" y="243"/>
                    </a:lnTo>
                    <a:lnTo>
                      <a:pt x="292" y="245"/>
                    </a:lnTo>
                    <a:lnTo>
                      <a:pt x="287" y="247"/>
                    </a:lnTo>
                    <a:lnTo>
                      <a:pt x="282" y="247"/>
                    </a:lnTo>
                    <a:lnTo>
                      <a:pt x="282" y="2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989">
                <a:extLst>
                  <a:ext uri="{FF2B5EF4-FFF2-40B4-BE49-F238E27FC236}">
                    <a16:creationId xmlns:a16="http://schemas.microsoft.com/office/drawing/2014/main" id="{E278C69E-FA06-77EC-9083-7BFE3BC2A508}"/>
                  </a:ext>
                </a:extLst>
              </p:cNvPr>
              <p:cNvSpPr>
                <a:spLocks/>
              </p:cNvSpPr>
              <p:nvPr/>
            </p:nvSpPr>
            <p:spPr bwMode="auto">
              <a:xfrm>
                <a:off x="4254500" y="768350"/>
                <a:ext cx="206375" cy="306388"/>
              </a:xfrm>
              <a:custGeom>
                <a:avLst/>
                <a:gdLst>
                  <a:gd name="T0" fmla="*/ 123 w 779"/>
                  <a:gd name="T1" fmla="*/ 1157 h 1158"/>
                  <a:gd name="T2" fmla="*/ 23 w 779"/>
                  <a:gd name="T3" fmla="*/ 1144 h 1158"/>
                  <a:gd name="T4" fmla="*/ 12 w 779"/>
                  <a:gd name="T5" fmla="*/ 1140 h 1158"/>
                  <a:gd name="T6" fmla="*/ 2 w 779"/>
                  <a:gd name="T7" fmla="*/ 1127 h 1158"/>
                  <a:gd name="T8" fmla="*/ 1 w 779"/>
                  <a:gd name="T9" fmla="*/ 1111 h 1158"/>
                  <a:gd name="T10" fmla="*/ 5 w 779"/>
                  <a:gd name="T11" fmla="*/ 1100 h 1158"/>
                  <a:gd name="T12" fmla="*/ 19 w 779"/>
                  <a:gd name="T13" fmla="*/ 1090 h 1158"/>
                  <a:gd name="T14" fmla="*/ 35 w 779"/>
                  <a:gd name="T15" fmla="*/ 1088 h 1158"/>
                  <a:gd name="T16" fmla="*/ 95 w 779"/>
                  <a:gd name="T17" fmla="*/ 1098 h 1158"/>
                  <a:gd name="T18" fmla="*/ 156 w 779"/>
                  <a:gd name="T19" fmla="*/ 1101 h 1158"/>
                  <a:gd name="T20" fmla="*/ 242 w 779"/>
                  <a:gd name="T21" fmla="*/ 1095 h 1158"/>
                  <a:gd name="T22" fmla="*/ 325 w 779"/>
                  <a:gd name="T23" fmla="*/ 1076 h 1158"/>
                  <a:gd name="T24" fmla="*/ 401 w 779"/>
                  <a:gd name="T25" fmla="*/ 1046 h 1158"/>
                  <a:gd name="T26" fmla="*/ 473 w 779"/>
                  <a:gd name="T27" fmla="*/ 1004 h 1158"/>
                  <a:gd name="T28" fmla="*/ 537 w 779"/>
                  <a:gd name="T29" fmla="*/ 954 h 1158"/>
                  <a:gd name="T30" fmla="*/ 593 w 779"/>
                  <a:gd name="T31" fmla="*/ 895 h 1158"/>
                  <a:gd name="T32" fmla="*/ 641 w 779"/>
                  <a:gd name="T33" fmla="*/ 829 h 1158"/>
                  <a:gd name="T34" fmla="*/ 678 w 779"/>
                  <a:gd name="T35" fmla="*/ 755 h 1158"/>
                  <a:gd name="T36" fmla="*/ 705 w 779"/>
                  <a:gd name="T37" fmla="*/ 676 h 1158"/>
                  <a:gd name="T38" fmla="*/ 719 w 779"/>
                  <a:gd name="T39" fmla="*/ 592 h 1158"/>
                  <a:gd name="T40" fmla="*/ 723 w 779"/>
                  <a:gd name="T41" fmla="*/ 535 h 1158"/>
                  <a:gd name="T42" fmla="*/ 712 w 779"/>
                  <a:gd name="T43" fmla="*/ 426 h 1158"/>
                  <a:gd name="T44" fmla="*/ 682 w 779"/>
                  <a:gd name="T45" fmla="*/ 323 h 1158"/>
                  <a:gd name="T46" fmla="*/ 634 w 779"/>
                  <a:gd name="T47" fmla="*/ 229 h 1158"/>
                  <a:gd name="T48" fmla="*/ 567 w 779"/>
                  <a:gd name="T49" fmla="*/ 144 h 1158"/>
                  <a:gd name="T50" fmla="*/ 485 w 779"/>
                  <a:gd name="T51" fmla="*/ 73 h 1158"/>
                  <a:gd name="T52" fmla="*/ 450 w 779"/>
                  <a:gd name="T53" fmla="*/ 49 h 1158"/>
                  <a:gd name="T54" fmla="*/ 442 w 779"/>
                  <a:gd name="T55" fmla="*/ 35 h 1158"/>
                  <a:gd name="T56" fmla="*/ 443 w 779"/>
                  <a:gd name="T57" fmla="*/ 19 h 1158"/>
                  <a:gd name="T58" fmla="*/ 449 w 779"/>
                  <a:gd name="T59" fmla="*/ 10 h 1158"/>
                  <a:gd name="T60" fmla="*/ 463 w 779"/>
                  <a:gd name="T61" fmla="*/ 1 h 1158"/>
                  <a:gd name="T62" fmla="*/ 479 w 779"/>
                  <a:gd name="T63" fmla="*/ 2 h 1158"/>
                  <a:gd name="T64" fmla="*/ 501 w 779"/>
                  <a:gd name="T65" fmla="*/ 16 h 1158"/>
                  <a:gd name="T66" fmla="*/ 550 w 779"/>
                  <a:gd name="T67" fmla="*/ 51 h 1158"/>
                  <a:gd name="T68" fmla="*/ 594 w 779"/>
                  <a:gd name="T69" fmla="*/ 91 h 1158"/>
                  <a:gd name="T70" fmla="*/ 635 w 779"/>
                  <a:gd name="T71" fmla="*/ 135 h 1158"/>
                  <a:gd name="T72" fmla="*/ 670 w 779"/>
                  <a:gd name="T73" fmla="*/ 181 h 1158"/>
                  <a:gd name="T74" fmla="*/ 701 w 779"/>
                  <a:gd name="T75" fmla="*/ 232 h 1158"/>
                  <a:gd name="T76" fmla="*/ 728 w 779"/>
                  <a:gd name="T77" fmla="*/ 284 h 1158"/>
                  <a:gd name="T78" fmla="*/ 748 w 779"/>
                  <a:gd name="T79" fmla="*/ 339 h 1158"/>
                  <a:gd name="T80" fmla="*/ 764 w 779"/>
                  <a:gd name="T81" fmla="*/ 395 h 1158"/>
                  <a:gd name="T82" fmla="*/ 774 w 779"/>
                  <a:gd name="T83" fmla="*/ 454 h 1158"/>
                  <a:gd name="T84" fmla="*/ 779 w 779"/>
                  <a:gd name="T85" fmla="*/ 515 h 1158"/>
                  <a:gd name="T86" fmla="*/ 779 w 779"/>
                  <a:gd name="T87" fmla="*/ 567 h 1158"/>
                  <a:gd name="T88" fmla="*/ 767 w 779"/>
                  <a:gd name="T89" fmla="*/ 660 h 1158"/>
                  <a:gd name="T90" fmla="*/ 742 w 779"/>
                  <a:gd name="T91" fmla="*/ 749 h 1158"/>
                  <a:gd name="T92" fmla="*/ 704 w 779"/>
                  <a:gd name="T93" fmla="*/ 832 h 1158"/>
                  <a:gd name="T94" fmla="*/ 656 w 779"/>
                  <a:gd name="T95" fmla="*/ 908 h 1158"/>
                  <a:gd name="T96" fmla="*/ 596 w 779"/>
                  <a:gd name="T97" fmla="*/ 975 h 1158"/>
                  <a:gd name="T98" fmla="*/ 529 w 779"/>
                  <a:gd name="T99" fmla="*/ 1035 h 1158"/>
                  <a:gd name="T100" fmla="*/ 453 w 779"/>
                  <a:gd name="T101" fmla="*/ 1083 h 1158"/>
                  <a:gd name="T102" fmla="*/ 370 w 779"/>
                  <a:gd name="T103" fmla="*/ 1121 h 1158"/>
                  <a:gd name="T104" fmla="*/ 281 w 779"/>
                  <a:gd name="T105" fmla="*/ 1146 h 1158"/>
                  <a:gd name="T106" fmla="*/ 188 w 779"/>
                  <a:gd name="T107" fmla="*/ 1157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79" h="1158">
                    <a:moveTo>
                      <a:pt x="156" y="1158"/>
                    </a:moveTo>
                    <a:lnTo>
                      <a:pt x="156" y="1158"/>
                    </a:lnTo>
                    <a:lnTo>
                      <a:pt x="123" y="1157"/>
                    </a:lnTo>
                    <a:lnTo>
                      <a:pt x="89" y="1155"/>
                    </a:lnTo>
                    <a:lnTo>
                      <a:pt x="56" y="1150"/>
                    </a:lnTo>
                    <a:lnTo>
                      <a:pt x="23" y="1144"/>
                    </a:lnTo>
                    <a:lnTo>
                      <a:pt x="23" y="1144"/>
                    </a:lnTo>
                    <a:lnTo>
                      <a:pt x="17" y="1142"/>
                    </a:lnTo>
                    <a:lnTo>
                      <a:pt x="12" y="1140"/>
                    </a:lnTo>
                    <a:lnTo>
                      <a:pt x="8" y="1136"/>
                    </a:lnTo>
                    <a:lnTo>
                      <a:pt x="5" y="1132"/>
                    </a:lnTo>
                    <a:lnTo>
                      <a:pt x="2" y="1127"/>
                    </a:lnTo>
                    <a:lnTo>
                      <a:pt x="1" y="1122"/>
                    </a:lnTo>
                    <a:lnTo>
                      <a:pt x="0" y="1116"/>
                    </a:lnTo>
                    <a:lnTo>
                      <a:pt x="1" y="1111"/>
                    </a:lnTo>
                    <a:lnTo>
                      <a:pt x="1" y="1111"/>
                    </a:lnTo>
                    <a:lnTo>
                      <a:pt x="3" y="1104"/>
                    </a:lnTo>
                    <a:lnTo>
                      <a:pt x="5" y="1100"/>
                    </a:lnTo>
                    <a:lnTo>
                      <a:pt x="9" y="1095"/>
                    </a:lnTo>
                    <a:lnTo>
                      <a:pt x="13" y="1092"/>
                    </a:lnTo>
                    <a:lnTo>
                      <a:pt x="19" y="1090"/>
                    </a:lnTo>
                    <a:lnTo>
                      <a:pt x="24" y="1088"/>
                    </a:lnTo>
                    <a:lnTo>
                      <a:pt x="30" y="1088"/>
                    </a:lnTo>
                    <a:lnTo>
                      <a:pt x="35" y="1088"/>
                    </a:lnTo>
                    <a:lnTo>
                      <a:pt x="35" y="1088"/>
                    </a:lnTo>
                    <a:lnTo>
                      <a:pt x="65" y="1094"/>
                    </a:lnTo>
                    <a:lnTo>
                      <a:pt x="95" y="1098"/>
                    </a:lnTo>
                    <a:lnTo>
                      <a:pt x="126" y="1100"/>
                    </a:lnTo>
                    <a:lnTo>
                      <a:pt x="156" y="1101"/>
                    </a:lnTo>
                    <a:lnTo>
                      <a:pt x="156" y="1101"/>
                    </a:lnTo>
                    <a:lnTo>
                      <a:pt x="185" y="1100"/>
                    </a:lnTo>
                    <a:lnTo>
                      <a:pt x="213" y="1098"/>
                    </a:lnTo>
                    <a:lnTo>
                      <a:pt x="242" y="1095"/>
                    </a:lnTo>
                    <a:lnTo>
                      <a:pt x="270" y="1090"/>
                    </a:lnTo>
                    <a:lnTo>
                      <a:pt x="297" y="1083"/>
                    </a:lnTo>
                    <a:lnTo>
                      <a:pt x="325" y="1076"/>
                    </a:lnTo>
                    <a:lnTo>
                      <a:pt x="351" y="1067"/>
                    </a:lnTo>
                    <a:lnTo>
                      <a:pt x="376" y="1057"/>
                    </a:lnTo>
                    <a:lnTo>
                      <a:pt x="401" y="1046"/>
                    </a:lnTo>
                    <a:lnTo>
                      <a:pt x="426" y="1033"/>
                    </a:lnTo>
                    <a:lnTo>
                      <a:pt x="450" y="1020"/>
                    </a:lnTo>
                    <a:lnTo>
                      <a:pt x="473" y="1004"/>
                    </a:lnTo>
                    <a:lnTo>
                      <a:pt x="495" y="989"/>
                    </a:lnTo>
                    <a:lnTo>
                      <a:pt x="516" y="972"/>
                    </a:lnTo>
                    <a:lnTo>
                      <a:pt x="537" y="954"/>
                    </a:lnTo>
                    <a:lnTo>
                      <a:pt x="557" y="936"/>
                    </a:lnTo>
                    <a:lnTo>
                      <a:pt x="575" y="916"/>
                    </a:lnTo>
                    <a:lnTo>
                      <a:pt x="593" y="895"/>
                    </a:lnTo>
                    <a:lnTo>
                      <a:pt x="610" y="874"/>
                    </a:lnTo>
                    <a:lnTo>
                      <a:pt x="626" y="852"/>
                    </a:lnTo>
                    <a:lnTo>
                      <a:pt x="641" y="829"/>
                    </a:lnTo>
                    <a:lnTo>
                      <a:pt x="654" y="804"/>
                    </a:lnTo>
                    <a:lnTo>
                      <a:pt x="667" y="780"/>
                    </a:lnTo>
                    <a:lnTo>
                      <a:pt x="678" y="755"/>
                    </a:lnTo>
                    <a:lnTo>
                      <a:pt x="688" y="730"/>
                    </a:lnTo>
                    <a:lnTo>
                      <a:pt x="697" y="703"/>
                    </a:lnTo>
                    <a:lnTo>
                      <a:pt x="705" y="676"/>
                    </a:lnTo>
                    <a:lnTo>
                      <a:pt x="711" y="649"/>
                    </a:lnTo>
                    <a:lnTo>
                      <a:pt x="716" y="621"/>
                    </a:lnTo>
                    <a:lnTo>
                      <a:pt x="719" y="592"/>
                    </a:lnTo>
                    <a:lnTo>
                      <a:pt x="723" y="564"/>
                    </a:lnTo>
                    <a:lnTo>
                      <a:pt x="723" y="535"/>
                    </a:lnTo>
                    <a:lnTo>
                      <a:pt x="723" y="535"/>
                    </a:lnTo>
                    <a:lnTo>
                      <a:pt x="721" y="498"/>
                    </a:lnTo>
                    <a:lnTo>
                      <a:pt x="718" y="462"/>
                    </a:lnTo>
                    <a:lnTo>
                      <a:pt x="712" y="426"/>
                    </a:lnTo>
                    <a:lnTo>
                      <a:pt x="704" y="390"/>
                    </a:lnTo>
                    <a:lnTo>
                      <a:pt x="694" y="357"/>
                    </a:lnTo>
                    <a:lnTo>
                      <a:pt x="682" y="323"/>
                    </a:lnTo>
                    <a:lnTo>
                      <a:pt x="668" y="290"/>
                    </a:lnTo>
                    <a:lnTo>
                      <a:pt x="652" y="259"/>
                    </a:lnTo>
                    <a:lnTo>
                      <a:pt x="634" y="229"/>
                    </a:lnTo>
                    <a:lnTo>
                      <a:pt x="613" y="199"/>
                    </a:lnTo>
                    <a:lnTo>
                      <a:pt x="591" y="171"/>
                    </a:lnTo>
                    <a:lnTo>
                      <a:pt x="567" y="144"/>
                    </a:lnTo>
                    <a:lnTo>
                      <a:pt x="542" y="119"/>
                    </a:lnTo>
                    <a:lnTo>
                      <a:pt x="514" y="95"/>
                    </a:lnTo>
                    <a:lnTo>
                      <a:pt x="485" y="73"/>
                    </a:lnTo>
                    <a:lnTo>
                      <a:pt x="455" y="53"/>
                    </a:lnTo>
                    <a:lnTo>
                      <a:pt x="455" y="53"/>
                    </a:lnTo>
                    <a:lnTo>
                      <a:pt x="450" y="49"/>
                    </a:lnTo>
                    <a:lnTo>
                      <a:pt x="446" y="45"/>
                    </a:lnTo>
                    <a:lnTo>
                      <a:pt x="444" y="40"/>
                    </a:lnTo>
                    <a:lnTo>
                      <a:pt x="442" y="35"/>
                    </a:lnTo>
                    <a:lnTo>
                      <a:pt x="441" y="30"/>
                    </a:lnTo>
                    <a:lnTo>
                      <a:pt x="442" y="25"/>
                    </a:lnTo>
                    <a:lnTo>
                      <a:pt x="443" y="19"/>
                    </a:lnTo>
                    <a:lnTo>
                      <a:pt x="446" y="14"/>
                    </a:lnTo>
                    <a:lnTo>
                      <a:pt x="446" y="14"/>
                    </a:lnTo>
                    <a:lnTo>
                      <a:pt x="449" y="10"/>
                    </a:lnTo>
                    <a:lnTo>
                      <a:pt x="453" y="6"/>
                    </a:lnTo>
                    <a:lnTo>
                      <a:pt x="458" y="2"/>
                    </a:lnTo>
                    <a:lnTo>
                      <a:pt x="463" y="1"/>
                    </a:lnTo>
                    <a:lnTo>
                      <a:pt x="468" y="0"/>
                    </a:lnTo>
                    <a:lnTo>
                      <a:pt x="474" y="0"/>
                    </a:lnTo>
                    <a:lnTo>
                      <a:pt x="479" y="2"/>
                    </a:lnTo>
                    <a:lnTo>
                      <a:pt x="484" y="4"/>
                    </a:lnTo>
                    <a:lnTo>
                      <a:pt x="484" y="4"/>
                    </a:lnTo>
                    <a:lnTo>
                      <a:pt x="501" y="16"/>
                    </a:lnTo>
                    <a:lnTo>
                      <a:pt x="518" y="27"/>
                    </a:lnTo>
                    <a:lnTo>
                      <a:pt x="535" y="39"/>
                    </a:lnTo>
                    <a:lnTo>
                      <a:pt x="550" y="51"/>
                    </a:lnTo>
                    <a:lnTo>
                      <a:pt x="565" y="64"/>
                    </a:lnTo>
                    <a:lnTo>
                      <a:pt x="580" y="77"/>
                    </a:lnTo>
                    <a:lnTo>
                      <a:pt x="594" y="91"/>
                    </a:lnTo>
                    <a:lnTo>
                      <a:pt x="608" y="106"/>
                    </a:lnTo>
                    <a:lnTo>
                      <a:pt x="621" y="120"/>
                    </a:lnTo>
                    <a:lnTo>
                      <a:pt x="635" y="135"/>
                    </a:lnTo>
                    <a:lnTo>
                      <a:pt x="647" y="150"/>
                    </a:lnTo>
                    <a:lnTo>
                      <a:pt x="659" y="165"/>
                    </a:lnTo>
                    <a:lnTo>
                      <a:pt x="670" y="181"/>
                    </a:lnTo>
                    <a:lnTo>
                      <a:pt x="681" y="197"/>
                    </a:lnTo>
                    <a:lnTo>
                      <a:pt x="691" y="215"/>
                    </a:lnTo>
                    <a:lnTo>
                      <a:pt x="701" y="232"/>
                    </a:lnTo>
                    <a:lnTo>
                      <a:pt x="710" y="249"/>
                    </a:lnTo>
                    <a:lnTo>
                      <a:pt x="719" y="266"/>
                    </a:lnTo>
                    <a:lnTo>
                      <a:pt x="728" y="284"/>
                    </a:lnTo>
                    <a:lnTo>
                      <a:pt x="735" y="301"/>
                    </a:lnTo>
                    <a:lnTo>
                      <a:pt x="742" y="320"/>
                    </a:lnTo>
                    <a:lnTo>
                      <a:pt x="748" y="339"/>
                    </a:lnTo>
                    <a:lnTo>
                      <a:pt x="754" y="357"/>
                    </a:lnTo>
                    <a:lnTo>
                      <a:pt x="759" y="376"/>
                    </a:lnTo>
                    <a:lnTo>
                      <a:pt x="764" y="395"/>
                    </a:lnTo>
                    <a:lnTo>
                      <a:pt x="768" y="415"/>
                    </a:lnTo>
                    <a:lnTo>
                      <a:pt x="772" y="435"/>
                    </a:lnTo>
                    <a:lnTo>
                      <a:pt x="774" y="454"/>
                    </a:lnTo>
                    <a:lnTo>
                      <a:pt x="777" y="474"/>
                    </a:lnTo>
                    <a:lnTo>
                      <a:pt x="778" y="494"/>
                    </a:lnTo>
                    <a:lnTo>
                      <a:pt x="779" y="515"/>
                    </a:lnTo>
                    <a:lnTo>
                      <a:pt x="779" y="535"/>
                    </a:lnTo>
                    <a:lnTo>
                      <a:pt x="779" y="535"/>
                    </a:lnTo>
                    <a:lnTo>
                      <a:pt x="779" y="567"/>
                    </a:lnTo>
                    <a:lnTo>
                      <a:pt x="776" y="598"/>
                    </a:lnTo>
                    <a:lnTo>
                      <a:pt x="772" y="630"/>
                    </a:lnTo>
                    <a:lnTo>
                      <a:pt x="767" y="660"/>
                    </a:lnTo>
                    <a:lnTo>
                      <a:pt x="760" y="690"/>
                    </a:lnTo>
                    <a:lnTo>
                      <a:pt x="752" y="720"/>
                    </a:lnTo>
                    <a:lnTo>
                      <a:pt x="742" y="749"/>
                    </a:lnTo>
                    <a:lnTo>
                      <a:pt x="731" y="777"/>
                    </a:lnTo>
                    <a:lnTo>
                      <a:pt x="717" y="804"/>
                    </a:lnTo>
                    <a:lnTo>
                      <a:pt x="704" y="832"/>
                    </a:lnTo>
                    <a:lnTo>
                      <a:pt x="689" y="858"/>
                    </a:lnTo>
                    <a:lnTo>
                      <a:pt x="673" y="883"/>
                    </a:lnTo>
                    <a:lnTo>
                      <a:pt x="656" y="908"/>
                    </a:lnTo>
                    <a:lnTo>
                      <a:pt x="637" y="931"/>
                    </a:lnTo>
                    <a:lnTo>
                      <a:pt x="617" y="954"/>
                    </a:lnTo>
                    <a:lnTo>
                      <a:pt x="596" y="975"/>
                    </a:lnTo>
                    <a:lnTo>
                      <a:pt x="575" y="996"/>
                    </a:lnTo>
                    <a:lnTo>
                      <a:pt x="553" y="1016"/>
                    </a:lnTo>
                    <a:lnTo>
                      <a:pt x="529" y="1035"/>
                    </a:lnTo>
                    <a:lnTo>
                      <a:pt x="504" y="1052"/>
                    </a:lnTo>
                    <a:lnTo>
                      <a:pt x="479" y="1068"/>
                    </a:lnTo>
                    <a:lnTo>
                      <a:pt x="453" y="1083"/>
                    </a:lnTo>
                    <a:lnTo>
                      <a:pt x="426" y="1096"/>
                    </a:lnTo>
                    <a:lnTo>
                      <a:pt x="398" y="1110"/>
                    </a:lnTo>
                    <a:lnTo>
                      <a:pt x="370" y="1121"/>
                    </a:lnTo>
                    <a:lnTo>
                      <a:pt x="341" y="1130"/>
                    </a:lnTo>
                    <a:lnTo>
                      <a:pt x="311" y="1139"/>
                    </a:lnTo>
                    <a:lnTo>
                      <a:pt x="281" y="1146"/>
                    </a:lnTo>
                    <a:lnTo>
                      <a:pt x="251" y="1151"/>
                    </a:lnTo>
                    <a:lnTo>
                      <a:pt x="220" y="1155"/>
                    </a:lnTo>
                    <a:lnTo>
                      <a:pt x="188" y="1157"/>
                    </a:lnTo>
                    <a:lnTo>
                      <a:pt x="156" y="1158"/>
                    </a:lnTo>
                    <a:lnTo>
                      <a:pt x="156" y="11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990">
                <a:extLst>
                  <a:ext uri="{FF2B5EF4-FFF2-40B4-BE49-F238E27FC236}">
                    <a16:creationId xmlns:a16="http://schemas.microsoft.com/office/drawing/2014/main" id="{BDF61782-86B7-A249-C503-45B378FC4F86}"/>
                  </a:ext>
                </a:extLst>
              </p:cNvPr>
              <p:cNvSpPr>
                <a:spLocks/>
              </p:cNvSpPr>
              <p:nvPr/>
            </p:nvSpPr>
            <p:spPr bwMode="auto">
              <a:xfrm>
                <a:off x="4130675" y="744538"/>
                <a:ext cx="206375" cy="306388"/>
              </a:xfrm>
              <a:custGeom>
                <a:avLst/>
                <a:gdLst>
                  <a:gd name="T0" fmla="*/ 302 w 777"/>
                  <a:gd name="T1" fmla="*/ 1156 h 1157"/>
                  <a:gd name="T2" fmla="*/ 277 w 777"/>
                  <a:gd name="T3" fmla="*/ 1142 h 1157"/>
                  <a:gd name="T4" fmla="*/ 229 w 777"/>
                  <a:gd name="T5" fmla="*/ 1107 h 1157"/>
                  <a:gd name="T6" fmla="*/ 185 w 777"/>
                  <a:gd name="T7" fmla="*/ 1066 h 1157"/>
                  <a:gd name="T8" fmla="*/ 144 w 777"/>
                  <a:gd name="T9" fmla="*/ 1023 h 1157"/>
                  <a:gd name="T10" fmla="*/ 109 w 777"/>
                  <a:gd name="T11" fmla="*/ 976 h 1157"/>
                  <a:gd name="T12" fmla="*/ 77 w 777"/>
                  <a:gd name="T13" fmla="*/ 927 h 1157"/>
                  <a:gd name="T14" fmla="*/ 52 w 777"/>
                  <a:gd name="T15" fmla="*/ 874 h 1157"/>
                  <a:gd name="T16" fmla="*/ 31 w 777"/>
                  <a:gd name="T17" fmla="*/ 819 h 1157"/>
                  <a:gd name="T18" fmla="*/ 15 w 777"/>
                  <a:gd name="T19" fmla="*/ 762 h 1157"/>
                  <a:gd name="T20" fmla="*/ 5 w 777"/>
                  <a:gd name="T21" fmla="*/ 704 h 1157"/>
                  <a:gd name="T22" fmla="*/ 0 w 777"/>
                  <a:gd name="T23" fmla="*/ 643 h 1157"/>
                  <a:gd name="T24" fmla="*/ 1 w 777"/>
                  <a:gd name="T25" fmla="*/ 590 h 1157"/>
                  <a:gd name="T26" fmla="*/ 12 w 777"/>
                  <a:gd name="T27" fmla="*/ 498 h 1157"/>
                  <a:gd name="T28" fmla="*/ 37 w 777"/>
                  <a:gd name="T29" fmla="*/ 409 h 1157"/>
                  <a:gd name="T30" fmla="*/ 74 w 777"/>
                  <a:gd name="T31" fmla="*/ 326 h 1157"/>
                  <a:gd name="T32" fmla="*/ 124 w 777"/>
                  <a:gd name="T33" fmla="*/ 250 h 1157"/>
                  <a:gd name="T34" fmla="*/ 182 w 777"/>
                  <a:gd name="T35" fmla="*/ 182 h 1157"/>
                  <a:gd name="T36" fmla="*/ 250 w 777"/>
                  <a:gd name="T37" fmla="*/ 124 h 1157"/>
                  <a:gd name="T38" fmla="*/ 326 w 777"/>
                  <a:gd name="T39" fmla="*/ 74 h 1157"/>
                  <a:gd name="T40" fmla="*/ 409 w 777"/>
                  <a:gd name="T41" fmla="*/ 37 h 1157"/>
                  <a:gd name="T42" fmla="*/ 498 w 777"/>
                  <a:gd name="T43" fmla="*/ 12 h 1157"/>
                  <a:gd name="T44" fmla="*/ 591 w 777"/>
                  <a:gd name="T45" fmla="*/ 1 h 1157"/>
                  <a:gd name="T46" fmla="*/ 656 w 777"/>
                  <a:gd name="T47" fmla="*/ 1 h 1157"/>
                  <a:gd name="T48" fmla="*/ 754 w 777"/>
                  <a:gd name="T49" fmla="*/ 14 h 1157"/>
                  <a:gd name="T50" fmla="*/ 765 w 777"/>
                  <a:gd name="T51" fmla="*/ 18 h 1157"/>
                  <a:gd name="T52" fmla="*/ 775 w 777"/>
                  <a:gd name="T53" fmla="*/ 31 h 1157"/>
                  <a:gd name="T54" fmla="*/ 776 w 777"/>
                  <a:gd name="T55" fmla="*/ 47 h 1157"/>
                  <a:gd name="T56" fmla="*/ 772 w 777"/>
                  <a:gd name="T57" fmla="*/ 57 h 1157"/>
                  <a:gd name="T58" fmla="*/ 759 w 777"/>
                  <a:gd name="T59" fmla="*/ 67 h 1157"/>
                  <a:gd name="T60" fmla="*/ 743 w 777"/>
                  <a:gd name="T61" fmla="*/ 68 h 1157"/>
                  <a:gd name="T62" fmla="*/ 683 w 777"/>
                  <a:gd name="T63" fmla="*/ 59 h 1157"/>
                  <a:gd name="T64" fmla="*/ 623 w 777"/>
                  <a:gd name="T65" fmla="*/ 56 h 1157"/>
                  <a:gd name="T66" fmla="*/ 537 w 777"/>
                  <a:gd name="T67" fmla="*/ 62 h 1157"/>
                  <a:gd name="T68" fmla="*/ 454 w 777"/>
                  <a:gd name="T69" fmla="*/ 81 h 1157"/>
                  <a:gd name="T70" fmla="*/ 377 w 777"/>
                  <a:gd name="T71" fmla="*/ 112 h 1157"/>
                  <a:gd name="T72" fmla="*/ 307 w 777"/>
                  <a:gd name="T73" fmla="*/ 153 h 1157"/>
                  <a:gd name="T74" fmla="*/ 242 w 777"/>
                  <a:gd name="T75" fmla="*/ 204 h 1157"/>
                  <a:gd name="T76" fmla="*/ 186 w 777"/>
                  <a:gd name="T77" fmla="*/ 262 h 1157"/>
                  <a:gd name="T78" fmla="*/ 138 w 777"/>
                  <a:gd name="T79" fmla="*/ 329 h 1157"/>
                  <a:gd name="T80" fmla="*/ 101 w 777"/>
                  <a:gd name="T81" fmla="*/ 403 h 1157"/>
                  <a:gd name="T82" fmla="*/ 74 w 777"/>
                  <a:gd name="T83" fmla="*/ 481 h 1157"/>
                  <a:gd name="T84" fmla="*/ 59 w 777"/>
                  <a:gd name="T85" fmla="*/ 565 h 1157"/>
                  <a:gd name="T86" fmla="*/ 56 w 777"/>
                  <a:gd name="T87" fmla="*/ 623 h 1157"/>
                  <a:gd name="T88" fmla="*/ 66 w 777"/>
                  <a:gd name="T89" fmla="*/ 732 h 1157"/>
                  <a:gd name="T90" fmla="*/ 97 w 777"/>
                  <a:gd name="T91" fmla="*/ 835 h 1157"/>
                  <a:gd name="T92" fmla="*/ 145 w 777"/>
                  <a:gd name="T93" fmla="*/ 929 h 1157"/>
                  <a:gd name="T94" fmla="*/ 212 w 777"/>
                  <a:gd name="T95" fmla="*/ 1014 h 1157"/>
                  <a:gd name="T96" fmla="*/ 294 w 777"/>
                  <a:gd name="T97" fmla="*/ 1084 h 1157"/>
                  <a:gd name="T98" fmla="*/ 329 w 777"/>
                  <a:gd name="T99" fmla="*/ 1109 h 1157"/>
                  <a:gd name="T100" fmla="*/ 337 w 777"/>
                  <a:gd name="T101" fmla="*/ 1123 h 1157"/>
                  <a:gd name="T102" fmla="*/ 336 w 777"/>
                  <a:gd name="T103" fmla="*/ 1139 h 1157"/>
                  <a:gd name="T104" fmla="*/ 329 w 777"/>
                  <a:gd name="T105" fmla="*/ 1150 h 1157"/>
                  <a:gd name="T106" fmla="*/ 310 w 777"/>
                  <a:gd name="T107" fmla="*/ 1157 h 1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77" h="1157">
                    <a:moveTo>
                      <a:pt x="310" y="1157"/>
                    </a:moveTo>
                    <a:lnTo>
                      <a:pt x="310" y="1157"/>
                    </a:lnTo>
                    <a:lnTo>
                      <a:pt x="302" y="1156"/>
                    </a:lnTo>
                    <a:lnTo>
                      <a:pt x="295" y="1153"/>
                    </a:lnTo>
                    <a:lnTo>
                      <a:pt x="295" y="1153"/>
                    </a:lnTo>
                    <a:lnTo>
                      <a:pt x="277" y="1142"/>
                    </a:lnTo>
                    <a:lnTo>
                      <a:pt x="261" y="1131"/>
                    </a:lnTo>
                    <a:lnTo>
                      <a:pt x="245" y="1119"/>
                    </a:lnTo>
                    <a:lnTo>
                      <a:pt x="229" y="1107"/>
                    </a:lnTo>
                    <a:lnTo>
                      <a:pt x="214" y="1094"/>
                    </a:lnTo>
                    <a:lnTo>
                      <a:pt x="199" y="1080"/>
                    </a:lnTo>
                    <a:lnTo>
                      <a:pt x="185" y="1066"/>
                    </a:lnTo>
                    <a:lnTo>
                      <a:pt x="170" y="1052"/>
                    </a:lnTo>
                    <a:lnTo>
                      <a:pt x="157" y="1038"/>
                    </a:lnTo>
                    <a:lnTo>
                      <a:pt x="144" y="1023"/>
                    </a:lnTo>
                    <a:lnTo>
                      <a:pt x="132" y="1008"/>
                    </a:lnTo>
                    <a:lnTo>
                      <a:pt x="120" y="992"/>
                    </a:lnTo>
                    <a:lnTo>
                      <a:pt x="109" y="976"/>
                    </a:lnTo>
                    <a:lnTo>
                      <a:pt x="98" y="960"/>
                    </a:lnTo>
                    <a:lnTo>
                      <a:pt x="88" y="943"/>
                    </a:lnTo>
                    <a:lnTo>
                      <a:pt x="77" y="927"/>
                    </a:lnTo>
                    <a:lnTo>
                      <a:pt x="68" y="909"/>
                    </a:lnTo>
                    <a:lnTo>
                      <a:pt x="60" y="891"/>
                    </a:lnTo>
                    <a:lnTo>
                      <a:pt x="52" y="874"/>
                    </a:lnTo>
                    <a:lnTo>
                      <a:pt x="44" y="856"/>
                    </a:lnTo>
                    <a:lnTo>
                      <a:pt x="37" y="838"/>
                    </a:lnTo>
                    <a:lnTo>
                      <a:pt x="31" y="819"/>
                    </a:lnTo>
                    <a:lnTo>
                      <a:pt x="25" y="801"/>
                    </a:lnTo>
                    <a:lnTo>
                      <a:pt x="20" y="781"/>
                    </a:lnTo>
                    <a:lnTo>
                      <a:pt x="15" y="762"/>
                    </a:lnTo>
                    <a:lnTo>
                      <a:pt x="11" y="743"/>
                    </a:lnTo>
                    <a:lnTo>
                      <a:pt x="8" y="723"/>
                    </a:lnTo>
                    <a:lnTo>
                      <a:pt x="5" y="704"/>
                    </a:lnTo>
                    <a:lnTo>
                      <a:pt x="3" y="683"/>
                    </a:lnTo>
                    <a:lnTo>
                      <a:pt x="1" y="663"/>
                    </a:lnTo>
                    <a:lnTo>
                      <a:pt x="0" y="643"/>
                    </a:lnTo>
                    <a:lnTo>
                      <a:pt x="0" y="623"/>
                    </a:lnTo>
                    <a:lnTo>
                      <a:pt x="0" y="623"/>
                    </a:lnTo>
                    <a:lnTo>
                      <a:pt x="1" y="590"/>
                    </a:lnTo>
                    <a:lnTo>
                      <a:pt x="3" y="559"/>
                    </a:lnTo>
                    <a:lnTo>
                      <a:pt x="7" y="528"/>
                    </a:lnTo>
                    <a:lnTo>
                      <a:pt x="12" y="498"/>
                    </a:lnTo>
                    <a:lnTo>
                      <a:pt x="19" y="467"/>
                    </a:lnTo>
                    <a:lnTo>
                      <a:pt x="28" y="438"/>
                    </a:lnTo>
                    <a:lnTo>
                      <a:pt x="37" y="409"/>
                    </a:lnTo>
                    <a:lnTo>
                      <a:pt x="48" y="380"/>
                    </a:lnTo>
                    <a:lnTo>
                      <a:pt x="61" y="353"/>
                    </a:lnTo>
                    <a:lnTo>
                      <a:pt x="74" y="326"/>
                    </a:lnTo>
                    <a:lnTo>
                      <a:pt x="90" y="300"/>
                    </a:lnTo>
                    <a:lnTo>
                      <a:pt x="106" y="274"/>
                    </a:lnTo>
                    <a:lnTo>
                      <a:pt x="124" y="250"/>
                    </a:lnTo>
                    <a:lnTo>
                      <a:pt x="142" y="227"/>
                    </a:lnTo>
                    <a:lnTo>
                      <a:pt x="161" y="204"/>
                    </a:lnTo>
                    <a:lnTo>
                      <a:pt x="182" y="182"/>
                    </a:lnTo>
                    <a:lnTo>
                      <a:pt x="204" y="161"/>
                    </a:lnTo>
                    <a:lnTo>
                      <a:pt x="227" y="142"/>
                    </a:lnTo>
                    <a:lnTo>
                      <a:pt x="250" y="124"/>
                    </a:lnTo>
                    <a:lnTo>
                      <a:pt x="274" y="106"/>
                    </a:lnTo>
                    <a:lnTo>
                      <a:pt x="300" y="89"/>
                    </a:lnTo>
                    <a:lnTo>
                      <a:pt x="326" y="74"/>
                    </a:lnTo>
                    <a:lnTo>
                      <a:pt x="353" y="61"/>
                    </a:lnTo>
                    <a:lnTo>
                      <a:pt x="380" y="48"/>
                    </a:lnTo>
                    <a:lnTo>
                      <a:pt x="409" y="37"/>
                    </a:lnTo>
                    <a:lnTo>
                      <a:pt x="438" y="28"/>
                    </a:lnTo>
                    <a:lnTo>
                      <a:pt x="467" y="19"/>
                    </a:lnTo>
                    <a:lnTo>
                      <a:pt x="498" y="12"/>
                    </a:lnTo>
                    <a:lnTo>
                      <a:pt x="528" y="7"/>
                    </a:lnTo>
                    <a:lnTo>
                      <a:pt x="559" y="3"/>
                    </a:lnTo>
                    <a:lnTo>
                      <a:pt x="591" y="1"/>
                    </a:lnTo>
                    <a:lnTo>
                      <a:pt x="623" y="0"/>
                    </a:lnTo>
                    <a:lnTo>
                      <a:pt x="623" y="0"/>
                    </a:lnTo>
                    <a:lnTo>
                      <a:pt x="656" y="1"/>
                    </a:lnTo>
                    <a:lnTo>
                      <a:pt x="690" y="3"/>
                    </a:lnTo>
                    <a:lnTo>
                      <a:pt x="722" y="8"/>
                    </a:lnTo>
                    <a:lnTo>
                      <a:pt x="754" y="14"/>
                    </a:lnTo>
                    <a:lnTo>
                      <a:pt x="754" y="14"/>
                    </a:lnTo>
                    <a:lnTo>
                      <a:pt x="760" y="15"/>
                    </a:lnTo>
                    <a:lnTo>
                      <a:pt x="765" y="18"/>
                    </a:lnTo>
                    <a:lnTo>
                      <a:pt x="769" y="21"/>
                    </a:lnTo>
                    <a:lnTo>
                      <a:pt x="772" y="26"/>
                    </a:lnTo>
                    <a:lnTo>
                      <a:pt x="775" y="31"/>
                    </a:lnTo>
                    <a:lnTo>
                      <a:pt x="776" y="36"/>
                    </a:lnTo>
                    <a:lnTo>
                      <a:pt x="777" y="41"/>
                    </a:lnTo>
                    <a:lnTo>
                      <a:pt x="776" y="47"/>
                    </a:lnTo>
                    <a:lnTo>
                      <a:pt x="776" y="47"/>
                    </a:lnTo>
                    <a:lnTo>
                      <a:pt x="774" y="52"/>
                    </a:lnTo>
                    <a:lnTo>
                      <a:pt x="772" y="57"/>
                    </a:lnTo>
                    <a:lnTo>
                      <a:pt x="768" y="61"/>
                    </a:lnTo>
                    <a:lnTo>
                      <a:pt x="764" y="65"/>
                    </a:lnTo>
                    <a:lnTo>
                      <a:pt x="759" y="67"/>
                    </a:lnTo>
                    <a:lnTo>
                      <a:pt x="754" y="69"/>
                    </a:lnTo>
                    <a:lnTo>
                      <a:pt x="748" y="69"/>
                    </a:lnTo>
                    <a:lnTo>
                      <a:pt x="743" y="68"/>
                    </a:lnTo>
                    <a:lnTo>
                      <a:pt x="743" y="68"/>
                    </a:lnTo>
                    <a:lnTo>
                      <a:pt x="713" y="63"/>
                    </a:lnTo>
                    <a:lnTo>
                      <a:pt x="683" y="59"/>
                    </a:lnTo>
                    <a:lnTo>
                      <a:pt x="653" y="57"/>
                    </a:lnTo>
                    <a:lnTo>
                      <a:pt x="623" y="56"/>
                    </a:lnTo>
                    <a:lnTo>
                      <a:pt x="623" y="56"/>
                    </a:lnTo>
                    <a:lnTo>
                      <a:pt x="594" y="57"/>
                    </a:lnTo>
                    <a:lnTo>
                      <a:pt x="565" y="59"/>
                    </a:lnTo>
                    <a:lnTo>
                      <a:pt x="537" y="62"/>
                    </a:lnTo>
                    <a:lnTo>
                      <a:pt x="509" y="67"/>
                    </a:lnTo>
                    <a:lnTo>
                      <a:pt x="481" y="74"/>
                    </a:lnTo>
                    <a:lnTo>
                      <a:pt x="454" y="81"/>
                    </a:lnTo>
                    <a:lnTo>
                      <a:pt x="428" y="90"/>
                    </a:lnTo>
                    <a:lnTo>
                      <a:pt x="403" y="101"/>
                    </a:lnTo>
                    <a:lnTo>
                      <a:pt x="377" y="112"/>
                    </a:lnTo>
                    <a:lnTo>
                      <a:pt x="353" y="125"/>
                    </a:lnTo>
                    <a:lnTo>
                      <a:pt x="329" y="138"/>
                    </a:lnTo>
                    <a:lnTo>
                      <a:pt x="307" y="153"/>
                    </a:lnTo>
                    <a:lnTo>
                      <a:pt x="285" y="168"/>
                    </a:lnTo>
                    <a:lnTo>
                      <a:pt x="262" y="185"/>
                    </a:lnTo>
                    <a:lnTo>
                      <a:pt x="242" y="204"/>
                    </a:lnTo>
                    <a:lnTo>
                      <a:pt x="223" y="222"/>
                    </a:lnTo>
                    <a:lnTo>
                      <a:pt x="204" y="242"/>
                    </a:lnTo>
                    <a:lnTo>
                      <a:pt x="186" y="262"/>
                    </a:lnTo>
                    <a:lnTo>
                      <a:pt x="169" y="283"/>
                    </a:lnTo>
                    <a:lnTo>
                      <a:pt x="153" y="306"/>
                    </a:lnTo>
                    <a:lnTo>
                      <a:pt x="138" y="329"/>
                    </a:lnTo>
                    <a:lnTo>
                      <a:pt x="125" y="353"/>
                    </a:lnTo>
                    <a:lnTo>
                      <a:pt x="112" y="377"/>
                    </a:lnTo>
                    <a:lnTo>
                      <a:pt x="101" y="403"/>
                    </a:lnTo>
                    <a:lnTo>
                      <a:pt x="91" y="428"/>
                    </a:lnTo>
                    <a:lnTo>
                      <a:pt x="81" y="454"/>
                    </a:lnTo>
                    <a:lnTo>
                      <a:pt x="74" y="481"/>
                    </a:lnTo>
                    <a:lnTo>
                      <a:pt x="67" y="509"/>
                    </a:lnTo>
                    <a:lnTo>
                      <a:pt x="62" y="537"/>
                    </a:lnTo>
                    <a:lnTo>
                      <a:pt x="59" y="565"/>
                    </a:lnTo>
                    <a:lnTo>
                      <a:pt x="57" y="594"/>
                    </a:lnTo>
                    <a:lnTo>
                      <a:pt x="56" y="623"/>
                    </a:lnTo>
                    <a:lnTo>
                      <a:pt x="56" y="623"/>
                    </a:lnTo>
                    <a:lnTo>
                      <a:pt x="57" y="659"/>
                    </a:lnTo>
                    <a:lnTo>
                      <a:pt x="61" y="696"/>
                    </a:lnTo>
                    <a:lnTo>
                      <a:pt x="66" y="732"/>
                    </a:lnTo>
                    <a:lnTo>
                      <a:pt x="74" y="767"/>
                    </a:lnTo>
                    <a:lnTo>
                      <a:pt x="85" y="802"/>
                    </a:lnTo>
                    <a:lnTo>
                      <a:pt x="97" y="835"/>
                    </a:lnTo>
                    <a:lnTo>
                      <a:pt x="111" y="867"/>
                    </a:lnTo>
                    <a:lnTo>
                      <a:pt x="127" y="899"/>
                    </a:lnTo>
                    <a:lnTo>
                      <a:pt x="145" y="929"/>
                    </a:lnTo>
                    <a:lnTo>
                      <a:pt x="165" y="958"/>
                    </a:lnTo>
                    <a:lnTo>
                      <a:pt x="188" y="986"/>
                    </a:lnTo>
                    <a:lnTo>
                      <a:pt x="212" y="1014"/>
                    </a:lnTo>
                    <a:lnTo>
                      <a:pt x="237" y="1039"/>
                    </a:lnTo>
                    <a:lnTo>
                      <a:pt x="264" y="1062"/>
                    </a:lnTo>
                    <a:lnTo>
                      <a:pt x="294" y="1084"/>
                    </a:lnTo>
                    <a:lnTo>
                      <a:pt x="325" y="1105"/>
                    </a:lnTo>
                    <a:lnTo>
                      <a:pt x="325" y="1105"/>
                    </a:lnTo>
                    <a:lnTo>
                      <a:pt x="329" y="1109"/>
                    </a:lnTo>
                    <a:lnTo>
                      <a:pt x="333" y="1113"/>
                    </a:lnTo>
                    <a:lnTo>
                      <a:pt x="335" y="1118"/>
                    </a:lnTo>
                    <a:lnTo>
                      <a:pt x="337" y="1123"/>
                    </a:lnTo>
                    <a:lnTo>
                      <a:pt x="338" y="1128"/>
                    </a:lnTo>
                    <a:lnTo>
                      <a:pt x="338" y="1133"/>
                    </a:lnTo>
                    <a:lnTo>
                      <a:pt x="336" y="1139"/>
                    </a:lnTo>
                    <a:lnTo>
                      <a:pt x="334" y="1144"/>
                    </a:lnTo>
                    <a:lnTo>
                      <a:pt x="334" y="1144"/>
                    </a:lnTo>
                    <a:lnTo>
                      <a:pt x="329" y="1150"/>
                    </a:lnTo>
                    <a:lnTo>
                      <a:pt x="323" y="1154"/>
                    </a:lnTo>
                    <a:lnTo>
                      <a:pt x="317" y="1156"/>
                    </a:lnTo>
                    <a:lnTo>
                      <a:pt x="310" y="1157"/>
                    </a:lnTo>
                    <a:lnTo>
                      <a:pt x="310" y="1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15" name="Footer Placeholder 4">
            <a:extLst>
              <a:ext uri="{FF2B5EF4-FFF2-40B4-BE49-F238E27FC236}">
                <a16:creationId xmlns:a16="http://schemas.microsoft.com/office/drawing/2014/main" id="{9066D4C0-2EAA-2D6F-DD14-63BD90936F0B}"/>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3365806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Rounded Corners 62">
            <a:extLst>
              <a:ext uri="{FF2B5EF4-FFF2-40B4-BE49-F238E27FC236}">
                <a16:creationId xmlns:a16="http://schemas.microsoft.com/office/drawing/2014/main" id="{3D78B21F-7386-415D-9C3F-520229520743}"/>
              </a:ext>
            </a:extLst>
          </p:cNvPr>
          <p:cNvSpPr/>
          <p:nvPr/>
        </p:nvSpPr>
        <p:spPr>
          <a:xfrm>
            <a:off x="1" y="3605134"/>
            <a:ext cx="12192000" cy="2776616"/>
          </a:xfrm>
          <a:prstGeom prst="roundRect">
            <a:avLst>
              <a:gd name="adj" fmla="val 0"/>
            </a:avLst>
          </a:prstGeom>
          <a:solidFill>
            <a:schemeClr val="bg1">
              <a:lumMod val="95000"/>
              <a:alpha val="8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 name="Slide Number Placeholder 1">
            <a:extLst>
              <a:ext uri="{FF2B5EF4-FFF2-40B4-BE49-F238E27FC236}">
                <a16:creationId xmlns:a16="http://schemas.microsoft.com/office/drawing/2014/main" id="{476412C4-B774-49A5-8230-42AB90101623}"/>
              </a:ext>
            </a:extLst>
          </p:cNvPr>
          <p:cNvSpPr>
            <a:spLocks noGrp="1"/>
          </p:cNvSpPr>
          <p:nvPr>
            <p:ph type="sldNum" sz="quarter" idx="12"/>
          </p:nvPr>
        </p:nvSpPr>
        <p:spPr/>
        <p:txBody>
          <a:bodyPr/>
          <a:lstStyle/>
          <a:p>
            <a:fld id="{5EE2ECF6-E7B2-474A-BE3A-4A3A2424717D}" type="slidenum">
              <a:rPr lang="de-DE" smtClean="0"/>
              <a:pPr/>
              <a:t>16</a:t>
            </a:fld>
            <a:endParaRPr lang="de-DE" dirty="0"/>
          </a:p>
        </p:txBody>
      </p:sp>
      <p:sp>
        <p:nvSpPr>
          <p:cNvPr id="3" name="Title 2">
            <a:extLst>
              <a:ext uri="{FF2B5EF4-FFF2-40B4-BE49-F238E27FC236}">
                <a16:creationId xmlns:a16="http://schemas.microsoft.com/office/drawing/2014/main" id="{F38500EB-9FA3-4DDB-8F4C-5FD3E732085C}"/>
              </a:ext>
            </a:extLst>
          </p:cNvPr>
          <p:cNvSpPr>
            <a:spLocks noGrp="1"/>
          </p:cNvSpPr>
          <p:nvPr>
            <p:ph type="title"/>
          </p:nvPr>
        </p:nvSpPr>
        <p:spPr/>
        <p:txBody>
          <a:bodyPr/>
          <a:lstStyle/>
          <a:p>
            <a:r>
              <a:rPr lang="de-DE" b="1" dirty="0"/>
              <a:t>Wo wir Sie unterstützen</a:t>
            </a:r>
          </a:p>
        </p:txBody>
      </p:sp>
      <p:grpSp>
        <p:nvGrpSpPr>
          <p:cNvPr id="4" name="Gruppieren 3">
            <a:extLst>
              <a:ext uri="{FF2B5EF4-FFF2-40B4-BE49-F238E27FC236}">
                <a16:creationId xmlns:a16="http://schemas.microsoft.com/office/drawing/2014/main" id="{5B483B1C-98C7-0A61-FD2D-41F6F90CDF1B}"/>
              </a:ext>
            </a:extLst>
          </p:cNvPr>
          <p:cNvGrpSpPr/>
          <p:nvPr/>
        </p:nvGrpSpPr>
        <p:grpSpPr>
          <a:xfrm>
            <a:off x="515939" y="1274515"/>
            <a:ext cx="11160122" cy="2032172"/>
            <a:chOff x="515939" y="1274515"/>
            <a:chExt cx="11160122" cy="2032172"/>
          </a:xfrm>
        </p:grpSpPr>
        <p:sp>
          <p:nvSpPr>
            <p:cNvPr id="9" name="Textfeld 37">
              <a:extLst>
                <a:ext uri="{FF2B5EF4-FFF2-40B4-BE49-F238E27FC236}">
                  <a16:creationId xmlns:a16="http://schemas.microsoft.com/office/drawing/2014/main" id="{B1DA4B3D-DEF8-4854-BBB9-1E76D86698E2}"/>
                </a:ext>
              </a:extLst>
            </p:cNvPr>
            <p:cNvSpPr txBox="1">
              <a:spLocks/>
            </p:cNvSpPr>
            <p:nvPr/>
          </p:nvSpPr>
          <p:spPr>
            <a:xfrm>
              <a:off x="515939" y="2070451"/>
              <a:ext cx="2574002" cy="1107996"/>
            </a:xfrm>
            <a:prstGeom prst="rect">
              <a:avLst/>
            </a:prstGeom>
            <a:noFill/>
          </p:spPr>
          <p:txBody>
            <a:bodyPr wrap="square" lIns="0" tIns="0" rIns="0" bIns="0" rtlCol="0">
              <a:spAutoFit/>
            </a:bodyPr>
            <a:lstStyle/>
            <a:p>
              <a:pPr marL="216000" indent="-216000" defTabSz="914400">
                <a:buFont typeface="Arial" panose="020B0604020202020204" pitchFamily="34" charset="0"/>
                <a:buChar char="•"/>
              </a:pPr>
              <a:r>
                <a:rPr lang="de-DE" sz="1200" dirty="0">
                  <a:solidFill>
                    <a:schemeClr val="tx2"/>
                  </a:solidFill>
                </a:rPr>
                <a:t>Kunststoff- &amp; Metallteile</a:t>
              </a:r>
            </a:p>
            <a:p>
              <a:pPr marL="216000" indent="-216000" defTabSz="914400">
                <a:buFont typeface="Arial" panose="020B0604020202020204" pitchFamily="34" charset="0"/>
                <a:buChar char="•"/>
              </a:pPr>
              <a:r>
                <a:rPr lang="de-DE" sz="1200" dirty="0">
                  <a:solidFill>
                    <a:schemeClr val="tx2"/>
                  </a:solidFill>
                </a:rPr>
                <a:t>Elektronik</a:t>
              </a:r>
            </a:p>
            <a:p>
              <a:pPr marL="216000" indent="-216000" defTabSz="914400">
                <a:buFont typeface="Arial" panose="020B0604020202020204" pitchFamily="34" charset="0"/>
                <a:buChar char="•"/>
              </a:pPr>
              <a:r>
                <a:rPr lang="de-DE" sz="1200" dirty="0">
                  <a:solidFill>
                    <a:schemeClr val="tx2"/>
                  </a:solidFill>
                </a:rPr>
                <a:t>C-Teile</a:t>
              </a:r>
            </a:p>
            <a:p>
              <a:pPr marL="216000" indent="-216000" defTabSz="914400">
                <a:buFont typeface="Arial" panose="020B0604020202020204" pitchFamily="34" charset="0"/>
                <a:buChar char="•"/>
              </a:pPr>
              <a:r>
                <a:rPr lang="de-DE" sz="1200" dirty="0">
                  <a:solidFill>
                    <a:schemeClr val="tx2"/>
                  </a:solidFill>
                </a:rPr>
                <a:t>Global Sourcing</a:t>
              </a:r>
            </a:p>
            <a:p>
              <a:pPr marL="216000" indent="-216000" defTabSz="914400">
                <a:buFont typeface="Arial" panose="020B0604020202020204" pitchFamily="34" charset="0"/>
                <a:buChar char="•"/>
              </a:pPr>
              <a:r>
                <a:rPr lang="de-DE" sz="1200" dirty="0">
                  <a:solidFill>
                    <a:schemeClr val="tx2"/>
                  </a:solidFill>
                </a:rPr>
                <a:t>Eingangs-Frachten</a:t>
              </a:r>
            </a:p>
            <a:p>
              <a:pPr marL="216000" indent="-216000" defTabSz="914400">
                <a:buFont typeface="Arial" panose="020B0604020202020204" pitchFamily="34" charset="0"/>
                <a:buChar char="•"/>
              </a:pPr>
              <a:r>
                <a:rPr lang="de-DE" sz="1200" dirty="0">
                  <a:solidFill>
                    <a:schemeClr val="tx2"/>
                  </a:solidFill>
                </a:rPr>
                <a:t>E-</a:t>
              </a:r>
              <a:r>
                <a:rPr lang="de-DE" sz="1200" dirty="0" err="1">
                  <a:solidFill>
                    <a:schemeClr val="tx2"/>
                  </a:solidFill>
                </a:rPr>
                <a:t>Procurement</a:t>
              </a:r>
              <a:endParaRPr lang="de-DE" sz="1200" dirty="0">
                <a:solidFill>
                  <a:schemeClr val="tx2"/>
                </a:solidFill>
              </a:endParaRPr>
            </a:p>
          </p:txBody>
        </p:sp>
        <p:sp>
          <p:nvSpPr>
            <p:cNvPr id="10" name="Textfeld 47">
              <a:extLst>
                <a:ext uri="{FF2B5EF4-FFF2-40B4-BE49-F238E27FC236}">
                  <a16:creationId xmlns:a16="http://schemas.microsoft.com/office/drawing/2014/main" id="{12794C9B-B7FB-4FD3-8B08-D4C26667AB5D}"/>
                </a:ext>
              </a:extLst>
            </p:cNvPr>
            <p:cNvSpPr txBox="1">
              <a:spLocks/>
            </p:cNvSpPr>
            <p:nvPr/>
          </p:nvSpPr>
          <p:spPr>
            <a:xfrm>
              <a:off x="3377975" y="2070451"/>
              <a:ext cx="2574007" cy="1236236"/>
            </a:xfrm>
            <a:prstGeom prst="rect">
              <a:avLst/>
            </a:prstGeom>
            <a:noFill/>
          </p:spPr>
          <p:txBody>
            <a:bodyPr wrap="square" lIns="0" tIns="0" rIns="0" bIns="0" rtlCol="0">
              <a:spAutoFit/>
            </a:bodyPr>
            <a:lstStyle/>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Prozess-Optimierung</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Herstellkosten-Reduzierung</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Abfallwirtschaft</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Wartung/Instandhaltung</a:t>
              </a:r>
            </a:p>
            <a:p>
              <a:pPr marL="216000" indent="-216000" defTabSz="914400">
                <a:spcAft>
                  <a:spcPts val="200"/>
                </a:spcAft>
                <a:buClr>
                  <a:schemeClr val="accent5"/>
                </a:buClr>
                <a:buFont typeface="Arial" panose="020B0604020202020204" pitchFamily="34" charset="0"/>
                <a:buChar char="•"/>
              </a:pPr>
              <a:r>
                <a:rPr lang="de-DE" sz="1200" dirty="0" err="1">
                  <a:solidFill>
                    <a:schemeClr val="tx2"/>
                  </a:solidFill>
                </a:rPr>
                <a:t>Predictive</a:t>
              </a:r>
              <a:r>
                <a:rPr lang="de-DE" sz="1200" dirty="0">
                  <a:solidFill>
                    <a:schemeClr val="tx2"/>
                  </a:solidFill>
                </a:rPr>
                <a:t> Maintenance</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Industrie 4.0</a:t>
              </a:r>
            </a:p>
          </p:txBody>
        </p:sp>
        <p:sp>
          <p:nvSpPr>
            <p:cNvPr id="11" name="Textfeld 48">
              <a:extLst>
                <a:ext uri="{FF2B5EF4-FFF2-40B4-BE49-F238E27FC236}">
                  <a16:creationId xmlns:a16="http://schemas.microsoft.com/office/drawing/2014/main" id="{B74820BF-A652-4DC7-98FD-AF8B5D05D49B}"/>
                </a:ext>
              </a:extLst>
            </p:cNvPr>
            <p:cNvSpPr txBox="1">
              <a:spLocks/>
            </p:cNvSpPr>
            <p:nvPr/>
          </p:nvSpPr>
          <p:spPr>
            <a:xfrm>
              <a:off x="6240016" y="2070451"/>
              <a:ext cx="2574006" cy="394980"/>
            </a:xfrm>
            <a:prstGeom prst="rect">
              <a:avLst/>
            </a:prstGeom>
            <a:noFill/>
          </p:spPr>
          <p:txBody>
            <a:bodyPr wrap="square" lIns="0" tIns="0" rIns="0" bIns="0" rtlCol="0">
              <a:spAutoFit/>
            </a:bodyPr>
            <a:lstStyle/>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Packprozesse</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Packmaterial/-hilfsmittel</a:t>
              </a:r>
            </a:p>
          </p:txBody>
        </p:sp>
        <p:sp>
          <p:nvSpPr>
            <p:cNvPr id="12" name="Textfeld 49">
              <a:extLst>
                <a:ext uri="{FF2B5EF4-FFF2-40B4-BE49-F238E27FC236}">
                  <a16:creationId xmlns:a16="http://schemas.microsoft.com/office/drawing/2014/main" id="{351743B8-3098-4861-8FD7-AD589140F4A3}"/>
                </a:ext>
              </a:extLst>
            </p:cNvPr>
            <p:cNvSpPr txBox="1">
              <a:spLocks/>
            </p:cNvSpPr>
            <p:nvPr/>
          </p:nvSpPr>
          <p:spPr>
            <a:xfrm>
              <a:off x="9102055" y="2070451"/>
              <a:ext cx="2574006" cy="605294"/>
            </a:xfrm>
            <a:prstGeom prst="rect">
              <a:avLst/>
            </a:prstGeom>
            <a:noFill/>
          </p:spPr>
          <p:txBody>
            <a:bodyPr wrap="square" lIns="0" tIns="0" rIns="0" bIns="0" rtlCol="0">
              <a:spAutoFit/>
            </a:bodyPr>
            <a:lstStyle/>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Frachtkosten</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Logistik</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End2End-Supply Chain</a:t>
              </a:r>
            </a:p>
          </p:txBody>
        </p:sp>
        <p:cxnSp>
          <p:nvCxnSpPr>
            <p:cNvPr id="26" name="Straight Connector 25">
              <a:extLst>
                <a:ext uri="{FF2B5EF4-FFF2-40B4-BE49-F238E27FC236}">
                  <a16:creationId xmlns:a16="http://schemas.microsoft.com/office/drawing/2014/main" id="{56735B50-2BAD-40C1-9A50-3F0E33E99FC5}"/>
                </a:ext>
              </a:extLst>
            </p:cNvPr>
            <p:cNvCxnSpPr>
              <a:cxnSpLocks/>
            </p:cNvCxnSpPr>
            <p:nvPr/>
          </p:nvCxnSpPr>
          <p:spPr bwMode="gray">
            <a:xfrm>
              <a:off x="515939" y="1913936"/>
              <a:ext cx="11160122" cy="0"/>
            </a:xfrm>
            <a:prstGeom prst="line">
              <a:avLst/>
            </a:prstGeom>
            <a:ln w="6350">
              <a:solidFill>
                <a:schemeClr val="bg1">
                  <a:lumMod val="85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97230E6-DAD9-4F9B-8CC7-ED0FE9126871}"/>
                </a:ext>
              </a:extLst>
            </p:cNvPr>
            <p:cNvGrpSpPr/>
            <p:nvPr/>
          </p:nvGrpSpPr>
          <p:grpSpPr>
            <a:xfrm>
              <a:off x="623392" y="1816243"/>
              <a:ext cx="195385" cy="195385"/>
              <a:chOff x="518270" y="1575343"/>
              <a:chExt cx="214924" cy="214924"/>
            </a:xfrm>
          </p:grpSpPr>
          <p:sp>
            <p:nvSpPr>
              <p:cNvPr id="28" name="Oval 27">
                <a:extLst>
                  <a:ext uri="{FF2B5EF4-FFF2-40B4-BE49-F238E27FC236}">
                    <a16:creationId xmlns:a16="http://schemas.microsoft.com/office/drawing/2014/main" id="{3C62B575-43BE-4F67-A531-B7BD517B5F26}"/>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29" name="Oval 28">
                <a:extLst>
                  <a:ext uri="{FF2B5EF4-FFF2-40B4-BE49-F238E27FC236}">
                    <a16:creationId xmlns:a16="http://schemas.microsoft.com/office/drawing/2014/main" id="{1605AE65-E837-48DB-B60A-E54A79B48C0D}"/>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grpSp>
          <p:nvGrpSpPr>
            <p:cNvPr id="31" name="Group 30">
              <a:extLst>
                <a:ext uri="{FF2B5EF4-FFF2-40B4-BE49-F238E27FC236}">
                  <a16:creationId xmlns:a16="http://schemas.microsoft.com/office/drawing/2014/main" id="{10F0EA0E-EB2C-45E5-B1D8-3FF6EB9B13B7}"/>
                </a:ext>
              </a:extLst>
            </p:cNvPr>
            <p:cNvGrpSpPr/>
            <p:nvPr/>
          </p:nvGrpSpPr>
          <p:grpSpPr>
            <a:xfrm>
              <a:off x="3454175" y="1816243"/>
              <a:ext cx="195385" cy="195385"/>
              <a:chOff x="518270" y="1575343"/>
              <a:chExt cx="214924" cy="214924"/>
            </a:xfrm>
          </p:grpSpPr>
          <p:sp>
            <p:nvSpPr>
              <p:cNvPr id="32" name="Oval 31">
                <a:extLst>
                  <a:ext uri="{FF2B5EF4-FFF2-40B4-BE49-F238E27FC236}">
                    <a16:creationId xmlns:a16="http://schemas.microsoft.com/office/drawing/2014/main" id="{84BC9707-3E11-4110-A4D7-A0A491E55019}"/>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33" name="Oval 32">
                <a:extLst>
                  <a:ext uri="{FF2B5EF4-FFF2-40B4-BE49-F238E27FC236}">
                    <a16:creationId xmlns:a16="http://schemas.microsoft.com/office/drawing/2014/main" id="{4601F1B6-41B4-4795-9A25-3FA4348A7C6A}"/>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grpSp>
          <p:nvGrpSpPr>
            <p:cNvPr id="37" name="Group 36">
              <a:extLst>
                <a:ext uri="{FF2B5EF4-FFF2-40B4-BE49-F238E27FC236}">
                  <a16:creationId xmlns:a16="http://schemas.microsoft.com/office/drawing/2014/main" id="{379E8088-2A94-41B9-A3DC-CA68D2286A11}"/>
                </a:ext>
              </a:extLst>
            </p:cNvPr>
            <p:cNvGrpSpPr/>
            <p:nvPr/>
          </p:nvGrpSpPr>
          <p:grpSpPr>
            <a:xfrm>
              <a:off x="515939" y="1274515"/>
              <a:ext cx="2574002" cy="480696"/>
              <a:chOff x="515939" y="1142999"/>
              <a:chExt cx="2574002" cy="480696"/>
            </a:xfrm>
          </p:grpSpPr>
          <p:sp>
            <p:nvSpPr>
              <p:cNvPr id="36" name="Rectangle: Single Corner Rounded 35">
                <a:extLst>
                  <a:ext uri="{FF2B5EF4-FFF2-40B4-BE49-F238E27FC236}">
                    <a16:creationId xmlns:a16="http://schemas.microsoft.com/office/drawing/2014/main" id="{0FD55AF8-AB4A-4B6D-9BB2-86FF66EBC212}"/>
                  </a:ext>
                </a:extLst>
              </p:cNvPr>
              <p:cNvSpPr/>
              <p:nvPr/>
            </p:nvSpPr>
            <p:spPr bwMode="gray">
              <a:xfrm>
                <a:off x="2706926" y="1142999"/>
                <a:ext cx="383015" cy="383015"/>
              </a:xfrm>
              <a:prstGeom prst="round1Rect">
                <a:avLst>
                  <a:gd name="adj" fmla="val 23506"/>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dirty="0">
                  <a:solidFill>
                    <a:schemeClr val="tx1"/>
                  </a:solidFill>
                </a:endParaRPr>
              </a:p>
            </p:txBody>
          </p:sp>
          <p:sp>
            <p:nvSpPr>
              <p:cNvPr id="13" name="Textfeld 37">
                <a:extLst>
                  <a:ext uri="{FF2B5EF4-FFF2-40B4-BE49-F238E27FC236}">
                    <a16:creationId xmlns:a16="http://schemas.microsoft.com/office/drawing/2014/main" id="{67C5A86E-D311-4A2E-A33E-EDE9765831B8}"/>
                  </a:ext>
                </a:extLst>
              </p:cNvPr>
              <p:cNvSpPr txBox="1">
                <a:spLocks/>
              </p:cNvSpPr>
              <p:nvPr/>
            </p:nvSpPr>
            <p:spPr>
              <a:xfrm>
                <a:off x="515939" y="1143000"/>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Beschaffung</a:t>
                </a:r>
              </a:p>
            </p:txBody>
          </p:sp>
          <p:pic>
            <p:nvPicPr>
              <p:cNvPr id="21" name="Grafik 46">
                <a:extLst>
                  <a:ext uri="{FF2B5EF4-FFF2-40B4-BE49-F238E27FC236}">
                    <a16:creationId xmlns:a16="http://schemas.microsoft.com/office/drawing/2014/main" id="{07701BDA-D312-4E31-B243-DDC11729DBA2}"/>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783796" y="1213564"/>
                <a:ext cx="229275" cy="241885"/>
              </a:xfrm>
              <a:prstGeom prst="rect">
                <a:avLst/>
              </a:prstGeom>
            </p:spPr>
          </p:pic>
          <p:sp>
            <p:nvSpPr>
              <p:cNvPr id="35" name="Isosceles Triangle 34">
                <a:extLst>
                  <a:ext uri="{FF2B5EF4-FFF2-40B4-BE49-F238E27FC236}">
                    <a16:creationId xmlns:a16="http://schemas.microsoft.com/office/drawing/2014/main" id="{251B48B4-A37D-4B6E-B29A-64F6F4664663}"/>
                  </a:ext>
                </a:extLst>
              </p:cNvPr>
              <p:cNvSpPr/>
              <p:nvPr/>
            </p:nvSpPr>
            <p:spPr bwMode="gray">
              <a:xfrm flipV="1">
                <a:off x="515939" y="1527054"/>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sp>
          <p:nvSpPr>
            <p:cNvPr id="39" name="Rectangle: Single Corner Rounded 38">
              <a:extLst>
                <a:ext uri="{FF2B5EF4-FFF2-40B4-BE49-F238E27FC236}">
                  <a16:creationId xmlns:a16="http://schemas.microsoft.com/office/drawing/2014/main" id="{900D9584-DB97-4D87-8DF6-5FD27BF03DAC}"/>
                </a:ext>
              </a:extLst>
            </p:cNvPr>
            <p:cNvSpPr/>
            <p:nvPr/>
          </p:nvSpPr>
          <p:spPr bwMode="gray">
            <a:xfrm>
              <a:off x="5568962"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0" name="Textfeld 37">
              <a:extLst>
                <a:ext uri="{FF2B5EF4-FFF2-40B4-BE49-F238E27FC236}">
                  <a16:creationId xmlns:a16="http://schemas.microsoft.com/office/drawing/2014/main" id="{7F4CA4D9-E7F7-434A-9948-2EA5B482DBEA}"/>
                </a:ext>
              </a:extLst>
            </p:cNvPr>
            <p:cNvSpPr txBox="1">
              <a:spLocks/>
            </p:cNvSpPr>
            <p:nvPr/>
          </p:nvSpPr>
          <p:spPr>
            <a:xfrm>
              <a:off x="3377975"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Produktion</a:t>
              </a:r>
            </a:p>
          </p:txBody>
        </p:sp>
        <p:sp>
          <p:nvSpPr>
            <p:cNvPr id="42" name="Isosceles Triangle 41">
              <a:extLst>
                <a:ext uri="{FF2B5EF4-FFF2-40B4-BE49-F238E27FC236}">
                  <a16:creationId xmlns:a16="http://schemas.microsoft.com/office/drawing/2014/main" id="{65B683C6-B827-494A-BEA6-53D8FB7364DA}"/>
                </a:ext>
              </a:extLst>
            </p:cNvPr>
            <p:cNvSpPr/>
            <p:nvPr/>
          </p:nvSpPr>
          <p:spPr bwMode="gray">
            <a:xfrm flipV="1">
              <a:off x="3377975"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4" name="Rectangle: Single Corner Rounded 43">
              <a:extLst>
                <a:ext uri="{FF2B5EF4-FFF2-40B4-BE49-F238E27FC236}">
                  <a16:creationId xmlns:a16="http://schemas.microsoft.com/office/drawing/2014/main" id="{FFBA518F-297D-415F-B451-E4482C3F1FD2}"/>
                </a:ext>
              </a:extLst>
            </p:cNvPr>
            <p:cNvSpPr/>
            <p:nvPr/>
          </p:nvSpPr>
          <p:spPr bwMode="gray">
            <a:xfrm>
              <a:off x="8431007"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5" name="Textfeld 37">
              <a:extLst>
                <a:ext uri="{FF2B5EF4-FFF2-40B4-BE49-F238E27FC236}">
                  <a16:creationId xmlns:a16="http://schemas.microsoft.com/office/drawing/2014/main" id="{07CB0F75-3725-470E-B635-F60FA2607DD0}"/>
                </a:ext>
              </a:extLst>
            </p:cNvPr>
            <p:cNvSpPr txBox="1">
              <a:spLocks/>
            </p:cNvSpPr>
            <p:nvPr/>
          </p:nvSpPr>
          <p:spPr>
            <a:xfrm>
              <a:off x="6240020"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Kommissionierung</a:t>
              </a:r>
            </a:p>
          </p:txBody>
        </p:sp>
        <p:sp>
          <p:nvSpPr>
            <p:cNvPr id="47" name="Isosceles Triangle 46">
              <a:extLst>
                <a:ext uri="{FF2B5EF4-FFF2-40B4-BE49-F238E27FC236}">
                  <a16:creationId xmlns:a16="http://schemas.microsoft.com/office/drawing/2014/main" id="{C2F2E3E3-72EE-4C63-97FA-D0B0B4BCE97B}"/>
                </a:ext>
              </a:extLst>
            </p:cNvPr>
            <p:cNvSpPr/>
            <p:nvPr/>
          </p:nvSpPr>
          <p:spPr bwMode="gray">
            <a:xfrm flipV="1">
              <a:off x="6240020"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9" name="Rectangle: Single Corner Rounded 48">
              <a:extLst>
                <a:ext uri="{FF2B5EF4-FFF2-40B4-BE49-F238E27FC236}">
                  <a16:creationId xmlns:a16="http://schemas.microsoft.com/office/drawing/2014/main" id="{E46DAB08-F39B-44A4-87CB-AF48BBE14836}"/>
                </a:ext>
              </a:extLst>
            </p:cNvPr>
            <p:cNvSpPr/>
            <p:nvPr/>
          </p:nvSpPr>
          <p:spPr bwMode="gray">
            <a:xfrm>
              <a:off x="11293046"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50" name="Textfeld 37">
              <a:extLst>
                <a:ext uri="{FF2B5EF4-FFF2-40B4-BE49-F238E27FC236}">
                  <a16:creationId xmlns:a16="http://schemas.microsoft.com/office/drawing/2014/main" id="{509A6699-255E-407F-9DD5-01DBD5EC7C07}"/>
                </a:ext>
              </a:extLst>
            </p:cNvPr>
            <p:cNvSpPr txBox="1">
              <a:spLocks/>
            </p:cNvSpPr>
            <p:nvPr/>
          </p:nvSpPr>
          <p:spPr>
            <a:xfrm>
              <a:off x="9102059"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Versand Distribution</a:t>
              </a:r>
            </a:p>
          </p:txBody>
        </p:sp>
        <p:sp>
          <p:nvSpPr>
            <p:cNvPr id="52" name="Isosceles Triangle 51">
              <a:extLst>
                <a:ext uri="{FF2B5EF4-FFF2-40B4-BE49-F238E27FC236}">
                  <a16:creationId xmlns:a16="http://schemas.microsoft.com/office/drawing/2014/main" id="{0E3CF8FC-CFE2-4639-BC36-367561F34D9D}"/>
                </a:ext>
              </a:extLst>
            </p:cNvPr>
            <p:cNvSpPr/>
            <p:nvPr/>
          </p:nvSpPr>
          <p:spPr bwMode="gray">
            <a:xfrm flipV="1">
              <a:off x="9102059"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nvGrpSpPr>
            <p:cNvPr id="53" name="Group 52">
              <a:extLst>
                <a:ext uri="{FF2B5EF4-FFF2-40B4-BE49-F238E27FC236}">
                  <a16:creationId xmlns:a16="http://schemas.microsoft.com/office/drawing/2014/main" id="{03F46402-2F80-4DF2-95F2-4EB235BF2921}"/>
                </a:ext>
              </a:extLst>
            </p:cNvPr>
            <p:cNvGrpSpPr/>
            <p:nvPr/>
          </p:nvGrpSpPr>
          <p:grpSpPr>
            <a:xfrm>
              <a:off x="6326915" y="1816243"/>
              <a:ext cx="195385" cy="195385"/>
              <a:chOff x="518270" y="1575343"/>
              <a:chExt cx="214924" cy="214924"/>
            </a:xfrm>
          </p:grpSpPr>
          <p:sp>
            <p:nvSpPr>
              <p:cNvPr id="54" name="Oval 53">
                <a:extLst>
                  <a:ext uri="{FF2B5EF4-FFF2-40B4-BE49-F238E27FC236}">
                    <a16:creationId xmlns:a16="http://schemas.microsoft.com/office/drawing/2014/main" id="{1F0DBE3C-EB49-4C3A-82F5-F509C75721CA}"/>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55" name="Oval 54">
                <a:extLst>
                  <a:ext uri="{FF2B5EF4-FFF2-40B4-BE49-F238E27FC236}">
                    <a16:creationId xmlns:a16="http://schemas.microsoft.com/office/drawing/2014/main" id="{F29284B9-F68A-4065-A639-ADA3294305E4}"/>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grpSp>
          <p:nvGrpSpPr>
            <p:cNvPr id="56" name="Group 55">
              <a:extLst>
                <a:ext uri="{FF2B5EF4-FFF2-40B4-BE49-F238E27FC236}">
                  <a16:creationId xmlns:a16="http://schemas.microsoft.com/office/drawing/2014/main" id="{05E388A0-DE77-4533-B0EC-17E23ADB586F}"/>
                </a:ext>
              </a:extLst>
            </p:cNvPr>
            <p:cNvGrpSpPr/>
            <p:nvPr/>
          </p:nvGrpSpPr>
          <p:grpSpPr>
            <a:xfrm>
              <a:off x="9199655" y="1816243"/>
              <a:ext cx="195385" cy="195385"/>
              <a:chOff x="518270" y="1575343"/>
              <a:chExt cx="214924" cy="214924"/>
            </a:xfrm>
          </p:grpSpPr>
          <p:sp>
            <p:nvSpPr>
              <p:cNvPr id="57" name="Oval 56">
                <a:extLst>
                  <a:ext uri="{FF2B5EF4-FFF2-40B4-BE49-F238E27FC236}">
                    <a16:creationId xmlns:a16="http://schemas.microsoft.com/office/drawing/2014/main" id="{2576206E-45B8-421C-ABD2-9599BAD97FFC}"/>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58" name="Oval 57">
                <a:extLst>
                  <a:ext uri="{FF2B5EF4-FFF2-40B4-BE49-F238E27FC236}">
                    <a16:creationId xmlns:a16="http://schemas.microsoft.com/office/drawing/2014/main" id="{8474EB13-2727-415E-BFAB-DBAE5F246E24}"/>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pic>
          <p:nvPicPr>
            <p:cNvPr id="22" name="Grafik 50">
              <a:extLst>
                <a:ext uri="{FF2B5EF4-FFF2-40B4-BE49-F238E27FC236}">
                  <a16:creationId xmlns:a16="http://schemas.microsoft.com/office/drawing/2014/main" id="{3E2F3E23-5778-484B-9E8D-15573D1B11FF}"/>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650829" y="1357754"/>
              <a:ext cx="219280" cy="216539"/>
            </a:xfrm>
            <a:prstGeom prst="rect">
              <a:avLst/>
            </a:prstGeom>
          </p:spPr>
        </p:pic>
        <p:pic>
          <p:nvPicPr>
            <p:cNvPr id="23" name="Grafik 51">
              <a:extLst>
                <a:ext uri="{FF2B5EF4-FFF2-40B4-BE49-F238E27FC236}">
                  <a16:creationId xmlns:a16="http://schemas.microsoft.com/office/drawing/2014/main" id="{AFC519EB-030C-423E-B352-0D291B92B7BE}"/>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511866" y="1357006"/>
              <a:ext cx="221296" cy="218035"/>
            </a:xfrm>
            <a:prstGeom prst="rect">
              <a:avLst/>
            </a:prstGeom>
          </p:spPr>
        </p:pic>
        <p:pic>
          <p:nvPicPr>
            <p:cNvPr id="24" name="Grafik 55">
              <a:extLst>
                <a:ext uri="{FF2B5EF4-FFF2-40B4-BE49-F238E27FC236}">
                  <a16:creationId xmlns:a16="http://schemas.microsoft.com/office/drawing/2014/main" id="{A28B1236-6FAC-4666-872C-F335F4F4701F}"/>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1340066" y="1376248"/>
              <a:ext cx="288976" cy="179548"/>
            </a:xfrm>
            <a:prstGeom prst="rect">
              <a:avLst/>
            </a:prstGeom>
          </p:spPr>
        </p:pic>
      </p:grpSp>
      <p:sp>
        <p:nvSpPr>
          <p:cNvPr id="62" name="Rechteck 53">
            <a:extLst>
              <a:ext uri="{FF2B5EF4-FFF2-40B4-BE49-F238E27FC236}">
                <a16:creationId xmlns:a16="http://schemas.microsoft.com/office/drawing/2014/main" id="{09D02206-A3AC-4313-B6F2-04FF9BBD647B}"/>
              </a:ext>
            </a:extLst>
          </p:cNvPr>
          <p:cNvSpPr/>
          <p:nvPr/>
        </p:nvSpPr>
        <p:spPr bwMode="gray">
          <a:xfrm>
            <a:off x="515939" y="3345281"/>
            <a:ext cx="11160122" cy="753616"/>
          </a:xfrm>
          <a:prstGeom prst="roundRect">
            <a:avLst>
              <a:gd name="adj" fmla="val 9605"/>
            </a:avLst>
          </a:prstGeom>
          <a:solidFill>
            <a:schemeClr val="bg1"/>
          </a:solidFill>
          <a:ln>
            <a:no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rIns="72000" rtlCol="0" anchor="ctr"/>
          <a:lstStyle/>
          <a:p>
            <a:pPr algn="ctr"/>
            <a:r>
              <a:rPr lang="de-DE" b="1" dirty="0">
                <a:solidFill>
                  <a:schemeClr val="accent1"/>
                </a:solidFill>
              </a:rPr>
              <a:t>Materialfluss-Optimierung</a:t>
            </a:r>
          </a:p>
          <a:p>
            <a:pPr algn="ctr"/>
            <a:r>
              <a:rPr lang="de-DE" sz="1400" dirty="0">
                <a:solidFill>
                  <a:schemeClr val="tx2"/>
                </a:solidFill>
              </a:rPr>
              <a:t>Lagerhaltung | Transportwege | Bestandsmanagement | ERP-Optimierung</a:t>
            </a:r>
          </a:p>
        </p:txBody>
      </p:sp>
      <p:grpSp>
        <p:nvGrpSpPr>
          <p:cNvPr id="5" name="Gruppieren 4">
            <a:extLst>
              <a:ext uri="{FF2B5EF4-FFF2-40B4-BE49-F238E27FC236}">
                <a16:creationId xmlns:a16="http://schemas.microsoft.com/office/drawing/2014/main" id="{A2A9B891-24BF-930F-A0AB-6212A7123FFB}"/>
              </a:ext>
            </a:extLst>
          </p:cNvPr>
          <p:cNvGrpSpPr/>
          <p:nvPr/>
        </p:nvGrpSpPr>
        <p:grpSpPr>
          <a:xfrm>
            <a:off x="515938" y="4265704"/>
            <a:ext cx="11160123" cy="2181024"/>
            <a:chOff x="515938" y="4265704"/>
            <a:chExt cx="11160123" cy="2181024"/>
          </a:xfrm>
        </p:grpSpPr>
        <p:sp>
          <p:nvSpPr>
            <p:cNvPr id="80" name="Rectangle 58">
              <a:extLst>
                <a:ext uri="{FF2B5EF4-FFF2-40B4-BE49-F238E27FC236}">
                  <a16:creationId xmlns:a16="http://schemas.microsoft.com/office/drawing/2014/main" id="{A1E7E34E-CAF8-4E42-BD96-E1D88031AD9C}"/>
                </a:ext>
              </a:extLst>
            </p:cNvPr>
            <p:cNvSpPr/>
            <p:nvPr/>
          </p:nvSpPr>
          <p:spPr>
            <a:xfrm>
              <a:off x="9395040" y="4265704"/>
              <a:ext cx="2281021" cy="562008"/>
            </a:xfrm>
            <a:prstGeom prst="round1Rect">
              <a:avLst/>
            </a:prstGeom>
            <a:solidFill>
              <a:schemeClr val="accent1">
                <a:lumMod val="40000"/>
                <a:lumOff val="60000"/>
              </a:schemeClr>
            </a:solidFill>
            <a:ln>
              <a:noFill/>
            </a:ln>
            <a:effectLst/>
          </p:spPr>
          <p:txBody>
            <a:bodyPr wrap="square" lIns="792000" tIns="0" rIns="0" bIns="0" rtlCol="0" anchor="ctr">
              <a:noAutofit/>
            </a:bodyPr>
            <a:lstStyle/>
            <a:p>
              <a:r>
                <a:rPr lang="de-DE" sz="1400" b="1" dirty="0">
                  <a:solidFill>
                    <a:schemeClr val="tx2"/>
                  </a:solidFill>
                </a:rPr>
                <a:t>Energie</a:t>
              </a:r>
            </a:p>
          </p:txBody>
        </p:sp>
        <p:sp>
          <p:nvSpPr>
            <p:cNvPr id="79" name="Rectangle 58">
              <a:extLst>
                <a:ext uri="{FF2B5EF4-FFF2-40B4-BE49-F238E27FC236}">
                  <a16:creationId xmlns:a16="http://schemas.microsoft.com/office/drawing/2014/main" id="{B9E4AE94-45A6-45C3-973C-154766052283}"/>
                </a:ext>
              </a:extLst>
            </p:cNvPr>
            <p:cNvSpPr/>
            <p:nvPr/>
          </p:nvSpPr>
          <p:spPr>
            <a:xfrm>
              <a:off x="7325626" y="4265704"/>
              <a:ext cx="2281021" cy="562008"/>
            </a:xfrm>
            <a:prstGeom prst="round1Rect">
              <a:avLst/>
            </a:prstGeom>
            <a:solidFill>
              <a:schemeClr val="accent1">
                <a:lumMod val="60000"/>
                <a:lumOff val="40000"/>
              </a:schemeClr>
            </a:solidFill>
            <a:ln>
              <a:noFill/>
            </a:ln>
            <a:effectLst/>
          </p:spPr>
          <p:txBody>
            <a:bodyPr wrap="square" lIns="792000" tIns="0" rIns="0" bIns="0" rtlCol="0" anchor="ctr">
              <a:noAutofit/>
            </a:bodyPr>
            <a:lstStyle/>
            <a:p>
              <a:r>
                <a:rPr lang="de-DE" sz="1400" b="1" dirty="0">
                  <a:solidFill>
                    <a:schemeClr val="tx2"/>
                  </a:solidFill>
                </a:rPr>
                <a:t>Gebäude-</a:t>
              </a:r>
              <a:br>
                <a:rPr lang="de-DE" sz="1400" b="1" dirty="0">
                  <a:solidFill>
                    <a:schemeClr val="tx2"/>
                  </a:solidFill>
                </a:rPr>
              </a:br>
              <a:r>
                <a:rPr lang="de-DE" sz="1400" b="1" dirty="0">
                  <a:solidFill>
                    <a:schemeClr val="tx2"/>
                  </a:solidFill>
                </a:rPr>
                <a:t>Management</a:t>
              </a:r>
            </a:p>
          </p:txBody>
        </p:sp>
        <p:sp>
          <p:nvSpPr>
            <p:cNvPr id="78" name="Rectangle 58">
              <a:extLst>
                <a:ext uri="{FF2B5EF4-FFF2-40B4-BE49-F238E27FC236}">
                  <a16:creationId xmlns:a16="http://schemas.microsoft.com/office/drawing/2014/main" id="{EDA14EE2-4041-4D00-9B18-7F39DF926148}"/>
                </a:ext>
              </a:extLst>
            </p:cNvPr>
            <p:cNvSpPr/>
            <p:nvPr/>
          </p:nvSpPr>
          <p:spPr>
            <a:xfrm>
              <a:off x="4716916" y="4265704"/>
              <a:ext cx="2806770" cy="562008"/>
            </a:xfrm>
            <a:prstGeom prst="round1Rect">
              <a:avLst/>
            </a:prstGeom>
            <a:solidFill>
              <a:schemeClr val="accent1"/>
            </a:solidFill>
            <a:ln>
              <a:noFill/>
            </a:ln>
            <a:effectLst/>
          </p:spPr>
          <p:txBody>
            <a:bodyPr wrap="square" lIns="792000" tIns="0" rIns="0" bIns="0" rtlCol="0" anchor="ctr">
              <a:noAutofit/>
            </a:bodyPr>
            <a:lstStyle/>
            <a:p>
              <a:r>
                <a:rPr lang="de-DE" sz="1400" b="1" dirty="0">
                  <a:solidFill>
                    <a:schemeClr val="bg1"/>
                  </a:solidFill>
                </a:rPr>
                <a:t>Personal</a:t>
              </a:r>
            </a:p>
          </p:txBody>
        </p:sp>
        <p:sp>
          <p:nvSpPr>
            <p:cNvPr id="77" name="Rectangle 58">
              <a:extLst>
                <a:ext uri="{FF2B5EF4-FFF2-40B4-BE49-F238E27FC236}">
                  <a16:creationId xmlns:a16="http://schemas.microsoft.com/office/drawing/2014/main" id="{2C9C8936-F356-4EEC-9BF8-5802C7CFB69E}"/>
                </a:ext>
              </a:extLst>
            </p:cNvPr>
            <p:cNvSpPr/>
            <p:nvPr/>
          </p:nvSpPr>
          <p:spPr>
            <a:xfrm>
              <a:off x="2606643" y="4265704"/>
              <a:ext cx="2319286" cy="562008"/>
            </a:xfrm>
            <a:prstGeom prst="round1Rect">
              <a:avLst/>
            </a:prstGeom>
            <a:solidFill>
              <a:schemeClr val="accent1">
                <a:lumMod val="75000"/>
              </a:schemeClr>
            </a:solidFill>
            <a:ln>
              <a:noFill/>
            </a:ln>
            <a:effectLst/>
          </p:spPr>
          <p:txBody>
            <a:bodyPr wrap="square" lIns="720000" tIns="0" rIns="0" bIns="0" rtlCol="0" anchor="ctr">
              <a:noAutofit/>
            </a:bodyPr>
            <a:lstStyle/>
            <a:p>
              <a:r>
                <a:rPr lang="de-DE" sz="1400" b="1" dirty="0">
                  <a:solidFill>
                    <a:schemeClr val="bg1"/>
                  </a:solidFill>
                </a:rPr>
                <a:t>Finanzen</a:t>
              </a:r>
            </a:p>
          </p:txBody>
        </p:sp>
        <p:sp>
          <p:nvSpPr>
            <p:cNvPr id="64" name="Textfeld 54">
              <a:extLst>
                <a:ext uri="{FF2B5EF4-FFF2-40B4-BE49-F238E27FC236}">
                  <a16:creationId xmlns:a16="http://schemas.microsoft.com/office/drawing/2014/main" id="{45208DF1-3D90-4181-AF1D-6F3B8C024ADC}"/>
                </a:ext>
              </a:extLst>
            </p:cNvPr>
            <p:cNvSpPr txBox="1">
              <a:spLocks/>
            </p:cNvSpPr>
            <p:nvPr/>
          </p:nvSpPr>
          <p:spPr>
            <a:xfrm>
              <a:off x="515938" y="4949780"/>
              <a:ext cx="2298638" cy="1496948"/>
            </a:xfrm>
            <a:prstGeom prst="rect">
              <a:avLst/>
            </a:prstGeom>
            <a:noFill/>
          </p:spPr>
          <p:txBody>
            <a:bodyPr wrap="square" lIns="0" tIns="0" rIns="0" bIns="0" numCol="2" spcCol="0"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Reisekosten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Fuhrpark</a:t>
              </a:r>
            </a:p>
            <a:p>
              <a:pPr marL="180000" indent="-180000" defTabSz="914400">
                <a:spcAft>
                  <a:spcPts val="200"/>
                </a:spcAft>
                <a:buClr>
                  <a:schemeClr val="accent5"/>
                </a:buClr>
                <a:buFont typeface="Arial" panose="020B0604020202020204" pitchFamily="34" charset="0"/>
                <a:buChar char="•"/>
              </a:pPr>
              <a:r>
                <a:rPr lang="de-DE" sz="1100" dirty="0" err="1">
                  <a:solidFill>
                    <a:schemeClr val="tx2"/>
                  </a:solidFill>
                </a:rPr>
                <a:t>Telekommu-nikation</a:t>
              </a: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Marketing-/Druckkosten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Data Mining</a:t>
              </a:r>
            </a:p>
            <a:p>
              <a:pPr marL="180000" indent="-180000" defTabSz="914400">
                <a:spcAft>
                  <a:spcPts val="200"/>
                </a:spcAft>
                <a:buClr>
                  <a:schemeClr val="accent5"/>
                </a:buClr>
                <a:buFont typeface="Arial" panose="020B0604020202020204" pitchFamily="34" charset="0"/>
                <a:buChar char="•"/>
              </a:pP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IT-Lizenzen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IT-Hardware-Einkauf</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Versicherungen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Porto- &amp; Mailkosten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RPA</a:t>
              </a:r>
            </a:p>
          </p:txBody>
        </p:sp>
        <p:sp>
          <p:nvSpPr>
            <p:cNvPr id="65" name="Textfeld 56">
              <a:extLst>
                <a:ext uri="{FF2B5EF4-FFF2-40B4-BE49-F238E27FC236}">
                  <a16:creationId xmlns:a16="http://schemas.microsoft.com/office/drawing/2014/main" id="{E28FB0D7-B578-4930-A927-05D391BF4489}"/>
                </a:ext>
              </a:extLst>
            </p:cNvPr>
            <p:cNvSpPr txBox="1">
              <a:spLocks/>
            </p:cNvSpPr>
            <p:nvPr/>
          </p:nvSpPr>
          <p:spPr>
            <a:xfrm>
              <a:off x="2980477" y="4949780"/>
              <a:ext cx="1800200" cy="1287532"/>
            </a:xfrm>
            <a:prstGeom prst="rect">
              <a:avLst/>
            </a:prstGeom>
            <a:noFill/>
          </p:spPr>
          <p:txBody>
            <a:bodyPr wrap="square" lIns="0" tIns="0" rIns="0" bIns="0" numCol="1"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Finanzierung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Supply-Chain-Finanzierung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Bankgebühren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Zahlungsverkehr</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Working Capital Optimierung</a:t>
              </a:r>
            </a:p>
          </p:txBody>
        </p:sp>
        <p:sp>
          <p:nvSpPr>
            <p:cNvPr id="66" name="Textfeld 58">
              <a:extLst>
                <a:ext uri="{FF2B5EF4-FFF2-40B4-BE49-F238E27FC236}">
                  <a16:creationId xmlns:a16="http://schemas.microsoft.com/office/drawing/2014/main" id="{FA577006-038B-4B4D-AC5C-B359E2B9C210}"/>
                </a:ext>
              </a:extLst>
            </p:cNvPr>
            <p:cNvSpPr txBox="1">
              <a:spLocks/>
            </p:cNvSpPr>
            <p:nvPr/>
          </p:nvSpPr>
          <p:spPr>
            <a:xfrm>
              <a:off x="7680830" y="4949780"/>
              <a:ext cx="1820848" cy="728405"/>
            </a:xfrm>
            <a:prstGeom prst="rect">
              <a:avLst/>
            </a:prstGeom>
            <a:noFill/>
          </p:spPr>
          <p:txBody>
            <a:bodyPr wrap="square" lIns="0" tIns="0" rIns="0" bIns="0" numCol="1"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Instandhaltung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IT-gestütztes Facility Management</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Gebäudereinigung</a:t>
              </a:r>
            </a:p>
          </p:txBody>
        </p:sp>
        <p:sp>
          <p:nvSpPr>
            <p:cNvPr id="67" name="Textfeld 59">
              <a:extLst>
                <a:ext uri="{FF2B5EF4-FFF2-40B4-BE49-F238E27FC236}">
                  <a16:creationId xmlns:a16="http://schemas.microsoft.com/office/drawing/2014/main" id="{A6C91FC9-1CBE-4CA6-9D13-47F3F90DD605}"/>
                </a:ext>
              </a:extLst>
            </p:cNvPr>
            <p:cNvSpPr txBox="1">
              <a:spLocks/>
            </p:cNvSpPr>
            <p:nvPr/>
          </p:nvSpPr>
          <p:spPr>
            <a:xfrm>
              <a:off x="9804077" y="4949780"/>
              <a:ext cx="1871982" cy="754053"/>
            </a:xfrm>
            <a:prstGeom prst="rect">
              <a:avLst/>
            </a:prstGeom>
            <a:noFill/>
          </p:spPr>
          <p:txBody>
            <a:bodyPr wrap="square" lIns="0" tIns="0" rIns="0" bIns="0" numCol="1"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Strom-/Ö-l/Gas-Einkauf</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Energie Management</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Energetik</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Technische Gase </a:t>
              </a:r>
            </a:p>
          </p:txBody>
        </p:sp>
        <p:sp>
          <p:nvSpPr>
            <p:cNvPr id="68" name="Textfeld 60">
              <a:extLst>
                <a:ext uri="{FF2B5EF4-FFF2-40B4-BE49-F238E27FC236}">
                  <a16:creationId xmlns:a16="http://schemas.microsoft.com/office/drawing/2014/main" id="{F1C89BAD-9282-426C-AB5E-029859F4D674}"/>
                </a:ext>
              </a:extLst>
            </p:cNvPr>
            <p:cNvSpPr txBox="1">
              <a:spLocks/>
            </p:cNvSpPr>
            <p:nvPr/>
          </p:nvSpPr>
          <p:spPr>
            <a:xfrm>
              <a:off x="5083073" y="4949780"/>
              <a:ext cx="2428723" cy="1496948"/>
            </a:xfrm>
            <a:prstGeom prst="rect">
              <a:avLst/>
            </a:prstGeom>
            <a:noFill/>
          </p:spPr>
          <p:txBody>
            <a:bodyPr wrap="square" lIns="0" tIns="0" rIns="0" bIns="0" numCol="2"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Zeitarbeit</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Personal-</a:t>
              </a:r>
              <a:br>
                <a:rPr lang="de-DE" sz="1100" dirty="0">
                  <a:solidFill>
                    <a:schemeClr val="tx2"/>
                  </a:solidFill>
                </a:rPr>
              </a:br>
              <a:r>
                <a:rPr lang="de-DE" sz="1100" dirty="0" err="1">
                  <a:solidFill>
                    <a:schemeClr val="tx2"/>
                  </a:solidFill>
                </a:rPr>
                <a:t>marketing</a:t>
              </a: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r>
                <a:rPr lang="de-DE" sz="1100" dirty="0" err="1">
                  <a:solidFill>
                    <a:schemeClr val="tx2"/>
                  </a:solidFill>
                </a:rPr>
                <a:t>Personalent</a:t>
              </a:r>
              <a:r>
                <a:rPr lang="de-DE" sz="1100" dirty="0">
                  <a:solidFill>
                    <a:schemeClr val="tx2"/>
                  </a:solidFill>
                </a:rPr>
                <a:t>-wicklung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Berufskleidung</a:t>
              </a:r>
            </a:p>
            <a:p>
              <a:pPr marL="180000" indent="-180000" defTabSz="914400">
                <a:spcAft>
                  <a:spcPts val="200"/>
                </a:spcAft>
                <a:buClr>
                  <a:schemeClr val="accent5"/>
                </a:buClr>
                <a:buFont typeface="Arial" panose="020B0604020202020204" pitchFamily="34" charset="0"/>
                <a:buChar char="•"/>
              </a:pP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BG-Beiträge</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Lohnabrechnung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Catering/</a:t>
              </a:r>
              <a:br>
                <a:rPr lang="de-DE" sz="1100" dirty="0">
                  <a:solidFill>
                    <a:schemeClr val="tx2"/>
                  </a:solidFill>
                </a:rPr>
              </a:br>
              <a:r>
                <a:rPr lang="de-DE" sz="1100" dirty="0">
                  <a:solidFill>
                    <a:schemeClr val="tx2"/>
                  </a:solidFill>
                </a:rPr>
                <a:t>LM-Einkauf</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Arbeitsschutz</a:t>
              </a:r>
            </a:p>
            <a:p>
              <a:pPr defTabSz="914400">
                <a:spcAft>
                  <a:spcPts val="200"/>
                </a:spcAft>
                <a:buClr>
                  <a:srgbClr val="00979B"/>
                </a:buClr>
              </a:pPr>
              <a:endParaRPr lang="de-DE" sz="1100" dirty="0">
                <a:solidFill>
                  <a:schemeClr val="tx2"/>
                </a:solidFill>
              </a:endParaRPr>
            </a:p>
          </p:txBody>
        </p:sp>
        <p:sp>
          <p:nvSpPr>
            <p:cNvPr id="76" name="Rectangle 58">
              <a:extLst>
                <a:ext uri="{FF2B5EF4-FFF2-40B4-BE49-F238E27FC236}">
                  <a16:creationId xmlns:a16="http://schemas.microsoft.com/office/drawing/2014/main" id="{4202BA04-0704-456A-9095-04DC8B04FC5F}"/>
                </a:ext>
              </a:extLst>
            </p:cNvPr>
            <p:cNvSpPr/>
            <p:nvPr/>
          </p:nvSpPr>
          <p:spPr>
            <a:xfrm>
              <a:off x="515938" y="4265704"/>
              <a:ext cx="2319286" cy="562008"/>
            </a:xfrm>
            <a:prstGeom prst="round2SameRect">
              <a:avLst/>
            </a:prstGeom>
            <a:solidFill>
              <a:schemeClr val="accent1">
                <a:lumMod val="50000"/>
              </a:schemeClr>
            </a:solidFill>
            <a:ln>
              <a:noFill/>
            </a:ln>
            <a:effectLst/>
          </p:spPr>
          <p:txBody>
            <a:bodyPr wrap="square" lIns="648000" tIns="0" rIns="0" bIns="0" rtlCol="0" anchor="ctr">
              <a:noAutofit/>
            </a:bodyPr>
            <a:lstStyle/>
            <a:p>
              <a:r>
                <a:rPr lang="de-DE" sz="1400" b="1" dirty="0">
                  <a:solidFill>
                    <a:schemeClr val="bg1"/>
                  </a:solidFill>
                </a:rPr>
                <a:t>Administration</a:t>
              </a:r>
            </a:p>
          </p:txBody>
        </p:sp>
        <p:grpSp>
          <p:nvGrpSpPr>
            <p:cNvPr id="81" name="Group 80">
              <a:extLst>
                <a:ext uri="{FF2B5EF4-FFF2-40B4-BE49-F238E27FC236}">
                  <a16:creationId xmlns:a16="http://schemas.microsoft.com/office/drawing/2014/main" id="{0519083A-F60E-4090-8A32-1B1075989E40}"/>
                </a:ext>
              </a:extLst>
            </p:cNvPr>
            <p:cNvGrpSpPr/>
            <p:nvPr/>
          </p:nvGrpSpPr>
          <p:grpSpPr>
            <a:xfrm>
              <a:off x="731404" y="4394227"/>
              <a:ext cx="304962" cy="304962"/>
              <a:chOff x="2676525" y="3609976"/>
              <a:chExt cx="360363" cy="360363"/>
            </a:xfrm>
            <a:solidFill>
              <a:schemeClr val="bg1"/>
            </a:solidFill>
          </p:grpSpPr>
          <p:sp>
            <p:nvSpPr>
              <p:cNvPr id="82" name="Freeform 5">
                <a:extLst>
                  <a:ext uri="{FF2B5EF4-FFF2-40B4-BE49-F238E27FC236}">
                    <a16:creationId xmlns:a16="http://schemas.microsoft.com/office/drawing/2014/main" id="{A1797707-90BD-44BA-811D-5C5877F5A1E9}"/>
                  </a:ext>
                </a:extLst>
              </p:cNvPr>
              <p:cNvSpPr>
                <a:spLocks noEditPoints="1"/>
              </p:cNvSpPr>
              <p:nvPr/>
            </p:nvSpPr>
            <p:spPr bwMode="auto">
              <a:xfrm>
                <a:off x="2720975" y="3698876"/>
                <a:ext cx="196850" cy="271463"/>
              </a:xfrm>
              <a:custGeom>
                <a:avLst/>
                <a:gdLst>
                  <a:gd name="T0" fmla="*/ 829 w 862"/>
                  <a:gd name="T1" fmla="*/ 1194 h 1194"/>
                  <a:gd name="T2" fmla="*/ 33 w 862"/>
                  <a:gd name="T3" fmla="*/ 1194 h 1194"/>
                  <a:gd name="T4" fmla="*/ 33 w 862"/>
                  <a:gd name="T5" fmla="*/ 1194 h 1194"/>
                  <a:gd name="T6" fmla="*/ 27 w 862"/>
                  <a:gd name="T7" fmla="*/ 1193 h 1194"/>
                  <a:gd name="T8" fmla="*/ 20 w 862"/>
                  <a:gd name="T9" fmla="*/ 1192 h 1194"/>
                  <a:gd name="T10" fmla="*/ 14 w 862"/>
                  <a:gd name="T11" fmla="*/ 1189 h 1194"/>
                  <a:gd name="T12" fmla="*/ 9 w 862"/>
                  <a:gd name="T13" fmla="*/ 1185 h 1194"/>
                  <a:gd name="T14" fmla="*/ 5 w 862"/>
                  <a:gd name="T15" fmla="*/ 1180 h 1194"/>
                  <a:gd name="T16" fmla="*/ 3 w 862"/>
                  <a:gd name="T17" fmla="*/ 1173 h 1194"/>
                  <a:gd name="T18" fmla="*/ 1 w 862"/>
                  <a:gd name="T19" fmla="*/ 1167 h 1194"/>
                  <a:gd name="T20" fmla="*/ 0 w 862"/>
                  <a:gd name="T21" fmla="*/ 1161 h 1194"/>
                  <a:gd name="T22" fmla="*/ 0 w 862"/>
                  <a:gd name="T23" fmla="*/ 33 h 1194"/>
                  <a:gd name="T24" fmla="*/ 0 w 862"/>
                  <a:gd name="T25" fmla="*/ 33 h 1194"/>
                  <a:gd name="T26" fmla="*/ 1 w 862"/>
                  <a:gd name="T27" fmla="*/ 27 h 1194"/>
                  <a:gd name="T28" fmla="*/ 3 w 862"/>
                  <a:gd name="T29" fmla="*/ 21 h 1194"/>
                  <a:gd name="T30" fmla="*/ 5 w 862"/>
                  <a:gd name="T31" fmla="*/ 15 h 1194"/>
                  <a:gd name="T32" fmla="*/ 9 w 862"/>
                  <a:gd name="T33" fmla="*/ 11 h 1194"/>
                  <a:gd name="T34" fmla="*/ 14 w 862"/>
                  <a:gd name="T35" fmla="*/ 6 h 1194"/>
                  <a:gd name="T36" fmla="*/ 20 w 862"/>
                  <a:gd name="T37" fmla="*/ 3 h 1194"/>
                  <a:gd name="T38" fmla="*/ 27 w 862"/>
                  <a:gd name="T39" fmla="*/ 1 h 1194"/>
                  <a:gd name="T40" fmla="*/ 33 w 862"/>
                  <a:gd name="T41" fmla="*/ 0 h 1194"/>
                  <a:gd name="T42" fmla="*/ 829 w 862"/>
                  <a:gd name="T43" fmla="*/ 0 h 1194"/>
                  <a:gd name="T44" fmla="*/ 829 w 862"/>
                  <a:gd name="T45" fmla="*/ 0 h 1194"/>
                  <a:gd name="T46" fmla="*/ 835 w 862"/>
                  <a:gd name="T47" fmla="*/ 1 h 1194"/>
                  <a:gd name="T48" fmla="*/ 841 w 862"/>
                  <a:gd name="T49" fmla="*/ 3 h 1194"/>
                  <a:gd name="T50" fmla="*/ 846 w 862"/>
                  <a:gd name="T51" fmla="*/ 6 h 1194"/>
                  <a:gd name="T52" fmla="*/ 851 w 862"/>
                  <a:gd name="T53" fmla="*/ 11 h 1194"/>
                  <a:gd name="T54" fmla="*/ 856 w 862"/>
                  <a:gd name="T55" fmla="*/ 15 h 1194"/>
                  <a:gd name="T56" fmla="*/ 859 w 862"/>
                  <a:gd name="T57" fmla="*/ 21 h 1194"/>
                  <a:gd name="T58" fmla="*/ 861 w 862"/>
                  <a:gd name="T59" fmla="*/ 27 h 1194"/>
                  <a:gd name="T60" fmla="*/ 862 w 862"/>
                  <a:gd name="T61" fmla="*/ 33 h 1194"/>
                  <a:gd name="T62" fmla="*/ 862 w 862"/>
                  <a:gd name="T63" fmla="*/ 1161 h 1194"/>
                  <a:gd name="T64" fmla="*/ 862 w 862"/>
                  <a:gd name="T65" fmla="*/ 1161 h 1194"/>
                  <a:gd name="T66" fmla="*/ 861 w 862"/>
                  <a:gd name="T67" fmla="*/ 1167 h 1194"/>
                  <a:gd name="T68" fmla="*/ 859 w 862"/>
                  <a:gd name="T69" fmla="*/ 1173 h 1194"/>
                  <a:gd name="T70" fmla="*/ 856 w 862"/>
                  <a:gd name="T71" fmla="*/ 1180 h 1194"/>
                  <a:gd name="T72" fmla="*/ 851 w 862"/>
                  <a:gd name="T73" fmla="*/ 1185 h 1194"/>
                  <a:gd name="T74" fmla="*/ 846 w 862"/>
                  <a:gd name="T75" fmla="*/ 1189 h 1194"/>
                  <a:gd name="T76" fmla="*/ 841 w 862"/>
                  <a:gd name="T77" fmla="*/ 1192 h 1194"/>
                  <a:gd name="T78" fmla="*/ 835 w 862"/>
                  <a:gd name="T79" fmla="*/ 1193 h 1194"/>
                  <a:gd name="T80" fmla="*/ 829 w 862"/>
                  <a:gd name="T81" fmla="*/ 1194 h 1194"/>
                  <a:gd name="T82" fmla="*/ 829 w 862"/>
                  <a:gd name="T83" fmla="*/ 1194 h 1194"/>
                  <a:gd name="T84" fmla="*/ 66 w 862"/>
                  <a:gd name="T85" fmla="*/ 1128 h 1194"/>
                  <a:gd name="T86" fmla="*/ 796 w 862"/>
                  <a:gd name="T87" fmla="*/ 1128 h 1194"/>
                  <a:gd name="T88" fmla="*/ 796 w 862"/>
                  <a:gd name="T89" fmla="*/ 67 h 1194"/>
                  <a:gd name="T90" fmla="*/ 66 w 862"/>
                  <a:gd name="T91" fmla="*/ 67 h 1194"/>
                  <a:gd name="T92" fmla="*/ 66 w 862"/>
                  <a:gd name="T93" fmla="*/ 1128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2" h="1194">
                    <a:moveTo>
                      <a:pt x="829" y="1194"/>
                    </a:moveTo>
                    <a:lnTo>
                      <a:pt x="33" y="1194"/>
                    </a:lnTo>
                    <a:lnTo>
                      <a:pt x="33" y="1194"/>
                    </a:lnTo>
                    <a:lnTo>
                      <a:pt x="27" y="1193"/>
                    </a:lnTo>
                    <a:lnTo>
                      <a:pt x="20" y="1192"/>
                    </a:lnTo>
                    <a:lnTo>
                      <a:pt x="14" y="1189"/>
                    </a:lnTo>
                    <a:lnTo>
                      <a:pt x="9" y="1185"/>
                    </a:lnTo>
                    <a:lnTo>
                      <a:pt x="5" y="1180"/>
                    </a:lnTo>
                    <a:lnTo>
                      <a:pt x="3" y="1173"/>
                    </a:lnTo>
                    <a:lnTo>
                      <a:pt x="1" y="1167"/>
                    </a:lnTo>
                    <a:lnTo>
                      <a:pt x="0" y="1161"/>
                    </a:lnTo>
                    <a:lnTo>
                      <a:pt x="0" y="33"/>
                    </a:lnTo>
                    <a:lnTo>
                      <a:pt x="0" y="33"/>
                    </a:lnTo>
                    <a:lnTo>
                      <a:pt x="1" y="27"/>
                    </a:lnTo>
                    <a:lnTo>
                      <a:pt x="3" y="21"/>
                    </a:lnTo>
                    <a:lnTo>
                      <a:pt x="5" y="15"/>
                    </a:lnTo>
                    <a:lnTo>
                      <a:pt x="9" y="11"/>
                    </a:lnTo>
                    <a:lnTo>
                      <a:pt x="14" y="6"/>
                    </a:lnTo>
                    <a:lnTo>
                      <a:pt x="20" y="3"/>
                    </a:lnTo>
                    <a:lnTo>
                      <a:pt x="27" y="1"/>
                    </a:lnTo>
                    <a:lnTo>
                      <a:pt x="33" y="0"/>
                    </a:lnTo>
                    <a:lnTo>
                      <a:pt x="829" y="0"/>
                    </a:lnTo>
                    <a:lnTo>
                      <a:pt x="829" y="0"/>
                    </a:lnTo>
                    <a:lnTo>
                      <a:pt x="835" y="1"/>
                    </a:lnTo>
                    <a:lnTo>
                      <a:pt x="841" y="3"/>
                    </a:lnTo>
                    <a:lnTo>
                      <a:pt x="846" y="6"/>
                    </a:lnTo>
                    <a:lnTo>
                      <a:pt x="851" y="11"/>
                    </a:lnTo>
                    <a:lnTo>
                      <a:pt x="856" y="15"/>
                    </a:lnTo>
                    <a:lnTo>
                      <a:pt x="859" y="21"/>
                    </a:lnTo>
                    <a:lnTo>
                      <a:pt x="861" y="27"/>
                    </a:lnTo>
                    <a:lnTo>
                      <a:pt x="862" y="33"/>
                    </a:lnTo>
                    <a:lnTo>
                      <a:pt x="862" y="1161"/>
                    </a:lnTo>
                    <a:lnTo>
                      <a:pt x="862" y="1161"/>
                    </a:lnTo>
                    <a:lnTo>
                      <a:pt x="861" y="1167"/>
                    </a:lnTo>
                    <a:lnTo>
                      <a:pt x="859" y="1173"/>
                    </a:lnTo>
                    <a:lnTo>
                      <a:pt x="856" y="1180"/>
                    </a:lnTo>
                    <a:lnTo>
                      <a:pt x="851" y="1185"/>
                    </a:lnTo>
                    <a:lnTo>
                      <a:pt x="846" y="1189"/>
                    </a:lnTo>
                    <a:lnTo>
                      <a:pt x="841" y="1192"/>
                    </a:lnTo>
                    <a:lnTo>
                      <a:pt x="835" y="1193"/>
                    </a:lnTo>
                    <a:lnTo>
                      <a:pt x="829" y="1194"/>
                    </a:lnTo>
                    <a:lnTo>
                      <a:pt x="829" y="1194"/>
                    </a:lnTo>
                    <a:close/>
                    <a:moveTo>
                      <a:pt x="66" y="1128"/>
                    </a:moveTo>
                    <a:lnTo>
                      <a:pt x="796" y="1128"/>
                    </a:lnTo>
                    <a:lnTo>
                      <a:pt x="796" y="67"/>
                    </a:lnTo>
                    <a:lnTo>
                      <a:pt x="66" y="67"/>
                    </a:lnTo>
                    <a:lnTo>
                      <a:pt x="66" y="11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83" name="Freeform 6">
                <a:extLst>
                  <a:ext uri="{FF2B5EF4-FFF2-40B4-BE49-F238E27FC236}">
                    <a16:creationId xmlns:a16="http://schemas.microsoft.com/office/drawing/2014/main" id="{4E4B8F0E-0644-4D79-8ACF-6A316DCD8994}"/>
                  </a:ext>
                </a:extLst>
              </p:cNvPr>
              <p:cNvSpPr>
                <a:spLocks noEditPoints="1"/>
              </p:cNvSpPr>
              <p:nvPr/>
            </p:nvSpPr>
            <p:spPr bwMode="auto">
              <a:xfrm>
                <a:off x="2676525" y="3609976"/>
                <a:ext cx="104775" cy="255588"/>
              </a:xfrm>
              <a:custGeom>
                <a:avLst/>
                <a:gdLst>
                  <a:gd name="T0" fmla="*/ 33 w 464"/>
                  <a:gd name="T1" fmla="*/ 1127 h 1127"/>
                  <a:gd name="T2" fmla="*/ 14 w 464"/>
                  <a:gd name="T3" fmla="*/ 1121 h 1127"/>
                  <a:gd name="T4" fmla="*/ 2 w 464"/>
                  <a:gd name="T5" fmla="*/ 1106 h 1127"/>
                  <a:gd name="T6" fmla="*/ 0 w 464"/>
                  <a:gd name="T7" fmla="*/ 232 h 1127"/>
                  <a:gd name="T8" fmla="*/ 4 w 464"/>
                  <a:gd name="T9" fmla="*/ 185 h 1127"/>
                  <a:gd name="T10" fmla="*/ 28 w 464"/>
                  <a:gd name="T11" fmla="*/ 121 h 1127"/>
                  <a:gd name="T12" fmla="*/ 68 w 464"/>
                  <a:gd name="T13" fmla="*/ 68 h 1127"/>
                  <a:gd name="T14" fmla="*/ 121 w 464"/>
                  <a:gd name="T15" fmla="*/ 28 h 1127"/>
                  <a:gd name="T16" fmla="*/ 185 w 464"/>
                  <a:gd name="T17" fmla="*/ 5 h 1127"/>
                  <a:gd name="T18" fmla="*/ 232 w 464"/>
                  <a:gd name="T19" fmla="*/ 0 h 1127"/>
                  <a:gd name="T20" fmla="*/ 301 w 464"/>
                  <a:gd name="T21" fmla="*/ 10 h 1127"/>
                  <a:gd name="T22" fmla="*/ 361 w 464"/>
                  <a:gd name="T23" fmla="*/ 39 h 1127"/>
                  <a:gd name="T24" fmla="*/ 411 w 464"/>
                  <a:gd name="T25" fmla="*/ 85 h 1127"/>
                  <a:gd name="T26" fmla="*/ 446 w 464"/>
                  <a:gd name="T27" fmla="*/ 142 h 1127"/>
                  <a:gd name="T28" fmla="*/ 463 w 464"/>
                  <a:gd name="T29" fmla="*/ 208 h 1127"/>
                  <a:gd name="T30" fmla="*/ 463 w 464"/>
                  <a:gd name="T31" fmla="*/ 255 h 1127"/>
                  <a:gd name="T32" fmla="*/ 446 w 464"/>
                  <a:gd name="T33" fmla="*/ 322 h 1127"/>
                  <a:gd name="T34" fmla="*/ 411 w 464"/>
                  <a:gd name="T35" fmla="*/ 380 h 1127"/>
                  <a:gd name="T36" fmla="*/ 361 w 464"/>
                  <a:gd name="T37" fmla="*/ 424 h 1127"/>
                  <a:gd name="T38" fmla="*/ 301 w 464"/>
                  <a:gd name="T39" fmla="*/ 453 h 1127"/>
                  <a:gd name="T40" fmla="*/ 232 w 464"/>
                  <a:gd name="T41" fmla="*/ 464 h 1127"/>
                  <a:gd name="T42" fmla="*/ 219 w 464"/>
                  <a:gd name="T43" fmla="*/ 461 h 1127"/>
                  <a:gd name="T44" fmla="*/ 204 w 464"/>
                  <a:gd name="T45" fmla="*/ 449 h 1127"/>
                  <a:gd name="T46" fmla="*/ 199 w 464"/>
                  <a:gd name="T47" fmla="*/ 430 h 1127"/>
                  <a:gd name="T48" fmla="*/ 200 w 464"/>
                  <a:gd name="T49" fmla="*/ 292 h 1127"/>
                  <a:gd name="T50" fmla="*/ 208 w 464"/>
                  <a:gd name="T51" fmla="*/ 275 h 1127"/>
                  <a:gd name="T52" fmla="*/ 226 w 464"/>
                  <a:gd name="T53" fmla="*/ 266 h 1127"/>
                  <a:gd name="T54" fmla="*/ 394 w 464"/>
                  <a:gd name="T55" fmla="*/ 265 h 1127"/>
                  <a:gd name="T56" fmla="*/ 397 w 464"/>
                  <a:gd name="T57" fmla="*/ 232 h 1127"/>
                  <a:gd name="T58" fmla="*/ 390 w 464"/>
                  <a:gd name="T59" fmla="*/ 183 h 1127"/>
                  <a:gd name="T60" fmla="*/ 369 w 464"/>
                  <a:gd name="T61" fmla="*/ 139 h 1127"/>
                  <a:gd name="T62" fmla="*/ 337 w 464"/>
                  <a:gd name="T63" fmla="*/ 104 h 1127"/>
                  <a:gd name="T64" fmla="*/ 296 w 464"/>
                  <a:gd name="T65" fmla="*/ 79 h 1127"/>
                  <a:gd name="T66" fmla="*/ 248 w 464"/>
                  <a:gd name="T67" fmla="*/ 67 h 1127"/>
                  <a:gd name="T68" fmla="*/ 215 w 464"/>
                  <a:gd name="T69" fmla="*/ 67 h 1127"/>
                  <a:gd name="T70" fmla="*/ 168 w 464"/>
                  <a:gd name="T71" fmla="*/ 79 h 1127"/>
                  <a:gd name="T72" fmla="*/ 126 w 464"/>
                  <a:gd name="T73" fmla="*/ 104 h 1127"/>
                  <a:gd name="T74" fmla="*/ 94 w 464"/>
                  <a:gd name="T75" fmla="*/ 139 h 1127"/>
                  <a:gd name="T76" fmla="*/ 73 w 464"/>
                  <a:gd name="T77" fmla="*/ 183 h 1127"/>
                  <a:gd name="T78" fmla="*/ 66 w 464"/>
                  <a:gd name="T79" fmla="*/ 232 h 1127"/>
                  <a:gd name="T80" fmla="*/ 232 w 464"/>
                  <a:gd name="T81" fmla="*/ 1061 h 1127"/>
                  <a:gd name="T82" fmla="*/ 250 w 464"/>
                  <a:gd name="T83" fmla="*/ 1066 h 1127"/>
                  <a:gd name="T84" fmla="*/ 263 w 464"/>
                  <a:gd name="T85" fmla="*/ 1081 h 1127"/>
                  <a:gd name="T86" fmla="*/ 265 w 464"/>
                  <a:gd name="T87" fmla="*/ 1094 h 1127"/>
                  <a:gd name="T88" fmla="*/ 260 w 464"/>
                  <a:gd name="T89" fmla="*/ 1113 h 1127"/>
                  <a:gd name="T90" fmla="*/ 245 w 464"/>
                  <a:gd name="T91" fmla="*/ 1124 h 1127"/>
                  <a:gd name="T92" fmla="*/ 232 w 464"/>
                  <a:gd name="T93" fmla="*/ 1127 h 1127"/>
                  <a:gd name="T94" fmla="*/ 265 w 464"/>
                  <a:gd name="T95" fmla="*/ 394 h 1127"/>
                  <a:gd name="T96" fmla="*/ 307 w 464"/>
                  <a:gd name="T97" fmla="*/ 379 h 1127"/>
                  <a:gd name="T98" fmla="*/ 345 w 464"/>
                  <a:gd name="T99" fmla="*/ 354 h 1127"/>
                  <a:gd name="T100" fmla="*/ 265 w 464"/>
                  <a:gd name="T101" fmla="*/ 33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4" h="1127">
                    <a:moveTo>
                      <a:pt x="232" y="1127"/>
                    </a:moveTo>
                    <a:lnTo>
                      <a:pt x="33" y="1127"/>
                    </a:lnTo>
                    <a:lnTo>
                      <a:pt x="33" y="1127"/>
                    </a:lnTo>
                    <a:lnTo>
                      <a:pt x="26" y="1126"/>
                    </a:lnTo>
                    <a:lnTo>
                      <a:pt x="20" y="1124"/>
                    </a:lnTo>
                    <a:lnTo>
                      <a:pt x="14" y="1121"/>
                    </a:lnTo>
                    <a:lnTo>
                      <a:pt x="9" y="1117"/>
                    </a:lnTo>
                    <a:lnTo>
                      <a:pt x="5" y="1113"/>
                    </a:lnTo>
                    <a:lnTo>
                      <a:pt x="2" y="1106"/>
                    </a:lnTo>
                    <a:lnTo>
                      <a:pt x="1" y="1100"/>
                    </a:lnTo>
                    <a:lnTo>
                      <a:pt x="0" y="1094"/>
                    </a:lnTo>
                    <a:lnTo>
                      <a:pt x="0" y="232"/>
                    </a:lnTo>
                    <a:lnTo>
                      <a:pt x="0" y="232"/>
                    </a:lnTo>
                    <a:lnTo>
                      <a:pt x="1" y="208"/>
                    </a:lnTo>
                    <a:lnTo>
                      <a:pt x="4" y="185"/>
                    </a:lnTo>
                    <a:lnTo>
                      <a:pt x="10" y="163"/>
                    </a:lnTo>
                    <a:lnTo>
                      <a:pt x="19" y="142"/>
                    </a:lnTo>
                    <a:lnTo>
                      <a:pt x="28" y="121"/>
                    </a:lnTo>
                    <a:lnTo>
                      <a:pt x="39" y="102"/>
                    </a:lnTo>
                    <a:lnTo>
                      <a:pt x="53" y="85"/>
                    </a:lnTo>
                    <a:lnTo>
                      <a:pt x="68" y="68"/>
                    </a:lnTo>
                    <a:lnTo>
                      <a:pt x="85" y="52"/>
                    </a:lnTo>
                    <a:lnTo>
                      <a:pt x="102" y="39"/>
                    </a:lnTo>
                    <a:lnTo>
                      <a:pt x="121" y="28"/>
                    </a:lnTo>
                    <a:lnTo>
                      <a:pt x="142" y="18"/>
                    </a:lnTo>
                    <a:lnTo>
                      <a:pt x="162" y="10"/>
                    </a:lnTo>
                    <a:lnTo>
                      <a:pt x="185" y="5"/>
                    </a:lnTo>
                    <a:lnTo>
                      <a:pt x="208" y="1"/>
                    </a:lnTo>
                    <a:lnTo>
                      <a:pt x="232" y="0"/>
                    </a:lnTo>
                    <a:lnTo>
                      <a:pt x="232" y="0"/>
                    </a:lnTo>
                    <a:lnTo>
                      <a:pt x="256" y="1"/>
                    </a:lnTo>
                    <a:lnTo>
                      <a:pt x="278" y="5"/>
                    </a:lnTo>
                    <a:lnTo>
                      <a:pt x="301" y="10"/>
                    </a:lnTo>
                    <a:lnTo>
                      <a:pt x="322" y="18"/>
                    </a:lnTo>
                    <a:lnTo>
                      <a:pt x="343" y="28"/>
                    </a:lnTo>
                    <a:lnTo>
                      <a:pt x="361" y="39"/>
                    </a:lnTo>
                    <a:lnTo>
                      <a:pt x="380" y="52"/>
                    </a:lnTo>
                    <a:lnTo>
                      <a:pt x="395" y="68"/>
                    </a:lnTo>
                    <a:lnTo>
                      <a:pt x="411" y="85"/>
                    </a:lnTo>
                    <a:lnTo>
                      <a:pt x="424" y="102"/>
                    </a:lnTo>
                    <a:lnTo>
                      <a:pt x="436" y="121"/>
                    </a:lnTo>
                    <a:lnTo>
                      <a:pt x="446" y="142"/>
                    </a:lnTo>
                    <a:lnTo>
                      <a:pt x="453" y="163"/>
                    </a:lnTo>
                    <a:lnTo>
                      <a:pt x="459" y="185"/>
                    </a:lnTo>
                    <a:lnTo>
                      <a:pt x="463" y="208"/>
                    </a:lnTo>
                    <a:lnTo>
                      <a:pt x="464" y="232"/>
                    </a:lnTo>
                    <a:lnTo>
                      <a:pt x="464" y="232"/>
                    </a:lnTo>
                    <a:lnTo>
                      <a:pt x="463" y="255"/>
                    </a:lnTo>
                    <a:lnTo>
                      <a:pt x="459" y="278"/>
                    </a:lnTo>
                    <a:lnTo>
                      <a:pt x="453" y="301"/>
                    </a:lnTo>
                    <a:lnTo>
                      <a:pt x="446" y="322"/>
                    </a:lnTo>
                    <a:lnTo>
                      <a:pt x="436" y="342"/>
                    </a:lnTo>
                    <a:lnTo>
                      <a:pt x="424" y="361"/>
                    </a:lnTo>
                    <a:lnTo>
                      <a:pt x="411" y="380"/>
                    </a:lnTo>
                    <a:lnTo>
                      <a:pt x="395" y="396"/>
                    </a:lnTo>
                    <a:lnTo>
                      <a:pt x="380" y="411"/>
                    </a:lnTo>
                    <a:lnTo>
                      <a:pt x="361" y="424"/>
                    </a:lnTo>
                    <a:lnTo>
                      <a:pt x="343" y="436"/>
                    </a:lnTo>
                    <a:lnTo>
                      <a:pt x="322" y="446"/>
                    </a:lnTo>
                    <a:lnTo>
                      <a:pt x="301" y="453"/>
                    </a:lnTo>
                    <a:lnTo>
                      <a:pt x="278" y="459"/>
                    </a:lnTo>
                    <a:lnTo>
                      <a:pt x="256" y="462"/>
                    </a:lnTo>
                    <a:lnTo>
                      <a:pt x="232" y="464"/>
                    </a:lnTo>
                    <a:lnTo>
                      <a:pt x="232" y="464"/>
                    </a:lnTo>
                    <a:lnTo>
                      <a:pt x="226" y="464"/>
                    </a:lnTo>
                    <a:lnTo>
                      <a:pt x="219" y="461"/>
                    </a:lnTo>
                    <a:lnTo>
                      <a:pt x="213" y="458"/>
                    </a:lnTo>
                    <a:lnTo>
                      <a:pt x="208" y="454"/>
                    </a:lnTo>
                    <a:lnTo>
                      <a:pt x="204" y="449"/>
                    </a:lnTo>
                    <a:lnTo>
                      <a:pt x="202" y="444"/>
                    </a:lnTo>
                    <a:lnTo>
                      <a:pt x="200" y="438"/>
                    </a:lnTo>
                    <a:lnTo>
                      <a:pt x="199" y="430"/>
                    </a:lnTo>
                    <a:lnTo>
                      <a:pt x="199" y="298"/>
                    </a:lnTo>
                    <a:lnTo>
                      <a:pt x="199" y="298"/>
                    </a:lnTo>
                    <a:lnTo>
                      <a:pt x="200" y="292"/>
                    </a:lnTo>
                    <a:lnTo>
                      <a:pt x="202" y="285"/>
                    </a:lnTo>
                    <a:lnTo>
                      <a:pt x="204" y="279"/>
                    </a:lnTo>
                    <a:lnTo>
                      <a:pt x="208" y="275"/>
                    </a:lnTo>
                    <a:lnTo>
                      <a:pt x="213" y="271"/>
                    </a:lnTo>
                    <a:lnTo>
                      <a:pt x="219" y="268"/>
                    </a:lnTo>
                    <a:lnTo>
                      <a:pt x="226" y="266"/>
                    </a:lnTo>
                    <a:lnTo>
                      <a:pt x="232" y="265"/>
                    </a:lnTo>
                    <a:lnTo>
                      <a:pt x="394" y="265"/>
                    </a:lnTo>
                    <a:lnTo>
                      <a:pt x="394" y="265"/>
                    </a:lnTo>
                    <a:lnTo>
                      <a:pt x="396" y="248"/>
                    </a:lnTo>
                    <a:lnTo>
                      <a:pt x="397" y="232"/>
                    </a:lnTo>
                    <a:lnTo>
                      <a:pt x="397" y="232"/>
                    </a:lnTo>
                    <a:lnTo>
                      <a:pt x="396" y="215"/>
                    </a:lnTo>
                    <a:lnTo>
                      <a:pt x="394" y="198"/>
                    </a:lnTo>
                    <a:lnTo>
                      <a:pt x="390" y="183"/>
                    </a:lnTo>
                    <a:lnTo>
                      <a:pt x="385" y="167"/>
                    </a:lnTo>
                    <a:lnTo>
                      <a:pt x="378" y="153"/>
                    </a:lnTo>
                    <a:lnTo>
                      <a:pt x="369" y="139"/>
                    </a:lnTo>
                    <a:lnTo>
                      <a:pt x="360" y="126"/>
                    </a:lnTo>
                    <a:lnTo>
                      <a:pt x="349" y="115"/>
                    </a:lnTo>
                    <a:lnTo>
                      <a:pt x="337" y="104"/>
                    </a:lnTo>
                    <a:lnTo>
                      <a:pt x="324" y="94"/>
                    </a:lnTo>
                    <a:lnTo>
                      <a:pt x="310" y="86"/>
                    </a:lnTo>
                    <a:lnTo>
                      <a:pt x="296" y="79"/>
                    </a:lnTo>
                    <a:lnTo>
                      <a:pt x="281" y="73"/>
                    </a:lnTo>
                    <a:lnTo>
                      <a:pt x="265" y="69"/>
                    </a:lnTo>
                    <a:lnTo>
                      <a:pt x="248" y="67"/>
                    </a:lnTo>
                    <a:lnTo>
                      <a:pt x="232" y="66"/>
                    </a:lnTo>
                    <a:lnTo>
                      <a:pt x="232" y="66"/>
                    </a:lnTo>
                    <a:lnTo>
                      <a:pt x="215" y="67"/>
                    </a:lnTo>
                    <a:lnTo>
                      <a:pt x="199" y="69"/>
                    </a:lnTo>
                    <a:lnTo>
                      <a:pt x="182" y="73"/>
                    </a:lnTo>
                    <a:lnTo>
                      <a:pt x="168" y="79"/>
                    </a:lnTo>
                    <a:lnTo>
                      <a:pt x="153" y="86"/>
                    </a:lnTo>
                    <a:lnTo>
                      <a:pt x="140" y="94"/>
                    </a:lnTo>
                    <a:lnTo>
                      <a:pt x="126" y="104"/>
                    </a:lnTo>
                    <a:lnTo>
                      <a:pt x="115" y="115"/>
                    </a:lnTo>
                    <a:lnTo>
                      <a:pt x="105" y="126"/>
                    </a:lnTo>
                    <a:lnTo>
                      <a:pt x="94" y="139"/>
                    </a:lnTo>
                    <a:lnTo>
                      <a:pt x="86" y="153"/>
                    </a:lnTo>
                    <a:lnTo>
                      <a:pt x="80" y="167"/>
                    </a:lnTo>
                    <a:lnTo>
                      <a:pt x="73" y="183"/>
                    </a:lnTo>
                    <a:lnTo>
                      <a:pt x="69" y="198"/>
                    </a:lnTo>
                    <a:lnTo>
                      <a:pt x="67" y="215"/>
                    </a:lnTo>
                    <a:lnTo>
                      <a:pt x="66" y="232"/>
                    </a:lnTo>
                    <a:lnTo>
                      <a:pt x="66" y="1061"/>
                    </a:lnTo>
                    <a:lnTo>
                      <a:pt x="232" y="1061"/>
                    </a:lnTo>
                    <a:lnTo>
                      <a:pt x="232" y="1061"/>
                    </a:lnTo>
                    <a:lnTo>
                      <a:pt x="238" y="1061"/>
                    </a:lnTo>
                    <a:lnTo>
                      <a:pt x="245" y="1063"/>
                    </a:lnTo>
                    <a:lnTo>
                      <a:pt x="250" y="1066"/>
                    </a:lnTo>
                    <a:lnTo>
                      <a:pt x="256" y="1070"/>
                    </a:lnTo>
                    <a:lnTo>
                      <a:pt x="260" y="1075"/>
                    </a:lnTo>
                    <a:lnTo>
                      <a:pt x="263" y="1081"/>
                    </a:lnTo>
                    <a:lnTo>
                      <a:pt x="264" y="1087"/>
                    </a:lnTo>
                    <a:lnTo>
                      <a:pt x="265" y="1094"/>
                    </a:lnTo>
                    <a:lnTo>
                      <a:pt x="265" y="1094"/>
                    </a:lnTo>
                    <a:lnTo>
                      <a:pt x="264" y="1100"/>
                    </a:lnTo>
                    <a:lnTo>
                      <a:pt x="263" y="1106"/>
                    </a:lnTo>
                    <a:lnTo>
                      <a:pt x="260" y="1113"/>
                    </a:lnTo>
                    <a:lnTo>
                      <a:pt x="256" y="1117"/>
                    </a:lnTo>
                    <a:lnTo>
                      <a:pt x="250" y="1121"/>
                    </a:lnTo>
                    <a:lnTo>
                      <a:pt x="245" y="1124"/>
                    </a:lnTo>
                    <a:lnTo>
                      <a:pt x="238" y="1126"/>
                    </a:lnTo>
                    <a:lnTo>
                      <a:pt x="232" y="1127"/>
                    </a:lnTo>
                    <a:lnTo>
                      <a:pt x="232" y="1127"/>
                    </a:lnTo>
                    <a:close/>
                    <a:moveTo>
                      <a:pt x="265" y="331"/>
                    </a:moveTo>
                    <a:lnTo>
                      <a:pt x="265" y="394"/>
                    </a:lnTo>
                    <a:lnTo>
                      <a:pt x="265" y="394"/>
                    </a:lnTo>
                    <a:lnTo>
                      <a:pt x="279" y="390"/>
                    </a:lnTo>
                    <a:lnTo>
                      <a:pt x="294" y="386"/>
                    </a:lnTo>
                    <a:lnTo>
                      <a:pt x="307" y="379"/>
                    </a:lnTo>
                    <a:lnTo>
                      <a:pt x="321" y="371"/>
                    </a:lnTo>
                    <a:lnTo>
                      <a:pt x="333" y="363"/>
                    </a:lnTo>
                    <a:lnTo>
                      <a:pt x="345" y="354"/>
                    </a:lnTo>
                    <a:lnTo>
                      <a:pt x="355" y="342"/>
                    </a:lnTo>
                    <a:lnTo>
                      <a:pt x="364" y="331"/>
                    </a:lnTo>
                    <a:lnTo>
                      <a:pt x="265"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84" name="Freeform 7">
                <a:extLst>
                  <a:ext uri="{FF2B5EF4-FFF2-40B4-BE49-F238E27FC236}">
                    <a16:creationId xmlns:a16="http://schemas.microsoft.com/office/drawing/2014/main" id="{760E513A-1245-4DE2-BC27-ACF4BEB5B55E}"/>
                  </a:ext>
                </a:extLst>
              </p:cNvPr>
              <p:cNvSpPr>
                <a:spLocks/>
              </p:cNvSpPr>
              <p:nvPr/>
            </p:nvSpPr>
            <p:spPr bwMode="auto">
              <a:xfrm>
                <a:off x="2720975" y="3609976"/>
                <a:ext cx="241300" cy="104775"/>
              </a:xfrm>
              <a:custGeom>
                <a:avLst/>
                <a:gdLst>
                  <a:gd name="T0" fmla="*/ 829 w 1060"/>
                  <a:gd name="T1" fmla="*/ 464 h 464"/>
                  <a:gd name="T2" fmla="*/ 815 w 1060"/>
                  <a:gd name="T3" fmla="*/ 461 h 464"/>
                  <a:gd name="T4" fmla="*/ 805 w 1060"/>
                  <a:gd name="T5" fmla="*/ 454 h 464"/>
                  <a:gd name="T6" fmla="*/ 798 w 1060"/>
                  <a:gd name="T7" fmla="*/ 444 h 464"/>
                  <a:gd name="T8" fmla="*/ 796 w 1060"/>
                  <a:gd name="T9" fmla="*/ 430 h 464"/>
                  <a:gd name="T10" fmla="*/ 796 w 1060"/>
                  <a:gd name="T11" fmla="*/ 424 h 464"/>
                  <a:gd name="T12" fmla="*/ 801 w 1060"/>
                  <a:gd name="T13" fmla="*/ 412 h 464"/>
                  <a:gd name="T14" fmla="*/ 810 w 1060"/>
                  <a:gd name="T15" fmla="*/ 403 h 464"/>
                  <a:gd name="T16" fmla="*/ 821 w 1060"/>
                  <a:gd name="T17" fmla="*/ 398 h 464"/>
                  <a:gd name="T18" fmla="*/ 829 w 1060"/>
                  <a:gd name="T19" fmla="*/ 397 h 464"/>
                  <a:gd name="T20" fmla="*/ 862 w 1060"/>
                  <a:gd name="T21" fmla="*/ 394 h 464"/>
                  <a:gd name="T22" fmla="*/ 893 w 1060"/>
                  <a:gd name="T23" fmla="*/ 385 h 464"/>
                  <a:gd name="T24" fmla="*/ 921 w 1060"/>
                  <a:gd name="T25" fmla="*/ 369 h 464"/>
                  <a:gd name="T26" fmla="*/ 946 w 1060"/>
                  <a:gd name="T27" fmla="*/ 349 h 464"/>
                  <a:gd name="T28" fmla="*/ 965 w 1060"/>
                  <a:gd name="T29" fmla="*/ 325 h 464"/>
                  <a:gd name="T30" fmla="*/ 981 w 1060"/>
                  <a:gd name="T31" fmla="*/ 296 h 464"/>
                  <a:gd name="T32" fmla="*/ 990 w 1060"/>
                  <a:gd name="T33" fmla="*/ 265 h 464"/>
                  <a:gd name="T34" fmla="*/ 994 w 1060"/>
                  <a:gd name="T35" fmla="*/ 232 h 464"/>
                  <a:gd name="T36" fmla="*/ 993 w 1060"/>
                  <a:gd name="T37" fmla="*/ 215 h 464"/>
                  <a:gd name="T38" fmla="*/ 986 w 1060"/>
                  <a:gd name="T39" fmla="*/ 183 h 464"/>
                  <a:gd name="T40" fmla="*/ 974 w 1060"/>
                  <a:gd name="T41" fmla="*/ 153 h 464"/>
                  <a:gd name="T42" fmla="*/ 956 w 1060"/>
                  <a:gd name="T43" fmla="*/ 126 h 464"/>
                  <a:gd name="T44" fmla="*/ 933 w 1060"/>
                  <a:gd name="T45" fmla="*/ 104 h 464"/>
                  <a:gd name="T46" fmla="*/ 907 w 1060"/>
                  <a:gd name="T47" fmla="*/ 86 h 464"/>
                  <a:gd name="T48" fmla="*/ 877 w 1060"/>
                  <a:gd name="T49" fmla="*/ 73 h 464"/>
                  <a:gd name="T50" fmla="*/ 845 w 1060"/>
                  <a:gd name="T51" fmla="*/ 67 h 464"/>
                  <a:gd name="T52" fmla="*/ 33 w 1060"/>
                  <a:gd name="T53" fmla="*/ 66 h 464"/>
                  <a:gd name="T54" fmla="*/ 27 w 1060"/>
                  <a:gd name="T55" fmla="*/ 65 h 464"/>
                  <a:gd name="T56" fmla="*/ 14 w 1060"/>
                  <a:gd name="T57" fmla="*/ 61 h 464"/>
                  <a:gd name="T58" fmla="*/ 5 w 1060"/>
                  <a:gd name="T59" fmla="*/ 51 h 464"/>
                  <a:gd name="T60" fmla="*/ 1 w 1060"/>
                  <a:gd name="T61" fmla="*/ 40 h 464"/>
                  <a:gd name="T62" fmla="*/ 0 w 1060"/>
                  <a:gd name="T63" fmla="*/ 33 h 464"/>
                  <a:gd name="T64" fmla="*/ 3 w 1060"/>
                  <a:gd name="T65" fmla="*/ 20 h 464"/>
                  <a:gd name="T66" fmla="*/ 9 w 1060"/>
                  <a:gd name="T67" fmla="*/ 9 h 464"/>
                  <a:gd name="T68" fmla="*/ 20 w 1060"/>
                  <a:gd name="T69" fmla="*/ 3 h 464"/>
                  <a:gd name="T70" fmla="*/ 33 w 1060"/>
                  <a:gd name="T71" fmla="*/ 0 h 464"/>
                  <a:gd name="T72" fmla="*/ 829 w 1060"/>
                  <a:gd name="T73" fmla="*/ 0 h 464"/>
                  <a:gd name="T74" fmla="*/ 875 w 1060"/>
                  <a:gd name="T75" fmla="*/ 5 h 464"/>
                  <a:gd name="T76" fmla="*/ 919 w 1060"/>
                  <a:gd name="T77" fmla="*/ 18 h 464"/>
                  <a:gd name="T78" fmla="*/ 958 w 1060"/>
                  <a:gd name="T79" fmla="*/ 39 h 464"/>
                  <a:gd name="T80" fmla="*/ 992 w 1060"/>
                  <a:gd name="T81" fmla="*/ 68 h 464"/>
                  <a:gd name="T82" fmla="*/ 1020 w 1060"/>
                  <a:gd name="T83" fmla="*/ 102 h 464"/>
                  <a:gd name="T84" fmla="*/ 1042 w 1060"/>
                  <a:gd name="T85" fmla="*/ 142 h 464"/>
                  <a:gd name="T86" fmla="*/ 1055 w 1060"/>
                  <a:gd name="T87" fmla="*/ 185 h 464"/>
                  <a:gd name="T88" fmla="*/ 1060 w 1060"/>
                  <a:gd name="T89" fmla="*/ 232 h 464"/>
                  <a:gd name="T90" fmla="*/ 1059 w 1060"/>
                  <a:gd name="T91" fmla="*/ 255 h 464"/>
                  <a:gd name="T92" fmla="*/ 1050 w 1060"/>
                  <a:gd name="T93" fmla="*/ 301 h 464"/>
                  <a:gd name="T94" fmla="*/ 1032 w 1060"/>
                  <a:gd name="T95" fmla="*/ 342 h 464"/>
                  <a:gd name="T96" fmla="*/ 1007 w 1060"/>
                  <a:gd name="T97" fmla="*/ 380 h 464"/>
                  <a:gd name="T98" fmla="*/ 976 w 1060"/>
                  <a:gd name="T99" fmla="*/ 411 h 464"/>
                  <a:gd name="T100" fmla="*/ 938 w 1060"/>
                  <a:gd name="T101" fmla="*/ 436 h 464"/>
                  <a:gd name="T102" fmla="*/ 897 w 1060"/>
                  <a:gd name="T103" fmla="*/ 453 h 464"/>
                  <a:gd name="T104" fmla="*/ 851 w 1060"/>
                  <a:gd name="T105" fmla="*/ 462 h 464"/>
                  <a:gd name="T106" fmla="*/ 829 w 1060"/>
                  <a:gd name="T107"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60" h="464">
                    <a:moveTo>
                      <a:pt x="829" y="464"/>
                    </a:moveTo>
                    <a:lnTo>
                      <a:pt x="829" y="464"/>
                    </a:lnTo>
                    <a:lnTo>
                      <a:pt x="821" y="464"/>
                    </a:lnTo>
                    <a:lnTo>
                      <a:pt x="815" y="461"/>
                    </a:lnTo>
                    <a:lnTo>
                      <a:pt x="810" y="458"/>
                    </a:lnTo>
                    <a:lnTo>
                      <a:pt x="805" y="454"/>
                    </a:lnTo>
                    <a:lnTo>
                      <a:pt x="801" y="449"/>
                    </a:lnTo>
                    <a:lnTo>
                      <a:pt x="798" y="444"/>
                    </a:lnTo>
                    <a:lnTo>
                      <a:pt x="796" y="438"/>
                    </a:lnTo>
                    <a:lnTo>
                      <a:pt x="796" y="430"/>
                    </a:lnTo>
                    <a:lnTo>
                      <a:pt x="796" y="430"/>
                    </a:lnTo>
                    <a:lnTo>
                      <a:pt x="796" y="424"/>
                    </a:lnTo>
                    <a:lnTo>
                      <a:pt x="798" y="418"/>
                    </a:lnTo>
                    <a:lnTo>
                      <a:pt x="801" y="412"/>
                    </a:lnTo>
                    <a:lnTo>
                      <a:pt x="805" y="408"/>
                    </a:lnTo>
                    <a:lnTo>
                      <a:pt x="810" y="403"/>
                    </a:lnTo>
                    <a:lnTo>
                      <a:pt x="815" y="400"/>
                    </a:lnTo>
                    <a:lnTo>
                      <a:pt x="821" y="398"/>
                    </a:lnTo>
                    <a:lnTo>
                      <a:pt x="829" y="397"/>
                    </a:lnTo>
                    <a:lnTo>
                      <a:pt x="829" y="397"/>
                    </a:lnTo>
                    <a:lnTo>
                      <a:pt x="845" y="396"/>
                    </a:lnTo>
                    <a:lnTo>
                      <a:pt x="862" y="394"/>
                    </a:lnTo>
                    <a:lnTo>
                      <a:pt x="877" y="390"/>
                    </a:lnTo>
                    <a:lnTo>
                      <a:pt x="893" y="385"/>
                    </a:lnTo>
                    <a:lnTo>
                      <a:pt x="907" y="378"/>
                    </a:lnTo>
                    <a:lnTo>
                      <a:pt x="921" y="369"/>
                    </a:lnTo>
                    <a:lnTo>
                      <a:pt x="933" y="360"/>
                    </a:lnTo>
                    <a:lnTo>
                      <a:pt x="946" y="349"/>
                    </a:lnTo>
                    <a:lnTo>
                      <a:pt x="956" y="337"/>
                    </a:lnTo>
                    <a:lnTo>
                      <a:pt x="965" y="325"/>
                    </a:lnTo>
                    <a:lnTo>
                      <a:pt x="974" y="310"/>
                    </a:lnTo>
                    <a:lnTo>
                      <a:pt x="981" y="296"/>
                    </a:lnTo>
                    <a:lnTo>
                      <a:pt x="986" y="281"/>
                    </a:lnTo>
                    <a:lnTo>
                      <a:pt x="990" y="265"/>
                    </a:lnTo>
                    <a:lnTo>
                      <a:pt x="993" y="249"/>
                    </a:lnTo>
                    <a:lnTo>
                      <a:pt x="994" y="232"/>
                    </a:lnTo>
                    <a:lnTo>
                      <a:pt x="994" y="232"/>
                    </a:lnTo>
                    <a:lnTo>
                      <a:pt x="993" y="215"/>
                    </a:lnTo>
                    <a:lnTo>
                      <a:pt x="990" y="198"/>
                    </a:lnTo>
                    <a:lnTo>
                      <a:pt x="986" y="183"/>
                    </a:lnTo>
                    <a:lnTo>
                      <a:pt x="981" y="167"/>
                    </a:lnTo>
                    <a:lnTo>
                      <a:pt x="974" y="153"/>
                    </a:lnTo>
                    <a:lnTo>
                      <a:pt x="965" y="139"/>
                    </a:lnTo>
                    <a:lnTo>
                      <a:pt x="956" y="126"/>
                    </a:lnTo>
                    <a:lnTo>
                      <a:pt x="946" y="115"/>
                    </a:lnTo>
                    <a:lnTo>
                      <a:pt x="933" y="104"/>
                    </a:lnTo>
                    <a:lnTo>
                      <a:pt x="921" y="94"/>
                    </a:lnTo>
                    <a:lnTo>
                      <a:pt x="907" y="86"/>
                    </a:lnTo>
                    <a:lnTo>
                      <a:pt x="893" y="79"/>
                    </a:lnTo>
                    <a:lnTo>
                      <a:pt x="877" y="73"/>
                    </a:lnTo>
                    <a:lnTo>
                      <a:pt x="862" y="69"/>
                    </a:lnTo>
                    <a:lnTo>
                      <a:pt x="845" y="67"/>
                    </a:lnTo>
                    <a:lnTo>
                      <a:pt x="829" y="66"/>
                    </a:lnTo>
                    <a:lnTo>
                      <a:pt x="33" y="66"/>
                    </a:lnTo>
                    <a:lnTo>
                      <a:pt x="33" y="66"/>
                    </a:lnTo>
                    <a:lnTo>
                      <a:pt x="27" y="65"/>
                    </a:lnTo>
                    <a:lnTo>
                      <a:pt x="20" y="64"/>
                    </a:lnTo>
                    <a:lnTo>
                      <a:pt x="14" y="61"/>
                    </a:lnTo>
                    <a:lnTo>
                      <a:pt x="9" y="57"/>
                    </a:lnTo>
                    <a:lnTo>
                      <a:pt x="5" y="51"/>
                    </a:lnTo>
                    <a:lnTo>
                      <a:pt x="3" y="46"/>
                    </a:lnTo>
                    <a:lnTo>
                      <a:pt x="1" y="40"/>
                    </a:lnTo>
                    <a:lnTo>
                      <a:pt x="0" y="33"/>
                    </a:lnTo>
                    <a:lnTo>
                      <a:pt x="0" y="33"/>
                    </a:lnTo>
                    <a:lnTo>
                      <a:pt x="1" y="27"/>
                    </a:lnTo>
                    <a:lnTo>
                      <a:pt x="3" y="20"/>
                    </a:lnTo>
                    <a:lnTo>
                      <a:pt x="5" y="14"/>
                    </a:lnTo>
                    <a:lnTo>
                      <a:pt x="9" y="9"/>
                    </a:lnTo>
                    <a:lnTo>
                      <a:pt x="14" y="6"/>
                    </a:lnTo>
                    <a:lnTo>
                      <a:pt x="20" y="3"/>
                    </a:lnTo>
                    <a:lnTo>
                      <a:pt x="27" y="1"/>
                    </a:lnTo>
                    <a:lnTo>
                      <a:pt x="33" y="0"/>
                    </a:lnTo>
                    <a:lnTo>
                      <a:pt x="829" y="0"/>
                    </a:lnTo>
                    <a:lnTo>
                      <a:pt x="829" y="0"/>
                    </a:lnTo>
                    <a:lnTo>
                      <a:pt x="851" y="1"/>
                    </a:lnTo>
                    <a:lnTo>
                      <a:pt x="875" y="5"/>
                    </a:lnTo>
                    <a:lnTo>
                      <a:pt x="897" y="10"/>
                    </a:lnTo>
                    <a:lnTo>
                      <a:pt x="919" y="18"/>
                    </a:lnTo>
                    <a:lnTo>
                      <a:pt x="938" y="28"/>
                    </a:lnTo>
                    <a:lnTo>
                      <a:pt x="958" y="39"/>
                    </a:lnTo>
                    <a:lnTo>
                      <a:pt x="976" y="52"/>
                    </a:lnTo>
                    <a:lnTo>
                      <a:pt x="992" y="68"/>
                    </a:lnTo>
                    <a:lnTo>
                      <a:pt x="1007" y="85"/>
                    </a:lnTo>
                    <a:lnTo>
                      <a:pt x="1020" y="102"/>
                    </a:lnTo>
                    <a:lnTo>
                      <a:pt x="1032" y="121"/>
                    </a:lnTo>
                    <a:lnTo>
                      <a:pt x="1042" y="142"/>
                    </a:lnTo>
                    <a:lnTo>
                      <a:pt x="1050" y="163"/>
                    </a:lnTo>
                    <a:lnTo>
                      <a:pt x="1055" y="185"/>
                    </a:lnTo>
                    <a:lnTo>
                      <a:pt x="1059" y="208"/>
                    </a:lnTo>
                    <a:lnTo>
                      <a:pt x="1060" y="232"/>
                    </a:lnTo>
                    <a:lnTo>
                      <a:pt x="1060" y="232"/>
                    </a:lnTo>
                    <a:lnTo>
                      <a:pt x="1059" y="255"/>
                    </a:lnTo>
                    <a:lnTo>
                      <a:pt x="1055" y="278"/>
                    </a:lnTo>
                    <a:lnTo>
                      <a:pt x="1050" y="301"/>
                    </a:lnTo>
                    <a:lnTo>
                      <a:pt x="1042" y="322"/>
                    </a:lnTo>
                    <a:lnTo>
                      <a:pt x="1032" y="342"/>
                    </a:lnTo>
                    <a:lnTo>
                      <a:pt x="1020" y="361"/>
                    </a:lnTo>
                    <a:lnTo>
                      <a:pt x="1007" y="380"/>
                    </a:lnTo>
                    <a:lnTo>
                      <a:pt x="992" y="396"/>
                    </a:lnTo>
                    <a:lnTo>
                      <a:pt x="976" y="411"/>
                    </a:lnTo>
                    <a:lnTo>
                      <a:pt x="958" y="424"/>
                    </a:lnTo>
                    <a:lnTo>
                      <a:pt x="938" y="436"/>
                    </a:lnTo>
                    <a:lnTo>
                      <a:pt x="919" y="446"/>
                    </a:lnTo>
                    <a:lnTo>
                      <a:pt x="897" y="453"/>
                    </a:lnTo>
                    <a:lnTo>
                      <a:pt x="875" y="459"/>
                    </a:lnTo>
                    <a:lnTo>
                      <a:pt x="851" y="462"/>
                    </a:lnTo>
                    <a:lnTo>
                      <a:pt x="829" y="464"/>
                    </a:lnTo>
                    <a:lnTo>
                      <a:pt x="829" y="4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85" name="Freeform 8">
                <a:extLst>
                  <a:ext uri="{FF2B5EF4-FFF2-40B4-BE49-F238E27FC236}">
                    <a16:creationId xmlns:a16="http://schemas.microsoft.com/office/drawing/2014/main" id="{75D4F63E-7EA7-477D-B8B9-357B45276A6F}"/>
                  </a:ext>
                </a:extLst>
              </p:cNvPr>
              <p:cNvSpPr>
                <a:spLocks/>
              </p:cNvSpPr>
              <p:nvPr/>
            </p:nvSpPr>
            <p:spPr bwMode="auto">
              <a:xfrm>
                <a:off x="2811463" y="3759201"/>
                <a:ext cx="74613" cy="15875"/>
              </a:xfrm>
              <a:custGeom>
                <a:avLst/>
                <a:gdLst>
                  <a:gd name="T0" fmla="*/ 298 w 331"/>
                  <a:gd name="T1" fmla="*/ 67 h 67"/>
                  <a:gd name="T2" fmla="*/ 33 w 331"/>
                  <a:gd name="T3" fmla="*/ 67 h 67"/>
                  <a:gd name="T4" fmla="*/ 33 w 331"/>
                  <a:gd name="T5" fmla="*/ 67 h 67"/>
                  <a:gd name="T6" fmla="*/ 27 w 331"/>
                  <a:gd name="T7" fmla="*/ 67 h 67"/>
                  <a:gd name="T8" fmla="*/ 21 w 331"/>
                  <a:gd name="T9" fmla="*/ 64 h 67"/>
                  <a:gd name="T10" fmla="*/ 15 w 331"/>
                  <a:gd name="T11" fmla="*/ 61 h 67"/>
                  <a:gd name="T12" fmla="*/ 10 w 331"/>
                  <a:gd name="T13" fmla="*/ 57 h 67"/>
                  <a:gd name="T14" fmla="*/ 6 w 331"/>
                  <a:gd name="T15" fmla="*/ 52 h 67"/>
                  <a:gd name="T16" fmla="*/ 3 w 331"/>
                  <a:gd name="T17" fmla="*/ 47 h 67"/>
                  <a:gd name="T18" fmla="*/ 1 w 331"/>
                  <a:gd name="T19" fmla="*/ 41 h 67"/>
                  <a:gd name="T20" fmla="*/ 0 w 331"/>
                  <a:gd name="T21" fmla="*/ 33 h 67"/>
                  <a:gd name="T22" fmla="*/ 0 w 331"/>
                  <a:gd name="T23" fmla="*/ 33 h 67"/>
                  <a:gd name="T24" fmla="*/ 1 w 331"/>
                  <a:gd name="T25" fmla="*/ 27 h 67"/>
                  <a:gd name="T26" fmla="*/ 3 w 331"/>
                  <a:gd name="T27" fmla="*/ 21 h 67"/>
                  <a:gd name="T28" fmla="*/ 6 w 331"/>
                  <a:gd name="T29" fmla="*/ 16 h 67"/>
                  <a:gd name="T30" fmla="*/ 10 w 331"/>
                  <a:gd name="T31" fmla="*/ 11 h 67"/>
                  <a:gd name="T32" fmla="*/ 15 w 331"/>
                  <a:gd name="T33" fmla="*/ 7 h 67"/>
                  <a:gd name="T34" fmla="*/ 21 w 331"/>
                  <a:gd name="T35" fmla="*/ 3 h 67"/>
                  <a:gd name="T36" fmla="*/ 27 w 331"/>
                  <a:gd name="T37" fmla="*/ 1 h 67"/>
                  <a:gd name="T38" fmla="*/ 33 w 331"/>
                  <a:gd name="T39" fmla="*/ 0 h 67"/>
                  <a:gd name="T40" fmla="*/ 298 w 331"/>
                  <a:gd name="T41" fmla="*/ 0 h 67"/>
                  <a:gd name="T42" fmla="*/ 298 w 331"/>
                  <a:gd name="T43" fmla="*/ 0 h 67"/>
                  <a:gd name="T44" fmla="*/ 305 w 331"/>
                  <a:gd name="T45" fmla="*/ 1 h 67"/>
                  <a:gd name="T46" fmla="*/ 312 w 331"/>
                  <a:gd name="T47" fmla="*/ 3 h 67"/>
                  <a:gd name="T48" fmla="*/ 317 w 331"/>
                  <a:gd name="T49" fmla="*/ 7 h 67"/>
                  <a:gd name="T50" fmla="*/ 322 w 331"/>
                  <a:gd name="T51" fmla="*/ 11 h 67"/>
                  <a:gd name="T52" fmla="*/ 326 w 331"/>
                  <a:gd name="T53" fmla="*/ 16 h 67"/>
                  <a:gd name="T54" fmla="*/ 329 w 331"/>
                  <a:gd name="T55" fmla="*/ 21 h 67"/>
                  <a:gd name="T56" fmla="*/ 331 w 331"/>
                  <a:gd name="T57" fmla="*/ 27 h 67"/>
                  <a:gd name="T58" fmla="*/ 331 w 331"/>
                  <a:gd name="T59" fmla="*/ 33 h 67"/>
                  <a:gd name="T60" fmla="*/ 331 w 331"/>
                  <a:gd name="T61" fmla="*/ 33 h 67"/>
                  <a:gd name="T62" fmla="*/ 331 w 331"/>
                  <a:gd name="T63" fmla="*/ 41 h 67"/>
                  <a:gd name="T64" fmla="*/ 329 w 331"/>
                  <a:gd name="T65" fmla="*/ 47 h 67"/>
                  <a:gd name="T66" fmla="*/ 326 w 331"/>
                  <a:gd name="T67" fmla="*/ 52 h 67"/>
                  <a:gd name="T68" fmla="*/ 322 w 331"/>
                  <a:gd name="T69" fmla="*/ 57 h 67"/>
                  <a:gd name="T70" fmla="*/ 317 w 331"/>
                  <a:gd name="T71" fmla="*/ 61 h 67"/>
                  <a:gd name="T72" fmla="*/ 312 w 331"/>
                  <a:gd name="T73" fmla="*/ 64 h 67"/>
                  <a:gd name="T74" fmla="*/ 305 w 331"/>
                  <a:gd name="T75" fmla="*/ 67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7"/>
                    </a:lnTo>
                    <a:lnTo>
                      <a:pt x="21" y="64"/>
                    </a:lnTo>
                    <a:lnTo>
                      <a:pt x="15" y="61"/>
                    </a:lnTo>
                    <a:lnTo>
                      <a:pt x="10" y="57"/>
                    </a:lnTo>
                    <a:lnTo>
                      <a:pt x="6" y="52"/>
                    </a:lnTo>
                    <a:lnTo>
                      <a:pt x="3" y="47"/>
                    </a:lnTo>
                    <a:lnTo>
                      <a:pt x="1" y="41"/>
                    </a:lnTo>
                    <a:lnTo>
                      <a:pt x="0" y="33"/>
                    </a:lnTo>
                    <a:lnTo>
                      <a:pt x="0" y="33"/>
                    </a:lnTo>
                    <a:lnTo>
                      <a:pt x="1" y="27"/>
                    </a:lnTo>
                    <a:lnTo>
                      <a:pt x="3" y="21"/>
                    </a:lnTo>
                    <a:lnTo>
                      <a:pt x="6" y="16"/>
                    </a:lnTo>
                    <a:lnTo>
                      <a:pt x="10" y="11"/>
                    </a:lnTo>
                    <a:lnTo>
                      <a:pt x="15" y="7"/>
                    </a:lnTo>
                    <a:lnTo>
                      <a:pt x="21" y="3"/>
                    </a:lnTo>
                    <a:lnTo>
                      <a:pt x="27" y="1"/>
                    </a:lnTo>
                    <a:lnTo>
                      <a:pt x="33" y="0"/>
                    </a:lnTo>
                    <a:lnTo>
                      <a:pt x="298" y="0"/>
                    </a:lnTo>
                    <a:lnTo>
                      <a:pt x="298" y="0"/>
                    </a:lnTo>
                    <a:lnTo>
                      <a:pt x="305" y="1"/>
                    </a:lnTo>
                    <a:lnTo>
                      <a:pt x="312" y="3"/>
                    </a:lnTo>
                    <a:lnTo>
                      <a:pt x="317" y="7"/>
                    </a:lnTo>
                    <a:lnTo>
                      <a:pt x="322" y="11"/>
                    </a:lnTo>
                    <a:lnTo>
                      <a:pt x="326" y="16"/>
                    </a:lnTo>
                    <a:lnTo>
                      <a:pt x="329" y="21"/>
                    </a:lnTo>
                    <a:lnTo>
                      <a:pt x="331" y="27"/>
                    </a:lnTo>
                    <a:lnTo>
                      <a:pt x="331" y="33"/>
                    </a:lnTo>
                    <a:lnTo>
                      <a:pt x="331" y="33"/>
                    </a:lnTo>
                    <a:lnTo>
                      <a:pt x="331" y="41"/>
                    </a:lnTo>
                    <a:lnTo>
                      <a:pt x="329" y="47"/>
                    </a:lnTo>
                    <a:lnTo>
                      <a:pt x="326" y="52"/>
                    </a:lnTo>
                    <a:lnTo>
                      <a:pt x="322" y="57"/>
                    </a:lnTo>
                    <a:lnTo>
                      <a:pt x="317" y="61"/>
                    </a:lnTo>
                    <a:lnTo>
                      <a:pt x="312" y="64"/>
                    </a:lnTo>
                    <a:lnTo>
                      <a:pt x="305" y="67"/>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86" name="Freeform 9">
                <a:extLst>
                  <a:ext uri="{FF2B5EF4-FFF2-40B4-BE49-F238E27FC236}">
                    <a16:creationId xmlns:a16="http://schemas.microsoft.com/office/drawing/2014/main" id="{CDD2FD2D-2BA8-4F32-8BAC-8F7EB30E941C}"/>
                  </a:ext>
                </a:extLst>
              </p:cNvPr>
              <p:cNvSpPr>
                <a:spLocks/>
              </p:cNvSpPr>
              <p:nvPr/>
            </p:nvSpPr>
            <p:spPr bwMode="auto">
              <a:xfrm>
                <a:off x="2811463" y="3819526"/>
                <a:ext cx="74613" cy="15875"/>
              </a:xfrm>
              <a:custGeom>
                <a:avLst/>
                <a:gdLst>
                  <a:gd name="T0" fmla="*/ 298 w 331"/>
                  <a:gd name="T1" fmla="*/ 67 h 67"/>
                  <a:gd name="T2" fmla="*/ 33 w 331"/>
                  <a:gd name="T3" fmla="*/ 67 h 67"/>
                  <a:gd name="T4" fmla="*/ 33 w 331"/>
                  <a:gd name="T5" fmla="*/ 67 h 67"/>
                  <a:gd name="T6" fmla="*/ 27 w 331"/>
                  <a:gd name="T7" fmla="*/ 66 h 67"/>
                  <a:gd name="T8" fmla="*/ 21 w 331"/>
                  <a:gd name="T9" fmla="*/ 64 h 67"/>
                  <a:gd name="T10" fmla="*/ 15 w 331"/>
                  <a:gd name="T11" fmla="*/ 60 h 67"/>
                  <a:gd name="T12" fmla="*/ 10 w 331"/>
                  <a:gd name="T13" fmla="*/ 56 h 67"/>
                  <a:gd name="T14" fmla="*/ 6 w 331"/>
                  <a:gd name="T15" fmla="*/ 52 h 67"/>
                  <a:gd name="T16" fmla="*/ 3 w 331"/>
                  <a:gd name="T17" fmla="*/ 46 h 67"/>
                  <a:gd name="T18" fmla="*/ 1 w 331"/>
                  <a:gd name="T19" fmla="*/ 40 h 67"/>
                  <a:gd name="T20" fmla="*/ 0 w 331"/>
                  <a:gd name="T21" fmla="*/ 34 h 67"/>
                  <a:gd name="T22" fmla="*/ 0 w 331"/>
                  <a:gd name="T23" fmla="*/ 34 h 67"/>
                  <a:gd name="T24" fmla="*/ 1 w 331"/>
                  <a:gd name="T25" fmla="*/ 26 h 67"/>
                  <a:gd name="T26" fmla="*/ 3 w 331"/>
                  <a:gd name="T27" fmla="*/ 20 h 67"/>
                  <a:gd name="T28" fmla="*/ 6 w 331"/>
                  <a:gd name="T29" fmla="*/ 15 h 67"/>
                  <a:gd name="T30" fmla="*/ 10 w 331"/>
                  <a:gd name="T31" fmla="*/ 10 h 67"/>
                  <a:gd name="T32" fmla="*/ 15 w 331"/>
                  <a:gd name="T33" fmla="*/ 6 h 67"/>
                  <a:gd name="T34" fmla="*/ 21 w 331"/>
                  <a:gd name="T35" fmla="*/ 2 h 67"/>
                  <a:gd name="T36" fmla="*/ 27 w 331"/>
                  <a:gd name="T37" fmla="*/ 0 h 67"/>
                  <a:gd name="T38" fmla="*/ 33 w 331"/>
                  <a:gd name="T39" fmla="*/ 0 h 67"/>
                  <a:gd name="T40" fmla="*/ 298 w 331"/>
                  <a:gd name="T41" fmla="*/ 0 h 67"/>
                  <a:gd name="T42" fmla="*/ 298 w 331"/>
                  <a:gd name="T43" fmla="*/ 0 h 67"/>
                  <a:gd name="T44" fmla="*/ 305 w 331"/>
                  <a:gd name="T45" fmla="*/ 0 h 67"/>
                  <a:gd name="T46" fmla="*/ 312 w 331"/>
                  <a:gd name="T47" fmla="*/ 2 h 67"/>
                  <a:gd name="T48" fmla="*/ 317 w 331"/>
                  <a:gd name="T49" fmla="*/ 6 h 67"/>
                  <a:gd name="T50" fmla="*/ 322 w 331"/>
                  <a:gd name="T51" fmla="*/ 10 h 67"/>
                  <a:gd name="T52" fmla="*/ 326 w 331"/>
                  <a:gd name="T53" fmla="*/ 15 h 67"/>
                  <a:gd name="T54" fmla="*/ 329 w 331"/>
                  <a:gd name="T55" fmla="*/ 20 h 67"/>
                  <a:gd name="T56" fmla="*/ 331 w 331"/>
                  <a:gd name="T57" fmla="*/ 26 h 67"/>
                  <a:gd name="T58" fmla="*/ 331 w 331"/>
                  <a:gd name="T59" fmla="*/ 34 h 67"/>
                  <a:gd name="T60" fmla="*/ 331 w 331"/>
                  <a:gd name="T61" fmla="*/ 34 h 67"/>
                  <a:gd name="T62" fmla="*/ 331 w 331"/>
                  <a:gd name="T63" fmla="*/ 40 h 67"/>
                  <a:gd name="T64" fmla="*/ 329 w 331"/>
                  <a:gd name="T65" fmla="*/ 46 h 67"/>
                  <a:gd name="T66" fmla="*/ 326 w 331"/>
                  <a:gd name="T67" fmla="*/ 52 h 67"/>
                  <a:gd name="T68" fmla="*/ 322 w 331"/>
                  <a:gd name="T69" fmla="*/ 56 h 67"/>
                  <a:gd name="T70" fmla="*/ 317 w 331"/>
                  <a:gd name="T71" fmla="*/ 60 h 67"/>
                  <a:gd name="T72" fmla="*/ 312 w 331"/>
                  <a:gd name="T73" fmla="*/ 64 h 67"/>
                  <a:gd name="T74" fmla="*/ 305 w 331"/>
                  <a:gd name="T75" fmla="*/ 66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6"/>
                    </a:lnTo>
                    <a:lnTo>
                      <a:pt x="21" y="64"/>
                    </a:lnTo>
                    <a:lnTo>
                      <a:pt x="15" y="60"/>
                    </a:lnTo>
                    <a:lnTo>
                      <a:pt x="10" y="56"/>
                    </a:lnTo>
                    <a:lnTo>
                      <a:pt x="6" y="52"/>
                    </a:lnTo>
                    <a:lnTo>
                      <a:pt x="3" y="46"/>
                    </a:lnTo>
                    <a:lnTo>
                      <a:pt x="1" y="40"/>
                    </a:lnTo>
                    <a:lnTo>
                      <a:pt x="0" y="34"/>
                    </a:lnTo>
                    <a:lnTo>
                      <a:pt x="0" y="34"/>
                    </a:lnTo>
                    <a:lnTo>
                      <a:pt x="1" y="26"/>
                    </a:lnTo>
                    <a:lnTo>
                      <a:pt x="3" y="20"/>
                    </a:lnTo>
                    <a:lnTo>
                      <a:pt x="6" y="15"/>
                    </a:lnTo>
                    <a:lnTo>
                      <a:pt x="10" y="10"/>
                    </a:lnTo>
                    <a:lnTo>
                      <a:pt x="15" y="6"/>
                    </a:lnTo>
                    <a:lnTo>
                      <a:pt x="21" y="2"/>
                    </a:lnTo>
                    <a:lnTo>
                      <a:pt x="27" y="0"/>
                    </a:lnTo>
                    <a:lnTo>
                      <a:pt x="33" y="0"/>
                    </a:lnTo>
                    <a:lnTo>
                      <a:pt x="298" y="0"/>
                    </a:lnTo>
                    <a:lnTo>
                      <a:pt x="298" y="0"/>
                    </a:lnTo>
                    <a:lnTo>
                      <a:pt x="305" y="0"/>
                    </a:lnTo>
                    <a:lnTo>
                      <a:pt x="312" y="2"/>
                    </a:lnTo>
                    <a:lnTo>
                      <a:pt x="317" y="6"/>
                    </a:lnTo>
                    <a:lnTo>
                      <a:pt x="322" y="10"/>
                    </a:lnTo>
                    <a:lnTo>
                      <a:pt x="326" y="15"/>
                    </a:lnTo>
                    <a:lnTo>
                      <a:pt x="329" y="20"/>
                    </a:lnTo>
                    <a:lnTo>
                      <a:pt x="331" y="26"/>
                    </a:lnTo>
                    <a:lnTo>
                      <a:pt x="331" y="34"/>
                    </a:lnTo>
                    <a:lnTo>
                      <a:pt x="331" y="34"/>
                    </a:lnTo>
                    <a:lnTo>
                      <a:pt x="331" y="40"/>
                    </a:lnTo>
                    <a:lnTo>
                      <a:pt x="329" y="46"/>
                    </a:lnTo>
                    <a:lnTo>
                      <a:pt x="326" y="52"/>
                    </a:lnTo>
                    <a:lnTo>
                      <a:pt x="322" y="56"/>
                    </a:lnTo>
                    <a:lnTo>
                      <a:pt x="317" y="60"/>
                    </a:lnTo>
                    <a:lnTo>
                      <a:pt x="312" y="64"/>
                    </a:lnTo>
                    <a:lnTo>
                      <a:pt x="305" y="66"/>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87" name="Freeform 10">
                <a:extLst>
                  <a:ext uri="{FF2B5EF4-FFF2-40B4-BE49-F238E27FC236}">
                    <a16:creationId xmlns:a16="http://schemas.microsoft.com/office/drawing/2014/main" id="{0E5A2F3C-74B4-4069-AD79-C4999458C71B}"/>
                  </a:ext>
                </a:extLst>
              </p:cNvPr>
              <p:cNvSpPr>
                <a:spLocks/>
              </p:cNvSpPr>
              <p:nvPr/>
            </p:nvSpPr>
            <p:spPr bwMode="auto">
              <a:xfrm>
                <a:off x="2811463" y="3879851"/>
                <a:ext cx="74613" cy="15875"/>
              </a:xfrm>
              <a:custGeom>
                <a:avLst/>
                <a:gdLst>
                  <a:gd name="T0" fmla="*/ 298 w 331"/>
                  <a:gd name="T1" fmla="*/ 67 h 67"/>
                  <a:gd name="T2" fmla="*/ 33 w 331"/>
                  <a:gd name="T3" fmla="*/ 67 h 67"/>
                  <a:gd name="T4" fmla="*/ 33 w 331"/>
                  <a:gd name="T5" fmla="*/ 67 h 67"/>
                  <a:gd name="T6" fmla="*/ 27 w 331"/>
                  <a:gd name="T7" fmla="*/ 66 h 67"/>
                  <a:gd name="T8" fmla="*/ 21 w 331"/>
                  <a:gd name="T9" fmla="*/ 64 h 67"/>
                  <a:gd name="T10" fmla="*/ 15 w 331"/>
                  <a:gd name="T11" fmla="*/ 60 h 67"/>
                  <a:gd name="T12" fmla="*/ 10 w 331"/>
                  <a:gd name="T13" fmla="*/ 56 h 67"/>
                  <a:gd name="T14" fmla="*/ 6 w 331"/>
                  <a:gd name="T15" fmla="*/ 52 h 67"/>
                  <a:gd name="T16" fmla="*/ 3 w 331"/>
                  <a:gd name="T17" fmla="*/ 46 h 67"/>
                  <a:gd name="T18" fmla="*/ 1 w 331"/>
                  <a:gd name="T19" fmla="*/ 40 h 67"/>
                  <a:gd name="T20" fmla="*/ 0 w 331"/>
                  <a:gd name="T21" fmla="*/ 34 h 67"/>
                  <a:gd name="T22" fmla="*/ 0 w 331"/>
                  <a:gd name="T23" fmla="*/ 34 h 67"/>
                  <a:gd name="T24" fmla="*/ 1 w 331"/>
                  <a:gd name="T25" fmla="*/ 26 h 67"/>
                  <a:gd name="T26" fmla="*/ 3 w 331"/>
                  <a:gd name="T27" fmla="*/ 20 h 67"/>
                  <a:gd name="T28" fmla="*/ 6 w 331"/>
                  <a:gd name="T29" fmla="*/ 15 h 67"/>
                  <a:gd name="T30" fmla="*/ 10 w 331"/>
                  <a:gd name="T31" fmla="*/ 10 h 67"/>
                  <a:gd name="T32" fmla="*/ 15 w 331"/>
                  <a:gd name="T33" fmla="*/ 6 h 67"/>
                  <a:gd name="T34" fmla="*/ 21 w 331"/>
                  <a:gd name="T35" fmla="*/ 2 h 67"/>
                  <a:gd name="T36" fmla="*/ 27 w 331"/>
                  <a:gd name="T37" fmla="*/ 0 h 67"/>
                  <a:gd name="T38" fmla="*/ 33 w 331"/>
                  <a:gd name="T39" fmla="*/ 0 h 67"/>
                  <a:gd name="T40" fmla="*/ 298 w 331"/>
                  <a:gd name="T41" fmla="*/ 0 h 67"/>
                  <a:gd name="T42" fmla="*/ 298 w 331"/>
                  <a:gd name="T43" fmla="*/ 0 h 67"/>
                  <a:gd name="T44" fmla="*/ 305 w 331"/>
                  <a:gd name="T45" fmla="*/ 0 h 67"/>
                  <a:gd name="T46" fmla="*/ 312 w 331"/>
                  <a:gd name="T47" fmla="*/ 2 h 67"/>
                  <a:gd name="T48" fmla="*/ 317 w 331"/>
                  <a:gd name="T49" fmla="*/ 6 h 67"/>
                  <a:gd name="T50" fmla="*/ 322 w 331"/>
                  <a:gd name="T51" fmla="*/ 10 h 67"/>
                  <a:gd name="T52" fmla="*/ 326 w 331"/>
                  <a:gd name="T53" fmla="*/ 15 h 67"/>
                  <a:gd name="T54" fmla="*/ 329 w 331"/>
                  <a:gd name="T55" fmla="*/ 20 h 67"/>
                  <a:gd name="T56" fmla="*/ 331 w 331"/>
                  <a:gd name="T57" fmla="*/ 26 h 67"/>
                  <a:gd name="T58" fmla="*/ 331 w 331"/>
                  <a:gd name="T59" fmla="*/ 34 h 67"/>
                  <a:gd name="T60" fmla="*/ 331 w 331"/>
                  <a:gd name="T61" fmla="*/ 34 h 67"/>
                  <a:gd name="T62" fmla="*/ 331 w 331"/>
                  <a:gd name="T63" fmla="*/ 40 h 67"/>
                  <a:gd name="T64" fmla="*/ 329 w 331"/>
                  <a:gd name="T65" fmla="*/ 46 h 67"/>
                  <a:gd name="T66" fmla="*/ 326 w 331"/>
                  <a:gd name="T67" fmla="*/ 52 h 67"/>
                  <a:gd name="T68" fmla="*/ 322 w 331"/>
                  <a:gd name="T69" fmla="*/ 56 h 67"/>
                  <a:gd name="T70" fmla="*/ 317 w 331"/>
                  <a:gd name="T71" fmla="*/ 60 h 67"/>
                  <a:gd name="T72" fmla="*/ 312 w 331"/>
                  <a:gd name="T73" fmla="*/ 64 h 67"/>
                  <a:gd name="T74" fmla="*/ 305 w 331"/>
                  <a:gd name="T75" fmla="*/ 66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6"/>
                    </a:lnTo>
                    <a:lnTo>
                      <a:pt x="21" y="64"/>
                    </a:lnTo>
                    <a:lnTo>
                      <a:pt x="15" y="60"/>
                    </a:lnTo>
                    <a:lnTo>
                      <a:pt x="10" y="56"/>
                    </a:lnTo>
                    <a:lnTo>
                      <a:pt x="6" y="52"/>
                    </a:lnTo>
                    <a:lnTo>
                      <a:pt x="3" y="46"/>
                    </a:lnTo>
                    <a:lnTo>
                      <a:pt x="1" y="40"/>
                    </a:lnTo>
                    <a:lnTo>
                      <a:pt x="0" y="34"/>
                    </a:lnTo>
                    <a:lnTo>
                      <a:pt x="0" y="34"/>
                    </a:lnTo>
                    <a:lnTo>
                      <a:pt x="1" y="26"/>
                    </a:lnTo>
                    <a:lnTo>
                      <a:pt x="3" y="20"/>
                    </a:lnTo>
                    <a:lnTo>
                      <a:pt x="6" y="15"/>
                    </a:lnTo>
                    <a:lnTo>
                      <a:pt x="10" y="10"/>
                    </a:lnTo>
                    <a:lnTo>
                      <a:pt x="15" y="6"/>
                    </a:lnTo>
                    <a:lnTo>
                      <a:pt x="21" y="2"/>
                    </a:lnTo>
                    <a:lnTo>
                      <a:pt x="27" y="0"/>
                    </a:lnTo>
                    <a:lnTo>
                      <a:pt x="33" y="0"/>
                    </a:lnTo>
                    <a:lnTo>
                      <a:pt x="298" y="0"/>
                    </a:lnTo>
                    <a:lnTo>
                      <a:pt x="298" y="0"/>
                    </a:lnTo>
                    <a:lnTo>
                      <a:pt x="305" y="0"/>
                    </a:lnTo>
                    <a:lnTo>
                      <a:pt x="312" y="2"/>
                    </a:lnTo>
                    <a:lnTo>
                      <a:pt x="317" y="6"/>
                    </a:lnTo>
                    <a:lnTo>
                      <a:pt x="322" y="10"/>
                    </a:lnTo>
                    <a:lnTo>
                      <a:pt x="326" y="15"/>
                    </a:lnTo>
                    <a:lnTo>
                      <a:pt x="329" y="20"/>
                    </a:lnTo>
                    <a:lnTo>
                      <a:pt x="331" y="26"/>
                    </a:lnTo>
                    <a:lnTo>
                      <a:pt x="331" y="34"/>
                    </a:lnTo>
                    <a:lnTo>
                      <a:pt x="331" y="34"/>
                    </a:lnTo>
                    <a:lnTo>
                      <a:pt x="331" y="40"/>
                    </a:lnTo>
                    <a:lnTo>
                      <a:pt x="329" y="46"/>
                    </a:lnTo>
                    <a:lnTo>
                      <a:pt x="326" y="52"/>
                    </a:lnTo>
                    <a:lnTo>
                      <a:pt x="322" y="56"/>
                    </a:lnTo>
                    <a:lnTo>
                      <a:pt x="317" y="60"/>
                    </a:lnTo>
                    <a:lnTo>
                      <a:pt x="312" y="64"/>
                    </a:lnTo>
                    <a:lnTo>
                      <a:pt x="305" y="66"/>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88" name="Freeform 11">
                <a:extLst>
                  <a:ext uri="{FF2B5EF4-FFF2-40B4-BE49-F238E27FC236}">
                    <a16:creationId xmlns:a16="http://schemas.microsoft.com/office/drawing/2014/main" id="{EC4EA156-9943-4FB6-865E-78796856AE09}"/>
                  </a:ext>
                </a:extLst>
              </p:cNvPr>
              <p:cNvSpPr>
                <a:spLocks/>
              </p:cNvSpPr>
              <p:nvPr/>
            </p:nvSpPr>
            <p:spPr bwMode="auto">
              <a:xfrm>
                <a:off x="2751138" y="3729038"/>
                <a:ext cx="52388" cy="46038"/>
              </a:xfrm>
              <a:custGeom>
                <a:avLst/>
                <a:gdLst>
                  <a:gd name="T0" fmla="*/ 66 w 232"/>
                  <a:gd name="T1" fmla="*/ 199 h 199"/>
                  <a:gd name="T2" fmla="*/ 66 w 232"/>
                  <a:gd name="T3" fmla="*/ 199 h 199"/>
                  <a:gd name="T4" fmla="*/ 60 w 232"/>
                  <a:gd name="T5" fmla="*/ 199 h 199"/>
                  <a:gd name="T6" fmla="*/ 54 w 232"/>
                  <a:gd name="T7" fmla="*/ 196 h 199"/>
                  <a:gd name="T8" fmla="*/ 49 w 232"/>
                  <a:gd name="T9" fmla="*/ 193 h 199"/>
                  <a:gd name="T10" fmla="*/ 43 w 232"/>
                  <a:gd name="T11" fmla="*/ 189 h 199"/>
                  <a:gd name="T12" fmla="*/ 9 w 232"/>
                  <a:gd name="T13" fmla="*/ 156 h 199"/>
                  <a:gd name="T14" fmla="*/ 9 w 232"/>
                  <a:gd name="T15" fmla="*/ 156 h 199"/>
                  <a:gd name="T16" fmla="*/ 5 w 232"/>
                  <a:gd name="T17" fmla="*/ 151 h 199"/>
                  <a:gd name="T18" fmla="*/ 2 w 232"/>
                  <a:gd name="T19" fmla="*/ 146 h 199"/>
                  <a:gd name="T20" fmla="*/ 1 w 232"/>
                  <a:gd name="T21" fmla="*/ 140 h 199"/>
                  <a:gd name="T22" fmla="*/ 0 w 232"/>
                  <a:gd name="T23" fmla="*/ 132 h 199"/>
                  <a:gd name="T24" fmla="*/ 1 w 232"/>
                  <a:gd name="T25" fmla="*/ 126 h 199"/>
                  <a:gd name="T26" fmla="*/ 2 w 232"/>
                  <a:gd name="T27" fmla="*/ 120 h 199"/>
                  <a:gd name="T28" fmla="*/ 5 w 232"/>
                  <a:gd name="T29" fmla="*/ 115 h 199"/>
                  <a:gd name="T30" fmla="*/ 9 w 232"/>
                  <a:gd name="T31" fmla="*/ 110 h 199"/>
                  <a:gd name="T32" fmla="*/ 9 w 232"/>
                  <a:gd name="T33" fmla="*/ 110 h 199"/>
                  <a:gd name="T34" fmla="*/ 15 w 232"/>
                  <a:gd name="T35" fmla="*/ 105 h 199"/>
                  <a:gd name="T36" fmla="*/ 21 w 232"/>
                  <a:gd name="T37" fmla="*/ 102 h 199"/>
                  <a:gd name="T38" fmla="*/ 27 w 232"/>
                  <a:gd name="T39" fmla="*/ 100 h 199"/>
                  <a:gd name="T40" fmla="*/ 33 w 232"/>
                  <a:gd name="T41" fmla="*/ 99 h 199"/>
                  <a:gd name="T42" fmla="*/ 39 w 232"/>
                  <a:gd name="T43" fmla="*/ 100 h 199"/>
                  <a:gd name="T44" fmla="*/ 46 w 232"/>
                  <a:gd name="T45" fmla="*/ 102 h 199"/>
                  <a:gd name="T46" fmla="*/ 52 w 232"/>
                  <a:gd name="T47" fmla="*/ 105 h 199"/>
                  <a:gd name="T48" fmla="*/ 57 w 232"/>
                  <a:gd name="T49" fmla="*/ 110 h 199"/>
                  <a:gd name="T50" fmla="*/ 66 w 232"/>
                  <a:gd name="T51" fmla="*/ 119 h 199"/>
                  <a:gd name="T52" fmla="*/ 176 w 232"/>
                  <a:gd name="T53" fmla="*/ 10 h 199"/>
                  <a:gd name="T54" fmla="*/ 176 w 232"/>
                  <a:gd name="T55" fmla="*/ 10 h 199"/>
                  <a:gd name="T56" fmla="*/ 181 w 232"/>
                  <a:gd name="T57" fmla="*/ 6 h 199"/>
                  <a:gd name="T58" fmla="*/ 186 w 232"/>
                  <a:gd name="T59" fmla="*/ 3 h 199"/>
                  <a:gd name="T60" fmla="*/ 193 w 232"/>
                  <a:gd name="T61" fmla="*/ 1 h 199"/>
                  <a:gd name="T62" fmla="*/ 199 w 232"/>
                  <a:gd name="T63" fmla="*/ 0 h 199"/>
                  <a:gd name="T64" fmla="*/ 205 w 232"/>
                  <a:gd name="T65" fmla="*/ 1 h 199"/>
                  <a:gd name="T66" fmla="*/ 211 w 232"/>
                  <a:gd name="T67" fmla="*/ 3 h 199"/>
                  <a:gd name="T68" fmla="*/ 217 w 232"/>
                  <a:gd name="T69" fmla="*/ 6 h 199"/>
                  <a:gd name="T70" fmla="*/ 223 w 232"/>
                  <a:gd name="T71" fmla="*/ 10 h 199"/>
                  <a:gd name="T72" fmla="*/ 223 w 232"/>
                  <a:gd name="T73" fmla="*/ 10 h 199"/>
                  <a:gd name="T74" fmla="*/ 227 w 232"/>
                  <a:gd name="T75" fmla="*/ 15 h 199"/>
                  <a:gd name="T76" fmla="*/ 230 w 232"/>
                  <a:gd name="T77" fmla="*/ 20 h 199"/>
                  <a:gd name="T78" fmla="*/ 232 w 232"/>
                  <a:gd name="T79" fmla="*/ 27 h 199"/>
                  <a:gd name="T80" fmla="*/ 232 w 232"/>
                  <a:gd name="T81" fmla="*/ 33 h 199"/>
                  <a:gd name="T82" fmla="*/ 232 w 232"/>
                  <a:gd name="T83" fmla="*/ 40 h 199"/>
                  <a:gd name="T84" fmla="*/ 230 w 232"/>
                  <a:gd name="T85" fmla="*/ 45 h 199"/>
                  <a:gd name="T86" fmla="*/ 227 w 232"/>
                  <a:gd name="T87" fmla="*/ 52 h 199"/>
                  <a:gd name="T88" fmla="*/ 223 w 232"/>
                  <a:gd name="T89" fmla="*/ 57 h 199"/>
                  <a:gd name="T90" fmla="*/ 90 w 232"/>
                  <a:gd name="T91" fmla="*/ 189 h 199"/>
                  <a:gd name="T92" fmla="*/ 90 w 232"/>
                  <a:gd name="T93" fmla="*/ 189 h 199"/>
                  <a:gd name="T94" fmla="*/ 85 w 232"/>
                  <a:gd name="T95" fmla="*/ 193 h 199"/>
                  <a:gd name="T96" fmla="*/ 79 w 232"/>
                  <a:gd name="T97" fmla="*/ 196 h 199"/>
                  <a:gd name="T98" fmla="*/ 73 w 232"/>
                  <a:gd name="T99" fmla="*/ 199 h 199"/>
                  <a:gd name="T100" fmla="*/ 66 w 232"/>
                  <a:gd name="T101" fmla="*/ 199 h 199"/>
                  <a:gd name="T102" fmla="*/ 66 w 232"/>
                  <a:gd name="T103"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99">
                    <a:moveTo>
                      <a:pt x="66" y="199"/>
                    </a:moveTo>
                    <a:lnTo>
                      <a:pt x="66" y="199"/>
                    </a:lnTo>
                    <a:lnTo>
                      <a:pt x="60" y="199"/>
                    </a:lnTo>
                    <a:lnTo>
                      <a:pt x="54" y="196"/>
                    </a:lnTo>
                    <a:lnTo>
                      <a:pt x="49" y="193"/>
                    </a:lnTo>
                    <a:lnTo>
                      <a:pt x="43" y="189"/>
                    </a:lnTo>
                    <a:lnTo>
                      <a:pt x="9" y="156"/>
                    </a:lnTo>
                    <a:lnTo>
                      <a:pt x="9" y="156"/>
                    </a:lnTo>
                    <a:lnTo>
                      <a:pt x="5" y="151"/>
                    </a:lnTo>
                    <a:lnTo>
                      <a:pt x="2" y="146"/>
                    </a:lnTo>
                    <a:lnTo>
                      <a:pt x="1" y="140"/>
                    </a:lnTo>
                    <a:lnTo>
                      <a:pt x="0" y="132"/>
                    </a:lnTo>
                    <a:lnTo>
                      <a:pt x="1" y="126"/>
                    </a:lnTo>
                    <a:lnTo>
                      <a:pt x="2" y="120"/>
                    </a:lnTo>
                    <a:lnTo>
                      <a:pt x="5" y="115"/>
                    </a:lnTo>
                    <a:lnTo>
                      <a:pt x="9" y="110"/>
                    </a:lnTo>
                    <a:lnTo>
                      <a:pt x="9" y="110"/>
                    </a:lnTo>
                    <a:lnTo>
                      <a:pt x="15" y="105"/>
                    </a:lnTo>
                    <a:lnTo>
                      <a:pt x="21" y="102"/>
                    </a:lnTo>
                    <a:lnTo>
                      <a:pt x="27" y="100"/>
                    </a:lnTo>
                    <a:lnTo>
                      <a:pt x="33" y="99"/>
                    </a:lnTo>
                    <a:lnTo>
                      <a:pt x="39" y="100"/>
                    </a:lnTo>
                    <a:lnTo>
                      <a:pt x="46" y="102"/>
                    </a:lnTo>
                    <a:lnTo>
                      <a:pt x="52" y="105"/>
                    </a:lnTo>
                    <a:lnTo>
                      <a:pt x="57" y="110"/>
                    </a:lnTo>
                    <a:lnTo>
                      <a:pt x="66" y="119"/>
                    </a:lnTo>
                    <a:lnTo>
                      <a:pt x="176" y="10"/>
                    </a:lnTo>
                    <a:lnTo>
                      <a:pt x="176" y="10"/>
                    </a:lnTo>
                    <a:lnTo>
                      <a:pt x="181" y="6"/>
                    </a:lnTo>
                    <a:lnTo>
                      <a:pt x="186" y="3"/>
                    </a:lnTo>
                    <a:lnTo>
                      <a:pt x="193" y="1"/>
                    </a:lnTo>
                    <a:lnTo>
                      <a:pt x="199" y="0"/>
                    </a:lnTo>
                    <a:lnTo>
                      <a:pt x="205" y="1"/>
                    </a:lnTo>
                    <a:lnTo>
                      <a:pt x="211" y="3"/>
                    </a:lnTo>
                    <a:lnTo>
                      <a:pt x="217" y="6"/>
                    </a:lnTo>
                    <a:lnTo>
                      <a:pt x="223" y="10"/>
                    </a:lnTo>
                    <a:lnTo>
                      <a:pt x="223" y="10"/>
                    </a:lnTo>
                    <a:lnTo>
                      <a:pt x="227" y="15"/>
                    </a:lnTo>
                    <a:lnTo>
                      <a:pt x="230" y="20"/>
                    </a:lnTo>
                    <a:lnTo>
                      <a:pt x="232" y="27"/>
                    </a:lnTo>
                    <a:lnTo>
                      <a:pt x="232" y="33"/>
                    </a:lnTo>
                    <a:lnTo>
                      <a:pt x="232" y="40"/>
                    </a:lnTo>
                    <a:lnTo>
                      <a:pt x="230" y="45"/>
                    </a:lnTo>
                    <a:lnTo>
                      <a:pt x="227" y="52"/>
                    </a:lnTo>
                    <a:lnTo>
                      <a:pt x="223" y="57"/>
                    </a:lnTo>
                    <a:lnTo>
                      <a:pt x="90" y="189"/>
                    </a:lnTo>
                    <a:lnTo>
                      <a:pt x="90" y="189"/>
                    </a:lnTo>
                    <a:lnTo>
                      <a:pt x="85" y="193"/>
                    </a:lnTo>
                    <a:lnTo>
                      <a:pt x="79" y="196"/>
                    </a:lnTo>
                    <a:lnTo>
                      <a:pt x="73" y="199"/>
                    </a:lnTo>
                    <a:lnTo>
                      <a:pt x="66" y="199"/>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89" name="Freeform 12">
                <a:extLst>
                  <a:ext uri="{FF2B5EF4-FFF2-40B4-BE49-F238E27FC236}">
                    <a16:creationId xmlns:a16="http://schemas.microsoft.com/office/drawing/2014/main" id="{1F90E872-CC80-4D14-8113-39B99DB89D35}"/>
                  </a:ext>
                </a:extLst>
              </p:cNvPr>
              <p:cNvSpPr>
                <a:spLocks/>
              </p:cNvSpPr>
              <p:nvPr/>
            </p:nvSpPr>
            <p:spPr bwMode="auto">
              <a:xfrm>
                <a:off x="2751138" y="3789363"/>
                <a:ext cx="52388" cy="46038"/>
              </a:xfrm>
              <a:custGeom>
                <a:avLst/>
                <a:gdLst>
                  <a:gd name="T0" fmla="*/ 66 w 232"/>
                  <a:gd name="T1" fmla="*/ 199 h 199"/>
                  <a:gd name="T2" fmla="*/ 66 w 232"/>
                  <a:gd name="T3" fmla="*/ 199 h 199"/>
                  <a:gd name="T4" fmla="*/ 60 w 232"/>
                  <a:gd name="T5" fmla="*/ 198 h 199"/>
                  <a:gd name="T6" fmla="*/ 54 w 232"/>
                  <a:gd name="T7" fmla="*/ 196 h 199"/>
                  <a:gd name="T8" fmla="*/ 49 w 232"/>
                  <a:gd name="T9" fmla="*/ 192 h 199"/>
                  <a:gd name="T10" fmla="*/ 43 w 232"/>
                  <a:gd name="T11" fmla="*/ 188 h 199"/>
                  <a:gd name="T12" fmla="*/ 9 w 232"/>
                  <a:gd name="T13" fmla="*/ 155 h 199"/>
                  <a:gd name="T14" fmla="*/ 9 w 232"/>
                  <a:gd name="T15" fmla="*/ 155 h 199"/>
                  <a:gd name="T16" fmla="*/ 5 w 232"/>
                  <a:gd name="T17" fmla="*/ 150 h 199"/>
                  <a:gd name="T18" fmla="*/ 2 w 232"/>
                  <a:gd name="T19" fmla="*/ 145 h 199"/>
                  <a:gd name="T20" fmla="*/ 1 w 232"/>
                  <a:gd name="T21" fmla="*/ 139 h 199"/>
                  <a:gd name="T22" fmla="*/ 0 w 232"/>
                  <a:gd name="T23" fmla="*/ 132 h 199"/>
                  <a:gd name="T24" fmla="*/ 1 w 232"/>
                  <a:gd name="T25" fmla="*/ 126 h 199"/>
                  <a:gd name="T26" fmla="*/ 2 w 232"/>
                  <a:gd name="T27" fmla="*/ 120 h 199"/>
                  <a:gd name="T28" fmla="*/ 5 w 232"/>
                  <a:gd name="T29" fmla="*/ 114 h 199"/>
                  <a:gd name="T30" fmla="*/ 9 w 232"/>
                  <a:gd name="T31" fmla="*/ 109 h 199"/>
                  <a:gd name="T32" fmla="*/ 9 w 232"/>
                  <a:gd name="T33" fmla="*/ 109 h 199"/>
                  <a:gd name="T34" fmla="*/ 15 w 232"/>
                  <a:gd name="T35" fmla="*/ 104 h 199"/>
                  <a:gd name="T36" fmla="*/ 21 w 232"/>
                  <a:gd name="T37" fmla="*/ 101 h 199"/>
                  <a:gd name="T38" fmla="*/ 27 w 232"/>
                  <a:gd name="T39" fmla="*/ 99 h 199"/>
                  <a:gd name="T40" fmla="*/ 33 w 232"/>
                  <a:gd name="T41" fmla="*/ 99 h 199"/>
                  <a:gd name="T42" fmla="*/ 39 w 232"/>
                  <a:gd name="T43" fmla="*/ 99 h 199"/>
                  <a:gd name="T44" fmla="*/ 46 w 232"/>
                  <a:gd name="T45" fmla="*/ 101 h 199"/>
                  <a:gd name="T46" fmla="*/ 52 w 232"/>
                  <a:gd name="T47" fmla="*/ 104 h 199"/>
                  <a:gd name="T48" fmla="*/ 57 w 232"/>
                  <a:gd name="T49" fmla="*/ 109 h 199"/>
                  <a:gd name="T50" fmla="*/ 66 w 232"/>
                  <a:gd name="T51" fmla="*/ 118 h 199"/>
                  <a:gd name="T52" fmla="*/ 176 w 232"/>
                  <a:gd name="T53" fmla="*/ 9 h 199"/>
                  <a:gd name="T54" fmla="*/ 176 w 232"/>
                  <a:gd name="T55" fmla="*/ 9 h 199"/>
                  <a:gd name="T56" fmla="*/ 181 w 232"/>
                  <a:gd name="T57" fmla="*/ 5 h 199"/>
                  <a:gd name="T58" fmla="*/ 186 w 232"/>
                  <a:gd name="T59" fmla="*/ 2 h 199"/>
                  <a:gd name="T60" fmla="*/ 193 w 232"/>
                  <a:gd name="T61" fmla="*/ 0 h 199"/>
                  <a:gd name="T62" fmla="*/ 199 w 232"/>
                  <a:gd name="T63" fmla="*/ 0 h 199"/>
                  <a:gd name="T64" fmla="*/ 205 w 232"/>
                  <a:gd name="T65" fmla="*/ 0 h 199"/>
                  <a:gd name="T66" fmla="*/ 211 w 232"/>
                  <a:gd name="T67" fmla="*/ 2 h 199"/>
                  <a:gd name="T68" fmla="*/ 217 w 232"/>
                  <a:gd name="T69" fmla="*/ 5 h 199"/>
                  <a:gd name="T70" fmla="*/ 223 w 232"/>
                  <a:gd name="T71" fmla="*/ 9 h 199"/>
                  <a:gd name="T72" fmla="*/ 223 w 232"/>
                  <a:gd name="T73" fmla="*/ 9 h 199"/>
                  <a:gd name="T74" fmla="*/ 227 w 232"/>
                  <a:gd name="T75" fmla="*/ 14 h 199"/>
                  <a:gd name="T76" fmla="*/ 230 w 232"/>
                  <a:gd name="T77" fmla="*/ 21 h 199"/>
                  <a:gd name="T78" fmla="*/ 232 w 232"/>
                  <a:gd name="T79" fmla="*/ 26 h 199"/>
                  <a:gd name="T80" fmla="*/ 232 w 232"/>
                  <a:gd name="T81" fmla="*/ 33 h 199"/>
                  <a:gd name="T82" fmla="*/ 232 w 232"/>
                  <a:gd name="T83" fmla="*/ 39 h 199"/>
                  <a:gd name="T84" fmla="*/ 230 w 232"/>
                  <a:gd name="T85" fmla="*/ 45 h 199"/>
                  <a:gd name="T86" fmla="*/ 227 w 232"/>
                  <a:gd name="T87" fmla="*/ 51 h 199"/>
                  <a:gd name="T88" fmla="*/ 223 w 232"/>
                  <a:gd name="T89" fmla="*/ 56 h 199"/>
                  <a:gd name="T90" fmla="*/ 90 w 232"/>
                  <a:gd name="T91" fmla="*/ 188 h 199"/>
                  <a:gd name="T92" fmla="*/ 90 w 232"/>
                  <a:gd name="T93" fmla="*/ 188 h 199"/>
                  <a:gd name="T94" fmla="*/ 85 w 232"/>
                  <a:gd name="T95" fmla="*/ 192 h 199"/>
                  <a:gd name="T96" fmla="*/ 79 w 232"/>
                  <a:gd name="T97" fmla="*/ 196 h 199"/>
                  <a:gd name="T98" fmla="*/ 73 w 232"/>
                  <a:gd name="T99" fmla="*/ 198 h 199"/>
                  <a:gd name="T100" fmla="*/ 66 w 232"/>
                  <a:gd name="T101" fmla="*/ 199 h 199"/>
                  <a:gd name="T102" fmla="*/ 66 w 232"/>
                  <a:gd name="T103"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99">
                    <a:moveTo>
                      <a:pt x="66" y="199"/>
                    </a:moveTo>
                    <a:lnTo>
                      <a:pt x="66" y="199"/>
                    </a:lnTo>
                    <a:lnTo>
                      <a:pt x="60" y="198"/>
                    </a:lnTo>
                    <a:lnTo>
                      <a:pt x="54" y="196"/>
                    </a:lnTo>
                    <a:lnTo>
                      <a:pt x="49" y="192"/>
                    </a:lnTo>
                    <a:lnTo>
                      <a:pt x="43" y="188"/>
                    </a:lnTo>
                    <a:lnTo>
                      <a:pt x="9" y="155"/>
                    </a:lnTo>
                    <a:lnTo>
                      <a:pt x="9" y="155"/>
                    </a:lnTo>
                    <a:lnTo>
                      <a:pt x="5" y="150"/>
                    </a:lnTo>
                    <a:lnTo>
                      <a:pt x="2" y="145"/>
                    </a:lnTo>
                    <a:lnTo>
                      <a:pt x="1" y="139"/>
                    </a:lnTo>
                    <a:lnTo>
                      <a:pt x="0" y="132"/>
                    </a:lnTo>
                    <a:lnTo>
                      <a:pt x="1" y="126"/>
                    </a:lnTo>
                    <a:lnTo>
                      <a:pt x="2" y="120"/>
                    </a:lnTo>
                    <a:lnTo>
                      <a:pt x="5" y="114"/>
                    </a:lnTo>
                    <a:lnTo>
                      <a:pt x="9" y="109"/>
                    </a:lnTo>
                    <a:lnTo>
                      <a:pt x="9" y="109"/>
                    </a:lnTo>
                    <a:lnTo>
                      <a:pt x="15" y="104"/>
                    </a:lnTo>
                    <a:lnTo>
                      <a:pt x="21" y="101"/>
                    </a:lnTo>
                    <a:lnTo>
                      <a:pt x="27" y="99"/>
                    </a:lnTo>
                    <a:lnTo>
                      <a:pt x="33" y="99"/>
                    </a:lnTo>
                    <a:lnTo>
                      <a:pt x="39" y="99"/>
                    </a:lnTo>
                    <a:lnTo>
                      <a:pt x="46" y="101"/>
                    </a:lnTo>
                    <a:lnTo>
                      <a:pt x="52" y="104"/>
                    </a:lnTo>
                    <a:lnTo>
                      <a:pt x="57" y="109"/>
                    </a:lnTo>
                    <a:lnTo>
                      <a:pt x="66" y="118"/>
                    </a:lnTo>
                    <a:lnTo>
                      <a:pt x="176" y="9"/>
                    </a:lnTo>
                    <a:lnTo>
                      <a:pt x="176" y="9"/>
                    </a:lnTo>
                    <a:lnTo>
                      <a:pt x="181" y="5"/>
                    </a:lnTo>
                    <a:lnTo>
                      <a:pt x="186" y="2"/>
                    </a:lnTo>
                    <a:lnTo>
                      <a:pt x="193" y="0"/>
                    </a:lnTo>
                    <a:lnTo>
                      <a:pt x="199" y="0"/>
                    </a:lnTo>
                    <a:lnTo>
                      <a:pt x="205" y="0"/>
                    </a:lnTo>
                    <a:lnTo>
                      <a:pt x="211" y="2"/>
                    </a:lnTo>
                    <a:lnTo>
                      <a:pt x="217" y="5"/>
                    </a:lnTo>
                    <a:lnTo>
                      <a:pt x="223" y="9"/>
                    </a:lnTo>
                    <a:lnTo>
                      <a:pt x="223" y="9"/>
                    </a:lnTo>
                    <a:lnTo>
                      <a:pt x="227" y="14"/>
                    </a:lnTo>
                    <a:lnTo>
                      <a:pt x="230" y="21"/>
                    </a:lnTo>
                    <a:lnTo>
                      <a:pt x="232" y="26"/>
                    </a:lnTo>
                    <a:lnTo>
                      <a:pt x="232" y="33"/>
                    </a:lnTo>
                    <a:lnTo>
                      <a:pt x="232" y="39"/>
                    </a:lnTo>
                    <a:lnTo>
                      <a:pt x="230" y="45"/>
                    </a:lnTo>
                    <a:lnTo>
                      <a:pt x="227" y="51"/>
                    </a:lnTo>
                    <a:lnTo>
                      <a:pt x="223" y="56"/>
                    </a:lnTo>
                    <a:lnTo>
                      <a:pt x="90" y="188"/>
                    </a:lnTo>
                    <a:lnTo>
                      <a:pt x="90" y="188"/>
                    </a:lnTo>
                    <a:lnTo>
                      <a:pt x="85" y="192"/>
                    </a:lnTo>
                    <a:lnTo>
                      <a:pt x="79" y="196"/>
                    </a:lnTo>
                    <a:lnTo>
                      <a:pt x="73" y="198"/>
                    </a:lnTo>
                    <a:lnTo>
                      <a:pt x="66" y="199"/>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90" name="Freeform 13">
                <a:extLst>
                  <a:ext uri="{FF2B5EF4-FFF2-40B4-BE49-F238E27FC236}">
                    <a16:creationId xmlns:a16="http://schemas.microsoft.com/office/drawing/2014/main" id="{C9F40D4A-87BC-4C55-A030-1C69F36C81A6}"/>
                  </a:ext>
                </a:extLst>
              </p:cNvPr>
              <p:cNvSpPr>
                <a:spLocks noEditPoints="1"/>
              </p:cNvSpPr>
              <p:nvPr/>
            </p:nvSpPr>
            <p:spPr bwMode="auto">
              <a:xfrm>
                <a:off x="2976563" y="3692526"/>
                <a:ext cx="60325" cy="277813"/>
              </a:xfrm>
              <a:custGeom>
                <a:avLst/>
                <a:gdLst>
                  <a:gd name="T0" fmla="*/ 119 w 265"/>
                  <a:gd name="T1" fmla="*/ 1226 h 1227"/>
                  <a:gd name="T2" fmla="*/ 80 w 265"/>
                  <a:gd name="T3" fmla="*/ 1217 h 1227"/>
                  <a:gd name="T4" fmla="*/ 47 w 265"/>
                  <a:gd name="T5" fmla="*/ 1197 h 1227"/>
                  <a:gd name="T6" fmla="*/ 22 w 265"/>
                  <a:gd name="T7" fmla="*/ 1169 h 1227"/>
                  <a:gd name="T8" fmla="*/ 5 w 265"/>
                  <a:gd name="T9" fmla="*/ 1134 h 1227"/>
                  <a:gd name="T10" fmla="*/ 0 w 265"/>
                  <a:gd name="T11" fmla="*/ 1094 h 1227"/>
                  <a:gd name="T12" fmla="*/ 0 w 265"/>
                  <a:gd name="T13" fmla="*/ 119 h 1227"/>
                  <a:gd name="T14" fmla="*/ 10 w 265"/>
                  <a:gd name="T15" fmla="*/ 82 h 1227"/>
                  <a:gd name="T16" fmla="*/ 30 w 265"/>
                  <a:gd name="T17" fmla="*/ 49 h 1227"/>
                  <a:gd name="T18" fmla="*/ 58 w 265"/>
                  <a:gd name="T19" fmla="*/ 23 h 1227"/>
                  <a:gd name="T20" fmla="*/ 93 w 265"/>
                  <a:gd name="T21" fmla="*/ 6 h 1227"/>
                  <a:gd name="T22" fmla="*/ 132 w 265"/>
                  <a:gd name="T23" fmla="*/ 0 h 1227"/>
                  <a:gd name="T24" fmla="*/ 159 w 265"/>
                  <a:gd name="T25" fmla="*/ 3 h 1227"/>
                  <a:gd name="T26" fmla="*/ 195 w 265"/>
                  <a:gd name="T27" fmla="*/ 17 h 1227"/>
                  <a:gd name="T28" fmla="*/ 225 w 265"/>
                  <a:gd name="T29" fmla="*/ 39 h 1227"/>
                  <a:gd name="T30" fmla="*/ 248 w 265"/>
                  <a:gd name="T31" fmla="*/ 69 h 1227"/>
                  <a:gd name="T32" fmla="*/ 261 w 265"/>
                  <a:gd name="T33" fmla="*/ 107 h 1227"/>
                  <a:gd name="T34" fmla="*/ 265 w 265"/>
                  <a:gd name="T35" fmla="*/ 1094 h 1227"/>
                  <a:gd name="T36" fmla="*/ 261 w 265"/>
                  <a:gd name="T37" fmla="*/ 1121 h 1227"/>
                  <a:gd name="T38" fmla="*/ 248 w 265"/>
                  <a:gd name="T39" fmla="*/ 1158 h 1227"/>
                  <a:gd name="T40" fmla="*/ 225 w 265"/>
                  <a:gd name="T41" fmla="*/ 1188 h 1227"/>
                  <a:gd name="T42" fmla="*/ 195 w 265"/>
                  <a:gd name="T43" fmla="*/ 1211 h 1227"/>
                  <a:gd name="T44" fmla="*/ 159 w 265"/>
                  <a:gd name="T45" fmla="*/ 1224 h 1227"/>
                  <a:gd name="T46" fmla="*/ 132 w 265"/>
                  <a:gd name="T47" fmla="*/ 1227 h 1227"/>
                  <a:gd name="T48" fmla="*/ 125 w 265"/>
                  <a:gd name="T49" fmla="*/ 67 h 1227"/>
                  <a:gd name="T50" fmla="*/ 106 w 265"/>
                  <a:gd name="T51" fmla="*/ 72 h 1227"/>
                  <a:gd name="T52" fmla="*/ 86 w 265"/>
                  <a:gd name="T53" fmla="*/ 86 h 1227"/>
                  <a:gd name="T54" fmla="*/ 71 w 265"/>
                  <a:gd name="T55" fmla="*/ 107 h 1227"/>
                  <a:gd name="T56" fmla="*/ 66 w 265"/>
                  <a:gd name="T57" fmla="*/ 126 h 1227"/>
                  <a:gd name="T58" fmla="*/ 66 w 265"/>
                  <a:gd name="T59" fmla="*/ 1094 h 1227"/>
                  <a:gd name="T60" fmla="*/ 69 w 265"/>
                  <a:gd name="T61" fmla="*/ 1114 h 1227"/>
                  <a:gd name="T62" fmla="*/ 77 w 265"/>
                  <a:gd name="T63" fmla="*/ 1132 h 1227"/>
                  <a:gd name="T64" fmla="*/ 100 w 265"/>
                  <a:gd name="T65" fmla="*/ 1152 h 1227"/>
                  <a:gd name="T66" fmla="*/ 119 w 265"/>
                  <a:gd name="T67" fmla="*/ 1160 h 1227"/>
                  <a:gd name="T68" fmla="*/ 132 w 265"/>
                  <a:gd name="T69" fmla="*/ 1161 h 1227"/>
                  <a:gd name="T70" fmla="*/ 152 w 265"/>
                  <a:gd name="T71" fmla="*/ 1158 h 1227"/>
                  <a:gd name="T72" fmla="*/ 169 w 265"/>
                  <a:gd name="T73" fmla="*/ 1149 h 1227"/>
                  <a:gd name="T74" fmla="*/ 190 w 265"/>
                  <a:gd name="T75" fmla="*/ 1126 h 1227"/>
                  <a:gd name="T76" fmla="*/ 197 w 265"/>
                  <a:gd name="T77" fmla="*/ 1108 h 1227"/>
                  <a:gd name="T78" fmla="*/ 198 w 265"/>
                  <a:gd name="T79" fmla="*/ 133 h 1227"/>
                  <a:gd name="T80" fmla="*/ 197 w 265"/>
                  <a:gd name="T81" fmla="*/ 119 h 1227"/>
                  <a:gd name="T82" fmla="*/ 190 w 265"/>
                  <a:gd name="T83" fmla="*/ 102 h 1227"/>
                  <a:gd name="T84" fmla="*/ 169 w 265"/>
                  <a:gd name="T85" fmla="*/ 78 h 1227"/>
                  <a:gd name="T86" fmla="*/ 152 w 265"/>
                  <a:gd name="T87" fmla="*/ 69 h 1227"/>
                  <a:gd name="T88" fmla="*/ 132 w 265"/>
                  <a:gd name="T89" fmla="*/ 66 h 1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5" h="1227">
                    <a:moveTo>
                      <a:pt x="132" y="1227"/>
                    </a:moveTo>
                    <a:lnTo>
                      <a:pt x="132" y="1227"/>
                    </a:lnTo>
                    <a:lnTo>
                      <a:pt x="119" y="1226"/>
                    </a:lnTo>
                    <a:lnTo>
                      <a:pt x="105" y="1224"/>
                    </a:lnTo>
                    <a:lnTo>
                      <a:pt x="93" y="1221"/>
                    </a:lnTo>
                    <a:lnTo>
                      <a:pt x="80" y="1217"/>
                    </a:lnTo>
                    <a:lnTo>
                      <a:pt x="69" y="1211"/>
                    </a:lnTo>
                    <a:lnTo>
                      <a:pt x="58" y="1204"/>
                    </a:lnTo>
                    <a:lnTo>
                      <a:pt x="47" y="1197"/>
                    </a:lnTo>
                    <a:lnTo>
                      <a:pt x="38" y="1188"/>
                    </a:lnTo>
                    <a:lnTo>
                      <a:pt x="30" y="1178"/>
                    </a:lnTo>
                    <a:lnTo>
                      <a:pt x="22" y="1169"/>
                    </a:lnTo>
                    <a:lnTo>
                      <a:pt x="15" y="1158"/>
                    </a:lnTo>
                    <a:lnTo>
                      <a:pt x="10" y="1146"/>
                    </a:lnTo>
                    <a:lnTo>
                      <a:pt x="5" y="1134"/>
                    </a:lnTo>
                    <a:lnTo>
                      <a:pt x="2" y="1121"/>
                    </a:lnTo>
                    <a:lnTo>
                      <a:pt x="0" y="1108"/>
                    </a:lnTo>
                    <a:lnTo>
                      <a:pt x="0" y="1094"/>
                    </a:lnTo>
                    <a:lnTo>
                      <a:pt x="0" y="133"/>
                    </a:lnTo>
                    <a:lnTo>
                      <a:pt x="0" y="133"/>
                    </a:lnTo>
                    <a:lnTo>
                      <a:pt x="0" y="119"/>
                    </a:lnTo>
                    <a:lnTo>
                      <a:pt x="2" y="107"/>
                    </a:lnTo>
                    <a:lnTo>
                      <a:pt x="5" y="93"/>
                    </a:lnTo>
                    <a:lnTo>
                      <a:pt x="10" y="82"/>
                    </a:lnTo>
                    <a:lnTo>
                      <a:pt x="15" y="69"/>
                    </a:lnTo>
                    <a:lnTo>
                      <a:pt x="22" y="59"/>
                    </a:lnTo>
                    <a:lnTo>
                      <a:pt x="30" y="49"/>
                    </a:lnTo>
                    <a:lnTo>
                      <a:pt x="38" y="39"/>
                    </a:lnTo>
                    <a:lnTo>
                      <a:pt x="47" y="31"/>
                    </a:lnTo>
                    <a:lnTo>
                      <a:pt x="58" y="23"/>
                    </a:lnTo>
                    <a:lnTo>
                      <a:pt x="69" y="17"/>
                    </a:lnTo>
                    <a:lnTo>
                      <a:pt x="80" y="10"/>
                    </a:lnTo>
                    <a:lnTo>
                      <a:pt x="93" y="6"/>
                    </a:lnTo>
                    <a:lnTo>
                      <a:pt x="105" y="3"/>
                    </a:lnTo>
                    <a:lnTo>
                      <a:pt x="119" y="1"/>
                    </a:lnTo>
                    <a:lnTo>
                      <a:pt x="132" y="0"/>
                    </a:lnTo>
                    <a:lnTo>
                      <a:pt x="132" y="0"/>
                    </a:lnTo>
                    <a:lnTo>
                      <a:pt x="146" y="1"/>
                    </a:lnTo>
                    <a:lnTo>
                      <a:pt x="159" y="3"/>
                    </a:lnTo>
                    <a:lnTo>
                      <a:pt x="171" y="6"/>
                    </a:lnTo>
                    <a:lnTo>
                      <a:pt x="184" y="10"/>
                    </a:lnTo>
                    <a:lnTo>
                      <a:pt x="195" y="17"/>
                    </a:lnTo>
                    <a:lnTo>
                      <a:pt x="206" y="23"/>
                    </a:lnTo>
                    <a:lnTo>
                      <a:pt x="216" y="31"/>
                    </a:lnTo>
                    <a:lnTo>
                      <a:pt x="225" y="39"/>
                    </a:lnTo>
                    <a:lnTo>
                      <a:pt x="235" y="49"/>
                    </a:lnTo>
                    <a:lnTo>
                      <a:pt x="242" y="59"/>
                    </a:lnTo>
                    <a:lnTo>
                      <a:pt x="248" y="69"/>
                    </a:lnTo>
                    <a:lnTo>
                      <a:pt x="254" y="82"/>
                    </a:lnTo>
                    <a:lnTo>
                      <a:pt x="258" y="93"/>
                    </a:lnTo>
                    <a:lnTo>
                      <a:pt x="261" y="107"/>
                    </a:lnTo>
                    <a:lnTo>
                      <a:pt x="264" y="119"/>
                    </a:lnTo>
                    <a:lnTo>
                      <a:pt x="265" y="133"/>
                    </a:lnTo>
                    <a:lnTo>
                      <a:pt x="265" y="1094"/>
                    </a:lnTo>
                    <a:lnTo>
                      <a:pt x="265" y="1094"/>
                    </a:lnTo>
                    <a:lnTo>
                      <a:pt x="264" y="1108"/>
                    </a:lnTo>
                    <a:lnTo>
                      <a:pt x="261" y="1121"/>
                    </a:lnTo>
                    <a:lnTo>
                      <a:pt x="258" y="1134"/>
                    </a:lnTo>
                    <a:lnTo>
                      <a:pt x="254" y="1146"/>
                    </a:lnTo>
                    <a:lnTo>
                      <a:pt x="248" y="1158"/>
                    </a:lnTo>
                    <a:lnTo>
                      <a:pt x="242" y="1169"/>
                    </a:lnTo>
                    <a:lnTo>
                      <a:pt x="235" y="1178"/>
                    </a:lnTo>
                    <a:lnTo>
                      <a:pt x="225" y="1188"/>
                    </a:lnTo>
                    <a:lnTo>
                      <a:pt x="216" y="1197"/>
                    </a:lnTo>
                    <a:lnTo>
                      <a:pt x="206" y="1204"/>
                    </a:lnTo>
                    <a:lnTo>
                      <a:pt x="195" y="1211"/>
                    </a:lnTo>
                    <a:lnTo>
                      <a:pt x="184" y="1217"/>
                    </a:lnTo>
                    <a:lnTo>
                      <a:pt x="171" y="1221"/>
                    </a:lnTo>
                    <a:lnTo>
                      <a:pt x="159" y="1224"/>
                    </a:lnTo>
                    <a:lnTo>
                      <a:pt x="146" y="1226"/>
                    </a:lnTo>
                    <a:lnTo>
                      <a:pt x="132" y="1227"/>
                    </a:lnTo>
                    <a:lnTo>
                      <a:pt x="132" y="1227"/>
                    </a:lnTo>
                    <a:close/>
                    <a:moveTo>
                      <a:pt x="132" y="66"/>
                    </a:moveTo>
                    <a:lnTo>
                      <a:pt x="132" y="66"/>
                    </a:lnTo>
                    <a:lnTo>
                      <a:pt x="125" y="67"/>
                    </a:lnTo>
                    <a:lnTo>
                      <a:pt x="119" y="68"/>
                    </a:lnTo>
                    <a:lnTo>
                      <a:pt x="112" y="69"/>
                    </a:lnTo>
                    <a:lnTo>
                      <a:pt x="106" y="72"/>
                    </a:lnTo>
                    <a:lnTo>
                      <a:pt x="100" y="75"/>
                    </a:lnTo>
                    <a:lnTo>
                      <a:pt x="95" y="78"/>
                    </a:lnTo>
                    <a:lnTo>
                      <a:pt x="86" y="86"/>
                    </a:lnTo>
                    <a:lnTo>
                      <a:pt x="77" y="96"/>
                    </a:lnTo>
                    <a:lnTo>
                      <a:pt x="73" y="102"/>
                    </a:lnTo>
                    <a:lnTo>
                      <a:pt x="71" y="107"/>
                    </a:lnTo>
                    <a:lnTo>
                      <a:pt x="69" y="113"/>
                    </a:lnTo>
                    <a:lnTo>
                      <a:pt x="67" y="119"/>
                    </a:lnTo>
                    <a:lnTo>
                      <a:pt x="66" y="126"/>
                    </a:lnTo>
                    <a:lnTo>
                      <a:pt x="66" y="133"/>
                    </a:lnTo>
                    <a:lnTo>
                      <a:pt x="66" y="1094"/>
                    </a:lnTo>
                    <a:lnTo>
                      <a:pt x="66" y="1094"/>
                    </a:lnTo>
                    <a:lnTo>
                      <a:pt x="66" y="1101"/>
                    </a:lnTo>
                    <a:lnTo>
                      <a:pt x="67" y="1108"/>
                    </a:lnTo>
                    <a:lnTo>
                      <a:pt x="69" y="1114"/>
                    </a:lnTo>
                    <a:lnTo>
                      <a:pt x="71" y="1120"/>
                    </a:lnTo>
                    <a:lnTo>
                      <a:pt x="73" y="1126"/>
                    </a:lnTo>
                    <a:lnTo>
                      <a:pt x="77" y="1132"/>
                    </a:lnTo>
                    <a:lnTo>
                      <a:pt x="86" y="1141"/>
                    </a:lnTo>
                    <a:lnTo>
                      <a:pt x="95" y="1149"/>
                    </a:lnTo>
                    <a:lnTo>
                      <a:pt x="100" y="1152"/>
                    </a:lnTo>
                    <a:lnTo>
                      <a:pt x="106" y="1156"/>
                    </a:lnTo>
                    <a:lnTo>
                      <a:pt x="112" y="1158"/>
                    </a:lnTo>
                    <a:lnTo>
                      <a:pt x="119" y="1160"/>
                    </a:lnTo>
                    <a:lnTo>
                      <a:pt x="125" y="1161"/>
                    </a:lnTo>
                    <a:lnTo>
                      <a:pt x="132" y="1161"/>
                    </a:lnTo>
                    <a:lnTo>
                      <a:pt x="132" y="1161"/>
                    </a:lnTo>
                    <a:lnTo>
                      <a:pt x="138" y="1161"/>
                    </a:lnTo>
                    <a:lnTo>
                      <a:pt x="146" y="1160"/>
                    </a:lnTo>
                    <a:lnTo>
                      <a:pt x="152" y="1158"/>
                    </a:lnTo>
                    <a:lnTo>
                      <a:pt x="158" y="1156"/>
                    </a:lnTo>
                    <a:lnTo>
                      <a:pt x="163" y="1152"/>
                    </a:lnTo>
                    <a:lnTo>
                      <a:pt x="169" y="1149"/>
                    </a:lnTo>
                    <a:lnTo>
                      <a:pt x="179" y="1141"/>
                    </a:lnTo>
                    <a:lnTo>
                      <a:pt x="187" y="1132"/>
                    </a:lnTo>
                    <a:lnTo>
                      <a:pt x="190" y="1126"/>
                    </a:lnTo>
                    <a:lnTo>
                      <a:pt x="193" y="1120"/>
                    </a:lnTo>
                    <a:lnTo>
                      <a:pt x="195" y="1114"/>
                    </a:lnTo>
                    <a:lnTo>
                      <a:pt x="197" y="1108"/>
                    </a:lnTo>
                    <a:lnTo>
                      <a:pt x="198" y="1101"/>
                    </a:lnTo>
                    <a:lnTo>
                      <a:pt x="198" y="1094"/>
                    </a:lnTo>
                    <a:lnTo>
                      <a:pt x="198" y="133"/>
                    </a:lnTo>
                    <a:lnTo>
                      <a:pt x="198" y="133"/>
                    </a:lnTo>
                    <a:lnTo>
                      <a:pt x="198" y="126"/>
                    </a:lnTo>
                    <a:lnTo>
                      <a:pt x="197" y="119"/>
                    </a:lnTo>
                    <a:lnTo>
                      <a:pt x="195" y="113"/>
                    </a:lnTo>
                    <a:lnTo>
                      <a:pt x="193" y="107"/>
                    </a:lnTo>
                    <a:lnTo>
                      <a:pt x="190" y="102"/>
                    </a:lnTo>
                    <a:lnTo>
                      <a:pt x="187" y="96"/>
                    </a:lnTo>
                    <a:lnTo>
                      <a:pt x="179" y="86"/>
                    </a:lnTo>
                    <a:lnTo>
                      <a:pt x="169" y="78"/>
                    </a:lnTo>
                    <a:lnTo>
                      <a:pt x="163" y="75"/>
                    </a:lnTo>
                    <a:lnTo>
                      <a:pt x="158" y="72"/>
                    </a:lnTo>
                    <a:lnTo>
                      <a:pt x="152" y="69"/>
                    </a:lnTo>
                    <a:lnTo>
                      <a:pt x="146" y="68"/>
                    </a:lnTo>
                    <a:lnTo>
                      <a:pt x="138" y="67"/>
                    </a:lnTo>
                    <a:lnTo>
                      <a:pt x="132" y="66"/>
                    </a:lnTo>
                    <a:lnTo>
                      <a:pt x="132"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91" name="Freeform 14">
                <a:extLst>
                  <a:ext uri="{FF2B5EF4-FFF2-40B4-BE49-F238E27FC236}">
                    <a16:creationId xmlns:a16="http://schemas.microsoft.com/office/drawing/2014/main" id="{BA810CCF-5036-4D5C-86DE-29DEF9FB4EF7}"/>
                  </a:ext>
                </a:extLst>
              </p:cNvPr>
              <p:cNvSpPr>
                <a:spLocks/>
              </p:cNvSpPr>
              <p:nvPr/>
            </p:nvSpPr>
            <p:spPr bwMode="auto">
              <a:xfrm>
                <a:off x="2976563" y="3925888"/>
                <a:ext cx="60325" cy="14288"/>
              </a:xfrm>
              <a:custGeom>
                <a:avLst/>
                <a:gdLst>
                  <a:gd name="T0" fmla="*/ 231 w 265"/>
                  <a:gd name="T1" fmla="*/ 66 h 66"/>
                  <a:gd name="T2" fmla="*/ 33 w 265"/>
                  <a:gd name="T3" fmla="*/ 66 h 66"/>
                  <a:gd name="T4" fmla="*/ 33 w 265"/>
                  <a:gd name="T5" fmla="*/ 66 h 66"/>
                  <a:gd name="T6" fmla="*/ 26 w 265"/>
                  <a:gd name="T7" fmla="*/ 65 h 66"/>
                  <a:gd name="T8" fmla="*/ 19 w 265"/>
                  <a:gd name="T9" fmla="*/ 63 h 66"/>
                  <a:gd name="T10" fmla="*/ 14 w 265"/>
                  <a:gd name="T11" fmla="*/ 60 h 66"/>
                  <a:gd name="T12" fmla="*/ 9 w 265"/>
                  <a:gd name="T13" fmla="*/ 57 h 66"/>
                  <a:gd name="T14" fmla="*/ 5 w 265"/>
                  <a:gd name="T15" fmla="*/ 52 h 66"/>
                  <a:gd name="T16" fmla="*/ 2 w 265"/>
                  <a:gd name="T17" fmla="*/ 46 h 66"/>
                  <a:gd name="T18" fmla="*/ 0 w 265"/>
                  <a:gd name="T19" fmla="*/ 40 h 66"/>
                  <a:gd name="T20" fmla="*/ 0 w 265"/>
                  <a:gd name="T21" fmla="*/ 33 h 66"/>
                  <a:gd name="T22" fmla="*/ 0 w 265"/>
                  <a:gd name="T23" fmla="*/ 33 h 66"/>
                  <a:gd name="T24" fmla="*/ 0 w 265"/>
                  <a:gd name="T25" fmla="*/ 26 h 66"/>
                  <a:gd name="T26" fmla="*/ 2 w 265"/>
                  <a:gd name="T27" fmla="*/ 20 h 66"/>
                  <a:gd name="T28" fmla="*/ 5 w 265"/>
                  <a:gd name="T29" fmla="*/ 15 h 66"/>
                  <a:gd name="T30" fmla="*/ 9 w 265"/>
                  <a:gd name="T31" fmla="*/ 10 h 66"/>
                  <a:gd name="T32" fmla="*/ 14 w 265"/>
                  <a:gd name="T33" fmla="*/ 5 h 66"/>
                  <a:gd name="T34" fmla="*/ 19 w 265"/>
                  <a:gd name="T35" fmla="*/ 2 h 66"/>
                  <a:gd name="T36" fmla="*/ 26 w 265"/>
                  <a:gd name="T37" fmla="*/ 1 h 66"/>
                  <a:gd name="T38" fmla="*/ 33 w 265"/>
                  <a:gd name="T39" fmla="*/ 0 h 66"/>
                  <a:gd name="T40" fmla="*/ 231 w 265"/>
                  <a:gd name="T41" fmla="*/ 0 h 66"/>
                  <a:gd name="T42" fmla="*/ 231 w 265"/>
                  <a:gd name="T43" fmla="*/ 0 h 66"/>
                  <a:gd name="T44" fmla="*/ 238 w 265"/>
                  <a:gd name="T45" fmla="*/ 1 h 66"/>
                  <a:gd name="T46" fmla="*/ 244 w 265"/>
                  <a:gd name="T47" fmla="*/ 2 h 66"/>
                  <a:gd name="T48" fmla="*/ 250 w 265"/>
                  <a:gd name="T49" fmla="*/ 5 h 66"/>
                  <a:gd name="T50" fmla="*/ 255 w 265"/>
                  <a:gd name="T51" fmla="*/ 10 h 66"/>
                  <a:gd name="T52" fmla="*/ 258 w 265"/>
                  <a:gd name="T53" fmla="*/ 15 h 66"/>
                  <a:gd name="T54" fmla="*/ 261 w 265"/>
                  <a:gd name="T55" fmla="*/ 20 h 66"/>
                  <a:gd name="T56" fmla="*/ 264 w 265"/>
                  <a:gd name="T57" fmla="*/ 26 h 66"/>
                  <a:gd name="T58" fmla="*/ 265 w 265"/>
                  <a:gd name="T59" fmla="*/ 33 h 66"/>
                  <a:gd name="T60" fmla="*/ 265 w 265"/>
                  <a:gd name="T61" fmla="*/ 33 h 66"/>
                  <a:gd name="T62" fmla="*/ 264 w 265"/>
                  <a:gd name="T63" fmla="*/ 40 h 66"/>
                  <a:gd name="T64" fmla="*/ 261 w 265"/>
                  <a:gd name="T65" fmla="*/ 46 h 66"/>
                  <a:gd name="T66" fmla="*/ 258 w 265"/>
                  <a:gd name="T67" fmla="*/ 52 h 66"/>
                  <a:gd name="T68" fmla="*/ 255 w 265"/>
                  <a:gd name="T69" fmla="*/ 57 h 66"/>
                  <a:gd name="T70" fmla="*/ 250 w 265"/>
                  <a:gd name="T71" fmla="*/ 60 h 66"/>
                  <a:gd name="T72" fmla="*/ 244 w 265"/>
                  <a:gd name="T73" fmla="*/ 63 h 66"/>
                  <a:gd name="T74" fmla="*/ 238 w 265"/>
                  <a:gd name="T75" fmla="*/ 65 h 66"/>
                  <a:gd name="T76" fmla="*/ 231 w 265"/>
                  <a:gd name="T77" fmla="*/ 66 h 66"/>
                  <a:gd name="T78" fmla="*/ 231 w 265"/>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6">
                    <a:moveTo>
                      <a:pt x="231" y="66"/>
                    </a:moveTo>
                    <a:lnTo>
                      <a:pt x="33" y="66"/>
                    </a:lnTo>
                    <a:lnTo>
                      <a:pt x="33" y="66"/>
                    </a:lnTo>
                    <a:lnTo>
                      <a:pt x="26" y="65"/>
                    </a:lnTo>
                    <a:lnTo>
                      <a:pt x="19" y="63"/>
                    </a:lnTo>
                    <a:lnTo>
                      <a:pt x="14" y="60"/>
                    </a:lnTo>
                    <a:lnTo>
                      <a:pt x="9" y="57"/>
                    </a:lnTo>
                    <a:lnTo>
                      <a:pt x="5" y="52"/>
                    </a:lnTo>
                    <a:lnTo>
                      <a:pt x="2" y="46"/>
                    </a:lnTo>
                    <a:lnTo>
                      <a:pt x="0" y="40"/>
                    </a:lnTo>
                    <a:lnTo>
                      <a:pt x="0" y="33"/>
                    </a:lnTo>
                    <a:lnTo>
                      <a:pt x="0" y="33"/>
                    </a:lnTo>
                    <a:lnTo>
                      <a:pt x="0" y="26"/>
                    </a:lnTo>
                    <a:lnTo>
                      <a:pt x="2" y="20"/>
                    </a:lnTo>
                    <a:lnTo>
                      <a:pt x="5" y="15"/>
                    </a:lnTo>
                    <a:lnTo>
                      <a:pt x="9" y="10"/>
                    </a:lnTo>
                    <a:lnTo>
                      <a:pt x="14" y="5"/>
                    </a:lnTo>
                    <a:lnTo>
                      <a:pt x="19" y="2"/>
                    </a:lnTo>
                    <a:lnTo>
                      <a:pt x="26" y="1"/>
                    </a:lnTo>
                    <a:lnTo>
                      <a:pt x="33" y="0"/>
                    </a:lnTo>
                    <a:lnTo>
                      <a:pt x="231" y="0"/>
                    </a:lnTo>
                    <a:lnTo>
                      <a:pt x="231" y="0"/>
                    </a:lnTo>
                    <a:lnTo>
                      <a:pt x="238" y="1"/>
                    </a:lnTo>
                    <a:lnTo>
                      <a:pt x="244" y="2"/>
                    </a:lnTo>
                    <a:lnTo>
                      <a:pt x="250" y="5"/>
                    </a:lnTo>
                    <a:lnTo>
                      <a:pt x="255" y="10"/>
                    </a:lnTo>
                    <a:lnTo>
                      <a:pt x="258" y="15"/>
                    </a:lnTo>
                    <a:lnTo>
                      <a:pt x="261" y="20"/>
                    </a:lnTo>
                    <a:lnTo>
                      <a:pt x="264" y="26"/>
                    </a:lnTo>
                    <a:lnTo>
                      <a:pt x="265" y="33"/>
                    </a:lnTo>
                    <a:lnTo>
                      <a:pt x="265" y="33"/>
                    </a:lnTo>
                    <a:lnTo>
                      <a:pt x="264" y="40"/>
                    </a:lnTo>
                    <a:lnTo>
                      <a:pt x="261" y="46"/>
                    </a:lnTo>
                    <a:lnTo>
                      <a:pt x="258" y="52"/>
                    </a:lnTo>
                    <a:lnTo>
                      <a:pt x="255" y="57"/>
                    </a:lnTo>
                    <a:lnTo>
                      <a:pt x="250" y="60"/>
                    </a:lnTo>
                    <a:lnTo>
                      <a:pt x="244" y="63"/>
                    </a:lnTo>
                    <a:lnTo>
                      <a:pt x="238" y="65"/>
                    </a:lnTo>
                    <a:lnTo>
                      <a:pt x="231" y="66"/>
                    </a:lnTo>
                    <a:lnTo>
                      <a:pt x="23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92" name="Freeform 15">
                <a:extLst>
                  <a:ext uri="{FF2B5EF4-FFF2-40B4-BE49-F238E27FC236}">
                    <a16:creationId xmlns:a16="http://schemas.microsoft.com/office/drawing/2014/main" id="{3727D15E-6C45-4C46-8FD5-ECEE33B0A4C0}"/>
                  </a:ext>
                </a:extLst>
              </p:cNvPr>
              <p:cNvSpPr>
                <a:spLocks/>
              </p:cNvSpPr>
              <p:nvPr/>
            </p:nvSpPr>
            <p:spPr bwMode="auto">
              <a:xfrm>
                <a:off x="2976563" y="3819526"/>
                <a:ext cx="60325" cy="15875"/>
              </a:xfrm>
              <a:custGeom>
                <a:avLst/>
                <a:gdLst>
                  <a:gd name="T0" fmla="*/ 231 w 265"/>
                  <a:gd name="T1" fmla="*/ 67 h 67"/>
                  <a:gd name="T2" fmla="*/ 33 w 265"/>
                  <a:gd name="T3" fmla="*/ 67 h 67"/>
                  <a:gd name="T4" fmla="*/ 33 w 265"/>
                  <a:gd name="T5" fmla="*/ 67 h 67"/>
                  <a:gd name="T6" fmla="*/ 26 w 265"/>
                  <a:gd name="T7" fmla="*/ 66 h 67"/>
                  <a:gd name="T8" fmla="*/ 19 w 265"/>
                  <a:gd name="T9" fmla="*/ 64 h 67"/>
                  <a:gd name="T10" fmla="*/ 14 w 265"/>
                  <a:gd name="T11" fmla="*/ 60 h 67"/>
                  <a:gd name="T12" fmla="*/ 9 w 265"/>
                  <a:gd name="T13" fmla="*/ 56 h 67"/>
                  <a:gd name="T14" fmla="*/ 5 w 265"/>
                  <a:gd name="T15" fmla="*/ 52 h 67"/>
                  <a:gd name="T16" fmla="*/ 2 w 265"/>
                  <a:gd name="T17" fmla="*/ 46 h 67"/>
                  <a:gd name="T18" fmla="*/ 0 w 265"/>
                  <a:gd name="T19" fmla="*/ 40 h 67"/>
                  <a:gd name="T20" fmla="*/ 0 w 265"/>
                  <a:gd name="T21" fmla="*/ 34 h 67"/>
                  <a:gd name="T22" fmla="*/ 0 w 265"/>
                  <a:gd name="T23" fmla="*/ 34 h 67"/>
                  <a:gd name="T24" fmla="*/ 0 w 265"/>
                  <a:gd name="T25" fmla="*/ 26 h 67"/>
                  <a:gd name="T26" fmla="*/ 2 w 265"/>
                  <a:gd name="T27" fmla="*/ 20 h 67"/>
                  <a:gd name="T28" fmla="*/ 5 w 265"/>
                  <a:gd name="T29" fmla="*/ 15 h 67"/>
                  <a:gd name="T30" fmla="*/ 9 w 265"/>
                  <a:gd name="T31" fmla="*/ 10 h 67"/>
                  <a:gd name="T32" fmla="*/ 14 w 265"/>
                  <a:gd name="T33" fmla="*/ 6 h 67"/>
                  <a:gd name="T34" fmla="*/ 19 w 265"/>
                  <a:gd name="T35" fmla="*/ 2 h 67"/>
                  <a:gd name="T36" fmla="*/ 26 w 265"/>
                  <a:gd name="T37" fmla="*/ 0 h 67"/>
                  <a:gd name="T38" fmla="*/ 33 w 265"/>
                  <a:gd name="T39" fmla="*/ 0 h 67"/>
                  <a:gd name="T40" fmla="*/ 231 w 265"/>
                  <a:gd name="T41" fmla="*/ 0 h 67"/>
                  <a:gd name="T42" fmla="*/ 231 w 265"/>
                  <a:gd name="T43" fmla="*/ 0 h 67"/>
                  <a:gd name="T44" fmla="*/ 238 w 265"/>
                  <a:gd name="T45" fmla="*/ 0 h 67"/>
                  <a:gd name="T46" fmla="*/ 244 w 265"/>
                  <a:gd name="T47" fmla="*/ 2 h 67"/>
                  <a:gd name="T48" fmla="*/ 250 w 265"/>
                  <a:gd name="T49" fmla="*/ 6 h 67"/>
                  <a:gd name="T50" fmla="*/ 255 w 265"/>
                  <a:gd name="T51" fmla="*/ 10 h 67"/>
                  <a:gd name="T52" fmla="*/ 258 w 265"/>
                  <a:gd name="T53" fmla="*/ 15 h 67"/>
                  <a:gd name="T54" fmla="*/ 261 w 265"/>
                  <a:gd name="T55" fmla="*/ 20 h 67"/>
                  <a:gd name="T56" fmla="*/ 264 w 265"/>
                  <a:gd name="T57" fmla="*/ 26 h 67"/>
                  <a:gd name="T58" fmla="*/ 265 w 265"/>
                  <a:gd name="T59" fmla="*/ 34 h 67"/>
                  <a:gd name="T60" fmla="*/ 265 w 265"/>
                  <a:gd name="T61" fmla="*/ 34 h 67"/>
                  <a:gd name="T62" fmla="*/ 264 w 265"/>
                  <a:gd name="T63" fmla="*/ 40 h 67"/>
                  <a:gd name="T64" fmla="*/ 261 w 265"/>
                  <a:gd name="T65" fmla="*/ 46 h 67"/>
                  <a:gd name="T66" fmla="*/ 258 w 265"/>
                  <a:gd name="T67" fmla="*/ 52 h 67"/>
                  <a:gd name="T68" fmla="*/ 255 w 265"/>
                  <a:gd name="T69" fmla="*/ 56 h 67"/>
                  <a:gd name="T70" fmla="*/ 250 w 265"/>
                  <a:gd name="T71" fmla="*/ 60 h 67"/>
                  <a:gd name="T72" fmla="*/ 244 w 265"/>
                  <a:gd name="T73" fmla="*/ 64 h 67"/>
                  <a:gd name="T74" fmla="*/ 238 w 265"/>
                  <a:gd name="T75" fmla="*/ 66 h 67"/>
                  <a:gd name="T76" fmla="*/ 231 w 265"/>
                  <a:gd name="T77" fmla="*/ 67 h 67"/>
                  <a:gd name="T78" fmla="*/ 231 w 265"/>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7">
                    <a:moveTo>
                      <a:pt x="231" y="67"/>
                    </a:moveTo>
                    <a:lnTo>
                      <a:pt x="33" y="67"/>
                    </a:lnTo>
                    <a:lnTo>
                      <a:pt x="33" y="67"/>
                    </a:lnTo>
                    <a:lnTo>
                      <a:pt x="26" y="66"/>
                    </a:lnTo>
                    <a:lnTo>
                      <a:pt x="19" y="64"/>
                    </a:lnTo>
                    <a:lnTo>
                      <a:pt x="14" y="60"/>
                    </a:lnTo>
                    <a:lnTo>
                      <a:pt x="9" y="56"/>
                    </a:lnTo>
                    <a:lnTo>
                      <a:pt x="5" y="52"/>
                    </a:lnTo>
                    <a:lnTo>
                      <a:pt x="2" y="46"/>
                    </a:lnTo>
                    <a:lnTo>
                      <a:pt x="0" y="40"/>
                    </a:lnTo>
                    <a:lnTo>
                      <a:pt x="0" y="34"/>
                    </a:lnTo>
                    <a:lnTo>
                      <a:pt x="0" y="34"/>
                    </a:lnTo>
                    <a:lnTo>
                      <a:pt x="0" y="26"/>
                    </a:lnTo>
                    <a:lnTo>
                      <a:pt x="2" y="20"/>
                    </a:lnTo>
                    <a:lnTo>
                      <a:pt x="5" y="15"/>
                    </a:lnTo>
                    <a:lnTo>
                      <a:pt x="9" y="10"/>
                    </a:lnTo>
                    <a:lnTo>
                      <a:pt x="14" y="6"/>
                    </a:lnTo>
                    <a:lnTo>
                      <a:pt x="19" y="2"/>
                    </a:lnTo>
                    <a:lnTo>
                      <a:pt x="26" y="0"/>
                    </a:lnTo>
                    <a:lnTo>
                      <a:pt x="33" y="0"/>
                    </a:lnTo>
                    <a:lnTo>
                      <a:pt x="231" y="0"/>
                    </a:lnTo>
                    <a:lnTo>
                      <a:pt x="231" y="0"/>
                    </a:lnTo>
                    <a:lnTo>
                      <a:pt x="238" y="0"/>
                    </a:lnTo>
                    <a:lnTo>
                      <a:pt x="244" y="2"/>
                    </a:lnTo>
                    <a:lnTo>
                      <a:pt x="250" y="6"/>
                    </a:lnTo>
                    <a:lnTo>
                      <a:pt x="255" y="10"/>
                    </a:lnTo>
                    <a:lnTo>
                      <a:pt x="258" y="15"/>
                    </a:lnTo>
                    <a:lnTo>
                      <a:pt x="261" y="20"/>
                    </a:lnTo>
                    <a:lnTo>
                      <a:pt x="264" y="26"/>
                    </a:lnTo>
                    <a:lnTo>
                      <a:pt x="265" y="34"/>
                    </a:lnTo>
                    <a:lnTo>
                      <a:pt x="265" y="34"/>
                    </a:lnTo>
                    <a:lnTo>
                      <a:pt x="264" y="40"/>
                    </a:lnTo>
                    <a:lnTo>
                      <a:pt x="261" y="46"/>
                    </a:lnTo>
                    <a:lnTo>
                      <a:pt x="258" y="52"/>
                    </a:lnTo>
                    <a:lnTo>
                      <a:pt x="255" y="56"/>
                    </a:lnTo>
                    <a:lnTo>
                      <a:pt x="250" y="60"/>
                    </a:lnTo>
                    <a:lnTo>
                      <a:pt x="244" y="64"/>
                    </a:lnTo>
                    <a:lnTo>
                      <a:pt x="238" y="66"/>
                    </a:lnTo>
                    <a:lnTo>
                      <a:pt x="231" y="67"/>
                    </a:lnTo>
                    <a:lnTo>
                      <a:pt x="231"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93" name="Freeform 16">
                <a:extLst>
                  <a:ext uri="{FF2B5EF4-FFF2-40B4-BE49-F238E27FC236}">
                    <a16:creationId xmlns:a16="http://schemas.microsoft.com/office/drawing/2014/main" id="{9A7C4310-BC23-4B3C-9DC3-D78E40767052}"/>
                  </a:ext>
                </a:extLst>
              </p:cNvPr>
              <p:cNvSpPr>
                <a:spLocks/>
              </p:cNvSpPr>
              <p:nvPr/>
            </p:nvSpPr>
            <p:spPr bwMode="auto">
              <a:xfrm>
                <a:off x="2946400" y="3706813"/>
                <a:ext cx="46038" cy="150813"/>
              </a:xfrm>
              <a:custGeom>
                <a:avLst/>
                <a:gdLst>
                  <a:gd name="T0" fmla="*/ 33 w 199"/>
                  <a:gd name="T1" fmla="*/ 664 h 664"/>
                  <a:gd name="T2" fmla="*/ 20 w 199"/>
                  <a:gd name="T3" fmla="*/ 661 h 664"/>
                  <a:gd name="T4" fmla="*/ 10 w 199"/>
                  <a:gd name="T5" fmla="*/ 654 h 664"/>
                  <a:gd name="T6" fmla="*/ 2 w 199"/>
                  <a:gd name="T7" fmla="*/ 643 h 664"/>
                  <a:gd name="T8" fmla="*/ 0 w 199"/>
                  <a:gd name="T9" fmla="*/ 631 h 664"/>
                  <a:gd name="T10" fmla="*/ 0 w 199"/>
                  <a:gd name="T11" fmla="*/ 133 h 664"/>
                  <a:gd name="T12" fmla="*/ 2 w 199"/>
                  <a:gd name="T13" fmla="*/ 107 h 664"/>
                  <a:gd name="T14" fmla="*/ 11 w 199"/>
                  <a:gd name="T15" fmla="*/ 82 h 664"/>
                  <a:gd name="T16" fmla="*/ 23 w 199"/>
                  <a:gd name="T17" fmla="*/ 59 h 664"/>
                  <a:gd name="T18" fmla="*/ 38 w 199"/>
                  <a:gd name="T19" fmla="*/ 40 h 664"/>
                  <a:gd name="T20" fmla="*/ 58 w 199"/>
                  <a:gd name="T21" fmla="*/ 23 h 664"/>
                  <a:gd name="T22" fmla="*/ 81 w 199"/>
                  <a:gd name="T23" fmla="*/ 11 h 664"/>
                  <a:gd name="T24" fmla="*/ 106 w 199"/>
                  <a:gd name="T25" fmla="*/ 3 h 664"/>
                  <a:gd name="T26" fmla="*/ 133 w 199"/>
                  <a:gd name="T27" fmla="*/ 0 h 664"/>
                  <a:gd name="T28" fmla="*/ 166 w 199"/>
                  <a:gd name="T29" fmla="*/ 0 h 664"/>
                  <a:gd name="T30" fmla="*/ 178 w 199"/>
                  <a:gd name="T31" fmla="*/ 3 h 664"/>
                  <a:gd name="T32" fmla="*/ 189 w 199"/>
                  <a:gd name="T33" fmla="*/ 11 h 664"/>
                  <a:gd name="T34" fmla="*/ 196 w 199"/>
                  <a:gd name="T35" fmla="*/ 21 h 664"/>
                  <a:gd name="T36" fmla="*/ 199 w 199"/>
                  <a:gd name="T37" fmla="*/ 34 h 664"/>
                  <a:gd name="T38" fmla="*/ 198 w 199"/>
                  <a:gd name="T39" fmla="*/ 41 h 664"/>
                  <a:gd name="T40" fmla="*/ 193 w 199"/>
                  <a:gd name="T41" fmla="*/ 52 h 664"/>
                  <a:gd name="T42" fmla="*/ 184 w 199"/>
                  <a:gd name="T43" fmla="*/ 61 h 664"/>
                  <a:gd name="T44" fmla="*/ 172 w 199"/>
                  <a:gd name="T45" fmla="*/ 67 h 664"/>
                  <a:gd name="T46" fmla="*/ 133 w 199"/>
                  <a:gd name="T47" fmla="*/ 67 h 664"/>
                  <a:gd name="T48" fmla="*/ 125 w 199"/>
                  <a:gd name="T49" fmla="*/ 68 h 664"/>
                  <a:gd name="T50" fmla="*/ 113 w 199"/>
                  <a:gd name="T51" fmla="*/ 70 h 664"/>
                  <a:gd name="T52" fmla="*/ 101 w 199"/>
                  <a:gd name="T53" fmla="*/ 75 h 664"/>
                  <a:gd name="T54" fmla="*/ 85 w 199"/>
                  <a:gd name="T55" fmla="*/ 86 h 664"/>
                  <a:gd name="T56" fmla="*/ 74 w 199"/>
                  <a:gd name="T57" fmla="*/ 102 h 664"/>
                  <a:gd name="T58" fmla="*/ 70 w 199"/>
                  <a:gd name="T59" fmla="*/ 113 h 664"/>
                  <a:gd name="T60" fmla="*/ 66 w 199"/>
                  <a:gd name="T61" fmla="*/ 127 h 664"/>
                  <a:gd name="T62" fmla="*/ 66 w 199"/>
                  <a:gd name="T63" fmla="*/ 631 h 664"/>
                  <a:gd name="T64" fmla="*/ 65 w 199"/>
                  <a:gd name="T65" fmla="*/ 637 h 664"/>
                  <a:gd name="T66" fmla="*/ 60 w 199"/>
                  <a:gd name="T67" fmla="*/ 650 h 664"/>
                  <a:gd name="T68" fmla="*/ 52 w 199"/>
                  <a:gd name="T69" fmla="*/ 658 h 664"/>
                  <a:gd name="T70" fmla="*/ 40 w 199"/>
                  <a:gd name="T71" fmla="*/ 663 h 664"/>
                  <a:gd name="T72" fmla="*/ 33 w 199"/>
                  <a:gd name="T73" fmla="*/ 664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9" h="664">
                    <a:moveTo>
                      <a:pt x="33" y="664"/>
                    </a:moveTo>
                    <a:lnTo>
                      <a:pt x="33" y="664"/>
                    </a:lnTo>
                    <a:lnTo>
                      <a:pt x="26" y="663"/>
                    </a:lnTo>
                    <a:lnTo>
                      <a:pt x="20" y="661"/>
                    </a:lnTo>
                    <a:lnTo>
                      <a:pt x="15" y="658"/>
                    </a:lnTo>
                    <a:lnTo>
                      <a:pt x="10" y="654"/>
                    </a:lnTo>
                    <a:lnTo>
                      <a:pt x="5" y="650"/>
                    </a:lnTo>
                    <a:lnTo>
                      <a:pt x="2" y="643"/>
                    </a:lnTo>
                    <a:lnTo>
                      <a:pt x="0" y="637"/>
                    </a:lnTo>
                    <a:lnTo>
                      <a:pt x="0" y="631"/>
                    </a:lnTo>
                    <a:lnTo>
                      <a:pt x="0" y="133"/>
                    </a:lnTo>
                    <a:lnTo>
                      <a:pt x="0" y="133"/>
                    </a:lnTo>
                    <a:lnTo>
                      <a:pt x="0" y="119"/>
                    </a:lnTo>
                    <a:lnTo>
                      <a:pt x="2" y="107"/>
                    </a:lnTo>
                    <a:lnTo>
                      <a:pt x="5" y="94"/>
                    </a:lnTo>
                    <a:lnTo>
                      <a:pt x="11" y="82"/>
                    </a:lnTo>
                    <a:lnTo>
                      <a:pt x="16" y="70"/>
                    </a:lnTo>
                    <a:lnTo>
                      <a:pt x="23" y="59"/>
                    </a:lnTo>
                    <a:lnTo>
                      <a:pt x="30" y="49"/>
                    </a:lnTo>
                    <a:lnTo>
                      <a:pt x="38" y="40"/>
                    </a:lnTo>
                    <a:lnTo>
                      <a:pt x="48" y="31"/>
                    </a:lnTo>
                    <a:lnTo>
                      <a:pt x="58" y="23"/>
                    </a:lnTo>
                    <a:lnTo>
                      <a:pt x="70" y="17"/>
                    </a:lnTo>
                    <a:lnTo>
                      <a:pt x="81" y="11"/>
                    </a:lnTo>
                    <a:lnTo>
                      <a:pt x="93" y="7"/>
                    </a:lnTo>
                    <a:lnTo>
                      <a:pt x="106" y="3"/>
                    </a:lnTo>
                    <a:lnTo>
                      <a:pt x="119" y="1"/>
                    </a:lnTo>
                    <a:lnTo>
                      <a:pt x="133" y="0"/>
                    </a:lnTo>
                    <a:lnTo>
                      <a:pt x="166" y="0"/>
                    </a:lnTo>
                    <a:lnTo>
                      <a:pt x="166" y="0"/>
                    </a:lnTo>
                    <a:lnTo>
                      <a:pt x="172" y="1"/>
                    </a:lnTo>
                    <a:lnTo>
                      <a:pt x="178" y="3"/>
                    </a:lnTo>
                    <a:lnTo>
                      <a:pt x="184" y="7"/>
                    </a:lnTo>
                    <a:lnTo>
                      <a:pt x="189" y="11"/>
                    </a:lnTo>
                    <a:lnTo>
                      <a:pt x="193" y="15"/>
                    </a:lnTo>
                    <a:lnTo>
                      <a:pt x="196" y="21"/>
                    </a:lnTo>
                    <a:lnTo>
                      <a:pt x="198" y="27"/>
                    </a:lnTo>
                    <a:lnTo>
                      <a:pt x="199" y="34"/>
                    </a:lnTo>
                    <a:lnTo>
                      <a:pt x="199" y="34"/>
                    </a:lnTo>
                    <a:lnTo>
                      <a:pt x="198" y="41"/>
                    </a:lnTo>
                    <a:lnTo>
                      <a:pt x="196" y="47"/>
                    </a:lnTo>
                    <a:lnTo>
                      <a:pt x="193" y="52"/>
                    </a:lnTo>
                    <a:lnTo>
                      <a:pt x="189" y="57"/>
                    </a:lnTo>
                    <a:lnTo>
                      <a:pt x="184" y="61"/>
                    </a:lnTo>
                    <a:lnTo>
                      <a:pt x="178" y="65"/>
                    </a:lnTo>
                    <a:lnTo>
                      <a:pt x="172" y="67"/>
                    </a:lnTo>
                    <a:lnTo>
                      <a:pt x="166" y="67"/>
                    </a:lnTo>
                    <a:lnTo>
                      <a:pt x="133" y="67"/>
                    </a:lnTo>
                    <a:lnTo>
                      <a:pt x="133" y="67"/>
                    </a:lnTo>
                    <a:lnTo>
                      <a:pt x="125" y="68"/>
                    </a:lnTo>
                    <a:lnTo>
                      <a:pt x="119" y="69"/>
                    </a:lnTo>
                    <a:lnTo>
                      <a:pt x="113" y="70"/>
                    </a:lnTo>
                    <a:lnTo>
                      <a:pt x="107" y="72"/>
                    </a:lnTo>
                    <a:lnTo>
                      <a:pt x="101" y="75"/>
                    </a:lnTo>
                    <a:lnTo>
                      <a:pt x="95" y="78"/>
                    </a:lnTo>
                    <a:lnTo>
                      <a:pt x="85" y="86"/>
                    </a:lnTo>
                    <a:lnTo>
                      <a:pt x="78" y="97"/>
                    </a:lnTo>
                    <a:lnTo>
                      <a:pt x="74" y="102"/>
                    </a:lnTo>
                    <a:lnTo>
                      <a:pt x="72" y="107"/>
                    </a:lnTo>
                    <a:lnTo>
                      <a:pt x="70" y="113"/>
                    </a:lnTo>
                    <a:lnTo>
                      <a:pt x="67" y="120"/>
                    </a:lnTo>
                    <a:lnTo>
                      <a:pt x="66" y="127"/>
                    </a:lnTo>
                    <a:lnTo>
                      <a:pt x="66" y="133"/>
                    </a:lnTo>
                    <a:lnTo>
                      <a:pt x="66" y="631"/>
                    </a:lnTo>
                    <a:lnTo>
                      <a:pt x="66" y="631"/>
                    </a:lnTo>
                    <a:lnTo>
                      <a:pt x="65" y="637"/>
                    </a:lnTo>
                    <a:lnTo>
                      <a:pt x="63" y="643"/>
                    </a:lnTo>
                    <a:lnTo>
                      <a:pt x="60" y="650"/>
                    </a:lnTo>
                    <a:lnTo>
                      <a:pt x="56" y="654"/>
                    </a:lnTo>
                    <a:lnTo>
                      <a:pt x="52" y="658"/>
                    </a:lnTo>
                    <a:lnTo>
                      <a:pt x="46" y="661"/>
                    </a:lnTo>
                    <a:lnTo>
                      <a:pt x="40" y="663"/>
                    </a:lnTo>
                    <a:lnTo>
                      <a:pt x="33" y="664"/>
                    </a:lnTo>
                    <a:lnTo>
                      <a:pt x="33" y="6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grpSp>
        <p:cxnSp>
          <p:nvCxnSpPr>
            <p:cNvPr id="95" name="Straight Connector 94">
              <a:extLst>
                <a:ext uri="{FF2B5EF4-FFF2-40B4-BE49-F238E27FC236}">
                  <a16:creationId xmlns:a16="http://schemas.microsoft.com/office/drawing/2014/main" id="{2808686C-84C5-4075-B9C9-565C5C2ABFBA}"/>
                </a:ext>
              </a:extLst>
            </p:cNvPr>
            <p:cNvCxnSpPr>
              <a:cxnSpLocks/>
            </p:cNvCxnSpPr>
            <p:nvPr/>
          </p:nvCxnSpPr>
          <p:spPr bwMode="gray">
            <a:xfrm>
              <a:off x="9646931"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D97E9F6-FA8F-4532-B237-31779FADAB88}"/>
                </a:ext>
              </a:extLst>
            </p:cNvPr>
            <p:cNvCxnSpPr>
              <a:cxnSpLocks/>
            </p:cNvCxnSpPr>
            <p:nvPr/>
          </p:nvCxnSpPr>
          <p:spPr bwMode="gray">
            <a:xfrm>
              <a:off x="7523687"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1638EF-D6D9-4772-8B75-AB375935829C}"/>
                </a:ext>
              </a:extLst>
            </p:cNvPr>
            <p:cNvCxnSpPr>
              <a:cxnSpLocks/>
            </p:cNvCxnSpPr>
            <p:nvPr/>
          </p:nvCxnSpPr>
          <p:spPr bwMode="gray">
            <a:xfrm>
              <a:off x="4925930"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806BDB3-547A-4427-B5E7-36517CFA51C7}"/>
                </a:ext>
              </a:extLst>
            </p:cNvPr>
            <p:cNvCxnSpPr>
              <a:cxnSpLocks/>
            </p:cNvCxnSpPr>
            <p:nvPr/>
          </p:nvCxnSpPr>
          <p:spPr bwMode="gray">
            <a:xfrm>
              <a:off x="2823334"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1E7C622B-50A3-4E49-9566-E39196C637FF}"/>
                </a:ext>
              </a:extLst>
            </p:cNvPr>
            <p:cNvGrpSpPr/>
            <p:nvPr/>
          </p:nvGrpSpPr>
          <p:grpSpPr>
            <a:xfrm>
              <a:off x="3017570" y="4384711"/>
              <a:ext cx="198110" cy="297821"/>
              <a:chOff x="7775575" y="2536825"/>
              <a:chExt cx="239713" cy="360363"/>
            </a:xfrm>
            <a:solidFill>
              <a:schemeClr val="bg1"/>
            </a:solidFill>
          </p:grpSpPr>
          <p:sp>
            <p:nvSpPr>
              <p:cNvPr id="101" name="Freeform 167">
                <a:extLst>
                  <a:ext uri="{FF2B5EF4-FFF2-40B4-BE49-F238E27FC236}">
                    <a16:creationId xmlns:a16="http://schemas.microsoft.com/office/drawing/2014/main" id="{4C01308B-16B5-49E5-8B51-524F594E00C1}"/>
                  </a:ext>
                </a:extLst>
              </p:cNvPr>
              <p:cNvSpPr>
                <a:spLocks/>
              </p:cNvSpPr>
              <p:nvPr/>
            </p:nvSpPr>
            <p:spPr bwMode="auto">
              <a:xfrm>
                <a:off x="7874000" y="2740025"/>
                <a:ext cx="58738" cy="104775"/>
              </a:xfrm>
              <a:custGeom>
                <a:avLst/>
                <a:gdLst>
                  <a:gd name="T0" fmla="*/ 106 w 264"/>
                  <a:gd name="T1" fmla="*/ 460 h 463"/>
                  <a:gd name="T2" fmla="*/ 58 w 264"/>
                  <a:gd name="T3" fmla="*/ 440 h 463"/>
                  <a:gd name="T4" fmla="*/ 22 w 264"/>
                  <a:gd name="T5" fmla="*/ 404 h 463"/>
                  <a:gd name="T6" fmla="*/ 2 w 264"/>
                  <a:gd name="T7" fmla="*/ 357 h 463"/>
                  <a:gd name="T8" fmla="*/ 0 w 264"/>
                  <a:gd name="T9" fmla="*/ 324 h 463"/>
                  <a:gd name="T10" fmla="*/ 15 w 264"/>
                  <a:gd name="T11" fmla="*/ 303 h 463"/>
                  <a:gd name="T12" fmla="*/ 32 w 264"/>
                  <a:gd name="T13" fmla="*/ 297 h 463"/>
                  <a:gd name="T14" fmla="*/ 56 w 264"/>
                  <a:gd name="T15" fmla="*/ 306 h 463"/>
                  <a:gd name="T16" fmla="*/ 65 w 264"/>
                  <a:gd name="T17" fmla="*/ 330 h 463"/>
                  <a:gd name="T18" fmla="*/ 68 w 264"/>
                  <a:gd name="T19" fmla="*/ 350 h 463"/>
                  <a:gd name="T20" fmla="*/ 85 w 264"/>
                  <a:gd name="T21" fmla="*/ 377 h 463"/>
                  <a:gd name="T22" fmla="*/ 112 w 264"/>
                  <a:gd name="T23" fmla="*/ 393 h 463"/>
                  <a:gd name="T24" fmla="*/ 131 w 264"/>
                  <a:gd name="T25" fmla="*/ 396 h 463"/>
                  <a:gd name="T26" fmla="*/ 157 w 264"/>
                  <a:gd name="T27" fmla="*/ 391 h 463"/>
                  <a:gd name="T28" fmla="*/ 186 w 264"/>
                  <a:gd name="T29" fmla="*/ 367 h 463"/>
                  <a:gd name="T30" fmla="*/ 197 w 264"/>
                  <a:gd name="T31" fmla="*/ 344 h 463"/>
                  <a:gd name="T32" fmla="*/ 198 w 264"/>
                  <a:gd name="T33" fmla="*/ 324 h 463"/>
                  <a:gd name="T34" fmla="*/ 190 w 264"/>
                  <a:gd name="T35" fmla="*/ 299 h 463"/>
                  <a:gd name="T36" fmla="*/ 164 w 264"/>
                  <a:gd name="T37" fmla="*/ 272 h 463"/>
                  <a:gd name="T38" fmla="*/ 139 w 264"/>
                  <a:gd name="T39" fmla="*/ 265 h 463"/>
                  <a:gd name="T40" fmla="*/ 106 w 264"/>
                  <a:gd name="T41" fmla="*/ 262 h 463"/>
                  <a:gd name="T42" fmla="*/ 58 w 264"/>
                  <a:gd name="T43" fmla="*/ 241 h 463"/>
                  <a:gd name="T44" fmla="*/ 22 w 264"/>
                  <a:gd name="T45" fmla="*/ 206 h 463"/>
                  <a:gd name="T46" fmla="*/ 2 w 264"/>
                  <a:gd name="T47" fmla="*/ 158 h 463"/>
                  <a:gd name="T48" fmla="*/ 0 w 264"/>
                  <a:gd name="T49" fmla="*/ 118 h 463"/>
                  <a:gd name="T50" fmla="*/ 16 w 264"/>
                  <a:gd name="T51" fmla="*/ 68 h 463"/>
                  <a:gd name="T52" fmla="*/ 48 w 264"/>
                  <a:gd name="T53" fmla="*/ 30 h 463"/>
                  <a:gd name="T54" fmla="*/ 92 w 264"/>
                  <a:gd name="T55" fmla="*/ 5 h 463"/>
                  <a:gd name="T56" fmla="*/ 131 w 264"/>
                  <a:gd name="T57" fmla="*/ 0 h 463"/>
                  <a:gd name="T58" fmla="*/ 183 w 264"/>
                  <a:gd name="T59" fmla="*/ 10 h 463"/>
                  <a:gd name="T60" fmla="*/ 226 w 264"/>
                  <a:gd name="T61" fmla="*/ 38 h 463"/>
                  <a:gd name="T62" fmla="*/ 254 w 264"/>
                  <a:gd name="T63" fmla="*/ 81 h 463"/>
                  <a:gd name="T64" fmla="*/ 264 w 264"/>
                  <a:gd name="T65" fmla="*/ 131 h 463"/>
                  <a:gd name="T66" fmla="*/ 259 w 264"/>
                  <a:gd name="T67" fmla="*/ 150 h 463"/>
                  <a:gd name="T68" fmla="*/ 238 w 264"/>
                  <a:gd name="T69" fmla="*/ 164 h 463"/>
                  <a:gd name="T70" fmla="*/ 218 w 264"/>
                  <a:gd name="T71" fmla="*/ 162 h 463"/>
                  <a:gd name="T72" fmla="*/ 201 w 264"/>
                  <a:gd name="T73" fmla="*/ 145 h 463"/>
                  <a:gd name="T74" fmla="*/ 198 w 264"/>
                  <a:gd name="T75" fmla="*/ 125 h 463"/>
                  <a:gd name="T76" fmla="*/ 190 w 264"/>
                  <a:gd name="T77" fmla="*/ 100 h 463"/>
                  <a:gd name="T78" fmla="*/ 164 w 264"/>
                  <a:gd name="T79" fmla="*/ 73 h 463"/>
                  <a:gd name="T80" fmla="*/ 139 w 264"/>
                  <a:gd name="T81" fmla="*/ 66 h 463"/>
                  <a:gd name="T82" fmla="*/ 118 w 264"/>
                  <a:gd name="T83" fmla="*/ 67 h 463"/>
                  <a:gd name="T84" fmla="*/ 95 w 264"/>
                  <a:gd name="T85" fmla="*/ 76 h 463"/>
                  <a:gd name="T86" fmla="*/ 70 w 264"/>
                  <a:gd name="T87" fmla="*/ 106 h 463"/>
                  <a:gd name="T88" fmla="*/ 65 w 264"/>
                  <a:gd name="T89" fmla="*/ 131 h 463"/>
                  <a:gd name="T90" fmla="*/ 68 w 264"/>
                  <a:gd name="T91" fmla="*/ 151 h 463"/>
                  <a:gd name="T92" fmla="*/ 85 w 264"/>
                  <a:gd name="T93" fmla="*/ 179 h 463"/>
                  <a:gd name="T94" fmla="*/ 112 w 264"/>
                  <a:gd name="T95" fmla="*/ 194 h 463"/>
                  <a:gd name="T96" fmla="*/ 131 w 264"/>
                  <a:gd name="T97" fmla="*/ 198 h 463"/>
                  <a:gd name="T98" fmla="*/ 183 w 264"/>
                  <a:gd name="T99" fmla="*/ 208 h 463"/>
                  <a:gd name="T100" fmla="*/ 226 w 264"/>
                  <a:gd name="T101" fmla="*/ 237 h 463"/>
                  <a:gd name="T102" fmla="*/ 254 w 264"/>
                  <a:gd name="T103" fmla="*/ 278 h 463"/>
                  <a:gd name="T104" fmla="*/ 264 w 264"/>
                  <a:gd name="T105" fmla="*/ 330 h 463"/>
                  <a:gd name="T106" fmla="*/ 258 w 264"/>
                  <a:gd name="T107" fmla="*/ 370 h 463"/>
                  <a:gd name="T108" fmla="*/ 234 w 264"/>
                  <a:gd name="T109" fmla="*/ 414 h 463"/>
                  <a:gd name="T110" fmla="*/ 195 w 264"/>
                  <a:gd name="T111" fmla="*/ 446 h 463"/>
                  <a:gd name="T112" fmla="*/ 145 w 264"/>
                  <a:gd name="T113" fmla="*/ 462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4" h="463">
                    <a:moveTo>
                      <a:pt x="131" y="463"/>
                    </a:moveTo>
                    <a:lnTo>
                      <a:pt x="131" y="463"/>
                    </a:lnTo>
                    <a:lnTo>
                      <a:pt x="118" y="462"/>
                    </a:lnTo>
                    <a:lnTo>
                      <a:pt x="106" y="460"/>
                    </a:lnTo>
                    <a:lnTo>
                      <a:pt x="92" y="457"/>
                    </a:lnTo>
                    <a:lnTo>
                      <a:pt x="81" y="452"/>
                    </a:lnTo>
                    <a:lnTo>
                      <a:pt x="68" y="446"/>
                    </a:lnTo>
                    <a:lnTo>
                      <a:pt x="58" y="440"/>
                    </a:lnTo>
                    <a:lnTo>
                      <a:pt x="48" y="433"/>
                    </a:lnTo>
                    <a:lnTo>
                      <a:pt x="38" y="423"/>
                    </a:lnTo>
                    <a:lnTo>
                      <a:pt x="30" y="414"/>
                    </a:lnTo>
                    <a:lnTo>
                      <a:pt x="22" y="404"/>
                    </a:lnTo>
                    <a:lnTo>
                      <a:pt x="16" y="393"/>
                    </a:lnTo>
                    <a:lnTo>
                      <a:pt x="10" y="382"/>
                    </a:lnTo>
                    <a:lnTo>
                      <a:pt x="5" y="370"/>
                    </a:lnTo>
                    <a:lnTo>
                      <a:pt x="2" y="357"/>
                    </a:lnTo>
                    <a:lnTo>
                      <a:pt x="0" y="344"/>
                    </a:lnTo>
                    <a:lnTo>
                      <a:pt x="0" y="330"/>
                    </a:lnTo>
                    <a:lnTo>
                      <a:pt x="0" y="330"/>
                    </a:lnTo>
                    <a:lnTo>
                      <a:pt x="0" y="324"/>
                    </a:lnTo>
                    <a:lnTo>
                      <a:pt x="2" y="318"/>
                    </a:lnTo>
                    <a:lnTo>
                      <a:pt x="5" y="312"/>
                    </a:lnTo>
                    <a:lnTo>
                      <a:pt x="9" y="306"/>
                    </a:lnTo>
                    <a:lnTo>
                      <a:pt x="15" y="303"/>
                    </a:lnTo>
                    <a:lnTo>
                      <a:pt x="20" y="300"/>
                    </a:lnTo>
                    <a:lnTo>
                      <a:pt x="26" y="298"/>
                    </a:lnTo>
                    <a:lnTo>
                      <a:pt x="32" y="297"/>
                    </a:lnTo>
                    <a:lnTo>
                      <a:pt x="32" y="297"/>
                    </a:lnTo>
                    <a:lnTo>
                      <a:pt x="39" y="298"/>
                    </a:lnTo>
                    <a:lnTo>
                      <a:pt x="46" y="300"/>
                    </a:lnTo>
                    <a:lnTo>
                      <a:pt x="51" y="303"/>
                    </a:lnTo>
                    <a:lnTo>
                      <a:pt x="56" y="306"/>
                    </a:lnTo>
                    <a:lnTo>
                      <a:pt x="60" y="312"/>
                    </a:lnTo>
                    <a:lnTo>
                      <a:pt x="63" y="318"/>
                    </a:lnTo>
                    <a:lnTo>
                      <a:pt x="65" y="324"/>
                    </a:lnTo>
                    <a:lnTo>
                      <a:pt x="65" y="330"/>
                    </a:lnTo>
                    <a:lnTo>
                      <a:pt x="65" y="330"/>
                    </a:lnTo>
                    <a:lnTo>
                      <a:pt x="66" y="337"/>
                    </a:lnTo>
                    <a:lnTo>
                      <a:pt x="67" y="344"/>
                    </a:lnTo>
                    <a:lnTo>
                      <a:pt x="68" y="350"/>
                    </a:lnTo>
                    <a:lnTo>
                      <a:pt x="70" y="356"/>
                    </a:lnTo>
                    <a:lnTo>
                      <a:pt x="74" y="362"/>
                    </a:lnTo>
                    <a:lnTo>
                      <a:pt x="77" y="367"/>
                    </a:lnTo>
                    <a:lnTo>
                      <a:pt x="85" y="377"/>
                    </a:lnTo>
                    <a:lnTo>
                      <a:pt x="95" y="385"/>
                    </a:lnTo>
                    <a:lnTo>
                      <a:pt x="100" y="388"/>
                    </a:lnTo>
                    <a:lnTo>
                      <a:pt x="106" y="391"/>
                    </a:lnTo>
                    <a:lnTo>
                      <a:pt x="112" y="393"/>
                    </a:lnTo>
                    <a:lnTo>
                      <a:pt x="118" y="395"/>
                    </a:lnTo>
                    <a:lnTo>
                      <a:pt x="125" y="396"/>
                    </a:lnTo>
                    <a:lnTo>
                      <a:pt x="131" y="396"/>
                    </a:lnTo>
                    <a:lnTo>
                      <a:pt x="131" y="396"/>
                    </a:lnTo>
                    <a:lnTo>
                      <a:pt x="139" y="396"/>
                    </a:lnTo>
                    <a:lnTo>
                      <a:pt x="145" y="395"/>
                    </a:lnTo>
                    <a:lnTo>
                      <a:pt x="151" y="393"/>
                    </a:lnTo>
                    <a:lnTo>
                      <a:pt x="157" y="391"/>
                    </a:lnTo>
                    <a:lnTo>
                      <a:pt x="164" y="388"/>
                    </a:lnTo>
                    <a:lnTo>
                      <a:pt x="169" y="385"/>
                    </a:lnTo>
                    <a:lnTo>
                      <a:pt x="179" y="377"/>
                    </a:lnTo>
                    <a:lnTo>
                      <a:pt x="186" y="367"/>
                    </a:lnTo>
                    <a:lnTo>
                      <a:pt x="190" y="362"/>
                    </a:lnTo>
                    <a:lnTo>
                      <a:pt x="193" y="356"/>
                    </a:lnTo>
                    <a:lnTo>
                      <a:pt x="195" y="350"/>
                    </a:lnTo>
                    <a:lnTo>
                      <a:pt x="197" y="344"/>
                    </a:lnTo>
                    <a:lnTo>
                      <a:pt x="198" y="337"/>
                    </a:lnTo>
                    <a:lnTo>
                      <a:pt x="198" y="330"/>
                    </a:lnTo>
                    <a:lnTo>
                      <a:pt x="198" y="330"/>
                    </a:lnTo>
                    <a:lnTo>
                      <a:pt x="198" y="324"/>
                    </a:lnTo>
                    <a:lnTo>
                      <a:pt x="197" y="317"/>
                    </a:lnTo>
                    <a:lnTo>
                      <a:pt x="195" y="310"/>
                    </a:lnTo>
                    <a:lnTo>
                      <a:pt x="193" y="304"/>
                    </a:lnTo>
                    <a:lnTo>
                      <a:pt x="190" y="299"/>
                    </a:lnTo>
                    <a:lnTo>
                      <a:pt x="186" y="293"/>
                    </a:lnTo>
                    <a:lnTo>
                      <a:pt x="179" y="284"/>
                    </a:lnTo>
                    <a:lnTo>
                      <a:pt x="169" y="275"/>
                    </a:lnTo>
                    <a:lnTo>
                      <a:pt x="164" y="272"/>
                    </a:lnTo>
                    <a:lnTo>
                      <a:pt x="157" y="269"/>
                    </a:lnTo>
                    <a:lnTo>
                      <a:pt x="151" y="267"/>
                    </a:lnTo>
                    <a:lnTo>
                      <a:pt x="145" y="265"/>
                    </a:lnTo>
                    <a:lnTo>
                      <a:pt x="139" y="265"/>
                    </a:lnTo>
                    <a:lnTo>
                      <a:pt x="131" y="264"/>
                    </a:lnTo>
                    <a:lnTo>
                      <a:pt x="131" y="264"/>
                    </a:lnTo>
                    <a:lnTo>
                      <a:pt x="118" y="264"/>
                    </a:lnTo>
                    <a:lnTo>
                      <a:pt x="106" y="262"/>
                    </a:lnTo>
                    <a:lnTo>
                      <a:pt x="92" y="258"/>
                    </a:lnTo>
                    <a:lnTo>
                      <a:pt x="81" y="254"/>
                    </a:lnTo>
                    <a:lnTo>
                      <a:pt x="68" y="248"/>
                    </a:lnTo>
                    <a:lnTo>
                      <a:pt x="58" y="241"/>
                    </a:lnTo>
                    <a:lnTo>
                      <a:pt x="48" y="234"/>
                    </a:lnTo>
                    <a:lnTo>
                      <a:pt x="38" y="226"/>
                    </a:lnTo>
                    <a:lnTo>
                      <a:pt x="30" y="216"/>
                    </a:lnTo>
                    <a:lnTo>
                      <a:pt x="22" y="206"/>
                    </a:lnTo>
                    <a:lnTo>
                      <a:pt x="16" y="194"/>
                    </a:lnTo>
                    <a:lnTo>
                      <a:pt x="10" y="183"/>
                    </a:lnTo>
                    <a:lnTo>
                      <a:pt x="5" y="171"/>
                    </a:lnTo>
                    <a:lnTo>
                      <a:pt x="2" y="158"/>
                    </a:lnTo>
                    <a:lnTo>
                      <a:pt x="0" y="145"/>
                    </a:lnTo>
                    <a:lnTo>
                      <a:pt x="0" y="131"/>
                    </a:lnTo>
                    <a:lnTo>
                      <a:pt x="0" y="131"/>
                    </a:lnTo>
                    <a:lnTo>
                      <a:pt x="0" y="118"/>
                    </a:lnTo>
                    <a:lnTo>
                      <a:pt x="2" y="105"/>
                    </a:lnTo>
                    <a:lnTo>
                      <a:pt x="5" y="92"/>
                    </a:lnTo>
                    <a:lnTo>
                      <a:pt x="10" y="81"/>
                    </a:lnTo>
                    <a:lnTo>
                      <a:pt x="16" y="68"/>
                    </a:lnTo>
                    <a:lnTo>
                      <a:pt x="22" y="58"/>
                    </a:lnTo>
                    <a:lnTo>
                      <a:pt x="30" y="47"/>
                    </a:lnTo>
                    <a:lnTo>
                      <a:pt x="38" y="38"/>
                    </a:lnTo>
                    <a:lnTo>
                      <a:pt x="48" y="30"/>
                    </a:lnTo>
                    <a:lnTo>
                      <a:pt x="58" y="22"/>
                    </a:lnTo>
                    <a:lnTo>
                      <a:pt x="68" y="15"/>
                    </a:lnTo>
                    <a:lnTo>
                      <a:pt x="81" y="10"/>
                    </a:lnTo>
                    <a:lnTo>
                      <a:pt x="92" y="5"/>
                    </a:lnTo>
                    <a:lnTo>
                      <a:pt x="106" y="2"/>
                    </a:lnTo>
                    <a:lnTo>
                      <a:pt x="118" y="0"/>
                    </a:lnTo>
                    <a:lnTo>
                      <a:pt x="131" y="0"/>
                    </a:lnTo>
                    <a:lnTo>
                      <a:pt x="131" y="0"/>
                    </a:lnTo>
                    <a:lnTo>
                      <a:pt x="145" y="0"/>
                    </a:lnTo>
                    <a:lnTo>
                      <a:pt x="158" y="2"/>
                    </a:lnTo>
                    <a:lnTo>
                      <a:pt x="171" y="5"/>
                    </a:lnTo>
                    <a:lnTo>
                      <a:pt x="183" y="10"/>
                    </a:lnTo>
                    <a:lnTo>
                      <a:pt x="195" y="15"/>
                    </a:lnTo>
                    <a:lnTo>
                      <a:pt x="206" y="22"/>
                    </a:lnTo>
                    <a:lnTo>
                      <a:pt x="216" y="30"/>
                    </a:lnTo>
                    <a:lnTo>
                      <a:pt x="226" y="38"/>
                    </a:lnTo>
                    <a:lnTo>
                      <a:pt x="234" y="47"/>
                    </a:lnTo>
                    <a:lnTo>
                      <a:pt x="241" y="58"/>
                    </a:lnTo>
                    <a:lnTo>
                      <a:pt x="248" y="68"/>
                    </a:lnTo>
                    <a:lnTo>
                      <a:pt x="254" y="81"/>
                    </a:lnTo>
                    <a:lnTo>
                      <a:pt x="258" y="92"/>
                    </a:lnTo>
                    <a:lnTo>
                      <a:pt x="262" y="105"/>
                    </a:lnTo>
                    <a:lnTo>
                      <a:pt x="263" y="118"/>
                    </a:lnTo>
                    <a:lnTo>
                      <a:pt x="264" y="131"/>
                    </a:lnTo>
                    <a:lnTo>
                      <a:pt x="264" y="131"/>
                    </a:lnTo>
                    <a:lnTo>
                      <a:pt x="263" y="139"/>
                    </a:lnTo>
                    <a:lnTo>
                      <a:pt x="262" y="145"/>
                    </a:lnTo>
                    <a:lnTo>
                      <a:pt x="259" y="150"/>
                    </a:lnTo>
                    <a:lnTo>
                      <a:pt x="255" y="155"/>
                    </a:lnTo>
                    <a:lnTo>
                      <a:pt x="249" y="159"/>
                    </a:lnTo>
                    <a:lnTo>
                      <a:pt x="244" y="162"/>
                    </a:lnTo>
                    <a:lnTo>
                      <a:pt x="238" y="164"/>
                    </a:lnTo>
                    <a:lnTo>
                      <a:pt x="231" y="164"/>
                    </a:lnTo>
                    <a:lnTo>
                      <a:pt x="231" y="164"/>
                    </a:lnTo>
                    <a:lnTo>
                      <a:pt x="225" y="164"/>
                    </a:lnTo>
                    <a:lnTo>
                      <a:pt x="218" y="162"/>
                    </a:lnTo>
                    <a:lnTo>
                      <a:pt x="212" y="159"/>
                    </a:lnTo>
                    <a:lnTo>
                      <a:pt x="208" y="155"/>
                    </a:lnTo>
                    <a:lnTo>
                      <a:pt x="204" y="150"/>
                    </a:lnTo>
                    <a:lnTo>
                      <a:pt x="201" y="145"/>
                    </a:lnTo>
                    <a:lnTo>
                      <a:pt x="199" y="139"/>
                    </a:lnTo>
                    <a:lnTo>
                      <a:pt x="198" y="131"/>
                    </a:lnTo>
                    <a:lnTo>
                      <a:pt x="198" y="131"/>
                    </a:lnTo>
                    <a:lnTo>
                      <a:pt x="198" y="125"/>
                    </a:lnTo>
                    <a:lnTo>
                      <a:pt x="197" y="119"/>
                    </a:lnTo>
                    <a:lnTo>
                      <a:pt x="195" y="112"/>
                    </a:lnTo>
                    <a:lnTo>
                      <a:pt x="193" y="106"/>
                    </a:lnTo>
                    <a:lnTo>
                      <a:pt x="190" y="100"/>
                    </a:lnTo>
                    <a:lnTo>
                      <a:pt x="186" y="95"/>
                    </a:lnTo>
                    <a:lnTo>
                      <a:pt x="179" y="85"/>
                    </a:lnTo>
                    <a:lnTo>
                      <a:pt x="169" y="76"/>
                    </a:lnTo>
                    <a:lnTo>
                      <a:pt x="164" y="73"/>
                    </a:lnTo>
                    <a:lnTo>
                      <a:pt x="157" y="70"/>
                    </a:lnTo>
                    <a:lnTo>
                      <a:pt x="151" y="68"/>
                    </a:lnTo>
                    <a:lnTo>
                      <a:pt x="145" y="67"/>
                    </a:lnTo>
                    <a:lnTo>
                      <a:pt x="139" y="66"/>
                    </a:lnTo>
                    <a:lnTo>
                      <a:pt x="131" y="65"/>
                    </a:lnTo>
                    <a:lnTo>
                      <a:pt x="131" y="65"/>
                    </a:lnTo>
                    <a:lnTo>
                      <a:pt x="125" y="66"/>
                    </a:lnTo>
                    <a:lnTo>
                      <a:pt x="118" y="67"/>
                    </a:lnTo>
                    <a:lnTo>
                      <a:pt x="112" y="68"/>
                    </a:lnTo>
                    <a:lnTo>
                      <a:pt x="106" y="70"/>
                    </a:lnTo>
                    <a:lnTo>
                      <a:pt x="100" y="73"/>
                    </a:lnTo>
                    <a:lnTo>
                      <a:pt x="95" y="76"/>
                    </a:lnTo>
                    <a:lnTo>
                      <a:pt x="85" y="85"/>
                    </a:lnTo>
                    <a:lnTo>
                      <a:pt x="77" y="95"/>
                    </a:lnTo>
                    <a:lnTo>
                      <a:pt x="74" y="100"/>
                    </a:lnTo>
                    <a:lnTo>
                      <a:pt x="70" y="106"/>
                    </a:lnTo>
                    <a:lnTo>
                      <a:pt x="68" y="112"/>
                    </a:lnTo>
                    <a:lnTo>
                      <a:pt x="67" y="119"/>
                    </a:lnTo>
                    <a:lnTo>
                      <a:pt x="66" y="125"/>
                    </a:lnTo>
                    <a:lnTo>
                      <a:pt x="65" y="131"/>
                    </a:lnTo>
                    <a:lnTo>
                      <a:pt x="65" y="131"/>
                    </a:lnTo>
                    <a:lnTo>
                      <a:pt x="66" y="139"/>
                    </a:lnTo>
                    <a:lnTo>
                      <a:pt x="67" y="145"/>
                    </a:lnTo>
                    <a:lnTo>
                      <a:pt x="68" y="151"/>
                    </a:lnTo>
                    <a:lnTo>
                      <a:pt x="70" y="157"/>
                    </a:lnTo>
                    <a:lnTo>
                      <a:pt x="74" y="163"/>
                    </a:lnTo>
                    <a:lnTo>
                      <a:pt x="77" y="169"/>
                    </a:lnTo>
                    <a:lnTo>
                      <a:pt x="85" y="179"/>
                    </a:lnTo>
                    <a:lnTo>
                      <a:pt x="95" y="186"/>
                    </a:lnTo>
                    <a:lnTo>
                      <a:pt x="100" y="190"/>
                    </a:lnTo>
                    <a:lnTo>
                      <a:pt x="106" y="192"/>
                    </a:lnTo>
                    <a:lnTo>
                      <a:pt x="112" y="194"/>
                    </a:lnTo>
                    <a:lnTo>
                      <a:pt x="118" y="197"/>
                    </a:lnTo>
                    <a:lnTo>
                      <a:pt x="125" y="198"/>
                    </a:lnTo>
                    <a:lnTo>
                      <a:pt x="131" y="198"/>
                    </a:lnTo>
                    <a:lnTo>
                      <a:pt x="131" y="198"/>
                    </a:lnTo>
                    <a:lnTo>
                      <a:pt x="145" y="199"/>
                    </a:lnTo>
                    <a:lnTo>
                      <a:pt x="158" y="201"/>
                    </a:lnTo>
                    <a:lnTo>
                      <a:pt x="171" y="204"/>
                    </a:lnTo>
                    <a:lnTo>
                      <a:pt x="183" y="208"/>
                    </a:lnTo>
                    <a:lnTo>
                      <a:pt x="195" y="214"/>
                    </a:lnTo>
                    <a:lnTo>
                      <a:pt x="206" y="220"/>
                    </a:lnTo>
                    <a:lnTo>
                      <a:pt x="216" y="228"/>
                    </a:lnTo>
                    <a:lnTo>
                      <a:pt x="226" y="237"/>
                    </a:lnTo>
                    <a:lnTo>
                      <a:pt x="234" y="246"/>
                    </a:lnTo>
                    <a:lnTo>
                      <a:pt x="241" y="257"/>
                    </a:lnTo>
                    <a:lnTo>
                      <a:pt x="248" y="267"/>
                    </a:lnTo>
                    <a:lnTo>
                      <a:pt x="254" y="278"/>
                    </a:lnTo>
                    <a:lnTo>
                      <a:pt x="258" y="291"/>
                    </a:lnTo>
                    <a:lnTo>
                      <a:pt x="262" y="303"/>
                    </a:lnTo>
                    <a:lnTo>
                      <a:pt x="263" y="317"/>
                    </a:lnTo>
                    <a:lnTo>
                      <a:pt x="264" y="330"/>
                    </a:lnTo>
                    <a:lnTo>
                      <a:pt x="264" y="330"/>
                    </a:lnTo>
                    <a:lnTo>
                      <a:pt x="263" y="344"/>
                    </a:lnTo>
                    <a:lnTo>
                      <a:pt x="262" y="357"/>
                    </a:lnTo>
                    <a:lnTo>
                      <a:pt x="258" y="370"/>
                    </a:lnTo>
                    <a:lnTo>
                      <a:pt x="254" y="382"/>
                    </a:lnTo>
                    <a:lnTo>
                      <a:pt x="248" y="393"/>
                    </a:lnTo>
                    <a:lnTo>
                      <a:pt x="241" y="404"/>
                    </a:lnTo>
                    <a:lnTo>
                      <a:pt x="234" y="414"/>
                    </a:lnTo>
                    <a:lnTo>
                      <a:pt x="226" y="423"/>
                    </a:lnTo>
                    <a:lnTo>
                      <a:pt x="216" y="433"/>
                    </a:lnTo>
                    <a:lnTo>
                      <a:pt x="206" y="440"/>
                    </a:lnTo>
                    <a:lnTo>
                      <a:pt x="195" y="446"/>
                    </a:lnTo>
                    <a:lnTo>
                      <a:pt x="183" y="452"/>
                    </a:lnTo>
                    <a:lnTo>
                      <a:pt x="171" y="457"/>
                    </a:lnTo>
                    <a:lnTo>
                      <a:pt x="158" y="460"/>
                    </a:lnTo>
                    <a:lnTo>
                      <a:pt x="145" y="462"/>
                    </a:lnTo>
                    <a:lnTo>
                      <a:pt x="131" y="463"/>
                    </a:lnTo>
                    <a:lnTo>
                      <a:pt x="131" y="4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2" name="Freeform 168">
                <a:extLst>
                  <a:ext uri="{FF2B5EF4-FFF2-40B4-BE49-F238E27FC236}">
                    <a16:creationId xmlns:a16="http://schemas.microsoft.com/office/drawing/2014/main" id="{70D45410-B902-4E31-B2DC-2E669279A2BE}"/>
                  </a:ext>
                </a:extLst>
              </p:cNvPr>
              <p:cNvSpPr>
                <a:spLocks/>
              </p:cNvSpPr>
              <p:nvPr/>
            </p:nvSpPr>
            <p:spPr bwMode="auto">
              <a:xfrm>
                <a:off x="7896225" y="2828925"/>
                <a:ext cx="14288" cy="30163"/>
              </a:xfrm>
              <a:custGeom>
                <a:avLst/>
                <a:gdLst>
                  <a:gd name="T0" fmla="*/ 33 w 67"/>
                  <a:gd name="T1" fmla="*/ 133 h 133"/>
                  <a:gd name="T2" fmla="*/ 33 w 67"/>
                  <a:gd name="T3" fmla="*/ 133 h 133"/>
                  <a:gd name="T4" fmla="*/ 27 w 67"/>
                  <a:gd name="T5" fmla="*/ 132 h 133"/>
                  <a:gd name="T6" fmla="*/ 21 w 67"/>
                  <a:gd name="T7" fmla="*/ 130 h 133"/>
                  <a:gd name="T8" fmla="*/ 15 w 67"/>
                  <a:gd name="T9" fmla="*/ 127 h 133"/>
                  <a:gd name="T10" fmla="*/ 11 w 67"/>
                  <a:gd name="T11" fmla="*/ 123 h 133"/>
                  <a:gd name="T12" fmla="*/ 7 w 67"/>
                  <a:gd name="T13" fmla="*/ 119 h 133"/>
                  <a:gd name="T14" fmla="*/ 3 w 67"/>
                  <a:gd name="T15" fmla="*/ 112 h 133"/>
                  <a:gd name="T16" fmla="*/ 1 w 67"/>
                  <a:gd name="T17" fmla="*/ 106 h 133"/>
                  <a:gd name="T18" fmla="*/ 0 w 67"/>
                  <a:gd name="T19" fmla="*/ 100 h 133"/>
                  <a:gd name="T20" fmla="*/ 0 w 67"/>
                  <a:gd name="T21" fmla="*/ 34 h 133"/>
                  <a:gd name="T22" fmla="*/ 0 w 67"/>
                  <a:gd name="T23" fmla="*/ 34 h 133"/>
                  <a:gd name="T24" fmla="*/ 1 w 67"/>
                  <a:gd name="T25" fmla="*/ 26 h 133"/>
                  <a:gd name="T26" fmla="*/ 3 w 67"/>
                  <a:gd name="T27" fmla="*/ 20 h 133"/>
                  <a:gd name="T28" fmla="*/ 7 w 67"/>
                  <a:gd name="T29" fmla="*/ 15 h 133"/>
                  <a:gd name="T30" fmla="*/ 11 w 67"/>
                  <a:gd name="T31" fmla="*/ 10 h 133"/>
                  <a:gd name="T32" fmla="*/ 15 w 67"/>
                  <a:gd name="T33" fmla="*/ 6 h 133"/>
                  <a:gd name="T34" fmla="*/ 21 w 67"/>
                  <a:gd name="T35" fmla="*/ 3 h 133"/>
                  <a:gd name="T36" fmla="*/ 27 w 67"/>
                  <a:gd name="T37" fmla="*/ 1 h 133"/>
                  <a:gd name="T38" fmla="*/ 33 w 67"/>
                  <a:gd name="T39" fmla="*/ 0 h 133"/>
                  <a:gd name="T40" fmla="*/ 33 w 67"/>
                  <a:gd name="T41" fmla="*/ 0 h 133"/>
                  <a:gd name="T42" fmla="*/ 41 w 67"/>
                  <a:gd name="T43" fmla="*/ 1 h 133"/>
                  <a:gd name="T44" fmla="*/ 47 w 67"/>
                  <a:gd name="T45" fmla="*/ 3 h 133"/>
                  <a:gd name="T46" fmla="*/ 52 w 67"/>
                  <a:gd name="T47" fmla="*/ 6 h 133"/>
                  <a:gd name="T48" fmla="*/ 57 w 67"/>
                  <a:gd name="T49" fmla="*/ 10 h 133"/>
                  <a:gd name="T50" fmla="*/ 61 w 67"/>
                  <a:gd name="T51" fmla="*/ 15 h 133"/>
                  <a:gd name="T52" fmla="*/ 65 w 67"/>
                  <a:gd name="T53" fmla="*/ 20 h 133"/>
                  <a:gd name="T54" fmla="*/ 67 w 67"/>
                  <a:gd name="T55" fmla="*/ 26 h 133"/>
                  <a:gd name="T56" fmla="*/ 67 w 67"/>
                  <a:gd name="T57" fmla="*/ 34 h 133"/>
                  <a:gd name="T58" fmla="*/ 67 w 67"/>
                  <a:gd name="T59" fmla="*/ 100 h 133"/>
                  <a:gd name="T60" fmla="*/ 67 w 67"/>
                  <a:gd name="T61" fmla="*/ 100 h 133"/>
                  <a:gd name="T62" fmla="*/ 67 w 67"/>
                  <a:gd name="T63" fmla="*/ 106 h 133"/>
                  <a:gd name="T64" fmla="*/ 65 w 67"/>
                  <a:gd name="T65" fmla="*/ 112 h 133"/>
                  <a:gd name="T66" fmla="*/ 61 w 67"/>
                  <a:gd name="T67" fmla="*/ 119 h 133"/>
                  <a:gd name="T68" fmla="*/ 57 w 67"/>
                  <a:gd name="T69" fmla="*/ 123 h 133"/>
                  <a:gd name="T70" fmla="*/ 52 w 67"/>
                  <a:gd name="T71" fmla="*/ 127 h 133"/>
                  <a:gd name="T72" fmla="*/ 47 w 67"/>
                  <a:gd name="T73" fmla="*/ 130 h 133"/>
                  <a:gd name="T74" fmla="*/ 41 w 67"/>
                  <a:gd name="T75" fmla="*/ 132 h 133"/>
                  <a:gd name="T76" fmla="*/ 33 w 67"/>
                  <a:gd name="T77" fmla="*/ 133 h 133"/>
                  <a:gd name="T78" fmla="*/ 33 w 67"/>
                  <a:gd name="T79"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133">
                    <a:moveTo>
                      <a:pt x="33" y="133"/>
                    </a:moveTo>
                    <a:lnTo>
                      <a:pt x="33" y="133"/>
                    </a:lnTo>
                    <a:lnTo>
                      <a:pt x="27" y="132"/>
                    </a:lnTo>
                    <a:lnTo>
                      <a:pt x="21" y="130"/>
                    </a:lnTo>
                    <a:lnTo>
                      <a:pt x="15" y="127"/>
                    </a:lnTo>
                    <a:lnTo>
                      <a:pt x="11" y="123"/>
                    </a:lnTo>
                    <a:lnTo>
                      <a:pt x="7" y="119"/>
                    </a:lnTo>
                    <a:lnTo>
                      <a:pt x="3" y="112"/>
                    </a:lnTo>
                    <a:lnTo>
                      <a:pt x="1" y="106"/>
                    </a:lnTo>
                    <a:lnTo>
                      <a:pt x="0" y="100"/>
                    </a:lnTo>
                    <a:lnTo>
                      <a:pt x="0" y="34"/>
                    </a:lnTo>
                    <a:lnTo>
                      <a:pt x="0" y="34"/>
                    </a:lnTo>
                    <a:lnTo>
                      <a:pt x="1" y="26"/>
                    </a:lnTo>
                    <a:lnTo>
                      <a:pt x="3" y="20"/>
                    </a:lnTo>
                    <a:lnTo>
                      <a:pt x="7" y="15"/>
                    </a:lnTo>
                    <a:lnTo>
                      <a:pt x="11" y="10"/>
                    </a:lnTo>
                    <a:lnTo>
                      <a:pt x="15" y="6"/>
                    </a:lnTo>
                    <a:lnTo>
                      <a:pt x="21" y="3"/>
                    </a:lnTo>
                    <a:lnTo>
                      <a:pt x="27" y="1"/>
                    </a:lnTo>
                    <a:lnTo>
                      <a:pt x="33" y="0"/>
                    </a:lnTo>
                    <a:lnTo>
                      <a:pt x="33" y="0"/>
                    </a:lnTo>
                    <a:lnTo>
                      <a:pt x="41" y="1"/>
                    </a:lnTo>
                    <a:lnTo>
                      <a:pt x="47" y="3"/>
                    </a:lnTo>
                    <a:lnTo>
                      <a:pt x="52" y="6"/>
                    </a:lnTo>
                    <a:lnTo>
                      <a:pt x="57" y="10"/>
                    </a:lnTo>
                    <a:lnTo>
                      <a:pt x="61" y="15"/>
                    </a:lnTo>
                    <a:lnTo>
                      <a:pt x="65" y="20"/>
                    </a:lnTo>
                    <a:lnTo>
                      <a:pt x="67" y="26"/>
                    </a:lnTo>
                    <a:lnTo>
                      <a:pt x="67" y="34"/>
                    </a:lnTo>
                    <a:lnTo>
                      <a:pt x="67" y="100"/>
                    </a:lnTo>
                    <a:lnTo>
                      <a:pt x="67" y="100"/>
                    </a:lnTo>
                    <a:lnTo>
                      <a:pt x="67" y="106"/>
                    </a:lnTo>
                    <a:lnTo>
                      <a:pt x="65" y="112"/>
                    </a:lnTo>
                    <a:lnTo>
                      <a:pt x="61" y="119"/>
                    </a:lnTo>
                    <a:lnTo>
                      <a:pt x="57" y="123"/>
                    </a:lnTo>
                    <a:lnTo>
                      <a:pt x="52" y="127"/>
                    </a:lnTo>
                    <a:lnTo>
                      <a:pt x="47" y="130"/>
                    </a:lnTo>
                    <a:lnTo>
                      <a:pt x="41" y="132"/>
                    </a:lnTo>
                    <a:lnTo>
                      <a:pt x="33" y="133"/>
                    </a:lnTo>
                    <a:lnTo>
                      <a:pt x="33"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 name="Freeform 169">
                <a:extLst>
                  <a:ext uri="{FF2B5EF4-FFF2-40B4-BE49-F238E27FC236}">
                    <a16:creationId xmlns:a16="http://schemas.microsoft.com/office/drawing/2014/main" id="{20827F21-4B2F-4E03-B506-090325F5E180}"/>
                  </a:ext>
                </a:extLst>
              </p:cNvPr>
              <p:cNvSpPr>
                <a:spLocks/>
              </p:cNvSpPr>
              <p:nvPr/>
            </p:nvSpPr>
            <p:spPr bwMode="auto">
              <a:xfrm>
                <a:off x="7896225" y="2724150"/>
                <a:ext cx="14288" cy="30163"/>
              </a:xfrm>
              <a:custGeom>
                <a:avLst/>
                <a:gdLst>
                  <a:gd name="T0" fmla="*/ 33 w 67"/>
                  <a:gd name="T1" fmla="*/ 131 h 131"/>
                  <a:gd name="T2" fmla="*/ 33 w 67"/>
                  <a:gd name="T3" fmla="*/ 131 h 131"/>
                  <a:gd name="T4" fmla="*/ 27 w 67"/>
                  <a:gd name="T5" fmla="*/ 131 h 131"/>
                  <a:gd name="T6" fmla="*/ 21 w 67"/>
                  <a:gd name="T7" fmla="*/ 129 h 131"/>
                  <a:gd name="T8" fmla="*/ 15 w 67"/>
                  <a:gd name="T9" fmla="*/ 126 h 131"/>
                  <a:gd name="T10" fmla="*/ 11 w 67"/>
                  <a:gd name="T11" fmla="*/ 122 h 131"/>
                  <a:gd name="T12" fmla="*/ 7 w 67"/>
                  <a:gd name="T13" fmla="*/ 117 h 131"/>
                  <a:gd name="T14" fmla="*/ 3 w 67"/>
                  <a:gd name="T15" fmla="*/ 111 h 131"/>
                  <a:gd name="T16" fmla="*/ 1 w 67"/>
                  <a:gd name="T17" fmla="*/ 105 h 131"/>
                  <a:gd name="T18" fmla="*/ 0 w 67"/>
                  <a:gd name="T19" fmla="*/ 99 h 131"/>
                  <a:gd name="T20" fmla="*/ 0 w 67"/>
                  <a:gd name="T21" fmla="*/ 33 h 131"/>
                  <a:gd name="T22" fmla="*/ 0 w 67"/>
                  <a:gd name="T23" fmla="*/ 33 h 131"/>
                  <a:gd name="T24" fmla="*/ 1 w 67"/>
                  <a:gd name="T25" fmla="*/ 25 h 131"/>
                  <a:gd name="T26" fmla="*/ 3 w 67"/>
                  <a:gd name="T27" fmla="*/ 19 h 131"/>
                  <a:gd name="T28" fmla="*/ 7 w 67"/>
                  <a:gd name="T29" fmla="*/ 14 h 131"/>
                  <a:gd name="T30" fmla="*/ 11 w 67"/>
                  <a:gd name="T31" fmla="*/ 9 h 131"/>
                  <a:gd name="T32" fmla="*/ 15 w 67"/>
                  <a:gd name="T33" fmla="*/ 5 h 131"/>
                  <a:gd name="T34" fmla="*/ 21 w 67"/>
                  <a:gd name="T35" fmla="*/ 2 h 131"/>
                  <a:gd name="T36" fmla="*/ 27 w 67"/>
                  <a:gd name="T37" fmla="*/ 0 h 131"/>
                  <a:gd name="T38" fmla="*/ 33 w 67"/>
                  <a:gd name="T39" fmla="*/ 0 h 131"/>
                  <a:gd name="T40" fmla="*/ 33 w 67"/>
                  <a:gd name="T41" fmla="*/ 0 h 131"/>
                  <a:gd name="T42" fmla="*/ 41 w 67"/>
                  <a:gd name="T43" fmla="*/ 0 h 131"/>
                  <a:gd name="T44" fmla="*/ 47 w 67"/>
                  <a:gd name="T45" fmla="*/ 2 h 131"/>
                  <a:gd name="T46" fmla="*/ 52 w 67"/>
                  <a:gd name="T47" fmla="*/ 5 h 131"/>
                  <a:gd name="T48" fmla="*/ 57 w 67"/>
                  <a:gd name="T49" fmla="*/ 9 h 131"/>
                  <a:gd name="T50" fmla="*/ 61 w 67"/>
                  <a:gd name="T51" fmla="*/ 14 h 131"/>
                  <a:gd name="T52" fmla="*/ 65 w 67"/>
                  <a:gd name="T53" fmla="*/ 19 h 131"/>
                  <a:gd name="T54" fmla="*/ 67 w 67"/>
                  <a:gd name="T55" fmla="*/ 25 h 131"/>
                  <a:gd name="T56" fmla="*/ 67 w 67"/>
                  <a:gd name="T57" fmla="*/ 33 h 131"/>
                  <a:gd name="T58" fmla="*/ 67 w 67"/>
                  <a:gd name="T59" fmla="*/ 99 h 131"/>
                  <a:gd name="T60" fmla="*/ 67 w 67"/>
                  <a:gd name="T61" fmla="*/ 99 h 131"/>
                  <a:gd name="T62" fmla="*/ 67 w 67"/>
                  <a:gd name="T63" fmla="*/ 105 h 131"/>
                  <a:gd name="T64" fmla="*/ 65 w 67"/>
                  <a:gd name="T65" fmla="*/ 111 h 131"/>
                  <a:gd name="T66" fmla="*/ 61 w 67"/>
                  <a:gd name="T67" fmla="*/ 117 h 131"/>
                  <a:gd name="T68" fmla="*/ 57 w 67"/>
                  <a:gd name="T69" fmla="*/ 122 h 131"/>
                  <a:gd name="T70" fmla="*/ 52 w 67"/>
                  <a:gd name="T71" fmla="*/ 126 h 131"/>
                  <a:gd name="T72" fmla="*/ 47 w 67"/>
                  <a:gd name="T73" fmla="*/ 129 h 131"/>
                  <a:gd name="T74" fmla="*/ 41 w 67"/>
                  <a:gd name="T75" fmla="*/ 131 h 131"/>
                  <a:gd name="T76" fmla="*/ 33 w 67"/>
                  <a:gd name="T77" fmla="*/ 131 h 131"/>
                  <a:gd name="T78" fmla="*/ 33 w 67"/>
                  <a:gd name="T79"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131">
                    <a:moveTo>
                      <a:pt x="33" y="131"/>
                    </a:moveTo>
                    <a:lnTo>
                      <a:pt x="33" y="131"/>
                    </a:lnTo>
                    <a:lnTo>
                      <a:pt x="27" y="131"/>
                    </a:lnTo>
                    <a:lnTo>
                      <a:pt x="21" y="129"/>
                    </a:lnTo>
                    <a:lnTo>
                      <a:pt x="15" y="126"/>
                    </a:lnTo>
                    <a:lnTo>
                      <a:pt x="11" y="122"/>
                    </a:lnTo>
                    <a:lnTo>
                      <a:pt x="7" y="117"/>
                    </a:lnTo>
                    <a:lnTo>
                      <a:pt x="3" y="111"/>
                    </a:lnTo>
                    <a:lnTo>
                      <a:pt x="1" y="105"/>
                    </a:lnTo>
                    <a:lnTo>
                      <a:pt x="0" y="99"/>
                    </a:lnTo>
                    <a:lnTo>
                      <a:pt x="0" y="33"/>
                    </a:lnTo>
                    <a:lnTo>
                      <a:pt x="0" y="33"/>
                    </a:lnTo>
                    <a:lnTo>
                      <a:pt x="1" y="25"/>
                    </a:lnTo>
                    <a:lnTo>
                      <a:pt x="3" y="19"/>
                    </a:lnTo>
                    <a:lnTo>
                      <a:pt x="7" y="14"/>
                    </a:lnTo>
                    <a:lnTo>
                      <a:pt x="11" y="9"/>
                    </a:lnTo>
                    <a:lnTo>
                      <a:pt x="15" y="5"/>
                    </a:lnTo>
                    <a:lnTo>
                      <a:pt x="21" y="2"/>
                    </a:lnTo>
                    <a:lnTo>
                      <a:pt x="27" y="0"/>
                    </a:lnTo>
                    <a:lnTo>
                      <a:pt x="33" y="0"/>
                    </a:lnTo>
                    <a:lnTo>
                      <a:pt x="33" y="0"/>
                    </a:lnTo>
                    <a:lnTo>
                      <a:pt x="41" y="0"/>
                    </a:lnTo>
                    <a:lnTo>
                      <a:pt x="47" y="2"/>
                    </a:lnTo>
                    <a:lnTo>
                      <a:pt x="52" y="5"/>
                    </a:lnTo>
                    <a:lnTo>
                      <a:pt x="57" y="9"/>
                    </a:lnTo>
                    <a:lnTo>
                      <a:pt x="61" y="14"/>
                    </a:lnTo>
                    <a:lnTo>
                      <a:pt x="65" y="19"/>
                    </a:lnTo>
                    <a:lnTo>
                      <a:pt x="67" y="25"/>
                    </a:lnTo>
                    <a:lnTo>
                      <a:pt x="67" y="33"/>
                    </a:lnTo>
                    <a:lnTo>
                      <a:pt x="67" y="99"/>
                    </a:lnTo>
                    <a:lnTo>
                      <a:pt x="67" y="99"/>
                    </a:lnTo>
                    <a:lnTo>
                      <a:pt x="67" y="105"/>
                    </a:lnTo>
                    <a:lnTo>
                      <a:pt x="65" y="111"/>
                    </a:lnTo>
                    <a:lnTo>
                      <a:pt x="61" y="117"/>
                    </a:lnTo>
                    <a:lnTo>
                      <a:pt x="57" y="122"/>
                    </a:lnTo>
                    <a:lnTo>
                      <a:pt x="52" y="126"/>
                    </a:lnTo>
                    <a:lnTo>
                      <a:pt x="47" y="129"/>
                    </a:lnTo>
                    <a:lnTo>
                      <a:pt x="41" y="131"/>
                    </a:lnTo>
                    <a:lnTo>
                      <a:pt x="33" y="131"/>
                    </a:lnTo>
                    <a:lnTo>
                      <a:pt x="33" y="1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4" name="Freeform 170">
                <a:extLst>
                  <a:ext uri="{FF2B5EF4-FFF2-40B4-BE49-F238E27FC236}">
                    <a16:creationId xmlns:a16="http://schemas.microsoft.com/office/drawing/2014/main" id="{2119CF8A-9049-447C-947E-C55CE9D5D12C}"/>
                  </a:ext>
                </a:extLst>
              </p:cNvPr>
              <p:cNvSpPr>
                <a:spLocks noEditPoints="1"/>
              </p:cNvSpPr>
              <p:nvPr/>
            </p:nvSpPr>
            <p:spPr bwMode="auto">
              <a:xfrm>
                <a:off x="7775575" y="2687638"/>
                <a:ext cx="239713" cy="209550"/>
              </a:xfrm>
              <a:custGeom>
                <a:avLst/>
                <a:gdLst>
                  <a:gd name="T0" fmla="*/ 463 w 1058"/>
                  <a:gd name="T1" fmla="*/ 925 h 927"/>
                  <a:gd name="T2" fmla="*/ 346 w 1058"/>
                  <a:gd name="T3" fmla="*/ 913 h 927"/>
                  <a:gd name="T4" fmla="*/ 246 w 1058"/>
                  <a:gd name="T5" fmla="*/ 888 h 927"/>
                  <a:gd name="T6" fmla="*/ 164 w 1058"/>
                  <a:gd name="T7" fmla="*/ 852 h 927"/>
                  <a:gd name="T8" fmla="*/ 98 w 1058"/>
                  <a:gd name="T9" fmla="*/ 803 h 927"/>
                  <a:gd name="T10" fmla="*/ 49 w 1058"/>
                  <a:gd name="T11" fmla="*/ 741 h 927"/>
                  <a:gd name="T12" fmla="*/ 17 w 1058"/>
                  <a:gd name="T13" fmla="*/ 667 h 927"/>
                  <a:gd name="T14" fmla="*/ 2 w 1058"/>
                  <a:gd name="T15" fmla="*/ 579 h 927"/>
                  <a:gd name="T16" fmla="*/ 1 w 1058"/>
                  <a:gd name="T17" fmla="*/ 512 h 927"/>
                  <a:gd name="T18" fmla="*/ 11 w 1058"/>
                  <a:gd name="T19" fmla="*/ 443 h 927"/>
                  <a:gd name="T20" fmla="*/ 35 w 1058"/>
                  <a:gd name="T21" fmla="*/ 372 h 927"/>
                  <a:gd name="T22" fmla="*/ 102 w 1058"/>
                  <a:gd name="T23" fmla="*/ 245 h 927"/>
                  <a:gd name="T24" fmla="*/ 207 w 1058"/>
                  <a:gd name="T25" fmla="*/ 113 h 927"/>
                  <a:gd name="T26" fmla="*/ 326 w 1058"/>
                  <a:gd name="T27" fmla="*/ 6 h 927"/>
                  <a:gd name="T28" fmla="*/ 340 w 1058"/>
                  <a:gd name="T29" fmla="*/ 0 h 927"/>
                  <a:gd name="T30" fmla="*/ 718 w 1058"/>
                  <a:gd name="T31" fmla="*/ 0 h 927"/>
                  <a:gd name="T32" fmla="*/ 732 w 1058"/>
                  <a:gd name="T33" fmla="*/ 6 h 927"/>
                  <a:gd name="T34" fmla="*/ 850 w 1058"/>
                  <a:gd name="T35" fmla="*/ 113 h 927"/>
                  <a:gd name="T36" fmla="*/ 955 w 1058"/>
                  <a:gd name="T37" fmla="*/ 245 h 927"/>
                  <a:gd name="T38" fmla="*/ 1022 w 1058"/>
                  <a:gd name="T39" fmla="*/ 372 h 927"/>
                  <a:gd name="T40" fmla="*/ 1047 w 1058"/>
                  <a:gd name="T41" fmla="*/ 443 h 927"/>
                  <a:gd name="T42" fmla="*/ 1057 w 1058"/>
                  <a:gd name="T43" fmla="*/ 512 h 927"/>
                  <a:gd name="T44" fmla="*/ 1056 w 1058"/>
                  <a:gd name="T45" fmla="*/ 579 h 927"/>
                  <a:gd name="T46" fmla="*/ 1040 w 1058"/>
                  <a:gd name="T47" fmla="*/ 667 h 927"/>
                  <a:gd name="T48" fmla="*/ 1007 w 1058"/>
                  <a:gd name="T49" fmla="*/ 741 h 927"/>
                  <a:gd name="T50" fmla="*/ 959 w 1058"/>
                  <a:gd name="T51" fmla="*/ 803 h 927"/>
                  <a:gd name="T52" fmla="*/ 894 w 1058"/>
                  <a:gd name="T53" fmla="*/ 852 h 927"/>
                  <a:gd name="T54" fmla="*/ 812 w 1058"/>
                  <a:gd name="T55" fmla="*/ 888 h 927"/>
                  <a:gd name="T56" fmla="*/ 712 w 1058"/>
                  <a:gd name="T57" fmla="*/ 913 h 927"/>
                  <a:gd name="T58" fmla="*/ 595 w 1058"/>
                  <a:gd name="T59" fmla="*/ 925 h 927"/>
                  <a:gd name="T60" fmla="*/ 356 w 1058"/>
                  <a:gd name="T61" fmla="*/ 66 h 927"/>
                  <a:gd name="T62" fmla="*/ 277 w 1058"/>
                  <a:gd name="T63" fmla="*/ 135 h 927"/>
                  <a:gd name="T64" fmla="*/ 180 w 1058"/>
                  <a:gd name="T65" fmla="*/ 250 h 927"/>
                  <a:gd name="T66" fmla="*/ 105 w 1058"/>
                  <a:gd name="T67" fmla="*/ 377 h 927"/>
                  <a:gd name="T68" fmla="*/ 73 w 1058"/>
                  <a:gd name="T69" fmla="*/ 470 h 927"/>
                  <a:gd name="T70" fmla="*/ 66 w 1058"/>
                  <a:gd name="T71" fmla="*/ 529 h 927"/>
                  <a:gd name="T72" fmla="*/ 71 w 1058"/>
                  <a:gd name="T73" fmla="*/ 606 h 927"/>
                  <a:gd name="T74" fmla="*/ 85 w 1058"/>
                  <a:gd name="T75" fmla="*/ 665 h 927"/>
                  <a:gd name="T76" fmla="*/ 113 w 1058"/>
                  <a:gd name="T77" fmla="*/ 719 h 927"/>
                  <a:gd name="T78" fmla="*/ 157 w 1058"/>
                  <a:gd name="T79" fmla="*/ 767 h 927"/>
                  <a:gd name="T80" fmla="*/ 221 w 1058"/>
                  <a:gd name="T81" fmla="*/ 808 h 927"/>
                  <a:gd name="T82" fmla="*/ 309 w 1058"/>
                  <a:gd name="T83" fmla="*/ 838 h 927"/>
                  <a:gd name="T84" fmla="*/ 423 w 1058"/>
                  <a:gd name="T85" fmla="*/ 856 h 927"/>
                  <a:gd name="T86" fmla="*/ 528 w 1058"/>
                  <a:gd name="T87" fmla="*/ 860 h 927"/>
                  <a:gd name="T88" fmla="*/ 666 w 1058"/>
                  <a:gd name="T89" fmla="*/ 852 h 927"/>
                  <a:gd name="T90" fmla="*/ 774 w 1058"/>
                  <a:gd name="T91" fmla="*/ 831 h 927"/>
                  <a:gd name="T92" fmla="*/ 854 w 1058"/>
                  <a:gd name="T93" fmla="*/ 798 h 927"/>
                  <a:gd name="T94" fmla="*/ 913 w 1058"/>
                  <a:gd name="T95" fmla="*/ 756 h 927"/>
                  <a:gd name="T96" fmla="*/ 953 w 1058"/>
                  <a:gd name="T97" fmla="*/ 706 h 927"/>
                  <a:gd name="T98" fmla="*/ 976 w 1058"/>
                  <a:gd name="T99" fmla="*/ 650 h 927"/>
                  <a:gd name="T100" fmla="*/ 989 w 1058"/>
                  <a:gd name="T101" fmla="*/ 590 h 927"/>
                  <a:gd name="T102" fmla="*/ 991 w 1058"/>
                  <a:gd name="T103" fmla="*/ 515 h 927"/>
                  <a:gd name="T104" fmla="*/ 982 w 1058"/>
                  <a:gd name="T105" fmla="*/ 455 h 927"/>
                  <a:gd name="T106" fmla="*/ 937 w 1058"/>
                  <a:gd name="T107" fmla="*/ 345 h 927"/>
                  <a:gd name="T108" fmla="*/ 855 w 1058"/>
                  <a:gd name="T109" fmla="*/ 220 h 927"/>
                  <a:gd name="T110" fmla="*/ 755 w 1058"/>
                  <a:gd name="T111" fmla="*/ 111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58" h="927">
                    <a:moveTo>
                      <a:pt x="528" y="927"/>
                    </a:moveTo>
                    <a:lnTo>
                      <a:pt x="528" y="927"/>
                    </a:lnTo>
                    <a:lnTo>
                      <a:pt x="495" y="926"/>
                    </a:lnTo>
                    <a:lnTo>
                      <a:pt x="463" y="925"/>
                    </a:lnTo>
                    <a:lnTo>
                      <a:pt x="432" y="923"/>
                    </a:lnTo>
                    <a:lnTo>
                      <a:pt x="402" y="921"/>
                    </a:lnTo>
                    <a:lnTo>
                      <a:pt x="373" y="917"/>
                    </a:lnTo>
                    <a:lnTo>
                      <a:pt x="346" y="913"/>
                    </a:lnTo>
                    <a:lnTo>
                      <a:pt x="319" y="908"/>
                    </a:lnTo>
                    <a:lnTo>
                      <a:pt x="293" y="902"/>
                    </a:lnTo>
                    <a:lnTo>
                      <a:pt x="270" y="896"/>
                    </a:lnTo>
                    <a:lnTo>
                      <a:pt x="246" y="888"/>
                    </a:lnTo>
                    <a:lnTo>
                      <a:pt x="224" y="881"/>
                    </a:lnTo>
                    <a:lnTo>
                      <a:pt x="202" y="872"/>
                    </a:lnTo>
                    <a:lnTo>
                      <a:pt x="183" y="863"/>
                    </a:lnTo>
                    <a:lnTo>
                      <a:pt x="164" y="852"/>
                    </a:lnTo>
                    <a:lnTo>
                      <a:pt x="145" y="841"/>
                    </a:lnTo>
                    <a:lnTo>
                      <a:pt x="129" y="829"/>
                    </a:lnTo>
                    <a:lnTo>
                      <a:pt x="113" y="817"/>
                    </a:lnTo>
                    <a:lnTo>
                      <a:pt x="98" y="803"/>
                    </a:lnTo>
                    <a:lnTo>
                      <a:pt x="84" y="789"/>
                    </a:lnTo>
                    <a:lnTo>
                      <a:pt x="72" y="773"/>
                    </a:lnTo>
                    <a:lnTo>
                      <a:pt x="61" y="758"/>
                    </a:lnTo>
                    <a:lnTo>
                      <a:pt x="49" y="741"/>
                    </a:lnTo>
                    <a:lnTo>
                      <a:pt x="40" y="724"/>
                    </a:lnTo>
                    <a:lnTo>
                      <a:pt x="32" y="705"/>
                    </a:lnTo>
                    <a:lnTo>
                      <a:pt x="24" y="686"/>
                    </a:lnTo>
                    <a:lnTo>
                      <a:pt x="17" y="667"/>
                    </a:lnTo>
                    <a:lnTo>
                      <a:pt x="12" y="646"/>
                    </a:lnTo>
                    <a:lnTo>
                      <a:pt x="8" y="624"/>
                    </a:lnTo>
                    <a:lnTo>
                      <a:pt x="4" y="602"/>
                    </a:lnTo>
                    <a:lnTo>
                      <a:pt x="2" y="579"/>
                    </a:lnTo>
                    <a:lnTo>
                      <a:pt x="1" y="554"/>
                    </a:lnTo>
                    <a:lnTo>
                      <a:pt x="0" y="529"/>
                    </a:lnTo>
                    <a:lnTo>
                      <a:pt x="0" y="529"/>
                    </a:lnTo>
                    <a:lnTo>
                      <a:pt x="1" y="512"/>
                    </a:lnTo>
                    <a:lnTo>
                      <a:pt x="2" y="496"/>
                    </a:lnTo>
                    <a:lnTo>
                      <a:pt x="4" y="478"/>
                    </a:lnTo>
                    <a:lnTo>
                      <a:pt x="7" y="461"/>
                    </a:lnTo>
                    <a:lnTo>
                      <a:pt x="11" y="443"/>
                    </a:lnTo>
                    <a:lnTo>
                      <a:pt x="16" y="425"/>
                    </a:lnTo>
                    <a:lnTo>
                      <a:pt x="21" y="408"/>
                    </a:lnTo>
                    <a:lnTo>
                      <a:pt x="29" y="389"/>
                    </a:lnTo>
                    <a:lnTo>
                      <a:pt x="35" y="372"/>
                    </a:lnTo>
                    <a:lnTo>
                      <a:pt x="43" y="353"/>
                    </a:lnTo>
                    <a:lnTo>
                      <a:pt x="61" y="317"/>
                    </a:lnTo>
                    <a:lnTo>
                      <a:pt x="80" y="281"/>
                    </a:lnTo>
                    <a:lnTo>
                      <a:pt x="102" y="245"/>
                    </a:lnTo>
                    <a:lnTo>
                      <a:pt x="127" y="211"/>
                    </a:lnTo>
                    <a:lnTo>
                      <a:pt x="152" y="177"/>
                    </a:lnTo>
                    <a:lnTo>
                      <a:pt x="179" y="144"/>
                    </a:lnTo>
                    <a:lnTo>
                      <a:pt x="207" y="113"/>
                    </a:lnTo>
                    <a:lnTo>
                      <a:pt x="235" y="83"/>
                    </a:lnTo>
                    <a:lnTo>
                      <a:pt x="265" y="56"/>
                    </a:lnTo>
                    <a:lnTo>
                      <a:pt x="296" y="30"/>
                    </a:lnTo>
                    <a:lnTo>
                      <a:pt x="326" y="6"/>
                    </a:lnTo>
                    <a:lnTo>
                      <a:pt x="326" y="6"/>
                    </a:lnTo>
                    <a:lnTo>
                      <a:pt x="330" y="3"/>
                    </a:lnTo>
                    <a:lnTo>
                      <a:pt x="335" y="1"/>
                    </a:lnTo>
                    <a:lnTo>
                      <a:pt x="340" y="0"/>
                    </a:lnTo>
                    <a:lnTo>
                      <a:pt x="345" y="0"/>
                    </a:lnTo>
                    <a:lnTo>
                      <a:pt x="713" y="0"/>
                    </a:lnTo>
                    <a:lnTo>
                      <a:pt x="713" y="0"/>
                    </a:lnTo>
                    <a:lnTo>
                      <a:pt x="718" y="0"/>
                    </a:lnTo>
                    <a:lnTo>
                      <a:pt x="723" y="1"/>
                    </a:lnTo>
                    <a:lnTo>
                      <a:pt x="728" y="3"/>
                    </a:lnTo>
                    <a:lnTo>
                      <a:pt x="732" y="6"/>
                    </a:lnTo>
                    <a:lnTo>
                      <a:pt x="732" y="6"/>
                    </a:lnTo>
                    <a:lnTo>
                      <a:pt x="762" y="30"/>
                    </a:lnTo>
                    <a:lnTo>
                      <a:pt x="792" y="56"/>
                    </a:lnTo>
                    <a:lnTo>
                      <a:pt x="821" y="83"/>
                    </a:lnTo>
                    <a:lnTo>
                      <a:pt x="850" y="113"/>
                    </a:lnTo>
                    <a:lnTo>
                      <a:pt x="879" y="144"/>
                    </a:lnTo>
                    <a:lnTo>
                      <a:pt x="906" y="177"/>
                    </a:lnTo>
                    <a:lnTo>
                      <a:pt x="931" y="211"/>
                    </a:lnTo>
                    <a:lnTo>
                      <a:pt x="955" y="245"/>
                    </a:lnTo>
                    <a:lnTo>
                      <a:pt x="977" y="281"/>
                    </a:lnTo>
                    <a:lnTo>
                      <a:pt x="997" y="317"/>
                    </a:lnTo>
                    <a:lnTo>
                      <a:pt x="1015" y="353"/>
                    </a:lnTo>
                    <a:lnTo>
                      <a:pt x="1022" y="372"/>
                    </a:lnTo>
                    <a:lnTo>
                      <a:pt x="1029" y="389"/>
                    </a:lnTo>
                    <a:lnTo>
                      <a:pt x="1035" y="408"/>
                    </a:lnTo>
                    <a:lnTo>
                      <a:pt x="1042" y="425"/>
                    </a:lnTo>
                    <a:lnTo>
                      <a:pt x="1047" y="443"/>
                    </a:lnTo>
                    <a:lnTo>
                      <a:pt x="1050" y="461"/>
                    </a:lnTo>
                    <a:lnTo>
                      <a:pt x="1054" y="478"/>
                    </a:lnTo>
                    <a:lnTo>
                      <a:pt x="1056" y="496"/>
                    </a:lnTo>
                    <a:lnTo>
                      <a:pt x="1057" y="512"/>
                    </a:lnTo>
                    <a:lnTo>
                      <a:pt x="1058" y="529"/>
                    </a:lnTo>
                    <a:lnTo>
                      <a:pt x="1058" y="529"/>
                    </a:lnTo>
                    <a:lnTo>
                      <a:pt x="1057" y="554"/>
                    </a:lnTo>
                    <a:lnTo>
                      <a:pt x="1056" y="579"/>
                    </a:lnTo>
                    <a:lnTo>
                      <a:pt x="1053" y="602"/>
                    </a:lnTo>
                    <a:lnTo>
                      <a:pt x="1050" y="624"/>
                    </a:lnTo>
                    <a:lnTo>
                      <a:pt x="1046" y="646"/>
                    </a:lnTo>
                    <a:lnTo>
                      <a:pt x="1040" y="667"/>
                    </a:lnTo>
                    <a:lnTo>
                      <a:pt x="1033" y="686"/>
                    </a:lnTo>
                    <a:lnTo>
                      <a:pt x="1026" y="705"/>
                    </a:lnTo>
                    <a:lnTo>
                      <a:pt x="1018" y="724"/>
                    </a:lnTo>
                    <a:lnTo>
                      <a:pt x="1007" y="741"/>
                    </a:lnTo>
                    <a:lnTo>
                      <a:pt x="997" y="758"/>
                    </a:lnTo>
                    <a:lnTo>
                      <a:pt x="986" y="773"/>
                    </a:lnTo>
                    <a:lnTo>
                      <a:pt x="973" y="789"/>
                    </a:lnTo>
                    <a:lnTo>
                      <a:pt x="959" y="803"/>
                    </a:lnTo>
                    <a:lnTo>
                      <a:pt x="944" y="817"/>
                    </a:lnTo>
                    <a:lnTo>
                      <a:pt x="929" y="829"/>
                    </a:lnTo>
                    <a:lnTo>
                      <a:pt x="911" y="841"/>
                    </a:lnTo>
                    <a:lnTo>
                      <a:pt x="894" y="852"/>
                    </a:lnTo>
                    <a:lnTo>
                      <a:pt x="875" y="863"/>
                    </a:lnTo>
                    <a:lnTo>
                      <a:pt x="854" y="872"/>
                    </a:lnTo>
                    <a:lnTo>
                      <a:pt x="834" y="881"/>
                    </a:lnTo>
                    <a:lnTo>
                      <a:pt x="812" y="888"/>
                    </a:lnTo>
                    <a:lnTo>
                      <a:pt x="788" y="896"/>
                    </a:lnTo>
                    <a:lnTo>
                      <a:pt x="763" y="902"/>
                    </a:lnTo>
                    <a:lnTo>
                      <a:pt x="738" y="908"/>
                    </a:lnTo>
                    <a:lnTo>
                      <a:pt x="712" y="913"/>
                    </a:lnTo>
                    <a:lnTo>
                      <a:pt x="684" y="917"/>
                    </a:lnTo>
                    <a:lnTo>
                      <a:pt x="655" y="921"/>
                    </a:lnTo>
                    <a:lnTo>
                      <a:pt x="626" y="923"/>
                    </a:lnTo>
                    <a:lnTo>
                      <a:pt x="595" y="925"/>
                    </a:lnTo>
                    <a:lnTo>
                      <a:pt x="563" y="926"/>
                    </a:lnTo>
                    <a:lnTo>
                      <a:pt x="528" y="927"/>
                    </a:lnTo>
                    <a:lnTo>
                      <a:pt x="528" y="927"/>
                    </a:lnTo>
                    <a:close/>
                    <a:moveTo>
                      <a:pt x="356" y="66"/>
                    </a:moveTo>
                    <a:lnTo>
                      <a:pt x="356" y="66"/>
                    </a:lnTo>
                    <a:lnTo>
                      <a:pt x="330" y="87"/>
                    </a:lnTo>
                    <a:lnTo>
                      <a:pt x="303" y="111"/>
                    </a:lnTo>
                    <a:lnTo>
                      <a:pt x="277" y="135"/>
                    </a:lnTo>
                    <a:lnTo>
                      <a:pt x="251" y="162"/>
                    </a:lnTo>
                    <a:lnTo>
                      <a:pt x="226" y="190"/>
                    </a:lnTo>
                    <a:lnTo>
                      <a:pt x="202" y="220"/>
                    </a:lnTo>
                    <a:lnTo>
                      <a:pt x="180" y="250"/>
                    </a:lnTo>
                    <a:lnTo>
                      <a:pt x="158" y="281"/>
                    </a:lnTo>
                    <a:lnTo>
                      <a:pt x="138" y="313"/>
                    </a:lnTo>
                    <a:lnTo>
                      <a:pt x="121" y="345"/>
                    </a:lnTo>
                    <a:lnTo>
                      <a:pt x="105" y="377"/>
                    </a:lnTo>
                    <a:lnTo>
                      <a:pt x="92" y="408"/>
                    </a:lnTo>
                    <a:lnTo>
                      <a:pt x="80" y="440"/>
                    </a:lnTo>
                    <a:lnTo>
                      <a:pt x="76" y="455"/>
                    </a:lnTo>
                    <a:lnTo>
                      <a:pt x="73" y="470"/>
                    </a:lnTo>
                    <a:lnTo>
                      <a:pt x="70" y="486"/>
                    </a:lnTo>
                    <a:lnTo>
                      <a:pt x="68" y="500"/>
                    </a:lnTo>
                    <a:lnTo>
                      <a:pt x="66" y="515"/>
                    </a:lnTo>
                    <a:lnTo>
                      <a:pt x="66" y="529"/>
                    </a:lnTo>
                    <a:lnTo>
                      <a:pt x="66" y="529"/>
                    </a:lnTo>
                    <a:lnTo>
                      <a:pt x="67" y="560"/>
                    </a:lnTo>
                    <a:lnTo>
                      <a:pt x="69" y="590"/>
                    </a:lnTo>
                    <a:lnTo>
                      <a:pt x="71" y="606"/>
                    </a:lnTo>
                    <a:lnTo>
                      <a:pt x="74" y="620"/>
                    </a:lnTo>
                    <a:lnTo>
                      <a:pt x="77" y="636"/>
                    </a:lnTo>
                    <a:lnTo>
                      <a:pt x="81" y="650"/>
                    </a:lnTo>
                    <a:lnTo>
                      <a:pt x="85" y="665"/>
                    </a:lnTo>
                    <a:lnTo>
                      <a:pt x="91" y="678"/>
                    </a:lnTo>
                    <a:lnTo>
                      <a:pt x="98" y="693"/>
                    </a:lnTo>
                    <a:lnTo>
                      <a:pt x="105" y="706"/>
                    </a:lnTo>
                    <a:lnTo>
                      <a:pt x="113" y="719"/>
                    </a:lnTo>
                    <a:lnTo>
                      <a:pt x="123" y="732"/>
                    </a:lnTo>
                    <a:lnTo>
                      <a:pt x="133" y="744"/>
                    </a:lnTo>
                    <a:lnTo>
                      <a:pt x="144" y="756"/>
                    </a:lnTo>
                    <a:lnTo>
                      <a:pt x="157" y="767"/>
                    </a:lnTo>
                    <a:lnTo>
                      <a:pt x="171" y="779"/>
                    </a:lnTo>
                    <a:lnTo>
                      <a:pt x="187" y="789"/>
                    </a:lnTo>
                    <a:lnTo>
                      <a:pt x="203" y="798"/>
                    </a:lnTo>
                    <a:lnTo>
                      <a:pt x="221" y="808"/>
                    </a:lnTo>
                    <a:lnTo>
                      <a:pt x="241" y="816"/>
                    </a:lnTo>
                    <a:lnTo>
                      <a:pt x="261" y="824"/>
                    </a:lnTo>
                    <a:lnTo>
                      <a:pt x="284" y="831"/>
                    </a:lnTo>
                    <a:lnTo>
                      <a:pt x="309" y="838"/>
                    </a:lnTo>
                    <a:lnTo>
                      <a:pt x="335" y="844"/>
                    </a:lnTo>
                    <a:lnTo>
                      <a:pt x="363" y="848"/>
                    </a:lnTo>
                    <a:lnTo>
                      <a:pt x="392" y="852"/>
                    </a:lnTo>
                    <a:lnTo>
                      <a:pt x="423" y="856"/>
                    </a:lnTo>
                    <a:lnTo>
                      <a:pt x="456" y="858"/>
                    </a:lnTo>
                    <a:lnTo>
                      <a:pt x="491" y="859"/>
                    </a:lnTo>
                    <a:lnTo>
                      <a:pt x="528" y="860"/>
                    </a:lnTo>
                    <a:lnTo>
                      <a:pt x="528" y="860"/>
                    </a:lnTo>
                    <a:lnTo>
                      <a:pt x="566" y="859"/>
                    </a:lnTo>
                    <a:lnTo>
                      <a:pt x="601" y="858"/>
                    </a:lnTo>
                    <a:lnTo>
                      <a:pt x="634" y="856"/>
                    </a:lnTo>
                    <a:lnTo>
                      <a:pt x="666" y="852"/>
                    </a:lnTo>
                    <a:lnTo>
                      <a:pt x="695" y="848"/>
                    </a:lnTo>
                    <a:lnTo>
                      <a:pt x="723" y="844"/>
                    </a:lnTo>
                    <a:lnTo>
                      <a:pt x="749" y="838"/>
                    </a:lnTo>
                    <a:lnTo>
                      <a:pt x="774" y="831"/>
                    </a:lnTo>
                    <a:lnTo>
                      <a:pt x="795" y="824"/>
                    </a:lnTo>
                    <a:lnTo>
                      <a:pt x="817" y="816"/>
                    </a:lnTo>
                    <a:lnTo>
                      <a:pt x="837" y="808"/>
                    </a:lnTo>
                    <a:lnTo>
                      <a:pt x="854" y="798"/>
                    </a:lnTo>
                    <a:lnTo>
                      <a:pt x="871" y="789"/>
                    </a:lnTo>
                    <a:lnTo>
                      <a:pt x="886" y="779"/>
                    </a:lnTo>
                    <a:lnTo>
                      <a:pt x="901" y="767"/>
                    </a:lnTo>
                    <a:lnTo>
                      <a:pt x="913" y="756"/>
                    </a:lnTo>
                    <a:lnTo>
                      <a:pt x="925" y="744"/>
                    </a:lnTo>
                    <a:lnTo>
                      <a:pt x="935" y="732"/>
                    </a:lnTo>
                    <a:lnTo>
                      <a:pt x="944" y="719"/>
                    </a:lnTo>
                    <a:lnTo>
                      <a:pt x="953" y="706"/>
                    </a:lnTo>
                    <a:lnTo>
                      <a:pt x="960" y="693"/>
                    </a:lnTo>
                    <a:lnTo>
                      <a:pt x="966" y="678"/>
                    </a:lnTo>
                    <a:lnTo>
                      <a:pt x="972" y="665"/>
                    </a:lnTo>
                    <a:lnTo>
                      <a:pt x="976" y="650"/>
                    </a:lnTo>
                    <a:lnTo>
                      <a:pt x="981" y="636"/>
                    </a:lnTo>
                    <a:lnTo>
                      <a:pt x="984" y="620"/>
                    </a:lnTo>
                    <a:lnTo>
                      <a:pt x="987" y="606"/>
                    </a:lnTo>
                    <a:lnTo>
                      <a:pt x="989" y="590"/>
                    </a:lnTo>
                    <a:lnTo>
                      <a:pt x="991" y="560"/>
                    </a:lnTo>
                    <a:lnTo>
                      <a:pt x="992" y="529"/>
                    </a:lnTo>
                    <a:lnTo>
                      <a:pt x="992" y="529"/>
                    </a:lnTo>
                    <a:lnTo>
                      <a:pt x="991" y="515"/>
                    </a:lnTo>
                    <a:lnTo>
                      <a:pt x="990" y="500"/>
                    </a:lnTo>
                    <a:lnTo>
                      <a:pt x="988" y="486"/>
                    </a:lnTo>
                    <a:lnTo>
                      <a:pt x="985" y="470"/>
                    </a:lnTo>
                    <a:lnTo>
                      <a:pt x="982" y="455"/>
                    </a:lnTo>
                    <a:lnTo>
                      <a:pt x="977" y="440"/>
                    </a:lnTo>
                    <a:lnTo>
                      <a:pt x="966" y="408"/>
                    </a:lnTo>
                    <a:lnTo>
                      <a:pt x="953" y="377"/>
                    </a:lnTo>
                    <a:lnTo>
                      <a:pt x="937" y="345"/>
                    </a:lnTo>
                    <a:lnTo>
                      <a:pt x="920" y="313"/>
                    </a:lnTo>
                    <a:lnTo>
                      <a:pt x="900" y="281"/>
                    </a:lnTo>
                    <a:lnTo>
                      <a:pt x="878" y="250"/>
                    </a:lnTo>
                    <a:lnTo>
                      <a:pt x="855" y="220"/>
                    </a:lnTo>
                    <a:lnTo>
                      <a:pt x="832" y="190"/>
                    </a:lnTo>
                    <a:lnTo>
                      <a:pt x="807" y="162"/>
                    </a:lnTo>
                    <a:lnTo>
                      <a:pt x="781" y="135"/>
                    </a:lnTo>
                    <a:lnTo>
                      <a:pt x="755" y="111"/>
                    </a:lnTo>
                    <a:lnTo>
                      <a:pt x="728" y="87"/>
                    </a:lnTo>
                    <a:lnTo>
                      <a:pt x="701" y="66"/>
                    </a:lnTo>
                    <a:lnTo>
                      <a:pt x="356"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5" name="Freeform 171">
                <a:extLst>
                  <a:ext uri="{FF2B5EF4-FFF2-40B4-BE49-F238E27FC236}">
                    <a16:creationId xmlns:a16="http://schemas.microsoft.com/office/drawing/2014/main" id="{F795535A-8AE2-43FE-8C3E-DBFAE3FDC4CC}"/>
                  </a:ext>
                </a:extLst>
              </p:cNvPr>
              <p:cNvSpPr>
                <a:spLocks/>
              </p:cNvSpPr>
              <p:nvPr/>
            </p:nvSpPr>
            <p:spPr bwMode="auto">
              <a:xfrm>
                <a:off x="7835900" y="2657475"/>
                <a:ext cx="119063" cy="14288"/>
              </a:xfrm>
              <a:custGeom>
                <a:avLst/>
                <a:gdLst>
                  <a:gd name="T0" fmla="*/ 496 w 529"/>
                  <a:gd name="T1" fmla="*/ 67 h 67"/>
                  <a:gd name="T2" fmla="*/ 34 w 529"/>
                  <a:gd name="T3" fmla="*/ 67 h 67"/>
                  <a:gd name="T4" fmla="*/ 34 w 529"/>
                  <a:gd name="T5" fmla="*/ 67 h 67"/>
                  <a:gd name="T6" fmla="*/ 26 w 529"/>
                  <a:gd name="T7" fmla="*/ 65 h 67"/>
                  <a:gd name="T8" fmla="*/ 20 w 529"/>
                  <a:gd name="T9" fmla="*/ 63 h 67"/>
                  <a:gd name="T10" fmla="*/ 15 w 529"/>
                  <a:gd name="T11" fmla="*/ 61 h 67"/>
                  <a:gd name="T12" fmla="*/ 10 w 529"/>
                  <a:gd name="T13" fmla="*/ 57 h 67"/>
                  <a:gd name="T14" fmla="*/ 6 w 529"/>
                  <a:gd name="T15" fmla="*/ 52 h 67"/>
                  <a:gd name="T16" fmla="*/ 3 w 529"/>
                  <a:gd name="T17" fmla="*/ 46 h 67"/>
                  <a:gd name="T18" fmla="*/ 0 w 529"/>
                  <a:gd name="T19" fmla="*/ 40 h 67"/>
                  <a:gd name="T20" fmla="*/ 0 w 529"/>
                  <a:gd name="T21" fmla="*/ 33 h 67"/>
                  <a:gd name="T22" fmla="*/ 0 w 529"/>
                  <a:gd name="T23" fmla="*/ 33 h 67"/>
                  <a:gd name="T24" fmla="*/ 0 w 529"/>
                  <a:gd name="T25" fmla="*/ 27 h 67"/>
                  <a:gd name="T26" fmla="*/ 3 w 529"/>
                  <a:gd name="T27" fmla="*/ 21 h 67"/>
                  <a:gd name="T28" fmla="*/ 6 w 529"/>
                  <a:gd name="T29" fmla="*/ 15 h 67"/>
                  <a:gd name="T30" fmla="*/ 10 w 529"/>
                  <a:gd name="T31" fmla="*/ 10 h 67"/>
                  <a:gd name="T32" fmla="*/ 15 w 529"/>
                  <a:gd name="T33" fmla="*/ 6 h 67"/>
                  <a:gd name="T34" fmla="*/ 20 w 529"/>
                  <a:gd name="T35" fmla="*/ 3 h 67"/>
                  <a:gd name="T36" fmla="*/ 26 w 529"/>
                  <a:gd name="T37" fmla="*/ 1 h 67"/>
                  <a:gd name="T38" fmla="*/ 34 w 529"/>
                  <a:gd name="T39" fmla="*/ 0 h 67"/>
                  <a:gd name="T40" fmla="*/ 496 w 529"/>
                  <a:gd name="T41" fmla="*/ 0 h 67"/>
                  <a:gd name="T42" fmla="*/ 496 w 529"/>
                  <a:gd name="T43" fmla="*/ 0 h 67"/>
                  <a:gd name="T44" fmla="*/ 502 w 529"/>
                  <a:gd name="T45" fmla="*/ 1 h 67"/>
                  <a:gd name="T46" fmla="*/ 509 w 529"/>
                  <a:gd name="T47" fmla="*/ 3 h 67"/>
                  <a:gd name="T48" fmla="*/ 515 w 529"/>
                  <a:gd name="T49" fmla="*/ 6 h 67"/>
                  <a:gd name="T50" fmla="*/ 520 w 529"/>
                  <a:gd name="T51" fmla="*/ 10 h 67"/>
                  <a:gd name="T52" fmla="*/ 524 w 529"/>
                  <a:gd name="T53" fmla="*/ 15 h 67"/>
                  <a:gd name="T54" fmla="*/ 526 w 529"/>
                  <a:gd name="T55" fmla="*/ 21 h 67"/>
                  <a:gd name="T56" fmla="*/ 528 w 529"/>
                  <a:gd name="T57" fmla="*/ 27 h 67"/>
                  <a:gd name="T58" fmla="*/ 529 w 529"/>
                  <a:gd name="T59" fmla="*/ 33 h 67"/>
                  <a:gd name="T60" fmla="*/ 529 w 529"/>
                  <a:gd name="T61" fmla="*/ 33 h 67"/>
                  <a:gd name="T62" fmla="*/ 528 w 529"/>
                  <a:gd name="T63" fmla="*/ 40 h 67"/>
                  <a:gd name="T64" fmla="*/ 526 w 529"/>
                  <a:gd name="T65" fmla="*/ 46 h 67"/>
                  <a:gd name="T66" fmla="*/ 524 w 529"/>
                  <a:gd name="T67" fmla="*/ 52 h 67"/>
                  <a:gd name="T68" fmla="*/ 520 w 529"/>
                  <a:gd name="T69" fmla="*/ 57 h 67"/>
                  <a:gd name="T70" fmla="*/ 515 w 529"/>
                  <a:gd name="T71" fmla="*/ 61 h 67"/>
                  <a:gd name="T72" fmla="*/ 509 w 529"/>
                  <a:gd name="T73" fmla="*/ 63 h 67"/>
                  <a:gd name="T74" fmla="*/ 502 w 529"/>
                  <a:gd name="T75" fmla="*/ 65 h 67"/>
                  <a:gd name="T76" fmla="*/ 496 w 529"/>
                  <a:gd name="T77" fmla="*/ 67 h 67"/>
                  <a:gd name="T78" fmla="*/ 496 w 529"/>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29" h="67">
                    <a:moveTo>
                      <a:pt x="496" y="67"/>
                    </a:moveTo>
                    <a:lnTo>
                      <a:pt x="34" y="67"/>
                    </a:lnTo>
                    <a:lnTo>
                      <a:pt x="34" y="67"/>
                    </a:lnTo>
                    <a:lnTo>
                      <a:pt x="26" y="65"/>
                    </a:lnTo>
                    <a:lnTo>
                      <a:pt x="20" y="63"/>
                    </a:lnTo>
                    <a:lnTo>
                      <a:pt x="15" y="61"/>
                    </a:lnTo>
                    <a:lnTo>
                      <a:pt x="10" y="57"/>
                    </a:lnTo>
                    <a:lnTo>
                      <a:pt x="6" y="52"/>
                    </a:lnTo>
                    <a:lnTo>
                      <a:pt x="3" y="46"/>
                    </a:lnTo>
                    <a:lnTo>
                      <a:pt x="0" y="40"/>
                    </a:lnTo>
                    <a:lnTo>
                      <a:pt x="0" y="33"/>
                    </a:lnTo>
                    <a:lnTo>
                      <a:pt x="0" y="33"/>
                    </a:lnTo>
                    <a:lnTo>
                      <a:pt x="0" y="27"/>
                    </a:lnTo>
                    <a:lnTo>
                      <a:pt x="3" y="21"/>
                    </a:lnTo>
                    <a:lnTo>
                      <a:pt x="6" y="15"/>
                    </a:lnTo>
                    <a:lnTo>
                      <a:pt x="10" y="10"/>
                    </a:lnTo>
                    <a:lnTo>
                      <a:pt x="15" y="6"/>
                    </a:lnTo>
                    <a:lnTo>
                      <a:pt x="20" y="3"/>
                    </a:lnTo>
                    <a:lnTo>
                      <a:pt x="26" y="1"/>
                    </a:lnTo>
                    <a:lnTo>
                      <a:pt x="34" y="0"/>
                    </a:lnTo>
                    <a:lnTo>
                      <a:pt x="496" y="0"/>
                    </a:lnTo>
                    <a:lnTo>
                      <a:pt x="496" y="0"/>
                    </a:lnTo>
                    <a:lnTo>
                      <a:pt x="502" y="1"/>
                    </a:lnTo>
                    <a:lnTo>
                      <a:pt x="509" y="3"/>
                    </a:lnTo>
                    <a:lnTo>
                      <a:pt x="515" y="6"/>
                    </a:lnTo>
                    <a:lnTo>
                      <a:pt x="520" y="10"/>
                    </a:lnTo>
                    <a:lnTo>
                      <a:pt x="524" y="15"/>
                    </a:lnTo>
                    <a:lnTo>
                      <a:pt x="526" y="21"/>
                    </a:lnTo>
                    <a:lnTo>
                      <a:pt x="528" y="27"/>
                    </a:lnTo>
                    <a:lnTo>
                      <a:pt x="529" y="33"/>
                    </a:lnTo>
                    <a:lnTo>
                      <a:pt x="529" y="33"/>
                    </a:lnTo>
                    <a:lnTo>
                      <a:pt x="528" y="40"/>
                    </a:lnTo>
                    <a:lnTo>
                      <a:pt x="526" y="46"/>
                    </a:lnTo>
                    <a:lnTo>
                      <a:pt x="524" y="52"/>
                    </a:lnTo>
                    <a:lnTo>
                      <a:pt x="520" y="57"/>
                    </a:lnTo>
                    <a:lnTo>
                      <a:pt x="515" y="61"/>
                    </a:lnTo>
                    <a:lnTo>
                      <a:pt x="509" y="63"/>
                    </a:lnTo>
                    <a:lnTo>
                      <a:pt x="502" y="65"/>
                    </a:lnTo>
                    <a:lnTo>
                      <a:pt x="496" y="67"/>
                    </a:lnTo>
                    <a:lnTo>
                      <a:pt x="496"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6" name="Freeform 172">
                <a:extLst>
                  <a:ext uri="{FF2B5EF4-FFF2-40B4-BE49-F238E27FC236}">
                    <a16:creationId xmlns:a16="http://schemas.microsoft.com/office/drawing/2014/main" id="{9CB44972-A809-45DB-8CA0-09ECA5141348}"/>
                  </a:ext>
                </a:extLst>
              </p:cNvPr>
              <p:cNvSpPr>
                <a:spLocks noEditPoints="1"/>
              </p:cNvSpPr>
              <p:nvPr/>
            </p:nvSpPr>
            <p:spPr bwMode="auto">
              <a:xfrm>
                <a:off x="7820025" y="2536825"/>
                <a:ext cx="150813" cy="104775"/>
              </a:xfrm>
              <a:custGeom>
                <a:avLst/>
                <a:gdLst>
                  <a:gd name="T0" fmla="*/ 166 w 662"/>
                  <a:gd name="T1" fmla="*/ 461 h 461"/>
                  <a:gd name="T2" fmla="*/ 147 w 662"/>
                  <a:gd name="T3" fmla="*/ 456 h 461"/>
                  <a:gd name="T4" fmla="*/ 135 w 662"/>
                  <a:gd name="T5" fmla="*/ 441 h 461"/>
                  <a:gd name="T6" fmla="*/ 133 w 662"/>
                  <a:gd name="T7" fmla="*/ 428 h 461"/>
                  <a:gd name="T8" fmla="*/ 126 w 662"/>
                  <a:gd name="T9" fmla="*/ 380 h 461"/>
                  <a:gd name="T10" fmla="*/ 104 w 662"/>
                  <a:gd name="T11" fmla="*/ 302 h 461"/>
                  <a:gd name="T12" fmla="*/ 70 w 662"/>
                  <a:gd name="T13" fmla="*/ 227 h 461"/>
                  <a:gd name="T14" fmla="*/ 12 w 662"/>
                  <a:gd name="T15" fmla="*/ 124 h 461"/>
                  <a:gd name="T16" fmla="*/ 3 w 662"/>
                  <a:gd name="T17" fmla="*/ 111 h 461"/>
                  <a:gd name="T18" fmla="*/ 0 w 662"/>
                  <a:gd name="T19" fmla="*/ 95 h 461"/>
                  <a:gd name="T20" fmla="*/ 4 w 662"/>
                  <a:gd name="T21" fmla="*/ 81 h 461"/>
                  <a:gd name="T22" fmla="*/ 12 w 662"/>
                  <a:gd name="T23" fmla="*/ 73 h 461"/>
                  <a:gd name="T24" fmla="*/ 25 w 662"/>
                  <a:gd name="T25" fmla="*/ 65 h 461"/>
                  <a:gd name="T26" fmla="*/ 41 w 662"/>
                  <a:gd name="T27" fmla="*/ 65 h 461"/>
                  <a:gd name="T28" fmla="*/ 300 w 662"/>
                  <a:gd name="T29" fmla="*/ 19 h 461"/>
                  <a:gd name="T30" fmla="*/ 306 w 662"/>
                  <a:gd name="T31" fmla="*/ 10 h 461"/>
                  <a:gd name="T32" fmla="*/ 317 w 662"/>
                  <a:gd name="T33" fmla="*/ 2 h 461"/>
                  <a:gd name="T34" fmla="*/ 341 w 662"/>
                  <a:gd name="T35" fmla="*/ 1 h 461"/>
                  <a:gd name="T36" fmla="*/ 353 w 662"/>
                  <a:gd name="T37" fmla="*/ 7 h 461"/>
                  <a:gd name="T38" fmla="*/ 361 w 662"/>
                  <a:gd name="T39" fmla="*/ 19 h 461"/>
                  <a:gd name="T40" fmla="*/ 615 w 662"/>
                  <a:gd name="T41" fmla="*/ 66 h 461"/>
                  <a:gd name="T42" fmla="*/ 630 w 662"/>
                  <a:gd name="T43" fmla="*/ 64 h 461"/>
                  <a:gd name="T44" fmla="*/ 646 w 662"/>
                  <a:gd name="T45" fmla="*/ 68 h 461"/>
                  <a:gd name="T46" fmla="*/ 653 w 662"/>
                  <a:gd name="T47" fmla="*/ 76 h 461"/>
                  <a:gd name="T48" fmla="*/ 660 w 662"/>
                  <a:gd name="T49" fmla="*/ 90 h 461"/>
                  <a:gd name="T50" fmla="*/ 660 w 662"/>
                  <a:gd name="T51" fmla="*/ 106 h 461"/>
                  <a:gd name="T52" fmla="*/ 656 w 662"/>
                  <a:gd name="T53" fmla="*/ 115 h 461"/>
                  <a:gd name="T54" fmla="*/ 615 w 662"/>
                  <a:gd name="T55" fmla="*/ 183 h 461"/>
                  <a:gd name="T56" fmla="*/ 569 w 662"/>
                  <a:gd name="T57" fmla="*/ 277 h 461"/>
                  <a:gd name="T58" fmla="*/ 540 w 662"/>
                  <a:gd name="T59" fmla="*/ 354 h 461"/>
                  <a:gd name="T60" fmla="*/ 529 w 662"/>
                  <a:gd name="T61" fmla="*/ 416 h 461"/>
                  <a:gd name="T62" fmla="*/ 528 w 662"/>
                  <a:gd name="T63" fmla="*/ 435 h 461"/>
                  <a:gd name="T64" fmla="*/ 520 w 662"/>
                  <a:gd name="T65" fmla="*/ 452 h 461"/>
                  <a:gd name="T66" fmla="*/ 503 w 662"/>
                  <a:gd name="T67" fmla="*/ 461 h 461"/>
                  <a:gd name="T68" fmla="*/ 196 w 662"/>
                  <a:gd name="T69" fmla="*/ 395 h 461"/>
                  <a:gd name="T70" fmla="*/ 467 w 662"/>
                  <a:gd name="T71" fmla="*/ 380 h 461"/>
                  <a:gd name="T72" fmla="*/ 487 w 662"/>
                  <a:gd name="T73" fmla="*/ 306 h 461"/>
                  <a:gd name="T74" fmla="*/ 523 w 662"/>
                  <a:gd name="T75" fmla="*/ 219 h 461"/>
                  <a:gd name="T76" fmla="*/ 410 w 662"/>
                  <a:gd name="T77" fmla="*/ 227 h 461"/>
                  <a:gd name="T78" fmla="*/ 397 w 662"/>
                  <a:gd name="T79" fmla="*/ 230 h 461"/>
                  <a:gd name="T80" fmla="*/ 384 w 662"/>
                  <a:gd name="T81" fmla="*/ 227 h 461"/>
                  <a:gd name="T82" fmla="*/ 370 w 662"/>
                  <a:gd name="T83" fmla="*/ 214 h 461"/>
                  <a:gd name="T84" fmla="*/ 295 w 662"/>
                  <a:gd name="T85" fmla="*/ 208 h 461"/>
                  <a:gd name="T86" fmla="*/ 288 w 662"/>
                  <a:gd name="T87" fmla="*/ 220 h 461"/>
                  <a:gd name="T88" fmla="*/ 278 w 662"/>
                  <a:gd name="T89" fmla="*/ 227 h 461"/>
                  <a:gd name="T90" fmla="*/ 258 w 662"/>
                  <a:gd name="T91" fmla="*/ 229 h 461"/>
                  <a:gd name="T92" fmla="*/ 113 w 662"/>
                  <a:gd name="T93" fmla="*/ 168 h 461"/>
                  <a:gd name="T94" fmla="*/ 151 w 662"/>
                  <a:gd name="T95" fmla="*/ 247 h 461"/>
                  <a:gd name="T96" fmla="*/ 184 w 662"/>
                  <a:gd name="T97" fmla="*/ 336 h 461"/>
                  <a:gd name="T98" fmla="*/ 196 w 662"/>
                  <a:gd name="T99" fmla="*/ 395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62" h="461">
                    <a:moveTo>
                      <a:pt x="496" y="461"/>
                    </a:moveTo>
                    <a:lnTo>
                      <a:pt x="166" y="461"/>
                    </a:lnTo>
                    <a:lnTo>
                      <a:pt x="166" y="461"/>
                    </a:lnTo>
                    <a:lnTo>
                      <a:pt x="159" y="461"/>
                    </a:lnTo>
                    <a:lnTo>
                      <a:pt x="152" y="459"/>
                    </a:lnTo>
                    <a:lnTo>
                      <a:pt x="147" y="456"/>
                    </a:lnTo>
                    <a:lnTo>
                      <a:pt x="142" y="452"/>
                    </a:lnTo>
                    <a:lnTo>
                      <a:pt x="138" y="446"/>
                    </a:lnTo>
                    <a:lnTo>
                      <a:pt x="135" y="441"/>
                    </a:lnTo>
                    <a:lnTo>
                      <a:pt x="133" y="435"/>
                    </a:lnTo>
                    <a:lnTo>
                      <a:pt x="133" y="428"/>
                    </a:lnTo>
                    <a:lnTo>
                      <a:pt x="133" y="428"/>
                    </a:lnTo>
                    <a:lnTo>
                      <a:pt x="132" y="416"/>
                    </a:lnTo>
                    <a:lnTo>
                      <a:pt x="131" y="405"/>
                    </a:lnTo>
                    <a:lnTo>
                      <a:pt x="126" y="380"/>
                    </a:lnTo>
                    <a:lnTo>
                      <a:pt x="120" y="354"/>
                    </a:lnTo>
                    <a:lnTo>
                      <a:pt x="113" y="328"/>
                    </a:lnTo>
                    <a:lnTo>
                      <a:pt x="104" y="302"/>
                    </a:lnTo>
                    <a:lnTo>
                      <a:pt x="92" y="277"/>
                    </a:lnTo>
                    <a:lnTo>
                      <a:pt x="81" y="252"/>
                    </a:lnTo>
                    <a:lnTo>
                      <a:pt x="70" y="227"/>
                    </a:lnTo>
                    <a:lnTo>
                      <a:pt x="47" y="183"/>
                    </a:lnTo>
                    <a:lnTo>
                      <a:pt x="26" y="148"/>
                    </a:lnTo>
                    <a:lnTo>
                      <a:pt x="12" y="124"/>
                    </a:lnTo>
                    <a:lnTo>
                      <a:pt x="5" y="115"/>
                    </a:lnTo>
                    <a:lnTo>
                      <a:pt x="5" y="115"/>
                    </a:lnTo>
                    <a:lnTo>
                      <a:pt x="3" y="111"/>
                    </a:lnTo>
                    <a:lnTo>
                      <a:pt x="1" y="106"/>
                    </a:lnTo>
                    <a:lnTo>
                      <a:pt x="0" y="101"/>
                    </a:lnTo>
                    <a:lnTo>
                      <a:pt x="0" y="95"/>
                    </a:lnTo>
                    <a:lnTo>
                      <a:pt x="1" y="90"/>
                    </a:lnTo>
                    <a:lnTo>
                      <a:pt x="2" y="85"/>
                    </a:lnTo>
                    <a:lnTo>
                      <a:pt x="4" y="81"/>
                    </a:lnTo>
                    <a:lnTo>
                      <a:pt x="7" y="76"/>
                    </a:lnTo>
                    <a:lnTo>
                      <a:pt x="7" y="76"/>
                    </a:lnTo>
                    <a:lnTo>
                      <a:pt x="12" y="73"/>
                    </a:lnTo>
                    <a:lnTo>
                      <a:pt x="16" y="68"/>
                    </a:lnTo>
                    <a:lnTo>
                      <a:pt x="21" y="66"/>
                    </a:lnTo>
                    <a:lnTo>
                      <a:pt x="25" y="65"/>
                    </a:lnTo>
                    <a:lnTo>
                      <a:pt x="30" y="64"/>
                    </a:lnTo>
                    <a:lnTo>
                      <a:pt x="35" y="64"/>
                    </a:lnTo>
                    <a:lnTo>
                      <a:pt x="41" y="65"/>
                    </a:lnTo>
                    <a:lnTo>
                      <a:pt x="46" y="66"/>
                    </a:lnTo>
                    <a:lnTo>
                      <a:pt x="247" y="152"/>
                    </a:lnTo>
                    <a:lnTo>
                      <a:pt x="300" y="19"/>
                    </a:lnTo>
                    <a:lnTo>
                      <a:pt x="300" y="19"/>
                    </a:lnTo>
                    <a:lnTo>
                      <a:pt x="302" y="15"/>
                    </a:lnTo>
                    <a:lnTo>
                      <a:pt x="306" y="10"/>
                    </a:lnTo>
                    <a:lnTo>
                      <a:pt x="309" y="7"/>
                    </a:lnTo>
                    <a:lnTo>
                      <a:pt x="313" y="4"/>
                    </a:lnTo>
                    <a:lnTo>
                      <a:pt x="317" y="2"/>
                    </a:lnTo>
                    <a:lnTo>
                      <a:pt x="321" y="1"/>
                    </a:lnTo>
                    <a:lnTo>
                      <a:pt x="330" y="0"/>
                    </a:lnTo>
                    <a:lnTo>
                      <a:pt x="341" y="1"/>
                    </a:lnTo>
                    <a:lnTo>
                      <a:pt x="345" y="2"/>
                    </a:lnTo>
                    <a:lnTo>
                      <a:pt x="349" y="4"/>
                    </a:lnTo>
                    <a:lnTo>
                      <a:pt x="353" y="7"/>
                    </a:lnTo>
                    <a:lnTo>
                      <a:pt x="356" y="10"/>
                    </a:lnTo>
                    <a:lnTo>
                      <a:pt x="359" y="15"/>
                    </a:lnTo>
                    <a:lnTo>
                      <a:pt x="361" y="19"/>
                    </a:lnTo>
                    <a:lnTo>
                      <a:pt x="415" y="152"/>
                    </a:lnTo>
                    <a:lnTo>
                      <a:pt x="615" y="66"/>
                    </a:lnTo>
                    <a:lnTo>
                      <a:pt x="615" y="66"/>
                    </a:lnTo>
                    <a:lnTo>
                      <a:pt x="620" y="65"/>
                    </a:lnTo>
                    <a:lnTo>
                      <a:pt x="625" y="64"/>
                    </a:lnTo>
                    <a:lnTo>
                      <a:pt x="630" y="64"/>
                    </a:lnTo>
                    <a:lnTo>
                      <a:pt x="636" y="65"/>
                    </a:lnTo>
                    <a:lnTo>
                      <a:pt x="641" y="66"/>
                    </a:lnTo>
                    <a:lnTo>
                      <a:pt x="646" y="68"/>
                    </a:lnTo>
                    <a:lnTo>
                      <a:pt x="650" y="73"/>
                    </a:lnTo>
                    <a:lnTo>
                      <a:pt x="653" y="76"/>
                    </a:lnTo>
                    <a:lnTo>
                      <a:pt x="653" y="76"/>
                    </a:lnTo>
                    <a:lnTo>
                      <a:pt x="656" y="81"/>
                    </a:lnTo>
                    <a:lnTo>
                      <a:pt x="659" y="85"/>
                    </a:lnTo>
                    <a:lnTo>
                      <a:pt x="660" y="90"/>
                    </a:lnTo>
                    <a:lnTo>
                      <a:pt x="662" y="95"/>
                    </a:lnTo>
                    <a:lnTo>
                      <a:pt x="662" y="101"/>
                    </a:lnTo>
                    <a:lnTo>
                      <a:pt x="660" y="106"/>
                    </a:lnTo>
                    <a:lnTo>
                      <a:pt x="658" y="111"/>
                    </a:lnTo>
                    <a:lnTo>
                      <a:pt x="656" y="115"/>
                    </a:lnTo>
                    <a:lnTo>
                      <a:pt x="656" y="115"/>
                    </a:lnTo>
                    <a:lnTo>
                      <a:pt x="650" y="124"/>
                    </a:lnTo>
                    <a:lnTo>
                      <a:pt x="636" y="148"/>
                    </a:lnTo>
                    <a:lnTo>
                      <a:pt x="615" y="183"/>
                    </a:lnTo>
                    <a:lnTo>
                      <a:pt x="592" y="227"/>
                    </a:lnTo>
                    <a:lnTo>
                      <a:pt x="580" y="252"/>
                    </a:lnTo>
                    <a:lnTo>
                      <a:pt x="569" y="277"/>
                    </a:lnTo>
                    <a:lnTo>
                      <a:pt x="558" y="302"/>
                    </a:lnTo>
                    <a:lnTo>
                      <a:pt x="549" y="328"/>
                    </a:lnTo>
                    <a:lnTo>
                      <a:pt x="540" y="354"/>
                    </a:lnTo>
                    <a:lnTo>
                      <a:pt x="534" y="380"/>
                    </a:lnTo>
                    <a:lnTo>
                      <a:pt x="530" y="405"/>
                    </a:lnTo>
                    <a:lnTo>
                      <a:pt x="529" y="416"/>
                    </a:lnTo>
                    <a:lnTo>
                      <a:pt x="529" y="428"/>
                    </a:lnTo>
                    <a:lnTo>
                      <a:pt x="529" y="428"/>
                    </a:lnTo>
                    <a:lnTo>
                      <a:pt x="528" y="435"/>
                    </a:lnTo>
                    <a:lnTo>
                      <a:pt x="527" y="441"/>
                    </a:lnTo>
                    <a:lnTo>
                      <a:pt x="524" y="446"/>
                    </a:lnTo>
                    <a:lnTo>
                      <a:pt x="520" y="452"/>
                    </a:lnTo>
                    <a:lnTo>
                      <a:pt x="515" y="456"/>
                    </a:lnTo>
                    <a:lnTo>
                      <a:pt x="509" y="459"/>
                    </a:lnTo>
                    <a:lnTo>
                      <a:pt x="503" y="461"/>
                    </a:lnTo>
                    <a:lnTo>
                      <a:pt x="496" y="461"/>
                    </a:lnTo>
                    <a:lnTo>
                      <a:pt x="496" y="461"/>
                    </a:lnTo>
                    <a:close/>
                    <a:moveTo>
                      <a:pt x="196" y="395"/>
                    </a:moveTo>
                    <a:lnTo>
                      <a:pt x="465" y="395"/>
                    </a:lnTo>
                    <a:lnTo>
                      <a:pt x="465" y="395"/>
                    </a:lnTo>
                    <a:lnTo>
                      <a:pt x="467" y="380"/>
                    </a:lnTo>
                    <a:lnTo>
                      <a:pt x="470" y="366"/>
                    </a:lnTo>
                    <a:lnTo>
                      <a:pt x="477" y="336"/>
                    </a:lnTo>
                    <a:lnTo>
                      <a:pt x="487" y="306"/>
                    </a:lnTo>
                    <a:lnTo>
                      <a:pt x="498" y="277"/>
                    </a:lnTo>
                    <a:lnTo>
                      <a:pt x="509" y="247"/>
                    </a:lnTo>
                    <a:lnTo>
                      <a:pt x="523" y="219"/>
                    </a:lnTo>
                    <a:lnTo>
                      <a:pt x="535" y="193"/>
                    </a:lnTo>
                    <a:lnTo>
                      <a:pt x="549" y="168"/>
                    </a:lnTo>
                    <a:lnTo>
                      <a:pt x="410" y="227"/>
                    </a:lnTo>
                    <a:lnTo>
                      <a:pt x="410" y="227"/>
                    </a:lnTo>
                    <a:lnTo>
                      <a:pt x="404" y="229"/>
                    </a:lnTo>
                    <a:lnTo>
                      <a:pt x="397" y="230"/>
                    </a:lnTo>
                    <a:lnTo>
                      <a:pt x="390" y="229"/>
                    </a:lnTo>
                    <a:lnTo>
                      <a:pt x="384" y="227"/>
                    </a:lnTo>
                    <a:lnTo>
                      <a:pt x="384" y="227"/>
                    </a:lnTo>
                    <a:lnTo>
                      <a:pt x="378" y="224"/>
                    </a:lnTo>
                    <a:lnTo>
                      <a:pt x="374" y="220"/>
                    </a:lnTo>
                    <a:lnTo>
                      <a:pt x="370" y="214"/>
                    </a:lnTo>
                    <a:lnTo>
                      <a:pt x="367" y="208"/>
                    </a:lnTo>
                    <a:lnTo>
                      <a:pt x="330" y="120"/>
                    </a:lnTo>
                    <a:lnTo>
                      <a:pt x="295" y="208"/>
                    </a:lnTo>
                    <a:lnTo>
                      <a:pt x="295" y="208"/>
                    </a:lnTo>
                    <a:lnTo>
                      <a:pt x="292" y="214"/>
                    </a:lnTo>
                    <a:lnTo>
                      <a:pt x="288" y="220"/>
                    </a:lnTo>
                    <a:lnTo>
                      <a:pt x="283" y="224"/>
                    </a:lnTo>
                    <a:lnTo>
                      <a:pt x="278" y="227"/>
                    </a:lnTo>
                    <a:lnTo>
                      <a:pt x="278" y="227"/>
                    </a:lnTo>
                    <a:lnTo>
                      <a:pt x="271" y="229"/>
                    </a:lnTo>
                    <a:lnTo>
                      <a:pt x="264" y="230"/>
                    </a:lnTo>
                    <a:lnTo>
                      <a:pt x="258" y="229"/>
                    </a:lnTo>
                    <a:lnTo>
                      <a:pt x="252" y="227"/>
                    </a:lnTo>
                    <a:lnTo>
                      <a:pt x="113" y="168"/>
                    </a:lnTo>
                    <a:lnTo>
                      <a:pt x="113" y="168"/>
                    </a:lnTo>
                    <a:lnTo>
                      <a:pt x="125" y="193"/>
                    </a:lnTo>
                    <a:lnTo>
                      <a:pt x="139" y="219"/>
                    </a:lnTo>
                    <a:lnTo>
                      <a:pt x="151" y="247"/>
                    </a:lnTo>
                    <a:lnTo>
                      <a:pt x="164" y="277"/>
                    </a:lnTo>
                    <a:lnTo>
                      <a:pt x="175" y="306"/>
                    </a:lnTo>
                    <a:lnTo>
                      <a:pt x="184" y="336"/>
                    </a:lnTo>
                    <a:lnTo>
                      <a:pt x="192" y="366"/>
                    </a:lnTo>
                    <a:lnTo>
                      <a:pt x="194" y="380"/>
                    </a:lnTo>
                    <a:lnTo>
                      <a:pt x="196" y="395"/>
                    </a:lnTo>
                    <a:lnTo>
                      <a:pt x="196" y="3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107" name="Freeform 63">
              <a:extLst>
                <a:ext uri="{FF2B5EF4-FFF2-40B4-BE49-F238E27FC236}">
                  <a16:creationId xmlns:a16="http://schemas.microsoft.com/office/drawing/2014/main" id="{FF8A7A35-1E4D-4204-9A6C-CD1536E27290}"/>
                </a:ext>
              </a:extLst>
            </p:cNvPr>
            <p:cNvSpPr>
              <a:spLocks noEditPoints="1"/>
            </p:cNvSpPr>
            <p:nvPr/>
          </p:nvSpPr>
          <p:spPr bwMode="auto">
            <a:xfrm>
              <a:off x="5121769" y="4382907"/>
              <a:ext cx="326159" cy="327603"/>
            </a:xfrm>
            <a:custGeom>
              <a:avLst/>
              <a:gdLst>
                <a:gd name="T0" fmla="*/ 5 w 1361"/>
                <a:gd name="T1" fmla="*/ 1347 h 1360"/>
                <a:gd name="T2" fmla="*/ 15 w 1361"/>
                <a:gd name="T3" fmla="*/ 1216 h 1360"/>
                <a:gd name="T4" fmla="*/ 69 w 1361"/>
                <a:gd name="T5" fmla="*/ 1074 h 1360"/>
                <a:gd name="T6" fmla="*/ 217 w 1361"/>
                <a:gd name="T7" fmla="*/ 969 h 1360"/>
                <a:gd name="T8" fmla="*/ 510 w 1361"/>
                <a:gd name="T9" fmla="*/ 719 h 1360"/>
                <a:gd name="T10" fmla="*/ 438 w 1361"/>
                <a:gd name="T11" fmla="*/ 614 h 1360"/>
                <a:gd name="T12" fmla="*/ 412 w 1361"/>
                <a:gd name="T13" fmla="*/ 537 h 1360"/>
                <a:gd name="T14" fmla="*/ 395 w 1361"/>
                <a:gd name="T15" fmla="*/ 435 h 1360"/>
                <a:gd name="T16" fmla="*/ 418 w 1361"/>
                <a:gd name="T17" fmla="*/ 372 h 1360"/>
                <a:gd name="T18" fmla="*/ 388 w 1361"/>
                <a:gd name="T19" fmla="*/ 215 h 1360"/>
                <a:gd name="T20" fmla="*/ 420 w 1361"/>
                <a:gd name="T21" fmla="*/ 116 h 1360"/>
                <a:gd name="T22" fmla="*/ 491 w 1361"/>
                <a:gd name="T23" fmla="*/ 83 h 1360"/>
                <a:gd name="T24" fmla="*/ 590 w 1361"/>
                <a:gd name="T25" fmla="*/ 16 h 1360"/>
                <a:gd name="T26" fmla="*/ 732 w 1361"/>
                <a:gd name="T27" fmla="*/ 0 h 1360"/>
                <a:gd name="T28" fmla="*/ 895 w 1361"/>
                <a:gd name="T29" fmla="*/ 32 h 1360"/>
                <a:gd name="T30" fmla="*/ 983 w 1361"/>
                <a:gd name="T31" fmla="*/ 108 h 1360"/>
                <a:gd name="T32" fmla="*/ 994 w 1361"/>
                <a:gd name="T33" fmla="*/ 196 h 1360"/>
                <a:gd name="T34" fmla="*/ 945 w 1361"/>
                <a:gd name="T35" fmla="*/ 369 h 1360"/>
                <a:gd name="T36" fmla="*/ 963 w 1361"/>
                <a:gd name="T37" fmla="*/ 421 h 1360"/>
                <a:gd name="T38" fmla="*/ 952 w 1361"/>
                <a:gd name="T39" fmla="*/ 530 h 1360"/>
                <a:gd name="T40" fmla="*/ 926 w 1361"/>
                <a:gd name="T41" fmla="*/ 600 h 1360"/>
                <a:gd name="T42" fmla="*/ 861 w 1361"/>
                <a:gd name="T43" fmla="*/ 709 h 1360"/>
                <a:gd name="T44" fmla="*/ 1116 w 1361"/>
                <a:gd name="T45" fmla="*/ 956 h 1360"/>
                <a:gd name="T46" fmla="*/ 1281 w 1361"/>
                <a:gd name="T47" fmla="*/ 1059 h 1360"/>
                <a:gd name="T48" fmla="*/ 1340 w 1361"/>
                <a:gd name="T49" fmla="*/ 1197 h 1360"/>
                <a:gd name="T50" fmla="*/ 1359 w 1361"/>
                <a:gd name="T51" fmla="*/ 1343 h 1360"/>
                <a:gd name="T52" fmla="*/ 59 w 1361"/>
                <a:gd name="T53" fmla="*/ 1304 h 1360"/>
                <a:gd name="T54" fmla="*/ 1273 w 1361"/>
                <a:gd name="T55" fmla="*/ 1170 h 1360"/>
                <a:gd name="T56" fmla="*/ 1189 w 1361"/>
                <a:gd name="T57" fmla="*/ 1057 h 1360"/>
                <a:gd name="T58" fmla="*/ 900 w 1361"/>
                <a:gd name="T59" fmla="*/ 934 h 1360"/>
                <a:gd name="T60" fmla="*/ 796 w 1361"/>
                <a:gd name="T61" fmla="*/ 888 h 1360"/>
                <a:gd name="T62" fmla="*/ 801 w 1361"/>
                <a:gd name="T63" fmla="*/ 686 h 1360"/>
                <a:gd name="T64" fmla="*/ 850 w 1361"/>
                <a:gd name="T65" fmla="*/ 634 h 1360"/>
                <a:gd name="T66" fmla="*/ 879 w 1361"/>
                <a:gd name="T67" fmla="*/ 535 h 1360"/>
                <a:gd name="T68" fmla="*/ 899 w 1361"/>
                <a:gd name="T69" fmla="*/ 508 h 1360"/>
                <a:gd name="T70" fmla="*/ 910 w 1361"/>
                <a:gd name="T71" fmla="*/ 447 h 1360"/>
                <a:gd name="T72" fmla="*/ 883 w 1361"/>
                <a:gd name="T73" fmla="*/ 408 h 1360"/>
                <a:gd name="T74" fmla="*/ 909 w 1361"/>
                <a:gd name="T75" fmla="*/ 305 h 1360"/>
                <a:gd name="T76" fmla="*/ 937 w 1361"/>
                <a:gd name="T77" fmla="*/ 156 h 1360"/>
                <a:gd name="T78" fmla="*/ 896 w 1361"/>
                <a:gd name="T79" fmla="*/ 96 h 1360"/>
                <a:gd name="T80" fmla="*/ 772 w 1361"/>
                <a:gd name="T81" fmla="*/ 59 h 1360"/>
                <a:gd name="T82" fmla="*/ 639 w 1361"/>
                <a:gd name="T83" fmla="*/ 63 h 1360"/>
                <a:gd name="T84" fmla="*/ 549 w 1361"/>
                <a:gd name="T85" fmla="*/ 100 h 1360"/>
                <a:gd name="T86" fmla="*/ 527 w 1361"/>
                <a:gd name="T87" fmla="*/ 132 h 1360"/>
                <a:gd name="T88" fmla="*/ 486 w 1361"/>
                <a:gd name="T89" fmla="*/ 141 h 1360"/>
                <a:gd name="T90" fmla="*/ 450 w 1361"/>
                <a:gd name="T91" fmla="*/ 178 h 1360"/>
                <a:gd name="T92" fmla="*/ 460 w 1361"/>
                <a:gd name="T93" fmla="*/ 311 h 1360"/>
                <a:gd name="T94" fmla="*/ 481 w 1361"/>
                <a:gd name="T95" fmla="*/ 401 h 1360"/>
                <a:gd name="T96" fmla="*/ 450 w 1361"/>
                <a:gd name="T97" fmla="*/ 447 h 1360"/>
                <a:gd name="T98" fmla="*/ 461 w 1361"/>
                <a:gd name="T99" fmla="*/ 508 h 1360"/>
                <a:gd name="T100" fmla="*/ 481 w 1361"/>
                <a:gd name="T101" fmla="*/ 530 h 1360"/>
                <a:gd name="T102" fmla="*/ 504 w 1361"/>
                <a:gd name="T103" fmla="*/ 624 h 1360"/>
                <a:gd name="T104" fmla="*/ 555 w 1361"/>
                <a:gd name="T105" fmla="*/ 682 h 1360"/>
                <a:gd name="T106" fmla="*/ 566 w 1361"/>
                <a:gd name="T107" fmla="*/ 884 h 1360"/>
                <a:gd name="T108" fmla="*/ 460 w 1361"/>
                <a:gd name="T109" fmla="*/ 934 h 1360"/>
                <a:gd name="T110" fmla="*/ 190 w 1361"/>
                <a:gd name="T111" fmla="*/ 1046 h 1360"/>
                <a:gd name="T112" fmla="*/ 98 w 1361"/>
                <a:gd name="T113" fmla="*/ 1142 h 1360"/>
                <a:gd name="T114" fmla="*/ 59 w 1361"/>
                <a:gd name="T115" fmla="*/ 1304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1" h="1360">
                  <a:moveTo>
                    <a:pt x="1332" y="1360"/>
                  </a:moveTo>
                  <a:lnTo>
                    <a:pt x="28" y="1360"/>
                  </a:lnTo>
                  <a:lnTo>
                    <a:pt x="28" y="1360"/>
                  </a:lnTo>
                  <a:lnTo>
                    <a:pt x="22" y="1359"/>
                  </a:lnTo>
                  <a:lnTo>
                    <a:pt x="17" y="1358"/>
                  </a:lnTo>
                  <a:lnTo>
                    <a:pt x="12" y="1355"/>
                  </a:lnTo>
                  <a:lnTo>
                    <a:pt x="8" y="1352"/>
                  </a:lnTo>
                  <a:lnTo>
                    <a:pt x="5" y="1347"/>
                  </a:lnTo>
                  <a:lnTo>
                    <a:pt x="2" y="1343"/>
                  </a:lnTo>
                  <a:lnTo>
                    <a:pt x="0" y="1337"/>
                  </a:lnTo>
                  <a:lnTo>
                    <a:pt x="0" y="1332"/>
                  </a:lnTo>
                  <a:lnTo>
                    <a:pt x="0" y="1332"/>
                  </a:lnTo>
                  <a:lnTo>
                    <a:pt x="1" y="1308"/>
                  </a:lnTo>
                  <a:lnTo>
                    <a:pt x="3" y="1284"/>
                  </a:lnTo>
                  <a:lnTo>
                    <a:pt x="7" y="1252"/>
                  </a:lnTo>
                  <a:lnTo>
                    <a:pt x="15" y="1216"/>
                  </a:lnTo>
                  <a:lnTo>
                    <a:pt x="19" y="1197"/>
                  </a:lnTo>
                  <a:lnTo>
                    <a:pt x="25" y="1177"/>
                  </a:lnTo>
                  <a:lnTo>
                    <a:pt x="32" y="1155"/>
                  </a:lnTo>
                  <a:lnTo>
                    <a:pt x="40" y="1133"/>
                  </a:lnTo>
                  <a:lnTo>
                    <a:pt x="50" y="1111"/>
                  </a:lnTo>
                  <a:lnTo>
                    <a:pt x="60" y="1089"/>
                  </a:lnTo>
                  <a:lnTo>
                    <a:pt x="60" y="1089"/>
                  </a:lnTo>
                  <a:lnTo>
                    <a:pt x="69" y="1074"/>
                  </a:lnTo>
                  <a:lnTo>
                    <a:pt x="80" y="1059"/>
                  </a:lnTo>
                  <a:lnTo>
                    <a:pt x="93" y="1045"/>
                  </a:lnTo>
                  <a:lnTo>
                    <a:pt x="109" y="1032"/>
                  </a:lnTo>
                  <a:lnTo>
                    <a:pt x="126" y="1019"/>
                  </a:lnTo>
                  <a:lnTo>
                    <a:pt x="147" y="1006"/>
                  </a:lnTo>
                  <a:lnTo>
                    <a:pt x="168" y="994"/>
                  </a:lnTo>
                  <a:lnTo>
                    <a:pt x="192" y="981"/>
                  </a:lnTo>
                  <a:lnTo>
                    <a:pt x="217" y="969"/>
                  </a:lnTo>
                  <a:lnTo>
                    <a:pt x="244" y="956"/>
                  </a:lnTo>
                  <a:lnTo>
                    <a:pt x="303" y="932"/>
                  </a:lnTo>
                  <a:lnTo>
                    <a:pt x="369" y="908"/>
                  </a:lnTo>
                  <a:lnTo>
                    <a:pt x="440" y="882"/>
                  </a:lnTo>
                  <a:lnTo>
                    <a:pt x="440" y="882"/>
                  </a:lnTo>
                  <a:lnTo>
                    <a:pt x="510" y="855"/>
                  </a:lnTo>
                  <a:lnTo>
                    <a:pt x="510" y="719"/>
                  </a:lnTo>
                  <a:lnTo>
                    <a:pt x="510" y="719"/>
                  </a:lnTo>
                  <a:lnTo>
                    <a:pt x="500" y="709"/>
                  </a:lnTo>
                  <a:lnTo>
                    <a:pt x="487" y="697"/>
                  </a:lnTo>
                  <a:lnTo>
                    <a:pt x="474" y="681"/>
                  </a:lnTo>
                  <a:lnTo>
                    <a:pt x="461" y="661"/>
                  </a:lnTo>
                  <a:lnTo>
                    <a:pt x="455" y="650"/>
                  </a:lnTo>
                  <a:lnTo>
                    <a:pt x="449" y="639"/>
                  </a:lnTo>
                  <a:lnTo>
                    <a:pt x="443" y="627"/>
                  </a:lnTo>
                  <a:lnTo>
                    <a:pt x="438" y="614"/>
                  </a:lnTo>
                  <a:lnTo>
                    <a:pt x="433" y="600"/>
                  </a:lnTo>
                  <a:lnTo>
                    <a:pt x="430" y="585"/>
                  </a:lnTo>
                  <a:lnTo>
                    <a:pt x="427" y="570"/>
                  </a:lnTo>
                  <a:lnTo>
                    <a:pt x="425" y="552"/>
                  </a:lnTo>
                  <a:lnTo>
                    <a:pt x="425" y="552"/>
                  </a:lnTo>
                  <a:lnTo>
                    <a:pt x="421" y="548"/>
                  </a:lnTo>
                  <a:lnTo>
                    <a:pt x="416" y="543"/>
                  </a:lnTo>
                  <a:lnTo>
                    <a:pt x="412" y="537"/>
                  </a:lnTo>
                  <a:lnTo>
                    <a:pt x="408" y="530"/>
                  </a:lnTo>
                  <a:lnTo>
                    <a:pt x="402" y="516"/>
                  </a:lnTo>
                  <a:lnTo>
                    <a:pt x="397" y="498"/>
                  </a:lnTo>
                  <a:lnTo>
                    <a:pt x="397" y="498"/>
                  </a:lnTo>
                  <a:lnTo>
                    <a:pt x="394" y="483"/>
                  </a:lnTo>
                  <a:lnTo>
                    <a:pt x="393" y="466"/>
                  </a:lnTo>
                  <a:lnTo>
                    <a:pt x="393" y="450"/>
                  </a:lnTo>
                  <a:lnTo>
                    <a:pt x="395" y="435"/>
                  </a:lnTo>
                  <a:lnTo>
                    <a:pt x="398" y="420"/>
                  </a:lnTo>
                  <a:lnTo>
                    <a:pt x="404" y="406"/>
                  </a:lnTo>
                  <a:lnTo>
                    <a:pt x="407" y="399"/>
                  </a:lnTo>
                  <a:lnTo>
                    <a:pt x="411" y="393"/>
                  </a:lnTo>
                  <a:lnTo>
                    <a:pt x="416" y="387"/>
                  </a:lnTo>
                  <a:lnTo>
                    <a:pt x="421" y="382"/>
                  </a:lnTo>
                  <a:lnTo>
                    <a:pt x="421" y="382"/>
                  </a:lnTo>
                  <a:lnTo>
                    <a:pt x="418" y="372"/>
                  </a:lnTo>
                  <a:lnTo>
                    <a:pt x="418" y="372"/>
                  </a:lnTo>
                  <a:lnTo>
                    <a:pt x="411" y="346"/>
                  </a:lnTo>
                  <a:lnTo>
                    <a:pt x="403" y="316"/>
                  </a:lnTo>
                  <a:lnTo>
                    <a:pt x="395" y="284"/>
                  </a:lnTo>
                  <a:lnTo>
                    <a:pt x="392" y="266"/>
                  </a:lnTo>
                  <a:lnTo>
                    <a:pt x="390" y="249"/>
                  </a:lnTo>
                  <a:lnTo>
                    <a:pt x="389" y="232"/>
                  </a:lnTo>
                  <a:lnTo>
                    <a:pt x="388" y="215"/>
                  </a:lnTo>
                  <a:lnTo>
                    <a:pt x="389" y="199"/>
                  </a:lnTo>
                  <a:lnTo>
                    <a:pt x="390" y="182"/>
                  </a:lnTo>
                  <a:lnTo>
                    <a:pt x="393" y="166"/>
                  </a:lnTo>
                  <a:lnTo>
                    <a:pt x="398" y="151"/>
                  </a:lnTo>
                  <a:lnTo>
                    <a:pt x="404" y="137"/>
                  </a:lnTo>
                  <a:lnTo>
                    <a:pt x="413" y="124"/>
                  </a:lnTo>
                  <a:lnTo>
                    <a:pt x="413" y="124"/>
                  </a:lnTo>
                  <a:lnTo>
                    <a:pt x="420" y="116"/>
                  </a:lnTo>
                  <a:lnTo>
                    <a:pt x="427" y="108"/>
                  </a:lnTo>
                  <a:lnTo>
                    <a:pt x="436" y="102"/>
                  </a:lnTo>
                  <a:lnTo>
                    <a:pt x="445" y="96"/>
                  </a:lnTo>
                  <a:lnTo>
                    <a:pt x="456" y="91"/>
                  </a:lnTo>
                  <a:lnTo>
                    <a:pt x="467" y="88"/>
                  </a:lnTo>
                  <a:lnTo>
                    <a:pt x="478" y="85"/>
                  </a:lnTo>
                  <a:lnTo>
                    <a:pt x="491" y="83"/>
                  </a:lnTo>
                  <a:lnTo>
                    <a:pt x="491" y="83"/>
                  </a:lnTo>
                  <a:lnTo>
                    <a:pt x="498" y="70"/>
                  </a:lnTo>
                  <a:lnTo>
                    <a:pt x="507" y="60"/>
                  </a:lnTo>
                  <a:lnTo>
                    <a:pt x="518" y="51"/>
                  </a:lnTo>
                  <a:lnTo>
                    <a:pt x="530" y="42"/>
                  </a:lnTo>
                  <a:lnTo>
                    <a:pt x="543" y="34"/>
                  </a:lnTo>
                  <a:lnTo>
                    <a:pt x="558" y="28"/>
                  </a:lnTo>
                  <a:lnTo>
                    <a:pt x="574" y="22"/>
                  </a:lnTo>
                  <a:lnTo>
                    <a:pt x="590" y="16"/>
                  </a:lnTo>
                  <a:lnTo>
                    <a:pt x="607" y="12"/>
                  </a:lnTo>
                  <a:lnTo>
                    <a:pt x="624" y="8"/>
                  </a:lnTo>
                  <a:lnTo>
                    <a:pt x="642" y="5"/>
                  </a:lnTo>
                  <a:lnTo>
                    <a:pt x="661" y="3"/>
                  </a:lnTo>
                  <a:lnTo>
                    <a:pt x="679" y="1"/>
                  </a:lnTo>
                  <a:lnTo>
                    <a:pt x="697" y="0"/>
                  </a:lnTo>
                  <a:lnTo>
                    <a:pt x="732" y="0"/>
                  </a:lnTo>
                  <a:lnTo>
                    <a:pt x="732" y="0"/>
                  </a:lnTo>
                  <a:lnTo>
                    <a:pt x="753" y="1"/>
                  </a:lnTo>
                  <a:lnTo>
                    <a:pt x="774" y="3"/>
                  </a:lnTo>
                  <a:lnTo>
                    <a:pt x="795" y="5"/>
                  </a:lnTo>
                  <a:lnTo>
                    <a:pt x="815" y="9"/>
                  </a:lnTo>
                  <a:lnTo>
                    <a:pt x="836" y="13"/>
                  </a:lnTo>
                  <a:lnTo>
                    <a:pt x="857" y="18"/>
                  </a:lnTo>
                  <a:lnTo>
                    <a:pt x="877" y="24"/>
                  </a:lnTo>
                  <a:lnTo>
                    <a:pt x="895" y="32"/>
                  </a:lnTo>
                  <a:lnTo>
                    <a:pt x="913" y="40"/>
                  </a:lnTo>
                  <a:lnTo>
                    <a:pt x="929" y="50"/>
                  </a:lnTo>
                  <a:lnTo>
                    <a:pt x="944" y="60"/>
                  </a:lnTo>
                  <a:lnTo>
                    <a:pt x="959" y="73"/>
                  </a:lnTo>
                  <a:lnTo>
                    <a:pt x="970" y="86"/>
                  </a:lnTo>
                  <a:lnTo>
                    <a:pt x="975" y="93"/>
                  </a:lnTo>
                  <a:lnTo>
                    <a:pt x="979" y="100"/>
                  </a:lnTo>
                  <a:lnTo>
                    <a:pt x="983" y="108"/>
                  </a:lnTo>
                  <a:lnTo>
                    <a:pt x="987" y="116"/>
                  </a:lnTo>
                  <a:lnTo>
                    <a:pt x="989" y="124"/>
                  </a:lnTo>
                  <a:lnTo>
                    <a:pt x="991" y="132"/>
                  </a:lnTo>
                  <a:lnTo>
                    <a:pt x="991" y="132"/>
                  </a:lnTo>
                  <a:lnTo>
                    <a:pt x="994" y="148"/>
                  </a:lnTo>
                  <a:lnTo>
                    <a:pt x="995" y="163"/>
                  </a:lnTo>
                  <a:lnTo>
                    <a:pt x="995" y="180"/>
                  </a:lnTo>
                  <a:lnTo>
                    <a:pt x="994" y="196"/>
                  </a:lnTo>
                  <a:lnTo>
                    <a:pt x="992" y="212"/>
                  </a:lnTo>
                  <a:lnTo>
                    <a:pt x="990" y="228"/>
                  </a:lnTo>
                  <a:lnTo>
                    <a:pt x="986" y="244"/>
                  </a:lnTo>
                  <a:lnTo>
                    <a:pt x="983" y="260"/>
                  </a:lnTo>
                  <a:lnTo>
                    <a:pt x="974" y="292"/>
                  </a:lnTo>
                  <a:lnTo>
                    <a:pt x="964" y="320"/>
                  </a:lnTo>
                  <a:lnTo>
                    <a:pt x="954" y="346"/>
                  </a:lnTo>
                  <a:lnTo>
                    <a:pt x="945" y="369"/>
                  </a:lnTo>
                  <a:lnTo>
                    <a:pt x="945" y="369"/>
                  </a:lnTo>
                  <a:lnTo>
                    <a:pt x="939" y="383"/>
                  </a:lnTo>
                  <a:lnTo>
                    <a:pt x="939" y="383"/>
                  </a:lnTo>
                  <a:lnTo>
                    <a:pt x="944" y="388"/>
                  </a:lnTo>
                  <a:lnTo>
                    <a:pt x="949" y="394"/>
                  </a:lnTo>
                  <a:lnTo>
                    <a:pt x="954" y="400"/>
                  </a:lnTo>
                  <a:lnTo>
                    <a:pt x="957" y="407"/>
                  </a:lnTo>
                  <a:lnTo>
                    <a:pt x="963" y="421"/>
                  </a:lnTo>
                  <a:lnTo>
                    <a:pt x="966" y="436"/>
                  </a:lnTo>
                  <a:lnTo>
                    <a:pt x="968" y="451"/>
                  </a:lnTo>
                  <a:lnTo>
                    <a:pt x="968" y="467"/>
                  </a:lnTo>
                  <a:lnTo>
                    <a:pt x="967" y="483"/>
                  </a:lnTo>
                  <a:lnTo>
                    <a:pt x="964" y="498"/>
                  </a:lnTo>
                  <a:lnTo>
                    <a:pt x="964" y="498"/>
                  </a:lnTo>
                  <a:lnTo>
                    <a:pt x="959" y="516"/>
                  </a:lnTo>
                  <a:lnTo>
                    <a:pt x="952" y="530"/>
                  </a:lnTo>
                  <a:lnTo>
                    <a:pt x="947" y="537"/>
                  </a:lnTo>
                  <a:lnTo>
                    <a:pt x="943" y="543"/>
                  </a:lnTo>
                  <a:lnTo>
                    <a:pt x="939" y="548"/>
                  </a:lnTo>
                  <a:lnTo>
                    <a:pt x="934" y="552"/>
                  </a:lnTo>
                  <a:lnTo>
                    <a:pt x="934" y="552"/>
                  </a:lnTo>
                  <a:lnTo>
                    <a:pt x="933" y="570"/>
                  </a:lnTo>
                  <a:lnTo>
                    <a:pt x="930" y="585"/>
                  </a:lnTo>
                  <a:lnTo>
                    <a:pt x="926" y="600"/>
                  </a:lnTo>
                  <a:lnTo>
                    <a:pt x="922" y="614"/>
                  </a:lnTo>
                  <a:lnTo>
                    <a:pt x="917" y="627"/>
                  </a:lnTo>
                  <a:lnTo>
                    <a:pt x="912" y="639"/>
                  </a:lnTo>
                  <a:lnTo>
                    <a:pt x="906" y="650"/>
                  </a:lnTo>
                  <a:lnTo>
                    <a:pt x="899" y="661"/>
                  </a:lnTo>
                  <a:lnTo>
                    <a:pt x="886" y="681"/>
                  </a:lnTo>
                  <a:lnTo>
                    <a:pt x="873" y="697"/>
                  </a:lnTo>
                  <a:lnTo>
                    <a:pt x="861" y="709"/>
                  </a:lnTo>
                  <a:lnTo>
                    <a:pt x="851" y="719"/>
                  </a:lnTo>
                  <a:lnTo>
                    <a:pt x="851" y="855"/>
                  </a:lnTo>
                  <a:lnTo>
                    <a:pt x="851" y="855"/>
                  </a:lnTo>
                  <a:lnTo>
                    <a:pt x="920" y="882"/>
                  </a:lnTo>
                  <a:lnTo>
                    <a:pt x="920" y="882"/>
                  </a:lnTo>
                  <a:lnTo>
                    <a:pt x="991" y="908"/>
                  </a:lnTo>
                  <a:lnTo>
                    <a:pt x="1057" y="932"/>
                  </a:lnTo>
                  <a:lnTo>
                    <a:pt x="1116" y="956"/>
                  </a:lnTo>
                  <a:lnTo>
                    <a:pt x="1143" y="969"/>
                  </a:lnTo>
                  <a:lnTo>
                    <a:pt x="1169" y="981"/>
                  </a:lnTo>
                  <a:lnTo>
                    <a:pt x="1192" y="994"/>
                  </a:lnTo>
                  <a:lnTo>
                    <a:pt x="1214" y="1006"/>
                  </a:lnTo>
                  <a:lnTo>
                    <a:pt x="1233" y="1019"/>
                  </a:lnTo>
                  <a:lnTo>
                    <a:pt x="1251" y="1032"/>
                  </a:lnTo>
                  <a:lnTo>
                    <a:pt x="1267" y="1045"/>
                  </a:lnTo>
                  <a:lnTo>
                    <a:pt x="1281" y="1059"/>
                  </a:lnTo>
                  <a:lnTo>
                    <a:pt x="1292" y="1074"/>
                  </a:lnTo>
                  <a:lnTo>
                    <a:pt x="1301" y="1089"/>
                  </a:lnTo>
                  <a:lnTo>
                    <a:pt x="1301" y="1089"/>
                  </a:lnTo>
                  <a:lnTo>
                    <a:pt x="1311" y="1111"/>
                  </a:lnTo>
                  <a:lnTo>
                    <a:pt x="1320" y="1133"/>
                  </a:lnTo>
                  <a:lnTo>
                    <a:pt x="1328" y="1155"/>
                  </a:lnTo>
                  <a:lnTo>
                    <a:pt x="1335" y="1177"/>
                  </a:lnTo>
                  <a:lnTo>
                    <a:pt x="1340" y="1197"/>
                  </a:lnTo>
                  <a:lnTo>
                    <a:pt x="1345" y="1216"/>
                  </a:lnTo>
                  <a:lnTo>
                    <a:pt x="1353" y="1252"/>
                  </a:lnTo>
                  <a:lnTo>
                    <a:pt x="1357" y="1284"/>
                  </a:lnTo>
                  <a:lnTo>
                    <a:pt x="1360" y="1308"/>
                  </a:lnTo>
                  <a:lnTo>
                    <a:pt x="1361" y="1332"/>
                  </a:lnTo>
                  <a:lnTo>
                    <a:pt x="1361" y="1332"/>
                  </a:lnTo>
                  <a:lnTo>
                    <a:pt x="1360" y="1337"/>
                  </a:lnTo>
                  <a:lnTo>
                    <a:pt x="1359" y="1343"/>
                  </a:lnTo>
                  <a:lnTo>
                    <a:pt x="1356" y="1347"/>
                  </a:lnTo>
                  <a:lnTo>
                    <a:pt x="1353" y="1352"/>
                  </a:lnTo>
                  <a:lnTo>
                    <a:pt x="1347" y="1355"/>
                  </a:lnTo>
                  <a:lnTo>
                    <a:pt x="1343" y="1358"/>
                  </a:lnTo>
                  <a:lnTo>
                    <a:pt x="1337" y="1359"/>
                  </a:lnTo>
                  <a:lnTo>
                    <a:pt x="1332" y="1360"/>
                  </a:lnTo>
                  <a:lnTo>
                    <a:pt x="1332" y="1360"/>
                  </a:lnTo>
                  <a:close/>
                  <a:moveTo>
                    <a:pt x="59" y="1304"/>
                  </a:moveTo>
                  <a:lnTo>
                    <a:pt x="1302" y="1304"/>
                  </a:lnTo>
                  <a:lnTo>
                    <a:pt x="1302" y="1304"/>
                  </a:lnTo>
                  <a:lnTo>
                    <a:pt x="1300" y="1287"/>
                  </a:lnTo>
                  <a:lnTo>
                    <a:pt x="1297" y="1268"/>
                  </a:lnTo>
                  <a:lnTo>
                    <a:pt x="1294" y="1245"/>
                  </a:lnTo>
                  <a:lnTo>
                    <a:pt x="1288" y="1222"/>
                  </a:lnTo>
                  <a:lnTo>
                    <a:pt x="1282" y="1196"/>
                  </a:lnTo>
                  <a:lnTo>
                    <a:pt x="1273" y="1170"/>
                  </a:lnTo>
                  <a:lnTo>
                    <a:pt x="1263" y="1142"/>
                  </a:lnTo>
                  <a:lnTo>
                    <a:pt x="1249" y="1115"/>
                  </a:lnTo>
                  <a:lnTo>
                    <a:pt x="1249" y="1115"/>
                  </a:lnTo>
                  <a:lnTo>
                    <a:pt x="1242" y="1103"/>
                  </a:lnTo>
                  <a:lnTo>
                    <a:pt x="1233" y="1091"/>
                  </a:lnTo>
                  <a:lnTo>
                    <a:pt x="1220" y="1080"/>
                  </a:lnTo>
                  <a:lnTo>
                    <a:pt x="1206" y="1069"/>
                  </a:lnTo>
                  <a:lnTo>
                    <a:pt x="1189" y="1057"/>
                  </a:lnTo>
                  <a:lnTo>
                    <a:pt x="1171" y="1046"/>
                  </a:lnTo>
                  <a:lnTo>
                    <a:pt x="1149" y="1035"/>
                  </a:lnTo>
                  <a:lnTo>
                    <a:pt x="1127" y="1024"/>
                  </a:lnTo>
                  <a:lnTo>
                    <a:pt x="1103" y="1013"/>
                  </a:lnTo>
                  <a:lnTo>
                    <a:pt x="1078" y="1002"/>
                  </a:lnTo>
                  <a:lnTo>
                    <a:pt x="1022" y="981"/>
                  </a:lnTo>
                  <a:lnTo>
                    <a:pt x="964" y="957"/>
                  </a:lnTo>
                  <a:lnTo>
                    <a:pt x="900" y="934"/>
                  </a:lnTo>
                  <a:lnTo>
                    <a:pt x="900" y="934"/>
                  </a:lnTo>
                  <a:lnTo>
                    <a:pt x="812" y="902"/>
                  </a:lnTo>
                  <a:lnTo>
                    <a:pt x="812" y="902"/>
                  </a:lnTo>
                  <a:lnTo>
                    <a:pt x="808" y="900"/>
                  </a:lnTo>
                  <a:lnTo>
                    <a:pt x="804" y="898"/>
                  </a:lnTo>
                  <a:lnTo>
                    <a:pt x="801" y="895"/>
                  </a:lnTo>
                  <a:lnTo>
                    <a:pt x="799" y="891"/>
                  </a:lnTo>
                  <a:lnTo>
                    <a:pt x="796" y="888"/>
                  </a:lnTo>
                  <a:lnTo>
                    <a:pt x="795" y="884"/>
                  </a:lnTo>
                  <a:lnTo>
                    <a:pt x="794" y="880"/>
                  </a:lnTo>
                  <a:lnTo>
                    <a:pt x="794" y="875"/>
                  </a:lnTo>
                  <a:lnTo>
                    <a:pt x="794" y="705"/>
                  </a:lnTo>
                  <a:lnTo>
                    <a:pt x="794" y="705"/>
                  </a:lnTo>
                  <a:lnTo>
                    <a:pt x="794" y="698"/>
                  </a:lnTo>
                  <a:lnTo>
                    <a:pt x="797" y="692"/>
                  </a:lnTo>
                  <a:lnTo>
                    <a:pt x="801" y="686"/>
                  </a:lnTo>
                  <a:lnTo>
                    <a:pt x="806" y="682"/>
                  </a:lnTo>
                  <a:lnTo>
                    <a:pt x="806" y="682"/>
                  </a:lnTo>
                  <a:lnTo>
                    <a:pt x="810" y="679"/>
                  </a:lnTo>
                  <a:lnTo>
                    <a:pt x="818" y="672"/>
                  </a:lnTo>
                  <a:lnTo>
                    <a:pt x="830" y="659"/>
                  </a:lnTo>
                  <a:lnTo>
                    <a:pt x="836" y="652"/>
                  </a:lnTo>
                  <a:lnTo>
                    <a:pt x="843" y="643"/>
                  </a:lnTo>
                  <a:lnTo>
                    <a:pt x="850" y="634"/>
                  </a:lnTo>
                  <a:lnTo>
                    <a:pt x="857" y="623"/>
                  </a:lnTo>
                  <a:lnTo>
                    <a:pt x="863" y="611"/>
                  </a:lnTo>
                  <a:lnTo>
                    <a:pt x="868" y="598"/>
                  </a:lnTo>
                  <a:lnTo>
                    <a:pt x="872" y="584"/>
                  </a:lnTo>
                  <a:lnTo>
                    <a:pt x="876" y="568"/>
                  </a:lnTo>
                  <a:lnTo>
                    <a:pt x="878" y="552"/>
                  </a:lnTo>
                  <a:lnTo>
                    <a:pt x="879" y="535"/>
                  </a:lnTo>
                  <a:lnTo>
                    <a:pt x="879" y="535"/>
                  </a:lnTo>
                  <a:lnTo>
                    <a:pt x="879" y="530"/>
                  </a:lnTo>
                  <a:lnTo>
                    <a:pt x="880" y="526"/>
                  </a:lnTo>
                  <a:lnTo>
                    <a:pt x="882" y="521"/>
                  </a:lnTo>
                  <a:lnTo>
                    <a:pt x="885" y="518"/>
                  </a:lnTo>
                  <a:lnTo>
                    <a:pt x="888" y="514"/>
                  </a:lnTo>
                  <a:lnTo>
                    <a:pt x="891" y="511"/>
                  </a:lnTo>
                  <a:lnTo>
                    <a:pt x="895" y="509"/>
                  </a:lnTo>
                  <a:lnTo>
                    <a:pt x="899" y="508"/>
                  </a:lnTo>
                  <a:lnTo>
                    <a:pt x="899" y="508"/>
                  </a:lnTo>
                  <a:lnTo>
                    <a:pt x="902" y="504"/>
                  </a:lnTo>
                  <a:lnTo>
                    <a:pt x="904" y="498"/>
                  </a:lnTo>
                  <a:lnTo>
                    <a:pt x="908" y="484"/>
                  </a:lnTo>
                  <a:lnTo>
                    <a:pt x="910" y="476"/>
                  </a:lnTo>
                  <a:lnTo>
                    <a:pt x="911" y="466"/>
                  </a:lnTo>
                  <a:lnTo>
                    <a:pt x="911" y="456"/>
                  </a:lnTo>
                  <a:lnTo>
                    <a:pt x="910" y="447"/>
                  </a:lnTo>
                  <a:lnTo>
                    <a:pt x="910" y="447"/>
                  </a:lnTo>
                  <a:lnTo>
                    <a:pt x="908" y="437"/>
                  </a:lnTo>
                  <a:lnTo>
                    <a:pt x="905" y="429"/>
                  </a:lnTo>
                  <a:lnTo>
                    <a:pt x="900" y="423"/>
                  </a:lnTo>
                  <a:lnTo>
                    <a:pt x="894" y="419"/>
                  </a:lnTo>
                  <a:lnTo>
                    <a:pt x="894" y="419"/>
                  </a:lnTo>
                  <a:lnTo>
                    <a:pt x="888" y="414"/>
                  </a:lnTo>
                  <a:lnTo>
                    <a:pt x="883" y="408"/>
                  </a:lnTo>
                  <a:lnTo>
                    <a:pt x="880" y="401"/>
                  </a:lnTo>
                  <a:lnTo>
                    <a:pt x="879" y="393"/>
                  </a:lnTo>
                  <a:lnTo>
                    <a:pt x="879" y="393"/>
                  </a:lnTo>
                  <a:lnTo>
                    <a:pt x="879" y="386"/>
                  </a:lnTo>
                  <a:lnTo>
                    <a:pt x="882" y="377"/>
                  </a:lnTo>
                  <a:lnTo>
                    <a:pt x="892" y="348"/>
                  </a:lnTo>
                  <a:lnTo>
                    <a:pt x="892" y="348"/>
                  </a:lnTo>
                  <a:lnTo>
                    <a:pt x="909" y="305"/>
                  </a:lnTo>
                  <a:lnTo>
                    <a:pt x="918" y="279"/>
                  </a:lnTo>
                  <a:lnTo>
                    <a:pt x="926" y="251"/>
                  </a:lnTo>
                  <a:lnTo>
                    <a:pt x="932" y="223"/>
                  </a:lnTo>
                  <a:lnTo>
                    <a:pt x="935" y="209"/>
                  </a:lnTo>
                  <a:lnTo>
                    <a:pt x="937" y="196"/>
                  </a:lnTo>
                  <a:lnTo>
                    <a:pt x="938" y="182"/>
                  </a:lnTo>
                  <a:lnTo>
                    <a:pt x="938" y="168"/>
                  </a:lnTo>
                  <a:lnTo>
                    <a:pt x="937" y="156"/>
                  </a:lnTo>
                  <a:lnTo>
                    <a:pt x="935" y="143"/>
                  </a:lnTo>
                  <a:lnTo>
                    <a:pt x="935" y="143"/>
                  </a:lnTo>
                  <a:lnTo>
                    <a:pt x="933" y="135"/>
                  </a:lnTo>
                  <a:lnTo>
                    <a:pt x="928" y="126"/>
                  </a:lnTo>
                  <a:lnTo>
                    <a:pt x="922" y="118"/>
                  </a:lnTo>
                  <a:lnTo>
                    <a:pt x="915" y="110"/>
                  </a:lnTo>
                  <a:lnTo>
                    <a:pt x="906" y="103"/>
                  </a:lnTo>
                  <a:lnTo>
                    <a:pt x="896" y="96"/>
                  </a:lnTo>
                  <a:lnTo>
                    <a:pt x="884" y="89"/>
                  </a:lnTo>
                  <a:lnTo>
                    <a:pt x="872" y="83"/>
                  </a:lnTo>
                  <a:lnTo>
                    <a:pt x="858" y="78"/>
                  </a:lnTo>
                  <a:lnTo>
                    <a:pt x="842" y="73"/>
                  </a:lnTo>
                  <a:lnTo>
                    <a:pt x="825" y="68"/>
                  </a:lnTo>
                  <a:lnTo>
                    <a:pt x="808" y="64"/>
                  </a:lnTo>
                  <a:lnTo>
                    <a:pt x="790" y="61"/>
                  </a:lnTo>
                  <a:lnTo>
                    <a:pt x="772" y="59"/>
                  </a:lnTo>
                  <a:lnTo>
                    <a:pt x="752" y="57"/>
                  </a:lnTo>
                  <a:lnTo>
                    <a:pt x="731" y="56"/>
                  </a:lnTo>
                  <a:lnTo>
                    <a:pt x="731" y="56"/>
                  </a:lnTo>
                  <a:lnTo>
                    <a:pt x="711" y="56"/>
                  </a:lnTo>
                  <a:lnTo>
                    <a:pt x="692" y="57"/>
                  </a:lnTo>
                  <a:lnTo>
                    <a:pt x="673" y="58"/>
                  </a:lnTo>
                  <a:lnTo>
                    <a:pt x="656" y="60"/>
                  </a:lnTo>
                  <a:lnTo>
                    <a:pt x="639" y="63"/>
                  </a:lnTo>
                  <a:lnTo>
                    <a:pt x="623" y="66"/>
                  </a:lnTo>
                  <a:lnTo>
                    <a:pt x="609" y="70"/>
                  </a:lnTo>
                  <a:lnTo>
                    <a:pt x="596" y="75"/>
                  </a:lnTo>
                  <a:lnTo>
                    <a:pt x="584" y="79"/>
                  </a:lnTo>
                  <a:lnTo>
                    <a:pt x="574" y="84"/>
                  </a:lnTo>
                  <a:lnTo>
                    <a:pt x="564" y="89"/>
                  </a:lnTo>
                  <a:lnTo>
                    <a:pt x="556" y="94"/>
                  </a:lnTo>
                  <a:lnTo>
                    <a:pt x="549" y="100"/>
                  </a:lnTo>
                  <a:lnTo>
                    <a:pt x="543" y="105"/>
                  </a:lnTo>
                  <a:lnTo>
                    <a:pt x="539" y="111"/>
                  </a:lnTo>
                  <a:lnTo>
                    <a:pt x="537" y="117"/>
                  </a:lnTo>
                  <a:lnTo>
                    <a:pt x="537" y="117"/>
                  </a:lnTo>
                  <a:lnTo>
                    <a:pt x="536" y="121"/>
                  </a:lnTo>
                  <a:lnTo>
                    <a:pt x="533" y="125"/>
                  </a:lnTo>
                  <a:lnTo>
                    <a:pt x="531" y="129"/>
                  </a:lnTo>
                  <a:lnTo>
                    <a:pt x="527" y="132"/>
                  </a:lnTo>
                  <a:lnTo>
                    <a:pt x="523" y="134"/>
                  </a:lnTo>
                  <a:lnTo>
                    <a:pt x="519" y="136"/>
                  </a:lnTo>
                  <a:lnTo>
                    <a:pt x="515" y="138"/>
                  </a:lnTo>
                  <a:lnTo>
                    <a:pt x="510" y="138"/>
                  </a:lnTo>
                  <a:lnTo>
                    <a:pt x="510" y="138"/>
                  </a:lnTo>
                  <a:lnTo>
                    <a:pt x="501" y="138"/>
                  </a:lnTo>
                  <a:lnTo>
                    <a:pt x="493" y="139"/>
                  </a:lnTo>
                  <a:lnTo>
                    <a:pt x="486" y="141"/>
                  </a:lnTo>
                  <a:lnTo>
                    <a:pt x="479" y="143"/>
                  </a:lnTo>
                  <a:lnTo>
                    <a:pt x="473" y="146"/>
                  </a:lnTo>
                  <a:lnTo>
                    <a:pt x="467" y="149"/>
                  </a:lnTo>
                  <a:lnTo>
                    <a:pt x="463" y="153"/>
                  </a:lnTo>
                  <a:lnTo>
                    <a:pt x="459" y="158"/>
                  </a:lnTo>
                  <a:lnTo>
                    <a:pt x="459" y="158"/>
                  </a:lnTo>
                  <a:lnTo>
                    <a:pt x="453" y="166"/>
                  </a:lnTo>
                  <a:lnTo>
                    <a:pt x="450" y="178"/>
                  </a:lnTo>
                  <a:lnTo>
                    <a:pt x="446" y="189"/>
                  </a:lnTo>
                  <a:lnTo>
                    <a:pt x="445" y="201"/>
                  </a:lnTo>
                  <a:lnTo>
                    <a:pt x="444" y="214"/>
                  </a:lnTo>
                  <a:lnTo>
                    <a:pt x="445" y="227"/>
                  </a:lnTo>
                  <a:lnTo>
                    <a:pt x="446" y="241"/>
                  </a:lnTo>
                  <a:lnTo>
                    <a:pt x="449" y="255"/>
                  </a:lnTo>
                  <a:lnTo>
                    <a:pt x="454" y="285"/>
                  </a:lnTo>
                  <a:lnTo>
                    <a:pt x="460" y="311"/>
                  </a:lnTo>
                  <a:lnTo>
                    <a:pt x="467" y="335"/>
                  </a:lnTo>
                  <a:lnTo>
                    <a:pt x="473" y="355"/>
                  </a:lnTo>
                  <a:lnTo>
                    <a:pt x="473" y="355"/>
                  </a:lnTo>
                  <a:lnTo>
                    <a:pt x="480" y="380"/>
                  </a:lnTo>
                  <a:lnTo>
                    <a:pt x="481" y="387"/>
                  </a:lnTo>
                  <a:lnTo>
                    <a:pt x="482" y="393"/>
                  </a:lnTo>
                  <a:lnTo>
                    <a:pt x="482" y="393"/>
                  </a:lnTo>
                  <a:lnTo>
                    <a:pt x="481" y="401"/>
                  </a:lnTo>
                  <a:lnTo>
                    <a:pt x="478" y="408"/>
                  </a:lnTo>
                  <a:lnTo>
                    <a:pt x="473" y="414"/>
                  </a:lnTo>
                  <a:lnTo>
                    <a:pt x="466" y="419"/>
                  </a:lnTo>
                  <a:lnTo>
                    <a:pt x="466" y="419"/>
                  </a:lnTo>
                  <a:lnTo>
                    <a:pt x="461" y="423"/>
                  </a:lnTo>
                  <a:lnTo>
                    <a:pt x="456" y="429"/>
                  </a:lnTo>
                  <a:lnTo>
                    <a:pt x="453" y="437"/>
                  </a:lnTo>
                  <a:lnTo>
                    <a:pt x="450" y="447"/>
                  </a:lnTo>
                  <a:lnTo>
                    <a:pt x="450" y="447"/>
                  </a:lnTo>
                  <a:lnTo>
                    <a:pt x="450" y="456"/>
                  </a:lnTo>
                  <a:lnTo>
                    <a:pt x="450" y="466"/>
                  </a:lnTo>
                  <a:lnTo>
                    <a:pt x="451" y="476"/>
                  </a:lnTo>
                  <a:lnTo>
                    <a:pt x="452" y="484"/>
                  </a:lnTo>
                  <a:lnTo>
                    <a:pt x="456" y="498"/>
                  </a:lnTo>
                  <a:lnTo>
                    <a:pt x="459" y="504"/>
                  </a:lnTo>
                  <a:lnTo>
                    <a:pt x="461" y="508"/>
                  </a:lnTo>
                  <a:lnTo>
                    <a:pt x="461" y="508"/>
                  </a:lnTo>
                  <a:lnTo>
                    <a:pt x="465" y="509"/>
                  </a:lnTo>
                  <a:lnTo>
                    <a:pt x="469" y="511"/>
                  </a:lnTo>
                  <a:lnTo>
                    <a:pt x="473" y="514"/>
                  </a:lnTo>
                  <a:lnTo>
                    <a:pt x="476" y="518"/>
                  </a:lnTo>
                  <a:lnTo>
                    <a:pt x="478" y="521"/>
                  </a:lnTo>
                  <a:lnTo>
                    <a:pt x="480" y="526"/>
                  </a:lnTo>
                  <a:lnTo>
                    <a:pt x="481" y="530"/>
                  </a:lnTo>
                  <a:lnTo>
                    <a:pt x="482" y="535"/>
                  </a:lnTo>
                  <a:lnTo>
                    <a:pt x="482" y="535"/>
                  </a:lnTo>
                  <a:lnTo>
                    <a:pt x="483" y="552"/>
                  </a:lnTo>
                  <a:lnTo>
                    <a:pt x="485" y="570"/>
                  </a:lnTo>
                  <a:lnTo>
                    <a:pt x="488" y="585"/>
                  </a:lnTo>
                  <a:lnTo>
                    <a:pt x="493" y="599"/>
                  </a:lnTo>
                  <a:lnTo>
                    <a:pt x="498" y="612"/>
                  </a:lnTo>
                  <a:lnTo>
                    <a:pt x="504" y="624"/>
                  </a:lnTo>
                  <a:lnTo>
                    <a:pt x="511" y="635"/>
                  </a:lnTo>
                  <a:lnTo>
                    <a:pt x="517" y="644"/>
                  </a:lnTo>
                  <a:lnTo>
                    <a:pt x="524" y="653"/>
                  </a:lnTo>
                  <a:lnTo>
                    <a:pt x="531" y="660"/>
                  </a:lnTo>
                  <a:lnTo>
                    <a:pt x="542" y="672"/>
                  </a:lnTo>
                  <a:lnTo>
                    <a:pt x="551" y="679"/>
                  </a:lnTo>
                  <a:lnTo>
                    <a:pt x="555" y="682"/>
                  </a:lnTo>
                  <a:lnTo>
                    <a:pt x="555" y="682"/>
                  </a:lnTo>
                  <a:lnTo>
                    <a:pt x="560" y="686"/>
                  </a:lnTo>
                  <a:lnTo>
                    <a:pt x="564" y="692"/>
                  </a:lnTo>
                  <a:lnTo>
                    <a:pt x="566" y="698"/>
                  </a:lnTo>
                  <a:lnTo>
                    <a:pt x="567" y="705"/>
                  </a:lnTo>
                  <a:lnTo>
                    <a:pt x="567" y="875"/>
                  </a:lnTo>
                  <a:lnTo>
                    <a:pt x="567" y="875"/>
                  </a:lnTo>
                  <a:lnTo>
                    <a:pt x="567" y="880"/>
                  </a:lnTo>
                  <a:lnTo>
                    <a:pt x="566" y="884"/>
                  </a:lnTo>
                  <a:lnTo>
                    <a:pt x="564" y="888"/>
                  </a:lnTo>
                  <a:lnTo>
                    <a:pt x="562" y="891"/>
                  </a:lnTo>
                  <a:lnTo>
                    <a:pt x="559" y="895"/>
                  </a:lnTo>
                  <a:lnTo>
                    <a:pt x="556" y="898"/>
                  </a:lnTo>
                  <a:lnTo>
                    <a:pt x="553" y="900"/>
                  </a:lnTo>
                  <a:lnTo>
                    <a:pt x="549" y="902"/>
                  </a:lnTo>
                  <a:lnTo>
                    <a:pt x="549" y="902"/>
                  </a:lnTo>
                  <a:lnTo>
                    <a:pt x="460" y="934"/>
                  </a:lnTo>
                  <a:lnTo>
                    <a:pt x="460" y="934"/>
                  </a:lnTo>
                  <a:lnTo>
                    <a:pt x="397" y="957"/>
                  </a:lnTo>
                  <a:lnTo>
                    <a:pt x="337" y="981"/>
                  </a:lnTo>
                  <a:lnTo>
                    <a:pt x="283" y="1002"/>
                  </a:lnTo>
                  <a:lnTo>
                    <a:pt x="257" y="1013"/>
                  </a:lnTo>
                  <a:lnTo>
                    <a:pt x="232" y="1024"/>
                  </a:lnTo>
                  <a:lnTo>
                    <a:pt x="210" y="1035"/>
                  </a:lnTo>
                  <a:lnTo>
                    <a:pt x="190" y="1046"/>
                  </a:lnTo>
                  <a:lnTo>
                    <a:pt x="171" y="1057"/>
                  </a:lnTo>
                  <a:lnTo>
                    <a:pt x="155" y="1069"/>
                  </a:lnTo>
                  <a:lnTo>
                    <a:pt x="139" y="1080"/>
                  </a:lnTo>
                  <a:lnTo>
                    <a:pt x="127" y="1091"/>
                  </a:lnTo>
                  <a:lnTo>
                    <a:pt x="117" y="1103"/>
                  </a:lnTo>
                  <a:lnTo>
                    <a:pt x="110" y="1115"/>
                  </a:lnTo>
                  <a:lnTo>
                    <a:pt x="110" y="1115"/>
                  </a:lnTo>
                  <a:lnTo>
                    <a:pt x="98" y="1142"/>
                  </a:lnTo>
                  <a:lnTo>
                    <a:pt x="87" y="1170"/>
                  </a:lnTo>
                  <a:lnTo>
                    <a:pt x="79" y="1196"/>
                  </a:lnTo>
                  <a:lnTo>
                    <a:pt x="72" y="1222"/>
                  </a:lnTo>
                  <a:lnTo>
                    <a:pt x="67" y="1245"/>
                  </a:lnTo>
                  <a:lnTo>
                    <a:pt x="63" y="1268"/>
                  </a:lnTo>
                  <a:lnTo>
                    <a:pt x="60" y="1287"/>
                  </a:lnTo>
                  <a:lnTo>
                    <a:pt x="59" y="1304"/>
                  </a:lnTo>
                  <a:lnTo>
                    <a:pt x="59" y="130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de-DE" dirty="0"/>
            </a:p>
          </p:txBody>
        </p:sp>
        <p:grpSp>
          <p:nvGrpSpPr>
            <p:cNvPr id="108" name="Group 107">
              <a:extLst>
                <a:ext uri="{FF2B5EF4-FFF2-40B4-BE49-F238E27FC236}">
                  <a16:creationId xmlns:a16="http://schemas.microsoft.com/office/drawing/2014/main" id="{A9D01D7F-84EB-4BF9-8F6D-A9C4D2392F73}"/>
                </a:ext>
              </a:extLst>
            </p:cNvPr>
            <p:cNvGrpSpPr/>
            <p:nvPr/>
          </p:nvGrpSpPr>
          <p:grpSpPr>
            <a:xfrm>
              <a:off x="7720243" y="4382912"/>
              <a:ext cx="236157" cy="297821"/>
              <a:chOff x="3425825" y="2528889"/>
              <a:chExt cx="285750" cy="360363"/>
            </a:xfrm>
            <a:solidFill>
              <a:schemeClr val="tx2"/>
            </a:solidFill>
          </p:grpSpPr>
          <p:sp>
            <p:nvSpPr>
              <p:cNvPr id="109" name="Freeform 17">
                <a:extLst>
                  <a:ext uri="{FF2B5EF4-FFF2-40B4-BE49-F238E27FC236}">
                    <a16:creationId xmlns:a16="http://schemas.microsoft.com/office/drawing/2014/main" id="{7EA1722D-ADB6-4C76-804F-4E6D95B79AFD}"/>
                  </a:ext>
                </a:extLst>
              </p:cNvPr>
              <p:cNvSpPr>
                <a:spLocks noEditPoints="1"/>
              </p:cNvSpPr>
              <p:nvPr/>
            </p:nvSpPr>
            <p:spPr bwMode="auto">
              <a:xfrm>
                <a:off x="3425825" y="2649539"/>
                <a:ext cx="165100" cy="239713"/>
              </a:xfrm>
              <a:custGeom>
                <a:avLst/>
                <a:gdLst>
                  <a:gd name="T0" fmla="*/ 695 w 728"/>
                  <a:gd name="T1" fmla="*/ 1059 h 1059"/>
                  <a:gd name="T2" fmla="*/ 34 w 728"/>
                  <a:gd name="T3" fmla="*/ 1059 h 1059"/>
                  <a:gd name="T4" fmla="*/ 34 w 728"/>
                  <a:gd name="T5" fmla="*/ 1059 h 1059"/>
                  <a:gd name="T6" fmla="*/ 27 w 728"/>
                  <a:gd name="T7" fmla="*/ 1058 h 1059"/>
                  <a:gd name="T8" fmla="*/ 21 w 728"/>
                  <a:gd name="T9" fmla="*/ 1056 h 1059"/>
                  <a:gd name="T10" fmla="*/ 15 w 728"/>
                  <a:gd name="T11" fmla="*/ 1053 h 1059"/>
                  <a:gd name="T12" fmla="*/ 10 w 728"/>
                  <a:gd name="T13" fmla="*/ 1049 h 1059"/>
                  <a:gd name="T14" fmla="*/ 6 w 728"/>
                  <a:gd name="T15" fmla="*/ 1044 h 1059"/>
                  <a:gd name="T16" fmla="*/ 4 w 728"/>
                  <a:gd name="T17" fmla="*/ 1038 h 1059"/>
                  <a:gd name="T18" fmla="*/ 1 w 728"/>
                  <a:gd name="T19" fmla="*/ 1032 h 1059"/>
                  <a:gd name="T20" fmla="*/ 0 w 728"/>
                  <a:gd name="T21" fmla="*/ 1026 h 1059"/>
                  <a:gd name="T22" fmla="*/ 0 w 728"/>
                  <a:gd name="T23" fmla="*/ 33 h 1059"/>
                  <a:gd name="T24" fmla="*/ 0 w 728"/>
                  <a:gd name="T25" fmla="*/ 33 h 1059"/>
                  <a:gd name="T26" fmla="*/ 1 w 728"/>
                  <a:gd name="T27" fmla="*/ 27 h 1059"/>
                  <a:gd name="T28" fmla="*/ 4 w 728"/>
                  <a:gd name="T29" fmla="*/ 21 h 1059"/>
                  <a:gd name="T30" fmla="*/ 6 w 728"/>
                  <a:gd name="T31" fmla="*/ 15 h 1059"/>
                  <a:gd name="T32" fmla="*/ 10 w 728"/>
                  <a:gd name="T33" fmla="*/ 10 h 1059"/>
                  <a:gd name="T34" fmla="*/ 15 w 728"/>
                  <a:gd name="T35" fmla="*/ 6 h 1059"/>
                  <a:gd name="T36" fmla="*/ 21 w 728"/>
                  <a:gd name="T37" fmla="*/ 3 h 1059"/>
                  <a:gd name="T38" fmla="*/ 27 w 728"/>
                  <a:gd name="T39" fmla="*/ 1 h 1059"/>
                  <a:gd name="T40" fmla="*/ 34 w 728"/>
                  <a:gd name="T41" fmla="*/ 0 h 1059"/>
                  <a:gd name="T42" fmla="*/ 695 w 728"/>
                  <a:gd name="T43" fmla="*/ 0 h 1059"/>
                  <a:gd name="T44" fmla="*/ 695 w 728"/>
                  <a:gd name="T45" fmla="*/ 0 h 1059"/>
                  <a:gd name="T46" fmla="*/ 701 w 728"/>
                  <a:gd name="T47" fmla="*/ 1 h 1059"/>
                  <a:gd name="T48" fmla="*/ 707 w 728"/>
                  <a:gd name="T49" fmla="*/ 3 h 1059"/>
                  <a:gd name="T50" fmla="*/ 713 w 728"/>
                  <a:gd name="T51" fmla="*/ 6 h 1059"/>
                  <a:gd name="T52" fmla="*/ 719 w 728"/>
                  <a:gd name="T53" fmla="*/ 10 h 1059"/>
                  <a:gd name="T54" fmla="*/ 723 w 728"/>
                  <a:gd name="T55" fmla="*/ 15 h 1059"/>
                  <a:gd name="T56" fmla="*/ 725 w 728"/>
                  <a:gd name="T57" fmla="*/ 21 h 1059"/>
                  <a:gd name="T58" fmla="*/ 727 w 728"/>
                  <a:gd name="T59" fmla="*/ 27 h 1059"/>
                  <a:gd name="T60" fmla="*/ 728 w 728"/>
                  <a:gd name="T61" fmla="*/ 33 h 1059"/>
                  <a:gd name="T62" fmla="*/ 728 w 728"/>
                  <a:gd name="T63" fmla="*/ 1026 h 1059"/>
                  <a:gd name="T64" fmla="*/ 728 w 728"/>
                  <a:gd name="T65" fmla="*/ 1026 h 1059"/>
                  <a:gd name="T66" fmla="*/ 727 w 728"/>
                  <a:gd name="T67" fmla="*/ 1032 h 1059"/>
                  <a:gd name="T68" fmla="*/ 725 w 728"/>
                  <a:gd name="T69" fmla="*/ 1038 h 1059"/>
                  <a:gd name="T70" fmla="*/ 723 w 728"/>
                  <a:gd name="T71" fmla="*/ 1044 h 1059"/>
                  <a:gd name="T72" fmla="*/ 719 w 728"/>
                  <a:gd name="T73" fmla="*/ 1049 h 1059"/>
                  <a:gd name="T74" fmla="*/ 713 w 728"/>
                  <a:gd name="T75" fmla="*/ 1053 h 1059"/>
                  <a:gd name="T76" fmla="*/ 707 w 728"/>
                  <a:gd name="T77" fmla="*/ 1056 h 1059"/>
                  <a:gd name="T78" fmla="*/ 701 w 728"/>
                  <a:gd name="T79" fmla="*/ 1058 h 1059"/>
                  <a:gd name="T80" fmla="*/ 695 w 728"/>
                  <a:gd name="T81" fmla="*/ 1059 h 1059"/>
                  <a:gd name="T82" fmla="*/ 695 w 728"/>
                  <a:gd name="T83" fmla="*/ 1059 h 1059"/>
                  <a:gd name="T84" fmla="*/ 67 w 728"/>
                  <a:gd name="T85" fmla="*/ 993 h 1059"/>
                  <a:gd name="T86" fmla="*/ 662 w 728"/>
                  <a:gd name="T87" fmla="*/ 993 h 1059"/>
                  <a:gd name="T88" fmla="*/ 662 w 728"/>
                  <a:gd name="T89" fmla="*/ 66 h 1059"/>
                  <a:gd name="T90" fmla="*/ 67 w 728"/>
                  <a:gd name="T91" fmla="*/ 66 h 1059"/>
                  <a:gd name="T92" fmla="*/ 67 w 728"/>
                  <a:gd name="T93" fmla="*/ 993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8" h="1059">
                    <a:moveTo>
                      <a:pt x="695" y="1059"/>
                    </a:moveTo>
                    <a:lnTo>
                      <a:pt x="34" y="1059"/>
                    </a:lnTo>
                    <a:lnTo>
                      <a:pt x="34" y="1059"/>
                    </a:lnTo>
                    <a:lnTo>
                      <a:pt x="27" y="1058"/>
                    </a:lnTo>
                    <a:lnTo>
                      <a:pt x="21" y="1056"/>
                    </a:lnTo>
                    <a:lnTo>
                      <a:pt x="15" y="1053"/>
                    </a:lnTo>
                    <a:lnTo>
                      <a:pt x="10" y="1049"/>
                    </a:lnTo>
                    <a:lnTo>
                      <a:pt x="6" y="1044"/>
                    </a:lnTo>
                    <a:lnTo>
                      <a:pt x="4" y="1038"/>
                    </a:lnTo>
                    <a:lnTo>
                      <a:pt x="1" y="1032"/>
                    </a:lnTo>
                    <a:lnTo>
                      <a:pt x="0" y="1026"/>
                    </a:lnTo>
                    <a:lnTo>
                      <a:pt x="0" y="33"/>
                    </a:lnTo>
                    <a:lnTo>
                      <a:pt x="0" y="33"/>
                    </a:lnTo>
                    <a:lnTo>
                      <a:pt x="1" y="27"/>
                    </a:lnTo>
                    <a:lnTo>
                      <a:pt x="4" y="21"/>
                    </a:lnTo>
                    <a:lnTo>
                      <a:pt x="6" y="15"/>
                    </a:lnTo>
                    <a:lnTo>
                      <a:pt x="10" y="10"/>
                    </a:lnTo>
                    <a:lnTo>
                      <a:pt x="15" y="6"/>
                    </a:lnTo>
                    <a:lnTo>
                      <a:pt x="21" y="3"/>
                    </a:lnTo>
                    <a:lnTo>
                      <a:pt x="27" y="1"/>
                    </a:lnTo>
                    <a:lnTo>
                      <a:pt x="34" y="0"/>
                    </a:lnTo>
                    <a:lnTo>
                      <a:pt x="695" y="0"/>
                    </a:lnTo>
                    <a:lnTo>
                      <a:pt x="695" y="0"/>
                    </a:lnTo>
                    <a:lnTo>
                      <a:pt x="701" y="1"/>
                    </a:lnTo>
                    <a:lnTo>
                      <a:pt x="707" y="3"/>
                    </a:lnTo>
                    <a:lnTo>
                      <a:pt x="713" y="6"/>
                    </a:lnTo>
                    <a:lnTo>
                      <a:pt x="719" y="10"/>
                    </a:lnTo>
                    <a:lnTo>
                      <a:pt x="723" y="15"/>
                    </a:lnTo>
                    <a:lnTo>
                      <a:pt x="725" y="21"/>
                    </a:lnTo>
                    <a:lnTo>
                      <a:pt x="727" y="27"/>
                    </a:lnTo>
                    <a:lnTo>
                      <a:pt x="728" y="33"/>
                    </a:lnTo>
                    <a:lnTo>
                      <a:pt x="728" y="1026"/>
                    </a:lnTo>
                    <a:lnTo>
                      <a:pt x="728" y="1026"/>
                    </a:lnTo>
                    <a:lnTo>
                      <a:pt x="727" y="1032"/>
                    </a:lnTo>
                    <a:lnTo>
                      <a:pt x="725" y="1038"/>
                    </a:lnTo>
                    <a:lnTo>
                      <a:pt x="723" y="1044"/>
                    </a:lnTo>
                    <a:lnTo>
                      <a:pt x="719" y="1049"/>
                    </a:lnTo>
                    <a:lnTo>
                      <a:pt x="713" y="1053"/>
                    </a:lnTo>
                    <a:lnTo>
                      <a:pt x="707" y="1056"/>
                    </a:lnTo>
                    <a:lnTo>
                      <a:pt x="701" y="1058"/>
                    </a:lnTo>
                    <a:lnTo>
                      <a:pt x="695" y="1059"/>
                    </a:lnTo>
                    <a:lnTo>
                      <a:pt x="695" y="1059"/>
                    </a:lnTo>
                    <a:close/>
                    <a:moveTo>
                      <a:pt x="67" y="993"/>
                    </a:moveTo>
                    <a:lnTo>
                      <a:pt x="662" y="993"/>
                    </a:lnTo>
                    <a:lnTo>
                      <a:pt x="662" y="66"/>
                    </a:lnTo>
                    <a:lnTo>
                      <a:pt x="67" y="66"/>
                    </a:lnTo>
                    <a:lnTo>
                      <a:pt x="67" y="9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0" name="Freeform 18">
                <a:extLst>
                  <a:ext uri="{FF2B5EF4-FFF2-40B4-BE49-F238E27FC236}">
                    <a16:creationId xmlns:a16="http://schemas.microsoft.com/office/drawing/2014/main" id="{990E2EB6-149F-4542-A0C9-0DD495BF54F7}"/>
                  </a:ext>
                </a:extLst>
              </p:cNvPr>
              <p:cNvSpPr>
                <a:spLocks noEditPoints="1"/>
              </p:cNvSpPr>
              <p:nvPr/>
            </p:nvSpPr>
            <p:spPr bwMode="auto">
              <a:xfrm>
                <a:off x="3546475" y="2528889"/>
                <a:ext cx="165100" cy="360363"/>
              </a:xfrm>
              <a:custGeom>
                <a:avLst/>
                <a:gdLst>
                  <a:gd name="T0" fmla="*/ 166 w 728"/>
                  <a:gd name="T1" fmla="*/ 1588 h 1588"/>
                  <a:gd name="T2" fmla="*/ 160 w 728"/>
                  <a:gd name="T3" fmla="*/ 1587 h 1588"/>
                  <a:gd name="T4" fmla="*/ 147 w 728"/>
                  <a:gd name="T5" fmla="*/ 1582 h 1588"/>
                  <a:gd name="T6" fmla="*/ 139 w 728"/>
                  <a:gd name="T7" fmla="*/ 1573 h 1588"/>
                  <a:gd name="T8" fmla="*/ 134 w 728"/>
                  <a:gd name="T9" fmla="*/ 1561 h 1588"/>
                  <a:gd name="T10" fmla="*/ 133 w 728"/>
                  <a:gd name="T11" fmla="*/ 595 h 1588"/>
                  <a:gd name="T12" fmla="*/ 33 w 728"/>
                  <a:gd name="T13" fmla="*/ 595 h 1588"/>
                  <a:gd name="T14" fmla="*/ 21 w 728"/>
                  <a:gd name="T15" fmla="*/ 593 h 1588"/>
                  <a:gd name="T16" fmla="*/ 11 w 728"/>
                  <a:gd name="T17" fmla="*/ 586 h 1588"/>
                  <a:gd name="T18" fmla="*/ 3 w 728"/>
                  <a:gd name="T19" fmla="*/ 575 h 1588"/>
                  <a:gd name="T20" fmla="*/ 0 w 728"/>
                  <a:gd name="T21" fmla="*/ 562 h 1588"/>
                  <a:gd name="T22" fmla="*/ 0 w 728"/>
                  <a:gd name="T23" fmla="*/ 33 h 1588"/>
                  <a:gd name="T24" fmla="*/ 3 w 728"/>
                  <a:gd name="T25" fmla="*/ 21 h 1588"/>
                  <a:gd name="T26" fmla="*/ 11 w 728"/>
                  <a:gd name="T27" fmla="*/ 10 h 1588"/>
                  <a:gd name="T28" fmla="*/ 21 w 728"/>
                  <a:gd name="T29" fmla="*/ 3 h 1588"/>
                  <a:gd name="T30" fmla="*/ 33 w 728"/>
                  <a:gd name="T31" fmla="*/ 0 h 1588"/>
                  <a:gd name="T32" fmla="*/ 695 w 728"/>
                  <a:gd name="T33" fmla="*/ 0 h 1588"/>
                  <a:gd name="T34" fmla="*/ 708 w 728"/>
                  <a:gd name="T35" fmla="*/ 3 h 1588"/>
                  <a:gd name="T36" fmla="*/ 718 w 728"/>
                  <a:gd name="T37" fmla="*/ 10 h 1588"/>
                  <a:gd name="T38" fmla="*/ 726 w 728"/>
                  <a:gd name="T39" fmla="*/ 21 h 1588"/>
                  <a:gd name="T40" fmla="*/ 728 w 728"/>
                  <a:gd name="T41" fmla="*/ 33 h 1588"/>
                  <a:gd name="T42" fmla="*/ 728 w 728"/>
                  <a:gd name="T43" fmla="*/ 1555 h 1588"/>
                  <a:gd name="T44" fmla="*/ 726 w 728"/>
                  <a:gd name="T45" fmla="*/ 1567 h 1588"/>
                  <a:gd name="T46" fmla="*/ 718 w 728"/>
                  <a:gd name="T47" fmla="*/ 1578 h 1588"/>
                  <a:gd name="T48" fmla="*/ 708 w 728"/>
                  <a:gd name="T49" fmla="*/ 1585 h 1588"/>
                  <a:gd name="T50" fmla="*/ 695 w 728"/>
                  <a:gd name="T51" fmla="*/ 1588 h 1588"/>
                  <a:gd name="T52" fmla="*/ 199 w 728"/>
                  <a:gd name="T53" fmla="*/ 1522 h 1588"/>
                  <a:gd name="T54" fmla="*/ 661 w 728"/>
                  <a:gd name="T55" fmla="*/ 66 h 1588"/>
                  <a:gd name="T56" fmla="*/ 66 w 728"/>
                  <a:gd name="T57" fmla="*/ 529 h 1588"/>
                  <a:gd name="T58" fmla="*/ 166 w 728"/>
                  <a:gd name="T59" fmla="*/ 529 h 1588"/>
                  <a:gd name="T60" fmla="*/ 178 w 728"/>
                  <a:gd name="T61" fmla="*/ 532 h 1588"/>
                  <a:gd name="T62" fmla="*/ 190 w 728"/>
                  <a:gd name="T63" fmla="*/ 539 h 1588"/>
                  <a:gd name="T64" fmla="*/ 196 w 728"/>
                  <a:gd name="T65" fmla="*/ 550 h 1588"/>
                  <a:gd name="T66" fmla="*/ 199 w 728"/>
                  <a:gd name="T67" fmla="*/ 562 h 1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8" h="1588">
                    <a:moveTo>
                      <a:pt x="695" y="1588"/>
                    </a:moveTo>
                    <a:lnTo>
                      <a:pt x="166" y="1588"/>
                    </a:lnTo>
                    <a:lnTo>
                      <a:pt x="166" y="1588"/>
                    </a:lnTo>
                    <a:lnTo>
                      <a:pt x="160" y="1587"/>
                    </a:lnTo>
                    <a:lnTo>
                      <a:pt x="153" y="1585"/>
                    </a:lnTo>
                    <a:lnTo>
                      <a:pt x="147" y="1582"/>
                    </a:lnTo>
                    <a:lnTo>
                      <a:pt x="142" y="1578"/>
                    </a:lnTo>
                    <a:lnTo>
                      <a:pt x="139" y="1573"/>
                    </a:lnTo>
                    <a:lnTo>
                      <a:pt x="136" y="1567"/>
                    </a:lnTo>
                    <a:lnTo>
                      <a:pt x="134" y="1561"/>
                    </a:lnTo>
                    <a:lnTo>
                      <a:pt x="133" y="1555"/>
                    </a:lnTo>
                    <a:lnTo>
                      <a:pt x="133" y="595"/>
                    </a:lnTo>
                    <a:lnTo>
                      <a:pt x="33" y="595"/>
                    </a:lnTo>
                    <a:lnTo>
                      <a:pt x="33" y="595"/>
                    </a:lnTo>
                    <a:lnTo>
                      <a:pt x="27" y="595"/>
                    </a:lnTo>
                    <a:lnTo>
                      <a:pt x="21" y="593"/>
                    </a:lnTo>
                    <a:lnTo>
                      <a:pt x="15" y="590"/>
                    </a:lnTo>
                    <a:lnTo>
                      <a:pt x="11" y="586"/>
                    </a:lnTo>
                    <a:lnTo>
                      <a:pt x="6" y="581"/>
                    </a:lnTo>
                    <a:lnTo>
                      <a:pt x="3" y="575"/>
                    </a:lnTo>
                    <a:lnTo>
                      <a:pt x="1" y="569"/>
                    </a:lnTo>
                    <a:lnTo>
                      <a:pt x="0" y="562"/>
                    </a:lnTo>
                    <a:lnTo>
                      <a:pt x="0" y="33"/>
                    </a:lnTo>
                    <a:lnTo>
                      <a:pt x="0" y="33"/>
                    </a:lnTo>
                    <a:lnTo>
                      <a:pt x="1" y="27"/>
                    </a:lnTo>
                    <a:lnTo>
                      <a:pt x="3" y="21"/>
                    </a:lnTo>
                    <a:lnTo>
                      <a:pt x="6" y="14"/>
                    </a:lnTo>
                    <a:lnTo>
                      <a:pt x="11" y="10"/>
                    </a:lnTo>
                    <a:lnTo>
                      <a:pt x="15" y="6"/>
                    </a:lnTo>
                    <a:lnTo>
                      <a:pt x="21" y="3"/>
                    </a:lnTo>
                    <a:lnTo>
                      <a:pt x="27" y="1"/>
                    </a:lnTo>
                    <a:lnTo>
                      <a:pt x="33" y="0"/>
                    </a:lnTo>
                    <a:lnTo>
                      <a:pt x="695" y="0"/>
                    </a:lnTo>
                    <a:lnTo>
                      <a:pt x="695" y="0"/>
                    </a:lnTo>
                    <a:lnTo>
                      <a:pt x="702" y="1"/>
                    </a:lnTo>
                    <a:lnTo>
                      <a:pt x="708" y="3"/>
                    </a:lnTo>
                    <a:lnTo>
                      <a:pt x="713" y="6"/>
                    </a:lnTo>
                    <a:lnTo>
                      <a:pt x="718" y="10"/>
                    </a:lnTo>
                    <a:lnTo>
                      <a:pt x="723" y="14"/>
                    </a:lnTo>
                    <a:lnTo>
                      <a:pt x="726" y="21"/>
                    </a:lnTo>
                    <a:lnTo>
                      <a:pt x="728" y="27"/>
                    </a:lnTo>
                    <a:lnTo>
                      <a:pt x="728" y="33"/>
                    </a:lnTo>
                    <a:lnTo>
                      <a:pt x="728" y="1555"/>
                    </a:lnTo>
                    <a:lnTo>
                      <a:pt x="728" y="1555"/>
                    </a:lnTo>
                    <a:lnTo>
                      <a:pt x="728" y="1561"/>
                    </a:lnTo>
                    <a:lnTo>
                      <a:pt x="726" y="1567"/>
                    </a:lnTo>
                    <a:lnTo>
                      <a:pt x="723" y="1573"/>
                    </a:lnTo>
                    <a:lnTo>
                      <a:pt x="718" y="1578"/>
                    </a:lnTo>
                    <a:lnTo>
                      <a:pt x="713" y="1582"/>
                    </a:lnTo>
                    <a:lnTo>
                      <a:pt x="708" y="1585"/>
                    </a:lnTo>
                    <a:lnTo>
                      <a:pt x="702" y="1587"/>
                    </a:lnTo>
                    <a:lnTo>
                      <a:pt x="695" y="1588"/>
                    </a:lnTo>
                    <a:lnTo>
                      <a:pt x="695" y="1588"/>
                    </a:lnTo>
                    <a:close/>
                    <a:moveTo>
                      <a:pt x="199" y="1522"/>
                    </a:moveTo>
                    <a:lnTo>
                      <a:pt x="661" y="1522"/>
                    </a:lnTo>
                    <a:lnTo>
                      <a:pt x="661" y="66"/>
                    </a:lnTo>
                    <a:lnTo>
                      <a:pt x="66" y="66"/>
                    </a:lnTo>
                    <a:lnTo>
                      <a:pt x="66" y="529"/>
                    </a:lnTo>
                    <a:lnTo>
                      <a:pt x="166" y="529"/>
                    </a:lnTo>
                    <a:lnTo>
                      <a:pt x="166" y="529"/>
                    </a:lnTo>
                    <a:lnTo>
                      <a:pt x="172" y="530"/>
                    </a:lnTo>
                    <a:lnTo>
                      <a:pt x="178" y="532"/>
                    </a:lnTo>
                    <a:lnTo>
                      <a:pt x="184" y="535"/>
                    </a:lnTo>
                    <a:lnTo>
                      <a:pt x="190" y="539"/>
                    </a:lnTo>
                    <a:lnTo>
                      <a:pt x="194" y="544"/>
                    </a:lnTo>
                    <a:lnTo>
                      <a:pt x="196" y="550"/>
                    </a:lnTo>
                    <a:lnTo>
                      <a:pt x="198" y="556"/>
                    </a:lnTo>
                    <a:lnTo>
                      <a:pt x="199" y="562"/>
                    </a:lnTo>
                    <a:lnTo>
                      <a:pt x="199" y="15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1" name="Freeform 19">
                <a:extLst>
                  <a:ext uri="{FF2B5EF4-FFF2-40B4-BE49-F238E27FC236}">
                    <a16:creationId xmlns:a16="http://schemas.microsoft.com/office/drawing/2014/main" id="{D1281B19-6633-4F6A-B4B5-21F107BBCA6B}"/>
                  </a:ext>
                </a:extLst>
              </p:cNvPr>
              <p:cNvSpPr>
                <a:spLocks noEditPoints="1"/>
              </p:cNvSpPr>
              <p:nvPr/>
            </p:nvSpPr>
            <p:spPr bwMode="auto">
              <a:xfrm>
                <a:off x="3621088" y="2828926"/>
                <a:ext cx="60325" cy="60325"/>
              </a:xfrm>
              <a:custGeom>
                <a:avLst/>
                <a:gdLst>
                  <a:gd name="T0" fmla="*/ 231 w 264"/>
                  <a:gd name="T1" fmla="*/ 265 h 265"/>
                  <a:gd name="T2" fmla="*/ 33 w 264"/>
                  <a:gd name="T3" fmla="*/ 265 h 265"/>
                  <a:gd name="T4" fmla="*/ 33 w 264"/>
                  <a:gd name="T5" fmla="*/ 265 h 265"/>
                  <a:gd name="T6" fmla="*/ 26 w 264"/>
                  <a:gd name="T7" fmla="*/ 264 h 265"/>
                  <a:gd name="T8" fmla="*/ 20 w 264"/>
                  <a:gd name="T9" fmla="*/ 262 h 265"/>
                  <a:gd name="T10" fmla="*/ 15 w 264"/>
                  <a:gd name="T11" fmla="*/ 259 h 265"/>
                  <a:gd name="T12" fmla="*/ 10 w 264"/>
                  <a:gd name="T13" fmla="*/ 255 h 265"/>
                  <a:gd name="T14" fmla="*/ 6 w 264"/>
                  <a:gd name="T15" fmla="*/ 250 h 265"/>
                  <a:gd name="T16" fmla="*/ 2 w 264"/>
                  <a:gd name="T17" fmla="*/ 244 h 265"/>
                  <a:gd name="T18" fmla="*/ 0 w 264"/>
                  <a:gd name="T19" fmla="*/ 238 h 265"/>
                  <a:gd name="T20" fmla="*/ 0 w 264"/>
                  <a:gd name="T21" fmla="*/ 232 h 265"/>
                  <a:gd name="T22" fmla="*/ 0 w 264"/>
                  <a:gd name="T23" fmla="*/ 33 h 265"/>
                  <a:gd name="T24" fmla="*/ 0 w 264"/>
                  <a:gd name="T25" fmla="*/ 33 h 265"/>
                  <a:gd name="T26" fmla="*/ 0 w 264"/>
                  <a:gd name="T27" fmla="*/ 27 h 265"/>
                  <a:gd name="T28" fmla="*/ 2 w 264"/>
                  <a:gd name="T29" fmla="*/ 21 h 265"/>
                  <a:gd name="T30" fmla="*/ 6 w 264"/>
                  <a:gd name="T31" fmla="*/ 14 h 265"/>
                  <a:gd name="T32" fmla="*/ 10 w 264"/>
                  <a:gd name="T33" fmla="*/ 10 h 265"/>
                  <a:gd name="T34" fmla="*/ 15 w 264"/>
                  <a:gd name="T35" fmla="*/ 6 h 265"/>
                  <a:gd name="T36" fmla="*/ 20 w 264"/>
                  <a:gd name="T37" fmla="*/ 3 h 265"/>
                  <a:gd name="T38" fmla="*/ 26 w 264"/>
                  <a:gd name="T39" fmla="*/ 1 h 265"/>
                  <a:gd name="T40" fmla="*/ 33 w 264"/>
                  <a:gd name="T41" fmla="*/ 0 h 265"/>
                  <a:gd name="T42" fmla="*/ 231 w 264"/>
                  <a:gd name="T43" fmla="*/ 0 h 265"/>
                  <a:gd name="T44" fmla="*/ 231 w 264"/>
                  <a:gd name="T45" fmla="*/ 0 h 265"/>
                  <a:gd name="T46" fmla="*/ 238 w 264"/>
                  <a:gd name="T47" fmla="*/ 1 h 265"/>
                  <a:gd name="T48" fmla="*/ 245 w 264"/>
                  <a:gd name="T49" fmla="*/ 3 h 265"/>
                  <a:gd name="T50" fmla="*/ 250 w 264"/>
                  <a:gd name="T51" fmla="*/ 6 h 265"/>
                  <a:gd name="T52" fmla="*/ 255 w 264"/>
                  <a:gd name="T53" fmla="*/ 10 h 265"/>
                  <a:gd name="T54" fmla="*/ 259 w 264"/>
                  <a:gd name="T55" fmla="*/ 14 h 265"/>
                  <a:gd name="T56" fmla="*/ 262 w 264"/>
                  <a:gd name="T57" fmla="*/ 21 h 265"/>
                  <a:gd name="T58" fmla="*/ 264 w 264"/>
                  <a:gd name="T59" fmla="*/ 27 h 265"/>
                  <a:gd name="T60" fmla="*/ 264 w 264"/>
                  <a:gd name="T61" fmla="*/ 33 h 265"/>
                  <a:gd name="T62" fmla="*/ 264 w 264"/>
                  <a:gd name="T63" fmla="*/ 232 h 265"/>
                  <a:gd name="T64" fmla="*/ 264 w 264"/>
                  <a:gd name="T65" fmla="*/ 232 h 265"/>
                  <a:gd name="T66" fmla="*/ 264 w 264"/>
                  <a:gd name="T67" fmla="*/ 238 h 265"/>
                  <a:gd name="T68" fmla="*/ 262 w 264"/>
                  <a:gd name="T69" fmla="*/ 244 h 265"/>
                  <a:gd name="T70" fmla="*/ 259 w 264"/>
                  <a:gd name="T71" fmla="*/ 250 h 265"/>
                  <a:gd name="T72" fmla="*/ 255 w 264"/>
                  <a:gd name="T73" fmla="*/ 255 h 265"/>
                  <a:gd name="T74" fmla="*/ 250 w 264"/>
                  <a:gd name="T75" fmla="*/ 259 h 265"/>
                  <a:gd name="T76" fmla="*/ 245 w 264"/>
                  <a:gd name="T77" fmla="*/ 262 h 265"/>
                  <a:gd name="T78" fmla="*/ 238 w 264"/>
                  <a:gd name="T79" fmla="*/ 264 h 265"/>
                  <a:gd name="T80" fmla="*/ 231 w 264"/>
                  <a:gd name="T81" fmla="*/ 265 h 265"/>
                  <a:gd name="T82" fmla="*/ 231 w 264"/>
                  <a:gd name="T83" fmla="*/ 265 h 265"/>
                  <a:gd name="T84" fmla="*/ 67 w 264"/>
                  <a:gd name="T85" fmla="*/ 199 h 265"/>
                  <a:gd name="T86" fmla="*/ 198 w 264"/>
                  <a:gd name="T87" fmla="*/ 199 h 265"/>
                  <a:gd name="T88" fmla="*/ 198 w 264"/>
                  <a:gd name="T89" fmla="*/ 66 h 265"/>
                  <a:gd name="T90" fmla="*/ 67 w 264"/>
                  <a:gd name="T91" fmla="*/ 66 h 265"/>
                  <a:gd name="T92" fmla="*/ 67 w 264"/>
                  <a:gd name="T93" fmla="*/ 199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4" h="265">
                    <a:moveTo>
                      <a:pt x="231" y="265"/>
                    </a:moveTo>
                    <a:lnTo>
                      <a:pt x="33" y="265"/>
                    </a:lnTo>
                    <a:lnTo>
                      <a:pt x="33" y="265"/>
                    </a:lnTo>
                    <a:lnTo>
                      <a:pt x="26" y="264"/>
                    </a:lnTo>
                    <a:lnTo>
                      <a:pt x="20" y="262"/>
                    </a:lnTo>
                    <a:lnTo>
                      <a:pt x="15" y="259"/>
                    </a:lnTo>
                    <a:lnTo>
                      <a:pt x="10" y="255"/>
                    </a:lnTo>
                    <a:lnTo>
                      <a:pt x="6" y="250"/>
                    </a:lnTo>
                    <a:lnTo>
                      <a:pt x="2" y="244"/>
                    </a:lnTo>
                    <a:lnTo>
                      <a:pt x="0" y="238"/>
                    </a:lnTo>
                    <a:lnTo>
                      <a:pt x="0" y="232"/>
                    </a:lnTo>
                    <a:lnTo>
                      <a:pt x="0" y="33"/>
                    </a:lnTo>
                    <a:lnTo>
                      <a:pt x="0" y="33"/>
                    </a:lnTo>
                    <a:lnTo>
                      <a:pt x="0" y="27"/>
                    </a:lnTo>
                    <a:lnTo>
                      <a:pt x="2" y="21"/>
                    </a:lnTo>
                    <a:lnTo>
                      <a:pt x="6" y="14"/>
                    </a:lnTo>
                    <a:lnTo>
                      <a:pt x="10" y="10"/>
                    </a:lnTo>
                    <a:lnTo>
                      <a:pt x="15" y="6"/>
                    </a:lnTo>
                    <a:lnTo>
                      <a:pt x="20" y="3"/>
                    </a:lnTo>
                    <a:lnTo>
                      <a:pt x="26" y="1"/>
                    </a:lnTo>
                    <a:lnTo>
                      <a:pt x="33" y="0"/>
                    </a:lnTo>
                    <a:lnTo>
                      <a:pt x="231" y="0"/>
                    </a:lnTo>
                    <a:lnTo>
                      <a:pt x="231" y="0"/>
                    </a:lnTo>
                    <a:lnTo>
                      <a:pt x="238" y="1"/>
                    </a:lnTo>
                    <a:lnTo>
                      <a:pt x="245" y="3"/>
                    </a:lnTo>
                    <a:lnTo>
                      <a:pt x="250" y="6"/>
                    </a:lnTo>
                    <a:lnTo>
                      <a:pt x="255" y="10"/>
                    </a:lnTo>
                    <a:lnTo>
                      <a:pt x="259" y="14"/>
                    </a:lnTo>
                    <a:lnTo>
                      <a:pt x="262" y="21"/>
                    </a:lnTo>
                    <a:lnTo>
                      <a:pt x="264" y="27"/>
                    </a:lnTo>
                    <a:lnTo>
                      <a:pt x="264" y="33"/>
                    </a:lnTo>
                    <a:lnTo>
                      <a:pt x="264" y="232"/>
                    </a:lnTo>
                    <a:lnTo>
                      <a:pt x="264" y="232"/>
                    </a:lnTo>
                    <a:lnTo>
                      <a:pt x="264" y="238"/>
                    </a:lnTo>
                    <a:lnTo>
                      <a:pt x="262" y="244"/>
                    </a:lnTo>
                    <a:lnTo>
                      <a:pt x="259" y="250"/>
                    </a:lnTo>
                    <a:lnTo>
                      <a:pt x="255" y="255"/>
                    </a:lnTo>
                    <a:lnTo>
                      <a:pt x="250" y="259"/>
                    </a:lnTo>
                    <a:lnTo>
                      <a:pt x="245" y="262"/>
                    </a:lnTo>
                    <a:lnTo>
                      <a:pt x="238" y="264"/>
                    </a:lnTo>
                    <a:lnTo>
                      <a:pt x="231" y="265"/>
                    </a:lnTo>
                    <a:lnTo>
                      <a:pt x="231" y="265"/>
                    </a:lnTo>
                    <a:close/>
                    <a:moveTo>
                      <a:pt x="67" y="199"/>
                    </a:moveTo>
                    <a:lnTo>
                      <a:pt x="198" y="199"/>
                    </a:lnTo>
                    <a:lnTo>
                      <a:pt x="198" y="66"/>
                    </a:lnTo>
                    <a:lnTo>
                      <a:pt x="67" y="66"/>
                    </a:lnTo>
                    <a:lnTo>
                      <a:pt x="67"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2" name="Freeform 20">
                <a:extLst>
                  <a:ext uri="{FF2B5EF4-FFF2-40B4-BE49-F238E27FC236}">
                    <a16:creationId xmlns:a16="http://schemas.microsoft.com/office/drawing/2014/main" id="{89F47919-24C9-4A3E-9BFD-60DD0C7EC268}"/>
                  </a:ext>
                </a:extLst>
              </p:cNvPr>
              <p:cNvSpPr>
                <a:spLocks noEditPoints="1"/>
              </p:cNvSpPr>
              <p:nvPr/>
            </p:nvSpPr>
            <p:spPr bwMode="auto">
              <a:xfrm>
                <a:off x="3455988" y="2828926"/>
                <a:ext cx="60325" cy="60325"/>
              </a:xfrm>
              <a:custGeom>
                <a:avLst/>
                <a:gdLst>
                  <a:gd name="T0" fmla="*/ 232 w 264"/>
                  <a:gd name="T1" fmla="*/ 265 h 265"/>
                  <a:gd name="T2" fmla="*/ 33 w 264"/>
                  <a:gd name="T3" fmla="*/ 265 h 265"/>
                  <a:gd name="T4" fmla="*/ 33 w 264"/>
                  <a:gd name="T5" fmla="*/ 265 h 265"/>
                  <a:gd name="T6" fmla="*/ 26 w 264"/>
                  <a:gd name="T7" fmla="*/ 264 h 265"/>
                  <a:gd name="T8" fmla="*/ 20 w 264"/>
                  <a:gd name="T9" fmla="*/ 262 h 265"/>
                  <a:gd name="T10" fmla="*/ 14 w 264"/>
                  <a:gd name="T11" fmla="*/ 259 h 265"/>
                  <a:gd name="T12" fmla="*/ 9 w 264"/>
                  <a:gd name="T13" fmla="*/ 255 h 265"/>
                  <a:gd name="T14" fmla="*/ 5 w 264"/>
                  <a:gd name="T15" fmla="*/ 250 h 265"/>
                  <a:gd name="T16" fmla="*/ 2 w 264"/>
                  <a:gd name="T17" fmla="*/ 244 h 265"/>
                  <a:gd name="T18" fmla="*/ 0 w 264"/>
                  <a:gd name="T19" fmla="*/ 238 h 265"/>
                  <a:gd name="T20" fmla="*/ 0 w 264"/>
                  <a:gd name="T21" fmla="*/ 232 h 265"/>
                  <a:gd name="T22" fmla="*/ 0 w 264"/>
                  <a:gd name="T23" fmla="*/ 33 h 265"/>
                  <a:gd name="T24" fmla="*/ 0 w 264"/>
                  <a:gd name="T25" fmla="*/ 33 h 265"/>
                  <a:gd name="T26" fmla="*/ 0 w 264"/>
                  <a:gd name="T27" fmla="*/ 27 h 265"/>
                  <a:gd name="T28" fmla="*/ 2 w 264"/>
                  <a:gd name="T29" fmla="*/ 21 h 265"/>
                  <a:gd name="T30" fmla="*/ 5 w 264"/>
                  <a:gd name="T31" fmla="*/ 14 h 265"/>
                  <a:gd name="T32" fmla="*/ 9 w 264"/>
                  <a:gd name="T33" fmla="*/ 10 h 265"/>
                  <a:gd name="T34" fmla="*/ 14 w 264"/>
                  <a:gd name="T35" fmla="*/ 6 h 265"/>
                  <a:gd name="T36" fmla="*/ 20 w 264"/>
                  <a:gd name="T37" fmla="*/ 3 h 265"/>
                  <a:gd name="T38" fmla="*/ 26 w 264"/>
                  <a:gd name="T39" fmla="*/ 1 h 265"/>
                  <a:gd name="T40" fmla="*/ 33 w 264"/>
                  <a:gd name="T41" fmla="*/ 0 h 265"/>
                  <a:gd name="T42" fmla="*/ 232 w 264"/>
                  <a:gd name="T43" fmla="*/ 0 h 265"/>
                  <a:gd name="T44" fmla="*/ 232 w 264"/>
                  <a:gd name="T45" fmla="*/ 0 h 265"/>
                  <a:gd name="T46" fmla="*/ 238 w 264"/>
                  <a:gd name="T47" fmla="*/ 1 h 265"/>
                  <a:gd name="T48" fmla="*/ 244 w 264"/>
                  <a:gd name="T49" fmla="*/ 3 h 265"/>
                  <a:gd name="T50" fmla="*/ 249 w 264"/>
                  <a:gd name="T51" fmla="*/ 6 h 265"/>
                  <a:gd name="T52" fmla="*/ 254 w 264"/>
                  <a:gd name="T53" fmla="*/ 10 h 265"/>
                  <a:gd name="T54" fmla="*/ 259 w 264"/>
                  <a:gd name="T55" fmla="*/ 14 h 265"/>
                  <a:gd name="T56" fmla="*/ 262 w 264"/>
                  <a:gd name="T57" fmla="*/ 21 h 265"/>
                  <a:gd name="T58" fmla="*/ 264 w 264"/>
                  <a:gd name="T59" fmla="*/ 27 h 265"/>
                  <a:gd name="T60" fmla="*/ 264 w 264"/>
                  <a:gd name="T61" fmla="*/ 33 h 265"/>
                  <a:gd name="T62" fmla="*/ 264 w 264"/>
                  <a:gd name="T63" fmla="*/ 232 h 265"/>
                  <a:gd name="T64" fmla="*/ 264 w 264"/>
                  <a:gd name="T65" fmla="*/ 232 h 265"/>
                  <a:gd name="T66" fmla="*/ 264 w 264"/>
                  <a:gd name="T67" fmla="*/ 238 h 265"/>
                  <a:gd name="T68" fmla="*/ 262 w 264"/>
                  <a:gd name="T69" fmla="*/ 244 h 265"/>
                  <a:gd name="T70" fmla="*/ 259 w 264"/>
                  <a:gd name="T71" fmla="*/ 250 h 265"/>
                  <a:gd name="T72" fmla="*/ 254 w 264"/>
                  <a:gd name="T73" fmla="*/ 255 h 265"/>
                  <a:gd name="T74" fmla="*/ 249 w 264"/>
                  <a:gd name="T75" fmla="*/ 259 h 265"/>
                  <a:gd name="T76" fmla="*/ 244 w 264"/>
                  <a:gd name="T77" fmla="*/ 262 h 265"/>
                  <a:gd name="T78" fmla="*/ 238 w 264"/>
                  <a:gd name="T79" fmla="*/ 264 h 265"/>
                  <a:gd name="T80" fmla="*/ 232 w 264"/>
                  <a:gd name="T81" fmla="*/ 265 h 265"/>
                  <a:gd name="T82" fmla="*/ 232 w 264"/>
                  <a:gd name="T83" fmla="*/ 265 h 265"/>
                  <a:gd name="T84" fmla="*/ 66 w 264"/>
                  <a:gd name="T85" fmla="*/ 199 h 265"/>
                  <a:gd name="T86" fmla="*/ 199 w 264"/>
                  <a:gd name="T87" fmla="*/ 199 h 265"/>
                  <a:gd name="T88" fmla="*/ 199 w 264"/>
                  <a:gd name="T89" fmla="*/ 66 h 265"/>
                  <a:gd name="T90" fmla="*/ 66 w 264"/>
                  <a:gd name="T91" fmla="*/ 66 h 265"/>
                  <a:gd name="T92" fmla="*/ 66 w 264"/>
                  <a:gd name="T93" fmla="*/ 199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4" h="265">
                    <a:moveTo>
                      <a:pt x="232" y="265"/>
                    </a:moveTo>
                    <a:lnTo>
                      <a:pt x="33" y="265"/>
                    </a:lnTo>
                    <a:lnTo>
                      <a:pt x="33" y="265"/>
                    </a:lnTo>
                    <a:lnTo>
                      <a:pt x="26" y="264"/>
                    </a:lnTo>
                    <a:lnTo>
                      <a:pt x="20" y="262"/>
                    </a:lnTo>
                    <a:lnTo>
                      <a:pt x="14" y="259"/>
                    </a:lnTo>
                    <a:lnTo>
                      <a:pt x="9" y="255"/>
                    </a:lnTo>
                    <a:lnTo>
                      <a:pt x="5" y="250"/>
                    </a:lnTo>
                    <a:lnTo>
                      <a:pt x="2" y="244"/>
                    </a:lnTo>
                    <a:lnTo>
                      <a:pt x="0" y="238"/>
                    </a:lnTo>
                    <a:lnTo>
                      <a:pt x="0" y="232"/>
                    </a:lnTo>
                    <a:lnTo>
                      <a:pt x="0" y="33"/>
                    </a:lnTo>
                    <a:lnTo>
                      <a:pt x="0" y="33"/>
                    </a:lnTo>
                    <a:lnTo>
                      <a:pt x="0" y="27"/>
                    </a:lnTo>
                    <a:lnTo>
                      <a:pt x="2" y="21"/>
                    </a:lnTo>
                    <a:lnTo>
                      <a:pt x="5" y="14"/>
                    </a:lnTo>
                    <a:lnTo>
                      <a:pt x="9" y="10"/>
                    </a:lnTo>
                    <a:lnTo>
                      <a:pt x="14" y="6"/>
                    </a:lnTo>
                    <a:lnTo>
                      <a:pt x="20" y="3"/>
                    </a:lnTo>
                    <a:lnTo>
                      <a:pt x="26" y="1"/>
                    </a:lnTo>
                    <a:lnTo>
                      <a:pt x="33" y="0"/>
                    </a:lnTo>
                    <a:lnTo>
                      <a:pt x="232" y="0"/>
                    </a:lnTo>
                    <a:lnTo>
                      <a:pt x="232" y="0"/>
                    </a:lnTo>
                    <a:lnTo>
                      <a:pt x="238" y="1"/>
                    </a:lnTo>
                    <a:lnTo>
                      <a:pt x="244" y="3"/>
                    </a:lnTo>
                    <a:lnTo>
                      <a:pt x="249" y="6"/>
                    </a:lnTo>
                    <a:lnTo>
                      <a:pt x="254" y="10"/>
                    </a:lnTo>
                    <a:lnTo>
                      <a:pt x="259" y="14"/>
                    </a:lnTo>
                    <a:lnTo>
                      <a:pt x="262" y="21"/>
                    </a:lnTo>
                    <a:lnTo>
                      <a:pt x="264" y="27"/>
                    </a:lnTo>
                    <a:lnTo>
                      <a:pt x="264" y="33"/>
                    </a:lnTo>
                    <a:lnTo>
                      <a:pt x="264" y="232"/>
                    </a:lnTo>
                    <a:lnTo>
                      <a:pt x="264" y="232"/>
                    </a:lnTo>
                    <a:lnTo>
                      <a:pt x="264" y="238"/>
                    </a:lnTo>
                    <a:lnTo>
                      <a:pt x="262" y="244"/>
                    </a:lnTo>
                    <a:lnTo>
                      <a:pt x="259" y="250"/>
                    </a:lnTo>
                    <a:lnTo>
                      <a:pt x="254" y="255"/>
                    </a:lnTo>
                    <a:lnTo>
                      <a:pt x="249" y="259"/>
                    </a:lnTo>
                    <a:lnTo>
                      <a:pt x="244" y="262"/>
                    </a:lnTo>
                    <a:lnTo>
                      <a:pt x="238" y="264"/>
                    </a:lnTo>
                    <a:lnTo>
                      <a:pt x="232" y="265"/>
                    </a:lnTo>
                    <a:lnTo>
                      <a:pt x="232" y="265"/>
                    </a:lnTo>
                    <a:close/>
                    <a:moveTo>
                      <a:pt x="66" y="199"/>
                    </a:moveTo>
                    <a:lnTo>
                      <a:pt x="199" y="199"/>
                    </a:lnTo>
                    <a:lnTo>
                      <a:pt x="199" y="66"/>
                    </a:lnTo>
                    <a:lnTo>
                      <a:pt x="66" y="66"/>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3" name="Freeform 21">
                <a:extLst>
                  <a:ext uri="{FF2B5EF4-FFF2-40B4-BE49-F238E27FC236}">
                    <a16:creationId xmlns:a16="http://schemas.microsoft.com/office/drawing/2014/main" id="{47E3B253-8E05-4C7D-8CB9-3135DFF1A8B6}"/>
                  </a:ext>
                </a:extLst>
              </p:cNvPr>
              <p:cNvSpPr>
                <a:spLocks/>
              </p:cNvSpPr>
              <p:nvPr/>
            </p:nvSpPr>
            <p:spPr bwMode="auto">
              <a:xfrm>
                <a:off x="3425825" y="2679701"/>
                <a:ext cx="76200" cy="14288"/>
              </a:xfrm>
              <a:custGeom>
                <a:avLst/>
                <a:gdLst>
                  <a:gd name="T0" fmla="*/ 298 w 332"/>
                  <a:gd name="T1" fmla="*/ 67 h 67"/>
                  <a:gd name="T2" fmla="*/ 34 w 332"/>
                  <a:gd name="T3" fmla="*/ 67 h 67"/>
                  <a:gd name="T4" fmla="*/ 34 w 332"/>
                  <a:gd name="T5" fmla="*/ 67 h 67"/>
                  <a:gd name="T6" fmla="*/ 27 w 332"/>
                  <a:gd name="T7" fmla="*/ 67 h 67"/>
                  <a:gd name="T8" fmla="*/ 21 w 332"/>
                  <a:gd name="T9" fmla="*/ 65 h 67"/>
                  <a:gd name="T10" fmla="*/ 15 w 332"/>
                  <a:gd name="T11" fmla="*/ 61 h 67"/>
                  <a:gd name="T12" fmla="*/ 10 w 332"/>
                  <a:gd name="T13" fmla="*/ 57 h 67"/>
                  <a:gd name="T14" fmla="*/ 6 w 332"/>
                  <a:gd name="T15" fmla="*/ 52 h 67"/>
                  <a:gd name="T16" fmla="*/ 4 w 332"/>
                  <a:gd name="T17" fmla="*/ 47 h 67"/>
                  <a:gd name="T18" fmla="*/ 1 w 332"/>
                  <a:gd name="T19" fmla="*/ 41 h 67"/>
                  <a:gd name="T20" fmla="*/ 0 w 332"/>
                  <a:gd name="T21" fmla="*/ 33 h 67"/>
                  <a:gd name="T22" fmla="*/ 0 w 332"/>
                  <a:gd name="T23" fmla="*/ 33 h 67"/>
                  <a:gd name="T24" fmla="*/ 1 w 332"/>
                  <a:gd name="T25" fmla="*/ 27 h 67"/>
                  <a:gd name="T26" fmla="*/ 4 w 332"/>
                  <a:gd name="T27" fmla="*/ 21 h 67"/>
                  <a:gd name="T28" fmla="*/ 6 w 332"/>
                  <a:gd name="T29" fmla="*/ 15 h 67"/>
                  <a:gd name="T30" fmla="*/ 10 w 332"/>
                  <a:gd name="T31" fmla="*/ 11 h 67"/>
                  <a:gd name="T32" fmla="*/ 15 w 332"/>
                  <a:gd name="T33" fmla="*/ 7 h 67"/>
                  <a:gd name="T34" fmla="*/ 21 w 332"/>
                  <a:gd name="T35" fmla="*/ 3 h 67"/>
                  <a:gd name="T36" fmla="*/ 27 w 332"/>
                  <a:gd name="T37" fmla="*/ 1 h 67"/>
                  <a:gd name="T38" fmla="*/ 34 w 332"/>
                  <a:gd name="T39" fmla="*/ 0 h 67"/>
                  <a:gd name="T40" fmla="*/ 298 w 332"/>
                  <a:gd name="T41" fmla="*/ 0 h 67"/>
                  <a:gd name="T42" fmla="*/ 298 w 332"/>
                  <a:gd name="T43" fmla="*/ 0 h 67"/>
                  <a:gd name="T44" fmla="*/ 305 w 332"/>
                  <a:gd name="T45" fmla="*/ 1 h 67"/>
                  <a:gd name="T46" fmla="*/ 311 w 332"/>
                  <a:gd name="T47" fmla="*/ 3 h 67"/>
                  <a:gd name="T48" fmla="*/ 316 w 332"/>
                  <a:gd name="T49" fmla="*/ 7 h 67"/>
                  <a:gd name="T50" fmla="*/ 321 w 332"/>
                  <a:gd name="T51" fmla="*/ 11 h 67"/>
                  <a:gd name="T52" fmla="*/ 325 w 332"/>
                  <a:gd name="T53" fmla="*/ 15 h 67"/>
                  <a:gd name="T54" fmla="*/ 328 w 332"/>
                  <a:gd name="T55" fmla="*/ 21 h 67"/>
                  <a:gd name="T56" fmla="*/ 331 w 332"/>
                  <a:gd name="T57" fmla="*/ 27 h 67"/>
                  <a:gd name="T58" fmla="*/ 332 w 332"/>
                  <a:gd name="T59" fmla="*/ 33 h 67"/>
                  <a:gd name="T60" fmla="*/ 332 w 332"/>
                  <a:gd name="T61" fmla="*/ 33 h 67"/>
                  <a:gd name="T62" fmla="*/ 331 w 332"/>
                  <a:gd name="T63" fmla="*/ 41 h 67"/>
                  <a:gd name="T64" fmla="*/ 328 w 332"/>
                  <a:gd name="T65" fmla="*/ 47 h 67"/>
                  <a:gd name="T66" fmla="*/ 325 w 332"/>
                  <a:gd name="T67" fmla="*/ 52 h 67"/>
                  <a:gd name="T68" fmla="*/ 321 w 332"/>
                  <a:gd name="T69" fmla="*/ 57 h 67"/>
                  <a:gd name="T70" fmla="*/ 316 w 332"/>
                  <a:gd name="T71" fmla="*/ 61 h 67"/>
                  <a:gd name="T72" fmla="*/ 311 w 332"/>
                  <a:gd name="T73" fmla="*/ 65 h 67"/>
                  <a:gd name="T74" fmla="*/ 305 w 332"/>
                  <a:gd name="T75" fmla="*/ 67 h 67"/>
                  <a:gd name="T76" fmla="*/ 298 w 332"/>
                  <a:gd name="T77" fmla="*/ 67 h 67"/>
                  <a:gd name="T78" fmla="*/ 298 w 332"/>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2" h="67">
                    <a:moveTo>
                      <a:pt x="298" y="67"/>
                    </a:moveTo>
                    <a:lnTo>
                      <a:pt x="34" y="67"/>
                    </a:lnTo>
                    <a:lnTo>
                      <a:pt x="34" y="67"/>
                    </a:lnTo>
                    <a:lnTo>
                      <a:pt x="27" y="67"/>
                    </a:lnTo>
                    <a:lnTo>
                      <a:pt x="21" y="65"/>
                    </a:lnTo>
                    <a:lnTo>
                      <a:pt x="15" y="61"/>
                    </a:lnTo>
                    <a:lnTo>
                      <a:pt x="10" y="57"/>
                    </a:lnTo>
                    <a:lnTo>
                      <a:pt x="6" y="52"/>
                    </a:lnTo>
                    <a:lnTo>
                      <a:pt x="4" y="47"/>
                    </a:lnTo>
                    <a:lnTo>
                      <a:pt x="1" y="41"/>
                    </a:lnTo>
                    <a:lnTo>
                      <a:pt x="0" y="33"/>
                    </a:lnTo>
                    <a:lnTo>
                      <a:pt x="0" y="33"/>
                    </a:lnTo>
                    <a:lnTo>
                      <a:pt x="1" y="27"/>
                    </a:lnTo>
                    <a:lnTo>
                      <a:pt x="4" y="21"/>
                    </a:lnTo>
                    <a:lnTo>
                      <a:pt x="6" y="15"/>
                    </a:lnTo>
                    <a:lnTo>
                      <a:pt x="10" y="11"/>
                    </a:lnTo>
                    <a:lnTo>
                      <a:pt x="15" y="7"/>
                    </a:lnTo>
                    <a:lnTo>
                      <a:pt x="21" y="3"/>
                    </a:lnTo>
                    <a:lnTo>
                      <a:pt x="27" y="1"/>
                    </a:lnTo>
                    <a:lnTo>
                      <a:pt x="34" y="0"/>
                    </a:lnTo>
                    <a:lnTo>
                      <a:pt x="298" y="0"/>
                    </a:lnTo>
                    <a:lnTo>
                      <a:pt x="298" y="0"/>
                    </a:lnTo>
                    <a:lnTo>
                      <a:pt x="305" y="1"/>
                    </a:lnTo>
                    <a:lnTo>
                      <a:pt x="311" y="3"/>
                    </a:lnTo>
                    <a:lnTo>
                      <a:pt x="316" y="7"/>
                    </a:lnTo>
                    <a:lnTo>
                      <a:pt x="321" y="11"/>
                    </a:lnTo>
                    <a:lnTo>
                      <a:pt x="325" y="15"/>
                    </a:lnTo>
                    <a:lnTo>
                      <a:pt x="328" y="21"/>
                    </a:lnTo>
                    <a:lnTo>
                      <a:pt x="331" y="27"/>
                    </a:lnTo>
                    <a:lnTo>
                      <a:pt x="332" y="33"/>
                    </a:lnTo>
                    <a:lnTo>
                      <a:pt x="332" y="33"/>
                    </a:lnTo>
                    <a:lnTo>
                      <a:pt x="331" y="41"/>
                    </a:lnTo>
                    <a:lnTo>
                      <a:pt x="328" y="47"/>
                    </a:lnTo>
                    <a:lnTo>
                      <a:pt x="325" y="52"/>
                    </a:lnTo>
                    <a:lnTo>
                      <a:pt x="321" y="57"/>
                    </a:lnTo>
                    <a:lnTo>
                      <a:pt x="316" y="61"/>
                    </a:lnTo>
                    <a:lnTo>
                      <a:pt x="311" y="65"/>
                    </a:lnTo>
                    <a:lnTo>
                      <a:pt x="305" y="67"/>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4" name="Freeform 22">
                <a:extLst>
                  <a:ext uri="{FF2B5EF4-FFF2-40B4-BE49-F238E27FC236}">
                    <a16:creationId xmlns:a16="http://schemas.microsoft.com/office/drawing/2014/main" id="{90283A51-BAB3-42B4-9E9E-93CC1408B0B1}"/>
                  </a:ext>
                </a:extLst>
              </p:cNvPr>
              <p:cNvSpPr>
                <a:spLocks/>
              </p:cNvSpPr>
              <p:nvPr/>
            </p:nvSpPr>
            <p:spPr bwMode="auto">
              <a:xfrm>
                <a:off x="3425825" y="2709864"/>
                <a:ext cx="60325" cy="14288"/>
              </a:xfrm>
              <a:custGeom>
                <a:avLst/>
                <a:gdLst>
                  <a:gd name="T0" fmla="*/ 232 w 265"/>
                  <a:gd name="T1" fmla="*/ 66 h 66"/>
                  <a:gd name="T2" fmla="*/ 34 w 265"/>
                  <a:gd name="T3" fmla="*/ 66 h 66"/>
                  <a:gd name="T4" fmla="*/ 34 w 265"/>
                  <a:gd name="T5" fmla="*/ 66 h 66"/>
                  <a:gd name="T6" fmla="*/ 27 w 265"/>
                  <a:gd name="T7" fmla="*/ 65 h 66"/>
                  <a:gd name="T8" fmla="*/ 21 w 265"/>
                  <a:gd name="T9" fmla="*/ 63 h 66"/>
                  <a:gd name="T10" fmla="*/ 15 w 265"/>
                  <a:gd name="T11" fmla="*/ 61 h 66"/>
                  <a:gd name="T12" fmla="*/ 10 w 265"/>
                  <a:gd name="T13" fmla="*/ 57 h 66"/>
                  <a:gd name="T14" fmla="*/ 6 w 265"/>
                  <a:gd name="T15" fmla="*/ 52 h 66"/>
                  <a:gd name="T16" fmla="*/ 4 w 265"/>
                  <a:gd name="T17" fmla="*/ 45 h 66"/>
                  <a:gd name="T18" fmla="*/ 1 w 265"/>
                  <a:gd name="T19" fmla="*/ 39 h 66"/>
                  <a:gd name="T20" fmla="*/ 0 w 265"/>
                  <a:gd name="T21" fmla="*/ 33 h 66"/>
                  <a:gd name="T22" fmla="*/ 0 w 265"/>
                  <a:gd name="T23" fmla="*/ 33 h 66"/>
                  <a:gd name="T24" fmla="*/ 1 w 265"/>
                  <a:gd name="T25" fmla="*/ 27 h 66"/>
                  <a:gd name="T26" fmla="*/ 4 w 265"/>
                  <a:gd name="T27" fmla="*/ 21 h 66"/>
                  <a:gd name="T28" fmla="*/ 6 w 265"/>
                  <a:gd name="T29" fmla="*/ 14 h 66"/>
                  <a:gd name="T30" fmla="*/ 10 w 265"/>
                  <a:gd name="T31" fmla="*/ 9 h 66"/>
                  <a:gd name="T32" fmla="*/ 15 w 265"/>
                  <a:gd name="T33" fmla="*/ 6 h 66"/>
                  <a:gd name="T34" fmla="*/ 21 w 265"/>
                  <a:gd name="T35" fmla="*/ 3 h 66"/>
                  <a:gd name="T36" fmla="*/ 27 w 265"/>
                  <a:gd name="T37" fmla="*/ 1 h 66"/>
                  <a:gd name="T38" fmla="*/ 34 w 265"/>
                  <a:gd name="T39" fmla="*/ 0 h 66"/>
                  <a:gd name="T40" fmla="*/ 232 w 265"/>
                  <a:gd name="T41" fmla="*/ 0 h 66"/>
                  <a:gd name="T42" fmla="*/ 232 w 265"/>
                  <a:gd name="T43" fmla="*/ 0 h 66"/>
                  <a:gd name="T44" fmla="*/ 238 w 265"/>
                  <a:gd name="T45" fmla="*/ 1 h 66"/>
                  <a:gd name="T46" fmla="*/ 245 w 265"/>
                  <a:gd name="T47" fmla="*/ 3 h 66"/>
                  <a:gd name="T48" fmla="*/ 251 w 265"/>
                  <a:gd name="T49" fmla="*/ 6 h 66"/>
                  <a:gd name="T50" fmla="*/ 255 w 265"/>
                  <a:gd name="T51" fmla="*/ 9 h 66"/>
                  <a:gd name="T52" fmla="*/ 259 w 265"/>
                  <a:gd name="T53" fmla="*/ 14 h 66"/>
                  <a:gd name="T54" fmla="*/ 262 w 265"/>
                  <a:gd name="T55" fmla="*/ 21 h 66"/>
                  <a:gd name="T56" fmla="*/ 264 w 265"/>
                  <a:gd name="T57" fmla="*/ 27 h 66"/>
                  <a:gd name="T58" fmla="*/ 265 w 265"/>
                  <a:gd name="T59" fmla="*/ 33 h 66"/>
                  <a:gd name="T60" fmla="*/ 265 w 265"/>
                  <a:gd name="T61" fmla="*/ 33 h 66"/>
                  <a:gd name="T62" fmla="*/ 264 w 265"/>
                  <a:gd name="T63" fmla="*/ 39 h 66"/>
                  <a:gd name="T64" fmla="*/ 262 w 265"/>
                  <a:gd name="T65" fmla="*/ 45 h 66"/>
                  <a:gd name="T66" fmla="*/ 259 w 265"/>
                  <a:gd name="T67" fmla="*/ 52 h 66"/>
                  <a:gd name="T68" fmla="*/ 255 w 265"/>
                  <a:gd name="T69" fmla="*/ 57 h 66"/>
                  <a:gd name="T70" fmla="*/ 251 w 265"/>
                  <a:gd name="T71" fmla="*/ 61 h 66"/>
                  <a:gd name="T72" fmla="*/ 245 w 265"/>
                  <a:gd name="T73" fmla="*/ 63 h 66"/>
                  <a:gd name="T74" fmla="*/ 238 w 265"/>
                  <a:gd name="T75" fmla="*/ 65 h 66"/>
                  <a:gd name="T76" fmla="*/ 232 w 265"/>
                  <a:gd name="T77" fmla="*/ 66 h 66"/>
                  <a:gd name="T78" fmla="*/ 232 w 265"/>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6">
                    <a:moveTo>
                      <a:pt x="232" y="66"/>
                    </a:moveTo>
                    <a:lnTo>
                      <a:pt x="34" y="66"/>
                    </a:lnTo>
                    <a:lnTo>
                      <a:pt x="34" y="66"/>
                    </a:lnTo>
                    <a:lnTo>
                      <a:pt x="27" y="65"/>
                    </a:lnTo>
                    <a:lnTo>
                      <a:pt x="21" y="63"/>
                    </a:lnTo>
                    <a:lnTo>
                      <a:pt x="15" y="61"/>
                    </a:lnTo>
                    <a:lnTo>
                      <a:pt x="10" y="57"/>
                    </a:lnTo>
                    <a:lnTo>
                      <a:pt x="6" y="52"/>
                    </a:lnTo>
                    <a:lnTo>
                      <a:pt x="4" y="45"/>
                    </a:lnTo>
                    <a:lnTo>
                      <a:pt x="1" y="39"/>
                    </a:lnTo>
                    <a:lnTo>
                      <a:pt x="0" y="33"/>
                    </a:lnTo>
                    <a:lnTo>
                      <a:pt x="0" y="33"/>
                    </a:lnTo>
                    <a:lnTo>
                      <a:pt x="1" y="27"/>
                    </a:lnTo>
                    <a:lnTo>
                      <a:pt x="4" y="21"/>
                    </a:lnTo>
                    <a:lnTo>
                      <a:pt x="6" y="14"/>
                    </a:lnTo>
                    <a:lnTo>
                      <a:pt x="10" y="9"/>
                    </a:lnTo>
                    <a:lnTo>
                      <a:pt x="15" y="6"/>
                    </a:lnTo>
                    <a:lnTo>
                      <a:pt x="21" y="3"/>
                    </a:lnTo>
                    <a:lnTo>
                      <a:pt x="27" y="1"/>
                    </a:lnTo>
                    <a:lnTo>
                      <a:pt x="34" y="0"/>
                    </a:lnTo>
                    <a:lnTo>
                      <a:pt x="232" y="0"/>
                    </a:lnTo>
                    <a:lnTo>
                      <a:pt x="232" y="0"/>
                    </a:lnTo>
                    <a:lnTo>
                      <a:pt x="238" y="1"/>
                    </a:lnTo>
                    <a:lnTo>
                      <a:pt x="245" y="3"/>
                    </a:lnTo>
                    <a:lnTo>
                      <a:pt x="251" y="6"/>
                    </a:lnTo>
                    <a:lnTo>
                      <a:pt x="255" y="9"/>
                    </a:lnTo>
                    <a:lnTo>
                      <a:pt x="259" y="14"/>
                    </a:lnTo>
                    <a:lnTo>
                      <a:pt x="262" y="21"/>
                    </a:lnTo>
                    <a:lnTo>
                      <a:pt x="264" y="27"/>
                    </a:lnTo>
                    <a:lnTo>
                      <a:pt x="265" y="33"/>
                    </a:lnTo>
                    <a:lnTo>
                      <a:pt x="265" y="33"/>
                    </a:lnTo>
                    <a:lnTo>
                      <a:pt x="264" y="39"/>
                    </a:lnTo>
                    <a:lnTo>
                      <a:pt x="262" y="45"/>
                    </a:lnTo>
                    <a:lnTo>
                      <a:pt x="259" y="52"/>
                    </a:lnTo>
                    <a:lnTo>
                      <a:pt x="255" y="57"/>
                    </a:lnTo>
                    <a:lnTo>
                      <a:pt x="251" y="61"/>
                    </a:lnTo>
                    <a:lnTo>
                      <a:pt x="245" y="63"/>
                    </a:lnTo>
                    <a:lnTo>
                      <a:pt x="238" y="65"/>
                    </a:lnTo>
                    <a:lnTo>
                      <a:pt x="232" y="66"/>
                    </a:lnTo>
                    <a:lnTo>
                      <a:pt x="232"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5" name="Freeform 23">
                <a:extLst>
                  <a:ext uri="{FF2B5EF4-FFF2-40B4-BE49-F238E27FC236}">
                    <a16:creationId xmlns:a16="http://schemas.microsoft.com/office/drawing/2014/main" id="{FD182DE9-DB1A-443D-A072-C2641BADDADD}"/>
                  </a:ext>
                </a:extLst>
              </p:cNvPr>
              <p:cNvSpPr>
                <a:spLocks/>
              </p:cNvSpPr>
              <p:nvPr/>
            </p:nvSpPr>
            <p:spPr bwMode="auto">
              <a:xfrm>
                <a:off x="3546475" y="2589214"/>
                <a:ext cx="74613" cy="15875"/>
              </a:xfrm>
              <a:custGeom>
                <a:avLst/>
                <a:gdLst>
                  <a:gd name="T0" fmla="*/ 298 w 331"/>
                  <a:gd name="T1" fmla="*/ 66 h 66"/>
                  <a:gd name="T2" fmla="*/ 33 w 331"/>
                  <a:gd name="T3" fmla="*/ 66 h 66"/>
                  <a:gd name="T4" fmla="*/ 33 w 331"/>
                  <a:gd name="T5" fmla="*/ 66 h 66"/>
                  <a:gd name="T6" fmla="*/ 27 w 331"/>
                  <a:gd name="T7" fmla="*/ 65 h 66"/>
                  <a:gd name="T8" fmla="*/ 21 w 331"/>
                  <a:gd name="T9" fmla="*/ 63 h 66"/>
                  <a:gd name="T10" fmla="*/ 15 w 331"/>
                  <a:gd name="T11" fmla="*/ 60 h 66"/>
                  <a:gd name="T12" fmla="*/ 11 w 331"/>
                  <a:gd name="T13" fmla="*/ 56 h 66"/>
                  <a:gd name="T14" fmla="*/ 6 w 331"/>
                  <a:gd name="T15" fmla="*/ 52 h 66"/>
                  <a:gd name="T16" fmla="*/ 3 w 331"/>
                  <a:gd name="T17" fmla="*/ 45 h 66"/>
                  <a:gd name="T18" fmla="*/ 1 w 331"/>
                  <a:gd name="T19" fmla="*/ 39 h 66"/>
                  <a:gd name="T20" fmla="*/ 0 w 331"/>
                  <a:gd name="T21" fmla="*/ 33 h 66"/>
                  <a:gd name="T22" fmla="*/ 0 w 331"/>
                  <a:gd name="T23" fmla="*/ 33 h 66"/>
                  <a:gd name="T24" fmla="*/ 1 w 331"/>
                  <a:gd name="T25" fmla="*/ 26 h 66"/>
                  <a:gd name="T26" fmla="*/ 3 w 331"/>
                  <a:gd name="T27" fmla="*/ 20 h 66"/>
                  <a:gd name="T28" fmla="*/ 6 w 331"/>
                  <a:gd name="T29" fmla="*/ 14 h 66"/>
                  <a:gd name="T30" fmla="*/ 11 w 331"/>
                  <a:gd name="T31" fmla="*/ 9 h 66"/>
                  <a:gd name="T32" fmla="*/ 15 w 331"/>
                  <a:gd name="T33" fmla="*/ 5 h 66"/>
                  <a:gd name="T34" fmla="*/ 21 w 331"/>
                  <a:gd name="T35" fmla="*/ 2 h 66"/>
                  <a:gd name="T36" fmla="*/ 27 w 331"/>
                  <a:gd name="T37" fmla="*/ 0 h 66"/>
                  <a:gd name="T38" fmla="*/ 33 w 331"/>
                  <a:gd name="T39" fmla="*/ 0 h 66"/>
                  <a:gd name="T40" fmla="*/ 298 w 331"/>
                  <a:gd name="T41" fmla="*/ 0 h 66"/>
                  <a:gd name="T42" fmla="*/ 298 w 331"/>
                  <a:gd name="T43" fmla="*/ 0 h 66"/>
                  <a:gd name="T44" fmla="*/ 304 w 331"/>
                  <a:gd name="T45" fmla="*/ 0 h 66"/>
                  <a:gd name="T46" fmla="*/ 311 w 331"/>
                  <a:gd name="T47" fmla="*/ 2 h 66"/>
                  <a:gd name="T48" fmla="*/ 317 w 331"/>
                  <a:gd name="T49" fmla="*/ 5 h 66"/>
                  <a:gd name="T50" fmla="*/ 321 w 331"/>
                  <a:gd name="T51" fmla="*/ 9 h 66"/>
                  <a:gd name="T52" fmla="*/ 325 w 331"/>
                  <a:gd name="T53" fmla="*/ 14 h 66"/>
                  <a:gd name="T54" fmla="*/ 328 w 331"/>
                  <a:gd name="T55" fmla="*/ 20 h 66"/>
                  <a:gd name="T56" fmla="*/ 330 w 331"/>
                  <a:gd name="T57" fmla="*/ 26 h 66"/>
                  <a:gd name="T58" fmla="*/ 331 w 331"/>
                  <a:gd name="T59" fmla="*/ 33 h 66"/>
                  <a:gd name="T60" fmla="*/ 331 w 331"/>
                  <a:gd name="T61" fmla="*/ 33 h 66"/>
                  <a:gd name="T62" fmla="*/ 330 w 331"/>
                  <a:gd name="T63" fmla="*/ 39 h 66"/>
                  <a:gd name="T64" fmla="*/ 328 w 331"/>
                  <a:gd name="T65" fmla="*/ 45 h 66"/>
                  <a:gd name="T66" fmla="*/ 325 w 331"/>
                  <a:gd name="T67" fmla="*/ 52 h 66"/>
                  <a:gd name="T68" fmla="*/ 321 w 331"/>
                  <a:gd name="T69" fmla="*/ 56 h 66"/>
                  <a:gd name="T70" fmla="*/ 317 w 331"/>
                  <a:gd name="T71" fmla="*/ 60 h 66"/>
                  <a:gd name="T72" fmla="*/ 311 w 331"/>
                  <a:gd name="T73" fmla="*/ 63 h 66"/>
                  <a:gd name="T74" fmla="*/ 304 w 331"/>
                  <a:gd name="T75" fmla="*/ 65 h 66"/>
                  <a:gd name="T76" fmla="*/ 298 w 331"/>
                  <a:gd name="T77" fmla="*/ 66 h 66"/>
                  <a:gd name="T78" fmla="*/ 298 w 331"/>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6">
                    <a:moveTo>
                      <a:pt x="298" y="66"/>
                    </a:moveTo>
                    <a:lnTo>
                      <a:pt x="33" y="66"/>
                    </a:lnTo>
                    <a:lnTo>
                      <a:pt x="33" y="66"/>
                    </a:lnTo>
                    <a:lnTo>
                      <a:pt x="27" y="65"/>
                    </a:lnTo>
                    <a:lnTo>
                      <a:pt x="21" y="63"/>
                    </a:lnTo>
                    <a:lnTo>
                      <a:pt x="15" y="60"/>
                    </a:lnTo>
                    <a:lnTo>
                      <a:pt x="11" y="56"/>
                    </a:lnTo>
                    <a:lnTo>
                      <a:pt x="6" y="52"/>
                    </a:lnTo>
                    <a:lnTo>
                      <a:pt x="3" y="45"/>
                    </a:lnTo>
                    <a:lnTo>
                      <a:pt x="1" y="39"/>
                    </a:lnTo>
                    <a:lnTo>
                      <a:pt x="0" y="33"/>
                    </a:lnTo>
                    <a:lnTo>
                      <a:pt x="0" y="33"/>
                    </a:lnTo>
                    <a:lnTo>
                      <a:pt x="1" y="26"/>
                    </a:lnTo>
                    <a:lnTo>
                      <a:pt x="3" y="20"/>
                    </a:lnTo>
                    <a:lnTo>
                      <a:pt x="6" y="14"/>
                    </a:lnTo>
                    <a:lnTo>
                      <a:pt x="11" y="9"/>
                    </a:lnTo>
                    <a:lnTo>
                      <a:pt x="15" y="5"/>
                    </a:lnTo>
                    <a:lnTo>
                      <a:pt x="21" y="2"/>
                    </a:lnTo>
                    <a:lnTo>
                      <a:pt x="27" y="0"/>
                    </a:lnTo>
                    <a:lnTo>
                      <a:pt x="33" y="0"/>
                    </a:lnTo>
                    <a:lnTo>
                      <a:pt x="298" y="0"/>
                    </a:lnTo>
                    <a:lnTo>
                      <a:pt x="298" y="0"/>
                    </a:lnTo>
                    <a:lnTo>
                      <a:pt x="304" y="0"/>
                    </a:lnTo>
                    <a:lnTo>
                      <a:pt x="311" y="2"/>
                    </a:lnTo>
                    <a:lnTo>
                      <a:pt x="317" y="5"/>
                    </a:lnTo>
                    <a:lnTo>
                      <a:pt x="321" y="9"/>
                    </a:lnTo>
                    <a:lnTo>
                      <a:pt x="325" y="14"/>
                    </a:lnTo>
                    <a:lnTo>
                      <a:pt x="328" y="20"/>
                    </a:lnTo>
                    <a:lnTo>
                      <a:pt x="330" y="26"/>
                    </a:lnTo>
                    <a:lnTo>
                      <a:pt x="331" y="33"/>
                    </a:lnTo>
                    <a:lnTo>
                      <a:pt x="331" y="33"/>
                    </a:lnTo>
                    <a:lnTo>
                      <a:pt x="330" y="39"/>
                    </a:lnTo>
                    <a:lnTo>
                      <a:pt x="328" y="45"/>
                    </a:lnTo>
                    <a:lnTo>
                      <a:pt x="325" y="52"/>
                    </a:lnTo>
                    <a:lnTo>
                      <a:pt x="321" y="56"/>
                    </a:lnTo>
                    <a:lnTo>
                      <a:pt x="317" y="60"/>
                    </a:lnTo>
                    <a:lnTo>
                      <a:pt x="311" y="63"/>
                    </a:lnTo>
                    <a:lnTo>
                      <a:pt x="304" y="65"/>
                    </a:lnTo>
                    <a:lnTo>
                      <a:pt x="298" y="66"/>
                    </a:lnTo>
                    <a:lnTo>
                      <a:pt x="298"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6" name="Freeform 24">
                <a:extLst>
                  <a:ext uri="{FF2B5EF4-FFF2-40B4-BE49-F238E27FC236}">
                    <a16:creationId xmlns:a16="http://schemas.microsoft.com/office/drawing/2014/main" id="{5F94C7E4-7826-4F44-AD44-37F3CD1F9710}"/>
                  </a:ext>
                </a:extLst>
              </p:cNvPr>
              <p:cNvSpPr>
                <a:spLocks/>
              </p:cNvSpPr>
              <p:nvPr/>
            </p:nvSpPr>
            <p:spPr bwMode="auto">
              <a:xfrm>
                <a:off x="3546475" y="2559051"/>
                <a:ext cx="104775" cy="15875"/>
              </a:xfrm>
              <a:custGeom>
                <a:avLst/>
                <a:gdLst>
                  <a:gd name="T0" fmla="*/ 431 w 464"/>
                  <a:gd name="T1" fmla="*/ 67 h 67"/>
                  <a:gd name="T2" fmla="*/ 33 w 464"/>
                  <a:gd name="T3" fmla="*/ 67 h 67"/>
                  <a:gd name="T4" fmla="*/ 33 w 464"/>
                  <a:gd name="T5" fmla="*/ 67 h 67"/>
                  <a:gd name="T6" fmla="*/ 27 w 464"/>
                  <a:gd name="T7" fmla="*/ 66 h 67"/>
                  <a:gd name="T8" fmla="*/ 21 w 464"/>
                  <a:gd name="T9" fmla="*/ 64 h 67"/>
                  <a:gd name="T10" fmla="*/ 15 w 464"/>
                  <a:gd name="T11" fmla="*/ 60 h 67"/>
                  <a:gd name="T12" fmla="*/ 11 w 464"/>
                  <a:gd name="T13" fmla="*/ 57 h 67"/>
                  <a:gd name="T14" fmla="*/ 6 w 464"/>
                  <a:gd name="T15" fmla="*/ 52 h 67"/>
                  <a:gd name="T16" fmla="*/ 3 w 464"/>
                  <a:gd name="T17" fmla="*/ 46 h 67"/>
                  <a:gd name="T18" fmla="*/ 1 w 464"/>
                  <a:gd name="T19" fmla="*/ 40 h 67"/>
                  <a:gd name="T20" fmla="*/ 0 w 464"/>
                  <a:gd name="T21" fmla="*/ 34 h 67"/>
                  <a:gd name="T22" fmla="*/ 0 w 464"/>
                  <a:gd name="T23" fmla="*/ 34 h 67"/>
                  <a:gd name="T24" fmla="*/ 1 w 464"/>
                  <a:gd name="T25" fmla="*/ 27 h 67"/>
                  <a:gd name="T26" fmla="*/ 3 w 464"/>
                  <a:gd name="T27" fmla="*/ 21 h 67"/>
                  <a:gd name="T28" fmla="*/ 6 w 464"/>
                  <a:gd name="T29" fmla="*/ 15 h 67"/>
                  <a:gd name="T30" fmla="*/ 11 w 464"/>
                  <a:gd name="T31" fmla="*/ 10 h 67"/>
                  <a:gd name="T32" fmla="*/ 15 w 464"/>
                  <a:gd name="T33" fmla="*/ 6 h 67"/>
                  <a:gd name="T34" fmla="*/ 21 w 464"/>
                  <a:gd name="T35" fmla="*/ 4 h 67"/>
                  <a:gd name="T36" fmla="*/ 27 w 464"/>
                  <a:gd name="T37" fmla="*/ 1 h 67"/>
                  <a:gd name="T38" fmla="*/ 33 w 464"/>
                  <a:gd name="T39" fmla="*/ 0 h 67"/>
                  <a:gd name="T40" fmla="*/ 431 w 464"/>
                  <a:gd name="T41" fmla="*/ 0 h 67"/>
                  <a:gd name="T42" fmla="*/ 431 w 464"/>
                  <a:gd name="T43" fmla="*/ 0 h 67"/>
                  <a:gd name="T44" fmla="*/ 437 w 464"/>
                  <a:gd name="T45" fmla="*/ 1 h 67"/>
                  <a:gd name="T46" fmla="*/ 443 w 464"/>
                  <a:gd name="T47" fmla="*/ 4 h 67"/>
                  <a:gd name="T48" fmla="*/ 449 w 464"/>
                  <a:gd name="T49" fmla="*/ 6 h 67"/>
                  <a:gd name="T50" fmla="*/ 453 w 464"/>
                  <a:gd name="T51" fmla="*/ 10 h 67"/>
                  <a:gd name="T52" fmla="*/ 458 w 464"/>
                  <a:gd name="T53" fmla="*/ 15 h 67"/>
                  <a:gd name="T54" fmla="*/ 461 w 464"/>
                  <a:gd name="T55" fmla="*/ 21 h 67"/>
                  <a:gd name="T56" fmla="*/ 463 w 464"/>
                  <a:gd name="T57" fmla="*/ 27 h 67"/>
                  <a:gd name="T58" fmla="*/ 464 w 464"/>
                  <a:gd name="T59" fmla="*/ 34 h 67"/>
                  <a:gd name="T60" fmla="*/ 464 w 464"/>
                  <a:gd name="T61" fmla="*/ 34 h 67"/>
                  <a:gd name="T62" fmla="*/ 463 w 464"/>
                  <a:gd name="T63" fmla="*/ 40 h 67"/>
                  <a:gd name="T64" fmla="*/ 461 w 464"/>
                  <a:gd name="T65" fmla="*/ 46 h 67"/>
                  <a:gd name="T66" fmla="*/ 458 w 464"/>
                  <a:gd name="T67" fmla="*/ 52 h 67"/>
                  <a:gd name="T68" fmla="*/ 453 w 464"/>
                  <a:gd name="T69" fmla="*/ 57 h 67"/>
                  <a:gd name="T70" fmla="*/ 449 w 464"/>
                  <a:gd name="T71" fmla="*/ 60 h 67"/>
                  <a:gd name="T72" fmla="*/ 443 w 464"/>
                  <a:gd name="T73" fmla="*/ 64 h 67"/>
                  <a:gd name="T74" fmla="*/ 437 w 464"/>
                  <a:gd name="T75" fmla="*/ 66 h 67"/>
                  <a:gd name="T76" fmla="*/ 431 w 464"/>
                  <a:gd name="T77" fmla="*/ 67 h 67"/>
                  <a:gd name="T78" fmla="*/ 431 w 464"/>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4" h="67">
                    <a:moveTo>
                      <a:pt x="431" y="67"/>
                    </a:moveTo>
                    <a:lnTo>
                      <a:pt x="33" y="67"/>
                    </a:lnTo>
                    <a:lnTo>
                      <a:pt x="33" y="67"/>
                    </a:lnTo>
                    <a:lnTo>
                      <a:pt x="27" y="66"/>
                    </a:lnTo>
                    <a:lnTo>
                      <a:pt x="21" y="64"/>
                    </a:lnTo>
                    <a:lnTo>
                      <a:pt x="15" y="60"/>
                    </a:lnTo>
                    <a:lnTo>
                      <a:pt x="11" y="57"/>
                    </a:lnTo>
                    <a:lnTo>
                      <a:pt x="6" y="52"/>
                    </a:lnTo>
                    <a:lnTo>
                      <a:pt x="3" y="46"/>
                    </a:lnTo>
                    <a:lnTo>
                      <a:pt x="1" y="40"/>
                    </a:lnTo>
                    <a:lnTo>
                      <a:pt x="0" y="34"/>
                    </a:lnTo>
                    <a:lnTo>
                      <a:pt x="0" y="34"/>
                    </a:lnTo>
                    <a:lnTo>
                      <a:pt x="1" y="27"/>
                    </a:lnTo>
                    <a:lnTo>
                      <a:pt x="3" y="21"/>
                    </a:lnTo>
                    <a:lnTo>
                      <a:pt x="6" y="15"/>
                    </a:lnTo>
                    <a:lnTo>
                      <a:pt x="11" y="10"/>
                    </a:lnTo>
                    <a:lnTo>
                      <a:pt x="15" y="6"/>
                    </a:lnTo>
                    <a:lnTo>
                      <a:pt x="21" y="4"/>
                    </a:lnTo>
                    <a:lnTo>
                      <a:pt x="27" y="1"/>
                    </a:lnTo>
                    <a:lnTo>
                      <a:pt x="33" y="0"/>
                    </a:lnTo>
                    <a:lnTo>
                      <a:pt x="431" y="0"/>
                    </a:lnTo>
                    <a:lnTo>
                      <a:pt x="431" y="0"/>
                    </a:lnTo>
                    <a:lnTo>
                      <a:pt x="437" y="1"/>
                    </a:lnTo>
                    <a:lnTo>
                      <a:pt x="443" y="4"/>
                    </a:lnTo>
                    <a:lnTo>
                      <a:pt x="449" y="6"/>
                    </a:lnTo>
                    <a:lnTo>
                      <a:pt x="453" y="10"/>
                    </a:lnTo>
                    <a:lnTo>
                      <a:pt x="458" y="15"/>
                    </a:lnTo>
                    <a:lnTo>
                      <a:pt x="461" y="21"/>
                    </a:lnTo>
                    <a:lnTo>
                      <a:pt x="463" y="27"/>
                    </a:lnTo>
                    <a:lnTo>
                      <a:pt x="464" y="34"/>
                    </a:lnTo>
                    <a:lnTo>
                      <a:pt x="464" y="34"/>
                    </a:lnTo>
                    <a:lnTo>
                      <a:pt x="463" y="40"/>
                    </a:lnTo>
                    <a:lnTo>
                      <a:pt x="461" y="46"/>
                    </a:lnTo>
                    <a:lnTo>
                      <a:pt x="458" y="52"/>
                    </a:lnTo>
                    <a:lnTo>
                      <a:pt x="453" y="57"/>
                    </a:lnTo>
                    <a:lnTo>
                      <a:pt x="449" y="60"/>
                    </a:lnTo>
                    <a:lnTo>
                      <a:pt x="443" y="64"/>
                    </a:lnTo>
                    <a:lnTo>
                      <a:pt x="437" y="66"/>
                    </a:lnTo>
                    <a:lnTo>
                      <a:pt x="431" y="67"/>
                    </a:lnTo>
                    <a:lnTo>
                      <a:pt x="431"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7" name="Freeform 25">
                <a:extLst>
                  <a:ext uri="{FF2B5EF4-FFF2-40B4-BE49-F238E27FC236}">
                    <a16:creationId xmlns:a16="http://schemas.microsoft.com/office/drawing/2014/main" id="{D3FDAC83-83C2-4D19-B8FB-13FBB8B6E10B}"/>
                  </a:ext>
                </a:extLst>
              </p:cNvPr>
              <p:cNvSpPr>
                <a:spLocks/>
              </p:cNvSpPr>
              <p:nvPr/>
            </p:nvSpPr>
            <p:spPr bwMode="auto">
              <a:xfrm>
                <a:off x="3546475" y="2619376"/>
                <a:ext cx="60325" cy="15875"/>
              </a:xfrm>
              <a:custGeom>
                <a:avLst/>
                <a:gdLst>
                  <a:gd name="T0" fmla="*/ 232 w 265"/>
                  <a:gd name="T1" fmla="*/ 67 h 67"/>
                  <a:gd name="T2" fmla="*/ 33 w 265"/>
                  <a:gd name="T3" fmla="*/ 67 h 67"/>
                  <a:gd name="T4" fmla="*/ 33 w 265"/>
                  <a:gd name="T5" fmla="*/ 67 h 67"/>
                  <a:gd name="T6" fmla="*/ 27 w 265"/>
                  <a:gd name="T7" fmla="*/ 66 h 67"/>
                  <a:gd name="T8" fmla="*/ 21 w 265"/>
                  <a:gd name="T9" fmla="*/ 64 h 67"/>
                  <a:gd name="T10" fmla="*/ 15 w 265"/>
                  <a:gd name="T11" fmla="*/ 60 h 67"/>
                  <a:gd name="T12" fmla="*/ 11 w 265"/>
                  <a:gd name="T13" fmla="*/ 56 h 67"/>
                  <a:gd name="T14" fmla="*/ 6 w 265"/>
                  <a:gd name="T15" fmla="*/ 51 h 67"/>
                  <a:gd name="T16" fmla="*/ 3 w 265"/>
                  <a:gd name="T17" fmla="*/ 46 h 67"/>
                  <a:gd name="T18" fmla="*/ 1 w 265"/>
                  <a:gd name="T19" fmla="*/ 40 h 67"/>
                  <a:gd name="T20" fmla="*/ 0 w 265"/>
                  <a:gd name="T21" fmla="*/ 34 h 67"/>
                  <a:gd name="T22" fmla="*/ 0 w 265"/>
                  <a:gd name="T23" fmla="*/ 34 h 67"/>
                  <a:gd name="T24" fmla="*/ 1 w 265"/>
                  <a:gd name="T25" fmla="*/ 26 h 67"/>
                  <a:gd name="T26" fmla="*/ 3 w 265"/>
                  <a:gd name="T27" fmla="*/ 20 h 67"/>
                  <a:gd name="T28" fmla="*/ 6 w 265"/>
                  <a:gd name="T29" fmla="*/ 15 h 67"/>
                  <a:gd name="T30" fmla="*/ 11 w 265"/>
                  <a:gd name="T31" fmla="*/ 10 h 67"/>
                  <a:gd name="T32" fmla="*/ 15 w 265"/>
                  <a:gd name="T33" fmla="*/ 6 h 67"/>
                  <a:gd name="T34" fmla="*/ 21 w 265"/>
                  <a:gd name="T35" fmla="*/ 2 h 67"/>
                  <a:gd name="T36" fmla="*/ 27 w 265"/>
                  <a:gd name="T37" fmla="*/ 0 h 67"/>
                  <a:gd name="T38" fmla="*/ 33 w 265"/>
                  <a:gd name="T39" fmla="*/ 0 h 67"/>
                  <a:gd name="T40" fmla="*/ 232 w 265"/>
                  <a:gd name="T41" fmla="*/ 0 h 67"/>
                  <a:gd name="T42" fmla="*/ 232 w 265"/>
                  <a:gd name="T43" fmla="*/ 0 h 67"/>
                  <a:gd name="T44" fmla="*/ 238 w 265"/>
                  <a:gd name="T45" fmla="*/ 0 h 67"/>
                  <a:gd name="T46" fmla="*/ 244 w 265"/>
                  <a:gd name="T47" fmla="*/ 2 h 67"/>
                  <a:gd name="T48" fmla="*/ 251 w 265"/>
                  <a:gd name="T49" fmla="*/ 6 h 67"/>
                  <a:gd name="T50" fmla="*/ 256 w 265"/>
                  <a:gd name="T51" fmla="*/ 10 h 67"/>
                  <a:gd name="T52" fmla="*/ 259 w 265"/>
                  <a:gd name="T53" fmla="*/ 15 h 67"/>
                  <a:gd name="T54" fmla="*/ 262 w 265"/>
                  <a:gd name="T55" fmla="*/ 20 h 67"/>
                  <a:gd name="T56" fmla="*/ 264 w 265"/>
                  <a:gd name="T57" fmla="*/ 26 h 67"/>
                  <a:gd name="T58" fmla="*/ 265 w 265"/>
                  <a:gd name="T59" fmla="*/ 34 h 67"/>
                  <a:gd name="T60" fmla="*/ 265 w 265"/>
                  <a:gd name="T61" fmla="*/ 34 h 67"/>
                  <a:gd name="T62" fmla="*/ 264 w 265"/>
                  <a:gd name="T63" fmla="*/ 40 h 67"/>
                  <a:gd name="T64" fmla="*/ 262 w 265"/>
                  <a:gd name="T65" fmla="*/ 46 h 67"/>
                  <a:gd name="T66" fmla="*/ 259 w 265"/>
                  <a:gd name="T67" fmla="*/ 51 h 67"/>
                  <a:gd name="T68" fmla="*/ 256 w 265"/>
                  <a:gd name="T69" fmla="*/ 56 h 67"/>
                  <a:gd name="T70" fmla="*/ 251 w 265"/>
                  <a:gd name="T71" fmla="*/ 60 h 67"/>
                  <a:gd name="T72" fmla="*/ 244 w 265"/>
                  <a:gd name="T73" fmla="*/ 64 h 67"/>
                  <a:gd name="T74" fmla="*/ 238 w 265"/>
                  <a:gd name="T75" fmla="*/ 66 h 67"/>
                  <a:gd name="T76" fmla="*/ 232 w 265"/>
                  <a:gd name="T77" fmla="*/ 67 h 67"/>
                  <a:gd name="T78" fmla="*/ 232 w 265"/>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7">
                    <a:moveTo>
                      <a:pt x="232" y="67"/>
                    </a:moveTo>
                    <a:lnTo>
                      <a:pt x="33" y="67"/>
                    </a:lnTo>
                    <a:lnTo>
                      <a:pt x="33" y="67"/>
                    </a:lnTo>
                    <a:lnTo>
                      <a:pt x="27" y="66"/>
                    </a:lnTo>
                    <a:lnTo>
                      <a:pt x="21" y="64"/>
                    </a:lnTo>
                    <a:lnTo>
                      <a:pt x="15" y="60"/>
                    </a:lnTo>
                    <a:lnTo>
                      <a:pt x="11" y="56"/>
                    </a:lnTo>
                    <a:lnTo>
                      <a:pt x="6" y="51"/>
                    </a:lnTo>
                    <a:lnTo>
                      <a:pt x="3" y="46"/>
                    </a:lnTo>
                    <a:lnTo>
                      <a:pt x="1" y="40"/>
                    </a:lnTo>
                    <a:lnTo>
                      <a:pt x="0" y="34"/>
                    </a:lnTo>
                    <a:lnTo>
                      <a:pt x="0" y="34"/>
                    </a:lnTo>
                    <a:lnTo>
                      <a:pt x="1" y="26"/>
                    </a:lnTo>
                    <a:lnTo>
                      <a:pt x="3" y="20"/>
                    </a:lnTo>
                    <a:lnTo>
                      <a:pt x="6" y="15"/>
                    </a:lnTo>
                    <a:lnTo>
                      <a:pt x="11" y="10"/>
                    </a:lnTo>
                    <a:lnTo>
                      <a:pt x="15" y="6"/>
                    </a:lnTo>
                    <a:lnTo>
                      <a:pt x="21" y="2"/>
                    </a:lnTo>
                    <a:lnTo>
                      <a:pt x="27" y="0"/>
                    </a:lnTo>
                    <a:lnTo>
                      <a:pt x="33" y="0"/>
                    </a:lnTo>
                    <a:lnTo>
                      <a:pt x="232" y="0"/>
                    </a:lnTo>
                    <a:lnTo>
                      <a:pt x="232" y="0"/>
                    </a:lnTo>
                    <a:lnTo>
                      <a:pt x="238" y="0"/>
                    </a:lnTo>
                    <a:lnTo>
                      <a:pt x="244" y="2"/>
                    </a:lnTo>
                    <a:lnTo>
                      <a:pt x="251" y="6"/>
                    </a:lnTo>
                    <a:lnTo>
                      <a:pt x="256" y="10"/>
                    </a:lnTo>
                    <a:lnTo>
                      <a:pt x="259" y="15"/>
                    </a:lnTo>
                    <a:lnTo>
                      <a:pt x="262" y="20"/>
                    </a:lnTo>
                    <a:lnTo>
                      <a:pt x="264" y="26"/>
                    </a:lnTo>
                    <a:lnTo>
                      <a:pt x="265" y="34"/>
                    </a:lnTo>
                    <a:lnTo>
                      <a:pt x="265" y="34"/>
                    </a:lnTo>
                    <a:lnTo>
                      <a:pt x="264" y="40"/>
                    </a:lnTo>
                    <a:lnTo>
                      <a:pt x="262" y="46"/>
                    </a:lnTo>
                    <a:lnTo>
                      <a:pt x="259" y="51"/>
                    </a:lnTo>
                    <a:lnTo>
                      <a:pt x="256" y="56"/>
                    </a:lnTo>
                    <a:lnTo>
                      <a:pt x="251" y="60"/>
                    </a:lnTo>
                    <a:lnTo>
                      <a:pt x="244" y="64"/>
                    </a:lnTo>
                    <a:lnTo>
                      <a:pt x="238" y="66"/>
                    </a:lnTo>
                    <a:lnTo>
                      <a:pt x="232" y="67"/>
                    </a:lnTo>
                    <a:lnTo>
                      <a:pt x="232"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18" name="Freeform 26">
                <a:extLst>
                  <a:ext uri="{FF2B5EF4-FFF2-40B4-BE49-F238E27FC236}">
                    <a16:creationId xmlns:a16="http://schemas.microsoft.com/office/drawing/2014/main" id="{C18A7615-0526-4EB9-900E-86231426A1B5}"/>
                  </a:ext>
                </a:extLst>
              </p:cNvPr>
              <p:cNvSpPr>
                <a:spLocks/>
              </p:cNvSpPr>
              <p:nvPr/>
            </p:nvSpPr>
            <p:spPr bwMode="auto">
              <a:xfrm>
                <a:off x="3425825" y="2740026"/>
                <a:ext cx="46038" cy="14288"/>
              </a:xfrm>
              <a:custGeom>
                <a:avLst/>
                <a:gdLst>
                  <a:gd name="T0" fmla="*/ 166 w 199"/>
                  <a:gd name="T1" fmla="*/ 67 h 67"/>
                  <a:gd name="T2" fmla="*/ 34 w 199"/>
                  <a:gd name="T3" fmla="*/ 67 h 67"/>
                  <a:gd name="T4" fmla="*/ 34 w 199"/>
                  <a:gd name="T5" fmla="*/ 67 h 67"/>
                  <a:gd name="T6" fmla="*/ 27 w 199"/>
                  <a:gd name="T7" fmla="*/ 66 h 67"/>
                  <a:gd name="T8" fmla="*/ 21 w 199"/>
                  <a:gd name="T9" fmla="*/ 64 h 67"/>
                  <a:gd name="T10" fmla="*/ 15 w 199"/>
                  <a:gd name="T11" fmla="*/ 60 h 67"/>
                  <a:gd name="T12" fmla="*/ 10 w 199"/>
                  <a:gd name="T13" fmla="*/ 56 h 67"/>
                  <a:gd name="T14" fmla="*/ 6 w 199"/>
                  <a:gd name="T15" fmla="*/ 52 h 67"/>
                  <a:gd name="T16" fmla="*/ 4 w 199"/>
                  <a:gd name="T17" fmla="*/ 46 h 67"/>
                  <a:gd name="T18" fmla="*/ 1 w 199"/>
                  <a:gd name="T19" fmla="*/ 40 h 67"/>
                  <a:gd name="T20" fmla="*/ 0 w 199"/>
                  <a:gd name="T21" fmla="*/ 33 h 67"/>
                  <a:gd name="T22" fmla="*/ 0 w 199"/>
                  <a:gd name="T23" fmla="*/ 33 h 67"/>
                  <a:gd name="T24" fmla="*/ 1 w 199"/>
                  <a:gd name="T25" fmla="*/ 26 h 67"/>
                  <a:gd name="T26" fmla="*/ 4 w 199"/>
                  <a:gd name="T27" fmla="*/ 20 h 67"/>
                  <a:gd name="T28" fmla="*/ 6 w 199"/>
                  <a:gd name="T29" fmla="*/ 15 h 67"/>
                  <a:gd name="T30" fmla="*/ 10 w 199"/>
                  <a:gd name="T31" fmla="*/ 10 h 67"/>
                  <a:gd name="T32" fmla="*/ 15 w 199"/>
                  <a:gd name="T33" fmla="*/ 6 h 67"/>
                  <a:gd name="T34" fmla="*/ 21 w 199"/>
                  <a:gd name="T35" fmla="*/ 2 h 67"/>
                  <a:gd name="T36" fmla="*/ 27 w 199"/>
                  <a:gd name="T37" fmla="*/ 1 h 67"/>
                  <a:gd name="T38" fmla="*/ 34 w 199"/>
                  <a:gd name="T39" fmla="*/ 0 h 67"/>
                  <a:gd name="T40" fmla="*/ 166 w 199"/>
                  <a:gd name="T41" fmla="*/ 0 h 67"/>
                  <a:gd name="T42" fmla="*/ 166 w 199"/>
                  <a:gd name="T43" fmla="*/ 0 h 67"/>
                  <a:gd name="T44" fmla="*/ 172 w 199"/>
                  <a:gd name="T45" fmla="*/ 1 h 67"/>
                  <a:gd name="T46" fmla="*/ 178 w 199"/>
                  <a:gd name="T47" fmla="*/ 2 h 67"/>
                  <a:gd name="T48" fmla="*/ 185 w 199"/>
                  <a:gd name="T49" fmla="*/ 6 h 67"/>
                  <a:gd name="T50" fmla="*/ 189 w 199"/>
                  <a:gd name="T51" fmla="*/ 10 h 67"/>
                  <a:gd name="T52" fmla="*/ 193 w 199"/>
                  <a:gd name="T53" fmla="*/ 15 h 67"/>
                  <a:gd name="T54" fmla="*/ 196 w 199"/>
                  <a:gd name="T55" fmla="*/ 20 h 67"/>
                  <a:gd name="T56" fmla="*/ 198 w 199"/>
                  <a:gd name="T57" fmla="*/ 26 h 67"/>
                  <a:gd name="T58" fmla="*/ 199 w 199"/>
                  <a:gd name="T59" fmla="*/ 33 h 67"/>
                  <a:gd name="T60" fmla="*/ 199 w 199"/>
                  <a:gd name="T61" fmla="*/ 33 h 67"/>
                  <a:gd name="T62" fmla="*/ 198 w 199"/>
                  <a:gd name="T63" fmla="*/ 40 h 67"/>
                  <a:gd name="T64" fmla="*/ 196 w 199"/>
                  <a:gd name="T65" fmla="*/ 46 h 67"/>
                  <a:gd name="T66" fmla="*/ 193 w 199"/>
                  <a:gd name="T67" fmla="*/ 52 h 67"/>
                  <a:gd name="T68" fmla="*/ 189 w 199"/>
                  <a:gd name="T69" fmla="*/ 56 h 67"/>
                  <a:gd name="T70" fmla="*/ 185 w 199"/>
                  <a:gd name="T71" fmla="*/ 60 h 67"/>
                  <a:gd name="T72" fmla="*/ 178 w 199"/>
                  <a:gd name="T73" fmla="*/ 64 h 67"/>
                  <a:gd name="T74" fmla="*/ 172 w 199"/>
                  <a:gd name="T75" fmla="*/ 66 h 67"/>
                  <a:gd name="T76" fmla="*/ 166 w 199"/>
                  <a:gd name="T77" fmla="*/ 67 h 67"/>
                  <a:gd name="T78" fmla="*/ 166 w 199"/>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9" h="67">
                    <a:moveTo>
                      <a:pt x="166" y="67"/>
                    </a:moveTo>
                    <a:lnTo>
                      <a:pt x="34" y="67"/>
                    </a:lnTo>
                    <a:lnTo>
                      <a:pt x="34" y="67"/>
                    </a:lnTo>
                    <a:lnTo>
                      <a:pt x="27" y="66"/>
                    </a:lnTo>
                    <a:lnTo>
                      <a:pt x="21" y="64"/>
                    </a:lnTo>
                    <a:lnTo>
                      <a:pt x="15" y="60"/>
                    </a:lnTo>
                    <a:lnTo>
                      <a:pt x="10" y="56"/>
                    </a:lnTo>
                    <a:lnTo>
                      <a:pt x="6" y="52"/>
                    </a:lnTo>
                    <a:lnTo>
                      <a:pt x="4" y="46"/>
                    </a:lnTo>
                    <a:lnTo>
                      <a:pt x="1" y="40"/>
                    </a:lnTo>
                    <a:lnTo>
                      <a:pt x="0" y="33"/>
                    </a:lnTo>
                    <a:lnTo>
                      <a:pt x="0" y="33"/>
                    </a:lnTo>
                    <a:lnTo>
                      <a:pt x="1" y="26"/>
                    </a:lnTo>
                    <a:lnTo>
                      <a:pt x="4" y="20"/>
                    </a:lnTo>
                    <a:lnTo>
                      <a:pt x="6" y="15"/>
                    </a:lnTo>
                    <a:lnTo>
                      <a:pt x="10" y="10"/>
                    </a:lnTo>
                    <a:lnTo>
                      <a:pt x="15" y="6"/>
                    </a:lnTo>
                    <a:lnTo>
                      <a:pt x="21" y="2"/>
                    </a:lnTo>
                    <a:lnTo>
                      <a:pt x="27" y="1"/>
                    </a:lnTo>
                    <a:lnTo>
                      <a:pt x="34" y="0"/>
                    </a:lnTo>
                    <a:lnTo>
                      <a:pt x="166" y="0"/>
                    </a:lnTo>
                    <a:lnTo>
                      <a:pt x="166" y="0"/>
                    </a:lnTo>
                    <a:lnTo>
                      <a:pt x="172" y="1"/>
                    </a:lnTo>
                    <a:lnTo>
                      <a:pt x="178" y="2"/>
                    </a:lnTo>
                    <a:lnTo>
                      <a:pt x="185" y="6"/>
                    </a:lnTo>
                    <a:lnTo>
                      <a:pt x="189" y="10"/>
                    </a:lnTo>
                    <a:lnTo>
                      <a:pt x="193" y="15"/>
                    </a:lnTo>
                    <a:lnTo>
                      <a:pt x="196" y="20"/>
                    </a:lnTo>
                    <a:lnTo>
                      <a:pt x="198" y="26"/>
                    </a:lnTo>
                    <a:lnTo>
                      <a:pt x="199" y="33"/>
                    </a:lnTo>
                    <a:lnTo>
                      <a:pt x="199" y="33"/>
                    </a:lnTo>
                    <a:lnTo>
                      <a:pt x="198" y="40"/>
                    </a:lnTo>
                    <a:lnTo>
                      <a:pt x="196" y="46"/>
                    </a:lnTo>
                    <a:lnTo>
                      <a:pt x="193" y="52"/>
                    </a:lnTo>
                    <a:lnTo>
                      <a:pt x="189" y="56"/>
                    </a:lnTo>
                    <a:lnTo>
                      <a:pt x="185" y="60"/>
                    </a:lnTo>
                    <a:lnTo>
                      <a:pt x="178" y="64"/>
                    </a:lnTo>
                    <a:lnTo>
                      <a:pt x="172" y="66"/>
                    </a:lnTo>
                    <a:lnTo>
                      <a:pt x="166" y="67"/>
                    </a:lnTo>
                    <a:lnTo>
                      <a:pt x="166"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pic>
          <p:nvPicPr>
            <p:cNvPr id="120" name="Graphic 119">
              <a:extLst>
                <a:ext uri="{FF2B5EF4-FFF2-40B4-BE49-F238E27FC236}">
                  <a16:creationId xmlns:a16="http://schemas.microsoft.com/office/drawing/2014/main" id="{E556EBE8-CB1E-4187-BE64-5AA27D600F6F}"/>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776490" y="4399815"/>
              <a:ext cx="293787" cy="293787"/>
            </a:xfrm>
            <a:prstGeom prst="rect">
              <a:avLst/>
            </a:prstGeom>
          </p:spPr>
        </p:pic>
      </p:grpSp>
      <p:sp>
        <p:nvSpPr>
          <p:cNvPr id="6" name="Footer Placeholder 4">
            <a:extLst>
              <a:ext uri="{FF2B5EF4-FFF2-40B4-BE49-F238E27FC236}">
                <a16:creationId xmlns:a16="http://schemas.microsoft.com/office/drawing/2014/main" id="{1D408E55-D987-73EA-0524-FE82F5DD1303}"/>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350914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Rounded Corners 62">
            <a:extLst>
              <a:ext uri="{FF2B5EF4-FFF2-40B4-BE49-F238E27FC236}">
                <a16:creationId xmlns:a16="http://schemas.microsoft.com/office/drawing/2014/main" id="{3D78B21F-7386-415D-9C3F-520229520743}"/>
              </a:ext>
            </a:extLst>
          </p:cNvPr>
          <p:cNvSpPr/>
          <p:nvPr/>
        </p:nvSpPr>
        <p:spPr>
          <a:xfrm>
            <a:off x="1" y="3605134"/>
            <a:ext cx="12192000" cy="2776616"/>
          </a:xfrm>
          <a:prstGeom prst="roundRect">
            <a:avLst>
              <a:gd name="adj" fmla="val 0"/>
            </a:avLst>
          </a:prstGeom>
          <a:solidFill>
            <a:schemeClr val="bg1">
              <a:lumMod val="95000"/>
              <a:alpha val="8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0" name="Rectangle 58">
            <a:extLst>
              <a:ext uri="{FF2B5EF4-FFF2-40B4-BE49-F238E27FC236}">
                <a16:creationId xmlns:a16="http://schemas.microsoft.com/office/drawing/2014/main" id="{A1E7E34E-CAF8-4E42-BD96-E1D88031AD9C}"/>
              </a:ext>
            </a:extLst>
          </p:cNvPr>
          <p:cNvSpPr/>
          <p:nvPr/>
        </p:nvSpPr>
        <p:spPr>
          <a:xfrm>
            <a:off x="9395040" y="4265704"/>
            <a:ext cx="2281021" cy="562008"/>
          </a:xfrm>
          <a:prstGeom prst="round1Rect">
            <a:avLst/>
          </a:prstGeom>
          <a:solidFill>
            <a:schemeClr val="accent1">
              <a:lumMod val="40000"/>
              <a:lumOff val="60000"/>
            </a:schemeClr>
          </a:solidFill>
          <a:ln>
            <a:noFill/>
          </a:ln>
          <a:effectLst/>
        </p:spPr>
        <p:txBody>
          <a:bodyPr wrap="square" lIns="792000" tIns="0" rIns="0" bIns="0" rtlCol="0" anchor="ctr">
            <a:noAutofit/>
          </a:bodyPr>
          <a:lstStyle/>
          <a:p>
            <a:r>
              <a:rPr lang="de-DE" sz="1400" b="1" dirty="0">
                <a:solidFill>
                  <a:schemeClr val="tx2"/>
                </a:solidFill>
              </a:rPr>
              <a:t>Energie</a:t>
            </a:r>
          </a:p>
        </p:txBody>
      </p:sp>
      <p:sp>
        <p:nvSpPr>
          <p:cNvPr id="79" name="Rectangle 58">
            <a:extLst>
              <a:ext uri="{FF2B5EF4-FFF2-40B4-BE49-F238E27FC236}">
                <a16:creationId xmlns:a16="http://schemas.microsoft.com/office/drawing/2014/main" id="{B9E4AE94-45A6-45C3-973C-154766052283}"/>
              </a:ext>
            </a:extLst>
          </p:cNvPr>
          <p:cNvSpPr/>
          <p:nvPr/>
        </p:nvSpPr>
        <p:spPr>
          <a:xfrm>
            <a:off x="7325626" y="4265704"/>
            <a:ext cx="2281021" cy="562008"/>
          </a:xfrm>
          <a:prstGeom prst="round1Rect">
            <a:avLst/>
          </a:prstGeom>
          <a:solidFill>
            <a:schemeClr val="accent1">
              <a:lumMod val="60000"/>
              <a:lumOff val="40000"/>
            </a:schemeClr>
          </a:solidFill>
          <a:ln>
            <a:noFill/>
          </a:ln>
          <a:effectLst/>
        </p:spPr>
        <p:txBody>
          <a:bodyPr wrap="square" lIns="792000" tIns="0" rIns="0" bIns="0" rtlCol="0" anchor="ctr">
            <a:noAutofit/>
          </a:bodyPr>
          <a:lstStyle/>
          <a:p>
            <a:r>
              <a:rPr lang="de-DE" sz="1400" b="1" dirty="0">
                <a:solidFill>
                  <a:schemeClr val="tx2"/>
                </a:solidFill>
              </a:rPr>
              <a:t>Gebäude-</a:t>
            </a:r>
            <a:br>
              <a:rPr lang="de-DE" sz="1400" b="1" dirty="0">
                <a:solidFill>
                  <a:schemeClr val="tx2"/>
                </a:solidFill>
              </a:rPr>
            </a:br>
            <a:r>
              <a:rPr lang="de-DE" sz="1400" b="1" dirty="0">
                <a:solidFill>
                  <a:schemeClr val="tx2"/>
                </a:solidFill>
              </a:rPr>
              <a:t>Management</a:t>
            </a:r>
          </a:p>
        </p:txBody>
      </p:sp>
      <p:sp>
        <p:nvSpPr>
          <p:cNvPr id="78" name="Rectangle 58">
            <a:extLst>
              <a:ext uri="{FF2B5EF4-FFF2-40B4-BE49-F238E27FC236}">
                <a16:creationId xmlns:a16="http://schemas.microsoft.com/office/drawing/2014/main" id="{EDA14EE2-4041-4D00-9B18-7F39DF926148}"/>
              </a:ext>
            </a:extLst>
          </p:cNvPr>
          <p:cNvSpPr/>
          <p:nvPr/>
        </p:nvSpPr>
        <p:spPr>
          <a:xfrm>
            <a:off x="4716916" y="4265704"/>
            <a:ext cx="2806770" cy="562008"/>
          </a:xfrm>
          <a:prstGeom prst="round1Rect">
            <a:avLst/>
          </a:prstGeom>
          <a:solidFill>
            <a:schemeClr val="accent1"/>
          </a:solidFill>
          <a:ln>
            <a:noFill/>
          </a:ln>
          <a:effectLst/>
        </p:spPr>
        <p:txBody>
          <a:bodyPr wrap="square" lIns="792000" tIns="0" rIns="0" bIns="0" rtlCol="0" anchor="ctr">
            <a:noAutofit/>
          </a:bodyPr>
          <a:lstStyle/>
          <a:p>
            <a:r>
              <a:rPr lang="de-DE" sz="1400" b="1" dirty="0">
                <a:solidFill>
                  <a:schemeClr val="bg1"/>
                </a:solidFill>
              </a:rPr>
              <a:t>Personal</a:t>
            </a:r>
          </a:p>
        </p:txBody>
      </p:sp>
      <p:sp>
        <p:nvSpPr>
          <p:cNvPr id="77" name="Rectangle 58">
            <a:extLst>
              <a:ext uri="{FF2B5EF4-FFF2-40B4-BE49-F238E27FC236}">
                <a16:creationId xmlns:a16="http://schemas.microsoft.com/office/drawing/2014/main" id="{2C9C8936-F356-4EEC-9BF8-5802C7CFB69E}"/>
              </a:ext>
            </a:extLst>
          </p:cNvPr>
          <p:cNvSpPr/>
          <p:nvPr/>
        </p:nvSpPr>
        <p:spPr>
          <a:xfrm>
            <a:off x="2606643" y="4265704"/>
            <a:ext cx="2319286" cy="562008"/>
          </a:xfrm>
          <a:prstGeom prst="round1Rect">
            <a:avLst/>
          </a:prstGeom>
          <a:solidFill>
            <a:schemeClr val="accent1">
              <a:lumMod val="75000"/>
            </a:schemeClr>
          </a:solidFill>
          <a:ln>
            <a:noFill/>
          </a:ln>
          <a:effectLst/>
        </p:spPr>
        <p:txBody>
          <a:bodyPr wrap="square" lIns="720000" tIns="0" rIns="0" bIns="0" rtlCol="0" anchor="ctr">
            <a:noAutofit/>
          </a:bodyPr>
          <a:lstStyle/>
          <a:p>
            <a:r>
              <a:rPr lang="de-DE" sz="1400" b="1" dirty="0">
                <a:solidFill>
                  <a:schemeClr val="bg1"/>
                </a:solidFill>
              </a:rPr>
              <a:t>Finanzen</a:t>
            </a:r>
          </a:p>
        </p:txBody>
      </p:sp>
      <p:sp>
        <p:nvSpPr>
          <p:cNvPr id="2" name="Slide Number Placeholder 1">
            <a:extLst>
              <a:ext uri="{FF2B5EF4-FFF2-40B4-BE49-F238E27FC236}">
                <a16:creationId xmlns:a16="http://schemas.microsoft.com/office/drawing/2014/main" id="{476412C4-B774-49A5-8230-42AB90101623}"/>
              </a:ext>
            </a:extLst>
          </p:cNvPr>
          <p:cNvSpPr>
            <a:spLocks noGrp="1"/>
          </p:cNvSpPr>
          <p:nvPr>
            <p:ph type="sldNum" sz="quarter" idx="12"/>
          </p:nvPr>
        </p:nvSpPr>
        <p:spPr/>
        <p:txBody>
          <a:bodyPr/>
          <a:lstStyle/>
          <a:p>
            <a:fld id="{5EE2ECF6-E7B2-474A-BE3A-4A3A2424717D}" type="slidenum">
              <a:rPr lang="de-DE" smtClean="0"/>
              <a:pPr/>
              <a:t>17</a:t>
            </a:fld>
            <a:endParaRPr lang="de-DE" dirty="0"/>
          </a:p>
        </p:txBody>
      </p:sp>
      <p:sp>
        <p:nvSpPr>
          <p:cNvPr id="3" name="Title 2">
            <a:extLst>
              <a:ext uri="{FF2B5EF4-FFF2-40B4-BE49-F238E27FC236}">
                <a16:creationId xmlns:a16="http://schemas.microsoft.com/office/drawing/2014/main" id="{F38500EB-9FA3-4DDB-8F4C-5FD3E732085C}"/>
              </a:ext>
            </a:extLst>
          </p:cNvPr>
          <p:cNvSpPr>
            <a:spLocks noGrp="1"/>
          </p:cNvSpPr>
          <p:nvPr>
            <p:ph type="title"/>
          </p:nvPr>
        </p:nvSpPr>
        <p:spPr/>
        <p:txBody>
          <a:bodyPr/>
          <a:lstStyle/>
          <a:p>
            <a:r>
              <a:rPr lang="en-US" b="1" dirty="0"/>
              <a:t>Wo </a:t>
            </a:r>
            <a:r>
              <a:rPr lang="en-US" b="1" dirty="0" err="1"/>
              <a:t>wir</a:t>
            </a:r>
            <a:r>
              <a:rPr lang="en-US" b="1" dirty="0"/>
              <a:t> Sie </a:t>
            </a:r>
            <a:r>
              <a:rPr lang="en-US" b="1" dirty="0" err="1"/>
              <a:t>unterstützen</a:t>
            </a:r>
            <a:endParaRPr lang="en-US" b="1" dirty="0"/>
          </a:p>
        </p:txBody>
      </p:sp>
      <p:sp>
        <p:nvSpPr>
          <p:cNvPr id="9" name="Textfeld 37">
            <a:extLst>
              <a:ext uri="{FF2B5EF4-FFF2-40B4-BE49-F238E27FC236}">
                <a16:creationId xmlns:a16="http://schemas.microsoft.com/office/drawing/2014/main" id="{B1DA4B3D-DEF8-4854-BBB9-1E76D86698E2}"/>
              </a:ext>
            </a:extLst>
          </p:cNvPr>
          <p:cNvSpPr txBox="1">
            <a:spLocks/>
          </p:cNvSpPr>
          <p:nvPr/>
        </p:nvSpPr>
        <p:spPr>
          <a:xfrm>
            <a:off x="515939" y="2070451"/>
            <a:ext cx="2574002" cy="553998"/>
          </a:xfrm>
          <a:prstGeom prst="rect">
            <a:avLst/>
          </a:prstGeom>
          <a:noFill/>
        </p:spPr>
        <p:txBody>
          <a:bodyPr wrap="square" lIns="0" tIns="0" rIns="0" bIns="0" rtlCol="0">
            <a:spAutoFit/>
          </a:bodyPr>
          <a:lstStyle/>
          <a:p>
            <a:pPr marL="216000" indent="-216000" defTabSz="914400">
              <a:buFont typeface="Arial" panose="020B0604020202020204" pitchFamily="34" charset="0"/>
              <a:buChar char="•"/>
            </a:pPr>
            <a:r>
              <a:rPr lang="de-DE" sz="1200" dirty="0">
                <a:solidFill>
                  <a:schemeClr val="tx2"/>
                </a:solidFill>
              </a:rPr>
              <a:t>Global Sourcing</a:t>
            </a:r>
          </a:p>
          <a:p>
            <a:pPr marL="216000" indent="-216000" defTabSz="914400">
              <a:buFont typeface="Arial" panose="020B0604020202020204" pitchFamily="34" charset="0"/>
              <a:buChar char="•"/>
            </a:pPr>
            <a:r>
              <a:rPr lang="de-DE" sz="1200" dirty="0">
                <a:solidFill>
                  <a:schemeClr val="tx2"/>
                </a:solidFill>
              </a:rPr>
              <a:t>Eingangs-Frachten</a:t>
            </a:r>
          </a:p>
          <a:p>
            <a:pPr marL="216000" indent="-216000" defTabSz="914400">
              <a:buFont typeface="Arial" panose="020B0604020202020204" pitchFamily="34" charset="0"/>
              <a:buChar char="•"/>
            </a:pPr>
            <a:r>
              <a:rPr lang="de-DE" sz="1200" dirty="0">
                <a:solidFill>
                  <a:schemeClr val="tx2"/>
                </a:solidFill>
              </a:rPr>
              <a:t>E-Procurement</a:t>
            </a:r>
          </a:p>
        </p:txBody>
      </p:sp>
      <p:sp>
        <p:nvSpPr>
          <p:cNvPr id="10" name="Textfeld 47">
            <a:extLst>
              <a:ext uri="{FF2B5EF4-FFF2-40B4-BE49-F238E27FC236}">
                <a16:creationId xmlns:a16="http://schemas.microsoft.com/office/drawing/2014/main" id="{12794C9B-B7FB-4FD3-8B08-D4C26667AB5D}"/>
              </a:ext>
            </a:extLst>
          </p:cNvPr>
          <p:cNvSpPr txBox="1">
            <a:spLocks/>
          </p:cNvSpPr>
          <p:nvPr/>
        </p:nvSpPr>
        <p:spPr>
          <a:xfrm>
            <a:off x="3377975" y="2070451"/>
            <a:ext cx="2574007" cy="1025922"/>
          </a:xfrm>
          <a:prstGeom prst="rect">
            <a:avLst/>
          </a:prstGeom>
          <a:noFill/>
        </p:spPr>
        <p:txBody>
          <a:bodyPr wrap="square" lIns="0" tIns="0" rIns="0" bIns="0" rtlCol="0">
            <a:spAutoFit/>
          </a:bodyPr>
          <a:lstStyle/>
          <a:p>
            <a:pPr marL="216000" indent="-216000" defTabSz="914400">
              <a:spcAft>
                <a:spcPts val="200"/>
              </a:spcAft>
              <a:buClr>
                <a:schemeClr val="tx2"/>
              </a:buClr>
              <a:buFont typeface="Arial" panose="020B0604020202020204" pitchFamily="34" charset="0"/>
              <a:buChar char="•"/>
            </a:pPr>
            <a:r>
              <a:rPr lang="de-DE" sz="1200" dirty="0">
                <a:solidFill>
                  <a:schemeClr val="tx2"/>
                </a:solidFill>
              </a:rPr>
              <a:t>Warehouse Design</a:t>
            </a:r>
          </a:p>
          <a:p>
            <a:pPr marL="216000" indent="-216000" defTabSz="914400">
              <a:spcAft>
                <a:spcPts val="200"/>
              </a:spcAft>
              <a:buClr>
                <a:schemeClr val="tx2"/>
              </a:buClr>
              <a:buFont typeface="Arial" panose="020B0604020202020204" pitchFamily="34" charset="0"/>
              <a:buChar char="•"/>
            </a:pPr>
            <a:r>
              <a:rPr lang="de-DE" sz="1200" dirty="0">
                <a:solidFill>
                  <a:schemeClr val="tx2"/>
                </a:solidFill>
              </a:rPr>
              <a:t>Wege-Optimierung</a:t>
            </a:r>
          </a:p>
          <a:p>
            <a:pPr marL="216000" indent="-216000" defTabSz="914400">
              <a:spcAft>
                <a:spcPts val="200"/>
              </a:spcAft>
              <a:buClr>
                <a:schemeClr val="tx2"/>
              </a:buClr>
              <a:buFont typeface="Arial" panose="020B0604020202020204" pitchFamily="34" charset="0"/>
              <a:buChar char="•"/>
            </a:pPr>
            <a:r>
              <a:rPr lang="de-DE" sz="1200" dirty="0">
                <a:solidFill>
                  <a:schemeClr val="tx2"/>
                </a:solidFill>
              </a:rPr>
              <a:t>WE/WA-Prozesse</a:t>
            </a:r>
          </a:p>
          <a:p>
            <a:pPr marL="216000" indent="-216000" defTabSz="914400">
              <a:spcAft>
                <a:spcPts val="200"/>
              </a:spcAft>
              <a:buClr>
                <a:schemeClr val="tx2"/>
              </a:buClr>
              <a:buFont typeface="Arial" panose="020B0604020202020204" pitchFamily="34" charset="0"/>
              <a:buChar char="•"/>
            </a:pPr>
            <a:r>
              <a:rPr lang="de-DE" sz="1200" dirty="0">
                <a:solidFill>
                  <a:schemeClr val="tx2"/>
                </a:solidFill>
              </a:rPr>
              <a:t>Flurfördertechnik</a:t>
            </a:r>
          </a:p>
          <a:p>
            <a:pPr marL="216000" indent="-216000" defTabSz="914400">
              <a:spcAft>
                <a:spcPts val="200"/>
              </a:spcAft>
              <a:buClr>
                <a:schemeClr val="tx2"/>
              </a:buClr>
              <a:buFont typeface="Arial" panose="020B0604020202020204" pitchFamily="34" charset="0"/>
              <a:buChar char="•"/>
            </a:pPr>
            <a:r>
              <a:rPr lang="de-DE" sz="1200" dirty="0">
                <a:solidFill>
                  <a:schemeClr val="tx2"/>
                </a:solidFill>
              </a:rPr>
              <a:t>Regaltechnik/Picking</a:t>
            </a:r>
          </a:p>
        </p:txBody>
      </p:sp>
      <p:sp>
        <p:nvSpPr>
          <p:cNvPr id="11" name="Textfeld 48">
            <a:extLst>
              <a:ext uri="{FF2B5EF4-FFF2-40B4-BE49-F238E27FC236}">
                <a16:creationId xmlns:a16="http://schemas.microsoft.com/office/drawing/2014/main" id="{B74820BF-A652-4DC7-98FD-AF8B5D05D49B}"/>
              </a:ext>
            </a:extLst>
          </p:cNvPr>
          <p:cNvSpPr txBox="1">
            <a:spLocks/>
          </p:cNvSpPr>
          <p:nvPr/>
        </p:nvSpPr>
        <p:spPr>
          <a:xfrm>
            <a:off x="6240016" y="2070451"/>
            <a:ext cx="2574006" cy="605294"/>
          </a:xfrm>
          <a:prstGeom prst="rect">
            <a:avLst/>
          </a:prstGeom>
          <a:noFill/>
        </p:spPr>
        <p:txBody>
          <a:bodyPr wrap="square" lIns="0" tIns="0" rIns="0" bIns="0" rtlCol="0">
            <a:spAutoFit/>
          </a:bodyPr>
          <a:lstStyle/>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Packprozesse</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Packmaterial / -hilfsmittel</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Abfallwirtschaft</a:t>
            </a:r>
          </a:p>
        </p:txBody>
      </p:sp>
      <p:sp>
        <p:nvSpPr>
          <p:cNvPr id="12" name="Textfeld 49">
            <a:extLst>
              <a:ext uri="{FF2B5EF4-FFF2-40B4-BE49-F238E27FC236}">
                <a16:creationId xmlns:a16="http://schemas.microsoft.com/office/drawing/2014/main" id="{351743B8-3098-4861-8FD7-AD589140F4A3}"/>
              </a:ext>
            </a:extLst>
          </p:cNvPr>
          <p:cNvSpPr txBox="1">
            <a:spLocks/>
          </p:cNvSpPr>
          <p:nvPr/>
        </p:nvSpPr>
        <p:spPr>
          <a:xfrm>
            <a:off x="9102055" y="2070451"/>
            <a:ext cx="2574006" cy="1025922"/>
          </a:xfrm>
          <a:prstGeom prst="rect">
            <a:avLst/>
          </a:prstGeom>
          <a:noFill/>
        </p:spPr>
        <p:txBody>
          <a:bodyPr wrap="square" lIns="0" tIns="0" rIns="0" bIns="0" rtlCol="0">
            <a:spAutoFit/>
          </a:bodyPr>
          <a:lstStyle/>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Frachtkosten</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Logistik</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Fulfillment</a:t>
            </a:r>
          </a:p>
          <a:p>
            <a:pPr marL="216000" indent="-216000">
              <a:spcAft>
                <a:spcPts val="200"/>
              </a:spcAft>
              <a:buClr>
                <a:schemeClr val="accent5"/>
              </a:buClr>
              <a:buFont typeface="Arial" panose="020B0604020202020204" pitchFamily="34" charset="0"/>
              <a:buChar char="•"/>
            </a:pPr>
            <a:r>
              <a:rPr lang="de-DE" sz="1200" dirty="0">
                <a:solidFill>
                  <a:schemeClr val="tx2"/>
                </a:solidFill>
              </a:rPr>
              <a:t>End2End-Supply Chain</a:t>
            </a:r>
          </a:p>
          <a:p>
            <a:pPr defTabSz="914400">
              <a:spcAft>
                <a:spcPts val="200"/>
              </a:spcAft>
              <a:buClr>
                <a:schemeClr val="accent5"/>
              </a:buClr>
            </a:pPr>
            <a:endParaRPr lang="de-DE" sz="1200" dirty="0">
              <a:solidFill>
                <a:schemeClr val="tx2"/>
              </a:solidFill>
            </a:endParaRPr>
          </a:p>
        </p:txBody>
      </p:sp>
      <p:cxnSp>
        <p:nvCxnSpPr>
          <p:cNvPr id="26" name="Straight Connector 25">
            <a:extLst>
              <a:ext uri="{FF2B5EF4-FFF2-40B4-BE49-F238E27FC236}">
                <a16:creationId xmlns:a16="http://schemas.microsoft.com/office/drawing/2014/main" id="{56735B50-2BAD-40C1-9A50-3F0E33E99FC5}"/>
              </a:ext>
            </a:extLst>
          </p:cNvPr>
          <p:cNvCxnSpPr>
            <a:cxnSpLocks/>
          </p:cNvCxnSpPr>
          <p:nvPr/>
        </p:nvCxnSpPr>
        <p:spPr bwMode="gray">
          <a:xfrm>
            <a:off x="515939" y="1913936"/>
            <a:ext cx="11160122" cy="0"/>
          </a:xfrm>
          <a:prstGeom prst="line">
            <a:avLst/>
          </a:prstGeom>
          <a:ln w="6350">
            <a:solidFill>
              <a:schemeClr val="bg1">
                <a:lumMod val="85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97230E6-DAD9-4F9B-8CC7-ED0FE9126871}"/>
              </a:ext>
            </a:extLst>
          </p:cNvPr>
          <p:cNvGrpSpPr/>
          <p:nvPr/>
        </p:nvGrpSpPr>
        <p:grpSpPr>
          <a:xfrm>
            <a:off x="623392" y="1816243"/>
            <a:ext cx="195385" cy="195385"/>
            <a:chOff x="518270" y="1575343"/>
            <a:chExt cx="214924" cy="214924"/>
          </a:xfrm>
        </p:grpSpPr>
        <p:sp>
          <p:nvSpPr>
            <p:cNvPr id="28" name="Oval 27">
              <a:extLst>
                <a:ext uri="{FF2B5EF4-FFF2-40B4-BE49-F238E27FC236}">
                  <a16:creationId xmlns:a16="http://schemas.microsoft.com/office/drawing/2014/main" id="{3C62B575-43BE-4F67-A531-B7BD517B5F26}"/>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Oval 28">
              <a:extLst>
                <a:ext uri="{FF2B5EF4-FFF2-40B4-BE49-F238E27FC236}">
                  <a16:creationId xmlns:a16="http://schemas.microsoft.com/office/drawing/2014/main" id="{1605AE65-E837-48DB-B60A-E54A79B48C0D}"/>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1" name="Group 30">
            <a:extLst>
              <a:ext uri="{FF2B5EF4-FFF2-40B4-BE49-F238E27FC236}">
                <a16:creationId xmlns:a16="http://schemas.microsoft.com/office/drawing/2014/main" id="{10F0EA0E-EB2C-45E5-B1D8-3FF6EB9B13B7}"/>
              </a:ext>
            </a:extLst>
          </p:cNvPr>
          <p:cNvGrpSpPr/>
          <p:nvPr/>
        </p:nvGrpSpPr>
        <p:grpSpPr>
          <a:xfrm>
            <a:off x="3454175" y="1816243"/>
            <a:ext cx="195385" cy="195385"/>
            <a:chOff x="518270" y="1575343"/>
            <a:chExt cx="214924" cy="214924"/>
          </a:xfrm>
        </p:grpSpPr>
        <p:sp>
          <p:nvSpPr>
            <p:cNvPr id="32" name="Oval 31">
              <a:extLst>
                <a:ext uri="{FF2B5EF4-FFF2-40B4-BE49-F238E27FC236}">
                  <a16:creationId xmlns:a16="http://schemas.microsoft.com/office/drawing/2014/main" id="{84BC9707-3E11-4110-A4D7-A0A491E55019}"/>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Oval 32">
              <a:extLst>
                <a:ext uri="{FF2B5EF4-FFF2-40B4-BE49-F238E27FC236}">
                  <a16:creationId xmlns:a16="http://schemas.microsoft.com/office/drawing/2014/main" id="{4601F1B6-41B4-4795-9A25-3FA4348A7C6A}"/>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7" name="Group 36">
            <a:extLst>
              <a:ext uri="{FF2B5EF4-FFF2-40B4-BE49-F238E27FC236}">
                <a16:creationId xmlns:a16="http://schemas.microsoft.com/office/drawing/2014/main" id="{379E8088-2A94-41B9-A3DC-CA68D2286A11}"/>
              </a:ext>
            </a:extLst>
          </p:cNvPr>
          <p:cNvGrpSpPr/>
          <p:nvPr/>
        </p:nvGrpSpPr>
        <p:grpSpPr>
          <a:xfrm>
            <a:off x="515939" y="1274515"/>
            <a:ext cx="2574002" cy="480696"/>
            <a:chOff x="515939" y="1142999"/>
            <a:chExt cx="2574002" cy="480696"/>
          </a:xfrm>
        </p:grpSpPr>
        <p:sp>
          <p:nvSpPr>
            <p:cNvPr id="36" name="Rectangle: Single Corner Rounded 35">
              <a:extLst>
                <a:ext uri="{FF2B5EF4-FFF2-40B4-BE49-F238E27FC236}">
                  <a16:creationId xmlns:a16="http://schemas.microsoft.com/office/drawing/2014/main" id="{0FD55AF8-AB4A-4B6D-9BB2-86FF66EBC212}"/>
                </a:ext>
              </a:extLst>
            </p:cNvPr>
            <p:cNvSpPr/>
            <p:nvPr/>
          </p:nvSpPr>
          <p:spPr bwMode="gray">
            <a:xfrm>
              <a:off x="2706926" y="1142999"/>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extfeld 37">
              <a:extLst>
                <a:ext uri="{FF2B5EF4-FFF2-40B4-BE49-F238E27FC236}">
                  <a16:creationId xmlns:a16="http://schemas.microsoft.com/office/drawing/2014/main" id="{67C5A86E-D311-4A2E-A33E-EDE9765831B8}"/>
                </a:ext>
              </a:extLst>
            </p:cNvPr>
            <p:cNvSpPr txBox="1">
              <a:spLocks/>
            </p:cNvSpPr>
            <p:nvPr/>
          </p:nvSpPr>
          <p:spPr>
            <a:xfrm>
              <a:off x="515939" y="1143000"/>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Beschaffung</a:t>
              </a:r>
            </a:p>
          </p:txBody>
        </p:sp>
        <p:pic>
          <p:nvPicPr>
            <p:cNvPr id="21" name="Grafik 46">
              <a:extLst>
                <a:ext uri="{FF2B5EF4-FFF2-40B4-BE49-F238E27FC236}">
                  <a16:creationId xmlns:a16="http://schemas.microsoft.com/office/drawing/2014/main" id="{07701BDA-D312-4E31-B243-DDC11729DBA2}"/>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783796" y="1213564"/>
              <a:ext cx="229275" cy="241885"/>
            </a:xfrm>
            <a:prstGeom prst="rect">
              <a:avLst/>
            </a:prstGeom>
          </p:spPr>
        </p:pic>
        <p:sp>
          <p:nvSpPr>
            <p:cNvPr id="35" name="Isosceles Triangle 34">
              <a:extLst>
                <a:ext uri="{FF2B5EF4-FFF2-40B4-BE49-F238E27FC236}">
                  <a16:creationId xmlns:a16="http://schemas.microsoft.com/office/drawing/2014/main" id="{251B48B4-A37D-4B6E-B29A-64F6F4664663}"/>
                </a:ext>
              </a:extLst>
            </p:cNvPr>
            <p:cNvSpPr/>
            <p:nvPr/>
          </p:nvSpPr>
          <p:spPr bwMode="gray">
            <a:xfrm flipV="1">
              <a:off x="515939" y="1527054"/>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39" name="Rectangle: Single Corner Rounded 38">
            <a:extLst>
              <a:ext uri="{FF2B5EF4-FFF2-40B4-BE49-F238E27FC236}">
                <a16:creationId xmlns:a16="http://schemas.microsoft.com/office/drawing/2014/main" id="{900D9584-DB97-4D87-8DF6-5FD27BF03DAC}"/>
              </a:ext>
            </a:extLst>
          </p:cNvPr>
          <p:cNvSpPr/>
          <p:nvPr/>
        </p:nvSpPr>
        <p:spPr bwMode="gray">
          <a:xfrm>
            <a:off x="5568962"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0" name="Textfeld 37">
            <a:extLst>
              <a:ext uri="{FF2B5EF4-FFF2-40B4-BE49-F238E27FC236}">
                <a16:creationId xmlns:a16="http://schemas.microsoft.com/office/drawing/2014/main" id="{7F4CA4D9-E7F7-434A-9948-2EA5B482DBEA}"/>
              </a:ext>
            </a:extLst>
          </p:cNvPr>
          <p:cNvSpPr txBox="1">
            <a:spLocks/>
          </p:cNvSpPr>
          <p:nvPr/>
        </p:nvSpPr>
        <p:spPr>
          <a:xfrm>
            <a:off x="3377975"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Lagerhaltung</a:t>
            </a:r>
          </a:p>
        </p:txBody>
      </p:sp>
      <p:sp>
        <p:nvSpPr>
          <p:cNvPr id="42" name="Isosceles Triangle 41">
            <a:extLst>
              <a:ext uri="{FF2B5EF4-FFF2-40B4-BE49-F238E27FC236}">
                <a16:creationId xmlns:a16="http://schemas.microsoft.com/office/drawing/2014/main" id="{65B683C6-B827-494A-BEA6-53D8FB7364DA}"/>
              </a:ext>
            </a:extLst>
          </p:cNvPr>
          <p:cNvSpPr/>
          <p:nvPr/>
        </p:nvSpPr>
        <p:spPr bwMode="gray">
          <a:xfrm flipV="1">
            <a:off x="3377975"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Rectangle: Single Corner Rounded 43">
            <a:extLst>
              <a:ext uri="{FF2B5EF4-FFF2-40B4-BE49-F238E27FC236}">
                <a16:creationId xmlns:a16="http://schemas.microsoft.com/office/drawing/2014/main" id="{FFBA518F-297D-415F-B451-E4482C3F1FD2}"/>
              </a:ext>
            </a:extLst>
          </p:cNvPr>
          <p:cNvSpPr/>
          <p:nvPr/>
        </p:nvSpPr>
        <p:spPr bwMode="gray">
          <a:xfrm>
            <a:off x="8431007"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Textfeld 37">
            <a:extLst>
              <a:ext uri="{FF2B5EF4-FFF2-40B4-BE49-F238E27FC236}">
                <a16:creationId xmlns:a16="http://schemas.microsoft.com/office/drawing/2014/main" id="{07CB0F75-3725-470E-B635-F60FA2607DD0}"/>
              </a:ext>
            </a:extLst>
          </p:cNvPr>
          <p:cNvSpPr txBox="1">
            <a:spLocks/>
          </p:cNvSpPr>
          <p:nvPr/>
        </p:nvSpPr>
        <p:spPr>
          <a:xfrm>
            <a:off x="6240020"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Kommissionierung</a:t>
            </a:r>
          </a:p>
        </p:txBody>
      </p:sp>
      <p:sp>
        <p:nvSpPr>
          <p:cNvPr id="47" name="Isosceles Triangle 46">
            <a:extLst>
              <a:ext uri="{FF2B5EF4-FFF2-40B4-BE49-F238E27FC236}">
                <a16:creationId xmlns:a16="http://schemas.microsoft.com/office/drawing/2014/main" id="{C2F2E3E3-72EE-4C63-97FA-D0B0B4BCE97B}"/>
              </a:ext>
            </a:extLst>
          </p:cNvPr>
          <p:cNvSpPr/>
          <p:nvPr/>
        </p:nvSpPr>
        <p:spPr bwMode="gray">
          <a:xfrm flipV="1">
            <a:off x="6240020"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Single Corner Rounded 48">
            <a:extLst>
              <a:ext uri="{FF2B5EF4-FFF2-40B4-BE49-F238E27FC236}">
                <a16:creationId xmlns:a16="http://schemas.microsoft.com/office/drawing/2014/main" id="{E46DAB08-F39B-44A4-87CB-AF48BBE14836}"/>
              </a:ext>
            </a:extLst>
          </p:cNvPr>
          <p:cNvSpPr/>
          <p:nvPr/>
        </p:nvSpPr>
        <p:spPr bwMode="gray">
          <a:xfrm>
            <a:off x="11293046"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0" name="Textfeld 37">
            <a:extLst>
              <a:ext uri="{FF2B5EF4-FFF2-40B4-BE49-F238E27FC236}">
                <a16:creationId xmlns:a16="http://schemas.microsoft.com/office/drawing/2014/main" id="{509A6699-255E-407F-9DD5-01DBD5EC7C07}"/>
              </a:ext>
            </a:extLst>
          </p:cNvPr>
          <p:cNvSpPr txBox="1">
            <a:spLocks/>
          </p:cNvSpPr>
          <p:nvPr/>
        </p:nvSpPr>
        <p:spPr>
          <a:xfrm>
            <a:off x="9102059"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Versand </a:t>
            </a:r>
          </a:p>
        </p:txBody>
      </p:sp>
      <p:sp>
        <p:nvSpPr>
          <p:cNvPr id="52" name="Isosceles Triangle 51">
            <a:extLst>
              <a:ext uri="{FF2B5EF4-FFF2-40B4-BE49-F238E27FC236}">
                <a16:creationId xmlns:a16="http://schemas.microsoft.com/office/drawing/2014/main" id="{0E3CF8FC-CFE2-4639-BC36-367561F34D9D}"/>
              </a:ext>
            </a:extLst>
          </p:cNvPr>
          <p:cNvSpPr/>
          <p:nvPr/>
        </p:nvSpPr>
        <p:spPr bwMode="gray">
          <a:xfrm flipV="1">
            <a:off x="9102059"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53" name="Group 52">
            <a:extLst>
              <a:ext uri="{FF2B5EF4-FFF2-40B4-BE49-F238E27FC236}">
                <a16:creationId xmlns:a16="http://schemas.microsoft.com/office/drawing/2014/main" id="{03F46402-2F80-4DF2-95F2-4EB235BF2921}"/>
              </a:ext>
            </a:extLst>
          </p:cNvPr>
          <p:cNvGrpSpPr/>
          <p:nvPr/>
        </p:nvGrpSpPr>
        <p:grpSpPr>
          <a:xfrm>
            <a:off x="6326915" y="1816243"/>
            <a:ext cx="195385" cy="195385"/>
            <a:chOff x="518270" y="1575343"/>
            <a:chExt cx="214924" cy="214924"/>
          </a:xfrm>
        </p:grpSpPr>
        <p:sp>
          <p:nvSpPr>
            <p:cNvPr id="54" name="Oval 53">
              <a:extLst>
                <a:ext uri="{FF2B5EF4-FFF2-40B4-BE49-F238E27FC236}">
                  <a16:creationId xmlns:a16="http://schemas.microsoft.com/office/drawing/2014/main" id="{1F0DBE3C-EB49-4C3A-82F5-F509C75721CA}"/>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5" name="Oval 54">
              <a:extLst>
                <a:ext uri="{FF2B5EF4-FFF2-40B4-BE49-F238E27FC236}">
                  <a16:creationId xmlns:a16="http://schemas.microsoft.com/office/drawing/2014/main" id="{F29284B9-F68A-4065-A639-ADA3294305E4}"/>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6" name="Group 55">
            <a:extLst>
              <a:ext uri="{FF2B5EF4-FFF2-40B4-BE49-F238E27FC236}">
                <a16:creationId xmlns:a16="http://schemas.microsoft.com/office/drawing/2014/main" id="{05E388A0-DE77-4533-B0EC-17E23ADB586F}"/>
              </a:ext>
            </a:extLst>
          </p:cNvPr>
          <p:cNvGrpSpPr/>
          <p:nvPr/>
        </p:nvGrpSpPr>
        <p:grpSpPr>
          <a:xfrm>
            <a:off x="9199655" y="1816243"/>
            <a:ext cx="195385" cy="195385"/>
            <a:chOff x="518270" y="1575343"/>
            <a:chExt cx="214924" cy="214924"/>
          </a:xfrm>
        </p:grpSpPr>
        <p:sp>
          <p:nvSpPr>
            <p:cNvPr id="57" name="Oval 56">
              <a:extLst>
                <a:ext uri="{FF2B5EF4-FFF2-40B4-BE49-F238E27FC236}">
                  <a16:creationId xmlns:a16="http://schemas.microsoft.com/office/drawing/2014/main" id="{2576206E-45B8-421C-ABD2-9599BAD97FFC}"/>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Oval 57">
              <a:extLst>
                <a:ext uri="{FF2B5EF4-FFF2-40B4-BE49-F238E27FC236}">
                  <a16:creationId xmlns:a16="http://schemas.microsoft.com/office/drawing/2014/main" id="{8474EB13-2727-415E-BFAB-DBAE5F246E24}"/>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23" name="Grafik 51">
            <a:extLst>
              <a:ext uri="{FF2B5EF4-FFF2-40B4-BE49-F238E27FC236}">
                <a16:creationId xmlns:a16="http://schemas.microsoft.com/office/drawing/2014/main" id="{AFC519EB-030C-423E-B352-0D291B92B7BE}"/>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511866" y="1357006"/>
            <a:ext cx="221296" cy="218035"/>
          </a:xfrm>
          <a:prstGeom prst="rect">
            <a:avLst/>
          </a:prstGeom>
        </p:spPr>
      </p:pic>
      <p:pic>
        <p:nvPicPr>
          <p:cNvPr id="24" name="Grafik 55">
            <a:extLst>
              <a:ext uri="{FF2B5EF4-FFF2-40B4-BE49-F238E27FC236}">
                <a16:creationId xmlns:a16="http://schemas.microsoft.com/office/drawing/2014/main" id="{A28B1236-6FAC-4666-872C-F335F4F4701F}"/>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340066" y="1376248"/>
            <a:ext cx="288976" cy="179548"/>
          </a:xfrm>
          <a:prstGeom prst="rect">
            <a:avLst/>
          </a:prstGeom>
        </p:spPr>
      </p:pic>
      <p:sp>
        <p:nvSpPr>
          <p:cNvPr id="62" name="Rechteck 53">
            <a:extLst>
              <a:ext uri="{FF2B5EF4-FFF2-40B4-BE49-F238E27FC236}">
                <a16:creationId xmlns:a16="http://schemas.microsoft.com/office/drawing/2014/main" id="{09D02206-A3AC-4313-B6F2-04FF9BBD647B}"/>
              </a:ext>
            </a:extLst>
          </p:cNvPr>
          <p:cNvSpPr/>
          <p:nvPr/>
        </p:nvSpPr>
        <p:spPr bwMode="gray">
          <a:xfrm>
            <a:off x="515939" y="3345281"/>
            <a:ext cx="11160122" cy="753616"/>
          </a:xfrm>
          <a:prstGeom prst="roundRect">
            <a:avLst>
              <a:gd name="adj" fmla="val 9605"/>
            </a:avLst>
          </a:prstGeom>
          <a:solidFill>
            <a:schemeClr val="bg1"/>
          </a:solidFill>
          <a:ln>
            <a:no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rIns="72000" rtlCol="0" anchor="ctr"/>
          <a:lstStyle/>
          <a:p>
            <a:pPr algn="ctr"/>
            <a:r>
              <a:rPr lang="de-DE" b="1" dirty="0">
                <a:solidFill>
                  <a:schemeClr val="accent1"/>
                </a:solidFill>
              </a:rPr>
              <a:t>Warenwirtschaft</a:t>
            </a:r>
            <a:br>
              <a:rPr lang="de-DE" b="1" dirty="0">
                <a:solidFill>
                  <a:schemeClr val="accent1"/>
                </a:solidFill>
              </a:rPr>
            </a:br>
            <a:r>
              <a:rPr lang="de-DE" sz="1400" dirty="0">
                <a:solidFill>
                  <a:schemeClr val="tx2"/>
                </a:solidFill>
              </a:rPr>
              <a:t>Bestandsmanagement | Warenwirtschaftssysteme | Optimierung von Lager- und Lieferkonzepten </a:t>
            </a:r>
          </a:p>
        </p:txBody>
      </p:sp>
      <p:sp>
        <p:nvSpPr>
          <p:cNvPr id="64" name="Textfeld 54">
            <a:extLst>
              <a:ext uri="{FF2B5EF4-FFF2-40B4-BE49-F238E27FC236}">
                <a16:creationId xmlns:a16="http://schemas.microsoft.com/office/drawing/2014/main" id="{45208DF1-3D90-4181-AF1D-6F3B8C024ADC}"/>
              </a:ext>
            </a:extLst>
          </p:cNvPr>
          <p:cNvSpPr txBox="1">
            <a:spLocks/>
          </p:cNvSpPr>
          <p:nvPr/>
        </p:nvSpPr>
        <p:spPr>
          <a:xfrm>
            <a:off x="515938" y="4949780"/>
            <a:ext cx="2295361" cy="1511568"/>
          </a:xfrm>
          <a:prstGeom prst="rect">
            <a:avLst/>
          </a:prstGeom>
          <a:noFill/>
        </p:spPr>
        <p:txBody>
          <a:bodyPr wrap="square" lIns="0" tIns="0" rIns="0" bIns="0" numCol="2" spcCol="0"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Reisekosten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Fuhrpark</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Telekom-</a:t>
            </a:r>
            <a:br>
              <a:rPr lang="de-DE" sz="1100" dirty="0">
                <a:solidFill>
                  <a:schemeClr val="tx2"/>
                </a:solidFill>
              </a:rPr>
            </a:br>
            <a:r>
              <a:rPr lang="de-DE" sz="1100" dirty="0" err="1">
                <a:solidFill>
                  <a:schemeClr val="tx2"/>
                </a:solidFill>
              </a:rPr>
              <a:t>munikation</a:t>
            </a: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Marketing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Data Mining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IT-Lizenzen</a:t>
            </a:r>
          </a:p>
          <a:p>
            <a:pPr marL="180000" indent="-180000" defTabSz="914400">
              <a:spcAft>
                <a:spcPts val="200"/>
              </a:spcAft>
              <a:buClr>
                <a:schemeClr val="accent5"/>
              </a:buClr>
              <a:buFont typeface="Arial" panose="020B0604020202020204" pitchFamily="34" charset="0"/>
              <a:buChar char="•"/>
            </a:pP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IT-Hardware</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Output-Management</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Versicherungen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Porto- &amp; Mailkosten</a:t>
            </a:r>
          </a:p>
          <a:p>
            <a:pPr marL="180000" indent="-180000">
              <a:spcAft>
                <a:spcPts val="200"/>
              </a:spcAft>
              <a:buClr>
                <a:schemeClr val="accent5"/>
              </a:buClr>
              <a:buFont typeface="Arial" panose="020B0604020202020204" pitchFamily="34" charset="0"/>
              <a:buChar char="•"/>
            </a:pPr>
            <a:r>
              <a:rPr lang="de-DE" sz="1100" dirty="0">
                <a:solidFill>
                  <a:schemeClr val="tx2"/>
                </a:solidFill>
              </a:rPr>
              <a:t>RPA</a:t>
            </a:r>
          </a:p>
        </p:txBody>
      </p:sp>
      <p:sp>
        <p:nvSpPr>
          <p:cNvPr id="65" name="Textfeld 56">
            <a:extLst>
              <a:ext uri="{FF2B5EF4-FFF2-40B4-BE49-F238E27FC236}">
                <a16:creationId xmlns:a16="http://schemas.microsoft.com/office/drawing/2014/main" id="{E28FB0D7-B578-4930-A927-05D391BF4489}"/>
              </a:ext>
            </a:extLst>
          </p:cNvPr>
          <p:cNvSpPr txBox="1">
            <a:spLocks/>
          </p:cNvSpPr>
          <p:nvPr/>
        </p:nvSpPr>
        <p:spPr>
          <a:xfrm>
            <a:off x="2980477" y="4949780"/>
            <a:ext cx="1800200" cy="1287532"/>
          </a:xfrm>
          <a:prstGeom prst="rect">
            <a:avLst/>
          </a:prstGeom>
          <a:noFill/>
        </p:spPr>
        <p:txBody>
          <a:bodyPr wrap="square" lIns="0" tIns="0" rIns="0" bIns="0" numCol="1"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Finanzierung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Supply-Chain-Finanzierung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Bankgebühren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Zahlungsverkehr</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Working Capital Optimierung</a:t>
            </a:r>
          </a:p>
        </p:txBody>
      </p:sp>
      <p:sp>
        <p:nvSpPr>
          <p:cNvPr id="66" name="Textfeld 58">
            <a:extLst>
              <a:ext uri="{FF2B5EF4-FFF2-40B4-BE49-F238E27FC236}">
                <a16:creationId xmlns:a16="http://schemas.microsoft.com/office/drawing/2014/main" id="{FA577006-038B-4B4D-AC5C-B359E2B9C210}"/>
              </a:ext>
            </a:extLst>
          </p:cNvPr>
          <p:cNvSpPr txBox="1">
            <a:spLocks/>
          </p:cNvSpPr>
          <p:nvPr/>
        </p:nvSpPr>
        <p:spPr>
          <a:xfrm>
            <a:off x="7680830" y="4949780"/>
            <a:ext cx="1820848" cy="559127"/>
          </a:xfrm>
          <a:prstGeom prst="rect">
            <a:avLst/>
          </a:prstGeom>
          <a:noFill/>
        </p:spPr>
        <p:txBody>
          <a:bodyPr wrap="square" lIns="0" tIns="0" rIns="0" bIns="0" numCol="1" rtlCol="0">
            <a:spAutoFit/>
          </a:bodyPr>
          <a:lstStyle/>
          <a:p>
            <a:pPr marL="180000" indent="-180000" defTabSz="914400">
              <a:spcAft>
                <a:spcPts val="200"/>
              </a:spcAft>
              <a:buClr>
                <a:schemeClr val="tx2"/>
              </a:buClr>
              <a:buFont typeface="Arial" panose="020B0604020202020204" pitchFamily="34" charset="0"/>
              <a:buChar char="•"/>
            </a:pPr>
            <a:r>
              <a:rPr lang="de-DE" sz="1100" dirty="0">
                <a:solidFill>
                  <a:schemeClr val="tx2"/>
                </a:solidFill>
              </a:rPr>
              <a:t>Instandhaltung</a:t>
            </a:r>
          </a:p>
          <a:p>
            <a:pPr marL="180000" indent="-180000" defTabSz="914400">
              <a:spcAft>
                <a:spcPts val="200"/>
              </a:spcAft>
              <a:buClr>
                <a:schemeClr val="tx2"/>
              </a:buClr>
              <a:buFont typeface="Arial" panose="020B0604020202020204" pitchFamily="34" charset="0"/>
              <a:buChar char="•"/>
            </a:pPr>
            <a:r>
              <a:rPr lang="de-DE" sz="1100" dirty="0">
                <a:solidFill>
                  <a:schemeClr val="tx2"/>
                </a:solidFill>
              </a:rPr>
              <a:t>Gebäudereinigung</a:t>
            </a:r>
          </a:p>
          <a:p>
            <a:pPr marL="180000" indent="-180000" defTabSz="914400">
              <a:spcAft>
                <a:spcPts val="200"/>
              </a:spcAft>
              <a:buClr>
                <a:schemeClr val="tx2"/>
              </a:buClr>
              <a:buFont typeface="Arial" panose="020B0604020202020204" pitchFamily="34" charset="0"/>
              <a:buChar char="•"/>
            </a:pPr>
            <a:r>
              <a:rPr lang="de-DE" sz="1100" dirty="0">
                <a:solidFill>
                  <a:schemeClr val="tx2"/>
                </a:solidFill>
              </a:rPr>
              <a:t>Sicherheitsdienste</a:t>
            </a:r>
          </a:p>
        </p:txBody>
      </p:sp>
      <p:sp>
        <p:nvSpPr>
          <p:cNvPr id="67" name="Textfeld 59">
            <a:extLst>
              <a:ext uri="{FF2B5EF4-FFF2-40B4-BE49-F238E27FC236}">
                <a16:creationId xmlns:a16="http://schemas.microsoft.com/office/drawing/2014/main" id="{A6C91FC9-1CBE-4CA6-9D13-47F3F90DD605}"/>
              </a:ext>
            </a:extLst>
          </p:cNvPr>
          <p:cNvSpPr txBox="1">
            <a:spLocks/>
          </p:cNvSpPr>
          <p:nvPr/>
        </p:nvSpPr>
        <p:spPr>
          <a:xfrm>
            <a:off x="9804077" y="4949780"/>
            <a:ext cx="1871982" cy="754053"/>
          </a:xfrm>
          <a:prstGeom prst="rect">
            <a:avLst/>
          </a:prstGeom>
          <a:noFill/>
        </p:spPr>
        <p:txBody>
          <a:bodyPr wrap="square" lIns="0" tIns="0" rIns="0" bIns="0" numCol="1"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Strom-/Ö-l/Gas-Einkauf</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Energetik </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Energie-Management</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Technische Gase</a:t>
            </a:r>
          </a:p>
        </p:txBody>
      </p:sp>
      <p:sp>
        <p:nvSpPr>
          <p:cNvPr id="68" name="Textfeld 60">
            <a:extLst>
              <a:ext uri="{FF2B5EF4-FFF2-40B4-BE49-F238E27FC236}">
                <a16:creationId xmlns:a16="http://schemas.microsoft.com/office/drawing/2014/main" id="{F1C89BAD-9282-426C-AB5E-029859F4D674}"/>
              </a:ext>
            </a:extLst>
          </p:cNvPr>
          <p:cNvSpPr txBox="1">
            <a:spLocks/>
          </p:cNvSpPr>
          <p:nvPr/>
        </p:nvSpPr>
        <p:spPr>
          <a:xfrm>
            <a:off x="5083073" y="4949780"/>
            <a:ext cx="2440613" cy="1496948"/>
          </a:xfrm>
          <a:prstGeom prst="rect">
            <a:avLst/>
          </a:prstGeom>
          <a:noFill/>
        </p:spPr>
        <p:txBody>
          <a:bodyPr wrap="square" lIns="0" tIns="0" rIns="0" bIns="0" numCol="2"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Zeitarbeit</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Personal-marketing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Personalent-wicklung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Berufskleidung</a:t>
            </a:r>
          </a:p>
          <a:p>
            <a:pPr marL="180000" indent="-180000" defTabSz="914400">
              <a:spcAft>
                <a:spcPts val="200"/>
              </a:spcAft>
              <a:buClr>
                <a:schemeClr val="accent5"/>
              </a:buClr>
              <a:buFont typeface="Arial" panose="020B0604020202020204" pitchFamily="34" charset="0"/>
              <a:buChar char="•"/>
            </a:pP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endParaRPr lang="de-DE" sz="1100" dirty="0">
              <a:solidFill>
                <a:schemeClr val="tx2"/>
              </a:solidFill>
            </a:endParaRP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BG-Beiträge</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Lohnabrechnung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Catering/</a:t>
            </a:r>
            <a:br>
              <a:rPr lang="de-DE" sz="1100" dirty="0">
                <a:solidFill>
                  <a:schemeClr val="tx2"/>
                </a:solidFill>
              </a:rPr>
            </a:br>
            <a:r>
              <a:rPr lang="de-DE" sz="1100" dirty="0">
                <a:solidFill>
                  <a:schemeClr val="tx2"/>
                </a:solidFill>
              </a:rPr>
              <a:t>LM-Einkauf</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Arbeitsschutz</a:t>
            </a:r>
          </a:p>
        </p:txBody>
      </p:sp>
      <p:sp>
        <p:nvSpPr>
          <p:cNvPr id="76" name="Rectangle 58">
            <a:extLst>
              <a:ext uri="{FF2B5EF4-FFF2-40B4-BE49-F238E27FC236}">
                <a16:creationId xmlns:a16="http://schemas.microsoft.com/office/drawing/2014/main" id="{4202BA04-0704-456A-9095-04DC8B04FC5F}"/>
              </a:ext>
            </a:extLst>
          </p:cNvPr>
          <p:cNvSpPr/>
          <p:nvPr/>
        </p:nvSpPr>
        <p:spPr>
          <a:xfrm>
            <a:off x="515938" y="4265704"/>
            <a:ext cx="2319286" cy="562008"/>
          </a:xfrm>
          <a:prstGeom prst="round2SameRect">
            <a:avLst/>
          </a:prstGeom>
          <a:solidFill>
            <a:schemeClr val="accent1">
              <a:lumMod val="50000"/>
            </a:schemeClr>
          </a:solidFill>
          <a:ln>
            <a:noFill/>
          </a:ln>
          <a:effectLst/>
        </p:spPr>
        <p:txBody>
          <a:bodyPr wrap="square" lIns="648000" tIns="0" rIns="0" bIns="0" rtlCol="0" anchor="ctr">
            <a:noAutofit/>
          </a:bodyPr>
          <a:lstStyle/>
          <a:p>
            <a:r>
              <a:rPr lang="de-DE" sz="1400" b="1" dirty="0">
                <a:solidFill>
                  <a:schemeClr val="bg1"/>
                </a:solidFill>
              </a:rPr>
              <a:t>Administration</a:t>
            </a:r>
          </a:p>
        </p:txBody>
      </p:sp>
      <p:grpSp>
        <p:nvGrpSpPr>
          <p:cNvPr id="81" name="Group 80">
            <a:extLst>
              <a:ext uri="{FF2B5EF4-FFF2-40B4-BE49-F238E27FC236}">
                <a16:creationId xmlns:a16="http://schemas.microsoft.com/office/drawing/2014/main" id="{0519083A-F60E-4090-8A32-1B1075989E40}"/>
              </a:ext>
            </a:extLst>
          </p:cNvPr>
          <p:cNvGrpSpPr/>
          <p:nvPr/>
        </p:nvGrpSpPr>
        <p:grpSpPr>
          <a:xfrm>
            <a:off x="731404" y="4394227"/>
            <a:ext cx="304962" cy="304962"/>
            <a:chOff x="2676525" y="3609976"/>
            <a:chExt cx="360363" cy="360363"/>
          </a:xfrm>
          <a:solidFill>
            <a:schemeClr val="bg1"/>
          </a:solidFill>
        </p:grpSpPr>
        <p:sp>
          <p:nvSpPr>
            <p:cNvPr id="82" name="Freeform 5">
              <a:extLst>
                <a:ext uri="{FF2B5EF4-FFF2-40B4-BE49-F238E27FC236}">
                  <a16:creationId xmlns:a16="http://schemas.microsoft.com/office/drawing/2014/main" id="{A1797707-90BD-44BA-811D-5C5877F5A1E9}"/>
                </a:ext>
              </a:extLst>
            </p:cNvPr>
            <p:cNvSpPr>
              <a:spLocks noEditPoints="1"/>
            </p:cNvSpPr>
            <p:nvPr/>
          </p:nvSpPr>
          <p:spPr bwMode="auto">
            <a:xfrm>
              <a:off x="2720975" y="3698876"/>
              <a:ext cx="196850" cy="271463"/>
            </a:xfrm>
            <a:custGeom>
              <a:avLst/>
              <a:gdLst>
                <a:gd name="T0" fmla="*/ 829 w 862"/>
                <a:gd name="T1" fmla="*/ 1194 h 1194"/>
                <a:gd name="T2" fmla="*/ 33 w 862"/>
                <a:gd name="T3" fmla="*/ 1194 h 1194"/>
                <a:gd name="T4" fmla="*/ 33 w 862"/>
                <a:gd name="T5" fmla="*/ 1194 h 1194"/>
                <a:gd name="T6" fmla="*/ 27 w 862"/>
                <a:gd name="T7" fmla="*/ 1193 h 1194"/>
                <a:gd name="T8" fmla="*/ 20 w 862"/>
                <a:gd name="T9" fmla="*/ 1192 h 1194"/>
                <a:gd name="T10" fmla="*/ 14 w 862"/>
                <a:gd name="T11" fmla="*/ 1189 h 1194"/>
                <a:gd name="T12" fmla="*/ 9 w 862"/>
                <a:gd name="T13" fmla="*/ 1185 h 1194"/>
                <a:gd name="T14" fmla="*/ 5 w 862"/>
                <a:gd name="T15" fmla="*/ 1180 h 1194"/>
                <a:gd name="T16" fmla="*/ 3 w 862"/>
                <a:gd name="T17" fmla="*/ 1173 h 1194"/>
                <a:gd name="T18" fmla="*/ 1 w 862"/>
                <a:gd name="T19" fmla="*/ 1167 h 1194"/>
                <a:gd name="T20" fmla="*/ 0 w 862"/>
                <a:gd name="T21" fmla="*/ 1161 h 1194"/>
                <a:gd name="T22" fmla="*/ 0 w 862"/>
                <a:gd name="T23" fmla="*/ 33 h 1194"/>
                <a:gd name="T24" fmla="*/ 0 w 862"/>
                <a:gd name="T25" fmla="*/ 33 h 1194"/>
                <a:gd name="T26" fmla="*/ 1 w 862"/>
                <a:gd name="T27" fmla="*/ 27 h 1194"/>
                <a:gd name="T28" fmla="*/ 3 w 862"/>
                <a:gd name="T29" fmla="*/ 21 h 1194"/>
                <a:gd name="T30" fmla="*/ 5 w 862"/>
                <a:gd name="T31" fmla="*/ 15 h 1194"/>
                <a:gd name="T32" fmla="*/ 9 w 862"/>
                <a:gd name="T33" fmla="*/ 11 h 1194"/>
                <a:gd name="T34" fmla="*/ 14 w 862"/>
                <a:gd name="T35" fmla="*/ 6 h 1194"/>
                <a:gd name="T36" fmla="*/ 20 w 862"/>
                <a:gd name="T37" fmla="*/ 3 h 1194"/>
                <a:gd name="T38" fmla="*/ 27 w 862"/>
                <a:gd name="T39" fmla="*/ 1 h 1194"/>
                <a:gd name="T40" fmla="*/ 33 w 862"/>
                <a:gd name="T41" fmla="*/ 0 h 1194"/>
                <a:gd name="T42" fmla="*/ 829 w 862"/>
                <a:gd name="T43" fmla="*/ 0 h 1194"/>
                <a:gd name="T44" fmla="*/ 829 w 862"/>
                <a:gd name="T45" fmla="*/ 0 h 1194"/>
                <a:gd name="T46" fmla="*/ 835 w 862"/>
                <a:gd name="T47" fmla="*/ 1 h 1194"/>
                <a:gd name="T48" fmla="*/ 841 w 862"/>
                <a:gd name="T49" fmla="*/ 3 h 1194"/>
                <a:gd name="T50" fmla="*/ 846 w 862"/>
                <a:gd name="T51" fmla="*/ 6 h 1194"/>
                <a:gd name="T52" fmla="*/ 851 w 862"/>
                <a:gd name="T53" fmla="*/ 11 h 1194"/>
                <a:gd name="T54" fmla="*/ 856 w 862"/>
                <a:gd name="T55" fmla="*/ 15 h 1194"/>
                <a:gd name="T56" fmla="*/ 859 w 862"/>
                <a:gd name="T57" fmla="*/ 21 h 1194"/>
                <a:gd name="T58" fmla="*/ 861 w 862"/>
                <a:gd name="T59" fmla="*/ 27 h 1194"/>
                <a:gd name="T60" fmla="*/ 862 w 862"/>
                <a:gd name="T61" fmla="*/ 33 h 1194"/>
                <a:gd name="T62" fmla="*/ 862 w 862"/>
                <a:gd name="T63" fmla="*/ 1161 h 1194"/>
                <a:gd name="T64" fmla="*/ 862 w 862"/>
                <a:gd name="T65" fmla="*/ 1161 h 1194"/>
                <a:gd name="T66" fmla="*/ 861 w 862"/>
                <a:gd name="T67" fmla="*/ 1167 h 1194"/>
                <a:gd name="T68" fmla="*/ 859 w 862"/>
                <a:gd name="T69" fmla="*/ 1173 h 1194"/>
                <a:gd name="T70" fmla="*/ 856 w 862"/>
                <a:gd name="T71" fmla="*/ 1180 h 1194"/>
                <a:gd name="T72" fmla="*/ 851 w 862"/>
                <a:gd name="T73" fmla="*/ 1185 h 1194"/>
                <a:gd name="T74" fmla="*/ 846 w 862"/>
                <a:gd name="T75" fmla="*/ 1189 h 1194"/>
                <a:gd name="T76" fmla="*/ 841 w 862"/>
                <a:gd name="T77" fmla="*/ 1192 h 1194"/>
                <a:gd name="T78" fmla="*/ 835 w 862"/>
                <a:gd name="T79" fmla="*/ 1193 h 1194"/>
                <a:gd name="T80" fmla="*/ 829 w 862"/>
                <a:gd name="T81" fmla="*/ 1194 h 1194"/>
                <a:gd name="T82" fmla="*/ 829 w 862"/>
                <a:gd name="T83" fmla="*/ 1194 h 1194"/>
                <a:gd name="T84" fmla="*/ 66 w 862"/>
                <a:gd name="T85" fmla="*/ 1128 h 1194"/>
                <a:gd name="T86" fmla="*/ 796 w 862"/>
                <a:gd name="T87" fmla="*/ 1128 h 1194"/>
                <a:gd name="T88" fmla="*/ 796 w 862"/>
                <a:gd name="T89" fmla="*/ 67 h 1194"/>
                <a:gd name="T90" fmla="*/ 66 w 862"/>
                <a:gd name="T91" fmla="*/ 67 h 1194"/>
                <a:gd name="T92" fmla="*/ 66 w 862"/>
                <a:gd name="T93" fmla="*/ 1128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2" h="1194">
                  <a:moveTo>
                    <a:pt x="829" y="1194"/>
                  </a:moveTo>
                  <a:lnTo>
                    <a:pt x="33" y="1194"/>
                  </a:lnTo>
                  <a:lnTo>
                    <a:pt x="33" y="1194"/>
                  </a:lnTo>
                  <a:lnTo>
                    <a:pt x="27" y="1193"/>
                  </a:lnTo>
                  <a:lnTo>
                    <a:pt x="20" y="1192"/>
                  </a:lnTo>
                  <a:lnTo>
                    <a:pt x="14" y="1189"/>
                  </a:lnTo>
                  <a:lnTo>
                    <a:pt x="9" y="1185"/>
                  </a:lnTo>
                  <a:lnTo>
                    <a:pt x="5" y="1180"/>
                  </a:lnTo>
                  <a:lnTo>
                    <a:pt x="3" y="1173"/>
                  </a:lnTo>
                  <a:lnTo>
                    <a:pt x="1" y="1167"/>
                  </a:lnTo>
                  <a:lnTo>
                    <a:pt x="0" y="1161"/>
                  </a:lnTo>
                  <a:lnTo>
                    <a:pt x="0" y="33"/>
                  </a:lnTo>
                  <a:lnTo>
                    <a:pt x="0" y="33"/>
                  </a:lnTo>
                  <a:lnTo>
                    <a:pt x="1" y="27"/>
                  </a:lnTo>
                  <a:lnTo>
                    <a:pt x="3" y="21"/>
                  </a:lnTo>
                  <a:lnTo>
                    <a:pt x="5" y="15"/>
                  </a:lnTo>
                  <a:lnTo>
                    <a:pt x="9" y="11"/>
                  </a:lnTo>
                  <a:lnTo>
                    <a:pt x="14" y="6"/>
                  </a:lnTo>
                  <a:lnTo>
                    <a:pt x="20" y="3"/>
                  </a:lnTo>
                  <a:lnTo>
                    <a:pt x="27" y="1"/>
                  </a:lnTo>
                  <a:lnTo>
                    <a:pt x="33" y="0"/>
                  </a:lnTo>
                  <a:lnTo>
                    <a:pt x="829" y="0"/>
                  </a:lnTo>
                  <a:lnTo>
                    <a:pt x="829" y="0"/>
                  </a:lnTo>
                  <a:lnTo>
                    <a:pt x="835" y="1"/>
                  </a:lnTo>
                  <a:lnTo>
                    <a:pt x="841" y="3"/>
                  </a:lnTo>
                  <a:lnTo>
                    <a:pt x="846" y="6"/>
                  </a:lnTo>
                  <a:lnTo>
                    <a:pt x="851" y="11"/>
                  </a:lnTo>
                  <a:lnTo>
                    <a:pt x="856" y="15"/>
                  </a:lnTo>
                  <a:lnTo>
                    <a:pt x="859" y="21"/>
                  </a:lnTo>
                  <a:lnTo>
                    <a:pt x="861" y="27"/>
                  </a:lnTo>
                  <a:lnTo>
                    <a:pt x="862" y="33"/>
                  </a:lnTo>
                  <a:lnTo>
                    <a:pt x="862" y="1161"/>
                  </a:lnTo>
                  <a:lnTo>
                    <a:pt x="862" y="1161"/>
                  </a:lnTo>
                  <a:lnTo>
                    <a:pt x="861" y="1167"/>
                  </a:lnTo>
                  <a:lnTo>
                    <a:pt x="859" y="1173"/>
                  </a:lnTo>
                  <a:lnTo>
                    <a:pt x="856" y="1180"/>
                  </a:lnTo>
                  <a:lnTo>
                    <a:pt x="851" y="1185"/>
                  </a:lnTo>
                  <a:lnTo>
                    <a:pt x="846" y="1189"/>
                  </a:lnTo>
                  <a:lnTo>
                    <a:pt x="841" y="1192"/>
                  </a:lnTo>
                  <a:lnTo>
                    <a:pt x="835" y="1193"/>
                  </a:lnTo>
                  <a:lnTo>
                    <a:pt x="829" y="1194"/>
                  </a:lnTo>
                  <a:lnTo>
                    <a:pt x="829" y="1194"/>
                  </a:lnTo>
                  <a:close/>
                  <a:moveTo>
                    <a:pt x="66" y="1128"/>
                  </a:moveTo>
                  <a:lnTo>
                    <a:pt x="796" y="1128"/>
                  </a:lnTo>
                  <a:lnTo>
                    <a:pt x="796" y="67"/>
                  </a:lnTo>
                  <a:lnTo>
                    <a:pt x="66" y="67"/>
                  </a:lnTo>
                  <a:lnTo>
                    <a:pt x="66" y="11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3" name="Freeform 6">
              <a:extLst>
                <a:ext uri="{FF2B5EF4-FFF2-40B4-BE49-F238E27FC236}">
                  <a16:creationId xmlns:a16="http://schemas.microsoft.com/office/drawing/2014/main" id="{4E4B8F0E-0644-4D79-8ACF-6A316DCD8994}"/>
                </a:ext>
              </a:extLst>
            </p:cNvPr>
            <p:cNvSpPr>
              <a:spLocks noEditPoints="1"/>
            </p:cNvSpPr>
            <p:nvPr/>
          </p:nvSpPr>
          <p:spPr bwMode="auto">
            <a:xfrm>
              <a:off x="2676525" y="3609976"/>
              <a:ext cx="104775" cy="255588"/>
            </a:xfrm>
            <a:custGeom>
              <a:avLst/>
              <a:gdLst>
                <a:gd name="T0" fmla="*/ 33 w 464"/>
                <a:gd name="T1" fmla="*/ 1127 h 1127"/>
                <a:gd name="T2" fmla="*/ 14 w 464"/>
                <a:gd name="T3" fmla="*/ 1121 h 1127"/>
                <a:gd name="T4" fmla="*/ 2 w 464"/>
                <a:gd name="T5" fmla="*/ 1106 h 1127"/>
                <a:gd name="T6" fmla="*/ 0 w 464"/>
                <a:gd name="T7" fmla="*/ 232 h 1127"/>
                <a:gd name="T8" fmla="*/ 4 w 464"/>
                <a:gd name="T9" fmla="*/ 185 h 1127"/>
                <a:gd name="T10" fmla="*/ 28 w 464"/>
                <a:gd name="T11" fmla="*/ 121 h 1127"/>
                <a:gd name="T12" fmla="*/ 68 w 464"/>
                <a:gd name="T13" fmla="*/ 68 h 1127"/>
                <a:gd name="T14" fmla="*/ 121 w 464"/>
                <a:gd name="T15" fmla="*/ 28 h 1127"/>
                <a:gd name="T16" fmla="*/ 185 w 464"/>
                <a:gd name="T17" fmla="*/ 5 h 1127"/>
                <a:gd name="T18" fmla="*/ 232 w 464"/>
                <a:gd name="T19" fmla="*/ 0 h 1127"/>
                <a:gd name="T20" fmla="*/ 301 w 464"/>
                <a:gd name="T21" fmla="*/ 10 h 1127"/>
                <a:gd name="T22" fmla="*/ 361 w 464"/>
                <a:gd name="T23" fmla="*/ 39 h 1127"/>
                <a:gd name="T24" fmla="*/ 411 w 464"/>
                <a:gd name="T25" fmla="*/ 85 h 1127"/>
                <a:gd name="T26" fmla="*/ 446 w 464"/>
                <a:gd name="T27" fmla="*/ 142 h 1127"/>
                <a:gd name="T28" fmla="*/ 463 w 464"/>
                <a:gd name="T29" fmla="*/ 208 h 1127"/>
                <a:gd name="T30" fmla="*/ 463 w 464"/>
                <a:gd name="T31" fmla="*/ 255 h 1127"/>
                <a:gd name="T32" fmla="*/ 446 w 464"/>
                <a:gd name="T33" fmla="*/ 322 h 1127"/>
                <a:gd name="T34" fmla="*/ 411 w 464"/>
                <a:gd name="T35" fmla="*/ 380 h 1127"/>
                <a:gd name="T36" fmla="*/ 361 w 464"/>
                <a:gd name="T37" fmla="*/ 424 h 1127"/>
                <a:gd name="T38" fmla="*/ 301 w 464"/>
                <a:gd name="T39" fmla="*/ 453 h 1127"/>
                <a:gd name="T40" fmla="*/ 232 w 464"/>
                <a:gd name="T41" fmla="*/ 464 h 1127"/>
                <a:gd name="T42" fmla="*/ 219 w 464"/>
                <a:gd name="T43" fmla="*/ 461 h 1127"/>
                <a:gd name="T44" fmla="*/ 204 w 464"/>
                <a:gd name="T45" fmla="*/ 449 h 1127"/>
                <a:gd name="T46" fmla="*/ 199 w 464"/>
                <a:gd name="T47" fmla="*/ 430 h 1127"/>
                <a:gd name="T48" fmla="*/ 200 w 464"/>
                <a:gd name="T49" fmla="*/ 292 h 1127"/>
                <a:gd name="T50" fmla="*/ 208 w 464"/>
                <a:gd name="T51" fmla="*/ 275 h 1127"/>
                <a:gd name="T52" fmla="*/ 226 w 464"/>
                <a:gd name="T53" fmla="*/ 266 h 1127"/>
                <a:gd name="T54" fmla="*/ 394 w 464"/>
                <a:gd name="T55" fmla="*/ 265 h 1127"/>
                <a:gd name="T56" fmla="*/ 397 w 464"/>
                <a:gd name="T57" fmla="*/ 232 h 1127"/>
                <a:gd name="T58" fmla="*/ 390 w 464"/>
                <a:gd name="T59" fmla="*/ 183 h 1127"/>
                <a:gd name="T60" fmla="*/ 369 w 464"/>
                <a:gd name="T61" fmla="*/ 139 h 1127"/>
                <a:gd name="T62" fmla="*/ 337 w 464"/>
                <a:gd name="T63" fmla="*/ 104 h 1127"/>
                <a:gd name="T64" fmla="*/ 296 w 464"/>
                <a:gd name="T65" fmla="*/ 79 h 1127"/>
                <a:gd name="T66" fmla="*/ 248 w 464"/>
                <a:gd name="T67" fmla="*/ 67 h 1127"/>
                <a:gd name="T68" fmla="*/ 215 w 464"/>
                <a:gd name="T69" fmla="*/ 67 h 1127"/>
                <a:gd name="T70" fmla="*/ 168 w 464"/>
                <a:gd name="T71" fmla="*/ 79 h 1127"/>
                <a:gd name="T72" fmla="*/ 126 w 464"/>
                <a:gd name="T73" fmla="*/ 104 h 1127"/>
                <a:gd name="T74" fmla="*/ 94 w 464"/>
                <a:gd name="T75" fmla="*/ 139 h 1127"/>
                <a:gd name="T76" fmla="*/ 73 w 464"/>
                <a:gd name="T77" fmla="*/ 183 h 1127"/>
                <a:gd name="T78" fmla="*/ 66 w 464"/>
                <a:gd name="T79" fmla="*/ 232 h 1127"/>
                <a:gd name="T80" fmla="*/ 232 w 464"/>
                <a:gd name="T81" fmla="*/ 1061 h 1127"/>
                <a:gd name="T82" fmla="*/ 250 w 464"/>
                <a:gd name="T83" fmla="*/ 1066 h 1127"/>
                <a:gd name="T84" fmla="*/ 263 w 464"/>
                <a:gd name="T85" fmla="*/ 1081 h 1127"/>
                <a:gd name="T86" fmla="*/ 265 w 464"/>
                <a:gd name="T87" fmla="*/ 1094 h 1127"/>
                <a:gd name="T88" fmla="*/ 260 w 464"/>
                <a:gd name="T89" fmla="*/ 1113 h 1127"/>
                <a:gd name="T90" fmla="*/ 245 w 464"/>
                <a:gd name="T91" fmla="*/ 1124 h 1127"/>
                <a:gd name="T92" fmla="*/ 232 w 464"/>
                <a:gd name="T93" fmla="*/ 1127 h 1127"/>
                <a:gd name="T94" fmla="*/ 265 w 464"/>
                <a:gd name="T95" fmla="*/ 394 h 1127"/>
                <a:gd name="T96" fmla="*/ 307 w 464"/>
                <a:gd name="T97" fmla="*/ 379 h 1127"/>
                <a:gd name="T98" fmla="*/ 345 w 464"/>
                <a:gd name="T99" fmla="*/ 354 h 1127"/>
                <a:gd name="T100" fmla="*/ 265 w 464"/>
                <a:gd name="T101" fmla="*/ 33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4" h="1127">
                  <a:moveTo>
                    <a:pt x="232" y="1127"/>
                  </a:moveTo>
                  <a:lnTo>
                    <a:pt x="33" y="1127"/>
                  </a:lnTo>
                  <a:lnTo>
                    <a:pt x="33" y="1127"/>
                  </a:lnTo>
                  <a:lnTo>
                    <a:pt x="26" y="1126"/>
                  </a:lnTo>
                  <a:lnTo>
                    <a:pt x="20" y="1124"/>
                  </a:lnTo>
                  <a:lnTo>
                    <a:pt x="14" y="1121"/>
                  </a:lnTo>
                  <a:lnTo>
                    <a:pt x="9" y="1117"/>
                  </a:lnTo>
                  <a:lnTo>
                    <a:pt x="5" y="1113"/>
                  </a:lnTo>
                  <a:lnTo>
                    <a:pt x="2" y="1106"/>
                  </a:lnTo>
                  <a:lnTo>
                    <a:pt x="1" y="1100"/>
                  </a:lnTo>
                  <a:lnTo>
                    <a:pt x="0" y="1094"/>
                  </a:lnTo>
                  <a:lnTo>
                    <a:pt x="0" y="232"/>
                  </a:lnTo>
                  <a:lnTo>
                    <a:pt x="0" y="232"/>
                  </a:lnTo>
                  <a:lnTo>
                    <a:pt x="1" y="208"/>
                  </a:lnTo>
                  <a:lnTo>
                    <a:pt x="4" y="185"/>
                  </a:lnTo>
                  <a:lnTo>
                    <a:pt x="10" y="163"/>
                  </a:lnTo>
                  <a:lnTo>
                    <a:pt x="19" y="142"/>
                  </a:lnTo>
                  <a:lnTo>
                    <a:pt x="28" y="121"/>
                  </a:lnTo>
                  <a:lnTo>
                    <a:pt x="39" y="102"/>
                  </a:lnTo>
                  <a:lnTo>
                    <a:pt x="53" y="85"/>
                  </a:lnTo>
                  <a:lnTo>
                    <a:pt x="68" y="68"/>
                  </a:lnTo>
                  <a:lnTo>
                    <a:pt x="85" y="52"/>
                  </a:lnTo>
                  <a:lnTo>
                    <a:pt x="102" y="39"/>
                  </a:lnTo>
                  <a:lnTo>
                    <a:pt x="121" y="28"/>
                  </a:lnTo>
                  <a:lnTo>
                    <a:pt x="142" y="18"/>
                  </a:lnTo>
                  <a:lnTo>
                    <a:pt x="162" y="10"/>
                  </a:lnTo>
                  <a:lnTo>
                    <a:pt x="185" y="5"/>
                  </a:lnTo>
                  <a:lnTo>
                    <a:pt x="208" y="1"/>
                  </a:lnTo>
                  <a:lnTo>
                    <a:pt x="232" y="0"/>
                  </a:lnTo>
                  <a:lnTo>
                    <a:pt x="232" y="0"/>
                  </a:lnTo>
                  <a:lnTo>
                    <a:pt x="256" y="1"/>
                  </a:lnTo>
                  <a:lnTo>
                    <a:pt x="278" y="5"/>
                  </a:lnTo>
                  <a:lnTo>
                    <a:pt x="301" y="10"/>
                  </a:lnTo>
                  <a:lnTo>
                    <a:pt x="322" y="18"/>
                  </a:lnTo>
                  <a:lnTo>
                    <a:pt x="343" y="28"/>
                  </a:lnTo>
                  <a:lnTo>
                    <a:pt x="361" y="39"/>
                  </a:lnTo>
                  <a:lnTo>
                    <a:pt x="380" y="52"/>
                  </a:lnTo>
                  <a:lnTo>
                    <a:pt x="395" y="68"/>
                  </a:lnTo>
                  <a:lnTo>
                    <a:pt x="411" y="85"/>
                  </a:lnTo>
                  <a:lnTo>
                    <a:pt x="424" y="102"/>
                  </a:lnTo>
                  <a:lnTo>
                    <a:pt x="436" y="121"/>
                  </a:lnTo>
                  <a:lnTo>
                    <a:pt x="446" y="142"/>
                  </a:lnTo>
                  <a:lnTo>
                    <a:pt x="453" y="163"/>
                  </a:lnTo>
                  <a:lnTo>
                    <a:pt x="459" y="185"/>
                  </a:lnTo>
                  <a:lnTo>
                    <a:pt x="463" y="208"/>
                  </a:lnTo>
                  <a:lnTo>
                    <a:pt x="464" y="232"/>
                  </a:lnTo>
                  <a:lnTo>
                    <a:pt x="464" y="232"/>
                  </a:lnTo>
                  <a:lnTo>
                    <a:pt x="463" y="255"/>
                  </a:lnTo>
                  <a:lnTo>
                    <a:pt x="459" y="278"/>
                  </a:lnTo>
                  <a:lnTo>
                    <a:pt x="453" y="301"/>
                  </a:lnTo>
                  <a:lnTo>
                    <a:pt x="446" y="322"/>
                  </a:lnTo>
                  <a:lnTo>
                    <a:pt x="436" y="342"/>
                  </a:lnTo>
                  <a:lnTo>
                    <a:pt x="424" y="361"/>
                  </a:lnTo>
                  <a:lnTo>
                    <a:pt x="411" y="380"/>
                  </a:lnTo>
                  <a:lnTo>
                    <a:pt x="395" y="396"/>
                  </a:lnTo>
                  <a:lnTo>
                    <a:pt x="380" y="411"/>
                  </a:lnTo>
                  <a:lnTo>
                    <a:pt x="361" y="424"/>
                  </a:lnTo>
                  <a:lnTo>
                    <a:pt x="343" y="436"/>
                  </a:lnTo>
                  <a:lnTo>
                    <a:pt x="322" y="446"/>
                  </a:lnTo>
                  <a:lnTo>
                    <a:pt x="301" y="453"/>
                  </a:lnTo>
                  <a:lnTo>
                    <a:pt x="278" y="459"/>
                  </a:lnTo>
                  <a:lnTo>
                    <a:pt x="256" y="462"/>
                  </a:lnTo>
                  <a:lnTo>
                    <a:pt x="232" y="464"/>
                  </a:lnTo>
                  <a:lnTo>
                    <a:pt x="232" y="464"/>
                  </a:lnTo>
                  <a:lnTo>
                    <a:pt x="226" y="464"/>
                  </a:lnTo>
                  <a:lnTo>
                    <a:pt x="219" y="461"/>
                  </a:lnTo>
                  <a:lnTo>
                    <a:pt x="213" y="458"/>
                  </a:lnTo>
                  <a:lnTo>
                    <a:pt x="208" y="454"/>
                  </a:lnTo>
                  <a:lnTo>
                    <a:pt x="204" y="449"/>
                  </a:lnTo>
                  <a:lnTo>
                    <a:pt x="202" y="444"/>
                  </a:lnTo>
                  <a:lnTo>
                    <a:pt x="200" y="438"/>
                  </a:lnTo>
                  <a:lnTo>
                    <a:pt x="199" y="430"/>
                  </a:lnTo>
                  <a:lnTo>
                    <a:pt x="199" y="298"/>
                  </a:lnTo>
                  <a:lnTo>
                    <a:pt x="199" y="298"/>
                  </a:lnTo>
                  <a:lnTo>
                    <a:pt x="200" y="292"/>
                  </a:lnTo>
                  <a:lnTo>
                    <a:pt x="202" y="285"/>
                  </a:lnTo>
                  <a:lnTo>
                    <a:pt x="204" y="279"/>
                  </a:lnTo>
                  <a:lnTo>
                    <a:pt x="208" y="275"/>
                  </a:lnTo>
                  <a:lnTo>
                    <a:pt x="213" y="271"/>
                  </a:lnTo>
                  <a:lnTo>
                    <a:pt x="219" y="268"/>
                  </a:lnTo>
                  <a:lnTo>
                    <a:pt x="226" y="266"/>
                  </a:lnTo>
                  <a:lnTo>
                    <a:pt x="232" y="265"/>
                  </a:lnTo>
                  <a:lnTo>
                    <a:pt x="394" y="265"/>
                  </a:lnTo>
                  <a:lnTo>
                    <a:pt x="394" y="265"/>
                  </a:lnTo>
                  <a:lnTo>
                    <a:pt x="396" y="248"/>
                  </a:lnTo>
                  <a:lnTo>
                    <a:pt x="397" y="232"/>
                  </a:lnTo>
                  <a:lnTo>
                    <a:pt x="397" y="232"/>
                  </a:lnTo>
                  <a:lnTo>
                    <a:pt x="396" y="215"/>
                  </a:lnTo>
                  <a:lnTo>
                    <a:pt x="394" y="198"/>
                  </a:lnTo>
                  <a:lnTo>
                    <a:pt x="390" y="183"/>
                  </a:lnTo>
                  <a:lnTo>
                    <a:pt x="385" y="167"/>
                  </a:lnTo>
                  <a:lnTo>
                    <a:pt x="378" y="153"/>
                  </a:lnTo>
                  <a:lnTo>
                    <a:pt x="369" y="139"/>
                  </a:lnTo>
                  <a:lnTo>
                    <a:pt x="360" y="126"/>
                  </a:lnTo>
                  <a:lnTo>
                    <a:pt x="349" y="115"/>
                  </a:lnTo>
                  <a:lnTo>
                    <a:pt x="337" y="104"/>
                  </a:lnTo>
                  <a:lnTo>
                    <a:pt x="324" y="94"/>
                  </a:lnTo>
                  <a:lnTo>
                    <a:pt x="310" y="86"/>
                  </a:lnTo>
                  <a:lnTo>
                    <a:pt x="296" y="79"/>
                  </a:lnTo>
                  <a:lnTo>
                    <a:pt x="281" y="73"/>
                  </a:lnTo>
                  <a:lnTo>
                    <a:pt x="265" y="69"/>
                  </a:lnTo>
                  <a:lnTo>
                    <a:pt x="248" y="67"/>
                  </a:lnTo>
                  <a:lnTo>
                    <a:pt x="232" y="66"/>
                  </a:lnTo>
                  <a:lnTo>
                    <a:pt x="232" y="66"/>
                  </a:lnTo>
                  <a:lnTo>
                    <a:pt x="215" y="67"/>
                  </a:lnTo>
                  <a:lnTo>
                    <a:pt x="199" y="69"/>
                  </a:lnTo>
                  <a:lnTo>
                    <a:pt x="182" y="73"/>
                  </a:lnTo>
                  <a:lnTo>
                    <a:pt x="168" y="79"/>
                  </a:lnTo>
                  <a:lnTo>
                    <a:pt x="153" y="86"/>
                  </a:lnTo>
                  <a:lnTo>
                    <a:pt x="140" y="94"/>
                  </a:lnTo>
                  <a:lnTo>
                    <a:pt x="126" y="104"/>
                  </a:lnTo>
                  <a:lnTo>
                    <a:pt x="115" y="115"/>
                  </a:lnTo>
                  <a:lnTo>
                    <a:pt x="105" y="126"/>
                  </a:lnTo>
                  <a:lnTo>
                    <a:pt x="94" y="139"/>
                  </a:lnTo>
                  <a:lnTo>
                    <a:pt x="86" y="153"/>
                  </a:lnTo>
                  <a:lnTo>
                    <a:pt x="80" y="167"/>
                  </a:lnTo>
                  <a:lnTo>
                    <a:pt x="73" y="183"/>
                  </a:lnTo>
                  <a:lnTo>
                    <a:pt x="69" y="198"/>
                  </a:lnTo>
                  <a:lnTo>
                    <a:pt x="67" y="215"/>
                  </a:lnTo>
                  <a:lnTo>
                    <a:pt x="66" y="232"/>
                  </a:lnTo>
                  <a:lnTo>
                    <a:pt x="66" y="1061"/>
                  </a:lnTo>
                  <a:lnTo>
                    <a:pt x="232" y="1061"/>
                  </a:lnTo>
                  <a:lnTo>
                    <a:pt x="232" y="1061"/>
                  </a:lnTo>
                  <a:lnTo>
                    <a:pt x="238" y="1061"/>
                  </a:lnTo>
                  <a:lnTo>
                    <a:pt x="245" y="1063"/>
                  </a:lnTo>
                  <a:lnTo>
                    <a:pt x="250" y="1066"/>
                  </a:lnTo>
                  <a:lnTo>
                    <a:pt x="256" y="1070"/>
                  </a:lnTo>
                  <a:lnTo>
                    <a:pt x="260" y="1075"/>
                  </a:lnTo>
                  <a:lnTo>
                    <a:pt x="263" y="1081"/>
                  </a:lnTo>
                  <a:lnTo>
                    <a:pt x="264" y="1087"/>
                  </a:lnTo>
                  <a:lnTo>
                    <a:pt x="265" y="1094"/>
                  </a:lnTo>
                  <a:lnTo>
                    <a:pt x="265" y="1094"/>
                  </a:lnTo>
                  <a:lnTo>
                    <a:pt x="264" y="1100"/>
                  </a:lnTo>
                  <a:lnTo>
                    <a:pt x="263" y="1106"/>
                  </a:lnTo>
                  <a:lnTo>
                    <a:pt x="260" y="1113"/>
                  </a:lnTo>
                  <a:lnTo>
                    <a:pt x="256" y="1117"/>
                  </a:lnTo>
                  <a:lnTo>
                    <a:pt x="250" y="1121"/>
                  </a:lnTo>
                  <a:lnTo>
                    <a:pt x="245" y="1124"/>
                  </a:lnTo>
                  <a:lnTo>
                    <a:pt x="238" y="1126"/>
                  </a:lnTo>
                  <a:lnTo>
                    <a:pt x="232" y="1127"/>
                  </a:lnTo>
                  <a:lnTo>
                    <a:pt x="232" y="1127"/>
                  </a:lnTo>
                  <a:close/>
                  <a:moveTo>
                    <a:pt x="265" y="331"/>
                  </a:moveTo>
                  <a:lnTo>
                    <a:pt x="265" y="394"/>
                  </a:lnTo>
                  <a:lnTo>
                    <a:pt x="265" y="394"/>
                  </a:lnTo>
                  <a:lnTo>
                    <a:pt x="279" y="390"/>
                  </a:lnTo>
                  <a:lnTo>
                    <a:pt x="294" y="386"/>
                  </a:lnTo>
                  <a:lnTo>
                    <a:pt x="307" y="379"/>
                  </a:lnTo>
                  <a:lnTo>
                    <a:pt x="321" y="371"/>
                  </a:lnTo>
                  <a:lnTo>
                    <a:pt x="333" y="363"/>
                  </a:lnTo>
                  <a:lnTo>
                    <a:pt x="345" y="354"/>
                  </a:lnTo>
                  <a:lnTo>
                    <a:pt x="355" y="342"/>
                  </a:lnTo>
                  <a:lnTo>
                    <a:pt x="364" y="331"/>
                  </a:lnTo>
                  <a:lnTo>
                    <a:pt x="265"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4" name="Freeform 7">
              <a:extLst>
                <a:ext uri="{FF2B5EF4-FFF2-40B4-BE49-F238E27FC236}">
                  <a16:creationId xmlns:a16="http://schemas.microsoft.com/office/drawing/2014/main" id="{760E513A-1245-4DE2-BC27-ACF4BEB5B55E}"/>
                </a:ext>
              </a:extLst>
            </p:cNvPr>
            <p:cNvSpPr>
              <a:spLocks/>
            </p:cNvSpPr>
            <p:nvPr/>
          </p:nvSpPr>
          <p:spPr bwMode="auto">
            <a:xfrm>
              <a:off x="2720975" y="3609976"/>
              <a:ext cx="241300" cy="104775"/>
            </a:xfrm>
            <a:custGeom>
              <a:avLst/>
              <a:gdLst>
                <a:gd name="T0" fmla="*/ 829 w 1060"/>
                <a:gd name="T1" fmla="*/ 464 h 464"/>
                <a:gd name="T2" fmla="*/ 815 w 1060"/>
                <a:gd name="T3" fmla="*/ 461 h 464"/>
                <a:gd name="T4" fmla="*/ 805 w 1060"/>
                <a:gd name="T5" fmla="*/ 454 h 464"/>
                <a:gd name="T6" fmla="*/ 798 w 1060"/>
                <a:gd name="T7" fmla="*/ 444 h 464"/>
                <a:gd name="T8" fmla="*/ 796 w 1060"/>
                <a:gd name="T9" fmla="*/ 430 h 464"/>
                <a:gd name="T10" fmla="*/ 796 w 1060"/>
                <a:gd name="T11" fmla="*/ 424 h 464"/>
                <a:gd name="T12" fmla="*/ 801 w 1060"/>
                <a:gd name="T13" fmla="*/ 412 h 464"/>
                <a:gd name="T14" fmla="*/ 810 w 1060"/>
                <a:gd name="T15" fmla="*/ 403 h 464"/>
                <a:gd name="T16" fmla="*/ 821 w 1060"/>
                <a:gd name="T17" fmla="*/ 398 h 464"/>
                <a:gd name="T18" fmla="*/ 829 w 1060"/>
                <a:gd name="T19" fmla="*/ 397 h 464"/>
                <a:gd name="T20" fmla="*/ 862 w 1060"/>
                <a:gd name="T21" fmla="*/ 394 h 464"/>
                <a:gd name="T22" fmla="*/ 893 w 1060"/>
                <a:gd name="T23" fmla="*/ 385 h 464"/>
                <a:gd name="T24" fmla="*/ 921 w 1060"/>
                <a:gd name="T25" fmla="*/ 369 h 464"/>
                <a:gd name="T26" fmla="*/ 946 w 1060"/>
                <a:gd name="T27" fmla="*/ 349 h 464"/>
                <a:gd name="T28" fmla="*/ 965 w 1060"/>
                <a:gd name="T29" fmla="*/ 325 h 464"/>
                <a:gd name="T30" fmla="*/ 981 w 1060"/>
                <a:gd name="T31" fmla="*/ 296 h 464"/>
                <a:gd name="T32" fmla="*/ 990 w 1060"/>
                <a:gd name="T33" fmla="*/ 265 h 464"/>
                <a:gd name="T34" fmla="*/ 994 w 1060"/>
                <a:gd name="T35" fmla="*/ 232 h 464"/>
                <a:gd name="T36" fmla="*/ 993 w 1060"/>
                <a:gd name="T37" fmla="*/ 215 h 464"/>
                <a:gd name="T38" fmla="*/ 986 w 1060"/>
                <a:gd name="T39" fmla="*/ 183 h 464"/>
                <a:gd name="T40" fmla="*/ 974 w 1060"/>
                <a:gd name="T41" fmla="*/ 153 h 464"/>
                <a:gd name="T42" fmla="*/ 956 w 1060"/>
                <a:gd name="T43" fmla="*/ 126 h 464"/>
                <a:gd name="T44" fmla="*/ 933 w 1060"/>
                <a:gd name="T45" fmla="*/ 104 h 464"/>
                <a:gd name="T46" fmla="*/ 907 w 1060"/>
                <a:gd name="T47" fmla="*/ 86 h 464"/>
                <a:gd name="T48" fmla="*/ 877 w 1060"/>
                <a:gd name="T49" fmla="*/ 73 h 464"/>
                <a:gd name="T50" fmla="*/ 845 w 1060"/>
                <a:gd name="T51" fmla="*/ 67 h 464"/>
                <a:gd name="T52" fmla="*/ 33 w 1060"/>
                <a:gd name="T53" fmla="*/ 66 h 464"/>
                <a:gd name="T54" fmla="*/ 27 w 1060"/>
                <a:gd name="T55" fmla="*/ 65 h 464"/>
                <a:gd name="T56" fmla="*/ 14 w 1060"/>
                <a:gd name="T57" fmla="*/ 61 h 464"/>
                <a:gd name="T58" fmla="*/ 5 w 1060"/>
                <a:gd name="T59" fmla="*/ 51 h 464"/>
                <a:gd name="T60" fmla="*/ 1 w 1060"/>
                <a:gd name="T61" fmla="*/ 40 h 464"/>
                <a:gd name="T62" fmla="*/ 0 w 1060"/>
                <a:gd name="T63" fmla="*/ 33 h 464"/>
                <a:gd name="T64" fmla="*/ 3 w 1060"/>
                <a:gd name="T65" fmla="*/ 20 h 464"/>
                <a:gd name="T66" fmla="*/ 9 w 1060"/>
                <a:gd name="T67" fmla="*/ 9 h 464"/>
                <a:gd name="T68" fmla="*/ 20 w 1060"/>
                <a:gd name="T69" fmla="*/ 3 h 464"/>
                <a:gd name="T70" fmla="*/ 33 w 1060"/>
                <a:gd name="T71" fmla="*/ 0 h 464"/>
                <a:gd name="T72" fmla="*/ 829 w 1060"/>
                <a:gd name="T73" fmla="*/ 0 h 464"/>
                <a:gd name="T74" fmla="*/ 875 w 1060"/>
                <a:gd name="T75" fmla="*/ 5 h 464"/>
                <a:gd name="T76" fmla="*/ 919 w 1060"/>
                <a:gd name="T77" fmla="*/ 18 h 464"/>
                <a:gd name="T78" fmla="*/ 958 w 1060"/>
                <a:gd name="T79" fmla="*/ 39 h 464"/>
                <a:gd name="T80" fmla="*/ 992 w 1060"/>
                <a:gd name="T81" fmla="*/ 68 h 464"/>
                <a:gd name="T82" fmla="*/ 1020 w 1060"/>
                <a:gd name="T83" fmla="*/ 102 h 464"/>
                <a:gd name="T84" fmla="*/ 1042 w 1060"/>
                <a:gd name="T85" fmla="*/ 142 h 464"/>
                <a:gd name="T86" fmla="*/ 1055 w 1060"/>
                <a:gd name="T87" fmla="*/ 185 h 464"/>
                <a:gd name="T88" fmla="*/ 1060 w 1060"/>
                <a:gd name="T89" fmla="*/ 232 h 464"/>
                <a:gd name="T90" fmla="*/ 1059 w 1060"/>
                <a:gd name="T91" fmla="*/ 255 h 464"/>
                <a:gd name="T92" fmla="*/ 1050 w 1060"/>
                <a:gd name="T93" fmla="*/ 301 h 464"/>
                <a:gd name="T94" fmla="*/ 1032 w 1060"/>
                <a:gd name="T95" fmla="*/ 342 h 464"/>
                <a:gd name="T96" fmla="*/ 1007 w 1060"/>
                <a:gd name="T97" fmla="*/ 380 h 464"/>
                <a:gd name="T98" fmla="*/ 976 w 1060"/>
                <a:gd name="T99" fmla="*/ 411 h 464"/>
                <a:gd name="T100" fmla="*/ 938 w 1060"/>
                <a:gd name="T101" fmla="*/ 436 h 464"/>
                <a:gd name="T102" fmla="*/ 897 w 1060"/>
                <a:gd name="T103" fmla="*/ 453 h 464"/>
                <a:gd name="T104" fmla="*/ 851 w 1060"/>
                <a:gd name="T105" fmla="*/ 462 h 464"/>
                <a:gd name="T106" fmla="*/ 829 w 1060"/>
                <a:gd name="T107"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60" h="464">
                  <a:moveTo>
                    <a:pt x="829" y="464"/>
                  </a:moveTo>
                  <a:lnTo>
                    <a:pt x="829" y="464"/>
                  </a:lnTo>
                  <a:lnTo>
                    <a:pt x="821" y="464"/>
                  </a:lnTo>
                  <a:lnTo>
                    <a:pt x="815" y="461"/>
                  </a:lnTo>
                  <a:lnTo>
                    <a:pt x="810" y="458"/>
                  </a:lnTo>
                  <a:lnTo>
                    <a:pt x="805" y="454"/>
                  </a:lnTo>
                  <a:lnTo>
                    <a:pt x="801" y="449"/>
                  </a:lnTo>
                  <a:lnTo>
                    <a:pt x="798" y="444"/>
                  </a:lnTo>
                  <a:lnTo>
                    <a:pt x="796" y="438"/>
                  </a:lnTo>
                  <a:lnTo>
                    <a:pt x="796" y="430"/>
                  </a:lnTo>
                  <a:lnTo>
                    <a:pt x="796" y="430"/>
                  </a:lnTo>
                  <a:lnTo>
                    <a:pt x="796" y="424"/>
                  </a:lnTo>
                  <a:lnTo>
                    <a:pt x="798" y="418"/>
                  </a:lnTo>
                  <a:lnTo>
                    <a:pt x="801" y="412"/>
                  </a:lnTo>
                  <a:lnTo>
                    <a:pt x="805" y="408"/>
                  </a:lnTo>
                  <a:lnTo>
                    <a:pt x="810" y="403"/>
                  </a:lnTo>
                  <a:lnTo>
                    <a:pt x="815" y="400"/>
                  </a:lnTo>
                  <a:lnTo>
                    <a:pt x="821" y="398"/>
                  </a:lnTo>
                  <a:lnTo>
                    <a:pt x="829" y="397"/>
                  </a:lnTo>
                  <a:lnTo>
                    <a:pt x="829" y="397"/>
                  </a:lnTo>
                  <a:lnTo>
                    <a:pt x="845" y="396"/>
                  </a:lnTo>
                  <a:lnTo>
                    <a:pt x="862" y="394"/>
                  </a:lnTo>
                  <a:lnTo>
                    <a:pt x="877" y="390"/>
                  </a:lnTo>
                  <a:lnTo>
                    <a:pt x="893" y="385"/>
                  </a:lnTo>
                  <a:lnTo>
                    <a:pt x="907" y="378"/>
                  </a:lnTo>
                  <a:lnTo>
                    <a:pt x="921" y="369"/>
                  </a:lnTo>
                  <a:lnTo>
                    <a:pt x="933" y="360"/>
                  </a:lnTo>
                  <a:lnTo>
                    <a:pt x="946" y="349"/>
                  </a:lnTo>
                  <a:lnTo>
                    <a:pt x="956" y="337"/>
                  </a:lnTo>
                  <a:lnTo>
                    <a:pt x="965" y="325"/>
                  </a:lnTo>
                  <a:lnTo>
                    <a:pt x="974" y="310"/>
                  </a:lnTo>
                  <a:lnTo>
                    <a:pt x="981" y="296"/>
                  </a:lnTo>
                  <a:lnTo>
                    <a:pt x="986" y="281"/>
                  </a:lnTo>
                  <a:lnTo>
                    <a:pt x="990" y="265"/>
                  </a:lnTo>
                  <a:lnTo>
                    <a:pt x="993" y="249"/>
                  </a:lnTo>
                  <a:lnTo>
                    <a:pt x="994" y="232"/>
                  </a:lnTo>
                  <a:lnTo>
                    <a:pt x="994" y="232"/>
                  </a:lnTo>
                  <a:lnTo>
                    <a:pt x="993" y="215"/>
                  </a:lnTo>
                  <a:lnTo>
                    <a:pt x="990" y="198"/>
                  </a:lnTo>
                  <a:lnTo>
                    <a:pt x="986" y="183"/>
                  </a:lnTo>
                  <a:lnTo>
                    <a:pt x="981" y="167"/>
                  </a:lnTo>
                  <a:lnTo>
                    <a:pt x="974" y="153"/>
                  </a:lnTo>
                  <a:lnTo>
                    <a:pt x="965" y="139"/>
                  </a:lnTo>
                  <a:lnTo>
                    <a:pt x="956" y="126"/>
                  </a:lnTo>
                  <a:lnTo>
                    <a:pt x="946" y="115"/>
                  </a:lnTo>
                  <a:lnTo>
                    <a:pt x="933" y="104"/>
                  </a:lnTo>
                  <a:lnTo>
                    <a:pt x="921" y="94"/>
                  </a:lnTo>
                  <a:lnTo>
                    <a:pt x="907" y="86"/>
                  </a:lnTo>
                  <a:lnTo>
                    <a:pt x="893" y="79"/>
                  </a:lnTo>
                  <a:lnTo>
                    <a:pt x="877" y="73"/>
                  </a:lnTo>
                  <a:lnTo>
                    <a:pt x="862" y="69"/>
                  </a:lnTo>
                  <a:lnTo>
                    <a:pt x="845" y="67"/>
                  </a:lnTo>
                  <a:lnTo>
                    <a:pt x="829" y="66"/>
                  </a:lnTo>
                  <a:lnTo>
                    <a:pt x="33" y="66"/>
                  </a:lnTo>
                  <a:lnTo>
                    <a:pt x="33" y="66"/>
                  </a:lnTo>
                  <a:lnTo>
                    <a:pt x="27" y="65"/>
                  </a:lnTo>
                  <a:lnTo>
                    <a:pt x="20" y="64"/>
                  </a:lnTo>
                  <a:lnTo>
                    <a:pt x="14" y="61"/>
                  </a:lnTo>
                  <a:lnTo>
                    <a:pt x="9" y="57"/>
                  </a:lnTo>
                  <a:lnTo>
                    <a:pt x="5" y="51"/>
                  </a:lnTo>
                  <a:lnTo>
                    <a:pt x="3" y="46"/>
                  </a:lnTo>
                  <a:lnTo>
                    <a:pt x="1" y="40"/>
                  </a:lnTo>
                  <a:lnTo>
                    <a:pt x="0" y="33"/>
                  </a:lnTo>
                  <a:lnTo>
                    <a:pt x="0" y="33"/>
                  </a:lnTo>
                  <a:lnTo>
                    <a:pt x="1" y="27"/>
                  </a:lnTo>
                  <a:lnTo>
                    <a:pt x="3" y="20"/>
                  </a:lnTo>
                  <a:lnTo>
                    <a:pt x="5" y="14"/>
                  </a:lnTo>
                  <a:lnTo>
                    <a:pt x="9" y="9"/>
                  </a:lnTo>
                  <a:lnTo>
                    <a:pt x="14" y="6"/>
                  </a:lnTo>
                  <a:lnTo>
                    <a:pt x="20" y="3"/>
                  </a:lnTo>
                  <a:lnTo>
                    <a:pt x="27" y="1"/>
                  </a:lnTo>
                  <a:lnTo>
                    <a:pt x="33" y="0"/>
                  </a:lnTo>
                  <a:lnTo>
                    <a:pt x="829" y="0"/>
                  </a:lnTo>
                  <a:lnTo>
                    <a:pt x="829" y="0"/>
                  </a:lnTo>
                  <a:lnTo>
                    <a:pt x="851" y="1"/>
                  </a:lnTo>
                  <a:lnTo>
                    <a:pt x="875" y="5"/>
                  </a:lnTo>
                  <a:lnTo>
                    <a:pt x="897" y="10"/>
                  </a:lnTo>
                  <a:lnTo>
                    <a:pt x="919" y="18"/>
                  </a:lnTo>
                  <a:lnTo>
                    <a:pt x="938" y="28"/>
                  </a:lnTo>
                  <a:lnTo>
                    <a:pt x="958" y="39"/>
                  </a:lnTo>
                  <a:lnTo>
                    <a:pt x="976" y="52"/>
                  </a:lnTo>
                  <a:lnTo>
                    <a:pt x="992" y="68"/>
                  </a:lnTo>
                  <a:lnTo>
                    <a:pt x="1007" y="85"/>
                  </a:lnTo>
                  <a:lnTo>
                    <a:pt x="1020" y="102"/>
                  </a:lnTo>
                  <a:lnTo>
                    <a:pt x="1032" y="121"/>
                  </a:lnTo>
                  <a:lnTo>
                    <a:pt x="1042" y="142"/>
                  </a:lnTo>
                  <a:lnTo>
                    <a:pt x="1050" y="163"/>
                  </a:lnTo>
                  <a:lnTo>
                    <a:pt x="1055" y="185"/>
                  </a:lnTo>
                  <a:lnTo>
                    <a:pt x="1059" y="208"/>
                  </a:lnTo>
                  <a:lnTo>
                    <a:pt x="1060" y="232"/>
                  </a:lnTo>
                  <a:lnTo>
                    <a:pt x="1060" y="232"/>
                  </a:lnTo>
                  <a:lnTo>
                    <a:pt x="1059" y="255"/>
                  </a:lnTo>
                  <a:lnTo>
                    <a:pt x="1055" y="278"/>
                  </a:lnTo>
                  <a:lnTo>
                    <a:pt x="1050" y="301"/>
                  </a:lnTo>
                  <a:lnTo>
                    <a:pt x="1042" y="322"/>
                  </a:lnTo>
                  <a:lnTo>
                    <a:pt x="1032" y="342"/>
                  </a:lnTo>
                  <a:lnTo>
                    <a:pt x="1020" y="361"/>
                  </a:lnTo>
                  <a:lnTo>
                    <a:pt x="1007" y="380"/>
                  </a:lnTo>
                  <a:lnTo>
                    <a:pt x="992" y="396"/>
                  </a:lnTo>
                  <a:lnTo>
                    <a:pt x="976" y="411"/>
                  </a:lnTo>
                  <a:lnTo>
                    <a:pt x="958" y="424"/>
                  </a:lnTo>
                  <a:lnTo>
                    <a:pt x="938" y="436"/>
                  </a:lnTo>
                  <a:lnTo>
                    <a:pt x="919" y="446"/>
                  </a:lnTo>
                  <a:lnTo>
                    <a:pt x="897" y="453"/>
                  </a:lnTo>
                  <a:lnTo>
                    <a:pt x="875" y="459"/>
                  </a:lnTo>
                  <a:lnTo>
                    <a:pt x="851" y="462"/>
                  </a:lnTo>
                  <a:lnTo>
                    <a:pt x="829" y="464"/>
                  </a:lnTo>
                  <a:lnTo>
                    <a:pt x="829" y="4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5" name="Freeform 8">
              <a:extLst>
                <a:ext uri="{FF2B5EF4-FFF2-40B4-BE49-F238E27FC236}">
                  <a16:creationId xmlns:a16="http://schemas.microsoft.com/office/drawing/2014/main" id="{75D4F63E-7EA7-477D-B8B9-357B45276A6F}"/>
                </a:ext>
              </a:extLst>
            </p:cNvPr>
            <p:cNvSpPr>
              <a:spLocks/>
            </p:cNvSpPr>
            <p:nvPr/>
          </p:nvSpPr>
          <p:spPr bwMode="auto">
            <a:xfrm>
              <a:off x="2811463" y="3759201"/>
              <a:ext cx="74613" cy="15875"/>
            </a:xfrm>
            <a:custGeom>
              <a:avLst/>
              <a:gdLst>
                <a:gd name="T0" fmla="*/ 298 w 331"/>
                <a:gd name="T1" fmla="*/ 67 h 67"/>
                <a:gd name="T2" fmla="*/ 33 w 331"/>
                <a:gd name="T3" fmla="*/ 67 h 67"/>
                <a:gd name="T4" fmla="*/ 33 w 331"/>
                <a:gd name="T5" fmla="*/ 67 h 67"/>
                <a:gd name="T6" fmla="*/ 27 w 331"/>
                <a:gd name="T7" fmla="*/ 67 h 67"/>
                <a:gd name="T8" fmla="*/ 21 w 331"/>
                <a:gd name="T9" fmla="*/ 64 h 67"/>
                <a:gd name="T10" fmla="*/ 15 w 331"/>
                <a:gd name="T11" fmla="*/ 61 h 67"/>
                <a:gd name="T12" fmla="*/ 10 w 331"/>
                <a:gd name="T13" fmla="*/ 57 h 67"/>
                <a:gd name="T14" fmla="*/ 6 w 331"/>
                <a:gd name="T15" fmla="*/ 52 h 67"/>
                <a:gd name="T16" fmla="*/ 3 w 331"/>
                <a:gd name="T17" fmla="*/ 47 h 67"/>
                <a:gd name="T18" fmla="*/ 1 w 331"/>
                <a:gd name="T19" fmla="*/ 41 h 67"/>
                <a:gd name="T20" fmla="*/ 0 w 331"/>
                <a:gd name="T21" fmla="*/ 33 h 67"/>
                <a:gd name="T22" fmla="*/ 0 w 331"/>
                <a:gd name="T23" fmla="*/ 33 h 67"/>
                <a:gd name="T24" fmla="*/ 1 w 331"/>
                <a:gd name="T25" fmla="*/ 27 h 67"/>
                <a:gd name="T26" fmla="*/ 3 w 331"/>
                <a:gd name="T27" fmla="*/ 21 h 67"/>
                <a:gd name="T28" fmla="*/ 6 w 331"/>
                <a:gd name="T29" fmla="*/ 16 h 67"/>
                <a:gd name="T30" fmla="*/ 10 w 331"/>
                <a:gd name="T31" fmla="*/ 11 h 67"/>
                <a:gd name="T32" fmla="*/ 15 w 331"/>
                <a:gd name="T33" fmla="*/ 7 h 67"/>
                <a:gd name="T34" fmla="*/ 21 w 331"/>
                <a:gd name="T35" fmla="*/ 3 h 67"/>
                <a:gd name="T36" fmla="*/ 27 w 331"/>
                <a:gd name="T37" fmla="*/ 1 h 67"/>
                <a:gd name="T38" fmla="*/ 33 w 331"/>
                <a:gd name="T39" fmla="*/ 0 h 67"/>
                <a:gd name="T40" fmla="*/ 298 w 331"/>
                <a:gd name="T41" fmla="*/ 0 h 67"/>
                <a:gd name="T42" fmla="*/ 298 w 331"/>
                <a:gd name="T43" fmla="*/ 0 h 67"/>
                <a:gd name="T44" fmla="*/ 305 w 331"/>
                <a:gd name="T45" fmla="*/ 1 h 67"/>
                <a:gd name="T46" fmla="*/ 312 w 331"/>
                <a:gd name="T47" fmla="*/ 3 h 67"/>
                <a:gd name="T48" fmla="*/ 317 w 331"/>
                <a:gd name="T49" fmla="*/ 7 h 67"/>
                <a:gd name="T50" fmla="*/ 322 w 331"/>
                <a:gd name="T51" fmla="*/ 11 h 67"/>
                <a:gd name="T52" fmla="*/ 326 w 331"/>
                <a:gd name="T53" fmla="*/ 16 h 67"/>
                <a:gd name="T54" fmla="*/ 329 w 331"/>
                <a:gd name="T55" fmla="*/ 21 h 67"/>
                <a:gd name="T56" fmla="*/ 331 w 331"/>
                <a:gd name="T57" fmla="*/ 27 h 67"/>
                <a:gd name="T58" fmla="*/ 331 w 331"/>
                <a:gd name="T59" fmla="*/ 33 h 67"/>
                <a:gd name="T60" fmla="*/ 331 w 331"/>
                <a:gd name="T61" fmla="*/ 33 h 67"/>
                <a:gd name="T62" fmla="*/ 331 w 331"/>
                <a:gd name="T63" fmla="*/ 41 h 67"/>
                <a:gd name="T64" fmla="*/ 329 w 331"/>
                <a:gd name="T65" fmla="*/ 47 h 67"/>
                <a:gd name="T66" fmla="*/ 326 w 331"/>
                <a:gd name="T67" fmla="*/ 52 h 67"/>
                <a:gd name="T68" fmla="*/ 322 w 331"/>
                <a:gd name="T69" fmla="*/ 57 h 67"/>
                <a:gd name="T70" fmla="*/ 317 w 331"/>
                <a:gd name="T71" fmla="*/ 61 h 67"/>
                <a:gd name="T72" fmla="*/ 312 w 331"/>
                <a:gd name="T73" fmla="*/ 64 h 67"/>
                <a:gd name="T74" fmla="*/ 305 w 331"/>
                <a:gd name="T75" fmla="*/ 67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7"/>
                  </a:lnTo>
                  <a:lnTo>
                    <a:pt x="21" y="64"/>
                  </a:lnTo>
                  <a:lnTo>
                    <a:pt x="15" y="61"/>
                  </a:lnTo>
                  <a:lnTo>
                    <a:pt x="10" y="57"/>
                  </a:lnTo>
                  <a:lnTo>
                    <a:pt x="6" y="52"/>
                  </a:lnTo>
                  <a:lnTo>
                    <a:pt x="3" y="47"/>
                  </a:lnTo>
                  <a:lnTo>
                    <a:pt x="1" y="41"/>
                  </a:lnTo>
                  <a:lnTo>
                    <a:pt x="0" y="33"/>
                  </a:lnTo>
                  <a:lnTo>
                    <a:pt x="0" y="33"/>
                  </a:lnTo>
                  <a:lnTo>
                    <a:pt x="1" y="27"/>
                  </a:lnTo>
                  <a:lnTo>
                    <a:pt x="3" y="21"/>
                  </a:lnTo>
                  <a:lnTo>
                    <a:pt x="6" y="16"/>
                  </a:lnTo>
                  <a:lnTo>
                    <a:pt x="10" y="11"/>
                  </a:lnTo>
                  <a:lnTo>
                    <a:pt x="15" y="7"/>
                  </a:lnTo>
                  <a:lnTo>
                    <a:pt x="21" y="3"/>
                  </a:lnTo>
                  <a:lnTo>
                    <a:pt x="27" y="1"/>
                  </a:lnTo>
                  <a:lnTo>
                    <a:pt x="33" y="0"/>
                  </a:lnTo>
                  <a:lnTo>
                    <a:pt x="298" y="0"/>
                  </a:lnTo>
                  <a:lnTo>
                    <a:pt x="298" y="0"/>
                  </a:lnTo>
                  <a:lnTo>
                    <a:pt x="305" y="1"/>
                  </a:lnTo>
                  <a:lnTo>
                    <a:pt x="312" y="3"/>
                  </a:lnTo>
                  <a:lnTo>
                    <a:pt x="317" y="7"/>
                  </a:lnTo>
                  <a:lnTo>
                    <a:pt x="322" y="11"/>
                  </a:lnTo>
                  <a:lnTo>
                    <a:pt x="326" y="16"/>
                  </a:lnTo>
                  <a:lnTo>
                    <a:pt x="329" y="21"/>
                  </a:lnTo>
                  <a:lnTo>
                    <a:pt x="331" y="27"/>
                  </a:lnTo>
                  <a:lnTo>
                    <a:pt x="331" y="33"/>
                  </a:lnTo>
                  <a:lnTo>
                    <a:pt x="331" y="33"/>
                  </a:lnTo>
                  <a:lnTo>
                    <a:pt x="331" y="41"/>
                  </a:lnTo>
                  <a:lnTo>
                    <a:pt x="329" y="47"/>
                  </a:lnTo>
                  <a:lnTo>
                    <a:pt x="326" y="52"/>
                  </a:lnTo>
                  <a:lnTo>
                    <a:pt x="322" y="57"/>
                  </a:lnTo>
                  <a:lnTo>
                    <a:pt x="317" y="61"/>
                  </a:lnTo>
                  <a:lnTo>
                    <a:pt x="312" y="64"/>
                  </a:lnTo>
                  <a:lnTo>
                    <a:pt x="305" y="67"/>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6" name="Freeform 9">
              <a:extLst>
                <a:ext uri="{FF2B5EF4-FFF2-40B4-BE49-F238E27FC236}">
                  <a16:creationId xmlns:a16="http://schemas.microsoft.com/office/drawing/2014/main" id="{CDD2FD2D-2BA8-4F32-8BAC-8F7EB30E941C}"/>
                </a:ext>
              </a:extLst>
            </p:cNvPr>
            <p:cNvSpPr>
              <a:spLocks/>
            </p:cNvSpPr>
            <p:nvPr/>
          </p:nvSpPr>
          <p:spPr bwMode="auto">
            <a:xfrm>
              <a:off x="2811463" y="3819526"/>
              <a:ext cx="74613" cy="15875"/>
            </a:xfrm>
            <a:custGeom>
              <a:avLst/>
              <a:gdLst>
                <a:gd name="T0" fmla="*/ 298 w 331"/>
                <a:gd name="T1" fmla="*/ 67 h 67"/>
                <a:gd name="T2" fmla="*/ 33 w 331"/>
                <a:gd name="T3" fmla="*/ 67 h 67"/>
                <a:gd name="T4" fmla="*/ 33 w 331"/>
                <a:gd name="T5" fmla="*/ 67 h 67"/>
                <a:gd name="T6" fmla="*/ 27 w 331"/>
                <a:gd name="T7" fmla="*/ 66 h 67"/>
                <a:gd name="T8" fmla="*/ 21 w 331"/>
                <a:gd name="T9" fmla="*/ 64 h 67"/>
                <a:gd name="T10" fmla="*/ 15 w 331"/>
                <a:gd name="T11" fmla="*/ 60 h 67"/>
                <a:gd name="T12" fmla="*/ 10 w 331"/>
                <a:gd name="T13" fmla="*/ 56 h 67"/>
                <a:gd name="T14" fmla="*/ 6 w 331"/>
                <a:gd name="T15" fmla="*/ 52 h 67"/>
                <a:gd name="T16" fmla="*/ 3 w 331"/>
                <a:gd name="T17" fmla="*/ 46 h 67"/>
                <a:gd name="T18" fmla="*/ 1 w 331"/>
                <a:gd name="T19" fmla="*/ 40 h 67"/>
                <a:gd name="T20" fmla="*/ 0 w 331"/>
                <a:gd name="T21" fmla="*/ 34 h 67"/>
                <a:gd name="T22" fmla="*/ 0 w 331"/>
                <a:gd name="T23" fmla="*/ 34 h 67"/>
                <a:gd name="T24" fmla="*/ 1 w 331"/>
                <a:gd name="T25" fmla="*/ 26 h 67"/>
                <a:gd name="T26" fmla="*/ 3 w 331"/>
                <a:gd name="T27" fmla="*/ 20 h 67"/>
                <a:gd name="T28" fmla="*/ 6 w 331"/>
                <a:gd name="T29" fmla="*/ 15 h 67"/>
                <a:gd name="T30" fmla="*/ 10 w 331"/>
                <a:gd name="T31" fmla="*/ 10 h 67"/>
                <a:gd name="T32" fmla="*/ 15 w 331"/>
                <a:gd name="T33" fmla="*/ 6 h 67"/>
                <a:gd name="T34" fmla="*/ 21 w 331"/>
                <a:gd name="T35" fmla="*/ 2 h 67"/>
                <a:gd name="T36" fmla="*/ 27 w 331"/>
                <a:gd name="T37" fmla="*/ 0 h 67"/>
                <a:gd name="T38" fmla="*/ 33 w 331"/>
                <a:gd name="T39" fmla="*/ 0 h 67"/>
                <a:gd name="T40" fmla="*/ 298 w 331"/>
                <a:gd name="T41" fmla="*/ 0 h 67"/>
                <a:gd name="T42" fmla="*/ 298 w 331"/>
                <a:gd name="T43" fmla="*/ 0 h 67"/>
                <a:gd name="T44" fmla="*/ 305 w 331"/>
                <a:gd name="T45" fmla="*/ 0 h 67"/>
                <a:gd name="T46" fmla="*/ 312 w 331"/>
                <a:gd name="T47" fmla="*/ 2 h 67"/>
                <a:gd name="T48" fmla="*/ 317 w 331"/>
                <a:gd name="T49" fmla="*/ 6 h 67"/>
                <a:gd name="T50" fmla="*/ 322 w 331"/>
                <a:gd name="T51" fmla="*/ 10 h 67"/>
                <a:gd name="T52" fmla="*/ 326 w 331"/>
                <a:gd name="T53" fmla="*/ 15 h 67"/>
                <a:gd name="T54" fmla="*/ 329 w 331"/>
                <a:gd name="T55" fmla="*/ 20 h 67"/>
                <a:gd name="T56" fmla="*/ 331 w 331"/>
                <a:gd name="T57" fmla="*/ 26 h 67"/>
                <a:gd name="T58" fmla="*/ 331 w 331"/>
                <a:gd name="T59" fmla="*/ 34 h 67"/>
                <a:gd name="T60" fmla="*/ 331 w 331"/>
                <a:gd name="T61" fmla="*/ 34 h 67"/>
                <a:gd name="T62" fmla="*/ 331 w 331"/>
                <a:gd name="T63" fmla="*/ 40 h 67"/>
                <a:gd name="T64" fmla="*/ 329 w 331"/>
                <a:gd name="T65" fmla="*/ 46 h 67"/>
                <a:gd name="T66" fmla="*/ 326 w 331"/>
                <a:gd name="T67" fmla="*/ 52 h 67"/>
                <a:gd name="T68" fmla="*/ 322 w 331"/>
                <a:gd name="T69" fmla="*/ 56 h 67"/>
                <a:gd name="T70" fmla="*/ 317 w 331"/>
                <a:gd name="T71" fmla="*/ 60 h 67"/>
                <a:gd name="T72" fmla="*/ 312 w 331"/>
                <a:gd name="T73" fmla="*/ 64 h 67"/>
                <a:gd name="T74" fmla="*/ 305 w 331"/>
                <a:gd name="T75" fmla="*/ 66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6"/>
                  </a:lnTo>
                  <a:lnTo>
                    <a:pt x="21" y="64"/>
                  </a:lnTo>
                  <a:lnTo>
                    <a:pt x="15" y="60"/>
                  </a:lnTo>
                  <a:lnTo>
                    <a:pt x="10" y="56"/>
                  </a:lnTo>
                  <a:lnTo>
                    <a:pt x="6" y="52"/>
                  </a:lnTo>
                  <a:lnTo>
                    <a:pt x="3" y="46"/>
                  </a:lnTo>
                  <a:lnTo>
                    <a:pt x="1" y="40"/>
                  </a:lnTo>
                  <a:lnTo>
                    <a:pt x="0" y="34"/>
                  </a:lnTo>
                  <a:lnTo>
                    <a:pt x="0" y="34"/>
                  </a:lnTo>
                  <a:lnTo>
                    <a:pt x="1" y="26"/>
                  </a:lnTo>
                  <a:lnTo>
                    <a:pt x="3" y="20"/>
                  </a:lnTo>
                  <a:lnTo>
                    <a:pt x="6" y="15"/>
                  </a:lnTo>
                  <a:lnTo>
                    <a:pt x="10" y="10"/>
                  </a:lnTo>
                  <a:lnTo>
                    <a:pt x="15" y="6"/>
                  </a:lnTo>
                  <a:lnTo>
                    <a:pt x="21" y="2"/>
                  </a:lnTo>
                  <a:lnTo>
                    <a:pt x="27" y="0"/>
                  </a:lnTo>
                  <a:lnTo>
                    <a:pt x="33" y="0"/>
                  </a:lnTo>
                  <a:lnTo>
                    <a:pt x="298" y="0"/>
                  </a:lnTo>
                  <a:lnTo>
                    <a:pt x="298" y="0"/>
                  </a:lnTo>
                  <a:lnTo>
                    <a:pt x="305" y="0"/>
                  </a:lnTo>
                  <a:lnTo>
                    <a:pt x="312" y="2"/>
                  </a:lnTo>
                  <a:lnTo>
                    <a:pt x="317" y="6"/>
                  </a:lnTo>
                  <a:lnTo>
                    <a:pt x="322" y="10"/>
                  </a:lnTo>
                  <a:lnTo>
                    <a:pt x="326" y="15"/>
                  </a:lnTo>
                  <a:lnTo>
                    <a:pt x="329" y="20"/>
                  </a:lnTo>
                  <a:lnTo>
                    <a:pt x="331" y="26"/>
                  </a:lnTo>
                  <a:lnTo>
                    <a:pt x="331" y="34"/>
                  </a:lnTo>
                  <a:lnTo>
                    <a:pt x="331" y="34"/>
                  </a:lnTo>
                  <a:lnTo>
                    <a:pt x="331" y="40"/>
                  </a:lnTo>
                  <a:lnTo>
                    <a:pt x="329" y="46"/>
                  </a:lnTo>
                  <a:lnTo>
                    <a:pt x="326" y="52"/>
                  </a:lnTo>
                  <a:lnTo>
                    <a:pt x="322" y="56"/>
                  </a:lnTo>
                  <a:lnTo>
                    <a:pt x="317" y="60"/>
                  </a:lnTo>
                  <a:lnTo>
                    <a:pt x="312" y="64"/>
                  </a:lnTo>
                  <a:lnTo>
                    <a:pt x="305" y="66"/>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7" name="Freeform 10">
              <a:extLst>
                <a:ext uri="{FF2B5EF4-FFF2-40B4-BE49-F238E27FC236}">
                  <a16:creationId xmlns:a16="http://schemas.microsoft.com/office/drawing/2014/main" id="{0E5A2F3C-74B4-4069-AD79-C4999458C71B}"/>
                </a:ext>
              </a:extLst>
            </p:cNvPr>
            <p:cNvSpPr>
              <a:spLocks/>
            </p:cNvSpPr>
            <p:nvPr/>
          </p:nvSpPr>
          <p:spPr bwMode="auto">
            <a:xfrm>
              <a:off x="2811463" y="3879851"/>
              <a:ext cx="74613" cy="15875"/>
            </a:xfrm>
            <a:custGeom>
              <a:avLst/>
              <a:gdLst>
                <a:gd name="T0" fmla="*/ 298 w 331"/>
                <a:gd name="T1" fmla="*/ 67 h 67"/>
                <a:gd name="T2" fmla="*/ 33 w 331"/>
                <a:gd name="T3" fmla="*/ 67 h 67"/>
                <a:gd name="T4" fmla="*/ 33 w 331"/>
                <a:gd name="T5" fmla="*/ 67 h 67"/>
                <a:gd name="T6" fmla="*/ 27 w 331"/>
                <a:gd name="T7" fmla="*/ 66 h 67"/>
                <a:gd name="T8" fmla="*/ 21 w 331"/>
                <a:gd name="T9" fmla="*/ 64 h 67"/>
                <a:gd name="T10" fmla="*/ 15 w 331"/>
                <a:gd name="T11" fmla="*/ 60 h 67"/>
                <a:gd name="T12" fmla="*/ 10 w 331"/>
                <a:gd name="T13" fmla="*/ 56 h 67"/>
                <a:gd name="T14" fmla="*/ 6 w 331"/>
                <a:gd name="T15" fmla="*/ 52 h 67"/>
                <a:gd name="T16" fmla="*/ 3 w 331"/>
                <a:gd name="T17" fmla="*/ 46 h 67"/>
                <a:gd name="T18" fmla="*/ 1 w 331"/>
                <a:gd name="T19" fmla="*/ 40 h 67"/>
                <a:gd name="T20" fmla="*/ 0 w 331"/>
                <a:gd name="T21" fmla="*/ 34 h 67"/>
                <a:gd name="T22" fmla="*/ 0 w 331"/>
                <a:gd name="T23" fmla="*/ 34 h 67"/>
                <a:gd name="T24" fmla="*/ 1 w 331"/>
                <a:gd name="T25" fmla="*/ 26 h 67"/>
                <a:gd name="T26" fmla="*/ 3 w 331"/>
                <a:gd name="T27" fmla="*/ 20 h 67"/>
                <a:gd name="T28" fmla="*/ 6 w 331"/>
                <a:gd name="T29" fmla="*/ 15 h 67"/>
                <a:gd name="T30" fmla="*/ 10 w 331"/>
                <a:gd name="T31" fmla="*/ 10 h 67"/>
                <a:gd name="T32" fmla="*/ 15 w 331"/>
                <a:gd name="T33" fmla="*/ 6 h 67"/>
                <a:gd name="T34" fmla="*/ 21 w 331"/>
                <a:gd name="T35" fmla="*/ 2 h 67"/>
                <a:gd name="T36" fmla="*/ 27 w 331"/>
                <a:gd name="T37" fmla="*/ 0 h 67"/>
                <a:gd name="T38" fmla="*/ 33 w 331"/>
                <a:gd name="T39" fmla="*/ 0 h 67"/>
                <a:gd name="T40" fmla="*/ 298 w 331"/>
                <a:gd name="T41" fmla="*/ 0 h 67"/>
                <a:gd name="T42" fmla="*/ 298 w 331"/>
                <a:gd name="T43" fmla="*/ 0 h 67"/>
                <a:gd name="T44" fmla="*/ 305 w 331"/>
                <a:gd name="T45" fmla="*/ 0 h 67"/>
                <a:gd name="T46" fmla="*/ 312 w 331"/>
                <a:gd name="T47" fmla="*/ 2 h 67"/>
                <a:gd name="T48" fmla="*/ 317 w 331"/>
                <a:gd name="T49" fmla="*/ 6 h 67"/>
                <a:gd name="T50" fmla="*/ 322 w 331"/>
                <a:gd name="T51" fmla="*/ 10 h 67"/>
                <a:gd name="T52" fmla="*/ 326 w 331"/>
                <a:gd name="T53" fmla="*/ 15 h 67"/>
                <a:gd name="T54" fmla="*/ 329 w 331"/>
                <a:gd name="T55" fmla="*/ 20 h 67"/>
                <a:gd name="T56" fmla="*/ 331 w 331"/>
                <a:gd name="T57" fmla="*/ 26 h 67"/>
                <a:gd name="T58" fmla="*/ 331 w 331"/>
                <a:gd name="T59" fmla="*/ 34 h 67"/>
                <a:gd name="T60" fmla="*/ 331 w 331"/>
                <a:gd name="T61" fmla="*/ 34 h 67"/>
                <a:gd name="T62" fmla="*/ 331 w 331"/>
                <a:gd name="T63" fmla="*/ 40 h 67"/>
                <a:gd name="T64" fmla="*/ 329 w 331"/>
                <a:gd name="T65" fmla="*/ 46 h 67"/>
                <a:gd name="T66" fmla="*/ 326 w 331"/>
                <a:gd name="T67" fmla="*/ 52 h 67"/>
                <a:gd name="T68" fmla="*/ 322 w 331"/>
                <a:gd name="T69" fmla="*/ 56 h 67"/>
                <a:gd name="T70" fmla="*/ 317 w 331"/>
                <a:gd name="T71" fmla="*/ 60 h 67"/>
                <a:gd name="T72" fmla="*/ 312 w 331"/>
                <a:gd name="T73" fmla="*/ 64 h 67"/>
                <a:gd name="T74" fmla="*/ 305 w 331"/>
                <a:gd name="T75" fmla="*/ 66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6"/>
                  </a:lnTo>
                  <a:lnTo>
                    <a:pt x="21" y="64"/>
                  </a:lnTo>
                  <a:lnTo>
                    <a:pt x="15" y="60"/>
                  </a:lnTo>
                  <a:lnTo>
                    <a:pt x="10" y="56"/>
                  </a:lnTo>
                  <a:lnTo>
                    <a:pt x="6" y="52"/>
                  </a:lnTo>
                  <a:lnTo>
                    <a:pt x="3" y="46"/>
                  </a:lnTo>
                  <a:lnTo>
                    <a:pt x="1" y="40"/>
                  </a:lnTo>
                  <a:lnTo>
                    <a:pt x="0" y="34"/>
                  </a:lnTo>
                  <a:lnTo>
                    <a:pt x="0" y="34"/>
                  </a:lnTo>
                  <a:lnTo>
                    <a:pt x="1" y="26"/>
                  </a:lnTo>
                  <a:lnTo>
                    <a:pt x="3" y="20"/>
                  </a:lnTo>
                  <a:lnTo>
                    <a:pt x="6" y="15"/>
                  </a:lnTo>
                  <a:lnTo>
                    <a:pt x="10" y="10"/>
                  </a:lnTo>
                  <a:lnTo>
                    <a:pt x="15" y="6"/>
                  </a:lnTo>
                  <a:lnTo>
                    <a:pt x="21" y="2"/>
                  </a:lnTo>
                  <a:lnTo>
                    <a:pt x="27" y="0"/>
                  </a:lnTo>
                  <a:lnTo>
                    <a:pt x="33" y="0"/>
                  </a:lnTo>
                  <a:lnTo>
                    <a:pt x="298" y="0"/>
                  </a:lnTo>
                  <a:lnTo>
                    <a:pt x="298" y="0"/>
                  </a:lnTo>
                  <a:lnTo>
                    <a:pt x="305" y="0"/>
                  </a:lnTo>
                  <a:lnTo>
                    <a:pt x="312" y="2"/>
                  </a:lnTo>
                  <a:lnTo>
                    <a:pt x="317" y="6"/>
                  </a:lnTo>
                  <a:lnTo>
                    <a:pt x="322" y="10"/>
                  </a:lnTo>
                  <a:lnTo>
                    <a:pt x="326" y="15"/>
                  </a:lnTo>
                  <a:lnTo>
                    <a:pt x="329" y="20"/>
                  </a:lnTo>
                  <a:lnTo>
                    <a:pt x="331" y="26"/>
                  </a:lnTo>
                  <a:lnTo>
                    <a:pt x="331" y="34"/>
                  </a:lnTo>
                  <a:lnTo>
                    <a:pt x="331" y="34"/>
                  </a:lnTo>
                  <a:lnTo>
                    <a:pt x="331" y="40"/>
                  </a:lnTo>
                  <a:lnTo>
                    <a:pt x="329" y="46"/>
                  </a:lnTo>
                  <a:lnTo>
                    <a:pt x="326" y="52"/>
                  </a:lnTo>
                  <a:lnTo>
                    <a:pt x="322" y="56"/>
                  </a:lnTo>
                  <a:lnTo>
                    <a:pt x="317" y="60"/>
                  </a:lnTo>
                  <a:lnTo>
                    <a:pt x="312" y="64"/>
                  </a:lnTo>
                  <a:lnTo>
                    <a:pt x="305" y="66"/>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8" name="Freeform 11">
              <a:extLst>
                <a:ext uri="{FF2B5EF4-FFF2-40B4-BE49-F238E27FC236}">
                  <a16:creationId xmlns:a16="http://schemas.microsoft.com/office/drawing/2014/main" id="{EC4EA156-9943-4FB6-865E-78796856AE09}"/>
                </a:ext>
              </a:extLst>
            </p:cNvPr>
            <p:cNvSpPr>
              <a:spLocks/>
            </p:cNvSpPr>
            <p:nvPr/>
          </p:nvSpPr>
          <p:spPr bwMode="auto">
            <a:xfrm>
              <a:off x="2751138" y="3729038"/>
              <a:ext cx="52388" cy="46038"/>
            </a:xfrm>
            <a:custGeom>
              <a:avLst/>
              <a:gdLst>
                <a:gd name="T0" fmla="*/ 66 w 232"/>
                <a:gd name="T1" fmla="*/ 199 h 199"/>
                <a:gd name="T2" fmla="*/ 66 w 232"/>
                <a:gd name="T3" fmla="*/ 199 h 199"/>
                <a:gd name="T4" fmla="*/ 60 w 232"/>
                <a:gd name="T5" fmla="*/ 199 h 199"/>
                <a:gd name="T6" fmla="*/ 54 w 232"/>
                <a:gd name="T7" fmla="*/ 196 h 199"/>
                <a:gd name="T8" fmla="*/ 49 w 232"/>
                <a:gd name="T9" fmla="*/ 193 h 199"/>
                <a:gd name="T10" fmla="*/ 43 w 232"/>
                <a:gd name="T11" fmla="*/ 189 h 199"/>
                <a:gd name="T12" fmla="*/ 9 w 232"/>
                <a:gd name="T13" fmla="*/ 156 h 199"/>
                <a:gd name="T14" fmla="*/ 9 w 232"/>
                <a:gd name="T15" fmla="*/ 156 h 199"/>
                <a:gd name="T16" fmla="*/ 5 w 232"/>
                <a:gd name="T17" fmla="*/ 151 h 199"/>
                <a:gd name="T18" fmla="*/ 2 w 232"/>
                <a:gd name="T19" fmla="*/ 146 h 199"/>
                <a:gd name="T20" fmla="*/ 1 w 232"/>
                <a:gd name="T21" fmla="*/ 140 h 199"/>
                <a:gd name="T22" fmla="*/ 0 w 232"/>
                <a:gd name="T23" fmla="*/ 132 h 199"/>
                <a:gd name="T24" fmla="*/ 1 w 232"/>
                <a:gd name="T25" fmla="*/ 126 h 199"/>
                <a:gd name="T26" fmla="*/ 2 w 232"/>
                <a:gd name="T27" fmla="*/ 120 h 199"/>
                <a:gd name="T28" fmla="*/ 5 w 232"/>
                <a:gd name="T29" fmla="*/ 115 h 199"/>
                <a:gd name="T30" fmla="*/ 9 w 232"/>
                <a:gd name="T31" fmla="*/ 110 h 199"/>
                <a:gd name="T32" fmla="*/ 9 w 232"/>
                <a:gd name="T33" fmla="*/ 110 h 199"/>
                <a:gd name="T34" fmla="*/ 15 w 232"/>
                <a:gd name="T35" fmla="*/ 105 h 199"/>
                <a:gd name="T36" fmla="*/ 21 w 232"/>
                <a:gd name="T37" fmla="*/ 102 h 199"/>
                <a:gd name="T38" fmla="*/ 27 w 232"/>
                <a:gd name="T39" fmla="*/ 100 h 199"/>
                <a:gd name="T40" fmla="*/ 33 w 232"/>
                <a:gd name="T41" fmla="*/ 99 h 199"/>
                <a:gd name="T42" fmla="*/ 39 w 232"/>
                <a:gd name="T43" fmla="*/ 100 h 199"/>
                <a:gd name="T44" fmla="*/ 46 w 232"/>
                <a:gd name="T45" fmla="*/ 102 h 199"/>
                <a:gd name="T46" fmla="*/ 52 w 232"/>
                <a:gd name="T47" fmla="*/ 105 h 199"/>
                <a:gd name="T48" fmla="*/ 57 w 232"/>
                <a:gd name="T49" fmla="*/ 110 h 199"/>
                <a:gd name="T50" fmla="*/ 66 w 232"/>
                <a:gd name="T51" fmla="*/ 119 h 199"/>
                <a:gd name="T52" fmla="*/ 176 w 232"/>
                <a:gd name="T53" fmla="*/ 10 h 199"/>
                <a:gd name="T54" fmla="*/ 176 w 232"/>
                <a:gd name="T55" fmla="*/ 10 h 199"/>
                <a:gd name="T56" fmla="*/ 181 w 232"/>
                <a:gd name="T57" fmla="*/ 6 h 199"/>
                <a:gd name="T58" fmla="*/ 186 w 232"/>
                <a:gd name="T59" fmla="*/ 3 h 199"/>
                <a:gd name="T60" fmla="*/ 193 w 232"/>
                <a:gd name="T61" fmla="*/ 1 h 199"/>
                <a:gd name="T62" fmla="*/ 199 w 232"/>
                <a:gd name="T63" fmla="*/ 0 h 199"/>
                <a:gd name="T64" fmla="*/ 205 w 232"/>
                <a:gd name="T65" fmla="*/ 1 h 199"/>
                <a:gd name="T66" fmla="*/ 211 w 232"/>
                <a:gd name="T67" fmla="*/ 3 h 199"/>
                <a:gd name="T68" fmla="*/ 217 w 232"/>
                <a:gd name="T69" fmla="*/ 6 h 199"/>
                <a:gd name="T70" fmla="*/ 223 w 232"/>
                <a:gd name="T71" fmla="*/ 10 h 199"/>
                <a:gd name="T72" fmla="*/ 223 w 232"/>
                <a:gd name="T73" fmla="*/ 10 h 199"/>
                <a:gd name="T74" fmla="*/ 227 w 232"/>
                <a:gd name="T75" fmla="*/ 15 h 199"/>
                <a:gd name="T76" fmla="*/ 230 w 232"/>
                <a:gd name="T77" fmla="*/ 20 h 199"/>
                <a:gd name="T78" fmla="*/ 232 w 232"/>
                <a:gd name="T79" fmla="*/ 27 h 199"/>
                <a:gd name="T80" fmla="*/ 232 w 232"/>
                <a:gd name="T81" fmla="*/ 33 h 199"/>
                <a:gd name="T82" fmla="*/ 232 w 232"/>
                <a:gd name="T83" fmla="*/ 40 h 199"/>
                <a:gd name="T84" fmla="*/ 230 w 232"/>
                <a:gd name="T85" fmla="*/ 45 h 199"/>
                <a:gd name="T86" fmla="*/ 227 w 232"/>
                <a:gd name="T87" fmla="*/ 52 h 199"/>
                <a:gd name="T88" fmla="*/ 223 w 232"/>
                <a:gd name="T89" fmla="*/ 57 h 199"/>
                <a:gd name="T90" fmla="*/ 90 w 232"/>
                <a:gd name="T91" fmla="*/ 189 h 199"/>
                <a:gd name="T92" fmla="*/ 90 w 232"/>
                <a:gd name="T93" fmla="*/ 189 h 199"/>
                <a:gd name="T94" fmla="*/ 85 w 232"/>
                <a:gd name="T95" fmla="*/ 193 h 199"/>
                <a:gd name="T96" fmla="*/ 79 w 232"/>
                <a:gd name="T97" fmla="*/ 196 h 199"/>
                <a:gd name="T98" fmla="*/ 73 w 232"/>
                <a:gd name="T99" fmla="*/ 199 h 199"/>
                <a:gd name="T100" fmla="*/ 66 w 232"/>
                <a:gd name="T101" fmla="*/ 199 h 199"/>
                <a:gd name="T102" fmla="*/ 66 w 232"/>
                <a:gd name="T103"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99">
                  <a:moveTo>
                    <a:pt x="66" y="199"/>
                  </a:moveTo>
                  <a:lnTo>
                    <a:pt x="66" y="199"/>
                  </a:lnTo>
                  <a:lnTo>
                    <a:pt x="60" y="199"/>
                  </a:lnTo>
                  <a:lnTo>
                    <a:pt x="54" y="196"/>
                  </a:lnTo>
                  <a:lnTo>
                    <a:pt x="49" y="193"/>
                  </a:lnTo>
                  <a:lnTo>
                    <a:pt x="43" y="189"/>
                  </a:lnTo>
                  <a:lnTo>
                    <a:pt x="9" y="156"/>
                  </a:lnTo>
                  <a:lnTo>
                    <a:pt x="9" y="156"/>
                  </a:lnTo>
                  <a:lnTo>
                    <a:pt x="5" y="151"/>
                  </a:lnTo>
                  <a:lnTo>
                    <a:pt x="2" y="146"/>
                  </a:lnTo>
                  <a:lnTo>
                    <a:pt x="1" y="140"/>
                  </a:lnTo>
                  <a:lnTo>
                    <a:pt x="0" y="132"/>
                  </a:lnTo>
                  <a:lnTo>
                    <a:pt x="1" y="126"/>
                  </a:lnTo>
                  <a:lnTo>
                    <a:pt x="2" y="120"/>
                  </a:lnTo>
                  <a:lnTo>
                    <a:pt x="5" y="115"/>
                  </a:lnTo>
                  <a:lnTo>
                    <a:pt x="9" y="110"/>
                  </a:lnTo>
                  <a:lnTo>
                    <a:pt x="9" y="110"/>
                  </a:lnTo>
                  <a:lnTo>
                    <a:pt x="15" y="105"/>
                  </a:lnTo>
                  <a:lnTo>
                    <a:pt x="21" y="102"/>
                  </a:lnTo>
                  <a:lnTo>
                    <a:pt x="27" y="100"/>
                  </a:lnTo>
                  <a:lnTo>
                    <a:pt x="33" y="99"/>
                  </a:lnTo>
                  <a:lnTo>
                    <a:pt x="39" y="100"/>
                  </a:lnTo>
                  <a:lnTo>
                    <a:pt x="46" y="102"/>
                  </a:lnTo>
                  <a:lnTo>
                    <a:pt x="52" y="105"/>
                  </a:lnTo>
                  <a:lnTo>
                    <a:pt x="57" y="110"/>
                  </a:lnTo>
                  <a:lnTo>
                    <a:pt x="66" y="119"/>
                  </a:lnTo>
                  <a:lnTo>
                    <a:pt x="176" y="10"/>
                  </a:lnTo>
                  <a:lnTo>
                    <a:pt x="176" y="10"/>
                  </a:lnTo>
                  <a:lnTo>
                    <a:pt x="181" y="6"/>
                  </a:lnTo>
                  <a:lnTo>
                    <a:pt x="186" y="3"/>
                  </a:lnTo>
                  <a:lnTo>
                    <a:pt x="193" y="1"/>
                  </a:lnTo>
                  <a:lnTo>
                    <a:pt x="199" y="0"/>
                  </a:lnTo>
                  <a:lnTo>
                    <a:pt x="205" y="1"/>
                  </a:lnTo>
                  <a:lnTo>
                    <a:pt x="211" y="3"/>
                  </a:lnTo>
                  <a:lnTo>
                    <a:pt x="217" y="6"/>
                  </a:lnTo>
                  <a:lnTo>
                    <a:pt x="223" y="10"/>
                  </a:lnTo>
                  <a:lnTo>
                    <a:pt x="223" y="10"/>
                  </a:lnTo>
                  <a:lnTo>
                    <a:pt x="227" y="15"/>
                  </a:lnTo>
                  <a:lnTo>
                    <a:pt x="230" y="20"/>
                  </a:lnTo>
                  <a:lnTo>
                    <a:pt x="232" y="27"/>
                  </a:lnTo>
                  <a:lnTo>
                    <a:pt x="232" y="33"/>
                  </a:lnTo>
                  <a:lnTo>
                    <a:pt x="232" y="40"/>
                  </a:lnTo>
                  <a:lnTo>
                    <a:pt x="230" y="45"/>
                  </a:lnTo>
                  <a:lnTo>
                    <a:pt x="227" y="52"/>
                  </a:lnTo>
                  <a:lnTo>
                    <a:pt x="223" y="57"/>
                  </a:lnTo>
                  <a:lnTo>
                    <a:pt x="90" y="189"/>
                  </a:lnTo>
                  <a:lnTo>
                    <a:pt x="90" y="189"/>
                  </a:lnTo>
                  <a:lnTo>
                    <a:pt x="85" y="193"/>
                  </a:lnTo>
                  <a:lnTo>
                    <a:pt x="79" y="196"/>
                  </a:lnTo>
                  <a:lnTo>
                    <a:pt x="73" y="199"/>
                  </a:lnTo>
                  <a:lnTo>
                    <a:pt x="66" y="199"/>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9" name="Freeform 12">
              <a:extLst>
                <a:ext uri="{FF2B5EF4-FFF2-40B4-BE49-F238E27FC236}">
                  <a16:creationId xmlns:a16="http://schemas.microsoft.com/office/drawing/2014/main" id="{1F90E872-CC80-4D14-8113-39B99DB89D35}"/>
                </a:ext>
              </a:extLst>
            </p:cNvPr>
            <p:cNvSpPr>
              <a:spLocks/>
            </p:cNvSpPr>
            <p:nvPr/>
          </p:nvSpPr>
          <p:spPr bwMode="auto">
            <a:xfrm>
              <a:off x="2751138" y="3789363"/>
              <a:ext cx="52388" cy="46038"/>
            </a:xfrm>
            <a:custGeom>
              <a:avLst/>
              <a:gdLst>
                <a:gd name="T0" fmla="*/ 66 w 232"/>
                <a:gd name="T1" fmla="*/ 199 h 199"/>
                <a:gd name="T2" fmla="*/ 66 w 232"/>
                <a:gd name="T3" fmla="*/ 199 h 199"/>
                <a:gd name="T4" fmla="*/ 60 w 232"/>
                <a:gd name="T5" fmla="*/ 198 h 199"/>
                <a:gd name="T6" fmla="*/ 54 w 232"/>
                <a:gd name="T7" fmla="*/ 196 h 199"/>
                <a:gd name="T8" fmla="*/ 49 w 232"/>
                <a:gd name="T9" fmla="*/ 192 h 199"/>
                <a:gd name="T10" fmla="*/ 43 w 232"/>
                <a:gd name="T11" fmla="*/ 188 h 199"/>
                <a:gd name="T12" fmla="*/ 9 w 232"/>
                <a:gd name="T13" fmla="*/ 155 h 199"/>
                <a:gd name="T14" fmla="*/ 9 w 232"/>
                <a:gd name="T15" fmla="*/ 155 h 199"/>
                <a:gd name="T16" fmla="*/ 5 w 232"/>
                <a:gd name="T17" fmla="*/ 150 h 199"/>
                <a:gd name="T18" fmla="*/ 2 w 232"/>
                <a:gd name="T19" fmla="*/ 145 h 199"/>
                <a:gd name="T20" fmla="*/ 1 w 232"/>
                <a:gd name="T21" fmla="*/ 139 h 199"/>
                <a:gd name="T22" fmla="*/ 0 w 232"/>
                <a:gd name="T23" fmla="*/ 132 h 199"/>
                <a:gd name="T24" fmla="*/ 1 w 232"/>
                <a:gd name="T25" fmla="*/ 126 h 199"/>
                <a:gd name="T26" fmla="*/ 2 w 232"/>
                <a:gd name="T27" fmla="*/ 120 h 199"/>
                <a:gd name="T28" fmla="*/ 5 w 232"/>
                <a:gd name="T29" fmla="*/ 114 h 199"/>
                <a:gd name="T30" fmla="*/ 9 w 232"/>
                <a:gd name="T31" fmla="*/ 109 h 199"/>
                <a:gd name="T32" fmla="*/ 9 w 232"/>
                <a:gd name="T33" fmla="*/ 109 h 199"/>
                <a:gd name="T34" fmla="*/ 15 w 232"/>
                <a:gd name="T35" fmla="*/ 104 h 199"/>
                <a:gd name="T36" fmla="*/ 21 w 232"/>
                <a:gd name="T37" fmla="*/ 101 h 199"/>
                <a:gd name="T38" fmla="*/ 27 w 232"/>
                <a:gd name="T39" fmla="*/ 99 h 199"/>
                <a:gd name="T40" fmla="*/ 33 w 232"/>
                <a:gd name="T41" fmla="*/ 99 h 199"/>
                <a:gd name="T42" fmla="*/ 39 w 232"/>
                <a:gd name="T43" fmla="*/ 99 h 199"/>
                <a:gd name="T44" fmla="*/ 46 w 232"/>
                <a:gd name="T45" fmla="*/ 101 h 199"/>
                <a:gd name="T46" fmla="*/ 52 w 232"/>
                <a:gd name="T47" fmla="*/ 104 h 199"/>
                <a:gd name="T48" fmla="*/ 57 w 232"/>
                <a:gd name="T49" fmla="*/ 109 h 199"/>
                <a:gd name="T50" fmla="*/ 66 w 232"/>
                <a:gd name="T51" fmla="*/ 118 h 199"/>
                <a:gd name="T52" fmla="*/ 176 w 232"/>
                <a:gd name="T53" fmla="*/ 9 h 199"/>
                <a:gd name="T54" fmla="*/ 176 w 232"/>
                <a:gd name="T55" fmla="*/ 9 h 199"/>
                <a:gd name="T56" fmla="*/ 181 w 232"/>
                <a:gd name="T57" fmla="*/ 5 h 199"/>
                <a:gd name="T58" fmla="*/ 186 w 232"/>
                <a:gd name="T59" fmla="*/ 2 h 199"/>
                <a:gd name="T60" fmla="*/ 193 w 232"/>
                <a:gd name="T61" fmla="*/ 0 h 199"/>
                <a:gd name="T62" fmla="*/ 199 w 232"/>
                <a:gd name="T63" fmla="*/ 0 h 199"/>
                <a:gd name="T64" fmla="*/ 205 w 232"/>
                <a:gd name="T65" fmla="*/ 0 h 199"/>
                <a:gd name="T66" fmla="*/ 211 w 232"/>
                <a:gd name="T67" fmla="*/ 2 h 199"/>
                <a:gd name="T68" fmla="*/ 217 w 232"/>
                <a:gd name="T69" fmla="*/ 5 h 199"/>
                <a:gd name="T70" fmla="*/ 223 w 232"/>
                <a:gd name="T71" fmla="*/ 9 h 199"/>
                <a:gd name="T72" fmla="*/ 223 w 232"/>
                <a:gd name="T73" fmla="*/ 9 h 199"/>
                <a:gd name="T74" fmla="*/ 227 w 232"/>
                <a:gd name="T75" fmla="*/ 14 h 199"/>
                <a:gd name="T76" fmla="*/ 230 w 232"/>
                <a:gd name="T77" fmla="*/ 21 h 199"/>
                <a:gd name="T78" fmla="*/ 232 w 232"/>
                <a:gd name="T79" fmla="*/ 26 h 199"/>
                <a:gd name="T80" fmla="*/ 232 w 232"/>
                <a:gd name="T81" fmla="*/ 33 h 199"/>
                <a:gd name="T82" fmla="*/ 232 w 232"/>
                <a:gd name="T83" fmla="*/ 39 h 199"/>
                <a:gd name="T84" fmla="*/ 230 w 232"/>
                <a:gd name="T85" fmla="*/ 45 h 199"/>
                <a:gd name="T86" fmla="*/ 227 w 232"/>
                <a:gd name="T87" fmla="*/ 51 h 199"/>
                <a:gd name="T88" fmla="*/ 223 w 232"/>
                <a:gd name="T89" fmla="*/ 56 h 199"/>
                <a:gd name="T90" fmla="*/ 90 w 232"/>
                <a:gd name="T91" fmla="*/ 188 h 199"/>
                <a:gd name="T92" fmla="*/ 90 w 232"/>
                <a:gd name="T93" fmla="*/ 188 h 199"/>
                <a:gd name="T94" fmla="*/ 85 w 232"/>
                <a:gd name="T95" fmla="*/ 192 h 199"/>
                <a:gd name="T96" fmla="*/ 79 w 232"/>
                <a:gd name="T97" fmla="*/ 196 h 199"/>
                <a:gd name="T98" fmla="*/ 73 w 232"/>
                <a:gd name="T99" fmla="*/ 198 h 199"/>
                <a:gd name="T100" fmla="*/ 66 w 232"/>
                <a:gd name="T101" fmla="*/ 199 h 199"/>
                <a:gd name="T102" fmla="*/ 66 w 232"/>
                <a:gd name="T103"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99">
                  <a:moveTo>
                    <a:pt x="66" y="199"/>
                  </a:moveTo>
                  <a:lnTo>
                    <a:pt x="66" y="199"/>
                  </a:lnTo>
                  <a:lnTo>
                    <a:pt x="60" y="198"/>
                  </a:lnTo>
                  <a:lnTo>
                    <a:pt x="54" y="196"/>
                  </a:lnTo>
                  <a:lnTo>
                    <a:pt x="49" y="192"/>
                  </a:lnTo>
                  <a:lnTo>
                    <a:pt x="43" y="188"/>
                  </a:lnTo>
                  <a:lnTo>
                    <a:pt x="9" y="155"/>
                  </a:lnTo>
                  <a:lnTo>
                    <a:pt x="9" y="155"/>
                  </a:lnTo>
                  <a:lnTo>
                    <a:pt x="5" y="150"/>
                  </a:lnTo>
                  <a:lnTo>
                    <a:pt x="2" y="145"/>
                  </a:lnTo>
                  <a:lnTo>
                    <a:pt x="1" y="139"/>
                  </a:lnTo>
                  <a:lnTo>
                    <a:pt x="0" y="132"/>
                  </a:lnTo>
                  <a:lnTo>
                    <a:pt x="1" y="126"/>
                  </a:lnTo>
                  <a:lnTo>
                    <a:pt x="2" y="120"/>
                  </a:lnTo>
                  <a:lnTo>
                    <a:pt x="5" y="114"/>
                  </a:lnTo>
                  <a:lnTo>
                    <a:pt x="9" y="109"/>
                  </a:lnTo>
                  <a:lnTo>
                    <a:pt x="9" y="109"/>
                  </a:lnTo>
                  <a:lnTo>
                    <a:pt x="15" y="104"/>
                  </a:lnTo>
                  <a:lnTo>
                    <a:pt x="21" y="101"/>
                  </a:lnTo>
                  <a:lnTo>
                    <a:pt x="27" y="99"/>
                  </a:lnTo>
                  <a:lnTo>
                    <a:pt x="33" y="99"/>
                  </a:lnTo>
                  <a:lnTo>
                    <a:pt x="39" y="99"/>
                  </a:lnTo>
                  <a:lnTo>
                    <a:pt x="46" y="101"/>
                  </a:lnTo>
                  <a:lnTo>
                    <a:pt x="52" y="104"/>
                  </a:lnTo>
                  <a:lnTo>
                    <a:pt x="57" y="109"/>
                  </a:lnTo>
                  <a:lnTo>
                    <a:pt x="66" y="118"/>
                  </a:lnTo>
                  <a:lnTo>
                    <a:pt x="176" y="9"/>
                  </a:lnTo>
                  <a:lnTo>
                    <a:pt x="176" y="9"/>
                  </a:lnTo>
                  <a:lnTo>
                    <a:pt x="181" y="5"/>
                  </a:lnTo>
                  <a:lnTo>
                    <a:pt x="186" y="2"/>
                  </a:lnTo>
                  <a:lnTo>
                    <a:pt x="193" y="0"/>
                  </a:lnTo>
                  <a:lnTo>
                    <a:pt x="199" y="0"/>
                  </a:lnTo>
                  <a:lnTo>
                    <a:pt x="205" y="0"/>
                  </a:lnTo>
                  <a:lnTo>
                    <a:pt x="211" y="2"/>
                  </a:lnTo>
                  <a:lnTo>
                    <a:pt x="217" y="5"/>
                  </a:lnTo>
                  <a:lnTo>
                    <a:pt x="223" y="9"/>
                  </a:lnTo>
                  <a:lnTo>
                    <a:pt x="223" y="9"/>
                  </a:lnTo>
                  <a:lnTo>
                    <a:pt x="227" y="14"/>
                  </a:lnTo>
                  <a:lnTo>
                    <a:pt x="230" y="21"/>
                  </a:lnTo>
                  <a:lnTo>
                    <a:pt x="232" y="26"/>
                  </a:lnTo>
                  <a:lnTo>
                    <a:pt x="232" y="33"/>
                  </a:lnTo>
                  <a:lnTo>
                    <a:pt x="232" y="39"/>
                  </a:lnTo>
                  <a:lnTo>
                    <a:pt x="230" y="45"/>
                  </a:lnTo>
                  <a:lnTo>
                    <a:pt x="227" y="51"/>
                  </a:lnTo>
                  <a:lnTo>
                    <a:pt x="223" y="56"/>
                  </a:lnTo>
                  <a:lnTo>
                    <a:pt x="90" y="188"/>
                  </a:lnTo>
                  <a:lnTo>
                    <a:pt x="90" y="188"/>
                  </a:lnTo>
                  <a:lnTo>
                    <a:pt x="85" y="192"/>
                  </a:lnTo>
                  <a:lnTo>
                    <a:pt x="79" y="196"/>
                  </a:lnTo>
                  <a:lnTo>
                    <a:pt x="73" y="198"/>
                  </a:lnTo>
                  <a:lnTo>
                    <a:pt x="66" y="199"/>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0" name="Freeform 13">
              <a:extLst>
                <a:ext uri="{FF2B5EF4-FFF2-40B4-BE49-F238E27FC236}">
                  <a16:creationId xmlns:a16="http://schemas.microsoft.com/office/drawing/2014/main" id="{C9F40D4A-87BC-4C55-A030-1C69F36C81A6}"/>
                </a:ext>
              </a:extLst>
            </p:cNvPr>
            <p:cNvSpPr>
              <a:spLocks noEditPoints="1"/>
            </p:cNvSpPr>
            <p:nvPr/>
          </p:nvSpPr>
          <p:spPr bwMode="auto">
            <a:xfrm>
              <a:off x="2976563" y="3692526"/>
              <a:ext cx="60325" cy="277813"/>
            </a:xfrm>
            <a:custGeom>
              <a:avLst/>
              <a:gdLst>
                <a:gd name="T0" fmla="*/ 119 w 265"/>
                <a:gd name="T1" fmla="*/ 1226 h 1227"/>
                <a:gd name="T2" fmla="*/ 80 w 265"/>
                <a:gd name="T3" fmla="*/ 1217 h 1227"/>
                <a:gd name="T4" fmla="*/ 47 w 265"/>
                <a:gd name="T5" fmla="*/ 1197 h 1227"/>
                <a:gd name="T6" fmla="*/ 22 w 265"/>
                <a:gd name="T7" fmla="*/ 1169 h 1227"/>
                <a:gd name="T8" fmla="*/ 5 w 265"/>
                <a:gd name="T9" fmla="*/ 1134 h 1227"/>
                <a:gd name="T10" fmla="*/ 0 w 265"/>
                <a:gd name="T11" fmla="*/ 1094 h 1227"/>
                <a:gd name="T12" fmla="*/ 0 w 265"/>
                <a:gd name="T13" fmla="*/ 119 h 1227"/>
                <a:gd name="T14" fmla="*/ 10 w 265"/>
                <a:gd name="T15" fmla="*/ 82 h 1227"/>
                <a:gd name="T16" fmla="*/ 30 w 265"/>
                <a:gd name="T17" fmla="*/ 49 h 1227"/>
                <a:gd name="T18" fmla="*/ 58 w 265"/>
                <a:gd name="T19" fmla="*/ 23 h 1227"/>
                <a:gd name="T20" fmla="*/ 93 w 265"/>
                <a:gd name="T21" fmla="*/ 6 h 1227"/>
                <a:gd name="T22" fmla="*/ 132 w 265"/>
                <a:gd name="T23" fmla="*/ 0 h 1227"/>
                <a:gd name="T24" fmla="*/ 159 w 265"/>
                <a:gd name="T25" fmla="*/ 3 h 1227"/>
                <a:gd name="T26" fmla="*/ 195 w 265"/>
                <a:gd name="T27" fmla="*/ 17 h 1227"/>
                <a:gd name="T28" fmla="*/ 225 w 265"/>
                <a:gd name="T29" fmla="*/ 39 h 1227"/>
                <a:gd name="T30" fmla="*/ 248 w 265"/>
                <a:gd name="T31" fmla="*/ 69 h 1227"/>
                <a:gd name="T32" fmla="*/ 261 w 265"/>
                <a:gd name="T33" fmla="*/ 107 h 1227"/>
                <a:gd name="T34" fmla="*/ 265 w 265"/>
                <a:gd name="T35" fmla="*/ 1094 h 1227"/>
                <a:gd name="T36" fmla="*/ 261 w 265"/>
                <a:gd name="T37" fmla="*/ 1121 h 1227"/>
                <a:gd name="T38" fmla="*/ 248 w 265"/>
                <a:gd name="T39" fmla="*/ 1158 h 1227"/>
                <a:gd name="T40" fmla="*/ 225 w 265"/>
                <a:gd name="T41" fmla="*/ 1188 h 1227"/>
                <a:gd name="T42" fmla="*/ 195 w 265"/>
                <a:gd name="T43" fmla="*/ 1211 h 1227"/>
                <a:gd name="T44" fmla="*/ 159 w 265"/>
                <a:gd name="T45" fmla="*/ 1224 h 1227"/>
                <a:gd name="T46" fmla="*/ 132 w 265"/>
                <a:gd name="T47" fmla="*/ 1227 h 1227"/>
                <a:gd name="T48" fmla="*/ 125 w 265"/>
                <a:gd name="T49" fmla="*/ 67 h 1227"/>
                <a:gd name="T50" fmla="*/ 106 w 265"/>
                <a:gd name="T51" fmla="*/ 72 h 1227"/>
                <a:gd name="T52" fmla="*/ 86 w 265"/>
                <a:gd name="T53" fmla="*/ 86 h 1227"/>
                <a:gd name="T54" fmla="*/ 71 w 265"/>
                <a:gd name="T55" fmla="*/ 107 h 1227"/>
                <a:gd name="T56" fmla="*/ 66 w 265"/>
                <a:gd name="T57" fmla="*/ 126 h 1227"/>
                <a:gd name="T58" fmla="*/ 66 w 265"/>
                <a:gd name="T59" fmla="*/ 1094 h 1227"/>
                <a:gd name="T60" fmla="*/ 69 w 265"/>
                <a:gd name="T61" fmla="*/ 1114 h 1227"/>
                <a:gd name="T62" fmla="*/ 77 w 265"/>
                <a:gd name="T63" fmla="*/ 1132 h 1227"/>
                <a:gd name="T64" fmla="*/ 100 w 265"/>
                <a:gd name="T65" fmla="*/ 1152 h 1227"/>
                <a:gd name="T66" fmla="*/ 119 w 265"/>
                <a:gd name="T67" fmla="*/ 1160 h 1227"/>
                <a:gd name="T68" fmla="*/ 132 w 265"/>
                <a:gd name="T69" fmla="*/ 1161 h 1227"/>
                <a:gd name="T70" fmla="*/ 152 w 265"/>
                <a:gd name="T71" fmla="*/ 1158 h 1227"/>
                <a:gd name="T72" fmla="*/ 169 w 265"/>
                <a:gd name="T73" fmla="*/ 1149 h 1227"/>
                <a:gd name="T74" fmla="*/ 190 w 265"/>
                <a:gd name="T75" fmla="*/ 1126 h 1227"/>
                <a:gd name="T76" fmla="*/ 197 w 265"/>
                <a:gd name="T77" fmla="*/ 1108 h 1227"/>
                <a:gd name="T78" fmla="*/ 198 w 265"/>
                <a:gd name="T79" fmla="*/ 133 h 1227"/>
                <a:gd name="T80" fmla="*/ 197 w 265"/>
                <a:gd name="T81" fmla="*/ 119 h 1227"/>
                <a:gd name="T82" fmla="*/ 190 w 265"/>
                <a:gd name="T83" fmla="*/ 102 h 1227"/>
                <a:gd name="T84" fmla="*/ 169 w 265"/>
                <a:gd name="T85" fmla="*/ 78 h 1227"/>
                <a:gd name="T86" fmla="*/ 152 w 265"/>
                <a:gd name="T87" fmla="*/ 69 h 1227"/>
                <a:gd name="T88" fmla="*/ 132 w 265"/>
                <a:gd name="T89" fmla="*/ 66 h 1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5" h="1227">
                  <a:moveTo>
                    <a:pt x="132" y="1227"/>
                  </a:moveTo>
                  <a:lnTo>
                    <a:pt x="132" y="1227"/>
                  </a:lnTo>
                  <a:lnTo>
                    <a:pt x="119" y="1226"/>
                  </a:lnTo>
                  <a:lnTo>
                    <a:pt x="105" y="1224"/>
                  </a:lnTo>
                  <a:lnTo>
                    <a:pt x="93" y="1221"/>
                  </a:lnTo>
                  <a:lnTo>
                    <a:pt x="80" y="1217"/>
                  </a:lnTo>
                  <a:lnTo>
                    <a:pt x="69" y="1211"/>
                  </a:lnTo>
                  <a:lnTo>
                    <a:pt x="58" y="1204"/>
                  </a:lnTo>
                  <a:lnTo>
                    <a:pt x="47" y="1197"/>
                  </a:lnTo>
                  <a:lnTo>
                    <a:pt x="38" y="1188"/>
                  </a:lnTo>
                  <a:lnTo>
                    <a:pt x="30" y="1178"/>
                  </a:lnTo>
                  <a:lnTo>
                    <a:pt x="22" y="1169"/>
                  </a:lnTo>
                  <a:lnTo>
                    <a:pt x="15" y="1158"/>
                  </a:lnTo>
                  <a:lnTo>
                    <a:pt x="10" y="1146"/>
                  </a:lnTo>
                  <a:lnTo>
                    <a:pt x="5" y="1134"/>
                  </a:lnTo>
                  <a:lnTo>
                    <a:pt x="2" y="1121"/>
                  </a:lnTo>
                  <a:lnTo>
                    <a:pt x="0" y="1108"/>
                  </a:lnTo>
                  <a:lnTo>
                    <a:pt x="0" y="1094"/>
                  </a:lnTo>
                  <a:lnTo>
                    <a:pt x="0" y="133"/>
                  </a:lnTo>
                  <a:lnTo>
                    <a:pt x="0" y="133"/>
                  </a:lnTo>
                  <a:lnTo>
                    <a:pt x="0" y="119"/>
                  </a:lnTo>
                  <a:lnTo>
                    <a:pt x="2" y="107"/>
                  </a:lnTo>
                  <a:lnTo>
                    <a:pt x="5" y="93"/>
                  </a:lnTo>
                  <a:lnTo>
                    <a:pt x="10" y="82"/>
                  </a:lnTo>
                  <a:lnTo>
                    <a:pt x="15" y="69"/>
                  </a:lnTo>
                  <a:lnTo>
                    <a:pt x="22" y="59"/>
                  </a:lnTo>
                  <a:lnTo>
                    <a:pt x="30" y="49"/>
                  </a:lnTo>
                  <a:lnTo>
                    <a:pt x="38" y="39"/>
                  </a:lnTo>
                  <a:lnTo>
                    <a:pt x="47" y="31"/>
                  </a:lnTo>
                  <a:lnTo>
                    <a:pt x="58" y="23"/>
                  </a:lnTo>
                  <a:lnTo>
                    <a:pt x="69" y="17"/>
                  </a:lnTo>
                  <a:lnTo>
                    <a:pt x="80" y="10"/>
                  </a:lnTo>
                  <a:lnTo>
                    <a:pt x="93" y="6"/>
                  </a:lnTo>
                  <a:lnTo>
                    <a:pt x="105" y="3"/>
                  </a:lnTo>
                  <a:lnTo>
                    <a:pt x="119" y="1"/>
                  </a:lnTo>
                  <a:lnTo>
                    <a:pt x="132" y="0"/>
                  </a:lnTo>
                  <a:lnTo>
                    <a:pt x="132" y="0"/>
                  </a:lnTo>
                  <a:lnTo>
                    <a:pt x="146" y="1"/>
                  </a:lnTo>
                  <a:lnTo>
                    <a:pt x="159" y="3"/>
                  </a:lnTo>
                  <a:lnTo>
                    <a:pt x="171" y="6"/>
                  </a:lnTo>
                  <a:lnTo>
                    <a:pt x="184" y="10"/>
                  </a:lnTo>
                  <a:lnTo>
                    <a:pt x="195" y="17"/>
                  </a:lnTo>
                  <a:lnTo>
                    <a:pt x="206" y="23"/>
                  </a:lnTo>
                  <a:lnTo>
                    <a:pt x="216" y="31"/>
                  </a:lnTo>
                  <a:lnTo>
                    <a:pt x="225" y="39"/>
                  </a:lnTo>
                  <a:lnTo>
                    <a:pt x="235" y="49"/>
                  </a:lnTo>
                  <a:lnTo>
                    <a:pt x="242" y="59"/>
                  </a:lnTo>
                  <a:lnTo>
                    <a:pt x="248" y="69"/>
                  </a:lnTo>
                  <a:lnTo>
                    <a:pt x="254" y="82"/>
                  </a:lnTo>
                  <a:lnTo>
                    <a:pt x="258" y="93"/>
                  </a:lnTo>
                  <a:lnTo>
                    <a:pt x="261" y="107"/>
                  </a:lnTo>
                  <a:lnTo>
                    <a:pt x="264" y="119"/>
                  </a:lnTo>
                  <a:lnTo>
                    <a:pt x="265" y="133"/>
                  </a:lnTo>
                  <a:lnTo>
                    <a:pt x="265" y="1094"/>
                  </a:lnTo>
                  <a:lnTo>
                    <a:pt x="265" y="1094"/>
                  </a:lnTo>
                  <a:lnTo>
                    <a:pt x="264" y="1108"/>
                  </a:lnTo>
                  <a:lnTo>
                    <a:pt x="261" y="1121"/>
                  </a:lnTo>
                  <a:lnTo>
                    <a:pt x="258" y="1134"/>
                  </a:lnTo>
                  <a:lnTo>
                    <a:pt x="254" y="1146"/>
                  </a:lnTo>
                  <a:lnTo>
                    <a:pt x="248" y="1158"/>
                  </a:lnTo>
                  <a:lnTo>
                    <a:pt x="242" y="1169"/>
                  </a:lnTo>
                  <a:lnTo>
                    <a:pt x="235" y="1178"/>
                  </a:lnTo>
                  <a:lnTo>
                    <a:pt x="225" y="1188"/>
                  </a:lnTo>
                  <a:lnTo>
                    <a:pt x="216" y="1197"/>
                  </a:lnTo>
                  <a:lnTo>
                    <a:pt x="206" y="1204"/>
                  </a:lnTo>
                  <a:lnTo>
                    <a:pt x="195" y="1211"/>
                  </a:lnTo>
                  <a:lnTo>
                    <a:pt x="184" y="1217"/>
                  </a:lnTo>
                  <a:lnTo>
                    <a:pt x="171" y="1221"/>
                  </a:lnTo>
                  <a:lnTo>
                    <a:pt x="159" y="1224"/>
                  </a:lnTo>
                  <a:lnTo>
                    <a:pt x="146" y="1226"/>
                  </a:lnTo>
                  <a:lnTo>
                    <a:pt x="132" y="1227"/>
                  </a:lnTo>
                  <a:lnTo>
                    <a:pt x="132" y="1227"/>
                  </a:lnTo>
                  <a:close/>
                  <a:moveTo>
                    <a:pt x="132" y="66"/>
                  </a:moveTo>
                  <a:lnTo>
                    <a:pt x="132" y="66"/>
                  </a:lnTo>
                  <a:lnTo>
                    <a:pt x="125" y="67"/>
                  </a:lnTo>
                  <a:lnTo>
                    <a:pt x="119" y="68"/>
                  </a:lnTo>
                  <a:lnTo>
                    <a:pt x="112" y="69"/>
                  </a:lnTo>
                  <a:lnTo>
                    <a:pt x="106" y="72"/>
                  </a:lnTo>
                  <a:lnTo>
                    <a:pt x="100" y="75"/>
                  </a:lnTo>
                  <a:lnTo>
                    <a:pt x="95" y="78"/>
                  </a:lnTo>
                  <a:lnTo>
                    <a:pt x="86" y="86"/>
                  </a:lnTo>
                  <a:lnTo>
                    <a:pt x="77" y="96"/>
                  </a:lnTo>
                  <a:lnTo>
                    <a:pt x="73" y="102"/>
                  </a:lnTo>
                  <a:lnTo>
                    <a:pt x="71" y="107"/>
                  </a:lnTo>
                  <a:lnTo>
                    <a:pt x="69" y="113"/>
                  </a:lnTo>
                  <a:lnTo>
                    <a:pt x="67" y="119"/>
                  </a:lnTo>
                  <a:lnTo>
                    <a:pt x="66" y="126"/>
                  </a:lnTo>
                  <a:lnTo>
                    <a:pt x="66" y="133"/>
                  </a:lnTo>
                  <a:lnTo>
                    <a:pt x="66" y="1094"/>
                  </a:lnTo>
                  <a:lnTo>
                    <a:pt x="66" y="1094"/>
                  </a:lnTo>
                  <a:lnTo>
                    <a:pt x="66" y="1101"/>
                  </a:lnTo>
                  <a:lnTo>
                    <a:pt x="67" y="1108"/>
                  </a:lnTo>
                  <a:lnTo>
                    <a:pt x="69" y="1114"/>
                  </a:lnTo>
                  <a:lnTo>
                    <a:pt x="71" y="1120"/>
                  </a:lnTo>
                  <a:lnTo>
                    <a:pt x="73" y="1126"/>
                  </a:lnTo>
                  <a:lnTo>
                    <a:pt x="77" y="1132"/>
                  </a:lnTo>
                  <a:lnTo>
                    <a:pt x="86" y="1141"/>
                  </a:lnTo>
                  <a:lnTo>
                    <a:pt x="95" y="1149"/>
                  </a:lnTo>
                  <a:lnTo>
                    <a:pt x="100" y="1152"/>
                  </a:lnTo>
                  <a:lnTo>
                    <a:pt x="106" y="1156"/>
                  </a:lnTo>
                  <a:lnTo>
                    <a:pt x="112" y="1158"/>
                  </a:lnTo>
                  <a:lnTo>
                    <a:pt x="119" y="1160"/>
                  </a:lnTo>
                  <a:lnTo>
                    <a:pt x="125" y="1161"/>
                  </a:lnTo>
                  <a:lnTo>
                    <a:pt x="132" y="1161"/>
                  </a:lnTo>
                  <a:lnTo>
                    <a:pt x="132" y="1161"/>
                  </a:lnTo>
                  <a:lnTo>
                    <a:pt x="138" y="1161"/>
                  </a:lnTo>
                  <a:lnTo>
                    <a:pt x="146" y="1160"/>
                  </a:lnTo>
                  <a:lnTo>
                    <a:pt x="152" y="1158"/>
                  </a:lnTo>
                  <a:lnTo>
                    <a:pt x="158" y="1156"/>
                  </a:lnTo>
                  <a:lnTo>
                    <a:pt x="163" y="1152"/>
                  </a:lnTo>
                  <a:lnTo>
                    <a:pt x="169" y="1149"/>
                  </a:lnTo>
                  <a:lnTo>
                    <a:pt x="179" y="1141"/>
                  </a:lnTo>
                  <a:lnTo>
                    <a:pt x="187" y="1132"/>
                  </a:lnTo>
                  <a:lnTo>
                    <a:pt x="190" y="1126"/>
                  </a:lnTo>
                  <a:lnTo>
                    <a:pt x="193" y="1120"/>
                  </a:lnTo>
                  <a:lnTo>
                    <a:pt x="195" y="1114"/>
                  </a:lnTo>
                  <a:lnTo>
                    <a:pt x="197" y="1108"/>
                  </a:lnTo>
                  <a:lnTo>
                    <a:pt x="198" y="1101"/>
                  </a:lnTo>
                  <a:lnTo>
                    <a:pt x="198" y="1094"/>
                  </a:lnTo>
                  <a:lnTo>
                    <a:pt x="198" y="133"/>
                  </a:lnTo>
                  <a:lnTo>
                    <a:pt x="198" y="133"/>
                  </a:lnTo>
                  <a:lnTo>
                    <a:pt x="198" y="126"/>
                  </a:lnTo>
                  <a:lnTo>
                    <a:pt x="197" y="119"/>
                  </a:lnTo>
                  <a:lnTo>
                    <a:pt x="195" y="113"/>
                  </a:lnTo>
                  <a:lnTo>
                    <a:pt x="193" y="107"/>
                  </a:lnTo>
                  <a:lnTo>
                    <a:pt x="190" y="102"/>
                  </a:lnTo>
                  <a:lnTo>
                    <a:pt x="187" y="96"/>
                  </a:lnTo>
                  <a:lnTo>
                    <a:pt x="179" y="86"/>
                  </a:lnTo>
                  <a:lnTo>
                    <a:pt x="169" y="78"/>
                  </a:lnTo>
                  <a:lnTo>
                    <a:pt x="163" y="75"/>
                  </a:lnTo>
                  <a:lnTo>
                    <a:pt x="158" y="72"/>
                  </a:lnTo>
                  <a:lnTo>
                    <a:pt x="152" y="69"/>
                  </a:lnTo>
                  <a:lnTo>
                    <a:pt x="146" y="68"/>
                  </a:lnTo>
                  <a:lnTo>
                    <a:pt x="138" y="67"/>
                  </a:lnTo>
                  <a:lnTo>
                    <a:pt x="132" y="66"/>
                  </a:lnTo>
                  <a:lnTo>
                    <a:pt x="132"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1" name="Freeform 14">
              <a:extLst>
                <a:ext uri="{FF2B5EF4-FFF2-40B4-BE49-F238E27FC236}">
                  <a16:creationId xmlns:a16="http://schemas.microsoft.com/office/drawing/2014/main" id="{BA810CCF-5036-4D5C-86DE-29DEF9FB4EF7}"/>
                </a:ext>
              </a:extLst>
            </p:cNvPr>
            <p:cNvSpPr>
              <a:spLocks/>
            </p:cNvSpPr>
            <p:nvPr/>
          </p:nvSpPr>
          <p:spPr bwMode="auto">
            <a:xfrm>
              <a:off x="2976563" y="3925888"/>
              <a:ext cx="60325" cy="14288"/>
            </a:xfrm>
            <a:custGeom>
              <a:avLst/>
              <a:gdLst>
                <a:gd name="T0" fmla="*/ 231 w 265"/>
                <a:gd name="T1" fmla="*/ 66 h 66"/>
                <a:gd name="T2" fmla="*/ 33 w 265"/>
                <a:gd name="T3" fmla="*/ 66 h 66"/>
                <a:gd name="T4" fmla="*/ 33 w 265"/>
                <a:gd name="T5" fmla="*/ 66 h 66"/>
                <a:gd name="T6" fmla="*/ 26 w 265"/>
                <a:gd name="T7" fmla="*/ 65 h 66"/>
                <a:gd name="T8" fmla="*/ 19 w 265"/>
                <a:gd name="T9" fmla="*/ 63 h 66"/>
                <a:gd name="T10" fmla="*/ 14 w 265"/>
                <a:gd name="T11" fmla="*/ 60 h 66"/>
                <a:gd name="T12" fmla="*/ 9 w 265"/>
                <a:gd name="T13" fmla="*/ 57 h 66"/>
                <a:gd name="T14" fmla="*/ 5 w 265"/>
                <a:gd name="T15" fmla="*/ 52 h 66"/>
                <a:gd name="T16" fmla="*/ 2 w 265"/>
                <a:gd name="T17" fmla="*/ 46 h 66"/>
                <a:gd name="T18" fmla="*/ 0 w 265"/>
                <a:gd name="T19" fmla="*/ 40 h 66"/>
                <a:gd name="T20" fmla="*/ 0 w 265"/>
                <a:gd name="T21" fmla="*/ 33 h 66"/>
                <a:gd name="T22" fmla="*/ 0 w 265"/>
                <a:gd name="T23" fmla="*/ 33 h 66"/>
                <a:gd name="T24" fmla="*/ 0 w 265"/>
                <a:gd name="T25" fmla="*/ 26 h 66"/>
                <a:gd name="T26" fmla="*/ 2 w 265"/>
                <a:gd name="T27" fmla="*/ 20 h 66"/>
                <a:gd name="T28" fmla="*/ 5 w 265"/>
                <a:gd name="T29" fmla="*/ 15 h 66"/>
                <a:gd name="T30" fmla="*/ 9 w 265"/>
                <a:gd name="T31" fmla="*/ 10 h 66"/>
                <a:gd name="T32" fmla="*/ 14 w 265"/>
                <a:gd name="T33" fmla="*/ 5 h 66"/>
                <a:gd name="T34" fmla="*/ 19 w 265"/>
                <a:gd name="T35" fmla="*/ 2 h 66"/>
                <a:gd name="T36" fmla="*/ 26 w 265"/>
                <a:gd name="T37" fmla="*/ 1 h 66"/>
                <a:gd name="T38" fmla="*/ 33 w 265"/>
                <a:gd name="T39" fmla="*/ 0 h 66"/>
                <a:gd name="T40" fmla="*/ 231 w 265"/>
                <a:gd name="T41" fmla="*/ 0 h 66"/>
                <a:gd name="T42" fmla="*/ 231 w 265"/>
                <a:gd name="T43" fmla="*/ 0 h 66"/>
                <a:gd name="T44" fmla="*/ 238 w 265"/>
                <a:gd name="T45" fmla="*/ 1 h 66"/>
                <a:gd name="T46" fmla="*/ 244 w 265"/>
                <a:gd name="T47" fmla="*/ 2 h 66"/>
                <a:gd name="T48" fmla="*/ 250 w 265"/>
                <a:gd name="T49" fmla="*/ 5 h 66"/>
                <a:gd name="T50" fmla="*/ 255 w 265"/>
                <a:gd name="T51" fmla="*/ 10 h 66"/>
                <a:gd name="T52" fmla="*/ 258 w 265"/>
                <a:gd name="T53" fmla="*/ 15 h 66"/>
                <a:gd name="T54" fmla="*/ 261 w 265"/>
                <a:gd name="T55" fmla="*/ 20 h 66"/>
                <a:gd name="T56" fmla="*/ 264 w 265"/>
                <a:gd name="T57" fmla="*/ 26 h 66"/>
                <a:gd name="T58" fmla="*/ 265 w 265"/>
                <a:gd name="T59" fmla="*/ 33 h 66"/>
                <a:gd name="T60" fmla="*/ 265 w 265"/>
                <a:gd name="T61" fmla="*/ 33 h 66"/>
                <a:gd name="T62" fmla="*/ 264 w 265"/>
                <a:gd name="T63" fmla="*/ 40 h 66"/>
                <a:gd name="T64" fmla="*/ 261 w 265"/>
                <a:gd name="T65" fmla="*/ 46 h 66"/>
                <a:gd name="T66" fmla="*/ 258 w 265"/>
                <a:gd name="T67" fmla="*/ 52 h 66"/>
                <a:gd name="T68" fmla="*/ 255 w 265"/>
                <a:gd name="T69" fmla="*/ 57 h 66"/>
                <a:gd name="T70" fmla="*/ 250 w 265"/>
                <a:gd name="T71" fmla="*/ 60 h 66"/>
                <a:gd name="T72" fmla="*/ 244 w 265"/>
                <a:gd name="T73" fmla="*/ 63 h 66"/>
                <a:gd name="T74" fmla="*/ 238 w 265"/>
                <a:gd name="T75" fmla="*/ 65 h 66"/>
                <a:gd name="T76" fmla="*/ 231 w 265"/>
                <a:gd name="T77" fmla="*/ 66 h 66"/>
                <a:gd name="T78" fmla="*/ 231 w 265"/>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6">
                  <a:moveTo>
                    <a:pt x="231" y="66"/>
                  </a:moveTo>
                  <a:lnTo>
                    <a:pt x="33" y="66"/>
                  </a:lnTo>
                  <a:lnTo>
                    <a:pt x="33" y="66"/>
                  </a:lnTo>
                  <a:lnTo>
                    <a:pt x="26" y="65"/>
                  </a:lnTo>
                  <a:lnTo>
                    <a:pt x="19" y="63"/>
                  </a:lnTo>
                  <a:lnTo>
                    <a:pt x="14" y="60"/>
                  </a:lnTo>
                  <a:lnTo>
                    <a:pt x="9" y="57"/>
                  </a:lnTo>
                  <a:lnTo>
                    <a:pt x="5" y="52"/>
                  </a:lnTo>
                  <a:lnTo>
                    <a:pt x="2" y="46"/>
                  </a:lnTo>
                  <a:lnTo>
                    <a:pt x="0" y="40"/>
                  </a:lnTo>
                  <a:lnTo>
                    <a:pt x="0" y="33"/>
                  </a:lnTo>
                  <a:lnTo>
                    <a:pt x="0" y="33"/>
                  </a:lnTo>
                  <a:lnTo>
                    <a:pt x="0" y="26"/>
                  </a:lnTo>
                  <a:lnTo>
                    <a:pt x="2" y="20"/>
                  </a:lnTo>
                  <a:lnTo>
                    <a:pt x="5" y="15"/>
                  </a:lnTo>
                  <a:lnTo>
                    <a:pt x="9" y="10"/>
                  </a:lnTo>
                  <a:lnTo>
                    <a:pt x="14" y="5"/>
                  </a:lnTo>
                  <a:lnTo>
                    <a:pt x="19" y="2"/>
                  </a:lnTo>
                  <a:lnTo>
                    <a:pt x="26" y="1"/>
                  </a:lnTo>
                  <a:lnTo>
                    <a:pt x="33" y="0"/>
                  </a:lnTo>
                  <a:lnTo>
                    <a:pt x="231" y="0"/>
                  </a:lnTo>
                  <a:lnTo>
                    <a:pt x="231" y="0"/>
                  </a:lnTo>
                  <a:lnTo>
                    <a:pt x="238" y="1"/>
                  </a:lnTo>
                  <a:lnTo>
                    <a:pt x="244" y="2"/>
                  </a:lnTo>
                  <a:lnTo>
                    <a:pt x="250" y="5"/>
                  </a:lnTo>
                  <a:lnTo>
                    <a:pt x="255" y="10"/>
                  </a:lnTo>
                  <a:lnTo>
                    <a:pt x="258" y="15"/>
                  </a:lnTo>
                  <a:lnTo>
                    <a:pt x="261" y="20"/>
                  </a:lnTo>
                  <a:lnTo>
                    <a:pt x="264" y="26"/>
                  </a:lnTo>
                  <a:lnTo>
                    <a:pt x="265" y="33"/>
                  </a:lnTo>
                  <a:lnTo>
                    <a:pt x="265" y="33"/>
                  </a:lnTo>
                  <a:lnTo>
                    <a:pt x="264" y="40"/>
                  </a:lnTo>
                  <a:lnTo>
                    <a:pt x="261" y="46"/>
                  </a:lnTo>
                  <a:lnTo>
                    <a:pt x="258" y="52"/>
                  </a:lnTo>
                  <a:lnTo>
                    <a:pt x="255" y="57"/>
                  </a:lnTo>
                  <a:lnTo>
                    <a:pt x="250" y="60"/>
                  </a:lnTo>
                  <a:lnTo>
                    <a:pt x="244" y="63"/>
                  </a:lnTo>
                  <a:lnTo>
                    <a:pt x="238" y="65"/>
                  </a:lnTo>
                  <a:lnTo>
                    <a:pt x="231" y="66"/>
                  </a:lnTo>
                  <a:lnTo>
                    <a:pt x="23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2" name="Freeform 15">
              <a:extLst>
                <a:ext uri="{FF2B5EF4-FFF2-40B4-BE49-F238E27FC236}">
                  <a16:creationId xmlns:a16="http://schemas.microsoft.com/office/drawing/2014/main" id="{3727D15E-6C45-4C46-8FD5-ECEE33B0A4C0}"/>
                </a:ext>
              </a:extLst>
            </p:cNvPr>
            <p:cNvSpPr>
              <a:spLocks/>
            </p:cNvSpPr>
            <p:nvPr/>
          </p:nvSpPr>
          <p:spPr bwMode="auto">
            <a:xfrm>
              <a:off x="2976563" y="3819526"/>
              <a:ext cx="60325" cy="15875"/>
            </a:xfrm>
            <a:custGeom>
              <a:avLst/>
              <a:gdLst>
                <a:gd name="T0" fmla="*/ 231 w 265"/>
                <a:gd name="T1" fmla="*/ 67 h 67"/>
                <a:gd name="T2" fmla="*/ 33 w 265"/>
                <a:gd name="T3" fmla="*/ 67 h 67"/>
                <a:gd name="T4" fmla="*/ 33 w 265"/>
                <a:gd name="T5" fmla="*/ 67 h 67"/>
                <a:gd name="T6" fmla="*/ 26 w 265"/>
                <a:gd name="T7" fmla="*/ 66 h 67"/>
                <a:gd name="T8" fmla="*/ 19 w 265"/>
                <a:gd name="T9" fmla="*/ 64 h 67"/>
                <a:gd name="T10" fmla="*/ 14 w 265"/>
                <a:gd name="T11" fmla="*/ 60 h 67"/>
                <a:gd name="T12" fmla="*/ 9 w 265"/>
                <a:gd name="T13" fmla="*/ 56 h 67"/>
                <a:gd name="T14" fmla="*/ 5 w 265"/>
                <a:gd name="T15" fmla="*/ 52 h 67"/>
                <a:gd name="T16" fmla="*/ 2 w 265"/>
                <a:gd name="T17" fmla="*/ 46 h 67"/>
                <a:gd name="T18" fmla="*/ 0 w 265"/>
                <a:gd name="T19" fmla="*/ 40 h 67"/>
                <a:gd name="T20" fmla="*/ 0 w 265"/>
                <a:gd name="T21" fmla="*/ 34 h 67"/>
                <a:gd name="T22" fmla="*/ 0 w 265"/>
                <a:gd name="T23" fmla="*/ 34 h 67"/>
                <a:gd name="T24" fmla="*/ 0 w 265"/>
                <a:gd name="T25" fmla="*/ 26 h 67"/>
                <a:gd name="T26" fmla="*/ 2 w 265"/>
                <a:gd name="T27" fmla="*/ 20 h 67"/>
                <a:gd name="T28" fmla="*/ 5 w 265"/>
                <a:gd name="T29" fmla="*/ 15 h 67"/>
                <a:gd name="T30" fmla="*/ 9 w 265"/>
                <a:gd name="T31" fmla="*/ 10 h 67"/>
                <a:gd name="T32" fmla="*/ 14 w 265"/>
                <a:gd name="T33" fmla="*/ 6 h 67"/>
                <a:gd name="T34" fmla="*/ 19 w 265"/>
                <a:gd name="T35" fmla="*/ 2 h 67"/>
                <a:gd name="T36" fmla="*/ 26 w 265"/>
                <a:gd name="T37" fmla="*/ 0 h 67"/>
                <a:gd name="T38" fmla="*/ 33 w 265"/>
                <a:gd name="T39" fmla="*/ 0 h 67"/>
                <a:gd name="T40" fmla="*/ 231 w 265"/>
                <a:gd name="T41" fmla="*/ 0 h 67"/>
                <a:gd name="T42" fmla="*/ 231 w 265"/>
                <a:gd name="T43" fmla="*/ 0 h 67"/>
                <a:gd name="T44" fmla="*/ 238 w 265"/>
                <a:gd name="T45" fmla="*/ 0 h 67"/>
                <a:gd name="T46" fmla="*/ 244 w 265"/>
                <a:gd name="T47" fmla="*/ 2 h 67"/>
                <a:gd name="T48" fmla="*/ 250 w 265"/>
                <a:gd name="T49" fmla="*/ 6 h 67"/>
                <a:gd name="T50" fmla="*/ 255 w 265"/>
                <a:gd name="T51" fmla="*/ 10 h 67"/>
                <a:gd name="T52" fmla="*/ 258 w 265"/>
                <a:gd name="T53" fmla="*/ 15 h 67"/>
                <a:gd name="T54" fmla="*/ 261 w 265"/>
                <a:gd name="T55" fmla="*/ 20 h 67"/>
                <a:gd name="T56" fmla="*/ 264 w 265"/>
                <a:gd name="T57" fmla="*/ 26 h 67"/>
                <a:gd name="T58" fmla="*/ 265 w 265"/>
                <a:gd name="T59" fmla="*/ 34 h 67"/>
                <a:gd name="T60" fmla="*/ 265 w 265"/>
                <a:gd name="T61" fmla="*/ 34 h 67"/>
                <a:gd name="T62" fmla="*/ 264 w 265"/>
                <a:gd name="T63" fmla="*/ 40 h 67"/>
                <a:gd name="T64" fmla="*/ 261 w 265"/>
                <a:gd name="T65" fmla="*/ 46 h 67"/>
                <a:gd name="T66" fmla="*/ 258 w 265"/>
                <a:gd name="T67" fmla="*/ 52 h 67"/>
                <a:gd name="T68" fmla="*/ 255 w 265"/>
                <a:gd name="T69" fmla="*/ 56 h 67"/>
                <a:gd name="T70" fmla="*/ 250 w 265"/>
                <a:gd name="T71" fmla="*/ 60 h 67"/>
                <a:gd name="T72" fmla="*/ 244 w 265"/>
                <a:gd name="T73" fmla="*/ 64 h 67"/>
                <a:gd name="T74" fmla="*/ 238 w 265"/>
                <a:gd name="T75" fmla="*/ 66 h 67"/>
                <a:gd name="T76" fmla="*/ 231 w 265"/>
                <a:gd name="T77" fmla="*/ 67 h 67"/>
                <a:gd name="T78" fmla="*/ 231 w 265"/>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7">
                  <a:moveTo>
                    <a:pt x="231" y="67"/>
                  </a:moveTo>
                  <a:lnTo>
                    <a:pt x="33" y="67"/>
                  </a:lnTo>
                  <a:lnTo>
                    <a:pt x="33" y="67"/>
                  </a:lnTo>
                  <a:lnTo>
                    <a:pt x="26" y="66"/>
                  </a:lnTo>
                  <a:lnTo>
                    <a:pt x="19" y="64"/>
                  </a:lnTo>
                  <a:lnTo>
                    <a:pt x="14" y="60"/>
                  </a:lnTo>
                  <a:lnTo>
                    <a:pt x="9" y="56"/>
                  </a:lnTo>
                  <a:lnTo>
                    <a:pt x="5" y="52"/>
                  </a:lnTo>
                  <a:lnTo>
                    <a:pt x="2" y="46"/>
                  </a:lnTo>
                  <a:lnTo>
                    <a:pt x="0" y="40"/>
                  </a:lnTo>
                  <a:lnTo>
                    <a:pt x="0" y="34"/>
                  </a:lnTo>
                  <a:lnTo>
                    <a:pt x="0" y="34"/>
                  </a:lnTo>
                  <a:lnTo>
                    <a:pt x="0" y="26"/>
                  </a:lnTo>
                  <a:lnTo>
                    <a:pt x="2" y="20"/>
                  </a:lnTo>
                  <a:lnTo>
                    <a:pt x="5" y="15"/>
                  </a:lnTo>
                  <a:lnTo>
                    <a:pt x="9" y="10"/>
                  </a:lnTo>
                  <a:lnTo>
                    <a:pt x="14" y="6"/>
                  </a:lnTo>
                  <a:lnTo>
                    <a:pt x="19" y="2"/>
                  </a:lnTo>
                  <a:lnTo>
                    <a:pt x="26" y="0"/>
                  </a:lnTo>
                  <a:lnTo>
                    <a:pt x="33" y="0"/>
                  </a:lnTo>
                  <a:lnTo>
                    <a:pt x="231" y="0"/>
                  </a:lnTo>
                  <a:lnTo>
                    <a:pt x="231" y="0"/>
                  </a:lnTo>
                  <a:lnTo>
                    <a:pt x="238" y="0"/>
                  </a:lnTo>
                  <a:lnTo>
                    <a:pt x="244" y="2"/>
                  </a:lnTo>
                  <a:lnTo>
                    <a:pt x="250" y="6"/>
                  </a:lnTo>
                  <a:lnTo>
                    <a:pt x="255" y="10"/>
                  </a:lnTo>
                  <a:lnTo>
                    <a:pt x="258" y="15"/>
                  </a:lnTo>
                  <a:lnTo>
                    <a:pt x="261" y="20"/>
                  </a:lnTo>
                  <a:lnTo>
                    <a:pt x="264" y="26"/>
                  </a:lnTo>
                  <a:lnTo>
                    <a:pt x="265" y="34"/>
                  </a:lnTo>
                  <a:lnTo>
                    <a:pt x="265" y="34"/>
                  </a:lnTo>
                  <a:lnTo>
                    <a:pt x="264" y="40"/>
                  </a:lnTo>
                  <a:lnTo>
                    <a:pt x="261" y="46"/>
                  </a:lnTo>
                  <a:lnTo>
                    <a:pt x="258" y="52"/>
                  </a:lnTo>
                  <a:lnTo>
                    <a:pt x="255" y="56"/>
                  </a:lnTo>
                  <a:lnTo>
                    <a:pt x="250" y="60"/>
                  </a:lnTo>
                  <a:lnTo>
                    <a:pt x="244" y="64"/>
                  </a:lnTo>
                  <a:lnTo>
                    <a:pt x="238" y="66"/>
                  </a:lnTo>
                  <a:lnTo>
                    <a:pt x="231" y="67"/>
                  </a:lnTo>
                  <a:lnTo>
                    <a:pt x="231"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3" name="Freeform 16">
              <a:extLst>
                <a:ext uri="{FF2B5EF4-FFF2-40B4-BE49-F238E27FC236}">
                  <a16:creationId xmlns:a16="http://schemas.microsoft.com/office/drawing/2014/main" id="{9A7C4310-BC23-4B3C-9DC3-D78E40767052}"/>
                </a:ext>
              </a:extLst>
            </p:cNvPr>
            <p:cNvSpPr>
              <a:spLocks/>
            </p:cNvSpPr>
            <p:nvPr/>
          </p:nvSpPr>
          <p:spPr bwMode="auto">
            <a:xfrm>
              <a:off x="2946400" y="3706813"/>
              <a:ext cx="46038" cy="150813"/>
            </a:xfrm>
            <a:custGeom>
              <a:avLst/>
              <a:gdLst>
                <a:gd name="T0" fmla="*/ 33 w 199"/>
                <a:gd name="T1" fmla="*/ 664 h 664"/>
                <a:gd name="T2" fmla="*/ 20 w 199"/>
                <a:gd name="T3" fmla="*/ 661 h 664"/>
                <a:gd name="T4" fmla="*/ 10 w 199"/>
                <a:gd name="T5" fmla="*/ 654 h 664"/>
                <a:gd name="T6" fmla="*/ 2 w 199"/>
                <a:gd name="T7" fmla="*/ 643 h 664"/>
                <a:gd name="T8" fmla="*/ 0 w 199"/>
                <a:gd name="T9" fmla="*/ 631 h 664"/>
                <a:gd name="T10" fmla="*/ 0 w 199"/>
                <a:gd name="T11" fmla="*/ 133 h 664"/>
                <a:gd name="T12" fmla="*/ 2 w 199"/>
                <a:gd name="T13" fmla="*/ 107 h 664"/>
                <a:gd name="T14" fmla="*/ 11 w 199"/>
                <a:gd name="T15" fmla="*/ 82 h 664"/>
                <a:gd name="T16" fmla="*/ 23 w 199"/>
                <a:gd name="T17" fmla="*/ 59 h 664"/>
                <a:gd name="T18" fmla="*/ 38 w 199"/>
                <a:gd name="T19" fmla="*/ 40 h 664"/>
                <a:gd name="T20" fmla="*/ 58 w 199"/>
                <a:gd name="T21" fmla="*/ 23 h 664"/>
                <a:gd name="T22" fmla="*/ 81 w 199"/>
                <a:gd name="T23" fmla="*/ 11 h 664"/>
                <a:gd name="T24" fmla="*/ 106 w 199"/>
                <a:gd name="T25" fmla="*/ 3 h 664"/>
                <a:gd name="T26" fmla="*/ 133 w 199"/>
                <a:gd name="T27" fmla="*/ 0 h 664"/>
                <a:gd name="T28" fmla="*/ 166 w 199"/>
                <a:gd name="T29" fmla="*/ 0 h 664"/>
                <a:gd name="T30" fmla="*/ 178 w 199"/>
                <a:gd name="T31" fmla="*/ 3 h 664"/>
                <a:gd name="T32" fmla="*/ 189 w 199"/>
                <a:gd name="T33" fmla="*/ 11 h 664"/>
                <a:gd name="T34" fmla="*/ 196 w 199"/>
                <a:gd name="T35" fmla="*/ 21 h 664"/>
                <a:gd name="T36" fmla="*/ 199 w 199"/>
                <a:gd name="T37" fmla="*/ 34 h 664"/>
                <a:gd name="T38" fmla="*/ 198 w 199"/>
                <a:gd name="T39" fmla="*/ 41 h 664"/>
                <a:gd name="T40" fmla="*/ 193 w 199"/>
                <a:gd name="T41" fmla="*/ 52 h 664"/>
                <a:gd name="T42" fmla="*/ 184 w 199"/>
                <a:gd name="T43" fmla="*/ 61 h 664"/>
                <a:gd name="T44" fmla="*/ 172 w 199"/>
                <a:gd name="T45" fmla="*/ 67 h 664"/>
                <a:gd name="T46" fmla="*/ 133 w 199"/>
                <a:gd name="T47" fmla="*/ 67 h 664"/>
                <a:gd name="T48" fmla="*/ 125 w 199"/>
                <a:gd name="T49" fmla="*/ 68 h 664"/>
                <a:gd name="T50" fmla="*/ 113 w 199"/>
                <a:gd name="T51" fmla="*/ 70 h 664"/>
                <a:gd name="T52" fmla="*/ 101 w 199"/>
                <a:gd name="T53" fmla="*/ 75 h 664"/>
                <a:gd name="T54" fmla="*/ 85 w 199"/>
                <a:gd name="T55" fmla="*/ 86 h 664"/>
                <a:gd name="T56" fmla="*/ 74 w 199"/>
                <a:gd name="T57" fmla="*/ 102 h 664"/>
                <a:gd name="T58" fmla="*/ 70 w 199"/>
                <a:gd name="T59" fmla="*/ 113 h 664"/>
                <a:gd name="T60" fmla="*/ 66 w 199"/>
                <a:gd name="T61" fmla="*/ 127 h 664"/>
                <a:gd name="T62" fmla="*/ 66 w 199"/>
                <a:gd name="T63" fmla="*/ 631 h 664"/>
                <a:gd name="T64" fmla="*/ 65 w 199"/>
                <a:gd name="T65" fmla="*/ 637 h 664"/>
                <a:gd name="T66" fmla="*/ 60 w 199"/>
                <a:gd name="T67" fmla="*/ 650 h 664"/>
                <a:gd name="T68" fmla="*/ 52 w 199"/>
                <a:gd name="T69" fmla="*/ 658 h 664"/>
                <a:gd name="T70" fmla="*/ 40 w 199"/>
                <a:gd name="T71" fmla="*/ 663 h 664"/>
                <a:gd name="T72" fmla="*/ 33 w 199"/>
                <a:gd name="T73" fmla="*/ 664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9" h="664">
                  <a:moveTo>
                    <a:pt x="33" y="664"/>
                  </a:moveTo>
                  <a:lnTo>
                    <a:pt x="33" y="664"/>
                  </a:lnTo>
                  <a:lnTo>
                    <a:pt x="26" y="663"/>
                  </a:lnTo>
                  <a:lnTo>
                    <a:pt x="20" y="661"/>
                  </a:lnTo>
                  <a:lnTo>
                    <a:pt x="15" y="658"/>
                  </a:lnTo>
                  <a:lnTo>
                    <a:pt x="10" y="654"/>
                  </a:lnTo>
                  <a:lnTo>
                    <a:pt x="5" y="650"/>
                  </a:lnTo>
                  <a:lnTo>
                    <a:pt x="2" y="643"/>
                  </a:lnTo>
                  <a:lnTo>
                    <a:pt x="0" y="637"/>
                  </a:lnTo>
                  <a:lnTo>
                    <a:pt x="0" y="631"/>
                  </a:lnTo>
                  <a:lnTo>
                    <a:pt x="0" y="133"/>
                  </a:lnTo>
                  <a:lnTo>
                    <a:pt x="0" y="133"/>
                  </a:lnTo>
                  <a:lnTo>
                    <a:pt x="0" y="119"/>
                  </a:lnTo>
                  <a:lnTo>
                    <a:pt x="2" y="107"/>
                  </a:lnTo>
                  <a:lnTo>
                    <a:pt x="5" y="94"/>
                  </a:lnTo>
                  <a:lnTo>
                    <a:pt x="11" y="82"/>
                  </a:lnTo>
                  <a:lnTo>
                    <a:pt x="16" y="70"/>
                  </a:lnTo>
                  <a:lnTo>
                    <a:pt x="23" y="59"/>
                  </a:lnTo>
                  <a:lnTo>
                    <a:pt x="30" y="49"/>
                  </a:lnTo>
                  <a:lnTo>
                    <a:pt x="38" y="40"/>
                  </a:lnTo>
                  <a:lnTo>
                    <a:pt x="48" y="31"/>
                  </a:lnTo>
                  <a:lnTo>
                    <a:pt x="58" y="23"/>
                  </a:lnTo>
                  <a:lnTo>
                    <a:pt x="70" y="17"/>
                  </a:lnTo>
                  <a:lnTo>
                    <a:pt x="81" y="11"/>
                  </a:lnTo>
                  <a:lnTo>
                    <a:pt x="93" y="7"/>
                  </a:lnTo>
                  <a:lnTo>
                    <a:pt x="106" y="3"/>
                  </a:lnTo>
                  <a:lnTo>
                    <a:pt x="119" y="1"/>
                  </a:lnTo>
                  <a:lnTo>
                    <a:pt x="133" y="0"/>
                  </a:lnTo>
                  <a:lnTo>
                    <a:pt x="166" y="0"/>
                  </a:lnTo>
                  <a:lnTo>
                    <a:pt x="166" y="0"/>
                  </a:lnTo>
                  <a:lnTo>
                    <a:pt x="172" y="1"/>
                  </a:lnTo>
                  <a:lnTo>
                    <a:pt x="178" y="3"/>
                  </a:lnTo>
                  <a:lnTo>
                    <a:pt x="184" y="7"/>
                  </a:lnTo>
                  <a:lnTo>
                    <a:pt x="189" y="11"/>
                  </a:lnTo>
                  <a:lnTo>
                    <a:pt x="193" y="15"/>
                  </a:lnTo>
                  <a:lnTo>
                    <a:pt x="196" y="21"/>
                  </a:lnTo>
                  <a:lnTo>
                    <a:pt x="198" y="27"/>
                  </a:lnTo>
                  <a:lnTo>
                    <a:pt x="199" y="34"/>
                  </a:lnTo>
                  <a:lnTo>
                    <a:pt x="199" y="34"/>
                  </a:lnTo>
                  <a:lnTo>
                    <a:pt x="198" y="41"/>
                  </a:lnTo>
                  <a:lnTo>
                    <a:pt x="196" y="47"/>
                  </a:lnTo>
                  <a:lnTo>
                    <a:pt x="193" y="52"/>
                  </a:lnTo>
                  <a:lnTo>
                    <a:pt x="189" y="57"/>
                  </a:lnTo>
                  <a:lnTo>
                    <a:pt x="184" y="61"/>
                  </a:lnTo>
                  <a:lnTo>
                    <a:pt x="178" y="65"/>
                  </a:lnTo>
                  <a:lnTo>
                    <a:pt x="172" y="67"/>
                  </a:lnTo>
                  <a:lnTo>
                    <a:pt x="166" y="67"/>
                  </a:lnTo>
                  <a:lnTo>
                    <a:pt x="133" y="67"/>
                  </a:lnTo>
                  <a:lnTo>
                    <a:pt x="133" y="67"/>
                  </a:lnTo>
                  <a:lnTo>
                    <a:pt x="125" y="68"/>
                  </a:lnTo>
                  <a:lnTo>
                    <a:pt x="119" y="69"/>
                  </a:lnTo>
                  <a:lnTo>
                    <a:pt x="113" y="70"/>
                  </a:lnTo>
                  <a:lnTo>
                    <a:pt x="107" y="72"/>
                  </a:lnTo>
                  <a:lnTo>
                    <a:pt x="101" y="75"/>
                  </a:lnTo>
                  <a:lnTo>
                    <a:pt x="95" y="78"/>
                  </a:lnTo>
                  <a:lnTo>
                    <a:pt x="85" y="86"/>
                  </a:lnTo>
                  <a:lnTo>
                    <a:pt x="78" y="97"/>
                  </a:lnTo>
                  <a:lnTo>
                    <a:pt x="74" y="102"/>
                  </a:lnTo>
                  <a:lnTo>
                    <a:pt x="72" y="107"/>
                  </a:lnTo>
                  <a:lnTo>
                    <a:pt x="70" y="113"/>
                  </a:lnTo>
                  <a:lnTo>
                    <a:pt x="67" y="120"/>
                  </a:lnTo>
                  <a:lnTo>
                    <a:pt x="66" y="127"/>
                  </a:lnTo>
                  <a:lnTo>
                    <a:pt x="66" y="133"/>
                  </a:lnTo>
                  <a:lnTo>
                    <a:pt x="66" y="631"/>
                  </a:lnTo>
                  <a:lnTo>
                    <a:pt x="66" y="631"/>
                  </a:lnTo>
                  <a:lnTo>
                    <a:pt x="65" y="637"/>
                  </a:lnTo>
                  <a:lnTo>
                    <a:pt x="63" y="643"/>
                  </a:lnTo>
                  <a:lnTo>
                    <a:pt x="60" y="650"/>
                  </a:lnTo>
                  <a:lnTo>
                    <a:pt x="56" y="654"/>
                  </a:lnTo>
                  <a:lnTo>
                    <a:pt x="52" y="658"/>
                  </a:lnTo>
                  <a:lnTo>
                    <a:pt x="46" y="661"/>
                  </a:lnTo>
                  <a:lnTo>
                    <a:pt x="40" y="663"/>
                  </a:lnTo>
                  <a:lnTo>
                    <a:pt x="33" y="664"/>
                  </a:lnTo>
                  <a:lnTo>
                    <a:pt x="33" y="6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cxnSp>
        <p:nvCxnSpPr>
          <p:cNvPr id="95" name="Straight Connector 94">
            <a:extLst>
              <a:ext uri="{FF2B5EF4-FFF2-40B4-BE49-F238E27FC236}">
                <a16:creationId xmlns:a16="http://schemas.microsoft.com/office/drawing/2014/main" id="{2808686C-84C5-4075-B9C9-565C5C2ABFBA}"/>
              </a:ext>
            </a:extLst>
          </p:cNvPr>
          <p:cNvCxnSpPr>
            <a:cxnSpLocks/>
          </p:cNvCxnSpPr>
          <p:nvPr/>
        </p:nvCxnSpPr>
        <p:spPr bwMode="gray">
          <a:xfrm>
            <a:off x="9646931"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BE4466C1-885B-4A97-AFB3-6E5D5D81B2BF}"/>
              </a:ext>
            </a:extLst>
          </p:cNvPr>
          <p:cNvGrpSpPr/>
          <p:nvPr/>
        </p:nvGrpSpPr>
        <p:grpSpPr>
          <a:xfrm>
            <a:off x="2823334" y="4949780"/>
            <a:ext cx="4712243" cy="1072344"/>
            <a:chOff x="2823334" y="4949780"/>
            <a:chExt cx="4712243" cy="1072344"/>
          </a:xfrm>
        </p:grpSpPr>
        <p:cxnSp>
          <p:nvCxnSpPr>
            <p:cNvPr id="97" name="Straight Connector 96">
              <a:extLst>
                <a:ext uri="{FF2B5EF4-FFF2-40B4-BE49-F238E27FC236}">
                  <a16:creationId xmlns:a16="http://schemas.microsoft.com/office/drawing/2014/main" id="{0D97E9F6-FA8F-4532-B237-31779FADAB88}"/>
                </a:ext>
              </a:extLst>
            </p:cNvPr>
            <p:cNvCxnSpPr>
              <a:cxnSpLocks/>
            </p:cNvCxnSpPr>
            <p:nvPr/>
          </p:nvCxnSpPr>
          <p:spPr bwMode="gray">
            <a:xfrm>
              <a:off x="7523687"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1638EF-D6D9-4772-8B75-AB375935829C}"/>
                </a:ext>
              </a:extLst>
            </p:cNvPr>
            <p:cNvCxnSpPr>
              <a:cxnSpLocks/>
            </p:cNvCxnSpPr>
            <p:nvPr/>
          </p:nvCxnSpPr>
          <p:spPr bwMode="gray">
            <a:xfrm>
              <a:off x="4925930"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806BDB3-547A-4427-B5E7-36517CFA51C7}"/>
                </a:ext>
              </a:extLst>
            </p:cNvPr>
            <p:cNvCxnSpPr>
              <a:cxnSpLocks/>
            </p:cNvCxnSpPr>
            <p:nvPr/>
          </p:nvCxnSpPr>
          <p:spPr bwMode="gray">
            <a:xfrm>
              <a:off x="2823334"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1E7C622B-50A3-4E49-9566-E39196C637FF}"/>
              </a:ext>
            </a:extLst>
          </p:cNvPr>
          <p:cNvGrpSpPr/>
          <p:nvPr/>
        </p:nvGrpSpPr>
        <p:grpSpPr>
          <a:xfrm>
            <a:off x="3017570" y="4384711"/>
            <a:ext cx="198110" cy="297821"/>
            <a:chOff x="7775575" y="2536825"/>
            <a:chExt cx="239713" cy="360363"/>
          </a:xfrm>
          <a:solidFill>
            <a:schemeClr val="bg1"/>
          </a:solidFill>
        </p:grpSpPr>
        <p:sp>
          <p:nvSpPr>
            <p:cNvPr id="101" name="Freeform 167">
              <a:extLst>
                <a:ext uri="{FF2B5EF4-FFF2-40B4-BE49-F238E27FC236}">
                  <a16:creationId xmlns:a16="http://schemas.microsoft.com/office/drawing/2014/main" id="{4C01308B-16B5-49E5-8B51-524F594E00C1}"/>
                </a:ext>
              </a:extLst>
            </p:cNvPr>
            <p:cNvSpPr>
              <a:spLocks/>
            </p:cNvSpPr>
            <p:nvPr/>
          </p:nvSpPr>
          <p:spPr bwMode="auto">
            <a:xfrm>
              <a:off x="7874000" y="2740025"/>
              <a:ext cx="58738" cy="104775"/>
            </a:xfrm>
            <a:custGeom>
              <a:avLst/>
              <a:gdLst>
                <a:gd name="T0" fmla="*/ 106 w 264"/>
                <a:gd name="T1" fmla="*/ 460 h 463"/>
                <a:gd name="T2" fmla="*/ 58 w 264"/>
                <a:gd name="T3" fmla="*/ 440 h 463"/>
                <a:gd name="T4" fmla="*/ 22 w 264"/>
                <a:gd name="T5" fmla="*/ 404 h 463"/>
                <a:gd name="T6" fmla="*/ 2 w 264"/>
                <a:gd name="T7" fmla="*/ 357 h 463"/>
                <a:gd name="T8" fmla="*/ 0 w 264"/>
                <a:gd name="T9" fmla="*/ 324 h 463"/>
                <a:gd name="T10" fmla="*/ 15 w 264"/>
                <a:gd name="T11" fmla="*/ 303 h 463"/>
                <a:gd name="T12" fmla="*/ 32 w 264"/>
                <a:gd name="T13" fmla="*/ 297 h 463"/>
                <a:gd name="T14" fmla="*/ 56 w 264"/>
                <a:gd name="T15" fmla="*/ 306 h 463"/>
                <a:gd name="T16" fmla="*/ 65 w 264"/>
                <a:gd name="T17" fmla="*/ 330 h 463"/>
                <a:gd name="T18" fmla="*/ 68 w 264"/>
                <a:gd name="T19" fmla="*/ 350 h 463"/>
                <a:gd name="T20" fmla="*/ 85 w 264"/>
                <a:gd name="T21" fmla="*/ 377 h 463"/>
                <a:gd name="T22" fmla="*/ 112 w 264"/>
                <a:gd name="T23" fmla="*/ 393 h 463"/>
                <a:gd name="T24" fmla="*/ 131 w 264"/>
                <a:gd name="T25" fmla="*/ 396 h 463"/>
                <a:gd name="T26" fmla="*/ 157 w 264"/>
                <a:gd name="T27" fmla="*/ 391 h 463"/>
                <a:gd name="T28" fmla="*/ 186 w 264"/>
                <a:gd name="T29" fmla="*/ 367 h 463"/>
                <a:gd name="T30" fmla="*/ 197 w 264"/>
                <a:gd name="T31" fmla="*/ 344 h 463"/>
                <a:gd name="T32" fmla="*/ 198 w 264"/>
                <a:gd name="T33" fmla="*/ 324 h 463"/>
                <a:gd name="T34" fmla="*/ 190 w 264"/>
                <a:gd name="T35" fmla="*/ 299 h 463"/>
                <a:gd name="T36" fmla="*/ 164 w 264"/>
                <a:gd name="T37" fmla="*/ 272 h 463"/>
                <a:gd name="T38" fmla="*/ 139 w 264"/>
                <a:gd name="T39" fmla="*/ 265 h 463"/>
                <a:gd name="T40" fmla="*/ 106 w 264"/>
                <a:gd name="T41" fmla="*/ 262 h 463"/>
                <a:gd name="T42" fmla="*/ 58 w 264"/>
                <a:gd name="T43" fmla="*/ 241 h 463"/>
                <a:gd name="T44" fmla="*/ 22 w 264"/>
                <a:gd name="T45" fmla="*/ 206 h 463"/>
                <a:gd name="T46" fmla="*/ 2 w 264"/>
                <a:gd name="T47" fmla="*/ 158 h 463"/>
                <a:gd name="T48" fmla="*/ 0 w 264"/>
                <a:gd name="T49" fmla="*/ 118 h 463"/>
                <a:gd name="T50" fmla="*/ 16 w 264"/>
                <a:gd name="T51" fmla="*/ 68 h 463"/>
                <a:gd name="T52" fmla="*/ 48 w 264"/>
                <a:gd name="T53" fmla="*/ 30 h 463"/>
                <a:gd name="T54" fmla="*/ 92 w 264"/>
                <a:gd name="T55" fmla="*/ 5 h 463"/>
                <a:gd name="T56" fmla="*/ 131 w 264"/>
                <a:gd name="T57" fmla="*/ 0 h 463"/>
                <a:gd name="T58" fmla="*/ 183 w 264"/>
                <a:gd name="T59" fmla="*/ 10 h 463"/>
                <a:gd name="T60" fmla="*/ 226 w 264"/>
                <a:gd name="T61" fmla="*/ 38 h 463"/>
                <a:gd name="T62" fmla="*/ 254 w 264"/>
                <a:gd name="T63" fmla="*/ 81 h 463"/>
                <a:gd name="T64" fmla="*/ 264 w 264"/>
                <a:gd name="T65" fmla="*/ 131 h 463"/>
                <a:gd name="T66" fmla="*/ 259 w 264"/>
                <a:gd name="T67" fmla="*/ 150 h 463"/>
                <a:gd name="T68" fmla="*/ 238 w 264"/>
                <a:gd name="T69" fmla="*/ 164 h 463"/>
                <a:gd name="T70" fmla="*/ 218 w 264"/>
                <a:gd name="T71" fmla="*/ 162 h 463"/>
                <a:gd name="T72" fmla="*/ 201 w 264"/>
                <a:gd name="T73" fmla="*/ 145 h 463"/>
                <a:gd name="T74" fmla="*/ 198 w 264"/>
                <a:gd name="T75" fmla="*/ 125 h 463"/>
                <a:gd name="T76" fmla="*/ 190 w 264"/>
                <a:gd name="T77" fmla="*/ 100 h 463"/>
                <a:gd name="T78" fmla="*/ 164 w 264"/>
                <a:gd name="T79" fmla="*/ 73 h 463"/>
                <a:gd name="T80" fmla="*/ 139 w 264"/>
                <a:gd name="T81" fmla="*/ 66 h 463"/>
                <a:gd name="T82" fmla="*/ 118 w 264"/>
                <a:gd name="T83" fmla="*/ 67 h 463"/>
                <a:gd name="T84" fmla="*/ 95 w 264"/>
                <a:gd name="T85" fmla="*/ 76 h 463"/>
                <a:gd name="T86" fmla="*/ 70 w 264"/>
                <a:gd name="T87" fmla="*/ 106 h 463"/>
                <a:gd name="T88" fmla="*/ 65 w 264"/>
                <a:gd name="T89" fmla="*/ 131 h 463"/>
                <a:gd name="T90" fmla="*/ 68 w 264"/>
                <a:gd name="T91" fmla="*/ 151 h 463"/>
                <a:gd name="T92" fmla="*/ 85 w 264"/>
                <a:gd name="T93" fmla="*/ 179 h 463"/>
                <a:gd name="T94" fmla="*/ 112 w 264"/>
                <a:gd name="T95" fmla="*/ 194 h 463"/>
                <a:gd name="T96" fmla="*/ 131 w 264"/>
                <a:gd name="T97" fmla="*/ 198 h 463"/>
                <a:gd name="T98" fmla="*/ 183 w 264"/>
                <a:gd name="T99" fmla="*/ 208 h 463"/>
                <a:gd name="T100" fmla="*/ 226 w 264"/>
                <a:gd name="T101" fmla="*/ 237 h 463"/>
                <a:gd name="T102" fmla="*/ 254 w 264"/>
                <a:gd name="T103" fmla="*/ 278 h 463"/>
                <a:gd name="T104" fmla="*/ 264 w 264"/>
                <a:gd name="T105" fmla="*/ 330 h 463"/>
                <a:gd name="T106" fmla="*/ 258 w 264"/>
                <a:gd name="T107" fmla="*/ 370 h 463"/>
                <a:gd name="T108" fmla="*/ 234 w 264"/>
                <a:gd name="T109" fmla="*/ 414 h 463"/>
                <a:gd name="T110" fmla="*/ 195 w 264"/>
                <a:gd name="T111" fmla="*/ 446 h 463"/>
                <a:gd name="T112" fmla="*/ 145 w 264"/>
                <a:gd name="T113" fmla="*/ 462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4" h="463">
                  <a:moveTo>
                    <a:pt x="131" y="463"/>
                  </a:moveTo>
                  <a:lnTo>
                    <a:pt x="131" y="463"/>
                  </a:lnTo>
                  <a:lnTo>
                    <a:pt x="118" y="462"/>
                  </a:lnTo>
                  <a:lnTo>
                    <a:pt x="106" y="460"/>
                  </a:lnTo>
                  <a:lnTo>
                    <a:pt x="92" y="457"/>
                  </a:lnTo>
                  <a:lnTo>
                    <a:pt x="81" y="452"/>
                  </a:lnTo>
                  <a:lnTo>
                    <a:pt x="68" y="446"/>
                  </a:lnTo>
                  <a:lnTo>
                    <a:pt x="58" y="440"/>
                  </a:lnTo>
                  <a:lnTo>
                    <a:pt x="48" y="433"/>
                  </a:lnTo>
                  <a:lnTo>
                    <a:pt x="38" y="423"/>
                  </a:lnTo>
                  <a:lnTo>
                    <a:pt x="30" y="414"/>
                  </a:lnTo>
                  <a:lnTo>
                    <a:pt x="22" y="404"/>
                  </a:lnTo>
                  <a:lnTo>
                    <a:pt x="16" y="393"/>
                  </a:lnTo>
                  <a:lnTo>
                    <a:pt x="10" y="382"/>
                  </a:lnTo>
                  <a:lnTo>
                    <a:pt x="5" y="370"/>
                  </a:lnTo>
                  <a:lnTo>
                    <a:pt x="2" y="357"/>
                  </a:lnTo>
                  <a:lnTo>
                    <a:pt x="0" y="344"/>
                  </a:lnTo>
                  <a:lnTo>
                    <a:pt x="0" y="330"/>
                  </a:lnTo>
                  <a:lnTo>
                    <a:pt x="0" y="330"/>
                  </a:lnTo>
                  <a:lnTo>
                    <a:pt x="0" y="324"/>
                  </a:lnTo>
                  <a:lnTo>
                    <a:pt x="2" y="318"/>
                  </a:lnTo>
                  <a:lnTo>
                    <a:pt x="5" y="312"/>
                  </a:lnTo>
                  <a:lnTo>
                    <a:pt x="9" y="306"/>
                  </a:lnTo>
                  <a:lnTo>
                    <a:pt x="15" y="303"/>
                  </a:lnTo>
                  <a:lnTo>
                    <a:pt x="20" y="300"/>
                  </a:lnTo>
                  <a:lnTo>
                    <a:pt x="26" y="298"/>
                  </a:lnTo>
                  <a:lnTo>
                    <a:pt x="32" y="297"/>
                  </a:lnTo>
                  <a:lnTo>
                    <a:pt x="32" y="297"/>
                  </a:lnTo>
                  <a:lnTo>
                    <a:pt x="39" y="298"/>
                  </a:lnTo>
                  <a:lnTo>
                    <a:pt x="46" y="300"/>
                  </a:lnTo>
                  <a:lnTo>
                    <a:pt x="51" y="303"/>
                  </a:lnTo>
                  <a:lnTo>
                    <a:pt x="56" y="306"/>
                  </a:lnTo>
                  <a:lnTo>
                    <a:pt x="60" y="312"/>
                  </a:lnTo>
                  <a:lnTo>
                    <a:pt x="63" y="318"/>
                  </a:lnTo>
                  <a:lnTo>
                    <a:pt x="65" y="324"/>
                  </a:lnTo>
                  <a:lnTo>
                    <a:pt x="65" y="330"/>
                  </a:lnTo>
                  <a:lnTo>
                    <a:pt x="65" y="330"/>
                  </a:lnTo>
                  <a:lnTo>
                    <a:pt x="66" y="337"/>
                  </a:lnTo>
                  <a:lnTo>
                    <a:pt x="67" y="344"/>
                  </a:lnTo>
                  <a:lnTo>
                    <a:pt x="68" y="350"/>
                  </a:lnTo>
                  <a:lnTo>
                    <a:pt x="70" y="356"/>
                  </a:lnTo>
                  <a:lnTo>
                    <a:pt x="74" y="362"/>
                  </a:lnTo>
                  <a:lnTo>
                    <a:pt x="77" y="367"/>
                  </a:lnTo>
                  <a:lnTo>
                    <a:pt x="85" y="377"/>
                  </a:lnTo>
                  <a:lnTo>
                    <a:pt x="95" y="385"/>
                  </a:lnTo>
                  <a:lnTo>
                    <a:pt x="100" y="388"/>
                  </a:lnTo>
                  <a:lnTo>
                    <a:pt x="106" y="391"/>
                  </a:lnTo>
                  <a:lnTo>
                    <a:pt x="112" y="393"/>
                  </a:lnTo>
                  <a:lnTo>
                    <a:pt x="118" y="395"/>
                  </a:lnTo>
                  <a:lnTo>
                    <a:pt x="125" y="396"/>
                  </a:lnTo>
                  <a:lnTo>
                    <a:pt x="131" y="396"/>
                  </a:lnTo>
                  <a:lnTo>
                    <a:pt x="131" y="396"/>
                  </a:lnTo>
                  <a:lnTo>
                    <a:pt x="139" y="396"/>
                  </a:lnTo>
                  <a:lnTo>
                    <a:pt x="145" y="395"/>
                  </a:lnTo>
                  <a:lnTo>
                    <a:pt x="151" y="393"/>
                  </a:lnTo>
                  <a:lnTo>
                    <a:pt x="157" y="391"/>
                  </a:lnTo>
                  <a:lnTo>
                    <a:pt x="164" y="388"/>
                  </a:lnTo>
                  <a:lnTo>
                    <a:pt x="169" y="385"/>
                  </a:lnTo>
                  <a:lnTo>
                    <a:pt x="179" y="377"/>
                  </a:lnTo>
                  <a:lnTo>
                    <a:pt x="186" y="367"/>
                  </a:lnTo>
                  <a:lnTo>
                    <a:pt x="190" y="362"/>
                  </a:lnTo>
                  <a:lnTo>
                    <a:pt x="193" y="356"/>
                  </a:lnTo>
                  <a:lnTo>
                    <a:pt x="195" y="350"/>
                  </a:lnTo>
                  <a:lnTo>
                    <a:pt x="197" y="344"/>
                  </a:lnTo>
                  <a:lnTo>
                    <a:pt x="198" y="337"/>
                  </a:lnTo>
                  <a:lnTo>
                    <a:pt x="198" y="330"/>
                  </a:lnTo>
                  <a:lnTo>
                    <a:pt x="198" y="330"/>
                  </a:lnTo>
                  <a:lnTo>
                    <a:pt x="198" y="324"/>
                  </a:lnTo>
                  <a:lnTo>
                    <a:pt x="197" y="317"/>
                  </a:lnTo>
                  <a:lnTo>
                    <a:pt x="195" y="310"/>
                  </a:lnTo>
                  <a:lnTo>
                    <a:pt x="193" y="304"/>
                  </a:lnTo>
                  <a:lnTo>
                    <a:pt x="190" y="299"/>
                  </a:lnTo>
                  <a:lnTo>
                    <a:pt x="186" y="293"/>
                  </a:lnTo>
                  <a:lnTo>
                    <a:pt x="179" y="284"/>
                  </a:lnTo>
                  <a:lnTo>
                    <a:pt x="169" y="275"/>
                  </a:lnTo>
                  <a:lnTo>
                    <a:pt x="164" y="272"/>
                  </a:lnTo>
                  <a:lnTo>
                    <a:pt x="157" y="269"/>
                  </a:lnTo>
                  <a:lnTo>
                    <a:pt x="151" y="267"/>
                  </a:lnTo>
                  <a:lnTo>
                    <a:pt x="145" y="265"/>
                  </a:lnTo>
                  <a:lnTo>
                    <a:pt x="139" y="265"/>
                  </a:lnTo>
                  <a:lnTo>
                    <a:pt x="131" y="264"/>
                  </a:lnTo>
                  <a:lnTo>
                    <a:pt x="131" y="264"/>
                  </a:lnTo>
                  <a:lnTo>
                    <a:pt x="118" y="264"/>
                  </a:lnTo>
                  <a:lnTo>
                    <a:pt x="106" y="262"/>
                  </a:lnTo>
                  <a:lnTo>
                    <a:pt x="92" y="258"/>
                  </a:lnTo>
                  <a:lnTo>
                    <a:pt x="81" y="254"/>
                  </a:lnTo>
                  <a:lnTo>
                    <a:pt x="68" y="248"/>
                  </a:lnTo>
                  <a:lnTo>
                    <a:pt x="58" y="241"/>
                  </a:lnTo>
                  <a:lnTo>
                    <a:pt x="48" y="234"/>
                  </a:lnTo>
                  <a:lnTo>
                    <a:pt x="38" y="226"/>
                  </a:lnTo>
                  <a:lnTo>
                    <a:pt x="30" y="216"/>
                  </a:lnTo>
                  <a:lnTo>
                    <a:pt x="22" y="206"/>
                  </a:lnTo>
                  <a:lnTo>
                    <a:pt x="16" y="194"/>
                  </a:lnTo>
                  <a:lnTo>
                    <a:pt x="10" y="183"/>
                  </a:lnTo>
                  <a:lnTo>
                    <a:pt x="5" y="171"/>
                  </a:lnTo>
                  <a:lnTo>
                    <a:pt x="2" y="158"/>
                  </a:lnTo>
                  <a:lnTo>
                    <a:pt x="0" y="145"/>
                  </a:lnTo>
                  <a:lnTo>
                    <a:pt x="0" y="131"/>
                  </a:lnTo>
                  <a:lnTo>
                    <a:pt x="0" y="131"/>
                  </a:lnTo>
                  <a:lnTo>
                    <a:pt x="0" y="118"/>
                  </a:lnTo>
                  <a:lnTo>
                    <a:pt x="2" y="105"/>
                  </a:lnTo>
                  <a:lnTo>
                    <a:pt x="5" y="92"/>
                  </a:lnTo>
                  <a:lnTo>
                    <a:pt x="10" y="81"/>
                  </a:lnTo>
                  <a:lnTo>
                    <a:pt x="16" y="68"/>
                  </a:lnTo>
                  <a:lnTo>
                    <a:pt x="22" y="58"/>
                  </a:lnTo>
                  <a:lnTo>
                    <a:pt x="30" y="47"/>
                  </a:lnTo>
                  <a:lnTo>
                    <a:pt x="38" y="38"/>
                  </a:lnTo>
                  <a:lnTo>
                    <a:pt x="48" y="30"/>
                  </a:lnTo>
                  <a:lnTo>
                    <a:pt x="58" y="22"/>
                  </a:lnTo>
                  <a:lnTo>
                    <a:pt x="68" y="15"/>
                  </a:lnTo>
                  <a:lnTo>
                    <a:pt x="81" y="10"/>
                  </a:lnTo>
                  <a:lnTo>
                    <a:pt x="92" y="5"/>
                  </a:lnTo>
                  <a:lnTo>
                    <a:pt x="106" y="2"/>
                  </a:lnTo>
                  <a:lnTo>
                    <a:pt x="118" y="0"/>
                  </a:lnTo>
                  <a:lnTo>
                    <a:pt x="131" y="0"/>
                  </a:lnTo>
                  <a:lnTo>
                    <a:pt x="131" y="0"/>
                  </a:lnTo>
                  <a:lnTo>
                    <a:pt x="145" y="0"/>
                  </a:lnTo>
                  <a:lnTo>
                    <a:pt x="158" y="2"/>
                  </a:lnTo>
                  <a:lnTo>
                    <a:pt x="171" y="5"/>
                  </a:lnTo>
                  <a:lnTo>
                    <a:pt x="183" y="10"/>
                  </a:lnTo>
                  <a:lnTo>
                    <a:pt x="195" y="15"/>
                  </a:lnTo>
                  <a:lnTo>
                    <a:pt x="206" y="22"/>
                  </a:lnTo>
                  <a:lnTo>
                    <a:pt x="216" y="30"/>
                  </a:lnTo>
                  <a:lnTo>
                    <a:pt x="226" y="38"/>
                  </a:lnTo>
                  <a:lnTo>
                    <a:pt x="234" y="47"/>
                  </a:lnTo>
                  <a:lnTo>
                    <a:pt x="241" y="58"/>
                  </a:lnTo>
                  <a:lnTo>
                    <a:pt x="248" y="68"/>
                  </a:lnTo>
                  <a:lnTo>
                    <a:pt x="254" y="81"/>
                  </a:lnTo>
                  <a:lnTo>
                    <a:pt x="258" y="92"/>
                  </a:lnTo>
                  <a:lnTo>
                    <a:pt x="262" y="105"/>
                  </a:lnTo>
                  <a:lnTo>
                    <a:pt x="263" y="118"/>
                  </a:lnTo>
                  <a:lnTo>
                    <a:pt x="264" y="131"/>
                  </a:lnTo>
                  <a:lnTo>
                    <a:pt x="264" y="131"/>
                  </a:lnTo>
                  <a:lnTo>
                    <a:pt x="263" y="139"/>
                  </a:lnTo>
                  <a:lnTo>
                    <a:pt x="262" y="145"/>
                  </a:lnTo>
                  <a:lnTo>
                    <a:pt x="259" y="150"/>
                  </a:lnTo>
                  <a:lnTo>
                    <a:pt x="255" y="155"/>
                  </a:lnTo>
                  <a:lnTo>
                    <a:pt x="249" y="159"/>
                  </a:lnTo>
                  <a:lnTo>
                    <a:pt x="244" y="162"/>
                  </a:lnTo>
                  <a:lnTo>
                    <a:pt x="238" y="164"/>
                  </a:lnTo>
                  <a:lnTo>
                    <a:pt x="231" y="164"/>
                  </a:lnTo>
                  <a:lnTo>
                    <a:pt x="231" y="164"/>
                  </a:lnTo>
                  <a:lnTo>
                    <a:pt x="225" y="164"/>
                  </a:lnTo>
                  <a:lnTo>
                    <a:pt x="218" y="162"/>
                  </a:lnTo>
                  <a:lnTo>
                    <a:pt x="212" y="159"/>
                  </a:lnTo>
                  <a:lnTo>
                    <a:pt x="208" y="155"/>
                  </a:lnTo>
                  <a:lnTo>
                    <a:pt x="204" y="150"/>
                  </a:lnTo>
                  <a:lnTo>
                    <a:pt x="201" y="145"/>
                  </a:lnTo>
                  <a:lnTo>
                    <a:pt x="199" y="139"/>
                  </a:lnTo>
                  <a:lnTo>
                    <a:pt x="198" y="131"/>
                  </a:lnTo>
                  <a:lnTo>
                    <a:pt x="198" y="131"/>
                  </a:lnTo>
                  <a:lnTo>
                    <a:pt x="198" y="125"/>
                  </a:lnTo>
                  <a:lnTo>
                    <a:pt x="197" y="119"/>
                  </a:lnTo>
                  <a:lnTo>
                    <a:pt x="195" y="112"/>
                  </a:lnTo>
                  <a:lnTo>
                    <a:pt x="193" y="106"/>
                  </a:lnTo>
                  <a:lnTo>
                    <a:pt x="190" y="100"/>
                  </a:lnTo>
                  <a:lnTo>
                    <a:pt x="186" y="95"/>
                  </a:lnTo>
                  <a:lnTo>
                    <a:pt x="179" y="85"/>
                  </a:lnTo>
                  <a:lnTo>
                    <a:pt x="169" y="76"/>
                  </a:lnTo>
                  <a:lnTo>
                    <a:pt x="164" y="73"/>
                  </a:lnTo>
                  <a:lnTo>
                    <a:pt x="157" y="70"/>
                  </a:lnTo>
                  <a:lnTo>
                    <a:pt x="151" y="68"/>
                  </a:lnTo>
                  <a:lnTo>
                    <a:pt x="145" y="67"/>
                  </a:lnTo>
                  <a:lnTo>
                    <a:pt x="139" y="66"/>
                  </a:lnTo>
                  <a:lnTo>
                    <a:pt x="131" y="65"/>
                  </a:lnTo>
                  <a:lnTo>
                    <a:pt x="131" y="65"/>
                  </a:lnTo>
                  <a:lnTo>
                    <a:pt x="125" y="66"/>
                  </a:lnTo>
                  <a:lnTo>
                    <a:pt x="118" y="67"/>
                  </a:lnTo>
                  <a:lnTo>
                    <a:pt x="112" y="68"/>
                  </a:lnTo>
                  <a:lnTo>
                    <a:pt x="106" y="70"/>
                  </a:lnTo>
                  <a:lnTo>
                    <a:pt x="100" y="73"/>
                  </a:lnTo>
                  <a:lnTo>
                    <a:pt x="95" y="76"/>
                  </a:lnTo>
                  <a:lnTo>
                    <a:pt x="85" y="85"/>
                  </a:lnTo>
                  <a:lnTo>
                    <a:pt x="77" y="95"/>
                  </a:lnTo>
                  <a:lnTo>
                    <a:pt x="74" y="100"/>
                  </a:lnTo>
                  <a:lnTo>
                    <a:pt x="70" y="106"/>
                  </a:lnTo>
                  <a:lnTo>
                    <a:pt x="68" y="112"/>
                  </a:lnTo>
                  <a:lnTo>
                    <a:pt x="67" y="119"/>
                  </a:lnTo>
                  <a:lnTo>
                    <a:pt x="66" y="125"/>
                  </a:lnTo>
                  <a:lnTo>
                    <a:pt x="65" y="131"/>
                  </a:lnTo>
                  <a:lnTo>
                    <a:pt x="65" y="131"/>
                  </a:lnTo>
                  <a:lnTo>
                    <a:pt x="66" y="139"/>
                  </a:lnTo>
                  <a:lnTo>
                    <a:pt x="67" y="145"/>
                  </a:lnTo>
                  <a:lnTo>
                    <a:pt x="68" y="151"/>
                  </a:lnTo>
                  <a:lnTo>
                    <a:pt x="70" y="157"/>
                  </a:lnTo>
                  <a:lnTo>
                    <a:pt x="74" y="163"/>
                  </a:lnTo>
                  <a:lnTo>
                    <a:pt x="77" y="169"/>
                  </a:lnTo>
                  <a:lnTo>
                    <a:pt x="85" y="179"/>
                  </a:lnTo>
                  <a:lnTo>
                    <a:pt x="95" y="186"/>
                  </a:lnTo>
                  <a:lnTo>
                    <a:pt x="100" y="190"/>
                  </a:lnTo>
                  <a:lnTo>
                    <a:pt x="106" y="192"/>
                  </a:lnTo>
                  <a:lnTo>
                    <a:pt x="112" y="194"/>
                  </a:lnTo>
                  <a:lnTo>
                    <a:pt x="118" y="197"/>
                  </a:lnTo>
                  <a:lnTo>
                    <a:pt x="125" y="198"/>
                  </a:lnTo>
                  <a:lnTo>
                    <a:pt x="131" y="198"/>
                  </a:lnTo>
                  <a:lnTo>
                    <a:pt x="131" y="198"/>
                  </a:lnTo>
                  <a:lnTo>
                    <a:pt x="145" y="199"/>
                  </a:lnTo>
                  <a:lnTo>
                    <a:pt x="158" y="201"/>
                  </a:lnTo>
                  <a:lnTo>
                    <a:pt x="171" y="204"/>
                  </a:lnTo>
                  <a:lnTo>
                    <a:pt x="183" y="208"/>
                  </a:lnTo>
                  <a:lnTo>
                    <a:pt x="195" y="214"/>
                  </a:lnTo>
                  <a:lnTo>
                    <a:pt x="206" y="220"/>
                  </a:lnTo>
                  <a:lnTo>
                    <a:pt x="216" y="228"/>
                  </a:lnTo>
                  <a:lnTo>
                    <a:pt x="226" y="237"/>
                  </a:lnTo>
                  <a:lnTo>
                    <a:pt x="234" y="246"/>
                  </a:lnTo>
                  <a:lnTo>
                    <a:pt x="241" y="257"/>
                  </a:lnTo>
                  <a:lnTo>
                    <a:pt x="248" y="267"/>
                  </a:lnTo>
                  <a:lnTo>
                    <a:pt x="254" y="278"/>
                  </a:lnTo>
                  <a:lnTo>
                    <a:pt x="258" y="291"/>
                  </a:lnTo>
                  <a:lnTo>
                    <a:pt x="262" y="303"/>
                  </a:lnTo>
                  <a:lnTo>
                    <a:pt x="263" y="317"/>
                  </a:lnTo>
                  <a:lnTo>
                    <a:pt x="264" y="330"/>
                  </a:lnTo>
                  <a:lnTo>
                    <a:pt x="264" y="330"/>
                  </a:lnTo>
                  <a:lnTo>
                    <a:pt x="263" y="344"/>
                  </a:lnTo>
                  <a:lnTo>
                    <a:pt x="262" y="357"/>
                  </a:lnTo>
                  <a:lnTo>
                    <a:pt x="258" y="370"/>
                  </a:lnTo>
                  <a:lnTo>
                    <a:pt x="254" y="382"/>
                  </a:lnTo>
                  <a:lnTo>
                    <a:pt x="248" y="393"/>
                  </a:lnTo>
                  <a:lnTo>
                    <a:pt x="241" y="404"/>
                  </a:lnTo>
                  <a:lnTo>
                    <a:pt x="234" y="414"/>
                  </a:lnTo>
                  <a:lnTo>
                    <a:pt x="226" y="423"/>
                  </a:lnTo>
                  <a:lnTo>
                    <a:pt x="216" y="433"/>
                  </a:lnTo>
                  <a:lnTo>
                    <a:pt x="206" y="440"/>
                  </a:lnTo>
                  <a:lnTo>
                    <a:pt x="195" y="446"/>
                  </a:lnTo>
                  <a:lnTo>
                    <a:pt x="183" y="452"/>
                  </a:lnTo>
                  <a:lnTo>
                    <a:pt x="171" y="457"/>
                  </a:lnTo>
                  <a:lnTo>
                    <a:pt x="158" y="460"/>
                  </a:lnTo>
                  <a:lnTo>
                    <a:pt x="145" y="462"/>
                  </a:lnTo>
                  <a:lnTo>
                    <a:pt x="131" y="463"/>
                  </a:lnTo>
                  <a:lnTo>
                    <a:pt x="131" y="4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168">
              <a:extLst>
                <a:ext uri="{FF2B5EF4-FFF2-40B4-BE49-F238E27FC236}">
                  <a16:creationId xmlns:a16="http://schemas.microsoft.com/office/drawing/2014/main" id="{70D45410-B902-4E31-B2DC-2E669279A2BE}"/>
                </a:ext>
              </a:extLst>
            </p:cNvPr>
            <p:cNvSpPr>
              <a:spLocks/>
            </p:cNvSpPr>
            <p:nvPr/>
          </p:nvSpPr>
          <p:spPr bwMode="auto">
            <a:xfrm>
              <a:off x="7896225" y="2828925"/>
              <a:ext cx="14288" cy="30163"/>
            </a:xfrm>
            <a:custGeom>
              <a:avLst/>
              <a:gdLst>
                <a:gd name="T0" fmla="*/ 33 w 67"/>
                <a:gd name="T1" fmla="*/ 133 h 133"/>
                <a:gd name="T2" fmla="*/ 33 w 67"/>
                <a:gd name="T3" fmla="*/ 133 h 133"/>
                <a:gd name="T4" fmla="*/ 27 w 67"/>
                <a:gd name="T5" fmla="*/ 132 h 133"/>
                <a:gd name="T6" fmla="*/ 21 w 67"/>
                <a:gd name="T7" fmla="*/ 130 h 133"/>
                <a:gd name="T8" fmla="*/ 15 w 67"/>
                <a:gd name="T9" fmla="*/ 127 h 133"/>
                <a:gd name="T10" fmla="*/ 11 w 67"/>
                <a:gd name="T11" fmla="*/ 123 h 133"/>
                <a:gd name="T12" fmla="*/ 7 w 67"/>
                <a:gd name="T13" fmla="*/ 119 h 133"/>
                <a:gd name="T14" fmla="*/ 3 w 67"/>
                <a:gd name="T15" fmla="*/ 112 h 133"/>
                <a:gd name="T16" fmla="*/ 1 w 67"/>
                <a:gd name="T17" fmla="*/ 106 h 133"/>
                <a:gd name="T18" fmla="*/ 0 w 67"/>
                <a:gd name="T19" fmla="*/ 100 h 133"/>
                <a:gd name="T20" fmla="*/ 0 w 67"/>
                <a:gd name="T21" fmla="*/ 34 h 133"/>
                <a:gd name="T22" fmla="*/ 0 w 67"/>
                <a:gd name="T23" fmla="*/ 34 h 133"/>
                <a:gd name="T24" fmla="*/ 1 w 67"/>
                <a:gd name="T25" fmla="*/ 26 h 133"/>
                <a:gd name="T26" fmla="*/ 3 w 67"/>
                <a:gd name="T27" fmla="*/ 20 h 133"/>
                <a:gd name="T28" fmla="*/ 7 w 67"/>
                <a:gd name="T29" fmla="*/ 15 h 133"/>
                <a:gd name="T30" fmla="*/ 11 w 67"/>
                <a:gd name="T31" fmla="*/ 10 h 133"/>
                <a:gd name="T32" fmla="*/ 15 w 67"/>
                <a:gd name="T33" fmla="*/ 6 h 133"/>
                <a:gd name="T34" fmla="*/ 21 w 67"/>
                <a:gd name="T35" fmla="*/ 3 h 133"/>
                <a:gd name="T36" fmla="*/ 27 w 67"/>
                <a:gd name="T37" fmla="*/ 1 h 133"/>
                <a:gd name="T38" fmla="*/ 33 w 67"/>
                <a:gd name="T39" fmla="*/ 0 h 133"/>
                <a:gd name="T40" fmla="*/ 33 w 67"/>
                <a:gd name="T41" fmla="*/ 0 h 133"/>
                <a:gd name="T42" fmla="*/ 41 w 67"/>
                <a:gd name="T43" fmla="*/ 1 h 133"/>
                <a:gd name="T44" fmla="*/ 47 w 67"/>
                <a:gd name="T45" fmla="*/ 3 h 133"/>
                <a:gd name="T46" fmla="*/ 52 w 67"/>
                <a:gd name="T47" fmla="*/ 6 h 133"/>
                <a:gd name="T48" fmla="*/ 57 w 67"/>
                <a:gd name="T49" fmla="*/ 10 h 133"/>
                <a:gd name="T50" fmla="*/ 61 w 67"/>
                <a:gd name="T51" fmla="*/ 15 h 133"/>
                <a:gd name="T52" fmla="*/ 65 w 67"/>
                <a:gd name="T53" fmla="*/ 20 h 133"/>
                <a:gd name="T54" fmla="*/ 67 w 67"/>
                <a:gd name="T55" fmla="*/ 26 h 133"/>
                <a:gd name="T56" fmla="*/ 67 w 67"/>
                <a:gd name="T57" fmla="*/ 34 h 133"/>
                <a:gd name="T58" fmla="*/ 67 w 67"/>
                <a:gd name="T59" fmla="*/ 100 h 133"/>
                <a:gd name="T60" fmla="*/ 67 w 67"/>
                <a:gd name="T61" fmla="*/ 100 h 133"/>
                <a:gd name="T62" fmla="*/ 67 w 67"/>
                <a:gd name="T63" fmla="*/ 106 h 133"/>
                <a:gd name="T64" fmla="*/ 65 w 67"/>
                <a:gd name="T65" fmla="*/ 112 h 133"/>
                <a:gd name="T66" fmla="*/ 61 w 67"/>
                <a:gd name="T67" fmla="*/ 119 h 133"/>
                <a:gd name="T68" fmla="*/ 57 w 67"/>
                <a:gd name="T69" fmla="*/ 123 h 133"/>
                <a:gd name="T70" fmla="*/ 52 w 67"/>
                <a:gd name="T71" fmla="*/ 127 h 133"/>
                <a:gd name="T72" fmla="*/ 47 w 67"/>
                <a:gd name="T73" fmla="*/ 130 h 133"/>
                <a:gd name="T74" fmla="*/ 41 w 67"/>
                <a:gd name="T75" fmla="*/ 132 h 133"/>
                <a:gd name="T76" fmla="*/ 33 w 67"/>
                <a:gd name="T77" fmla="*/ 133 h 133"/>
                <a:gd name="T78" fmla="*/ 33 w 67"/>
                <a:gd name="T79"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133">
                  <a:moveTo>
                    <a:pt x="33" y="133"/>
                  </a:moveTo>
                  <a:lnTo>
                    <a:pt x="33" y="133"/>
                  </a:lnTo>
                  <a:lnTo>
                    <a:pt x="27" y="132"/>
                  </a:lnTo>
                  <a:lnTo>
                    <a:pt x="21" y="130"/>
                  </a:lnTo>
                  <a:lnTo>
                    <a:pt x="15" y="127"/>
                  </a:lnTo>
                  <a:lnTo>
                    <a:pt x="11" y="123"/>
                  </a:lnTo>
                  <a:lnTo>
                    <a:pt x="7" y="119"/>
                  </a:lnTo>
                  <a:lnTo>
                    <a:pt x="3" y="112"/>
                  </a:lnTo>
                  <a:lnTo>
                    <a:pt x="1" y="106"/>
                  </a:lnTo>
                  <a:lnTo>
                    <a:pt x="0" y="100"/>
                  </a:lnTo>
                  <a:lnTo>
                    <a:pt x="0" y="34"/>
                  </a:lnTo>
                  <a:lnTo>
                    <a:pt x="0" y="34"/>
                  </a:lnTo>
                  <a:lnTo>
                    <a:pt x="1" y="26"/>
                  </a:lnTo>
                  <a:lnTo>
                    <a:pt x="3" y="20"/>
                  </a:lnTo>
                  <a:lnTo>
                    <a:pt x="7" y="15"/>
                  </a:lnTo>
                  <a:lnTo>
                    <a:pt x="11" y="10"/>
                  </a:lnTo>
                  <a:lnTo>
                    <a:pt x="15" y="6"/>
                  </a:lnTo>
                  <a:lnTo>
                    <a:pt x="21" y="3"/>
                  </a:lnTo>
                  <a:lnTo>
                    <a:pt x="27" y="1"/>
                  </a:lnTo>
                  <a:lnTo>
                    <a:pt x="33" y="0"/>
                  </a:lnTo>
                  <a:lnTo>
                    <a:pt x="33" y="0"/>
                  </a:lnTo>
                  <a:lnTo>
                    <a:pt x="41" y="1"/>
                  </a:lnTo>
                  <a:lnTo>
                    <a:pt x="47" y="3"/>
                  </a:lnTo>
                  <a:lnTo>
                    <a:pt x="52" y="6"/>
                  </a:lnTo>
                  <a:lnTo>
                    <a:pt x="57" y="10"/>
                  </a:lnTo>
                  <a:lnTo>
                    <a:pt x="61" y="15"/>
                  </a:lnTo>
                  <a:lnTo>
                    <a:pt x="65" y="20"/>
                  </a:lnTo>
                  <a:lnTo>
                    <a:pt x="67" y="26"/>
                  </a:lnTo>
                  <a:lnTo>
                    <a:pt x="67" y="34"/>
                  </a:lnTo>
                  <a:lnTo>
                    <a:pt x="67" y="100"/>
                  </a:lnTo>
                  <a:lnTo>
                    <a:pt x="67" y="100"/>
                  </a:lnTo>
                  <a:lnTo>
                    <a:pt x="67" y="106"/>
                  </a:lnTo>
                  <a:lnTo>
                    <a:pt x="65" y="112"/>
                  </a:lnTo>
                  <a:lnTo>
                    <a:pt x="61" y="119"/>
                  </a:lnTo>
                  <a:lnTo>
                    <a:pt x="57" y="123"/>
                  </a:lnTo>
                  <a:lnTo>
                    <a:pt x="52" y="127"/>
                  </a:lnTo>
                  <a:lnTo>
                    <a:pt x="47" y="130"/>
                  </a:lnTo>
                  <a:lnTo>
                    <a:pt x="41" y="132"/>
                  </a:lnTo>
                  <a:lnTo>
                    <a:pt x="33" y="133"/>
                  </a:lnTo>
                  <a:lnTo>
                    <a:pt x="33"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169">
              <a:extLst>
                <a:ext uri="{FF2B5EF4-FFF2-40B4-BE49-F238E27FC236}">
                  <a16:creationId xmlns:a16="http://schemas.microsoft.com/office/drawing/2014/main" id="{20827F21-4B2F-4E03-B506-090325F5E180}"/>
                </a:ext>
              </a:extLst>
            </p:cNvPr>
            <p:cNvSpPr>
              <a:spLocks/>
            </p:cNvSpPr>
            <p:nvPr/>
          </p:nvSpPr>
          <p:spPr bwMode="auto">
            <a:xfrm>
              <a:off x="7896225" y="2724150"/>
              <a:ext cx="14288" cy="30163"/>
            </a:xfrm>
            <a:custGeom>
              <a:avLst/>
              <a:gdLst>
                <a:gd name="T0" fmla="*/ 33 w 67"/>
                <a:gd name="T1" fmla="*/ 131 h 131"/>
                <a:gd name="T2" fmla="*/ 33 w 67"/>
                <a:gd name="T3" fmla="*/ 131 h 131"/>
                <a:gd name="T4" fmla="*/ 27 w 67"/>
                <a:gd name="T5" fmla="*/ 131 h 131"/>
                <a:gd name="T6" fmla="*/ 21 w 67"/>
                <a:gd name="T7" fmla="*/ 129 h 131"/>
                <a:gd name="T8" fmla="*/ 15 w 67"/>
                <a:gd name="T9" fmla="*/ 126 h 131"/>
                <a:gd name="T10" fmla="*/ 11 w 67"/>
                <a:gd name="T11" fmla="*/ 122 h 131"/>
                <a:gd name="T12" fmla="*/ 7 w 67"/>
                <a:gd name="T13" fmla="*/ 117 h 131"/>
                <a:gd name="T14" fmla="*/ 3 w 67"/>
                <a:gd name="T15" fmla="*/ 111 h 131"/>
                <a:gd name="T16" fmla="*/ 1 w 67"/>
                <a:gd name="T17" fmla="*/ 105 h 131"/>
                <a:gd name="T18" fmla="*/ 0 w 67"/>
                <a:gd name="T19" fmla="*/ 99 h 131"/>
                <a:gd name="T20" fmla="*/ 0 w 67"/>
                <a:gd name="T21" fmla="*/ 33 h 131"/>
                <a:gd name="T22" fmla="*/ 0 w 67"/>
                <a:gd name="T23" fmla="*/ 33 h 131"/>
                <a:gd name="T24" fmla="*/ 1 w 67"/>
                <a:gd name="T25" fmla="*/ 25 h 131"/>
                <a:gd name="T26" fmla="*/ 3 w 67"/>
                <a:gd name="T27" fmla="*/ 19 h 131"/>
                <a:gd name="T28" fmla="*/ 7 w 67"/>
                <a:gd name="T29" fmla="*/ 14 h 131"/>
                <a:gd name="T30" fmla="*/ 11 w 67"/>
                <a:gd name="T31" fmla="*/ 9 h 131"/>
                <a:gd name="T32" fmla="*/ 15 w 67"/>
                <a:gd name="T33" fmla="*/ 5 h 131"/>
                <a:gd name="T34" fmla="*/ 21 w 67"/>
                <a:gd name="T35" fmla="*/ 2 h 131"/>
                <a:gd name="T36" fmla="*/ 27 w 67"/>
                <a:gd name="T37" fmla="*/ 0 h 131"/>
                <a:gd name="T38" fmla="*/ 33 w 67"/>
                <a:gd name="T39" fmla="*/ 0 h 131"/>
                <a:gd name="T40" fmla="*/ 33 w 67"/>
                <a:gd name="T41" fmla="*/ 0 h 131"/>
                <a:gd name="T42" fmla="*/ 41 w 67"/>
                <a:gd name="T43" fmla="*/ 0 h 131"/>
                <a:gd name="T44" fmla="*/ 47 w 67"/>
                <a:gd name="T45" fmla="*/ 2 h 131"/>
                <a:gd name="T46" fmla="*/ 52 w 67"/>
                <a:gd name="T47" fmla="*/ 5 h 131"/>
                <a:gd name="T48" fmla="*/ 57 w 67"/>
                <a:gd name="T49" fmla="*/ 9 h 131"/>
                <a:gd name="T50" fmla="*/ 61 w 67"/>
                <a:gd name="T51" fmla="*/ 14 h 131"/>
                <a:gd name="T52" fmla="*/ 65 w 67"/>
                <a:gd name="T53" fmla="*/ 19 h 131"/>
                <a:gd name="T54" fmla="*/ 67 w 67"/>
                <a:gd name="T55" fmla="*/ 25 h 131"/>
                <a:gd name="T56" fmla="*/ 67 w 67"/>
                <a:gd name="T57" fmla="*/ 33 h 131"/>
                <a:gd name="T58" fmla="*/ 67 w 67"/>
                <a:gd name="T59" fmla="*/ 99 h 131"/>
                <a:gd name="T60" fmla="*/ 67 w 67"/>
                <a:gd name="T61" fmla="*/ 99 h 131"/>
                <a:gd name="T62" fmla="*/ 67 w 67"/>
                <a:gd name="T63" fmla="*/ 105 h 131"/>
                <a:gd name="T64" fmla="*/ 65 w 67"/>
                <a:gd name="T65" fmla="*/ 111 h 131"/>
                <a:gd name="T66" fmla="*/ 61 w 67"/>
                <a:gd name="T67" fmla="*/ 117 h 131"/>
                <a:gd name="T68" fmla="*/ 57 w 67"/>
                <a:gd name="T69" fmla="*/ 122 h 131"/>
                <a:gd name="T70" fmla="*/ 52 w 67"/>
                <a:gd name="T71" fmla="*/ 126 h 131"/>
                <a:gd name="T72" fmla="*/ 47 w 67"/>
                <a:gd name="T73" fmla="*/ 129 h 131"/>
                <a:gd name="T74" fmla="*/ 41 w 67"/>
                <a:gd name="T75" fmla="*/ 131 h 131"/>
                <a:gd name="T76" fmla="*/ 33 w 67"/>
                <a:gd name="T77" fmla="*/ 131 h 131"/>
                <a:gd name="T78" fmla="*/ 33 w 67"/>
                <a:gd name="T79"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131">
                  <a:moveTo>
                    <a:pt x="33" y="131"/>
                  </a:moveTo>
                  <a:lnTo>
                    <a:pt x="33" y="131"/>
                  </a:lnTo>
                  <a:lnTo>
                    <a:pt x="27" y="131"/>
                  </a:lnTo>
                  <a:lnTo>
                    <a:pt x="21" y="129"/>
                  </a:lnTo>
                  <a:lnTo>
                    <a:pt x="15" y="126"/>
                  </a:lnTo>
                  <a:lnTo>
                    <a:pt x="11" y="122"/>
                  </a:lnTo>
                  <a:lnTo>
                    <a:pt x="7" y="117"/>
                  </a:lnTo>
                  <a:lnTo>
                    <a:pt x="3" y="111"/>
                  </a:lnTo>
                  <a:lnTo>
                    <a:pt x="1" y="105"/>
                  </a:lnTo>
                  <a:lnTo>
                    <a:pt x="0" y="99"/>
                  </a:lnTo>
                  <a:lnTo>
                    <a:pt x="0" y="33"/>
                  </a:lnTo>
                  <a:lnTo>
                    <a:pt x="0" y="33"/>
                  </a:lnTo>
                  <a:lnTo>
                    <a:pt x="1" y="25"/>
                  </a:lnTo>
                  <a:lnTo>
                    <a:pt x="3" y="19"/>
                  </a:lnTo>
                  <a:lnTo>
                    <a:pt x="7" y="14"/>
                  </a:lnTo>
                  <a:lnTo>
                    <a:pt x="11" y="9"/>
                  </a:lnTo>
                  <a:lnTo>
                    <a:pt x="15" y="5"/>
                  </a:lnTo>
                  <a:lnTo>
                    <a:pt x="21" y="2"/>
                  </a:lnTo>
                  <a:lnTo>
                    <a:pt x="27" y="0"/>
                  </a:lnTo>
                  <a:lnTo>
                    <a:pt x="33" y="0"/>
                  </a:lnTo>
                  <a:lnTo>
                    <a:pt x="33" y="0"/>
                  </a:lnTo>
                  <a:lnTo>
                    <a:pt x="41" y="0"/>
                  </a:lnTo>
                  <a:lnTo>
                    <a:pt x="47" y="2"/>
                  </a:lnTo>
                  <a:lnTo>
                    <a:pt x="52" y="5"/>
                  </a:lnTo>
                  <a:lnTo>
                    <a:pt x="57" y="9"/>
                  </a:lnTo>
                  <a:lnTo>
                    <a:pt x="61" y="14"/>
                  </a:lnTo>
                  <a:lnTo>
                    <a:pt x="65" y="19"/>
                  </a:lnTo>
                  <a:lnTo>
                    <a:pt x="67" y="25"/>
                  </a:lnTo>
                  <a:lnTo>
                    <a:pt x="67" y="33"/>
                  </a:lnTo>
                  <a:lnTo>
                    <a:pt x="67" y="99"/>
                  </a:lnTo>
                  <a:lnTo>
                    <a:pt x="67" y="99"/>
                  </a:lnTo>
                  <a:lnTo>
                    <a:pt x="67" y="105"/>
                  </a:lnTo>
                  <a:lnTo>
                    <a:pt x="65" y="111"/>
                  </a:lnTo>
                  <a:lnTo>
                    <a:pt x="61" y="117"/>
                  </a:lnTo>
                  <a:lnTo>
                    <a:pt x="57" y="122"/>
                  </a:lnTo>
                  <a:lnTo>
                    <a:pt x="52" y="126"/>
                  </a:lnTo>
                  <a:lnTo>
                    <a:pt x="47" y="129"/>
                  </a:lnTo>
                  <a:lnTo>
                    <a:pt x="41" y="131"/>
                  </a:lnTo>
                  <a:lnTo>
                    <a:pt x="33" y="131"/>
                  </a:lnTo>
                  <a:lnTo>
                    <a:pt x="33" y="1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170">
              <a:extLst>
                <a:ext uri="{FF2B5EF4-FFF2-40B4-BE49-F238E27FC236}">
                  <a16:creationId xmlns:a16="http://schemas.microsoft.com/office/drawing/2014/main" id="{2119CF8A-9049-447C-947E-C55CE9D5D12C}"/>
                </a:ext>
              </a:extLst>
            </p:cNvPr>
            <p:cNvSpPr>
              <a:spLocks noEditPoints="1"/>
            </p:cNvSpPr>
            <p:nvPr/>
          </p:nvSpPr>
          <p:spPr bwMode="auto">
            <a:xfrm>
              <a:off x="7775575" y="2687638"/>
              <a:ext cx="239713" cy="209550"/>
            </a:xfrm>
            <a:custGeom>
              <a:avLst/>
              <a:gdLst>
                <a:gd name="T0" fmla="*/ 463 w 1058"/>
                <a:gd name="T1" fmla="*/ 925 h 927"/>
                <a:gd name="T2" fmla="*/ 346 w 1058"/>
                <a:gd name="T3" fmla="*/ 913 h 927"/>
                <a:gd name="T4" fmla="*/ 246 w 1058"/>
                <a:gd name="T5" fmla="*/ 888 h 927"/>
                <a:gd name="T6" fmla="*/ 164 w 1058"/>
                <a:gd name="T7" fmla="*/ 852 h 927"/>
                <a:gd name="T8" fmla="*/ 98 w 1058"/>
                <a:gd name="T9" fmla="*/ 803 h 927"/>
                <a:gd name="T10" fmla="*/ 49 w 1058"/>
                <a:gd name="T11" fmla="*/ 741 h 927"/>
                <a:gd name="T12" fmla="*/ 17 w 1058"/>
                <a:gd name="T13" fmla="*/ 667 h 927"/>
                <a:gd name="T14" fmla="*/ 2 w 1058"/>
                <a:gd name="T15" fmla="*/ 579 h 927"/>
                <a:gd name="T16" fmla="*/ 1 w 1058"/>
                <a:gd name="T17" fmla="*/ 512 h 927"/>
                <a:gd name="T18" fmla="*/ 11 w 1058"/>
                <a:gd name="T19" fmla="*/ 443 h 927"/>
                <a:gd name="T20" fmla="*/ 35 w 1058"/>
                <a:gd name="T21" fmla="*/ 372 h 927"/>
                <a:gd name="T22" fmla="*/ 102 w 1058"/>
                <a:gd name="T23" fmla="*/ 245 h 927"/>
                <a:gd name="T24" fmla="*/ 207 w 1058"/>
                <a:gd name="T25" fmla="*/ 113 h 927"/>
                <a:gd name="T26" fmla="*/ 326 w 1058"/>
                <a:gd name="T27" fmla="*/ 6 h 927"/>
                <a:gd name="T28" fmla="*/ 340 w 1058"/>
                <a:gd name="T29" fmla="*/ 0 h 927"/>
                <a:gd name="T30" fmla="*/ 718 w 1058"/>
                <a:gd name="T31" fmla="*/ 0 h 927"/>
                <a:gd name="T32" fmla="*/ 732 w 1058"/>
                <a:gd name="T33" fmla="*/ 6 h 927"/>
                <a:gd name="T34" fmla="*/ 850 w 1058"/>
                <a:gd name="T35" fmla="*/ 113 h 927"/>
                <a:gd name="T36" fmla="*/ 955 w 1058"/>
                <a:gd name="T37" fmla="*/ 245 h 927"/>
                <a:gd name="T38" fmla="*/ 1022 w 1058"/>
                <a:gd name="T39" fmla="*/ 372 h 927"/>
                <a:gd name="T40" fmla="*/ 1047 w 1058"/>
                <a:gd name="T41" fmla="*/ 443 h 927"/>
                <a:gd name="T42" fmla="*/ 1057 w 1058"/>
                <a:gd name="T43" fmla="*/ 512 h 927"/>
                <a:gd name="T44" fmla="*/ 1056 w 1058"/>
                <a:gd name="T45" fmla="*/ 579 h 927"/>
                <a:gd name="T46" fmla="*/ 1040 w 1058"/>
                <a:gd name="T47" fmla="*/ 667 h 927"/>
                <a:gd name="T48" fmla="*/ 1007 w 1058"/>
                <a:gd name="T49" fmla="*/ 741 h 927"/>
                <a:gd name="T50" fmla="*/ 959 w 1058"/>
                <a:gd name="T51" fmla="*/ 803 h 927"/>
                <a:gd name="T52" fmla="*/ 894 w 1058"/>
                <a:gd name="T53" fmla="*/ 852 h 927"/>
                <a:gd name="T54" fmla="*/ 812 w 1058"/>
                <a:gd name="T55" fmla="*/ 888 h 927"/>
                <a:gd name="T56" fmla="*/ 712 w 1058"/>
                <a:gd name="T57" fmla="*/ 913 h 927"/>
                <a:gd name="T58" fmla="*/ 595 w 1058"/>
                <a:gd name="T59" fmla="*/ 925 h 927"/>
                <a:gd name="T60" fmla="*/ 356 w 1058"/>
                <a:gd name="T61" fmla="*/ 66 h 927"/>
                <a:gd name="T62" fmla="*/ 277 w 1058"/>
                <a:gd name="T63" fmla="*/ 135 h 927"/>
                <a:gd name="T64" fmla="*/ 180 w 1058"/>
                <a:gd name="T65" fmla="*/ 250 h 927"/>
                <a:gd name="T66" fmla="*/ 105 w 1058"/>
                <a:gd name="T67" fmla="*/ 377 h 927"/>
                <a:gd name="T68" fmla="*/ 73 w 1058"/>
                <a:gd name="T69" fmla="*/ 470 h 927"/>
                <a:gd name="T70" fmla="*/ 66 w 1058"/>
                <a:gd name="T71" fmla="*/ 529 h 927"/>
                <a:gd name="T72" fmla="*/ 71 w 1058"/>
                <a:gd name="T73" fmla="*/ 606 h 927"/>
                <a:gd name="T74" fmla="*/ 85 w 1058"/>
                <a:gd name="T75" fmla="*/ 665 h 927"/>
                <a:gd name="T76" fmla="*/ 113 w 1058"/>
                <a:gd name="T77" fmla="*/ 719 h 927"/>
                <a:gd name="T78" fmla="*/ 157 w 1058"/>
                <a:gd name="T79" fmla="*/ 767 h 927"/>
                <a:gd name="T80" fmla="*/ 221 w 1058"/>
                <a:gd name="T81" fmla="*/ 808 h 927"/>
                <a:gd name="T82" fmla="*/ 309 w 1058"/>
                <a:gd name="T83" fmla="*/ 838 h 927"/>
                <a:gd name="T84" fmla="*/ 423 w 1058"/>
                <a:gd name="T85" fmla="*/ 856 h 927"/>
                <a:gd name="T86" fmla="*/ 528 w 1058"/>
                <a:gd name="T87" fmla="*/ 860 h 927"/>
                <a:gd name="T88" fmla="*/ 666 w 1058"/>
                <a:gd name="T89" fmla="*/ 852 h 927"/>
                <a:gd name="T90" fmla="*/ 774 w 1058"/>
                <a:gd name="T91" fmla="*/ 831 h 927"/>
                <a:gd name="T92" fmla="*/ 854 w 1058"/>
                <a:gd name="T93" fmla="*/ 798 h 927"/>
                <a:gd name="T94" fmla="*/ 913 w 1058"/>
                <a:gd name="T95" fmla="*/ 756 h 927"/>
                <a:gd name="T96" fmla="*/ 953 w 1058"/>
                <a:gd name="T97" fmla="*/ 706 h 927"/>
                <a:gd name="T98" fmla="*/ 976 w 1058"/>
                <a:gd name="T99" fmla="*/ 650 h 927"/>
                <a:gd name="T100" fmla="*/ 989 w 1058"/>
                <a:gd name="T101" fmla="*/ 590 h 927"/>
                <a:gd name="T102" fmla="*/ 991 w 1058"/>
                <a:gd name="T103" fmla="*/ 515 h 927"/>
                <a:gd name="T104" fmla="*/ 982 w 1058"/>
                <a:gd name="T105" fmla="*/ 455 h 927"/>
                <a:gd name="T106" fmla="*/ 937 w 1058"/>
                <a:gd name="T107" fmla="*/ 345 h 927"/>
                <a:gd name="T108" fmla="*/ 855 w 1058"/>
                <a:gd name="T109" fmla="*/ 220 h 927"/>
                <a:gd name="T110" fmla="*/ 755 w 1058"/>
                <a:gd name="T111" fmla="*/ 111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58" h="927">
                  <a:moveTo>
                    <a:pt x="528" y="927"/>
                  </a:moveTo>
                  <a:lnTo>
                    <a:pt x="528" y="927"/>
                  </a:lnTo>
                  <a:lnTo>
                    <a:pt x="495" y="926"/>
                  </a:lnTo>
                  <a:lnTo>
                    <a:pt x="463" y="925"/>
                  </a:lnTo>
                  <a:lnTo>
                    <a:pt x="432" y="923"/>
                  </a:lnTo>
                  <a:lnTo>
                    <a:pt x="402" y="921"/>
                  </a:lnTo>
                  <a:lnTo>
                    <a:pt x="373" y="917"/>
                  </a:lnTo>
                  <a:lnTo>
                    <a:pt x="346" y="913"/>
                  </a:lnTo>
                  <a:lnTo>
                    <a:pt x="319" y="908"/>
                  </a:lnTo>
                  <a:lnTo>
                    <a:pt x="293" y="902"/>
                  </a:lnTo>
                  <a:lnTo>
                    <a:pt x="270" y="896"/>
                  </a:lnTo>
                  <a:lnTo>
                    <a:pt x="246" y="888"/>
                  </a:lnTo>
                  <a:lnTo>
                    <a:pt x="224" y="881"/>
                  </a:lnTo>
                  <a:lnTo>
                    <a:pt x="202" y="872"/>
                  </a:lnTo>
                  <a:lnTo>
                    <a:pt x="183" y="863"/>
                  </a:lnTo>
                  <a:lnTo>
                    <a:pt x="164" y="852"/>
                  </a:lnTo>
                  <a:lnTo>
                    <a:pt x="145" y="841"/>
                  </a:lnTo>
                  <a:lnTo>
                    <a:pt x="129" y="829"/>
                  </a:lnTo>
                  <a:lnTo>
                    <a:pt x="113" y="817"/>
                  </a:lnTo>
                  <a:lnTo>
                    <a:pt x="98" y="803"/>
                  </a:lnTo>
                  <a:lnTo>
                    <a:pt x="84" y="789"/>
                  </a:lnTo>
                  <a:lnTo>
                    <a:pt x="72" y="773"/>
                  </a:lnTo>
                  <a:lnTo>
                    <a:pt x="61" y="758"/>
                  </a:lnTo>
                  <a:lnTo>
                    <a:pt x="49" y="741"/>
                  </a:lnTo>
                  <a:lnTo>
                    <a:pt x="40" y="724"/>
                  </a:lnTo>
                  <a:lnTo>
                    <a:pt x="32" y="705"/>
                  </a:lnTo>
                  <a:lnTo>
                    <a:pt x="24" y="686"/>
                  </a:lnTo>
                  <a:lnTo>
                    <a:pt x="17" y="667"/>
                  </a:lnTo>
                  <a:lnTo>
                    <a:pt x="12" y="646"/>
                  </a:lnTo>
                  <a:lnTo>
                    <a:pt x="8" y="624"/>
                  </a:lnTo>
                  <a:lnTo>
                    <a:pt x="4" y="602"/>
                  </a:lnTo>
                  <a:lnTo>
                    <a:pt x="2" y="579"/>
                  </a:lnTo>
                  <a:lnTo>
                    <a:pt x="1" y="554"/>
                  </a:lnTo>
                  <a:lnTo>
                    <a:pt x="0" y="529"/>
                  </a:lnTo>
                  <a:lnTo>
                    <a:pt x="0" y="529"/>
                  </a:lnTo>
                  <a:lnTo>
                    <a:pt x="1" y="512"/>
                  </a:lnTo>
                  <a:lnTo>
                    <a:pt x="2" y="496"/>
                  </a:lnTo>
                  <a:lnTo>
                    <a:pt x="4" y="478"/>
                  </a:lnTo>
                  <a:lnTo>
                    <a:pt x="7" y="461"/>
                  </a:lnTo>
                  <a:lnTo>
                    <a:pt x="11" y="443"/>
                  </a:lnTo>
                  <a:lnTo>
                    <a:pt x="16" y="425"/>
                  </a:lnTo>
                  <a:lnTo>
                    <a:pt x="21" y="408"/>
                  </a:lnTo>
                  <a:lnTo>
                    <a:pt x="29" y="389"/>
                  </a:lnTo>
                  <a:lnTo>
                    <a:pt x="35" y="372"/>
                  </a:lnTo>
                  <a:lnTo>
                    <a:pt x="43" y="353"/>
                  </a:lnTo>
                  <a:lnTo>
                    <a:pt x="61" y="317"/>
                  </a:lnTo>
                  <a:lnTo>
                    <a:pt x="80" y="281"/>
                  </a:lnTo>
                  <a:lnTo>
                    <a:pt x="102" y="245"/>
                  </a:lnTo>
                  <a:lnTo>
                    <a:pt x="127" y="211"/>
                  </a:lnTo>
                  <a:lnTo>
                    <a:pt x="152" y="177"/>
                  </a:lnTo>
                  <a:lnTo>
                    <a:pt x="179" y="144"/>
                  </a:lnTo>
                  <a:lnTo>
                    <a:pt x="207" y="113"/>
                  </a:lnTo>
                  <a:lnTo>
                    <a:pt x="235" y="83"/>
                  </a:lnTo>
                  <a:lnTo>
                    <a:pt x="265" y="56"/>
                  </a:lnTo>
                  <a:lnTo>
                    <a:pt x="296" y="30"/>
                  </a:lnTo>
                  <a:lnTo>
                    <a:pt x="326" y="6"/>
                  </a:lnTo>
                  <a:lnTo>
                    <a:pt x="326" y="6"/>
                  </a:lnTo>
                  <a:lnTo>
                    <a:pt x="330" y="3"/>
                  </a:lnTo>
                  <a:lnTo>
                    <a:pt x="335" y="1"/>
                  </a:lnTo>
                  <a:lnTo>
                    <a:pt x="340" y="0"/>
                  </a:lnTo>
                  <a:lnTo>
                    <a:pt x="345" y="0"/>
                  </a:lnTo>
                  <a:lnTo>
                    <a:pt x="713" y="0"/>
                  </a:lnTo>
                  <a:lnTo>
                    <a:pt x="713" y="0"/>
                  </a:lnTo>
                  <a:lnTo>
                    <a:pt x="718" y="0"/>
                  </a:lnTo>
                  <a:lnTo>
                    <a:pt x="723" y="1"/>
                  </a:lnTo>
                  <a:lnTo>
                    <a:pt x="728" y="3"/>
                  </a:lnTo>
                  <a:lnTo>
                    <a:pt x="732" y="6"/>
                  </a:lnTo>
                  <a:lnTo>
                    <a:pt x="732" y="6"/>
                  </a:lnTo>
                  <a:lnTo>
                    <a:pt x="762" y="30"/>
                  </a:lnTo>
                  <a:lnTo>
                    <a:pt x="792" y="56"/>
                  </a:lnTo>
                  <a:lnTo>
                    <a:pt x="821" y="83"/>
                  </a:lnTo>
                  <a:lnTo>
                    <a:pt x="850" y="113"/>
                  </a:lnTo>
                  <a:lnTo>
                    <a:pt x="879" y="144"/>
                  </a:lnTo>
                  <a:lnTo>
                    <a:pt x="906" y="177"/>
                  </a:lnTo>
                  <a:lnTo>
                    <a:pt x="931" y="211"/>
                  </a:lnTo>
                  <a:lnTo>
                    <a:pt x="955" y="245"/>
                  </a:lnTo>
                  <a:lnTo>
                    <a:pt x="977" y="281"/>
                  </a:lnTo>
                  <a:lnTo>
                    <a:pt x="997" y="317"/>
                  </a:lnTo>
                  <a:lnTo>
                    <a:pt x="1015" y="353"/>
                  </a:lnTo>
                  <a:lnTo>
                    <a:pt x="1022" y="372"/>
                  </a:lnTo>
                  <a:lnTo>
                    <a:pt x="1029" y="389"/>
                  </a:lnTo>
                  <a:lnTo>
                    <a:pt x="1035" y="408"/>
                  </a:lnTo>
                  <a:lnTo>
                    <a:pt x="1042" y="425"/>
                  </a:lnTo>
                  <a:lnTo>
                    <a:pt x="1047" y="443"/>
                  </a:lnTo>
                  <a:lnTo>
                    <a:pt x="1050" y="461"/>
                  </a:lnTo>
                  <a:lnTo>
                    <a:pt x="1054" y="478"/>
                  </a:lnTo>
                  <a:lnTo>
                    <a:pt x="1056" y="496"/>
                  </a:lnTo>
                  <a:lnTo>
                    <a:pt x="1057" y="512"/>
                  </a:lnTo>
                  <a:lnTo>
                    <a:pt x="1058" y="529"/>
                  </a:lnTo>
                  <a:lnTo>
                    <a:pt x="1058" y="529"/>
                  </a:lnTo>
                  <a:lnTo>
                    <a:pt x="1057" y="554"/>
                  </a:lnTo>
                  <a:lnTo>
                    <a:pt x="1056" y="579"/>
                  </a:lnTo>
                  <a:lnTo>
                    <a:pt x="1053" y="602"/>
                  </a:lnTo>
                  <a:lnTo>
                    <a:pt x="1050" y="624"/>
                  </a:lnTo>
                  <a:lnTo>
                    <a:pt x="1046" y="646"/>
                  </a:lnTo>
                  <a:lnTo>
                    <a:pt x="1040" y="667"/>
                  </a:lnTo>
                  <a:lnTo>
                    <a:pt x="1033" y="686"/>
                  </a:lnTo>
                  <a:lnTo>
                    <a:pt x="1026" y="705"/>
                  </a:lnTo>
                  <a:lnTo>
                    <a:pt x="1018" y="724"/>
                  </a:lnTo>
                  <a:lnTo>
                    <a:pt x="1007" y="741"/>
                  </a:lnTo>
                  <a:lnTo>
                    <a:pt x="997" y="758"/>
                  </a:lnTo>
                  <a:lnTo>
                    <a:pt x="986" y="773"/>
                  </a:lnTo>
                  <a:lnTo>
                    <a:pt x="973" y="789"/>
                  </a:lnTo>
                  <a:lnTo>
                    <a:pt x="959" y="803"/>
                  </a:lnTo>
                  <a:lnTo>
                    <a:pt x="944" y="817"/>
                  </a:lnTo>
                  <a:lnTo>
                    <a:pt x="929" y="829"/>
                  </a:lnTo>
                  <a:lnTo>
                    <a:pt x="911" y="841"/>
                  </a:lnTo>
                  <a:lnTo>
                    <a:pt x="894" y="852"/>
                  </a:lnTo>
                  <a:lnTo>
                    <a:pt x="875" y="863"/>
                  </a:lnTo>
                  <a:lnTo>
                    <a:pt x="854" y="872"/>
                  </a:lnTo>
                  <a:lnTo>
                    <a:pt x="834" y="881"/>
                  </a:lnTo>
                  <a:lnTo>
                    <a:pt x="812" y="888"/>
                  </a:lnTo>
                  <a:lnTo>
                    <a:pt x="788" y="896"/>
                  </a:lnTo>
                  <a:lnTo>
                    <a:pt x="763" y="902"/>
                  </a:lnTo>
                  <a:lnTo>
                    <a:pt x="738" y="908"/>
                  </a:lnTo>
                  <a:lnTo>
                    <a:pt x="712" y="913"/>
                  </a:lnTo>
                  <a:lnTo>
                    <a:pt x="684" y="917"/>
                  </a:lnTo>
                  <a:lnTo>
                    <a:pt x="655" y="921"/>
                  </a:lnTo>
                  <a:lnTo>
                    <a:pt x="626" y="923"/>
                  </a:lnTo>
                  <a:lnTo>
                    <a:pt x="595" y="925"/>
                  </a:lnTo>
                  <a:lnTo>
                    <a:pt x="563" y="926"/>
                  </a:lnTo>
                  <a:lnTo>
                    <a:pt x="528" y="927"/>
                  </a:lnTo>
                  <a:lnTo>
                    <a:pt x="528" y="927"/>
                  </a:lnTo>
                  <a:close/>
                  <a:moveTo>
                    <a:pt x="356" y="66"/>
                  </a:moveTo>
                  <a:lnTo>
                    <a:pt x="356" y="66"/>
                  </a:lnTo>
                  <a:lnTo>
                    <a:pt x="330" y="87"/>
                  </a:lnTo>
                  <a:lnTo>
                    <a:pt x="303" y="111"/>
                  </a:lnTo>
                  <a:lnTo>
                    <a:pt x="277" y="135"/>
                  </a:lnTo>
                  <a:lnTo>
                    <a:pt x="251" y="162"/>
                  </a:lnTo>
                  <a:lnTo>
                    <a:pt x="226" y="190"/>
                  </a:lnTo>
                  <a:lnTo>
                    <a:pt x="202" y="220"/>
                  </a:lnTo>
                  <a:lnTo>
                    <a:pt x="180" y="250"/>
                  </a:lnTo>
                  <a:lnTo>
                    <a:pt x="158" y="281"/>
                  </a:lnTo>
                  <a:lnTo>
                    <a:pt x="138" y="313"/>
                  </a:lnTo>
                  <a:lnTo>
                    <a:pt x="121" y="345"/>
                  </a:lnTo>
                  <a:lnTo>
                    <a:pt x="105" y="377"/>
                  </a:lnTo>
                  <a:lnTo>
                    <a:pt x="92" y="408"/>
                  </a:lnTo>
                  <a:lnTo>
                    <a:pt x="80" y="440"/>
                  </a:lnTo>
                  <a:lnTo>
                    <a:pt x="76" y="455"/>
                  </a:lnTo>
                  <a:lnTo>
                    <a:pt x="73" y="470"/>
                  </a:lnTo>
                  <a:lnTo>
                    <a:pt x="70" y="486"/>
                  </a:lnTo>
                  <a:lnTo>
                    <a:pt x="68" y="500"/>
                  </a:lnTo>
                  <a:lnTo>
                    <a:pt x="66" y="515"/>
                  </a:lnTo>
                  <a:lnTo>
                    <a:pt x="66" y="529"/>
                  </a:lnTo>
                  <a:lnTo>
                    <a:pt x="66" y="529"/>
                  </a:lnTo>
                  <a:lnTo>
                    <a:pt x="67" y="560"/>
                  </a:lnTo>
                  <a:lnTo>
                    <a:pt x="69" y="590"/>
                  </a:lnTo>
                  <a:lnTo>
                    <a:pt x="71" y="606"/>
                  </a:lnTo>
                  <a:lnTo>
                    <a:pt x="74" y="620"/>
                  </a:lnTo>
                  <a:lnTo>
                    <a:pt x="77" y="636"/>
                  </a:lnTo>
                  <a:lnTo>
                    <a:pt x="81" y="650"/>
                  </a:lnTo>
                  <a:lnTo>
                    <a:pt x="85" y="665"/>
                  </a:lnTo>
                  <a:lnTo>
                    <a:pt x="91" y="678"/>
                  </a:lnTo>
                  <a:lnTo>
                    <a:pt x="98" y="693"/>
                  </a:lnTo>
                  <a:lnTo>
                    <a:pt x="105" y="706"/>
                  </a:lnTo>
                  <a:lnTo>
                    <a:pt x="113" y="719"/>
                  </a:lnTo>
                  <a:lnTo>
                    <a:pt x="123" y="732"/>
                  </a:lnTo>
                  <a:lnTo>
                    <a:pt x="133" y="744"/>
                  </a:lnTo>
                  <a:lnTo>
                    <a:pt x="144" y="756"/>
                  </a:lnTo>
                  <a:lnTo>
                    <a:pt x="157" y="767"/>
                  </a:lnTo>
                  <a:lnTo>
                    <a:pt x="171" y="779"/>
                  </a:lnTo>
                  <a:lnTo>
                    <a:pt x="187" y="789"/>
                  </a:lnTo>
                  <a:lnTo>
                    <a:pt x="203" y="798"/>
                  </a:lnTo>
                  <a:lnTo>
                    <a:pt x="221" y="808"/>
                  </a:lnTo>
                  <a:lnTo>
                    <a:pt x="241" y="816"/>
                  </a:lnTo>
                  <a:lnTo>
                    <a:pt x="261" y="824"/>
                  </a:lnTo>
                  <a:lnTo>
                    <a:pt x="284" y="831"/>
                  </a:lnTo>
                  <a:lnTo>
                    <a:pt x="309" y="838"/>
                  </a:lnTo>
                  <a:lnTo>
                    <a:pt x="335" y="844"/>
                  </a:lnTo>
                  <a:lnTo>
                    <a:pt x="363" y="848"/>
                  </a:lnTo>
                  <a:lnTo>
                    <a:pt x="392" y="852"/>
                  </a:lnTo>
                  <a:lnTo>
                    <a:pt x="423" y="856"/>
                  </a:lnTo>
                  <a:lnTo>
                    <a:pt x="456" y="858"/>
                  </a:lnTo>
                  <a:lnTo>
                    <a:pt x="491" y="859"/>
                  </a:lnTo>
                  <a:lnTo>
                    <a:pt x="528" y="860"/>
                  </a:lnTo>
                  <a:lnTo>
                    <a:pt x="528" y="860"/>
                  </a:lnTo>
                  <a:lnTo>
                    <a:pt x="566" y="859"/>
                  </a:lnTo>
                  <a:lnTo>
                    <a:pt x="601" y="858"/>
                  </a:lnTo>
                  <a:lnTo>
                    <a:pt x="634" y="856"/>
                  </a:lnTo>
                  <a:lnTo>
                    <a:pt x="666" y="852"/>
                  </a:lnTo>
                  <a:lnTo>
                    <a:pt x="695" y="848"/>
                  </a:lnTo>
                  <a:lnTo>
                    <a:pt x="723" y="844"/>
                  </a:lnTo>
                  <a:lnTo>
                    <a:pt x="749" y="838"/>
                  </a:lnTo>
                  <a:lnTo>
                    <a:pt x="774" y="831"/>
                  </a:lnTo>
                  <a:lnTo>
                    <a:pt x="795" y="824"/>
                  </a:lnTo>
                  <a:lnTo>
                    <a:pt x="817" y="816"/>
                  </a:lnTo>
                  <a:lnTo>
                    <a:pt x="837" y="808"/>
                  </a:lnTo>
                  <a:lnTo>
                    <a:pt x="854" y="798"/>
                  </a:lnTo>
                  <a:lnTo>
                    <a:pt x="871" y="789"/>
                  </a:lnTo>
                  <a:lnTo>
                    <a:pt x="886" y="779"/>
                  </a:lnTo>
                  <a:lnTo>
                    <a:pt x="901" y="767"/>
                  </a:lnTo>
                  <a:lnTo>
                    <a:pt x="913" y="756"/>
                  </a:lnTo>
                  <a:lnTo>
                    <a:pt x="925" y="744"/>
                  </a:lnTo>
                  <a:lnTo>
                    <a:pt x="935" y="732"/>
                  </a:lnTo>
                  <a:lnTo>
                    <a:pt x="944" y="719"/>
                  </a:lnTo>
                  <a:lnTo>
                    <a:pt x="953" y="706"/>
                  </a:lnTo>
                  <a:lnTo>
                    <a:pt x="960" y="693"/>
                  </a:lnTo>
                  <a:lnTo>
                    <a:pt x="966" y="678"/>
                  </a:lnTo>
                  <a:lnTo>
                    <a:pt x="972" y="665"/>
                  </a:lnTo>
                  <a:lnTo>
                    <a:pt x="976" y="650"/>
                  </a:lnTo>
                  <a:lnTo>
                    <a:pt x="981" y="636"/>
                  </a:lnTo>
                  <a:lnTo>
                    <a:pt x="984" y="620"/>
                  </a:lnTo>
                  <a:lnTo>
                    <a:pt x="987" y="606"/>
                  </a:lnTo>
                  <a:lnTo>
                    <a:pt x="989" y="590"/>
                  </a:lnTo>
                  <a:lnTo>
                    <a:pt x="991" y="560"/>
                  </a:lnTo>
                  <a:lnTo>
                    <a:pt x="992" y="529"/>
                  </a:lnTo>
                  <a:lnTo>
                    <a:pt x="992" y="529"/>
                  </a:lnTo>
                  <a:lnTo>
                    <a:pt x="991" y="515"/>
                  </a:lnTo>
                  <a:lnTo>
                    <a:pt x="990" y="500"/>
                  </a:lnTo>
                  <a:lnTo>
                    <a:pt x="988" y="486"/>
                  </a:lnTo>
                  <a:lnTo>
                    <a:pt x="985" y="470"/>
                  </a:lnTo>
                  <a:lnTo>
                    <a:pt x="982" y="455"/>
                  </a:lnTo>
                  <a:lnTo>
                    <a:pt x="977" y="440"/>
                  </a:lnTo>
                  <a:lnTo>
                    <a:pt x="966" y="408"/>
                  </a:lnTo>
                  <a:lnTo>
                    <a:pt x="953" y="377"/>
                  </a:lnTo>
                  <a:lnTo>
                    <a:pt x="937" y="345"/>
                  </a:lnTo>
                  <a:lnTo>
                    <a:pt x="920" y="313"/>
                  </a:lnTo>
                  <a:lnTo>
                    <a:pt x="900" y="281"/>
                  </a:lnTo>
                  <a:lnTo>
                    <a:pt x="878" y="250"/>
                  </a:lnTo>
                  <a:lnTo>
                    <a:pt x="855" y="220"/>
                  </a:lnTo>
                  <a:lnTo>
                    <a:pt x="832" y="190"/>
                  </a:lnTo>
                  <a:lnTo>
                    <a:pt x="807" y="162"/>
                  </a:lnTo>
                  <a:lnTo>
                    <a:pt x="781" y="135"/>
                  </a:lnTo>
                  <a:lnTo>
                    <a:pt x="755" y="111"/>
                  </a:lnTo>
                  <a:lnTo>
                    <a:pt x="728" y="87"/>
                  </a:lnTo>
                  <a:lnTo>
                    <a:pt x="701" y="66"/>
                  </a:lnTo>
                  <a:lnTo>
                    <a:pt x="356"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171">
              <a:extLst>
                <a:ext uri="{FF2B5EF4-FFF2-40B4-BE49-F238E27FC236}">
                  <a16:creationId xmlns:a16="http://schemas.microsoft.com/office/drawing/2014/main" id="{F795535A-8AE2-43FE-8C3E-DBFAE3FDC4CC}"/>
                </a:ext>
              </a:extLst>
            </p:cNvPr>
            <p:cNvSpPr>
              <a:spLocks/>
            </p:cNvSpPr>
            <p:nvPr/>
          </p:nvSpPr>
          <p:spPr bwMode="auto">
            <a:xfrm>
              <a:off x="7835900" y="2657475"/>
              <a:ext cx="119063" cy="14288"/>
            </a:xfrm>
            <a:custGeom>
              <a:avLst/>
              <a:gdLst>
                <a:gd name="T0" fmla="*/ 496 w 529"/>
                <a:gd name="T1" fmla="*/ 67 h 67"/>
                <a:gd name="T2" fmla="*/ 34 w 529"/>
                <a:gd name="T3" fmla="*/ 67 h 67"/>
                <a:gd name="T4" fmla="*/ 34 w 529"/>
                <a:gd name="T5" fmla="*/ 67 h 67"/>
                <a:gd name="T6" fmla="*/ 26 w 529"/>
                <a:gd name="T7" fmla="*/ 65 h 67"/>
                <a:gd name="T8" fmla="*/ 20 w 529"/>
                <a:gd name="T9" fmla="*/ 63 h 67"/>
                <a:gd name="T10" fmla="*/ 15 w 529"/>
                <a:gd name="T11" fmla="*/ 61 h 67"/>
                <a:gd name="T12" fmla="*/ 10 w 529"/>
                <a:gd name="T13" fmla="*/ 57 h 67"/>
                <a:gd name="T14" fmla="*/ 6 w 529"/>
                <a:gd name="T15" fmla="*/ 52 h 67"/>
                <a:gd name="T16" fmla="*/ 3 w 529"/>
                <a:gd name="T17" fmla="*/ 46 h 67"/>
                <a:gd name="T18" fmla="*/ 0 w 529"/>
                <a:gd name="T19" fmla="*/ 40 h 67"/>
                <a:gd name="T20" fmla="*/ 0 w 529"/>
                <a:gd name="T21" fmla="*/ 33 h 67"/>
                <a:gd name="T22" fmla="*/ 0 w 529"/>
                <a:gd name="T23" fmla="*/ 33 h 67"/>
                <a:gd name="T24" fmla="*/ 0 w 529"/>
                <a:gd name="T25" fmla="*/ 27 h 67"/>
                <a:gd name="T26" fmla="*/ 3 w 529"/>
                <a:gd name="T27" fmla="*/ 21 h 67"/>
                <a:gd name="T28" fmla="*/ 6 w 529"/>
                <a:gd name="T29" fmla="*/ 15 h 67"/>
                <a:gd name="T30" fmla="*/ 10 w 529"/>
                <a:gd name="T31" fmla="*/ 10 h 67"/>
                <a:gd name="T32" fmla="*/ 15 w 529"/>
                <a:gd name="T33" fmla="*/ 6 h 67"/>
                <a:gd name="T34" fmla="*/ 20 w 529"/>
                <a:gd name="T35" fmla="*/ 3 h 67"/>
                <a:gd name="T36" fmla="*/ 26 w 529"/>
                <a:gd name="T37" fmla="*/ 1 h 67"/>
                <a:gd name="T38" fmla="*/ 34 w 529"/>
                <a:gd name="T39" fmla="*/ 0 h 67"/>
                <a:gd name="T40" fmla="*/ 496 w 529"/>
                <a:gd name="T41" fmla="*/ 0 h 67"/>
                <a:gd name="T42" fmla="*/ 496 w 529"/>
                <a:gd name="T43" fmla="*/ 0 h 67"/>
                <a:gd name="T44" fmla="*/ 502 w 529"/>
                <a:gd name="T45" fmla="*/ 1 h 67"/>
                <a:gd name="T46" fmla="*/ 509 w 529"/>
                <a:gd name="T47" fmla="*/ 3 h 67"/>
                <a:gd name="T48" fmla="*/ 515 w 529"/>
                <a:gd name="T49" fmla="*/ 6 h 67"/>
                <a:gd name="T50" fmla="*/ 520 w 529"/>
                <a:gd name="T51" fmla="*/ 10 h 67"/>
                <a:gd name="T52" fmla="*/ 524 w 529"/>
                <a:gd name="T53" fmla="*/ 15 h 67"/>
                <a:gd name="T54" fmla="*/ 526 w 529"/>
                <a:gd name="T55" fmla="*/ 21 h 67"/>
                <a:gd name="T56" fmla="*/ 528 w 529"/>
                <a:gd name="T57" fmla="*/ 27 h 67"/>
                <a:gd name="T58" fmla="*/ 529 w 529"/>
                <a:gd name="T59" fmla="*/ 33 h 67"/>
                <a:gd name="T60" fmla="*/ 529 w 529"/>
                <a:gd name="T61" fmla="*/ 33 h 67"/>
                <a:gd name="T62" fmla="*/ 528 w 529"/>
                <a:gd name="T63" fmla="*/ 40 h 67"/>
                <a:gd name="T64" fmla="*/ 526 w 529"/>
                <a:gd name="T65" fmla="*/ 46 h 67"/>
                <a:gd name="T66" fmla="*/ 524 w 529"/>
                <a:gd name="T67" fmla="*/ 52 h 67"/>
                <a:gd name="T68" fmla="*/ 520 w 529"/>
                <a:gd name="T69" fmla="*/ 57 h 67"/>
                <a:gd name="T70" fmla="*/ 515 w 529"/>
                <a:gd name="T71" fmla="*/ 61 h 67"/>
                <a:gd name="T72" fmla="*/ 509 w 529"/>
                <a:gd name="T73" fmla="*/ 63 h 67"/>
                <a:gd name="T74" fmla="*/ 502 w 529"/>
                <a:gd name="T75" fmla="*/ 65 h 67"/>
                <a:gd name="T76" fmla="*/ 496 w 529"/>
                <a:gd name="T77" fmla="*/ 67 h 67"/>
                <a:gd name="T78" fmla="*/ 496 w 529"/>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29" h="67">
                  <a:moveTo>
                    <a:pt x="496" y="67"/>
                  </a:moveTo>
                  <a:lnTo>
                    <a:pt x="34" y="67"/>
                  </a:lnTo>
                  <a:lnTo>
                    <a:pt x="34" y="67"/>
                  </a:lnTo>
                  <a:lnTo>
                    <a:pt x="26" y="65"/>
                  </a:lnTo>
                  <a:lnTo>
                    <a:pt x="20" y="63"/>
                  </a:lnTo>
                  <a:lnTo>
                    <a:pt x="15" y="61"/>
                  </a:lnTo>
                  <a:lnTo>
                    <a:pt x="10" y="57"/>
                  </a:lnTo>
                  <a:lnTo>
                    <a:pt x="6" y="52"/>
                  </a:lnTo>
                  <a:lnTo>
                    <a:pt x="3" y="46"/>
                  </a:lnTo>
                  <a:lnTo>
                    <a:pt x="0" y="40"/>
                  </a:lnTo>
                  <a:lnTo>
                    <a:pt x="0" y="33"/>
                  </a:lnTo>
                  <a:lnTo>
                    <a:pt x="0" y="33"/>
                  </a:lnTo>
                  <a:lnTo>
                    <a:pt x="0" y="27"/>
                  </a:lnTo>
                  <a:lnTo>
                    <a:pt x="3" y="21"/>
                  </a:lnTo>
                  <a:lnTo>
                    <a:pt x="6" y="15"/>
                  </a:lnTo>
                  <a:lnTo>
                    <a:pt x="10" y="10"/>
                  </a:lnTo>
                  <a:lnTo>
                    <a:pt x="15" y="6"/>
                  </a:lnTo>
                  <a:lnTo>
                    <a:pt x="20" y="3"/>
                  </a:lnTo>
                  <a:lnTo>
                    <a:pt x="26" y="1"/>
                  </a:lnTo>
                  <a:lnTo>
                    <a:pt x="34" y="0"/>
                  </a:lnTo>
                  <a:lnTo>
                    <a:pt x="496" y="0"/>
                  </a:lnTo>
                  <a:lnTo>
                    <a:pt x="496" y="0"/>
                  </a:lnTo>
                  <a:lnTo>
                    <a:pt x="502" y="1"/>
                  </a:lnTo>
                  <a:lnTo>
                    <a:pt x="509" y="3"/>
                  </a:lnTo>
                  <a:lnTo>
                    <a:pt x="515" y="6"/>
                  </a:lnTo>
                  <a:lnTo>
                    <a:pt x="520" y="10"/>
                  </a:lnTo>
                  <a:lnTo>
                    <a:pt x="524" y="15"/>
                  </a:lnTo>
                  <a:lnTo>
                    <a:pt x="526" y="21"/>
                  </a:lnTo>
                  <a:lnTo>
                    <a:pt x="528" y="27"/>
                  </a:lnTo>
                  <a:lnTo>
                    <a:pt x="529" y="33"/>
                  </a:lnTo>
                  <a:lnTo>
                    <a:pt x="529" y="33"/>
                  </a:lnTo>
                  <a:lnTo>
                    <a:pt x="528" y="40"/>
                  </a:lnTo>
                  <a:lnTo>
                    <a:pt x="526" y="46"/>
                  </a:lnTo>
                  <a:lnTo>
                    <a:pt x="524" y="52"/>
                  </a:lnTo>
                  <a:lnTo>
                    <a:pt x="520" y="57"/>
                  </a:lnTo>
                  <a:lnTo>
                    <a:pt x="515" y="61"/>
                  </a:lnTo>
                  <a:lnTo>
                    <a:pt x="509" y="63"/>
                  </a:lnTo>
                  <a:lnTo>
                    <a:pt x="502" y="65"/>
                  </a:lnTo>
                  <a:lnTo>
                    <a:pt x="496" y="67"/>
                  </a:lnTo>
                  <a:lnTo>
                    <a:pt x="496"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172">
              <a:extLst>
                <a:ext uri="{FF2B5EF4-FFF2-40B4-BE49-F238E27FC236}">
                  <a16:creationId xmlns:a16="http://schemas.microsoft.com/office/drawing/2014/main" id="{9CB44972-A809-45DB-8CA0-09ECA5141348}"/>
                </a:ext>
              </a:extLst>
            </p:cNvPr>
            <p:cNvSpPr>
              <a:spLocks noEditPoints="1"/>
            </p:cNvSpPr>
            <p:nvPr/>
          </p:nvSpPr>
          <p:spPr bwMode="auto">
            <a:xfrm>
              <a:off x="7820025" y="2536825"/>
              <a:ext cx="150813" cy="104775"/>
            </a:xfrm>
            <a:custGeom>
              <a:avLst/>
              <a:gdLst>
                <a:gd name="T0" fmla="*/ 166 w 662"/>
                <a:gd name="T1" fmla="*/ 461 h 461"/>
                <a:gd name="T2" fmla="*/ 147 w 662"/>
                <a:gd name="T3" fmla="*/ 456 h 461"/>
                <a:gd name="T4" fmla="*/ 135 w 662"/>
                <a:gd name="T5" fmla="*/ 441 h 461"/>
                <a:gd name="T6" fmla="*/ 133 w 662"/>
                <a:gd name="T7" fmla="*/ 428 h 461"/>
                <a:gd name="T8" fmla="*/ 126 w 662"/>
                <a:gd name="T9" fmla="*/ 380 h 461"/>
                <a:gd name="T10" fmla="*/ 104 w 662"/>
                <a:gd name="T11" fmla="*/ 302 h 461"/>
                <a:gd name="T12" fmla="*/ 70 w 662"/>
                <a:gd name="T13" fmla="*/ 227 h 461"/>
                <a:gd name="T14" fmla="*/ 12 w 662"/>
                <a:gd name="T15" fmla="*/ 124 h 461"/>
                <a:gd name="T16" fmla="*/ 3 w 662"/>
                <a:gd name="T17" fmla="*/ 111 h 461"/>
                <a:gd name="T18" fmla="*/ 0 w 662"/>
                <a:gd name="T19" fmla="*/ 95 h 461"/>
                <a:gd name="T20" fmla="*/ 4 w 662"/>
                <a:gd name="T21" fmla="*/ 81 h 461"/>
                <a:gd name="T22" fmla="*/ 12 w 662"/>
                <a:gd name="T23" fmla="*/ 73 h 461"/>
                <a:gd name="T24" fmla="*/ 25 w 662"/>
                <a:gd name="T25" fmla="*/ 65 h 461"/>
                <a:gd name="T26" fmla="*/ 41 w 662"/>
                <a:gd name="T27" fmla="*/ 65 h 461"/>
                <a:gd name="T28" fmla="*/ 300 w 662"/>
                <a:gd name="T29" fmla="*/ 19 h 461"/>
                <a:gd name="T30" fmla="*/ 306 w 662"/>
                <a:gd name="T31" fmla="*/ 10 h 461"/>
                <a:gd name="T32" fmla="*/ 317 w 662"/>
                <a:gd name="T33" fmla="*/ 2 h 461"/>
                <a:gd name="T34" fmla="*/ 341 w 662"/>
                <a:gd name="T35" fmla="*/ 1 h 461"/>
                <a:gd name="T36" fmla="*/ 353 w 662"/>
                <a:gd name="T37" fmla="*/ 7 h 461"/>
                <a:gd name="T38" fmla="*/ 361 w 662"/>
                <a:gd name="T39" fmla="*/ 19 h 461"/>
                <a:gd name="T40" fmla="*/ 615 w 662"/>
                <a:gd name="T41" fmla="*/ 66 h 461"/>
                <a:gd name="T42" fmla="*/ 630 w 662"/>
                <a:gd name="T43" fmla="*/ 64 h 461"/>
                <a:gd name="T44" fmla="*/ 646 w 662"/>
                <a:gd name="T45" fmla="*/ 68 h 461"/>
                <a:gd name="T46" fmla="*/ 653 w 662"/>
                <a:gd name="T47" fmla="*/ 76 h 461"/>
                <a:gd name="T48" fmla="*/ 660 w 662"/>
                <a:gd name="T49" fmla="*/ 90 h 461"/>
                <a:gd name="T50" fmla="*/ 660 w 662"/>
                <a:gd name="T51" fmla="*/ 106 h 461"/>
                <a:gd name="T52" fmla="*/ 656 w 662"/>
                <a:gd name="T53" fmla="*/ 115 h 461"/>
                <a:gd name="T54" fmla="*/ 615 w 662"/>
                <a:gd name="T55" fmla="*/ 183 h 461"/>
                <a:gd name="T56" fmla="*/ 569 w 662"/>
                <a:gd name="T57" fmla="*/ 277 h 461"/>
                <a:gd name="T58" fmla="*/ 540 w 662"/>
                <a:gd name="T59" fmla="*/ 354 h 461"/>
                <a:gd name="T60" fmla="*/ 529 w 662"/>
                <a:gd name="T61" fmla="*/ 416 h 461"/>
                <a:gd name="T62" fmla="*/ 528 w 662"/>
                <a:gd name="T63" fmla="*/ 435 h 461"/>
                <a:gd name="T64" fmla="*/ 520 w 662"/>
                <a:gd name="T65" fmla="*/ 452 h 461"/>
                <a:gd name="T66" fmla="*/ 503 w 662"/>
                <a:gd name="T67" fmla="*/ 461 h 461"/>
                <a:gd name="T68" fmla="*/ 196 w 662"/>
                <a:gd name="T69" fmla="*/ 395 h 461"/>
                <a:gd name="T70" fmla="*/ 467 w 662"/>
                <a:gd name="T71" fmla="*/ 380 h 461"/>
                <a:gd name="T72" fmla="*/ 487 w 662"/>
                <a:gd name="T73" fmla="*/ 306 h 461"/>
                <a:gd name="T74" fmla="*/ 523 w 662"/>
                <a:gd name="T75" fmla="*/ 219 h 461"/>
                <a:gd name="T76" fmla="*/ 410 w 662"/>
                <a:gd name="T77" fmla="*/ 227 h 461"/>
                <a:gd name="T78" fmla="*/ 397 w 662"/>
                <a:gd name="T79" fmla="*/ 230 h 461"/>
                <a:gd name="T80" fmla="*/ 384 w 662"/>
                <a:gd name="T81" fmla="*/ 227 h 461"/>
                <a:gd name="T82" fmla="*/ 370 w 662"/>
                <a:gd name="T83" fmla="*/ 214 h 461"/>
                <a:gd name="T84" fmla="*/ 295 w 662"/>
                <a:gd name="T85" fmla="*/ 208 h 461"/>
                <a:gd name="T86" fmla="*/ 288 w 662"/>
                <a:gd name="T87" fmla="*/ 220 h 461"/>
                <a:gd name="T88" fmla="*/ 278 w 662"/>
                <a:gd name="T89" fmla="*/ 227 h 461"/>
                <a:gd name="T90" fmla="*/ 258 w 662"/>
                <a:gd name="T91" fmla="*/ 229 h 461"/>
                <a:gd name="T92" fmla="*/ 113 w 662"/>
                <a:gd name="T93" fmla="*/ 168 h 461"/>
                <a:gd name="T94" fmla="*/ 151 w 662"/>
                <a:gd name="T95" fmla="*/ 247 h 461"/>
                <a:gd name="T96" fmla="*/ 184 w 662"/>
                <a:gd name="T97" fmla="*/ 336 h 461"/>
                <a:gd name="T98" fmla="*/ 196 w 662"/>
                <a:gd name="T99" fmla="*/ 395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62" h="461">
                  <a:moveTo>
                    <a:pt x="496" y="461"/>
                  </a:moveTo>
                  <a:lnTo>
                    <a:pt x="166" y="461"/>
                  </a:lnTo>
                  <a:lnTo>
                    <a:pt x="166" y="461"/>
                  </a:lnTo>
                  <a:lnTo>
                    <a:pt x="159" y="461"/>
                  </a:lnTo>
                  <a:lnTo>
                    <a:pt x="152" y="459"/>
                  </a:lnTo>
                  <a:lnTo>
                    <a:pt x="147" y="456"/>
                  </a:lnTo>
                  <a:lnTo>
                    <a:pt x="142" y="452"/>
                  </a:lnTo>
                  <a:lnTo>
                    <a:pt x="138" y="446"/>
                  </a:lnTo>
                  <a:lnTo>
                    <a:pt x="135" y="441"/>
                  </a:lnTo>
                  <a:lnTo>
                    <a:pt x="133" y="435"/>
                  </a:lnTo>
                  <a:lnTo>
                    <a:pt x="133" y="428"/>
                  </a:lnTo>
                  <a:lnTo>
                    <a:pt x="133" y="428"/>
                  </a:lnTo>
                  <a:lnTo>
                    <a:pt x="132" y="416"/>
                  </a:lnTo>
                  <a:lnTo>
                    <a:pt x="131" y="405"/>
                  </a:lnTo>
                  <a:lnTo>
                    <a:pt x="126" y="380"/>
                  </a:lnTo>
                  <a:lnTo>
                    <a:pt x="120" y="354"/>
                  </a:lnTo>
                  <a:lnTo>
                    <a:pt x="113" y="328"/>
                  </a:lnTo>
                  <a:lnTo>
                    <a:pt x="104" y="302"/>
                  </a:lnTo>
                  <a:lnTo>
                    <a:pt x="92" y="277"/>
                  </a:lnTo>
                  <a:lnTo>
                    <a:pt x="81" y="252"/>
                  </a:lnTo>
                  <a:lnTo>
                    <a:pt x="70" y="227"/>
                  </a:lnTo>
                  <a:lnTo>
                    <a:pt x="47" y="183"/>
                  </a:lnTo>
                  <a:lnTo>
                    <a:pt x="26" y="148"/>
                  </a:lnTo>
                  <a:lnTo>
                    <a:pt x="12" y="124"/>
                  </a:lnTo>
                  <a:lnTo>
                    <a:pt x="5" y="115"/>
                  </a:lnTo>
                  <a:lnTo>
                    <a:pt x="5" y="115"/>
                  </a:lnTo>
                  <a:lnTo>
                    <a:pt x="3" y="111"/>
                  </a:lnTo>
                  <a:lnTo>
                    <a:pt x="1" y="106"/>
                  </a:lnTo>
                  <a:lnTo>
                    <a:pt x="0" y="101"/>
                  </a:lnTo>
                  <a:lnTo>
                    <a:pt x="0" y="95"/>
                  </a:lnTo>
                  <a:lnTo>
                    <a:pt x="1" y="90"/>
                  </a:lnTo>
                  <a:lnTo>
                    <a:pt x="2" y="85"/>
                  </a:lnTo>
                  <a:lnTo>
                    <a:pt x="4" y="81"/>
                  </a:lnTo>
                  <a:lnTo>
                    <a:pt x="7" y="76"/>
                  </a:lnTo>
                  <a:lnTo>
                    <a:pt x="7" y="76"/>
                  </a:lnTo>
                  <a:lnTo>
                    <a:pt x="12" y="73"/>
                  </a:lnTo>
                  <a:lnTo>
                    <a:pt x="16" y="68"/>
                  </a:lnTo>
                  <a:lnTo>
                    <a:pt x="21" y="66"/>
                  </a:lnTo>
                  <a:lnTo>
                    <a:pt x="25" y="65"/>
                  </a:lnTo>
                  <a:lnTo>
                    <a:pt x="30" y="64"/>
                  </a:lnTo>
                  <a:lnTo>
                    <a:pt x="35" y="64"/>
                  </a:lnTo>
                  <a:lnTo>
                    <a:pt x="41" y="65"/>
                  </a:lnTo>
                  <a:lnTo>
                    <a:pt x="46" y="66"/>
                  </a:lnTo>
                  <a:lnTo>
                    <a:pt x="247" y="152"/>
                  </a:lnTo>
                  <a:lnTo>
                    <a:pt x="300" y="19"/>
                  </a:lnTo>
                  <a:lnTo>
                    <a:pt x="300" y="19"/>
                  </a:lnTo>
                  <a:lnTo>
                    <a:pt x="302" y="15"/>
                  </a:lnTo>
                  <a:lnTo>
                    <a:pt x="306" y="10"/>
                  </a:lnTo>
                  <a:lnTo>
                    <a:pt x="309" y="7"/>
                  </a:lnTo>
                  <a:lnTo>
                    <a:pt x="313" y="4"/>
                  </a:lnTo>
                  <a:lnTo>
                    <a:pt x="317" y="2"/>
                  </a:lnTo>
                  <a:lnTo>
                    <a:pt x="321" y="1"/>
                  </a:lnTo>
                  <a:lnTo>
                    <a:pt x="330" y="0"/>
                  </a:lnTo>
                  <a:lnTo>
                    <a:pt x="341" y="1"/>
                  </a:lnTo>
                  <a:lnTo>
                    <a:pt x="345" y="2"/>
                  </a:lnTo>
                  <a:lnTo>
                    <a:pt x="349" y="4"/>
                  </a:lnTo>
                  <a:lnTo>
                    <a:pt x="353" y="7"/>
                  </a:lnTo>
                  <a:lnTo>
                    <a:pt x="356" y="10"/>
                  </a:lnTo>
                  <a:lnTo>
                    <a:pt x="359" y="15"/>
                  </a:lnTo>
                  <a:lnTo>
                    <a:pt x="361" y="19"/>
                  </a:lnTo>
                  <a:lnTo>
                    <a:pt x="415" y="152"/>
                  </a:lnTo>
                  <a:lnTo>
                    <a:pt x="615" y="66"/>
                  </a:lnTo>
                  <a:lnTo>
                    <a:pt x="615" y="66"/>
                  </a:lnTo>
                  <a:lnTo>
                    <a:pt x="620" y="65"/>
                  </a:lnTo>
                  <a:lnTo>
                    <a:pt x="625" y="64"/>
                  </a:lnTo>
                  <a:lnTo>
                    <a:pt x="630" y="64"/>
                  </a:lnTo>
                  <a:lnTo>
                    <a:pt x="636" y="65"/>
                  </a:lnTo>
                  <a:lnTo>
                    <a:pt x="641" y="66"/>
                  </a:lnTo>
                  <a:lnTo>
                    <a:pt x="646" y="68"/>
                  </a:lnTo>
                  <a:lnTo>
                    <a:pt x="650" y="73"/>
                  </a:lnTo>
                  <a:lnTo>
                    <a:pt x="653" y="76"/>
                  </a:lnTo>
                  <a:lnTo>
                    <a:pt x="653" y="76"/>
                  </a:lnTo>
                  <a:lnTo>
                    <a:pt x="656" y="81"/>
                  </a:lnTo>
                  <a:lnTo>
                    <a:pt x="659" y="85"/>
                  </a:lnTo>
                  <a:lnTo>
                    <a:pt x="660" y="90"/>
                  </a:lnTo>
                  <a:lnTo>
                    <a:pt x="662" y="95"/>
                  </a:lnTo>
                  <a:lnTo>
                    <a:pt x="662" y="101"/>
                  </a:lnTo>
                  <a:lnTo>
                    <a:pt x="660" y="106"/>
                  </a:lnTo>
                  <a:lnTo>
                    <a:pt x="658" y="111"/>
                  </a:lnTo>
                  <a:lnTo>
                    <a:pt x="656" y="115"/>
                  </a:lnTo>
                  <a:lnTo>
                    <a:pt x="656" y="115"/>
                  </a:lnTo>
                  <a:lnTo>
                    <a:pt x="650" y="124"/>
                  </a:lnTo>
                  <a:lnTo>
                    <a:pt x="636" y="148"/>
                  </a:lnTo>
                  <a:lnTo>
                    <a:pt x="615" y="183"/>
                  </a:lnTo>
                  <a:lnTo>
                    <a:pt x="592" y="227"/>
                  </a:lnTo>
                  <a:lnTo>
                    <a:pt x="580" y="252"/>
                  </a:lnTo>
                  <a:lnTo>
                    <a:pt x="569" y="277"/>
                  </a:lnTo>
                  <a:lnTo>
                    <a:pt x="558" y="302"/>
                  </a:lnTo>
                  <a:lnTo>
                    <a:pt x="549" y="328"/>
                  </a:lnTo>
                  <a:lnTo>
                    <a:pt x="540" y="354"/>
                  </a:lnTo>
                  <a:lnTo>
                    <a:pt x="534" y="380"/>
                  </a:lnTo>
                  <a:lnTo>
                    <a:pt x="530" y="405"/>
                  </a:lnTo>
                  <a:lnTo>
                    <a:pt x="529" y="416"/>
                  </a:lnTo>
                  <a:lnTo>
                    <a:pt x="529" y="428"/>
                  </a:lnTo>
                  <a:lnTo>
                    <a:pt x="529" y="428"/>
                  </a:lnTo>
                  <a:lnTo>
                    <a:pt x="528" y="435"/>
                  </a:lnTo>
                  <a:lnTo>
                    <a:pt x="527" y="441"/>
                  </a:lnTo>
                  <a:lnTo>
                    <a:pt x="524" y="446"/>
                  </a:lnTo>
                  <a:lnTo>
                    <a:pt x="520" y="452"/>
                  </a:lnTo>
                  <a:lnTo>
                    <a:pt x="515" y="456"/>
                  </a:lnTo>
                  <a:lnTo>
                    <a:pt x="509" y="459"/>
                  </a:lnTo>
                  <a:lnTo>
                    <a:pt x="503" y="461"/>
                  </a:lnTo>
                  <a:lnTo>
                    <a:pt x="496" y="461"/>
                  </a:lnTo>
                  <a:lnTo>
                    <a:pt x="496" y="461"/>
                  </a:lnTo>
                  <a:close/>
                  <a:moveTo>
                    <a:pt x="196" y="395"/>
                  </a:moveTo>
                  <a:lnTo>
                    <a:pt x="465" y="395"/>
                  </a:lnTo>
                  <a:lnTo>
                    <a:pt x="465" y="395"/>
                  </a:lnTo>
                  <a:lnTo>
                    <a:pt x="467" y="380"/>
                  </a:lnTo>
                  <a:lnTo>
                    <a:pt x="470" y="366"/>
                  </a:lnTo>
                  <a:lnTo>
                    <a:pt x="477" y="336"/>
                  </a:lnTo>
                  <a:lnTo>
                    <a:pt x="487" y="306"/>
                  </a:lnTo>
                  <a:lnTo>
                    <a:pt x="498" y="277"/>
                  </a:lnTo>
                  <a:lnTo>
                    <a:pt x="509" y="247"/>
                  </a:lnTo>
                  <a:lnTo>
                    <a:pt x="523" y="219"/>
                  </a:lnTo>
                  <a:lnTo>
                    <a:pt x="535" y="193"/>
                  </a:lnTo>
                  <a:lnTo>
                    <a:pt x="549" y="168"/>
                  </a:lnTo>
                  <a:lnTo>
                    <a:pt x="410" y="227"/>
                  </a:lnTo>
                  <a:lnTo>
                    <a:pt x="410" y="227"/>
                  </a:lnTo>
                  <a:lnTo>
                    <a:pt x="404" y="229"/>
                  </a:lnTo>
                  <a:lnTo>
                    <a:pt x="397" y="230"/>
                  </a:lnTo>
                  <a:lnTo>
                    <a:pt x="390" y="229"/>
                  </a:lnTo>
                  <a:lnTo>
                    <a:pt x="384" y="227"/>
                  </a:lnTo>
                  <a:lnTo>
                    <a:pt x="384" y="227"/>
                  </a:lnTo>
                  <a:lnTo>
                    <a:pt x="378" y="224"/>
                  </a:lnTo>
                  <a:lnTo>
                    <a:pt x="374" y="220"/>
                  </a:lnTo>
                  <a:lnTo>
                    <a:pt x="370" y="214"/>
                  </a:lnTo>
                  <a:lnTo>
                    <a:pt x="367" y="208"/>
                  </a:lnTo>
                  <a:lnTo>
                    <a:pt x="330" y="120"/>
                  </a:lnTo>
                  <a:lnTo>
                    <a:pt x="295" y="208"/>
                  </a:lnTo>
                  <a:lnTo>
                    <a:pt x="295" y="208"/>
                  </a:lnTo>
                  <a:lnTo>
                    <a:pt x="292" y="214"/>
                  </a:lnTo>
                  <a:lnTo>
                    <a:pt x="288" y="220"/>
                  </a:lnTo>
                  <a:lnTo>
                    <a:pt x="283" y="224"/>
                  </a:lnTo>
                  <a:lnTo>
                    <a:pt x="278" y="227"/>
                  </a:lnTo>
                  <a:lnTo>
                    <a:pt x="278" y="227"/>
                  </a:lnTo>
                  <a:lnTo>
                    <a:pt x="271" y="229"/>
                  </a:lnTo>
                  <a:lnTo>
                    <a:pt x="264" y="230"/>
                  </a:lnTo>
                  <a:lnTo>
                    <a:pt x="258" y="229"/>
                  </a:lnTo>
                  <a:lnTo>
                    <a:pt x="252" y="227"/>
                  </a:lnTo>
                  <a:lnTo>
                    <a:pt x="113" y="168"/>
                  </a:lnTo>
                  <a:lnTo>
                    <a:pt x="113" y="168"/>
                  </a:lnTo>
                  <a:lnTo>
                    <a:pt x="125" y="193"/>
                  </a:lnTo>
                  <a:lnTo>
                    <a:pt x="139" y="219"/>
                  </a:lnTo>
                  <a:lnTo>
                    <a:pt x="151" y="247"/>
                  </a:lnTo>
                  <a:lnTo>
                    <a:pt x="164" y="277"/>
                  </a:lnTo>
                  <a:lnTo>
                    <a:pt x="175" y="306"/>
                  </a:lnTo>
                  <a:lnTo>
                    <a:pt x="184" y="336"/>
                  </a:lnTo>
                  <a:lnTo>
                    <a:pt x="192" y="366"/>
                  </a:lnTo>
                  <a:lnTo>
                    <a:pt x="194" y="380"/>
                  </a:lnTo>
                  <a:lnTo>
                    <a:pt x="196" y="395"/>
                  </a:lnTo>
                  <a:lnTo>
                    <a:pt x="196" y="3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07" name="Freeform 63">
            <a:extLst>
              <a:ext uri="{FF2B5EF4-FFF2-40B4-BE49-F238E27FC236}">
                <a16:creationId xmlns:a16="http://schemas.microsoft.com/office/drawing/2014/main" id="{FF8A7A35-1E4D-4204-9A6C-CD1536E27290}"/>
              </a:ext>
            </a:extLst>
          </p:cNvPr>
          <p:cNvSpPr>
            <a:spLocks noEditPoints="1"/>
          </p:cNvSpPr>
          <p:nvPr/>
        </p:nvSpPr>
        <p:spPr bwMode="auto">
          <a:xfrm>
            <a:off x="5121769" y="4382907"/>
            <a:ext cx="326159" cy="327603"/>
          </a:xfrm>
          <a:custGeom>
            <a:avLst/>
            <a:gdLst>
              <a:gd name="T0" fmla="*/ 5 w 1361"/>
              <a:gd name="T1" fmla="*/ 1347 h 1360"/>
              <a:gd name="T2" fmla="*/ 15 w 1361"/>
              <a:gd name="T3" fmla="*/ 1216 h 1360"/>
              <a:gd name="T4" fmla="*/ 69 w 1361"/>
              <a:gd name="T5" fmla="*/ 1074 h 1360"/>
              <a:gd name="T6" fmla="*/ 217 w 1361"/>
              <a:gd name="T7" fmla="*/ 969 h 1360"/>
              <a:gd name="T8" fmla="*/ 510 w 1361"/>
              <a:gd name="T9" fmla="*/ 719 h 1360"/>
              <a:gd name="T10" fmla="*/ 438 w 1361"/>
              <a:gd name="T11" fmla="*/ 614 h 1360"/>
              <a:gd name="T12" fmla="*/ 412 w 1361"/>
              <a:gd name="T13" fmla="*/ 537 h 1360"/>
              <a:gd name="T14" fmla="*/ 395 w 1361"/>
              <a:gd name="T15" fmla="*/ 435 h 1360"/>
              <a:gd name="T16" fmla="*/ 418 w 1361"/>
              <a:gd name="T17" fmla="*/ 372 h 1360"/>
              <a:gd name="T18" fmla="*/ 388 w 1361"/>
              <a:gd name="T19" fmla="*/ 215 h 1360"/>
              <a:gd name="T20" fmla="*/ 420 w 1361"/>
              <a:gd name="T21" fmla="*/ 116 h 1360"/>
              <a:gd name="T22" fmla="*/ 491 w 1361"/>
              <a:gd name="T23" fmla="*/ 83 h 1360"/>
              <a:gd name="T24" fmla="*/ 590 w 1361"/>
              <a:gd name="T25" fmla="*/ 16 h 1360"/>
              <a:gd name="T26" fmla="*/ 732 w 1361"/>
              <a:gd name="T27" fmla="*/ 0 h 1360"/>
              <a:gd name="T28" fmla="*/ 895 w 1361"/>
              <a:gd name="T29" fmla="*/ 32 h 1360"/>
              <a:gd name="T30" fmla="*/ 983 w 1361"/>
              <a:gd name="T31" fmla="*/ 108 h 1360"/>
              <a:gd name="T32" fmla="*/ 994 w 1361"/>
              <a:gd name="T33" fmla="*/ 196 h 1360"/>
              <a:gd name="T34" fmla="*/ 945 w 1361"/>
              <a:gd name="T35" fmla="*/ 369 h 1360"/>
              <a:gd name="T36" fmla="*/ 963 w 1361"/>
              <a:gd name="T37" fmla="*/ 421 h 1360"/>
              <a:gd name="T38" fmla="*/ 952 w 1361"/>
              <a:gd name="T39" fmla="*/ 530 h 1360"/>
              <a:gd name="T40" fmla="*/ 926 w 1361"/>
              <a:gd name="T41" fmla="*/ 600 h 1360"/>
              <a:gd name="T42" fmla="*/ 861 w 1361"/>
              <a:gd name="T43" fmla="*/ 709 h 1360"/>
              <a:gd name="T44" fmla="*/ 1116 w 1361"/>
              <a:gd name="T45" fmla="*/ 956 h 1360"/>
              <a:gd name="T46" fmla="*/ 1281 w 1361"/>
              <a:gd name="T47" fmla="*/ 1059 h 1360"/>
              <a:gd name="T48" fmla="*/ 1340 w 1361"/>
              <a:gd name="T49" fmla="*/ 1197 h 1360"/>
              <a:gd name="T50" fmla="*/ 1359 w 1361"/>
              <a:gd name="T51" fmla="*/ 1343 h 1360"/>
              <a:gd name="T52" fmla="*/ 59 w 1361"/>
              <a:gd name="T53" fmla="*/ 1304 h 1360"/>
              <a:gd name="T54" fmla="*/ 1273 w 1361"/>
              <a:gd name="T55" fmla="*/ 1170 h 1360"/>
              <a:gd name="T56" fmla="*/ 1189 w 1361"/>
              <a:gd name="T57" fmla="*/ 1057 h 1360"/>
              <a:gd name="T58" fmla="*/ 900 w 1361"/>
              <a:gd name="T59" fmla="*/ 934 h 1360"/>
              <a:gd name="T60" fmla="*/ 796 w 1361"/>
              <a:gd name="T61" fmla="*/ 888 h 1360"/>
              <a:gd name="T62" fmla="*/ 801 w 1361"/>
              <a:gd name="T63" fmla="*/ 686 h 1360"/>
              <a:gd name="T64" fmla="*/ 850 w 1361"/>
              <a:gd name="T65" fmla="*/ 634 h 1360"/>
              <a:gd name="T66" fmla="*/ 879 w 1361"/>
              <a:gd name="T67" fmla="*/ 535 h 1360"/>
              <a:gd name="T68" fmla="*/ 899 w 1361"/>
              <a:gd name="T69" fmla="*/ 508 h 1360"/>
              <a:gd name="T70" fmla="*/ 910 w 1361"/>
              <a:gd name="T71" fmla="*/ 447 h 1360"/>
              <a:gd name="T72" fmla="*/ 883 w 1361"/>
              <a:gd name="T73" fmla="*/ 408 h 1360"/>
              <a:gd name="T74" fmla="*/ 909 w 1361"/>
              <a:gd name="T75" fmla="*/ 305 h 1360"/>
              <a:gd name="T76" fmla="*/ 937 w 1361"/>
              <a:gd name="T77" fmla="*/ 156 h 1360"/>
              <a:gd name="T78" fmla="*/ 896 w 1361"/>
              <a:gd name="T79" fmla="*/ 96 h 1360"/>
              <a:gd name="T80" fmla="*/ 772 w 1361"/>
              <a:gd name="T81" fmla="*/ 59 h 1360"/>
              <a:gd name="T82" fmla="*/ 639 w 1361"/>
              <a:gd name="T83" fmla="*/ 63 h 1360"/>
              <a:gd name="T84" fmla="*/ 549 w 1361"/>
              <a:gd name="T85" fmla="*/ 100 h 1360"/>
              <a:gd name="T86" fmla="*/ 527 w 1361"/>
              <a:gd name="T87" fmla="*/ 132 h 1360"/>
              <a:gd name="T88" fmla="*/ 486 w 1361"/>
              <a:gd name="T89" fmla="*/ 141 h 1360"/>
              <a:gd name="T90" fmla="*/ 450 w 1361"/>
              <a:gd name="T91" fmla="*/ 178 h 1360"/>
              <a:gd name="T92" fmla="*/ 460 w 1361"/>
              <a:gd name="T93" fmla="*/ 311 h 1360"/>
              <a:gd name="T94" fmla="*/ 481 w 1361"/>
              <a:gd name="T95" fmla="*/ 401 h 1360"/>
              <a:gd name="T96" fmla="*/ 450 w 1361"/>
              <a:gd name="T97" fmla="*/ 447 h 1360"/>
              <a:gd name="T98" fmla="*/ 461 w 1361"/>
              <a:gd name="T99" fmla="*/ 508 h 1360"/>
              <a:gd name="T100" fmla="*/ 481 w 1361"/>
              <a:gd name="T101" fmla="*/ 530 h 1360"/>
              <a:gd name="T102" fmla="*/ 504 w 1361"/>
              <a:gd name="T103" fmla="*/ 624 h 1360"/>
              <a:gd name="T104" fmla="*/ 555 w 1361"/>
              <a:gd name="T105" fmla="*/ 682 h 1360"/>
              <a:gd name="T106" fmla="*/ 566 w 1361"/>
              <a:gd name="T107" fmla="*/ 884 h 1360"/>
              <a:gd name="T108" fmla="*/ 460 w 1361"/>
              <a:gd name="T109" fmla="*/ 934 h 1360"/>
              <a:gd name="T110" fmla="*/ 190 w 1361"/>
              <a:gd name="T111" fmla="*/ 1046 h 1360"/>
              <a:gd name="T112" fmla="*/ 98 w 1361"/>
              <a:gd name="T113" fmla="*/ 1142 h 1360"/>
              <a:gd name="T114" fmla="*/ 59 w 1361"/>
              <a:gd name="T115" fmla="*/ 1304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1" h="1360">
                <a:moveTo>
                  <a:pt x="1332" y="1360"/>
                </a:moveTo>
                <a:lnTo>
                  <a:pt x="28" y="1360"/>
                </a:lnTo>
                <a:lnTo>
                  <a:pt x="28" y="1360"/>
                </a:lnTo>
                <a:lnTo>
                  <a:pt x="22" y="1359"/>
                </a:lnTo>
                <a:lnTo>
                  <a:pt x="17" y="1358"/>
                </a:lnTo>
                <a:lnTo>
                  <a:pt x="12" y="1355"/>
                </a:lnTo>
                <a:lnTo>
                  <a:pt x="8" y="1352"/>
                </a:lnTo>
                <a:lnTo>
                  <a:pt x="5" y="1347"/>
                </a:lnTo>
                <a:lnTo>
                  <a:pt x="2" y="1343"/>
                </a:lnTo>
                <a:lnTo>
                  <a:pt x="0" y="1337"/>
                </a:lnTo>
                <a:lnTo>
                  <a:pt x="0" y="1332"/>
                </a:lnTo>
                <a:lnTo>
                  <a:pt x="0" y="1332"/>
                </a:lnTo>
                <a:lnTo>
                  <a:pt x="1" y="1308"/>
                </a:lnTo>
                <a:lnTo>
                  <a:pt x="3" y="1284"/>
                </a:lnTo>
                <a:lnTo>
                  <a:pt x="7" y="1252"/>
                </a:lnTo>
                <a:lnTo>
                  <a:pt x="15" y="1216"/>
                </a:lnTo>
                <a:lnTo>
                  <a:pt x="19" y="1197"/>
                </a:lnTo>
                <a:lnTo>
                  <a:pt x="25" y="1177"/>
                </a:lnTo>
                <a:lnTo>
                  <a:pt x="32" y="1155"/>
                </a:lnTo>
                <a:lnTo>
                  <a:pt x="40" y="1133"/>
                </a:lnTo>
                <a:lnTo>
                  <a:pt x="50" y="1111"/>
                </a:lnTo>
                <a:lnTo>
                  <a:pt x="60" y="1089"/>
                </a:lnTo>
                <a:lnTo>
                  <a:pt x="60" y="1089"/>
                </a:lnTo>
                <a:lnTo>
                  <a:pt x="69" y="1074"/>
                </a:lnTo>
                <a:lnTo>
                  <a:pt x="80" y="1059"/>
                </a:lnTo>
                <a:lnTo>
                  <a:pt x="93" y="1045"/>
                </a:lnTo>
                <a:lnTo>
                  <a:pt x="109" y="1032"/>
                </a:lnTo>
                <a:lnTo>
                  <a:pt x="126" y="1019"/>
                </a:lnTo>
                <a:lnTo>
                  <a:pt x="147" y="1006"/>
                </a:lnTo>
                <a:lnTo>
                  <a:pt x="168" y="994"/>
                </a:lnTo>
                <a:lnTo>
                  <a:pt x="192" y="981"/>
                </a:lnTo>
                <a:lnTo>
                  <a:pt x="217" y="969"/>
                </a:lnTo>
                <a:lnTo>
                  <a:pt x="244" y="956"/>
                </a:lnTo>
                <a:lnTo>
                  <a:pt x="303" y="932"/>
                </a:lnTo>
                <a:lnTo>
                  <a:pt x="369" y="908"/>
                </a:lnTo>
                <a:lnTo>
                  <a:pt x="440" y="882"/>
                </a:lnTo>
                <a:lnTo>
                  <a:pt x="440" y="882"/>
                </a:lnTo>
                <a:lnTo>
                  <a:pt x="510" y="855"/>
                </a:lnTo>
                <a:lnTo>
                  <a:pt x="510" y="719"/>
                </a:lnTo>
                <a:lnTo>
                  <a:pt x="510" y="719"/>
                </a:lnTo>
                <a:lnTo>
                  <a:pt x="500" y="709"/>
                </a:lnTo>
                <a:lnTo>
                  <a:pt x="487" y="697"/>
                </a:lnTo>
                <a:lnTo>
                  <a:pt x="474" y="681"/>
                </a:lnTo>
                <a:lnTo>
                  <a:pt x="461" y="661"/>
                </a:lnTo>
                <a:lnTo>
                  <a:pt x="455" y="650"/>
                </a:lnTo>
                <a:lnTo>
                  <a:pt x="449" y="639"/>
                </a:lnTo>
                <a:lnTo>
                  <a:pt x="443" y="627"/>
                </a:lnTo>
                <a:lnTo>
                  <a:pt x="438" y="614"/>
                </a:lnTo>
                <a:lnTo>
                  <a:pt x="433" y="600"/>
                </a:lnTo>
                <a:lnTo>
                  <a:pt x="430" y="585"/>
                </a:lnTo>
                <a:lnTo>
                  <a:pt x="427" y="570"/>
                </a:lnTo>
                <a:lnTo>
                  <a:pt x="425" y="552"/>
                </a:lnTo>
                <a:lnTo>
                  <a:pt x="425" y="552"/>
                </a:lnTo>
                <a:lnTo>
                  <a:pt x="421" y="548"/>
                </a:lnTo>
                <a:lnTo>
                  <a:pt x="416" y="543"/>
                </a:lnTo>
                <a:lnTo>
                  <a:pt x="412" y="537"/>
                </a:lnTo>
                <a:lnTo>
                  <a:pt x="408" y="530"/>
                </a:lnTo>
                <a:lnTo>
                  <a:pt x="402" y="516"/>
                </a:lnTo>
                <a:lnTo>
                  <a:pt x="397" y="498"/>
                </a:lnTo>
                <a:lnTo>
                  <a:pt x="397" y="498"/>
                </a:lnTo>
                <a:lnTo>
                  <a:pt x="394" y="483"/>
                </a:lnTo>
                <a:lnTo>
                  <a:pt x="393" y="466"/>
                </a:lnTo>
                <a:lnTo>
                  <a:pt x="393" y="450"/>
                </a:lnTo>
                <a:lnTo>
                  <a:pt x="395" y="435"/>
                </a:lnTo>
                <a:lnTo>
                  <a:pt x="398" y="420"/>
                </a:lnTo>
                <a:lnTo>
                  <a:pt x="404" y="406"/>
                </a:lnTo>
                <a:lnTo>
                  <a:pt x="407" y="399"/>
                </a:lnTo>
                <a:lnTo>
                  <a:pt x="411" y="393"/>
                </a:lnTo>
                <a:lnTo>
                  <a:pt x="416" y="387"/>
                </a:lnTo>
                <a:lnTo>
                  <a:pt x="421" y="382"/>
                </a:lnTo>
                <a:lnTo>
                  <a:pt x="421" y="382"/>
                </a:lnTo>
                <a:lnTo>
                  <a:pt x="418" y="372"/>
                </a:lnTo>
                <a:lnTo>
                  <a:pt x="418" y="372"/>
                </a:lnTo>
                <a:lnTo>
                  <a:pt x="411" y="346"/>
                </a:lnTo>
                <a:lnTo>
                  <a:pt x="403" y="316"/>
                </a:lnTo>
                <a:lnTo>
                  <a:pt x="395" y="284"/>
                </a:lnTo>
                <a:lnTo>
                  <a:pt x="392" y="266"/>
                </a:lnTo>
                <a:lnTo>
                  <a:pt x="390" y="249"/>
                </a:lnTo>
                <a:lnTo>
                  <a:pt x="389" y="232"/>
                </a:lnTo>
                <a:lnTo>
                  <a:pt x="388" y="215"/>
                </a:lnTo>
                <a:lnTo>
                  <a:pt x="389" y="199"/>
                </a:lnTo>
                <a:lnTo>
                  <a:pt x="390" y="182"/>
                </a:lnTo>
                <a:lnTo>
                  <a:pt x="393" y="166"/>
                </a:lnTo>
                <a:lnTo>
                  <a:pt x="398" y="151"/>
                </a:lnTo>
                <a:lnTo>
                  <a:pt x="404" y="137"/>
                </a:lnTo>
                <a:lnTo>
                  <a:pt x="413" y="124"/>
                </a:lnTo>
                <a:lnTo>
                  <a:pt x="413" y="124"/>
                </a:lnTo>
                <a:lnTo>
                  <a:pt x="420" y="116"/>
                </a:lnTo>
                <a:lnTo>
                  <a:pt x="427" y="108"/>
                </a:lnTo>
                <a:lnTo>
                  <a:pt x="436" y="102"/>
                </a:lnTo>
                <a:lnTo>
                  <a:pt x="445" y="96"/>
                </a:lnTo>
                <a:lnTo>
                  <a:pt x="456" y="91"/>
                </a:lnTo>
                <a:lnTo>
                  <a:pt x="467" y="88"/>
                </a:lnTo>
                <a:lnTo>
                  <a:pt x="478" y="85"/>
                </a:lnTo>
                <a:lnTo>
                  <a:pt x="491" y="83"/>
                </a:lnTo>
                <a:lnTo>
                  <a:pt x="491" y="83"/>
                </a:lnTo>
                <a:lnTo>
                  <a:pt x="498" y="70"/>
                </a:lnTo>
                <a:lnTo>
                  <a:pt x="507" y="60"/>
                </a:lnTo>
                <a:lnTo>
                  <a:pt x="518" y="51"/>
                </a:lnTo>
                <a:lnTo>
                  <a:pt x="530" y="42"/>
                </a:lnTo>
                <a:lnTo>
                  <a:pt x="543" y="34"/>
                </a:lnTo>
                <a:lnTo>
                  <a:pt x="558" y="28"/>
                </a:lnTo>
                <a:lnTo>
                  <a:pt x="574" y="22"/>
                </a:lnTo>
                <a:lnTo>
                  <a:pt x="590" y="16"/>
                </a:lnTo>
                <a:lnTo>
                  <a:pt x="607" y="12"/>
                </a:lnTo>
                <a:lnTo>
                  <a:pt x="624" y="8"/>
                </a:lnTo>
                <a:lnTo>
                  <a:pt x="642" y="5"/>
                </a:lnTo>
                <a:lnTo>
                  <a:pt x="661" y="3"/>
                </a:lnTo>
                <a:lnTo>
                  <a:pt x="679" y="1"/>
                </a:lnTo>
                <a:lnTo>
                  <a:pt x="697" y="0"/>
                </a:lnTo>
                <a:lnTo>
                  <a:pt x="732" y="0"/>
                </a:lnTo>
                <a:lnTo>
                  <a:pt x="732" y="0"/>
                </a:lnTo>
                <a:lnTo>
                  <a:pt x="753" y="1"/>
                </a:lnTo>
                <a:lnTo>
                  <a:pt x="774" y="3"/>
                </a:lnTo>
                <a:lnTo>
                  <a:pt x="795" y="5"/>
                </a:lnTo>
                <a:lnTo>
                  <a:pt x="815" y="9"/>
                </a:lnTo>
                <a:lnTo>
                  <a:pt x="836" y="13"/>
                </a:lnTo>
                <a:lnTo>
                  <a:pt x="857" y="18"/>
                </a:lnTo>
                <a:lnTo>
                  <a:pt x="877" y="24"/>
                </a:lnTo>
                <a:lnTo>
                  <a:pt x="895" y="32"/>
                </a:lnTo>
                <a:lnTo>
                  <a:pt x="913" y="40"/>
                </a:lnTo>
                <a:lnTo>
                  <a:pt x="929" y="50"/>
                </a:lnTo>
                <a:lnTo>
                  <a:pt x="944" y="60"/>
                </a:lnTo>
                <a:lnTo>
                  <a:pt x="959" y="73"/>
                </a:lnTo>
                <a:lnTo>
                  <a:pt x="970" y="86"/>
                </a:lnTo>
                <a:lnTo>
                  <a:pt x="975" y="93"/>
                </a:lnTo>
                <a:lnTo>
                  <a:pt x="979" y="100"/>
                </a:lnTo>
                <a:lnTo>
                  <a:pt x="983" y="108"/>
                </a:lnTo>
                <a:lnTo>
                  <a:pt x="987" y="116"/>
                </a:lnTo>
                <a:lnTo>
                  <a:pt x="989" y="124"/>
                </a:lnTo>
                <a:lnTo>
                  <a:pt x="991" y="132"/>
                </a:lnTo>
                <a:lnTo>
                  <a:pt x="991" y="132"/>
                </a:lnTo>
                <a:lnTo>
                  <a:pt x="994" y="148"/>
                </a:lnTo>
                <a:lnTo>
                  <a:pt x="995" y="163"/>
                </a:lnTo>
                <a:lnTo>
                  <a:pt x="995" y="180"/>
                </a:lnTo>
                <a:lnTo>
                  <a:pt x="994" y="196"/>
                </a:lnTo>
                <a:lnTo>
                  <a:pt x="992" y="212"/>
                </a:lnTo>
                <a:lnTo>
                  <a:pt x="990" y="228"/>
                </a:lnTo>
                <a:lnTo>
                  <a:pt x="986" y="244"/>
                </a:lnTo>
                <a:lnTo>
                  <a:pt x="983" y="260"/>
                </a:lnTo>
                <a:lnTo>
                  <a:pt x="974" y="292"/>
                </a:lnTo>
                <a:lnTo>
                  <a:pt x="964" y="320"/>
                </a:lnTo>
                <a:lnTo>
                  <a:pt x="954" y="346"/>
                </a:lnTo>
                <a:lnTo>
                  <a:pt x="945" y="369"/>
                </a:lnTo>
                <a:lnTo>
                  <a:pt x="945" y="369"/>
                </a:lnTo>
                <a:lnTo>
                  <a:pt x="939" y="383"/>
                </a:lnTo>
                <a:lnTo>
                  <a:pt x="939" y="383"/>
                </a:lnTo>
                <a:lnTo>
                  <a:pt x="944" y="388"/>
                </a:lnTo>
                <a:lnTo>
                  <a:pt x="949" y="394"/>
                </a:lnTo>
                <a:lnTo>
                  <a:pt x="954" y="400"/>
                </a:lnTo>
                <a:lnTo>
                  <a:pt x="957" y="407"/>
                </a:lnTo>
                <a:lnTo>
                  <a:pt x="963" y="421"/>
                </a:lnTo>
                <a:lnTo>
                  <a:pt x="966" y="436"/>
                </a:lnTo>
                <a:lnTo>
                  <a:pt x="968" y="451"/>
                </a:lnTo>
                <a:lnTo>
                  <a:pt x="968" y="467"/>
                </a:lnTo>
                <a:lnTo>
                  <a:pt x="967" y="483"/>
                </a:lnTo>
                <a:lnTo>
                  <a:pt x="964" y="498"/>
                </a:lnTo>
                <a:lnTo>
                  <a:pt x="964" y="498"/>
                </a:lnTo>
                <a:lnTo>
                  <a:pt x="959" y="516"/>
                </a:lnTo>
                <a:lnTo>
                  <a:pt x="952" y="530"/>
                </a:lnTo>
                <a:lnTo>
                  <a:pt x="947" y="537"/>
                </a:lnTo>
                <a:lnTo>
                  <a:pt x="943" y="543"/>
                </a:lnTo>
                <a:lnTo>
                  <a:pt x="939" y="548"/>
                </a:lnTo>
                <a:lnTo>
                  <a:pt x="934" y="552"/>
                </a:lnTo>
                <a:lnTo>
                  <a:pt x="934" y="552"/>
                </a:lnTo>
                <a:lnTo>
                  <a:pt x="933" y="570"/>
                </a:lnTo>
                <a:lnTo>
                  <a:pt x="930" y="585"/>
                </a:lnTo>
                <a:lnTo>
                  <a:pt x="926" y="600"/>
                </a:lnTo>
                <a:lnTo>
                  <a:pt x="922" y="614"/>
                </a:lnTo>
                <a:lnTo>
                  <a:pt x="917" y="627"/>
                </a:lnTo>
                <a:lnTo>
                  <a:pt x="912" y="639"/>
                </a:lnTo>
                <a:lnTo>
                  <a:pt x="906" y="650"/>
                </a:lnTo>
                <a:lnTo>
                  <a:pt x="899" y="661"/>
                </a:lnTo>
                <a:lnTo>
                  <a:pt x="886" y="681"/>
                </a:lnTo>
                <a:lnTo>
                  <a:pt x="873" y="697"/>
                </a:lnTo>
                <a:lnTo>
                  <a:pt x="861" y="709"/>
                </a:lnTo>
                <a:lnTo>
                  <a:pt x="851" y="719"/>
                </a:lnTo>
                <a:lnTo>
                  <a:pt x="851" y="855"/>
                </a:lnTo>
                <a:lnTo>
                  <a:pt x="851" y="855"/>
                </a:lnTo>
                <a:lnTo>
                  <a:pt x="920" y="882"/>
                </a:lnTo>
                <a:lnTo>
                  <a:pt x="920" y="882"/>
                </a:lnTo>
                <a:lnTo>
                  <a:pt x="991" y="908"/>
                </a:lnTo>
                <a:lnTo>
                  <a:pt x="1057" y="932"/>
                </a:lnTo>
                <a:lnTo>
                  <a:pt x="1116" y="956"/>
                </a:lnTo>
                <a:lnTo>
                  <a:pt x="1143" y="969"/>
                </a:lnTo>
                <a:lnTo>
                  <a:pt x="1169" y="981"/>
                </a:lnTo>
                <a:lnTo>
                  <a:pt x="1192" y="994"/>
                </a:lnTo>
                <a:lnTo>
                  <a:pt x="1214" y="1006"/>
                </a:lnTo>
                <a:lnTo>
                  <a:pt x="1233" y="1019"/>
                </a:lnTo>
                <a:lnTo>
                  <a:pt x="1251" y="1032"/>
                </a:lnTo>
                <a:lnTo>
                  <a:pt x="1267" y="1045"/>
                </a:lnTo>
                <a:lnTo>
                  <a:pt x="1281" y="1059"/>
                </a:lnTo>
                <a:lnTo>
                  <a:pt x="1292" y="1074"/>
                </a:lnTo>
                <a:lnTo>
                  <a:pt x="1301" y="1089"/>
                </a:lnTo>
                <a:lnTo>
                  <a:pt x="1301" y="1089"/>
                </a:lnTo>
                <a:lnTo>
                  <a:pt x="1311" y="1111"/>
                </a:lnTo>
                <a:lnTo>
                  <a:pt x="1320" y="1133"/>
                </a:lnTo>
                <a:lnTo>
                  <a:pt x="1328" y="1155"/>
                </a:lnTo>
                <a:lnTo>
                  <a:pt x="1335" y="1177"/>
                </a:lnTo>
                <a:lnTo>
                  <a:pt x="1340" y="1197"/>
                </a:lnTo>
                <a:lnTo>
                  <a:pt x="1345" y="1216"/>
                </a:lnTo>
                <a:lnTo>
                  <a:pt x="1353" y="1252"/>
                </a:lnTo>
                <a:lnTo>
                  <a:pt x="1357" y="1284"/>
                </a:lnTo>
                <a:lnTo>
                  <a:pt x="1360" y="1308"/>
                </a:lnTo>
                <a:lnTo>
                  <a:pt x="1361" y="1332"/>
                </a:lnTo>
                <a:lnTo>
                  <a:pt x="1361" y="1332"/>
                </a:lnTo>
                <a:lnTo>
                  <a:pt x="1360" y="1337"/>
                </a:lnTo>
                <a:lnTo>
                  <a:pt x="1359" y="1343"/>
                </a:lnTo>
                <a:lnTo>
                  <a:pt x="1356" y="1347"/>
                </a:lnTo>
                <a:lnTo>
                  <a:pt x="1353" y="1352"/>
                </a:lnTo>
                <a:lnTo>
                  <a:pt x="1347" y="1355"/>
                </a:lnTo>
                <a:lnTo>
                  <a:pt x="1343" y="1358"/>
                </a:lnTo>
                <a:lnTo>
                  <a:pt x="1337" y="1359"/>
                </a:lnTo>
                <a:lnTo>
                  <a:pt x="1332" y="1360"/>
                </a:lnTo>
                <a:lnTo>
                  <a:pt x="1332" y="1360"/>
                </a:lnTo>
                <a:close/>
                <a:moveTo>
                  <a:pt x="59" y="1304"/>
                </a:moveTo>
                <a:lnTo>
                  <a:pt x="1302" y="1304"/>
                </a:lnTo>
                <a:lnTo>
                  <a:pt x="1302" y="1304"/>
                </a:lnTo>
                <a:lnTo>
                  <a:pt x="1300" y="1287"/>
                </a:lnTo>
                <a:lnTo>
                  <a:pt x="1297" y="1268"/>
                </a:lnTo>
                <a:lnTo>
                  <a:pt x="1294" y="1245"/>
                </a:lnTo>
                <a:lnTo>
                  <a:pt x="1288" y="1222"/>
                </a:lnTo>
                <a:lnTo>
                  <a:pt x="1282" y="1196"/>
                </a:lnTo>
                <a:lnTo>
                  <a:pt x="1273" y="1170"/>
                </a:lnTo>
                <a:lnTo>
                  <a:pt x="1263" y="1142"/>
                </a:lnTo>
                <a:lnTo>
                  <a:pt x="1249" y="1115"/>
                </a:lnTo>
                <a:lnTo>
                  <a:pt x="1249" y="1115"/>
                </a:lnTo>
                <a:lnTo>
                  <a:pt x="1242" y="1103"/>
                </a:lnTo>
                <a:lnTo>
                  <a:pt x="1233" y="1091"/>
                </a:lnTo>
                <a:lnTo>
                  <a:pt x="1220" y="1080"/>
                </a:lnTo>
                <a:lnTo>
                  <a:pt x="1206" y="1069"/>
                </a:lnTo>
                <a:lnTo>
                  <a:pt x="1189" y="1057"/>
                </a:lnTo>
                <a:lnTo>
                  <a:pt x="1171" y="1046"/>
                </a:lnTo>
                <a:lnTo>
                  <a:pt x="1149" y="1035"/>
                </a:lnTo>
                <a:lnTo>
                  <a:pt x="1127" y="1024"/>
                </a:lnTo>
                <a:lnTo>
                  <a:pt x="1103" y="1013"/>
                </a:lnTo>
                <a:lnTo>
                  <a:pt x="1078" y="1002"/>
                </a:lnTo>
                <a:lnTo>
                  <a:pt x="1022" y="981"/>
                </a:lnTo>
                <a:lnTo>
                  <a:pt x="964" y="957"/>
                </a:lnTo>
                <a:lnTo>
                  <a:pt x="900" y="934"/>
                </a:lnTo>
                <a:lnTo>
                  <a:pt x="900" y="934"/>
                </a:lnTo>
                <a:lnTo>
                  <a:pt x="812" y="902"/>
                </a:lnTo>
                <a:lnTo>
                  <a:pt x="812" y="902"/>
                </a:lnTo>
                <a:lnTo>
                  <a:pt x="808" y="900"/>
                </a:lnTo>
                <a:lnTo>
                  <a:pt x="804" y="898"/>
                </a:lnTo>
                <a:lnTo>
                  <a:pt x="801" y="895"/>
                </a:lnTo>
                <a:lnTo>
                  <a:pt x="799" y="891"/>
                </a:lnTo>
                <a:lnTo>
                  <a:pt x="796" y="888"/>
                </a:lnTo>
                <a:lnTo>
                  <a:pt x="795" y="884"/>
                </a:lnTo>
                <a:lnTo>
                  <a:pt x="794" y="880"/>
                </a:lnTo>
                <a:lnTo>
                  <a:pt x="794" y="875"/>
                </a:lnTo>
                <a:lnTo>
                  <a:pt x="794" y="705"/>
                </a:lnTo>
                <a:lnTo>
                  <a:pt x="794" y="705"/>
                </a:lnTo>
                <a:lnTo>
                  <a:pt x="794" y="698"/>
                </a:lnTo>
                <a:lnTo>
                  <a:pt x="797" y="692"/>
                </a:lnTo>
                <a:lnTo>
                  <a:pt x="801" y="686"/>
                </a:lnTo>
                <a:lnTo>
                  <a:pt x="806" y="682"/>
                </a:lnTo>
                <a:lnTo>
                  <a:pt x="806" y="682"/>
                </a:lnTo>
                <a:lnTo>
                  <a:pt x="810" y="679"/>
                </a:lnTo>
                <a:lnTo>
                  <a:pt x="818" y="672"/>
                </a:lnTo>
                <a:lnTo>
                  <a:pt x="830" y="659"/>
                </a:lnTo>
                <a:lnTo>
                  <a:pt x="836" y="652"/>
                </a:lnTo>
                <a:lnTo>
                  <a:pt x="843" y="643"/>
                </a:lnTo>
                <a:lnTo>
                  <a:pt x="850" y="634"/>
                </a:lnTo>
                <a:lnTo>
                  <a:pt x="857" y="623"/>
                </a:lnTo>
                <a:lnTo>
                  <a:pt x="863" y="611"/>
                </a:lnTo>
                <a:lnTo>
                  <a:pt x="868" y="598"/>
                </a:lnTo>
                <a:lnTo>
                  <a:pt x="872" y="584"/>
                </a:lnTo>
                <a:lnTo>
                  <a:pt x="876" y="568"/>
                </a:lnTo>
                <a:lnTo>
                  <a:pt x="878" y="552"/>
                </a:lnTo>
                <a:lnTo>
                  <a:pt x="879" y="535"/>
                </a:lnTo>
                <a:lnTo>
                  <a:pt x="879" y="535"/>
                </a:lnTo>
                <a:lnTo>
                  <a:pt x="879" y="530"/>
                </a:lnTo>
                <a:lnTo>
                  <a:pt x="880" y="526"/>
                </a:lnTo>
                <a:lnTo>
                  <a:pt x="882" y="521"/>
                </a:lnTo>
                <a:lnTo>
                  <a:pt x="885" y="518"/>
                </a:lnTo>
                <a:lnTo>
                  <a:pt x="888" y="514"/>
                </a:lnTo>
                <a:lnTo>
                  <a:pt x="891" y="511"/>
                </a:lnTo>
                <a:lnTo>
                  <a:pt x="895" y="509"/>
                </a:lnTo>
                <a:lnTo>
                  <a:pt x="899" y="508"/>
                </a:lnTo>
                <a:lnTo>
                  <a:pt x="899" y="508"/>
                </a:lnTo>
                <a:lnTo>
                  <a:pt x="902" y="504"/>
                </a:lnTo>
                <a:lnTo>
                  <a:pt x="904" y="498"/>
                </a:lnTo>
                <a:lnTo>
                  <a:pt x="908" y="484"/>
                </a:lnTo>
                <a:lnTo>
                  <a:pt x="910" y="476"/>
                </a:lnTo>
                <a:lnTo>
                  <a:pt x="911" y="466"/>
                </a:lnTo>
                <a:lnTo>
                  <a:pt x="911" y="456"/>
                </a:lnTo>
                <a:lnTo>
                  <a:pt x="910" y="447"/>
                </a:lnTo>
                <a:lnTo>
                  <a:pt x="910" y="447"/>
                </a:lnTo>
                <a:lnTo>
                  <a:pt x="908" y="437"/>
                </a:lnTo>
                <a:lnTo>
                  <a:pt x="905" y="429"/>
                </a:lnTo>
                <a:lnTo>
                  <a:pt x="900" y="423"/>
                </a:lnTo>
                <a:lnTo>
                  <a:pt x="894" y="419"/>
                </a:lnTo>
                <a:lnTo>
                  <a:pt x="894" y="419"/>
                </a:lnTo>
                <a:lnTo>
                  <a:pt x="888" y="414"/>
                </a:lnTo>
                <a:lnTo>
                  <a:pt x="883" y="408"/>
                </a:lnTo>
                <a:lnTo>
                  <a:pt x="880" y="401"/>
                </a:lnTo>
                <a:lnTo>
                  <a:pt x="879" y="393"/>
                </a:lnTo>
                <a:lnTo>
                  <a:pt x="879" y="393"/>
                </a:lnTo>
                <a:lnTo>
                  <a:pt x="879" y="386"/>
                </a:lnTo>
                <a:lnTo>
                  <a:pt x="882" y="377"/>
                </a:lnTo>
                <a:lnTo>
                  <a:pt x="892" y="348"/>
                </a:lnTo>
                <a:lnTo>
                  <a:pt x="892" y="348"/>
                </a:lnTo>
                <a:lnTo>
                  <a:pt x="909" y="305"/>
                </a:lnTo>
                <a:lnTo>
                  <a:pt x="918" y="279"/>
                </a:lnTo>
                <a:lnTo>
                  <a:pt x="926" y="251"/>
                </a:lnTo>
                <a:lnTo>
                  <a:pt x="932" y="223"/>
                </a:lnTo>
                <a:lnTo>
                  <a:pt x="935" y="209"/>
                </a:lnTo>
                <a:lnTo>
                  <a:pt x="937" y="196"/>
                </a:lnTo>
                <a:lnTo>
                  <a:pt x="938" y="182"/>
                </a:lnTo>
                <a:lnTo>
                  <a:pt x="938" y="168"/>
                </a:lnTo>
                <a:lnTo>
                  <a:pt x="937" y="156"/>
                </a:lnTo>
                <a:lnTo>
                  <a:pt x="935" y="143"/>
                </a:lnTo>
                <a:lnTo>
                  <a:pt x="935" y="143"/>
                </a:lnTo>
                <a:lnTo>
                  <a:pt x="933" y="135"/>
                </a:lnTo>
                <a:lnTo>
                  <a:pt x="928" y="126"/>
                </a:lnTo>
                <a:lnTo>
                  <a:pt x="922" y="118"/>
                </a:lnTo>
                <a:lnTo>
                  <a:pt x="915" y="110"/>
                </a:lnTo>
                <a:lnTo>
                  <a:pt x="906" y="103"/>
                </a:lnTo>
                <a:lnTo>
                  <a:pt x="896" y="96"/>
                </a:lnTo>
                <a:lnTo>
                  <a:pt x="884" y="89"/>
                </a:lnTo>
                <a:lnTo>
                  <a:pt x="872" y="83"/>
                </a:lnTo>
                <a:lnTo>
                  <a:pt x="858" y="78"/>
                </a:lnTo>
                <a:lnTo>
                  <a:pt x="842" y="73"/>
                </a:lnTo>
                <a:lnTo>
                  <a:pt x="825" y="68"/>
                </a:lnTo>
                <a:lnTo>
                  <a:pt x="808" y="64"/>
                </a:lnTo>
                <a:lnTo>
                  <a:pt x="790" y="61"/>
                </a:lnTo>
                <a:lnTo>
                  <a:pt x="772" y="59"/>
                </a:lnTo>
                <a:lnTo>
                  <a:pt x="752" y="57"/>
                </a:lnTo>
                <a:lnTo>
                  <a:pt x="731" y="56"/>
                </a:lnTo>
                <a:lnTo>
                  <a:pt x="731" y="56"/>
                </a:lnTo>
                <a:lnTo>
                  <a:pt x="711" y="56"/>
                </a:lnTo>
                <a:lnTo>
                  <a:pt x="692" y="57"/>
                </a:lnTo>
                <a:lnTo>
                  <a:pt x="673" y="58"/>
                </a:lnTo>
                <a:lnTo>
                  <a:pt x="656" y="60"/>
                </a:lnTo>
                <a:lnTo>
                  <a:pt x="639" y="63"/>
                </a:lnTo>
                <a:lnTo>
                  <a:pt x="623" y="66"/>
                </a:lnTo>
                <a:lnTo>
                  <a:pt x="609" y="70"/>
                </a:lnTo>
                <a:lnTo>
                  <a:pt x="596" y="75"/>
                </a:lnTo>
                <a:lnTo>
                  <a:pt x="584" y="79"/>
                </a:lnTo>
                <a:lnTo>
                  <a:pt x="574" y="84"/>
                </a:lnTo>
                <a:lnTo>
                  <a:pt x="564" y="89"/>
                </a:lnTo>
                <a:lnTo>
                  <a:pt x="556" y="94"/>
                </a:lnTo>
                <a:lnTo>
                  <a:pt x="549" y="100"/>
                </a:lnTo>
                <a:lnTo>
                  <a:pt x="543" y="105"/>
                </a:lnTo>
                <a:lnTo>
                  <a:pt x="539" y="111"/>
                </a:lnTo>
                <a:lnTo>
                  <a:pt x="537" y="117"/>
                </a:lnTo>
                <a:lnTo>
                  <a:pt x="537" y="117"/>
                </a:lnTo>
                <a:lnTo>
                  <a:pt x="536" y="121"/>
                </a:lnTo>
                <a:lnTo>
                  <a:pt x="533" y="125"/>
                </a:lnTo>
                <a:lnTo>
                  <a:pt x="531" y="129"/>
                </a:lnTo>
                <a:lnTo>
                  <a:pt x="527" y="132"/>
                </a:lnTo>
                <a:lnTo>
                  <a:pt x="523" y="134"/>
                </a:lnTo>
                <a:lnTo>
                  <a:pt x="519" y="136"/>
                </a:lnTo>
                <a:lnTo>
                  <a:pt x="515" y="138"/>
                </a:lnTo>
                <a:lnTo>
                  <a:pt x="510" y="138"/>
                </a:lnTo>
                <a:lnTo>
                  <a:pt x="510" y="138"/>
                </a:lnTo>
                <a:lnTo>
                  <a:pt x="501" y="138"/>
                </a:lnTo>
                <a:lnTo>
                  <a:pt x="493" y="139"/>
                </a:lnTo>
                <a:lnTo>
                  <a:pt x="486" y="141"/>
                </a:lnTo>
                <a:lnTo>
                  <a:pt x="479" y="143"/>
                </a:lnTo>
                <a:lnTo>
                  <a:pt x="473" y="146"/>
                </a:lnTo>
                <a:lnTo>
                  <a:pt x="467" y="149"/>
                </a:lnTo>
                <a:lnTo>
                  <a:pt x="463" y="153"/>
                </a:lnTo>
                <a:lnTo>
                  <a:pt x="459" y="158"/>
                </a:lnTo>
                <a:lnTo>
                  <a:pt x="459" y="158"/>
                </a:lnTo>
                <a:lnTo>
                  <a:pt x="453" y="166"/>
                </a:lnTo>
                <a:lnTo>
                  <a:pt x="450" y="178"/>
                </a:lnTo>
                <a:lnTo>
                  <a:pt x="446" y="189"/>
                </a:lnTo>
                <a:lnTo>
                  <a:pt x="445" y="201"/>
                </a:lnTo>
                <a:lnTo>
                  <a:pt x="444" y="214"/>
                </a:lnTo>
                <a:lnTo>
                  <a:pt x="445" y="227"/>
                </a:lnTo>
                <a:lnTo>
                  <a:pt x="446" y="241"/>
                </a:lnTo>
                <a:lnTo>
                  <a:pt x="449" y="255"/>
                </a:lnTo>
                <a:lnTo>
                  <a:pt x="454" y="285"/>
                </a:lnTo>
                <a:lnTo>
                  <a:pt x="460" y="311"/>
                </a:lnTo>
                <a:lnTo>
                  <a:pt x="467" y="335"/>
                </a:lnTo>
                <a:lnTo>
                  <a:pt x="473" y="355"/>
                </a:lnTo>
                <a:lnTo>
                  <a:pt x="473" y="355"/>
                </a:lnTo>
                <a:lnTo>
                  <a:pt x="480" y="380"/>
                </a:lnTo>
                <a:lnTo>
                  <a:pt x="481" y="387"/>
                </a:lnTo>
                <a:lnTo>
                  <a:pt x="482" y="393"/>
                </a:lnTo>
                <a:lnTo>
                  <a:pt x="482" y="393"/>
                </a:lnTo>
                <a:lnTo>
                  <a:pt x="481" y="401"/>
                </a:lnTo>
                <a:lnTo>
                  <a:pt x="478" y="408"/>
                </a:lnTo>
                <a:lnTo>
                  <a:pt x="473" y="414"/>
                </a:lnTo>
                <a:lnTo>
                  <a:pt x="466" y="419"/>
                </a:lnTo>
                <a:lnTo>
                  <a:pt x="466" y="419"/>
                </a:lnTo>
                <a:lnTo>
                  <a:pt x="461" y="423"/>
                </a:lnTo>
                <a:lnTo>
                  <a:pt x="456" y="429"/>
                </a:lnTo>
                <a:lnTo>
                  <a:pt x="453" y="437"/>
                </a:lnTo>
                <a:lnTo>
                  <a:pt x="450" y="447"/>
                </a:lnTo>
                <a:lnTo>
                  <a:pt x="450" y="447"/>
                </a:lnTo>
                <a:lnTo>
                  <a:pt x="450" y="456"/>
                </a:lnTo>
                <a:lnTo>
                  <a:pt x="450" y="466"/>
                </a:lnTo>
                <a:lnTo>
                  <a:pt x="451" y="476"/>
                </a:lnTo>
                <a:lnTo>
                  <a:pt x="452" y="484"/>
                </a:lnTo>
                <a:lnTo>
                  <a:pt x="456" y="498"/>
                </a:lnTo>
                <a:lnTo>
                  <a:pt x="459" y="504"/>
                </a:lnTo>
                <a:lnTo>
                  <a:pt x="461" y="508"/>
                </a:lnTo>
                <a:lnTo>
                  <a:pt x="461" y="508"/>
                </a:lnTo>
                <a:lnTo>
                  <a:pt x="465" y="509"/>
                </a:lnTo>
                <a:lnTo>
                  <a:pt x="469" y="511"/>
                </a:lnTo>
                <a:lnTo>
                  <a:pt x="473" y="514"/>
                </a:lnTo>
                <a:lnTo>
                  <a:pt x="476" y="518"/>
                </a:lnTo>
                <a:lnTo>
                  <a:pt x="478" y="521"/>
                </a:lnTo>
                <a:lnTo>
                  <a:pt x="480" y="526"/>
                </a:lnTo>
                <a:lnTo>
                  <a:pt x="481" y="530"/>
                </a:lnTo>
                <a:lnTo>
                  <a:pt x="482" y="535"/>
                </a:lnTo>
                <a:lnTo>
                  <a:pt x="482" y="535"/>
                </a:lnTo>
                <a:lnTo>
                  <a:pt x="483" y="552"/>
                </a:lnTo>
                <a:lnTo>
                  <a:pt x="485" y="570"/>
                </a:lnTo>
                <a:lnTo>
                  <a:pt x="488" y="585"/>
                </a:lnTo>
                <a:lnTo>
                  <a:pt x="493" y="599"/>
                </a:lnTo>
                <a:lnTo>
                  <a:pt x="498" y="612"/>
                </a:lnTo>
                <a:lnTo>
                  <a:pt x="504" y="624"/>
                </a:lnTo>
                <a:lnTo>
                  <a:pt x="511" y="635"/>
                </a:lnTo>
                <a:lnTo>
                  <a:pt x="517" y="644"/>
                </a:lnTo>
                <a:lnTo>
                  <a:pt x="524" y="653"/>
                </a:lnTo>
                <a:lnTo>
                  <a:pt x="531" y="660"/>
                </a:lnTo>
                <a:lnTo>
                  <a:pt x="542" y="672"/>
                </a:lnTo>
                <a:lnTo>
                  <a:pt x="551" y="679"/>
                </a:lnTo>
                <a:lnTo>
                  <a:pt x="555" y="682"/>
                </a:lnTo>
                <a:lnTo>
                  <a:pt x="555" y="682"/>
                </a:lnTo>
                <a:lnTo>
                  <a:pt x="560" y="686"/>
                </a:lnTo>
                <a:lnTo>
                  <a:pt x="564" y="692"/>
                </a:lnTo>
                <a:lnTo>
                  <a:pt x="566" y="698"/>
                </a:lnTo>
                <a:lnTo>
                  <a:pt x="567" y="705"/>
                </a:lnTo>
                <a:lnTo>
                  <a:pt x="567" y="875"/>
                </a:lnTo>
                <a:lnTo>
                  <a:pt x="567" y="875"/>
                </a:lnTo>
                <a:lnTo>
                  <a:pt x="567" y="880"/>
                </a:lnTo>
                <a:lnTo>
                  <a:pt x="566" y="884"/>
                </a:lnTo>
                <a:lnTo>
                  <a:pt x="564" y="888"/>
                </a:lnTo>
                <a:lnTo>
                  <a:pt x="562" y="891"/>
                </a:lnTo>
                <a:lnTo>
                  <a:pt x="559" y="895"/>
                </a:lnTo>
                <a:lnTo>
                  <a:pt x="556" y="898"/>
                </a:lnTo>
                <a:lnTo>
                  <a:pt x="553" y="900"/>
                </a:lnTo>
                <a:lnTo>
                  <a:pt x="549" y="902"/>
                </a:lnTo>
                <a:lnTo>
                  <a:pt x="549" y="902"/>
                </a:lnTo>
                <a:lnTo>
                  <a:pt x="460" y="934"/>
                </a:lnTo>
                <a:lnTo>
                  <a:pt x="460" y="934"/>
                </a:lnTo>
                <a:lnTo>
                  <a:pt x="397" y="957"/>
                </a:lnTo>
                <a:lnTo>
                  <a:pt x="337" y="981"/>
                </a:lnTo>
                <a:lnTo>
                  <a:pt x="283" y="1002"/>
                </a:lnTo>
                <a:lnTo>
                  <a:pt x="257" y="1013"/>
                </a:lnTo>
                <a:lnTo>
                  <a:pt x="232" y="1024"/>
                </a:lnTo>
                <a:lnTo>
                  <a:pt x="210" y="1035"/>
                </a:lnTo>
                <a:lnTo>
                  <a:pt x="190" y="1046"/>
                </a:lnTo>
                <a:lnTo>
                  <a:pt x="171" y="1057"/>
                </a:lnTo>
                <a:lnTo>
                  <a:pt x="155" y="1069"/>
                </a:lnTo>
                <a:lnTo>
                  <a:pt x="139" y="1080"/>
                </a:lnTo>
                <a:lnTo>
                  <a:pt x="127" y="1091"/>
                </a:lnTo>
                <a:lnTo>
                  <a:pt x="117" y="1103"/>
                </a:lnTo>
                <a:lnTo>
                  <a:pt x="110" y="1115"/>
                </a:lnTo>
                <a:lnTo>
                  <a:pt x="110" y="1115"/>
                </a:lnTo>
                <a:lnTo>
                  <a:pt x="98" y="1142"/>
                </a:lnTo>
                <a:lnTo>
                  <a:pt x="87" y="1170"/>
                </a:lnTo>
                <a:lnTo>
                  <a:pt x="79" y="1196"/>
                </a:lnTo>
                <a:lnTo>
                  <a:pt x="72" y="1222"/>
                </a:lnTo>
                <a:lnTo>
                  <a:pt x="67" y="1245"/>
                </a:lnTo>
                <a:lnTo>
                  <a:pt x="63" y="1268"/>
                </a:lnTo>
                <a:lnTo>
                  <a:pt x="60" y="1287"/>
                </a:lnTo>
                <a:lnTo>
                  <a:pt x="59" y="1304"/>
                </a:lnTo>
                <a:lnTo>
                  <a:pt x="59" y="130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08" name="Group 107">
            <a:extLst>
              <a:ext uri="{FF2B5EF4-FFF2-40B4-BE49-F238E27FC236}">
                <a16:creationId xmlns:a16="http://schemas.microsoft.com/office/drawing/2014/main" id="{A9D01D7F-84EB-4BF9-8F6D-A9C4D2392F73}"/>
              </a:ext>
            </a:extLst>
          </p:cNvPr>
          <p:cNvGrpSpPr/>
          <p:nvPr/>
        </p:nvGrpSpPr>
        <p:grpSpPr>
          <a:xfrm>
            <a:off x="7720243" y="4382912"/>
            <a:ext cx="236157" cy="297821"/>
            <a:chOff x="3425825" y="2528889"/>
            <a:chExt cx="285750" cy="360363"/>
          </a:xfrm>
          <a:solidFill>
            <a:schemeClr val="tx2"/>
          </a:solidFill>
        </p:grpSpPr>
        <p:sp>
          <p:nvSpPr>
            <p:cNvPr id="109" name="Freeform 17">
              <a:extLst>
                <a:ext uri="{FF2B5EF4-FFF2-40B4-BE49-F238E27FC236}">
                  <a16:creationId xmlns:a16="http://schemas.microsoft.com/office/drawing/2014/main" id="{7EA1722D-ADB6-4C76-804F-4E6D95B79AFD}"/>
                </a:ext>
              </a:extLst>
            </p:cNvPr>
            <p:cNvSpPr>
              <a:spLocks noEditPoints="1"/>
            </p:cNvSpPr>
            <p:nvPr/>
          </p:nvSpPr>
          <p:spPr bwMode="auto">
            <a:xfrm>
              <a:off x="3425825" y="2649539"/>
              <a:ext cx="165100" cy="239713"/>
            </a:xfrm>
            <a:custGeom>
              <a:avLst/>
              <a:gdLst>
                <a:gd name="T0" fmla="*/ 695 w 728"/>
                <a:gd name="T1" fmla="*/ 1059 h 1059"/>
                <a:gd name="T2" fmla="*/ 34 w 728"/>
                <a:gd name="T3" fmla="*/ 1059 h 1059"/>
                <a:gd name="T4" fmla="*/ 34 w 728"/>
                <a:gd name="T5" fmla="*/ 1059 h 1059"/>
                <a:gd name="T6" fmla="*/ 27 w 728"/>
                <a:gd name="T7" fmla="*/ 1058 h 1059"/>
                <a:gd name="T8" fmla="*/ 21 w 728"/>
                <a:gd name="T9" fmla="*/ 1056 h 1059"/>
                <a:gd name="T10" fmla="*/ 15 w 728"/>
                <a:gd name="T11" fmla="*/ 1053 h 1059"/>
                <a:gd name="T12" fmla="*/ 10 w 728"/>
                <a:gd name="T13" fmla="*/ 1049 h 1059"/>
                <a:gd name="T14" fmla="*/ 6 w 728"/>
                <a:gd name="T15" fmla="*/ 1044 h 1059"/>
                <a:gd name="T16" fmla="*/ 4 w 728"/>
                <a:gd name="T17" fmla="*/ 1038 h 1059"/>
                <a:gd name="T18" fmla="*/ 1 w 728"/>
                <a:gd name="T19" fmla="*/ 1032 h 1059"/>
                <a:gd name="T20" fmla="*/ 0 w 728"/>
                <a:gd name="T21" fmla="*/ 1026 h 1059"/>
                <a:gd name="T22" fmla="*/ 0 w 728"/>
                <a:gd name="T23" fmla="*/ 33 h 1059"/>
                <a:gd name="T24" fmla="*/ 0 w 728"/>
                <a:gd name="T25" fmla="*/ 33 h 1059"/>
                <a:gd name="T26" fmla="*/ 1 w 728"/>
                <a:gd name="T27" fmla="*/ 27 h 1059"/>
                <a:gd name="T28" fmla="*/ 4 w 728"/>
                <a:gd name="T29" fmla="*/ 21 h 1059"/>
                <a:gd name="T30" fmla="*/ 6 w 728"/>
                <a:gd name="T31" fmla="*/ 15 h 1059"/>
                <a:gd name="T32" fmla="*/ 10 w 728"/>
                <a:gd name="T33" fmla="*/ 10 h 1059"/>
                <a:gd name="T34" fmla="*/ 15 w 728"/>
                <a:gd name="T35" fmla="*/ 6 h 1059"/>
                <a:gd name="T36" fmla="*/ 21 w 728"/>
                <a:gd name="T37" fmla="*/ 3 h 1059"/>
                <a:gd name="T38" fmla="*/ 27 w 728"/>
                <a:gd name="T39" fmla="*/ 1 h 1059"/>
                <a:gd name="T40" fmla="*/ 34 w 728"/>
                <a:gd name="T41" fmla="*/ 0 h 1059"/>
                <a:gd name="T42" fmla="*/ 695 w 728"/>
                <a:gd name="T43" fmla="*/ 0 h 1059"/>
                <a:gd name="T44" fmla="*/ 695 w 728"/>
                <a:gd name="T45" fmla="*/ 0 h 1059"/>
                <a:gd name="T46" fmla="*/ 701 w 728"/>
                <a:gd name="T47" fmla="*/ 1 h 1059"/>
                <a:gd name="T48" fmla="*/ 707 w 728"/>
                <a:gd name="T49" fmla="*/ 3 h 1059"/>
                <a:gd name="T50" fmla="*/ 713 w 728"/>
                <a:gd name="T51" fmla="*/ 6 h 1059"/>
                <a:gd name="T52" fmla="*/ 719 w 728"/>
                <a:gd name="T53" fmla="*/ 10 h 1059"/>
                <a:gd name="T54" fmla="*/ 723 w 728"/>
                <a:gd name="T55" fmla="*/ 15 h 1059"/>
                <a:gd name="T56" fmla="*/ 725 w 728"/>
                <a:gd name="T57" fmla="*/ 21 h 1059"/>
                <a:gd name="T58" fmla="*/ 727 w 728"/>
                <a:gd name="T59" fmla="*/ 27 h 1059"/>
                <a:gd name="T60" fmla="*/ 728 w 728"/>
                <a:gd name="T61" fmla="*/ 33 h 1059"/>
                <a:gd name="T62" fmla="*/ 728 w 728"/>
                <a:gd name="T63" fmla="*/ 1026 h 1059"/>
                <a:gd name="T64" fmla="*/ 728 w 728"/>
                <a:gd name="T65" fmla="*/ 1026 h 1059"/>
                <a:gd name="T66" fmla="*/ 727 w 728"/>
                <a:gd name="T67" fmla="*/ 1032 h 1059"/>
                <a:gd name="T68" fmla="*/ 725 w 728"/>
                <a:gd name="T69" fmla="*/ 1038 h 1059"/>
                <a:gd name="T70" fmla="*/ 723 w 728"/>
                <a:gd name="T71" fmla="*/ 1044 h 1059"/>
                <a:gd name="T72" fmla="*/ 719 w 728"/>
                <a:gd name="T73" fmla="*/ 1049 h 1059"/>
                <a:gd name="T74" fmla="*/ 713 w 728"/>
                <a:gd name="T75" fmla="*/ 1053 h 1059"/>
                <a:gd name="T76" fmla="*/ 707 w 728"/>
                <a:gd name="T77" fmla="*/ 1056 h 1059"/>
                <a:gd name="T78" fmla="*/ 701 w 728"/>
                <a:gd name="T79" fmla="*/ 1058 h 1059"/>
                <a:gd name="T80" fmla="*/ 695 w 728"/>
                <a:gd name="T81" fmla="*/ 1059 h 1059"/>
                <a:gd name="T82" fmla="*/ 695 w 728"/>
                <a:gd name="T83" fmla="*/ 1059 h 1059"/>
                <a:gd name="T84" fmla="*/ 67 w 728"/>
                <a:gd name="T85" fmla="*/ 993 h 1059"/>
                <a:gd name="T86" fmla="*/ 662 w 728"/>
                <a:gd name="T87" fmla="*/ 993 h 1059"/>
                <a:gd name="T88" fmla="*/ 662 w 728"/>
                <a:gd name="T89" fmla="*/ 66 h 1059"/>
                <a:gd name="T90" fmla="*/ 67 w 728"/>
                <a:gd name="T91" fmla="*/ 66 h 1059"/>
                <a:gd name="T92" fmla="*/ 67 w 728"/>
                <a:gd name="T93" fmla="*/ 993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8" h="1059">
                  <a:moveTo>
                    <a:pt x="695" y="1059"/>
                  </a:moveTo>
                  <a:lnTo>
                    <a:pt x="34" y="1059"/>
                  </a:lnTo>
                  <a:lnTo>
                    <a:pt x="34" y="1059"/>
                  </a:lnTo>
                  <a:lnTo>
                    <a:pt x="27" y="1058"/>
                  </a:lnTo>
                  <a:lnTo>
                    <a:pt x="21" y="1056"/>
                  </a:lnTo>
                  <a:lnTo>
                    <a:pt x="15" y="1053"/>
                  </a:lnTo>
                  <a:lnTo>
                    <a:pt x="10" y="1049"/>
                  </a:lnTo>
                  <a:lnTo>
                    <a:pt x="6" y="1044"/>
                  </a:lnTo>
                  <a:lnTo>
                    <a:pt x="4" y="1038"/>
                  </a:lnTo>
                  <a:lnTo>
                    <a:pt x="1" y="1032"/>
                  </a:lnTo>
                  <a:lnTo>
                    <a:pt x="0" y="1026"/>
                  </a:lnTo>
                  <a:lnTo>
                    <a:pt x="0" y="33"/>
                  </a:lnTo>
                  <a:lnTo>
                    <a:pt x="0" y="33"/>
                  </a:lnTo>
                  <a:lnTo>
                    <a:pt x="1" y="27"/>
                  </a:lnTo>
                  <a:lnTo>
                    <a:pt x="4" y="21"/>
                  </a:lnTo>
                  <a:lnTo>
                    <a:pt x="6" y="15"/>
                  </a:lnTo>
                  <a:lnTo>
                    <a:pt x="10" y="10"/>
                  </a:lnTo>
                  <a:lnTo>
                    <a:pt x="15" y="6"/>
                  </a:lnTo>
                  <a:lnTo>
                    <a:pt x="21" y="3"/>
                  </a:lnTo>
                  <a:lnTo>
                    <a:pt x="27" y="1"/>
                  </a:lnTo>
                  <a:lnTo>
                    <a:pt x="34" y="0"/>
                  </a:lnTo>
                  <a:lnTo>
                    <a:pt x="695" y="0"/>
                  </a:lnTo>
                  <a:lnTo>
                    <a:pt x="695" y="0"/>
                  </a:lnTo>
                  <a:lnTo>
                    <a:pt x="701" y="1"/>
                  </a:lnTo>
                  <a:lnTo>
                    <a:pt x="707" y="3"/>
                  </a:lnTo>
                  <a:lnTo>
                    <a:pt x="713" y="6"/>
                  </a:lnTo>
                  <a:lnTo>
                    <a:pt x="719" y="10"/>
                  </a:lnTo>
                  <a:lnTo>
                    <a:pt x="723" y="15"/>
                  </a:lnTo>
                  <a:lnTo>
                    <a:pt x="725" y="21"/>
                  </a:lnTo>
                  <a:lnTo>
                    <a:pt x="727" y="27"/>
                  </a:lnTo>
                  <a:lnTo>
                    <a:pt x="728" y="33"/>
                  </a:lnTo>
                  <a:lnTo>
                    <a:pt x="728" y="1026"/>
                  </a:lnTo>
                  <a:lnTo>
                    <a:pt x="728" y="1026"/>
                  </a:lnTo>
                  <a:lnTo>
                    <a:pt x="727" y="1032"/>
                  </a:lnTo>
                  <a:lnTo>
                    <a:pt x="725" y="1038"/>
                  </a:lnTo>
                  <a:lnTo>
                    <a:pt x="723" y="1044"/>
                  </a:lnTo>
                  <a:lnTo>
                    <a:pt x="719" y="1049"/>
                  </a:lnTo>
                  <a:lnTo>
                    <a:pt x="713" y="1053"/>
                  </a:lnTo>
                  <a:lnTo>
                    <a:pt x="707" y="1056"/>
                  </a:lnTo>
                  <a:lnTo>
                    <a:pt x="701" y="1058"/>
                  </a:lnTo>
                  <a:lnTo>
                    <a:pt x="695" y="1059"/>
                  </a:lnTo>
                  <a:lnTo>
                    <a:pt x="695" y="1059"/>
                  </a:lnTo>
                  <a:close/>
                  <a:moveTo>
                    <a:pt x="67" y="993"/>
                  </a:moveTo>
                  <a:lnTo>
                    <a:pt x="662" y="993"/>
                  </a:lnTo>
                  <a:lnTo>
                    <a:pt x="662" y="66"/>
                  </a:lnTo>
                  <a:lnTo>
                    <a:pt x="67" y="66"/>
                  </a:lnTo>
                  <a:lnTo>
                    <a:pt x="67" y="9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8">
              <a:extLst>
                <a:ext uri="{FF2B5EF4-FFF2-40B4-BE49-F238E27FC236}">
                  <a16:creationId xmlns:a16="http://schemas.microsoft.com/office/drawing/2014/main" id="{990E2EB6-149F-4542-A0C9-0DD495BF54F7}"/>
                </a:ext>
              </a:extLst>
            </p:cNvPr>
            <p:cNvSpPr>
              <a:spLocks noEditPoints="1"/>
            </p:cNvSpPr>
            <p:nvPr/>
          </p:nvSpPr>
          <p:spPr bwMode="auto">
            <a:xfrm>
              <a:off x="3546475" y="2528889"/>
              <a:ext cx="165100" cy="360363"/>
            </a:xfrm>
            <a:custGeom>
              <a:avLst/>
              <a:gdLst>
                <a:gd name="T0" fmla="*/ 166 w 728"/>
                <a:gd name="T1" fmla="*/ 1588 h 1588"/>
                <a:gd name="T2" fmla="*/ 160 w 728"/>
                <a:gd name="T3" fmla="*/ 1587 h 1588"/>
                <a:gd name="T4" fmla="*/ 147 w 728"/>
                <a:gd name="T5" fmla="*/ 1582 h 1588"/>
                <a:gd name="T6" fmla="*/ 139 w 728"/>
                <a:gd name="T7" fmla="*/ 1573 h 1588"/>
                <a:gd name="T8" fmla="*/ 134 w 728"/>
                <a:gd name="T9" fmla="*/ 1561 h 1588"/>
                <a:gd name="T10" fmla="*/ 133 w 728"/>
                <a:gd name="T11" fmla="*/ 595 h 1588"/>
                <a:gd name="T12" fmla="*/ 33 w 728"/>
                <a:gd name="T13" fmla="*/ 595 h 1588"/>
                <a:gd name="T14" fmla="*/ 21 w 728"/>
                <a:gd name="T15" fmla="*/ 593 h 1588"/>
                <a:gd name="T16" fmla="*/ 11 w 728"/>
                <a:gd name="T17" fmla="*/ 586 h 1588"/>
                <a:gd name="T18" fmla="*/ 3 w 728"/>
                <a:gd name="T19" fmla="*/ 575 h 1588"/>
                <a:gd name="T20" fmla="*/ 0 w 728"/>
                <a:gd name="T21" fmla="*/ 562 h 1588"/>
                <a:gd name="T22" fmla="*/ 0 w 728"/>
                <a:gd name="T23" fmla="*/ 33 h 1588"/>
                <a:gd name="T24" fmla="*/ 3 w 728"/>
                <a:gd name="T25" fmla="*/ 21 h 1588"/>
                <a:gd name="T26" fmla="*/ 11 w 728"/>
                <a:gd name="T27" fmla="*/ 10 h 1588"/>
                <a:gd name="T28" fmla="*/ 21 w 728"/>
                <a:gd name="T29" fmla="*/ 3 h 1588"/>
                <a:gd name="T30" fmla="*/ 33 w 728"/>
                <a:gd name="T31" fmla="*/ 0 h 1588"/>
                <a:gd name="T32" fmla="*/ 695 w 728"/>
                <a:gd name="T33" fmla="*/ 0 h 1588"/>
                <a:gd name="T34" fmla="*/ 708 w 728"/>
                <a:gd name="T35" fmla="*/ 3 h 1588"/>
                <a:gd name="T36" fmla="*/ 718 w 728"/>
                <a:gd name="T37" fmla="*/ 10 h 1588"/>
                <a:gd name="T38" fmla="*/ 726 w 728"/>
                <a:gd name="T39" fmla="*/ 21 h 1588"/>
                <a:gd name="T40" fmla="*/ 728 w 728"/>
                <a:gd name="T41" fmla="*/ 33 h 1588"/>
                <a:gd name="T42" fmla="*/ 728 w 728"/>
                <a:gd name="T43" fmla="*/ 1555 h 1588"/>
                <a:gd name="T44" fmla="*/ 726 w 728"/>
                <a:gd name="T45" fmla="*/ 1567 h 1588"/>
                <a:gd name="T46" fmla="*/ 718 w 728"/>
                <a:gd name="T47" fmla="*/ 1578 h 1588"/>
                <a:gd name="T48" fmla="*/ 708 w 728"/>
                <a:gd name="T49" fmla="*/ 1585 h 1588"/>
                <a:gd name="T50" fmla="*/ 695 w 728"/>
                <a:gd name="T51" fmla="*/ 1588 h 1588"/>
                <a:gd name="T52" fmla="*/ 199 w 728"/>
                <a:gd name="T53" fmla="*/ 1522 h 1588"/>
                <a:gd name="T54" fmla="*/ 661 w 728"/>
                <a:gd name="T55" fmla="*/ 66 h 1588"/>
                <a:gd name="T56" fmla="*/ 66 w 728"/>
                <a:gd name="T57" fmla="*/ 529 h 1588"/>
                <a:gd name="T58" fmla="*/ 166 w 728"/>
                <a:gd name="T59" fmla="*/ 529 h 1588"/>
                <a:gd name="T60" fmla="*/ 178 w 728"/>
                <a:gd name="T61" fmla="*/ 532 h 1588"/>
                <a:gd name="T62" fmla="*/ 190 w 728"/>
                <a:gd name="T63" fmla="*/ 539 h 1588"/>
                <a:gd name="T64" fmla="*/ 196 w 728"/>
                <a:gd name="T65" fmla="*/ 550 h 1588"/>
                <a:gd name="T66" fmla="*/ 199 w 728"/>
                <a:gd name="T67" fmla="*/ 562 h 1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8" h="1588">
                  <a:moveTo>
                    <a:pt x="695" y="1588"/>
                  </a:moveTo>
                  <a:lnTo>
                    <a:pt x="166" y="1588"/>
                  </a:lnTo>
                  <a:lnTo>
                    <a:pt x="166" y="1588"/>
                  </a:lnTo>
                  <a:lnTo>
                    <a:pt x="160" y="1587"/>
                  </a:lnTo>
                  <a:lnTo>
                    <a:pt x="153" y="1585"/>
                  </a:lnTo>
                  <a:lnTo>
                    <a:pt x="147" y="1582"/>
                  </a:lnTo>
                  <a:lnTo>
                    <a:pt x="142" y="1578"/>
                  </a:lnTo>
                  <a:lnTo>
                    <a:pt x="139" y="1573"/>
                  </a:lnTo>
                  <a:lnTo>
                    <a:pt x="136" y="1567"/>
                  </a:lnTo>
                  <a:lnTo>
                    <a:pt x="134" y="1561"/>
                  </a:lnTo>
                  <a:lnTo>
                    <a:pt x="133" y="1555"/>
                  </a:lnTo>
                  <a:lnTo>
                    <a:pt x="133" y="595"/>
                  </a:lnTo>
                  <a:lnTo>
                    <a:pt x="33" y="595"/>
                  </a:lnTo>
                  <a:lnTo>
                    <a:pt x="33" y="595"/>
                  </a:lnTo>
                  <a:lnTo>
                    <a:pt x="27" y="595"/>
                  </a:lnTo>
                  <a:lnTo>
                    <a:pt x="21" y="593"/>
                  </a:lnTo>
                  <a:lnTo>
                    <a:pt x="15" y="590"/>
                  </a:lnTo>
                  <a:lnTo>
                    <a:pt x="11" y="586"/>
                  </a:lnTo>
                  <a:lnTo>
                    <a:pt x="6" y="581"/>
                  </a:lnTo>
                  <a:lnTo>
                    <a:pt x="3" y="575"/>
                  </a:lnTo>
                  <a:lnTo>
                    <a:pt x="1" y="569"/>
                  </a:lnTo>
                  <a:lnTo>
                    <a:pt x="0" y="562"/>
                  </a:lnTo>
                  <a:lnTo>
                    <a:pt x="0" y="33"/>
                  </a:lnTo>
                  <a:lnTo>
                    <a:pt x="0" y="33"/>
                  </a:lnTo>
                  <a:lnTo>
                    <a:pt x="1" y="27"/>
                  </a:lnTo>
                  <a:lnTo>
                    <a:pt x="3" y="21"/>
                  </a:lnTo>
                  <a:lnTo>
                    <a:pt x="6" y="14"/>
                  </a:lnTo>
                  <a:lnTo>
                    <a:pt x="11" y="10"/>
                  </a:lnTo>
                  <a:lnTo>
                    <a:pt x="15" y="6"/>
                  </a:lnTo>
                  <a:lnTo>
                    <a:pt x="21" y="3"/>
                  </a:lnTo>
                  <a:lnTo>
                    <a:pt x="27" y="1"/>
                  </a:lnTo>
                  <a:lnTo>
                    <a:pt x="33" y="0"/>
                  </a:lnTo>
                  <a:lnTo>
                    <a:pt x="695" y="0"/>
                  </a:lnTo>
                  <a:lnTo>
                    <a:pt x="695" y="0"/>
                  </a:lnTo>
                  <a:lnTo>
                    <a:pt x="702" y="1"/>
                  </a:lnTo>
                  <a:lnTo>
                    <a:pt x="708" y="3"/>
                  </a:lnTo>
                  <a:lnTo>
                    <a:pt x="713" y="6"/>
                  </a:lnTo>
                  <a:lnTo>
                    <a:pt x="718" y="10"/>
                  </a:lnTo>
                  <a:lnTo>
                    <a:pt x="723" y="14"/>
                  </a:lnTo>
                  <a:lnTo>
                    <a:pt x="726" y="21"/>
                  </a:lnTo>
                  <a:lnTo>
                    <a:pt x="728" y="27"/>
                  </a:lnTo>
                  <a:lnTo>
                    <a:pt x="728" y="33"/>
                  </a:lnTo>
                  <a:lnTo>
                    <a:pt x="728" y="1555"/>
                  </a:lnTo>
                  <a:lnTo>
                    <a:pt x="728" y="1555"/>
                  </a:lnTo>
                  <a:lnTo>
                    <a:pt x="728" y="1561"/>
                  </a:lnTo>
                  <a:lnTo>
                    <a:pt x="726" y="1567"/>
                  </a:lnTo>
                  <a:lnTo>
                    <a:pt x="723" y="1573"/>
                  </a:lnTo>
                  <a:lnTo>
                    <a:pt x="718" y="1578"/>
                  </a:lnTo>
                  <a:lnTo>
                    <a:pt x="713" y="1582"/>
                  </a:lnTo>
                  <a:lnTo>
                    <a:pt x="708" y="1585"/>
                  </a:lnTo>
                  <a:lnTo>
                    <a:pt x="702" y="1587"/>
                  </a:lnTo>
                  <a:lnTo>
                    <a:pt x="695" y="1588"/>
                  </a:lnTo>
                  <a:lnTo>
                    <a:pt x="695" y="1588"/>
                  </a:lnTo>
                  <a:close/>
                  <a:moveTo>
                    <a:pt x="199" y="1522"/>
                  </a:moveTo>
                  <a:lnTo>
                    <a:pt x="661" y="1522"/>
                  </a:lnTo>
                  <a:lnTo>
                    <a:pt x="661" y="66"/>
                  </a:lnTo>
                  <a:lnTo>
                    <a:pt x="66" y="66"/>
                  </a:lnTo>
                  <a:lnTo>
                    <a:pt x="66" y="529"/>
                  </a:lnTo>
                  <a:lnTo>
                    <a:pt x="166" y="529"/>
                  </a:lnTo>
                  <a:lnTo>
                    <a:pt x="166" y="529"/>
                  </a:lnTo>
                  <a:lnTo>
                    <a:pt x="172" y="530"/>
                  </a:lnTo>
                  <a:lnTo>
                    <a:pt x="178" y="532"/>
                  </a:lnTo>
                  <a:lnTo>
                    <a:pt x="184" y="535"/>
                  </a:lnTo>
                  <a:lnTo>
                    <a:pt x="190" y="539"/>
                  </a:lnTo>
                  <a:lnTo>
                    <a:pt x="194" y="544"/>
                  </a:lnTo>
                  <a:lnTo>
                    <a:pt x="196" y="550"/>
                  </a:lnTo>
                  <a:lnTo>
                    <a:pt x="198" y="556"/>
                  </a:lnTo>
                  <a:lnTo>
                    <a:pt x="199" y="562"/>
                  </a:lnTo>
                  <a:lnTo>
                    <a:pt x="199" y="15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9">
              <a:extLst>
                <a:ext uri="{FF2B5EF4-FFF2-40B4-BE49-F238E27FC236}">
                  <a16:creationId xmlns:a16="http://schemas.microsoft.com/office/drawing/2014/main" id="{D1281B19-6633-4F6A-B4B5-21F107BBCA6B}"/>
                </a:ext>
              </a:extLst>
            </p:cNvPr>
            <p:cNvSpPr>
              <a:spLocks noEditPoints="1"/>
            </p:cNvSpPr>
            <p:nvPr/>
          </p:nvSpPr>
          <p:spPr bwMode="auto">
            <a:xfrm>
              <a:off x="3621088" y="2828926"/>
              <a:ext cx="60325" cy="60325"/>
            </a:xfrm>
            <a:custGeom>
              <a:avLst/>
              <a:gdLst>
                <a:gd name="T0" fmla="*/ 231 w 264"/>
                <a:gd name="T1" fmla="*/ 265 h 265"/>
                <a:gd name="T2" fmla="*/ 33 w 264"/>
                <a:gd name="T3" fmla="*/ 265 h 265"/>
                <a:gd name="T4" fmla="*/ 33 w 264"/>
                <a:gd name="T5" fmla="*/ 265 h 265"/>
                <a:gd name="T6" fmla="*/ 26 w 264"/>
                <a:gd name="T7" fmla="*/ 264 h 265"/>
                <a:gd name="T8" fmla="*/ 20 w 264"/>
                <a:gd name="T9" fmla="*/ 262 h 265"/>
                <a:gd name="T10" fmla="*/ 15 w 264"/>
                <a:gd name="T11" fmla="*/ 259 h 265"/>
                <a:gd name="T12" fmla="*/ 10 w 264"/>
                <a:gd name="T13" fmla="*/ 255 h 265"/>
                <a:gd name="T14" fmla="*/ 6 w 264"/>
                <a:gd name="T15" fmla="*/ 250 h 265"/>
                <a:gd name="T16" fmla="*/ 2 w 264"/>
                <a:gd name="T17" fmla="*/ 244 h 265"/>
                <a:gd name="T18" fmla="*/ 0 w 264"/>
                <a:gd name="T19" fmla="*/ 238 h 265"/>
                <a:gd name="T20" fmla="*/ 0 w 264"/>
                <a:gd name="T21" fmla="*/ 232 h 265"/>
                <a:gd name="T22" fmla="*/ 0 w 264"/>
                <a:gd name="T23" fmla="*/ 33 h 265"/>
                <a:gd name="T24" fmla="*/ 0 w 264"/>
                <a:gd name="T25" fmla="*/ 33 h 265"/>
                <a:gd name="T26" fmla="*/ 0 w 264"/>
                <a:gd name="T27" fmla="*/ 27 h 265"/>
                <a:gd name="T28" fmla="*/ 2 w 264"/>
                <a:gd name="T29" fmla="*/ 21 h 265"/>
                <a:gd name="T30" fmla="*/ 6 w 264"/>
                <a:gd name="T31" fmla="*/ 14 h 265"/>
                <a:gd name="T32" fmla="*/ 10 w 264"/>
                <a:gd name="T33" fmla="*/ 10 h 265"/>
                <a:gd name="T34" fmla="*/ 15 w 264"/>
                <a:gd name="T35" fmla="*/ 6 h 265"/>
                <a:gd name="T36" fmla="*/ 20 w 264"/>
                <a:gd name="T37" fmla="*/ 3 h 265"/>
                <a:gd name="T38" fmla="*/ 26 w 264"/>
                <a:gd name="T39" fmla="*/ 1 h 265"/>
                <a:gd name="T40" fmla="*/ 33 w 264"/>
                <a:gd name="T41" fmla="*/ 0 h 265"/>
                <a:gd name="T42" fmla="*/ 231 w 264"/>
                <a:gd name="T43" fmla="*/ 0 h 265"/>
                <a:gd name="T44" fmla="*/ 231 w 264"/>
                <a:gd name="T45" fmla="*/ 0 h 265"/>
                <a:gd name="T46" fmla="*/ 238 w 264"/>
                <a:gd name="T47" fmla="*/ 1 h 265"/>
                <a:gd name="T48" fmla="*/ 245 w 264"/>
                <a:gd name="T49" fmla="*/ 3 h 265"/>
                <a:gd name="T50" fmla="*/ 250 w 264"/>
                <a:gd name="T51" fmla="*/ 6 h 265"/>
                <a:gd name="T52" fmla="*/ 255 w 264"/>
                <a:gd name="T53" fmla="*/ 10 h 265"/>
                <a:gd name="T54" fmla="*/ 259 w 264"/>
                <a:gd name="T55" fmla="*/ 14 h 265"/>
                <a:gd name="T56" fmla="*/ 262 w 264"/>
                <a:gd name="T57" fmla="*/ 21 h 265"/>
                <a:gd name="T58" fmla="*/ 264 w 264"/>
                <a:gd name="T59" fmla="*/ 27 h 265"/>
                <a:gd name="T60" fmla="*/ 264 w 264"/>
                <a:gd name="T61" fmla="*/ 33 h 265"/>
                <a:gd name="T62" fmla="*/ 264 w 264"/>
                <a:gd name="T63" fmla="*/ 232 h 265"/>
                <a:gd name="T64" fmla="*/ 264 w 264"/>
                <a:gd name="T65" fmla="*/ 232 h 265"/>
                <a:gd name="T66" fmla="*/ 264 w 264"/>
                <a:gd name="T67" fmla="*/ 238 h 265"/>
                <a:gd name="T68" fmla="*/ 262 w 264"/>
                <a:gd name="T69" fmla="*/ 244 h 265"/>
                <a:gd name="T70" fmla="*/ 259 w 264"/>
                <a:gd name="T71" fmla="*/ 250 h 265"/>
                <a:gd name="T72" fmla="*/ 255 w 264"/>
                <a:gd name="T73" fmla="*/ 255 h 265"/>
                <a:gd name="T74" fmla="*/ 250 w 264"/>
                <a:gd name="T75" fmla="*/ 259 h 265"/>
                <a:gd name="T76" fmla="*/ 245 w 264"/>
                <a:gd name="T77" fmla="*/ 262 h 265"/>
                <a:gd name="T78" fmla="*/ 238 w 264"/>
                <a:gd name="T79" fmla="*/ 264 h 265"/>
                <a:gd name="T80" fmla="*/ 231 w 264"/>
                <a:gd name="T81" fmla="*/ 265 h 265"/>
                <a:gd name="T82" fmla="*/ 231 w 264"/>
                <a:gd name="T83" fmla="*/ 265 h 265"/>
                <a:gd name="T84" fmla="*/ 67 w 264"/>
                <a:gd name="T85" fmla="*/ 199 h 265"/>
                <a:gd name="T86" fmla="*/ 198 w 264"/>
                <a:gd name="T87" fmla="*/ 199 h 265"/>
                <a:gd name="T88" fmla="*/ 198 w 264"/>
                <a:gd name="T89" fmla="*/ 66 h 265"/>
                <a:gd name="T90" fmla="*/ 67 w 264"/>
                <a:gd name="T91" fmla="*/ 66 h 265"/>
                <a:gd name="T92" fmla="*/ 67 w 264"/>
                <a:gd name="T93" fmla="*/ 199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4" h="265">
                  <a:moveTo>
                    <a:pt x="231" y="265"/>
                  </a:moveTo>
                  <a:lnTo>
                    <a:pt x="33" y="265"/>
                  </a:lnTo>
                  <a:lnTo>
                    <a:pt x="33" y="265"/>
                  </a:lnTo>
                  <a:lnTo>
                    <a:pt x="26" y="264"/>
                  </a:lnTo>
                  <a:lnTo>
                    <a:pt x="20" y="262"/>
                  </a:lnTo>
                  <a:lnTo>
                    <a:pt x="15" y="259"/>
                  </a:lnTo>
                  <a:lnTo>
                    <a:pt x="10" y="255"/>
                  </a:lnTo>
                  <a:lnTo>
                    <a:pt x="6" y="250"/>
                  </a:lnTo>
                  <a:lnTo>
                    <a:pt x="2" y="244"/>
                  </a:lnTo>
                  <a:lnTo>
                    <a:pt x="0" y="238"/>
                  </a:lnTo>
                  <a:lnTo>
                    <a:pt x="0" y="232"/>
                  </a:lnTo>
                  <a:lnTo>
                    <a:pt x="0" y="33"/>
                  </a:lnTo>
                  <a:lnTo>
                    <a:pt x="0" y="33"/>
                  </a:lnTo>
                  <a:lnTo>
                    <a:pt x="0" y="27"/>
                  </a:lnTo>
                  <a:lnTo>
                    <a:pt x="2" y="21"/>
                  </a:lnTo>
                  <a:lnTo>
                    <a:pt x="6" y="14"/>
                  </a:lnTo>
                  <a:lnTo>
                    <a:pt x="10" y="10"/>
                  </a:lnTo>
                  <a:lnTo>
                    <a:pt x="15" y="6"/>
                  </a:lnTo>
                  <a:lnTo>
                    <a:pt x="20" y="3"/>
                  </a:lnTo>
                  <a:lnTo>
                    <a:pt x="26" y="1"/>
                  </a:lnTo>
                  <a:lnTo>
                    <a:pt x="33" y="0"/>
                  </a:lnTo>
                  <a:lnTo>
                    <a:pt x="231" y="0"/>
                  </a:lnTo>
                  <a:lnTo>
                    <a:pt x="231" y="0"/>
                  </a:lnTo>
                  <a:lnTo>
                    <a:pt x="238" y="1"/>
                  </a:lnTo>
                  <a:lnTo>
                    <a:pt x="245" y="3"/>
                  </a:lnTo>
                  <a:lnTo>
                    <a:pt x="250" y="6"/>
                  </a:lnTo>
                  <a:lnTo>
                    <a:pt x="255" y="10"/>
                  </a:lnTo>
                  <a:lnTo>
                    <a:pt x="259" y="14"/>
                  </a:lnTo>
                  <a:lnTo>
                    <a:pt x="262" y="21"/>
                  </a:lnTo>
                  <a:lnTo>
                    <a:pt x="264" y="27"/>
                  </a:lnTo>
                  <a:lnTo>
                    <a:pt x="264" y="33"/>
                  </a:lnTo>
                  <a:lnTo>
                    <a:pt x="264" y="232"/>
                  </a:lnTo>
                  <a:lnTo>
                    <a:pt x="264" y="232"/>
                  </a:lnTo>
                  <a:lnTo>
                    <a:pt x="264" y="238"/>
                  </a:lnTo>
                  <a:lnTo>
                    <a:pt x="262" y="244"/>
                  </a:lnTo>
                  <a:lnTo>
                    <a:pt x="259" y="250"/>
                  </a:lnTo>
                  <a:lnTo>
                    <a:pt x="255" y="255"/>
                  </a:lnTo>
                  <a:lnTo>
                    <a:pt x="250" y="259"/>
                  </a:lnTo>
                  <a:lnTo>
                    <a:pt x="245" y="262"/>
                  </a:lnTo>
                  <a:lnTo>
                    <a:pt x="238" y="264"/>
                  </a:lnTo>
                  <a:lnTo>
                    <a:pt x="231" y="265"/>
                  </a:lnTo>
                  <a:lnTo>
                    <a:pt x="231" y="265"/>
                  </a:lnTo>
                  <a:close/>
                  <a:moveTo>
                    <a:pt x="67" y="199"/>
                  </a:moveTo>
                  <a:lnTo>
                    <a:pt x="198" y="199"/>
                  </a:lnTo>
                  <a:lnTo>
                    <a:pt x="198" y="66"/>
                  </a:lnTo>
                  <a:lnTo>
                    <a:pt x="67" y="66"/>
                  </a:lnTo>
                  <a:lnTo>
                    <a:pt x="67"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0">
              <a:extLst>
                <a:ext uri="{FF2B5EF4-FFF2-40B4-BE49-F238E27FC236}">
                  <a16:creationId xmlns:a16="http://schemas.microsoft.com/office/drawing/2014/main" id="{89F47919-24C9-4A3E-9BFD-60DD0C7EC268}"/>
                </a:ext>
              </a:extLst>
            </p:cNvPr>
            <p:cNvSpPr>
              <a:spLocks noEditPoints="1"/>
            </p:cNvSpPr>
            <p:nvPr/>
          </p:nvSpPr>
          <p:spPr bwMode="auto">
            <a:xfrm>
              <a:off x="3455988" y="2828926"/>
              <a:ext cx="60325" cy="60325"/>
            </a:xfrm>
            <a:custGeom>
              <a:avLst/>
              <a:gdLst>
                <a:gd name="T0" fmla="*/ 232 w 264"/>
                <a:gd name="T1" fmla="*/ 265 h 265"/>
                <a:gd name="T2" fmla="*/ 33 w 264"/>
                <a:gd name="T3" fmla="*/ 265 h 265"/>
                <a:gd name="T4" fmla="*/ 33 w 264"/>
                <a:gd name="T5" fmla="*/ 265 h 265"/>
                <a:gd name="T6" fmla="*/ 26 w 264"/>
                <a:gd name="T7" fmla="*/ 264 h 265"/>
                <a:gd name="T8" fmla="*/ 20 w 264"/>
                <a:gd name="T9" fmla="*/ 262 h 265"/>
                <a:gd name="T10" fmla="*/ 14 w 264"/>
                <a:gd name="T11" fmla="*/ 259 h 265"/>
                <a:gd name="T12" fmla="*/ 9 w 264"/>
                <a:gd name="T13" fmla="*/ 255 h 265"/>
                <a:gd name="T14" fmla="*/ 5 w 264"/>
                <a:gd name="T15" fmla="*/ 250 h 265"/>
                <a:gd name="T16" fmla="*/ 2 w 264"/>
                <a:gd name="T17" fmla="*/ 244 h 265"/>
                <a:gd name="T18" fmla="*/ 0 w 264"/>
                <a:gd name="T19" fmla="*/ 238 h 265"/>
                <a:gd name="T20" fmla="*/ 0 w 264"/>
                <a:gd name="T21" fmla="*/ 232 h 265"/>
                <a:gd name="T22" fmla="*/ 0 w 264"/>
                <a:gd name="T23" fmla="*/ 33 h 265"/>
                <a:gd name="T24" fmla="*/ 0 w 264"/>
                <a:gd name="T25" fmla="*/ 33 h 265"/>
                <a:gd name="T26" fmla="*/ 0 w 264"/>
                <a:gd name="T27" fmla="*/ 27 h 265"/>
                <a:gd name="T28" fmla="*/ 2 w 264"/>
                <a:gd name="T29" fmla="*/ 21 h 265"/>
                <a:gd name="T30" fmla="*/ 5 w 264"/>
                <a:gd name="T31" fmla="*/ 14 h 265"/>
                <a:gd name="T32" fmla="*/ 9 w 264"/>
                <a:gd name="T33" fmla="*/ 10 h 265"/>
                <a:gd name="T34" fmla="*/ 14 w 264"/>
                <a:gd name="T35" fmla="*/ 6 h 265"/>
                <a:gd name="T36" fmla="*/ 20 w 264"/>
                <a:gd name="T37" fmla="*/ 3 h 265"/>
                <a:gd name="T38" fmla="*/ 26 w 264"/>
                <a:gd name="T39" fmla="*/ 1 h 265"/>
                <a:gd name="T40" fmla="*/ 33 w 264"/>
                <a:gd name="T41" fmla="*/ 0 h 265"/>
                <a:gd name="T42" fmla="*/ 232 w 264"/>
                <a:gd name="T43" fmla="*/ 0 h 265"/>
                <a:gd name="T44" fmla="*/ 232 w 264"/>
                <a:gd name="T45" fmla="*/ 0 h 265"/>
                <a:gd name="T46" fmla="*/ 238 w 264"/>
                <a:gd name="T47" fmla="*/ 1 h 265"/>
                <a:gd name="T48" fmla="*/ 244 w 264"/>
                <a:gd name="T49" fmla="*/ 3 h 265"/>
                <a:gd name="T50" fmla="*/ 249 w 264"/>
                <a:gd name="T51" fmla="*/ 6 h 265"/>
                <a:gd name="T52" fmla="*/ 254 w 264"/>
                <a:gd name="T53" fmla="*/ 10 h 265"/>
                <a:gd name="T54" fmla="*/ 259 w 264"/>
                <a:gd name="T55" fmla="*/ 14 h 265"/>
                <a:gd name="T56" fmla="*/ 262 w 264"/>
                <a:gd name="T57" fmla="*/ 21 h 265"/>
                <a:gd name="T58" fmla="*/ 264 w 264"/>
                <a:gd name="T59" fmla="*/ 27 h 265"/>
                <a:gd name="T60" fmla="*/ 264 w 264"/>
                <a:gd name="T61" fmla="*/ 33 h 265"/>
                <a:gd name="T62" fmla="*/ 264 w 264"/>
                <a:gd name="T63" fmla="*/ 232 h 265"/>
                <a:gd name="T64" fmla="*/ 264 w 264"/>
                <a:gd name="T65" fmla="*/ 232 h 265"/>
                <a:gd name="T66" fmla="*/ 264 w 264"/>
                <a:gd name="T67" fmla="*/ 238 h 265"/>
                <a:gd name="T68" fmla="*/ 262 w 264"/>
                <a:gd name="T69" fmla="*/ 244 h 265"/>
                <a:gd name="T70" fmla="*/ 259 w 264"/>
                <a:gd name="T71" fmla="*/ 250 h 265"/>
                <a:gd name="T72" fmla="*/ 254 w 264"/>
                <a:gd name="T73" fmla="*/ 255 h 265"/>
                <a:gd name="T74" fmla="*/ 249 w 264"/>
                <a:gd name="T75" fmla="*/ 259 h 265"/>
                <a:gd name="T76" fmla="*/ 244 w 264"/>
                <a:gd name="T77" fmla="*/ 262 h 265"/>
                <a:gd name="T78" fmla="*/ 238 w 264"/>
                <a:gd name="T79" fmla="*/ 264 h 265"/>
                <a:gd name="T80" fmla="*/ 232 w 264"/>
                <a:gd name="T81" fmla="*/ 265 h 265"/>
                <a:gd name="T82" fmla="*/ 232 w 264"/>
                <a:gd name="T83" fmla="*/ 265 h 265"/>
                <a:gd name="T84" fmla="*/ 66 w 264"/>
                <a:gd name="T85" fmla="*/ 199 h 265"/>
                <a:gd name="T86" fmla="*/ 199 w 264"/>
                <a:gd name="T87" fmla="*/ 199 h 265"/>
                <a:gd name="T88" fmla="*/ 199 w 264"/>
                <a:gd name="T89" fmla="*/ 66 h 265"/>
                <a:gd name="T90" fmla="*/ 66 w 264"/>
                <a:gd name="T91" fmla="*/ 66 h 265"/>
                <a:gd name="T92" fmla="*/ 66 w 264"/>
                <a:gd name="T93" fmla="*/ 199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4" h="265">
                  <a:moveTo>
                    <a:pt x="232" y="265"/>
                  </a:moveTo>
                  <a:lnTo>
                    <a:pt x="33" y="265"/>
                  </a:lnTo>
                  <a:lnTo>
                    <a:pt x="33" y="265"/>
                  </a:lnTo>
                  <a:lnTo>
                    <a:pt x="26" y="264"/>
                  </a:lnTo>
                  <a:lnTo>
                    <a:pt x="20" y="262"/>
                  </a:lnTo>
                  <a:lnTo>
                    <a:pt x="14" y="259"/>
                  </a:lnTo>
                  <a:lnTo>
                    <a:pt x="9" y="255"/>
                  </a:lnTo>
                  <a:lnTo>
                    <a:pt x="5" y="250"/>
                  </a:lnTo>
                  <a:lnTo>
                    <a:pt x="2" y="244"/>
                  </a:lnTo>
                  <a:lnTo>
                    <a:pt x="0" y="238"/>
                  </a:lnTo>
                  <a:lnTo>
                    <a:pt x="0" y="232"/>
                  </a:lnTo>
                  <a:lnTo>
                    <a:pt x="0" y="33"/>
                  </a:lnTo>
                  <a:lnTo>
                    <a:pt x="0" y="33"/>
                  </a:lnTo>
                  <a:lnTo>
                    <a:pt x="0" y="27"/>
                  </a:lnTo>
                  <a:lnTo>
                    <a:pt x="2" y="21"/>
                  </a:lnTo>
                  <a:lnTo>
                    <a:pt x="5" y="14"/>
                  </a:lnTo>
                  <a:lnTo>
                    <a:pt x="9" y="10"/>
                  </a:lnTo>
                  <a:lnTo>
                    <a:pt x="14" y="6"/>
                  </a:lnTo>
                  <a:lnTo>
                    <a:pt x="20" y="3"/>
                  </a:lnTo>
                  <a:lnTo>
                    <a:pt x="26" y="1"/>
                  </a:lnTo>
                  <a:lnTo>
                    <a:pt x="33" y="0"/>
                  </a:lnTo>
                  <a:lnTo>
                    <a:pt x="232" y="0"/>
                  </a:lnTo>
                  <a:lnTo>
                    <a:pt x="232" y="0"/>
                  </a:lnTo>
                  <a:lnTo>
                    <a:pt x="238" y="1"/>
                  </a:lnTo>
                  <a:lnTo>
                    <a:pt x="244" y="3"/>
                  </a:lnTo>
                  <a:lnTo>
                    <a:pt x="249" y="6"/>
                  </a:lnTo>
                  <a:lnTo>
                    <a:pt x="254" y="10"/>
                  </a:lnTo>
                  <a:lnTo>
                    <a:pt x="259" y="14"/>
                  </a:lnTo>
                  <a:lnTo>
                    <a:pt x="262" y="21"/>
                  </a:lnTo>
                  <a:lnTo>
                    <a:pt x="264" y="27"/>
                  </a:lnTo>
                  <a:lnTo>
                    <a:pt x="264" y="33"/>
                  </a:lnTo>
                  <a:lnTo>
                    <a:pt x="264" y="232"/>
                  </a:lnTo>
                  <a:lnTo>
                    <a:pt x="264" y="232"/>
                  </a:lnTo>
                  <a:lnTo>
                    <a:pt x="264" y="238"/>
                  </a:lnTo>
                  <a:lnTo>
                    <a:pt x="262" y="244"/>
                  </a:lnTo>
                  <a:lnTo>
                    <a:pt x="259" y="250"/>
                  </a:lnTo>
                  <a:lnTo>
                    <a:pt x="254" y="255"/>
                  </a:lnTo>
                  <a:lnTo>
                    <a:pt x="249" y="259"/>
                  </a:lnTo>
                  <a:lnTo>
                    <a:pt x="244" y="262"/>
                  </a:lnTo>
                  <a:lnTo>
                    <a:pt x="238" y="264"/>
                  </a:lnTo>
                  <a:lnTo>
                    <a:pt x="232" y="265"/>
                  </a:lnTo>
                  <a:lnTo>
                    <a:pt x="232" y="265"/>
                  </a:lnTo>
                  <a:close/>
                  <a:moveTo>
                    <a:pt x="66" y="199"/>
                  </a:moveTo>
                  <a:lnTo>
                    <a:pt x="199" y="199"/>
                  </a:lnTo>
                  <a:lnTo>
                    <a:pt x="199" y="66"/>
                  </a:lnTo>
                  <a:lnTo>
                    <a:pt x="66" y="66"/>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1">
              <a:extLst>
                <a:ext uri="{FF2B5EF4-FFF2-40B4-BE49-F238E27FC236}">
                  <a16:creationId xmlns:a16="http://schemas.microsoft.com/office/drawing/2014/main" id="{47E3B253-8E05-4C7D-8CB9-3135DFF1A8B6}"/>
                </a:ext>
              </a:extLst>
            </p:cNvPr>
            <p:cNvSpPr>
              <a:spLocks/>
            </p:cNvSpPr>
            <p:nvPr/>
          </p:nvSpPr>
          <p:spPr bwMode="auto">
            <a:xfrm>
              <a:off x="3425825" y="2679701"/>
              <a:ext cx="76200" cy="14288"/>
            </a:xfrm>
            <a:custGeom>
              <a:avLst/>
              <a:gdLst>
                <a:gd name="T0" fmla="*/ 298 w 332"/>
                <a:gd name="T1" fmla="*/ 67 h 67"/>
                <a:gd name="T2" fmla="*/ 34 w 332"/>
                <a:gd name="T3" fmla="*/ 67 h 67"/>
                <a:gd name="T4" fmla="*/ 34 w 332"/>
                <a:gd name="T5" fmla="*/ 67 h 67"/>
                <a:gd name="T6" fmla="*/ 27 w 332"/>
                <a:gd name="T7" fmla="*/ 67 h 67"/>
                <a:gd name="T8" fmla="*/ 21 w 332"/>
                <a:gd name="T9" fmla="*/ 65 h 67"/>
                <a:gd name="T10" fmla="*/ 15 w 332"/>
                <a:gd name="T11" fmla="*/ 61 h 67"/>
                <a:gd name="T12" fmla="*/ 10 w 332"/>
                <a:gd name="T13" fmla="*/ 57 h 67"/>
                <a:gd name="T14" fmla="*/ 6 w 332"/>
                <a:gd name="T15" fmla="*/ 52 h 67"/>
                <a:gd name="T16" fmla="*/ 4 w 332"/>
                <a:gd name="T17" fmla="*/ 47 h 67"/>
                <a:gd name="T18" fmla="*/ 1 w 332"/>
                <a:gd name="T19" fmla="*/ 41 h 67"/>
                <a:gd name="T20" fmla="*/ 0 w 332"/>
                <a:gd name="T21" fmla="*/ 33 h 67"/>
                <a:gd name="T22" fmla="*/ 0 w 332"/>
                <a:gd name="T23" fmla="*/ 33 h 67"/>
                <a:gd name="T24" fmla="*/ 1 w 332"/>
                <a:gd name="T25" fmla="*/ 27 h 67"/>
                <a:gd name="T26" fmla="*/ 4 w 332"/>
                <a:gd name="T27" fmla="*/ 21 h 67"/>
                <a:gd name="T28" fmla="*/ 6 w 332"/>
                <a:gd name="T29" fmla="*/ 15 h 67"/>
                <a:gd name="T30" fmla="*/ 10 w 332"/>
                <a:gd name="T31" fmla="*/ 11 h 67"/>
                <a:gd name="T32" fmla="*/ 15 w 332"/>
                <a:gd name="T33" fmla="*/ 7 h 67"/>
                <a:gd name="T34" fmla="*/ 21 w 332"/>
                <a:gd name="T35" fmla="*/ 3 h 67"/>
                <a:gd name="T36" fmla="*/ 27 w 332"/>
                <a:gd name="T37" fmla="*/ 1 h 67"/>
                <a:gd name="T38" fmla="*/ 34 w 332"/>
                <a:gd name="T39" fmla="*/ 0 h 67"/>
                <a:gd name="T40" fmla="*/ 298 w 332"/>
                <a:gd name="T41" fmla="*/ 0 h 67"/>
                <a:gd name="T42" fmla="*/ 298 w 332"/>
                <a:gd name="T43" fmla="*/ 0 h 67"/>
                <a:gd name="T44" fmla="*/ 305 w 332"/>
                <a:gd name="T45" fmla="*/ 1 h 67"/>
                <a:gd name="T46" fmla="*/ 311 w 332"/>
                <a:gd name="T47" fmla="*/ 3 h 67"/>
                <a:gd name="T48" fmla="*/ 316 w 332"/>
                <a:gd name="T49" fmla="*/ 7 h 67"/>
                <a:gd name="T50" fmla="*/ 321 w 332"/>
                <a:gd name="T51" fmla="*/ 11 h 67"/>
                <a:gd name="T52" fmla="*/ 325 w 332"/>
                <a:gd name="T53" fmla="*/ 15 h 67"/>
                <a:gd name="T54" fmla="*/ 328 w 332"/>
                <a:gd name="T55" fmla="*/ 21 h 67"/>
                <a:gd name="T56" fmla="*/ 331 w 332"/>
                <a:gd name="T57" fmla="*/ 27 h 67"/>
                <a:gd name="T58" fmla="*/ 332 w 332"/>
                <a:gd name="T59" fmla="*/ 33 h 67"/>
                <a:gd name="T60" fmla="*/ 332 w 332"/>
                <a:gd name="T61" fmla="*/ 33 h 67"/>
                <a:gd name="T62" fmla="*/ 331 w 332"/>
                <a:gd name="T63" fmla="*/ 41 h 67"/>
                <a:gd name="T64" fmla="*/ 328 w 332"/>
                <a:gd name="T65" fmla="*/ 47 h 67"/>
                <a:gd name="T66" fmla="*/ 325 w 332"/>
                <a:gd name="T67" fmla="*/ 52 h 67"/>
                <a:gd name="T68" fmla="*/ 321 w 332"/>
                <a:gd name="T69" fmla="*/ 57 h 67"/>
                <a:gd name="T70" fmla="*/ 316 w 332"/>
                <a:gd name="T71" fmla="*/ 61 h 67"/>
                <a:gd name="T72" fmla="*/ 311 w 332"/>
                <a:gd name="T73" fmla="*/ 65 h 67"/>
                <a:gd name="T74" fmla="*/ 305 w 332"/>
                <a:gd name="T75" fmla="*/ 67 h 67"/>
                <a:gd name="T76" fmla="*/ 298 w 332"/>
                <a:gd name="T77" fmla="*/ 67 h 67"/>
                <a:gd name="T78" fmla="*/ 298 w 332"/>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2" h="67">
                  <a:moveTo>
                    <a:pt x="298" y="67"/>
                  </a:moveTo>
                  <a:lnTo>
                    <a:pt x="34" y="67"/>
                  </a:lnTo>
                  <a:lnTo>
                    <a:pt x="34" y="67"/>
                  </a:lnTo>
                  <a:lnTo>
                    <a:pt x="27" y="67"/>
                  </a:lnTo>
                  <a:lnTo>
                    <a:pt x="21" y="65"/>
                  </a:lnTo>
                  <a:lnTo>
                    <a:pt x="15" y="61"/>
                  </a:lnTo>
                  <a:lnTo>
                    <a:pt x="10" y="57"/>
                  </a:lnTo>
                  <a:lnTo>
                    <a:pt x="6" y="52"/>
                  </a:lnTo>
                  <a:lnTo>
                    <a:pt x="4" y="47"/>
                  </a:lnTo>
                  <a:lnTo>
                    <a:pt x="1" y="41"/>
                  </a:lnTo>
                  <a:lnTo>
                    <a:pt x="0" y="33"/>
                  </a:lnTo>
                  <a:lnTo>
                    <a:pt x="0" y="33"/>
                  </a:lnTo>
                  <a:lnTo>
                    <a:pt x="1" y="27"/>
                  </a:lnTo>
                  <a:lnTo>
                    <a:pt x="4" y="21"/>
                  </a:lnTo>
                  <a:lnTo>
                    <a:pt x="6" y="15"/>
                  </a:lnTo>
                  <a:lnTo>
                    <a:pt x="10" y="11"/>
                  </a:lnTo>
                  <a:lnTo>
                    <a:pt x="15" y="7"/>
                  </a:lnTo>
                  <a:lnTo>
                    <a:pt x="21" y="3"/>
                  </a:lnTo>
                  <a:lnTo>
                    <a:pt x="27" y="1"/>
                  </a:lnTo>
                  <a:lnTo>
                    <a:pt x="34" y="0"/>
                  </a:lnTo>
                  <a:lnTo>
                    <a:pt x="298" y="0"/>
                  </a:lnTo>
                  <a:lnTo>
                    <a:pt x="298" y="0"/>
                  </a:lnTo>
                  <a:lnTo>
                    <a:pt x="305" y="1"/>
                  </a:lnTo>
                  <a:lnTo>
                    <a:pt x="311" y="3"/>
                  </a:lnTo>
                  <a:lnTo>
                    <a:pt x="316" y="7"/>
                  </a:lnTo>
                  <a:lnTo>
                    <a:pt x="321" y="11"/>
                  </a:lnTo>
                  <a:lnTo>
                    <a:pt x="325" y="15"/>
                  </a:lnTo>
                  <a:lnTo>
                    <a:pt x="328" y="21"/>
                  </a:lnTo>
                  <a:lnTo>
                    <a:pt x="331" y="27"/>
                  </a:lnTo>
                  <a:lnTo>
                    <a:pt x="332" y="33"/>
                  </a:lnTo>
                  <a:lnTo>
                    <a:pt x="332" y="33"/>
                  </a:lnTo>
                  <a:lnTo>
                    <a:pt x="331" y="41"/>
                  </a:lnTo>
                  <a:lnTo>
                    <a:pt x="328" y="47"/>
                  </a:lnTo>
                  <a:lnTo>
                    <a:pt x="325" y="52"/>
                  </a:lnTo>
                  <a:lnTo>
                    <a:pt x="321" y="57"/>
                  </a:lnTo>
                  <a:lnTo>
                    <a:pt x="316" y="61"/>
                  </a:lnTo>
                  <a:lnTo>
                    <a:pt x="311" y="65"/>
                  </a:lnTo>
                  <a:lnTo>
                    <a:pt x="305" y="67"/>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2">
              <a:extLst>
                <a:ext uri="{FF2B5EF4-FFF2-40B4-BE49-F238E27FC236}">
                  <a16:creationId xmlns:a16="http://schemas.microsoft.com/office/drawing/2014/main" id="{90283A51-BAB3-42B4-9E9E-93CC1408B0B1}"/>
                </a:ext>
              </a:extLst>
            </p:cNvPr>
            <p:cNvSpPr>
              <a:spLocks/>
            </p:cNvSpPr>
            <p:nvPr/>
          </p:nvSpPr>
          <p:spPr bwMode="auto">
            <a:xfrm>
              <a:off x="3425825" y="2709864"/>
              <a:ext cx="60325" cy="14288"/>
            </a:xfrm>
            <a:custGeom>
              <a:avLst/>
              <a:gdLst>
                <a:gd name="T0" fmla="*/ 232 w 265"/>
                <a:gd name="T1" fmla="*/ 66 h 66"/>
                <a:gd name="T2" fmla="*/ 34 w 265"/>
                <a:gd name="T3" fmla="*/ 66 h 66"/>
                <a:gd name="T4" fmla="*/ 34 w 265"/>
                <a:gd name="T5" fmla="*/ 66 h 66"/>
                <a:gd name="T6" fmla="*/ 27 w 265"/>
                <a:gd name="T7" fmla="*/ 65 h 66"/>
                <a:gd name="T8" fmla="*/ 21 w 265"/>
                <a:gd name="T9" fmla="*/ 63 h 66"/>
                <a:gd name="T10" fmla="*/ 15 w 265"/>
                <a:gd name="T11" fmla="*/ 61 h 66"/>
                <a:gd name="T12" fmla="*/ 10 w 265"/>
                <a:gd name="T13" fmla="*/ 57 h 66"/>
                <a:gd name="T14" fmla="*/ 6 w 265"/>
                <a:gd name="T15" fmla="*/ 52 h 66"/>
                <a:gd name="T16" fmla="*/ 4 w 265"/>
                <a:gd name="T17" fmla="*/ 45 h 66"/>
                <a:gd name="T18" fmla="*/ 1 w 265"/>
                <a:gd name="T19" fmla="*/ 39 h 66"/>
                <a:gd name="T20" fmla="*/ 0 w 265"/>
                <a:gd name="T21" fmla="*/ 33 h 66"/>
                <a:gd name="T22" fmla="*/ 0 w 265"/>
                <a:gd name="T23" fmla="*/ 33 h 66"/>
                <a:gd name="T24" fmla="*/ 1 w 265"/>
                <a:gd name="T25" fmla="*/ 27 h 66"/>
                <a:gd name="T26" fmla="*/ 4 w 265"/>
                <a:gd name="T27" fmla="*/ 21 h 66"/>
                <a:gd name="T28" fmla="*/ 6 w 265"/>
                <a:gd name="T29" fmla="*/ 14 h 66"/>
                <a:gd name="T30" fmla="*/ 10 w 265"/>
                <a:gd name="T31" fmla="*/ 9 h 66"/>
                <a:gd name="T32" fmla="*/ 15 w 265"/>
                <a:gd name="T33" fmla="*/ 6 h 66"/>
                <a:gd name="T34" fmla="*/ 21 w 265"/>
                <a:gd name="T35" fmla="*/ 3 h 66"/>
                <a:gd name="T36" fmla="*/ 27 w 265"/>
                <a:gd name="T37" fmla="*/ 1 h 66"/>
                <a:gd name="T38" fmla="*/ 34 w 265"/>
                <a:gd name="T39" fmla="*/ 0 h 66"/>
                <a:gd name="T40" fmla="*/ 232 w 265"/>
                <a:gd name="T41" fmla="*/ 0 h 66"/>
                <a:gd name="T42" fmla="*/ 232 w 265"/>
                <a:gd name="T43" fmla="*/ 0 h 66"/>
                <a:gd name="T44" fmla="*/ 238 w 265"/>
                <a:gd name="T45" fmla="*/ 1 h 66"/>
                <a:gd name="T46" fmla="*/ 245 w 265"/>
                <a:gd name="T47" fmla="*/ 3 h 66"/>
                <a:gd name="T48" fmla="*/ 251 w 265"/>
                <a:gd name="T49" fmla="*/ 6 h 66"/>
                <a:gd name="T50" fmla="*/ 255 w 265"/>
                <a:gd name="T51" fmla="*/ 9 h 66"/>
                <a:gd name="T52" fmla="*/ 259 w 265"/>
                <a:gd name="T53" fmla="*/ 14 h 66"/>
                <a:gd name="T54" fmla="*/ 262 w 265"/>
                <a:gd name="T55" fmla="*/ 21 h 66"/>
                <a:gd name="T56" fmla="*/ 264 w 265"/>
                <a:gd name="T57" fmla="*/ 27 h 66"/>
                <a:gd name="T58" fmla="*/ 265 w 265"/>
                <a:gd name="T59" fmla="*/ 33 h 66"/>
                <a:gd name="T60" fmla="*/ 265 w 265"/>
                <a:gd name="T61" fmla="*/ 33 h 66"/>
                <a:gd name="T62" fmla="*/ 264 w 265"/>
                <a:gd name="T63" fmla="*/ 39 h 66"/>
                <a:gd name="T64" fmla="*/ 262 w 265"/>
                <a:gd name="T65" fmla="*/ 45 h 66"/>
                <a:gd name="T66" fmla="*/ 259 w 265"/>
                <a:gd name="T67" fmla="*/ 52 h 66"/>
                <a:gd name="T68" fmla="*/ 255 w 265"/>
                <a:gd name="T69" fmla="*/ 57 h 66"/>
                <a:gd name="T70" fmla="*/ 251 w 265"/>
                <a:gd name="T71" fmla="*/ 61 h 66"/>
                <a:gd name="T72" fmla="*/ 245 w 265"/>
                <a:gd name="T73" fmla="*/ 63 h 66"/>
                <a:gd name="T74" fmla="*/ 238 w 265"/>
                <a:gd name="T75" fmla="*/ 65 h 66"/>
                <a:gd name="T76" fmla="*/ 232 w 265"/>
                <a:gd name="T77" fmla="*/ 66 h 66"/>
                <a:gd name="T78" fmla="*/ 232 w 265"/>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6">
                  <a:moveTo>
                    <a:pt x="232" y="66"/>
                  </a:moveTo>
                  <a:lnTo>
                    <a:pt x="34" y="66"/>
                  </a:lnTo>
                  <a:lnTo>
                    <a:pt x="34" y="66"/>
                  </a:lnTo>
                  <a:lnTo>
                    <a:pt x="27" y="65"/>
                  </a:lnTo>
                  <a:lnTo>
                    <a:pt x="21" y="63"/>
                  </a:lnTo>
                  <a:lnTo>
                    <a:pt x="15" y="61"/>
                  </a:lnTo>
                  <a:lnTo>
                    <a:pt x="10" y="57"/>
                  </a:lnTo>
                  <a:lnTo>
                    <a:pt x="6" y="52"/>
                  </a:lnTo>
                  <a:lnTo>
                    <a:pt x="4" y="45"/>
                  </a:lnTo>
                  <a:lnTo>
                    <a:pt x="1" y="39"/>
                  </a:lnTo>
                  <a:lnTo>
                    <a:pt x="0" y="33"/>
                  </a:lnTo>
                  <a:lnTo>
                    <a:pt x="0" y="33"/>
                  </a:lnTo>
                  <a:lnTo>
                    <a:pt x="1" y="27"/>
                  </a:lnTo>
                  <a:lnTo>
                    <a:pt x="4" y="21"/>
                  </a:lnTo>
                  <a:lnTo>
                    <a:pt x="6" y="14"/>
                  </a:lnTo>
                  <a:lnTo>
                    <a:pt x="10" y="9"/>
                  </a:lnTo>
                  <a:lnTo>
                    <a:pt x="15" y="6"/>
                  </a:lnTo>
                  <a:lnTo>
                    <a:pt x="21" y="3"/>
                  </a:lnTo>
                  <a:lnTo>
                    <a:pt x="27" y="1"/>
                  </a:lnTo>
                  <a:lnTo>
                    <a:pt x="34" y="0"/>
                  </a:lnTo>
                  <a:lnTo>
                    <a:pt x="232" y="0"/>
                  </a:lnTo>
                  <a:lnTo>
                    <a:pt x="232" y="0"/>
                  </a:lnTo>
                  <a:lnTo>
                    <a:pt x="238" y="1"/>
                  </a:lnTo>
                  <a:lnTo>
                    <a:pt x="245" y="3"/>
                  </a:lnTo>
                  <a:lnTo>
                    <a:pt x="251" y="6"/>
                  </a:lnTo>
                  <a:lnTo>
                    <a:pt x="255" y="9"/>
                  </a:lnTo>
                  <a:lnTo>
                    <a:pt x="259" y="14"/>
                  </a:lnTo>
                  <a:lnTo>
                    <a:pt x="262" y="21"/>
                  </a:lnTo>
                  <a:lnTo>
                    <a:pt x="264" y="27"/>
                  </a:lnTo>
                  <a:lnTo>
                    <a:pt x="265" y="33"/>
                  </a:lnTo>
                  <a:lnTo>
                    <a:pt x="265" y="33"/>
                  </a:lnTo>
                  <a:lnTo>
                    <a:pt x="264" y="39"/>
                  </a:lnTo>
                  <a:lnTo>
                    <a:pt x="262" y="45"/>
                  </a:lnTo>
                  <a:lnTo>
                    <a:pt x="259" y="52"/>
                  </a:lnTo>
                  <a:lnTo>
                    <a:pt x="255" y="57"/>
                  </a:lnTo>
                  <a:lnTo>
                    <a:pt x="251" y="61"/>
                  </a:lnTo>
                  <a:lnTo>
                    <a:pt x="245" y="63"/>
                  </a:lnTo>
                  <a:lnTo>
                    <a:pt x="238" y="65"/>
                  </a:lnTo>
                  <a:lnTo>
                    <a:pt x="232" y="66"/>
                  </a:lnTo>
                  <a:lnTo>
                    <a:pt x="232"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3">
              <a:extLst>
                <a:ext uri="{FF2B5EF4-FFF2-40B4-BE49-F238E27FC236}">
                  <a16:creationId xmlns:a16="http://schemas.microsoft.com/office/drawing/2014/main" id="{FD182DE9-DB1A-443D-A072-C2641BADDADD}"/>
                </a:ext>
              </a:extLst>
            </p:cNvPr>
            <p:cNvSpPr>
              <a:spLocks/>
            </p:cNvSpPr>
            <p:nvPr/>
          </p:nvSpPr>
          <p:spPr bwMode="auto">
            <a:xfrm>
              <a:off x="3546475" y="2589214"/>
              <a:ext cx="74613" cy="15875"/>
            </a:xfrm>
            <a:custGeom>
              <a:avLst/>
              <a:gdLst>
                <a:gd name="T0" fmla="*/ 298 w 331"/>
                <a:gd name="T1" fmla="*/ 66 h 66"/>
                <a:gd name="T2" fmla="*/ 33 w 331"/>
                <a:gd name="T3" fmla="*/ 66 h 66"/>
                <a:gd name="T4" fmla="*/ 33 w 331"/>
                <a:gd name="T5" fmla="*/ 66 h 66"/>
                <a:gd name="T6" fmla="*/ 27 w 331"/>
                <a:gd name="T7" fmla="*/ 65 h 66"/>
                <a:gd name="T8" fmla="*/ 21 w 331"/>
                <a:gd name="T9" fmla="*/ 63 h 66"/>
                <a:gd name="T10" fmla="*/ 15 w 331"/>
                <a:gd name="T11" fmla="*/ 60 h 66"/>
                <a:gd name="T12" fmla="*/ 11 w 331"/>
                <a:gd name="T13" fmla="*/ 56 h 66"/>
                <a:gd name="T14" fmla="*/ 6 w 331"/>
                <a:gd name="T15" fmla="*/ 52 h 66"/>
                <a:gd name="T16" fmla="*/ 3 w 331"/>
                <a:gd name="T17" fmla="*/ 45 h 66"/>
                <a:gd name="T18" fmla="*/ 1 w 331"/>
                <a:gd name="T19" fmla="*/ 39 h 66"/>
                <a:gd name="T20" fmla="*/ 0 w 331"/>
                <a:gd name="T21" fmla="*/ 33 h 66"/>
                <a:gd name="T22" fmla="*/ 0 w 331"/>
                <a:gd name="T23" fmla="*/ 33 h 66"/>
                <a:gd name="T24" fmla="*/ 1 w 331"/>
                <a:gd name="T25" fmla="*/ 26 h 66"/>
                <a:gd name="T26" fmla="*/ 3 w 331"/>
                <a:gd name="T27" fmla="*/ 20 h 66"/>
                <a:gd name="T28" fmla="*/ 6 w 331"/>
                <a:gd name="T29" fmla="*/ 14 h 66"/>
                <a:gd name="T30" fmla="*/ 11 w 331"/>
                <a:gd name="T31" fmla="*/ 9 h 66"/>
                <a:gd name="T32" fmla="*/ 15 w 331"/>
                <a:gd name="T33" fmla="*/ 5 h 66"/>
                <a:gd name="T34" fmla="*/ 21 w 331"/>
                <a:gd name="T35" fmla="*/ 2 h 66"/>
                <a:gd name="T36" fmla="*/ 27 w 331"/>
                <a:gd name="T37" fmla="*/ 0 h 66"/>
                <a:gd name="T38" fmla="*/ 33 w 331"/>
                <a:gd name="T39" fmla="*/ 0 h 66"/>
                <a:gd name="T40" fmla="*/ 298 w 331"/>
                <a:gd name="T41" fmla="*/ 0 h 66"/>
                <a:gd name="T42" fmla="*/ 298 w 331"/>
                <a:gd name="T43" fmla="*/ 0 h 66"/>
                <a:gd name="T44" fmla="*/ 304 w 331"/>
                <a:gd name="T45" fmla="*/ 0 h 66"/>
                <a:gd name="T46" fmla="*/ 311 w 331"/>
                <a:gd name="T47" fmla="*/ 2 h 66"/>
                <a:gd name="T48" fmla="*/ 317 w 331"/>
                <a:gd name="T49" fmla="*/ 5 h 66"/>
                <a:gd name="T50" fmla="*/ 321 w 331"/>
                <a:gd name="T51" fmla="*/ 9 h 66"/>
                <a:gd name="T52" fmla="*/ 325 w 331"/>
                <a:gd name="T53" fmla="*/ 14 h 66"/>
                <a:gd name="T54" fmla="*/ 328 w 331"/>
                <a:gd name="T55" fmla="*/ 20 h 66"/>
                <a:gd name="T56" fmla="*/ 330 w 331"/>
                <a:gd name="T57" fmla="*/ 26 h 66"/>
                <a:gd name="T58" fmla="*/ 331 w 331"/>
                <a:gd name="T59" fmla="*/ 33 h 66"/>
                <a:gd name="T60" fmla="*/ 331 w 331"/>
                <a:gd name="T61" fmla="*/ 33 h 66"/>
                <a:gd name="T62" fmla="*/ 330 w 331"/>
                <a:gd name="T63" fmla="*/ 39 h 66"/>
                <a:gd name="T64" fmla="*/ 328 w 331"/>
                <a:gd name="T65" fmla="*/ 45 h 66"/>
                <a:gd name="T66" fmla="*/ 325 w 331"/>
                <a:gd name="T67" fmla="*/ 52 h 66"/>
                <a:gd name="T68" fmla="*/ 321 w 331"/>
                <a:gd name="T69" fmla="*/ 56 h 66"/>
                <a:gd name="T70" fmla="*/ 317 w 331"/>
                <a:gd name="T71" fmla="*/ 60 h 66"/>
                <a:gd name="T72" fmla="*/ 311 w 331"/>
                <a:gd name="T73" fmla="*/ 63 h 66"/>
                <a:gd name="T74" fmla="*/ 304 w 331"/>
                <a:gd name="T75" fmla="*/ 65 h 66"/>
                <a:gd name="T76" fmla="*/ 298 w 331"/>
                <a:gd name="T77" fmla="*/ 66 h 66"/>
                <a:gd name="T78" fmla="*/ 298 w 331"/>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6">
                  <a:moveTo>
                    <a:pt x="298" y="66"/>
                  </a:moveTo>
                  <a:lnTo>
                    <a:pt x="33" y="66"/>
                  </a:lnTo>
                  <a:lnTo>
                    <a:pt x="33" y="66"/>
                  </a:lnTo>
                  <a:lnTo>
                    <a:pt x="27" y="65"/>
                  </a:lnTo>
                  <a:lnTo>
                    <a:pt x="21" y="63"/>
                  </a:lnTo>
                  <a:lnTo>
                    <a:pt x="15" y="60"/>
                  </a:lnTo>
                  <a:lnTo>
                    <a:pt x="11" y="56"/>
                  </a:lnTo>
                  <a:lnTo>
                    <a:pt x="6" y="52"/>
                  </a:lnTo>
                  <a:lnTo>
                    <a:pt x="3" y="45"/>
                  </a:lnTo>
                  <a:lnTo>
                    <a:pt x="1" y="39"/>
                  </a:lnTo>
                  <a:lnTo>
                    <a:pt x="0" y="33"/>
                  </a:lnTo>
                  <a:lnTo>
                    <a:pt x="0" y="33"/>
                  </a:lnTo>
                  <a:lnTo>
                    <a:pt x="1" y="26"/>
                  </a:lnTo>
                  <a:lnTo>
                    <a:pt x="3" y="20"/>
                  </a:lnTo>
                  <a:lnTo>
                    <a:pt x="6" y="14"/>
                  </a:lnTo>
                  <a:lnTo>
                    <a:pt x="11" y="9"/>
                  </a:lnTo>
                  <a:lnTo>
                    <a:pt x="15" y="5"/>
                  </a:lnTo>
                  <a:lnTo>
                    <a:pt x="21" y="2"/>
                  </a:lnTo>
                  <a:lnTo>
                    <a:pt x="27" y="0"/>
                  </a:lnTo>
                  <a:lnTo>
                    <a:pt x="33" y="0"/>
                  </a:lnTo>
                  <a:lnTo>
                    <a:pt x="298" y="0"/>
                  </a:lnTo>
                  <a:lnTo>
                    <a:pt x="298" y="0"/>
                  </a:lnTo>
                  <a:lnTo>
                    <a:pt x="304" y="0"/>
                  </a:lnTo>
                  <a:lnTo>
                    <a:pt x="311" y="2"/>
                  </a:lnTo>
                  <a:lnTo>
                    <a:pt x="317" y="5"/>
                  </a:lnTo>
                  <a:lnTo>
                    <a:pt x="321" y="9"/>
                  </a:lnTo>
                  <a:lnTo>
                    <a:pt x="325" y="14"/>
                  </a:lnTo>
                  <a:lnTo>
                    <a:pt x="328" y="20"/>
                  </a:lnTo>
                  <a:lnTo>
                    <a:pt x="330" y="26"/>
                  </a:lnTo>
                  <a:lnTo>
                    <a:pt x="331" y="33"/>
                  </a:lnTo>
                  <a:lnTo>
                    <a:pt x="331" y="33"/>
                  </a:lnTo>
                  <a:lnTo>
                    <a:pt x="330" y="39"/>
                  </a:lnTo>
                  <a:lnTo>
                    <a:pt x="328" y="45"/>
                  </a:lnTo>
                  <a:lnTo>
                    <a:pt x="325" y="52"/>
                  </a:lnTo>
                  <a:lnTo>
                    <a:pt x="321" y="56"/>
                  </a:lnTo>
                  <a:lnTo>
                    <a:pt x="317" y="60"/>
                  </a:lnTo>
                  <a:lnTo>
                    <a:pt x="311" y="63"/>
                  </a:lnTo>
                  <a:lnTo>
                    <a:pt x="304" y="65"/>
                  </a:lnTo>
                  <a:lnTo>
                    <a:pt x="298" y="66"/>
                  </a:lnTo>
                  <a:lnTo>
                    <a:pt x="298"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4">
              <a:extLst>
                <a:ext uri="{FF2B5EF4-FFF2-40B4-BE49-F238E27FC236}">
                  <a16:creationId xmlns:a16="http://schemas.microsoft.com/office/drawing/2014/main" id="{5F94C7E4-7826-4F44-AD44-37F3CD1F9710}"/>
                </a:ext>
              </a:extLst>
            </p:cNvPr>
            <p:cNvSpPr>
              <a:spLocks/>
            </p:cNvSpPr>
            <p:nvPr/>
          </p:nvSpPr>
          <p:spPr bwMode="auto">
            <a:xfrm>
              <a:off x="3546475" y="2559051"/>
              <a:ext cx="104775" cy="15875"/>
            </a:xfrm>
            <a:custGeom>
              <a:avLst/>
              <a:gdLst>
                <a:gd name="T0" fmla="*/ 431 w 464"/>
                <a:gd name="T1" fmla="*/ 67 h 67"/>
                <a:gd name="T2" fmla="*/ 33 w 464"/>
                <a:gd name="T3" fmla="*/ 67 h 67"/>
                <a:gd name="T4" fmla="*/ 33 w 464"/>
                <a:gd name="T5" fmla="*/ 67 h 67"/>
                <a:gd name="T6" fmla="*/ 27 w 464"/>
                <a:gd name="T7" fmla="*/ 66 h 67"/>
                <a:gd name="T8" fmla="*/ 21 w 464"/>
                <a:gd name="T9" fmla="*/ 64 h 67"/>
                <a:gd name="T10" fmla="*/ 15 w 464"/>
                <a:gd name="T11" fmla="*/ 60 h 67"/>
                <a:gd name="T12" fmla="*/ 11 w 464"/>
                <a:gd name="T13" fmla="*/ 57 h 67"/>
                <a:gd name="T14" fmla="*/ 6 w 464"/>
                <a:gd name="T15" fmla="*/ 52 h 67"/>
                <a:gd name="T16" fmla="*/ 3 w 464"/>
                <a:gd name="T17" fmla="*/ 46 h 67"/>
                <a:gd name="T18" fmla="*/ 1 w 464"/>
                <a:gd name="T19" fmla="*/ 40 h 67"/>
                <a:gd name="T20" fmla="*/ 0 w 464"/>
                <a:gd name="T21" fmla="*/ 34 h 67"/>
                <a:gd name="T22" fmla="*/ 0 w 464"/>
                <a:gd name="T23" fmla="*/ 34 h 67"/>
                <a:gd name="T24" fmla="*/ 1 w 464"/>
                <a:gd name="T25" fmla="*/ 27 h 67"/>
                <a:gd name="T26" fmla="*/ 3 w 464"/>
                <a:gd name="T27" fmla="*/ 21 h 67"/>
                <a:gd name="T28" fmla="*/ 6 w 464"/>
                <a:gd name="T29" fmla="*/ 15 h 67"/>
                <a:gd name="T30" fmla="*/ 11 w 464"/>
                <a:gd name="T31" fmla="*/ 10 h 67"/>
                <a:gd name="T32" fmla="*/ 15 w 464"/>
                <a:gd name="T33" fmla="*/ 6 h 67"/>
                <a:gd name="T34" fmla="*/ 21 w 464"/>
                <a:gd name="T35" fmla="*/ 4 h 67"/>
                <a:gd name="T36" fmla="*/ 27 w 464"/>
                <a:gd name="T37" fmla="*/ 1 h 67"/>
                <a:gd name="T38" fmla="*/ 33 w 464"/>
                <a:gd name="T39" fmla="*/ 0 h 67"/>
                <a:gd name="T40" fmla="*/ 431 w 464"/>
                <a:gd name="T41" fmla="*/ 0 h 67"/>
                <a:gd name="T42" fmla="*/ 431 w 464"/>
                <a:gd name="T43" fmla="*/ 0 h 67"/>
                <a:gd name="T44" fmla="*/ 437 w 464"/>
                <a:gd name="T45" fmla="*/ 1 h 67"/>
                <a:gd name="T46" fmla="*/ 443 w 464"/>
                <a:gd name="T47" fmla="*/ 4 h 67"/>
                <a:gd name="T48" fmla="*/ 449 w 464"/>
                <a:gd name="T49" fmla="*/ 6 h 67"/>
                <a:gd name="T50" fmla="*/ 453 w 464"/>
                <a:gd name="T51" fmla="*/ 10 h 67"/>
                <a:gd name="T52" fmla="*/ 458 w 464"/>
                <a:gd name="T53" fmla="*/ 15 h 67"/>
                <a:gd name="T54" fmla="*/ 461 w 464"/>
                <a:gd name="T55" fmla="*/ 21 h 67"/>
                <a:gd name="T56" fmla="*/ 463 w 464"/>
                <a:gd name="T57" fmla="*/ 27 h 67"/>
                <a:gd name="T58" fmla="*/ 464 w 464"/>
                <a:gd name="T59" fmla="*/ 34 h 67"/>
                <a:gd name="T60" fmla="*/ 464 w 464"/>
                <a:gd name="T61" fmla="*/ 34 h 67"/>
                <a:gd name="T62" fmla="*/ 463 w 464"/>
                <a:gd name="T63" fmla="*/ 40 h 67"/>
                <a:gd name="T64" fmla="*/ 461 w 464"/>
                <a:gd name="T65" fmla="*/ 46 h 67"/>
                <a:gd name="T66" fmla="*/ 458 w 464"/>
                <a:gd name="T67" fmla="*/ 52 h 67"/>
                <a:gd name="T68" fmla="*/ 453 w 464"/>
                <a:gd name="T69" fmla="*/ 57 h 67"/>
                <a:gd name="T70" fmla="*/ 449 w 464"/>
                <a:gd name="T71" fmla="*/ 60 h 67"/>
                <a:gd name="T72" fmla="*/ 443 w 464"/>
                <a:gd name="T73" fmla="*/ 64 h 67"/>
                <a:gd name="T74" fmla="*/ 437 w 464"/>
                <a:gd name="T75" fmla="*/ 66 h 67"/>
                <a:gd name="T76" fmla="*/ 431 w 464"/>
                <a:gd name="T77" fmla="*/ 67 h 67"/>
                <a:gd name="T78" fmla="*/ 431 w 464"/>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4" h="67">
                  <a:moveTo>
                    <a:pt x="431" y="67"/>
                  </a:moveTo>
                  <a:lnTo>
                    <a:pt x="33" y="67"/>
                  </a:lnTo>
                  <a:lnTo>
                    <a:pt x="33" y="67"/>
                  </a:lnTo>
                  <a:lnTo>
                    <a:pt x="27" y="66"/>
                  </a:lnTo>
                  <a:lnTo>
                    <a:pt x="21" y="64"/>
                  </a:lnTo>
                  <a:lnTo>
                    <a:pt x="15" y="60"/>
                  </a:lnTo>
                  <a:lnTo>
                    <a:pt x="11" y="57"/>
                  </a:lnTo>
                  <a:lnTo>
                    <a:pt x="6" y="52"/>
                  </a:lnTo>
                  <a:lnTo>
                    <a:pt x="3" y="46"/>
                  </a:lnTo>
                  <a:lnTo>
                    <a:pt x="1" y="40"/>
                  </a:lnTo>
                  <a:lnTo>
                    <a:pt x="0" y="34"/>
                  </a:lnTo>
                  <a:lnTo>
                    <a:pt x="0" y="34"/>
                  </a:lnTo>
                  <a:lnTo>
                    <a:pt x="1" y="27"/>
                  </a:lnTo>
                  <a:lnTo>
                    <a:pt x="3" y="21"/>
                  </a:lnTo>
                  <a:lnTo>
                    <a:pt x="6" y="15"/>
                  </a:lnTo>
                  <a:lnTo>
                    <a:pt x="11" y="10"/>
                  </a:lnTo>
                  <a:lnTo>
                    <a:pt x="15" y="6"/>
                  </a:lnTo>
                  <a:lnTo>
                    <a:pt x="21" y="4"/>
                  </a:lnTo>
                  <a:lnTo>
                    <a:pt x="27" y="1"/>
                  </a:lnTo>
                  <a:lnTo>
                    <a:pt x="33" y="0"/>
                  </a:lnTo>
                  <a:lnTo>
                    <a:pt x="431" y="0"/>
                  </a:lnTo>
                  <a:lnTo>
                    <a:pt x="431" y="0"/>
                  </a:lnTo>
                  <a:lnTo>
                    <a:pt x="437" y="1"/>
                  </a:lnTo>
                  <a:lnTo>
                    <a:pt x="443" y="4"/>
                  </a:lnTo>
                  <a:lnTo>
                    <a:pt x="449" y="6"/>
                  </a:lnTo>
                  <a:lnTo>
                    <a:pt x="453" y="10"/>
                  </a:lnTo>
                  <a:lnTo>
                    <a:pt x="458" y="15"/>
                  </a:lnTo>
                  <a:lnTo>
                    <a:pt x="461" y="21"/>
                  </a:lnTo>
                  <a:lnTo>
                    <a:pt x="463" y="27"/>
                  </a:lnTo>
                  <a:lnTo>
                    <a:pt x="464" y="34"/>
                  </a:lnTo>
                  <a:lnTo>
                    <a:pt x="464" y="34"/>
                  </a:lnTo>
                  <a:lnTo>
                    <a:pt x="463" y="40"/>
                  </a:lnTo>
                  <a:lnTo>
                    <a:pt x="461" y="46"/>
                  </a:lnTo>
                  <a:lnTo>
                    <a:pt x="458" y="52"/>
                  </a:lnTo>
                  <a:lnTo>
                    <a:pt x="453" y="57"/>
                  </a:lnTo>
                  <a:lnTo>
                    <a:pt x="449" y="60"/>
                  </a:lnTo>
                  <a:lnTo>
                    <a:pt x="443" y="64"/>
                  </a:lnTo>
                  <a:lnTo>
                    <a:pt x="437" y="66"/>
                  </a:lnTo>
                  <a:lnTo>
                    <a:pt x="431" y="67"/>
                  </a:lnTo>
                  <a:lnTo>
                    <a:pt x="431"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5">
              <a:extLst>
                <a:ext uri="{FF2B5EF4-FFF2-40B4-BE49-F238E27FC236}">
                  <a16:creationId xmlns:a16="http://schemas.microsoft.com/office/drawing/2014/main" id="{D3FDAC83-83C2-4D19-B8FB-13FBB8B6E10B}"/>
                </a:ext>
              </a:extLst>
            </p:cNvPr>
            <p:cNvSpPr>
              <a:spLocks/>
            </p:cNvSpPr>
            <p:nvPr/>
          </p:nvSpPr>
          <p:spPr bwMode="auto">
            <a:xfrm>
              <a:off x="3546475" y="2619376"/>
              <a:ext cx="60325" cy="15875"/>
            </a:xfrm>
            <a:custGeom>
              <a:avLst/>
              <a:gdLst>
                <a:gd name="T0" fmla="*/ 232 w 265"/>
                <a:gd name="T1" fmla="*/ 67 h 67"/>
                <a:gd name="T2" fmla="*/ 33 w 265"/>
                <a:gd name="T3" fmla="*/ 67 h 67"/>
                <a:gd name="T4" fmla="*/ 33 w 265"/>
                <a:gd name="T5" fmla="*/ 67 h 67"/>
                <a:gd name="T6" fmla="*/ 27 w 265"/>
                <a:gd name="T7" fmla="*/ 66 h 67"/>
                <a:gd name="T8" fmla="*/ 21 w 265"/>
                <a:gd name="T9" fmla="*/ 64 h 67"/>
                <a:gd name="T10" fmla="*/ 15 w 265"/>
                <a:gd name="T11" fmla="*/ 60 h 67"/>
                <a:gd name="T12" fmla="*/ 11 w 265"/>
                <a:gd name="T13" fmla="*/ 56 h 67"/>
                <a:gd name="T14" fmla="*/ 6 w 265"/>
                <a:gd name="T15" fmla="*/ 51 h 67"/>
                <a:gd name="T16" fmla="*/ 3 w 265"/>
                <a:gd name="T17" fmla="*/ 46 h 67"/>
                <a:gd name="T18" fmla="*/ 1 w 265"/>
                <a:gd name="T19" fmla="*/ 40 h 67"/>
                <a:gd name="T20" fmla="*/ 0 w 265"/>
                <a:gd name="T21" fmla="*/ 34 h 67"/>
                <a:gd name="T22" fmla="*/ 0 w 265"/>
                <a:gd name="T23" fmla="*/ 34 h 67"/>
                <a:gd name="T24" fmla="*/ 1 w 265"/>
                <a:gd name="T25" fmla="*/ 26 h 67"/>
                <a:gd name="T26" fmla="*/ 3 w 265"/>
                <a:gd name="T27" fmla="*/ 20 h 67"/>
                <a:gd name="T28" fmla="*/ 6 w 265"/>
                <a:gd name="T29" fmla="*/ 15 h 67"/>
                <a:gd name="T30" fmla="*/ 11 w 265"/>
                <a:gd name="T31" fmla="*/ 10 h 67"/>
                <a:gd name="T32" fmla="*/ 15 w 265"/>
                <a:gd name="T33" fmla="*/ 6 h 67"/>
                <a:gd name="T34" fmla="*/ 21 w 265"/>
                <a:gd name="T35" fmla="*/ 2 h 67"/>
                <a:gd name="T36" fmla="*/ 27 w 265"/>
                <a:gd name="T37" fmla="*/ 0 h 67"/>
                <a:gd name="T38" fmla="*/ 33 w 265"/>
                <a:gd name="T39" fmla="*/ 0 h 67"/>
                <a:gd name="T40" fmla="*/ 232 w 265"/>
                <a:gd name="T41" fmla="*/ 0 h 67"/>
                <a:gd name="T42" fmla="*/ 232 w 265"/>
                <a:gd name="T43" fmla="*/ 0 h 67"/>
                <a:gd name="T44" fmla="*/ 238 w 265"/>
                <a:gd name="T45" fmla="*/ 0 h 67"/>
                <a:gd name="T46" fmla="*/ 244 w 265"/>
                <a:gd name="T47" fmla="*/ 2 h 67"/>
                <a:gd name="T48" fmla="*/ 251 w 265"/>
                <a:gd name="T49" fmla="*/ 6 h 67"/>
                <a:gd name="T50" fmla="*/ 256 w 265"/>
                <a:gd name="T51" fmla="*/ 10 h 67"/>
                <a:gd name="T52" fmla="*/ 259 w 265"/>
                <a:gd name="T53" fmla="*/ 15 h 67"/>
                <a:gd name="T54" fmla="*/ 262 w 265"/>
                <a:gd name="T55" fmla="*/ 20 h 67"/>
                <a:gd name="T56" fmla="*/ 264 w 265"/>
                <a:gd name="T57" fmla="*/ 26 h 67"/>
                <a:gd name="T58" fmla="*/ 265 w 265"/>
                <a:gd name="T59" fmla="*/ 34 h 67"/>
                <a:gd name="T60" fmla="*/ 265 w 265"/>
                <a:gd name="T61" fmla="*/ 34 h 67"/>
                <a:gd name="T62" fmla="*/ 264 w 265"/>
                <a:gd name="T63" fmla="*/ 40 h 67"/>
                <a:gd name="T64" fmla="*/ 262 w 265"/>
                <a:gd name="T65" fmla="*/ 46 h 67"/>
                <a:gd name="T66" fmla="*/ 259 w 265"/>
                <a:gd name="T67" fmla="*/ 51 h 67"/>
                <a:gd name="T68" fmla="*/ 256 w 265"/>
                <a:gd name="T69" fmla="*/ 56 h 67"/>
                <a:gd name="T70" fmla="*/ 251 w 265"/>
                <a:gd name="T71" fmla="*/ 60 h 67"/>
                <a:gd name="T72" fmla="*/ 244 w 265"/>
                <a:gd name="T73" fmla="*/ 64 h 67"/>
                <a:gd name="T74" fmla="*/ 238 w 265"/>
                <a:gd name="T75" fmla="*/ 66 h 67"/>
                <a:gd name="T76" fmla="*/ 232 w 265"/>
                <a:gd name="T77" fmla="*/ 67 h 67"/>
                <a:gd name="T78" fmla="*/ 232 w 265"/>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7">
                  <a:moveTo>
                    <a:pt x="232" y="67"/>
                  </a:moveTo>
                  <a:lnTo>
                    <a:pt x="33" y="67"/>
                  </a:lnTo>
                  <a:lnTo>
                    <a:pt x="33" y="67"/>
                  </a:lnTo>
                  <a:lnTo>
                    <a:pt x="27" y="66"/>
                  </a:lnTo>
                  <a:lnTo>
                    <a:pt x="21" y="64"/>
                  </a:lnTo>
                  <a:lnTo>
                    <a:pt x="15" y="60"/>
                  </a:lnTo>
                  <a:lnTo>
                    <a:pt x="11" y="56"/>
                  </a:lnTo>
                  <a:lnTo>
                    <a:pt x="6" y="51"/>
                  </a:lnTo>
                  <a:lnTo>
                    <a:pt x="3" y="46"/>
                  </a:lnTo>
                  <a:lnTo>
                    <a:pt x="1" y="40"/>
                  </a:lnTo>
                  <a:lnTo>
                    <a:pt x="0" y="34"/>
                  </a:lnTo>
                  <a:lnTo>
                    <a:pt x="0" y="34"/>
                  </a:lnTo>
                  <a:lnTo>
                    <a:pt x="1" y="26"/>
                  </a:lnTo>
                  <a:lnTo>
                    <a:pt x="3" y="20"/>
                  </a:lnTo>
                  <a:lnTo>
                    <a:pt x="6" y="15"/>
                  </a:lnTo>
                  <a:lnTo>
                    <a:pt x="11" y="10"/>
                  </a:lnTo>
                  <a:lnTo>
                    <a:pt x="15" y="6"/>
                  </a:lnTo>
                  <a:lnTo>
                    <a:pt x="21" y="2"/>
                  </a:lnTo>
                  <a:lnTo>
                    <a:pt x="27" y="0"/>
                  </a:lnTo>
                  <a:lnTo>
                    <a:pt x="33" y="0"/>
                  </a:lnTo>
                  <a:lnTo>
                    <a:pt x="232" y="0"/>
                  </a:lnTo>
                  <a:lnTo>
                    <a:pt x="232" y="0"/>
                  </a:lnTo>
                  <a:lnTo>
                    <a:pt x="238" y="0"/>
                  </a:lnTo>
                  <a:lnTo>
                    <a:pt x="244" y="2"/>
                  </a:lnTo>
                  <a:lnTo>
                    <a:pt x="251" y="6"/>
                  </a:lnTo>
                  <a:lnTo>
                    <a:pt x="256" y="10"/>
                  </a:lnTo>
                  <a:lnTo>
                    <a:pt x="259" y="15"/>
                  </a:lnTo>
                  <a:lnTo>
                    <a:pt x="262" y="20"/>
                  </a:lnTo>
                  <a:lnTo>
                    <a:pt x="264" y="26"/>
                  </a:lnTo>
                  <a:lnTo>
                    <a:pt x="265" y="34"/>
                  </a:lnTo>
                  <a:lnTo>
                    <a:pt x="265" y="34"/>
                  </a:lnTo>
                  <a:lnTo>
                    <a:pt x="264" y="40"/>
                  </a:lnTo>
                  <a:lnTo>
                    <a:pt x="262" y="46"/>
                  </a:lnTo>
                  <a:lnTo>
                    <a:pt x="259" y="51"/>
                  </a:lnTo>
                  <a:lnTo>
                    <a:pt x="256" y="56"/>
                  </a:lnTo>
                  <a:lnTo>
                    <a:pt x="251" y="60"/>
                  </a:lnTo>
                  <a:lnTo>
                    <a:pt x="244" y="64"/>
                  </a:lnTo>
                  <a:lnTo>
                    <a:pt x="238" y="66"/>
                  </a:lnTo>
                  <a:lnTo>
                    <a:pt x="232" y="67"/>
                  </a:lnTo>
                  <a:lnTo>
                    <a:pt x="232"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6">
              <a:extLst>
                <a:ext uri="{FF2B5EF4-FFF2-40B4-BE49-F238E27FC236}">
                  <a16:creationId xmlns:a16="http://schemas.microsoft.com/office/drawing/2014/main" id="{C18A7615-0526-4EB9-900E-86231426A1B5}"/>
                </a:ext>
              </a:extLst>
            </p:cNvPr>
            <p:cNvSpPr>
              <a:spLocks/>
            </p:cNvSpPr>
            <p:nvPr/>
          </p:nvSpPr>
          <p:spPr bwMode="auto">
            <a:xfrm>
              <a:off x="3425825" y="2740026"/>
              <a:ext cx="46038" cy="14288"/>
            </a:xfrm>
            <a:custGeom>
              <a:avLst/>
              <a:gdLst>
                <a:gd name="T0" fmla="*/ 166 w 199"/>
                <a:gd name="T1" fmla="*/ 67 h 67"/>
                <a:gd name="T2" fmla="*/ 34 w 199"/>
                <a:gd name="T3" fmla="*/ 67 h 67"/>
                <a:gd name="T4" fmla="*/ 34 w 199"/>
                <a:gd name="T5" fmla="*/ 67 h 67"/>
                <a:gd name="T6" fmla="*/ 27 w 199"/>
                <a:gd name="T7" fmla="*/ 66 h 67"/>
                <a:gd name="T8" fmla="*/ 21 w 199"/>
                <a:gd name="T9" fmla="*/ 64 h 67"/>
                <a:gd name="T10" fmla="*/ 15 w 199"/>
                <a:gd name="T11" fmla="*/ 60 h 67"/>
                <a:gd name="T12" fmla="*/ 10 w 199"/>
                <a:gd name="T13" fmla="*/ 56 h 67"/>
                <a:gd name="T14" fmla="*/ 6 w 199"/>
                <a:gd name="T15" fmla="*/ 52 h 67"/>
                <a:gd name="T16" fmla="*/ 4 w 199"/>
                <a:gd name="T17" fmla="*/ 46 h 67"/>
                <a:gd name="T18" fmla="*/ 1 w 199"/>
                <a:gd name="T19" fmla="*/ 40 h 67"/>
                <a:gd name="T20" fmla="*/ 0 w 199"/>
                <a:gd name="T21" fmla="*/ 33 h 67"/>
                <a:gd name="T22" fmla="*/ 0 w 199"/>
                <a:gd name="T23" fmla="*/ 33 h 67"/>
                <a:gd name="T24" fmla="*/ 1 w 199"/>
                <a:gd name="T25" fmla="*/ 26 h 67"/>
                <a:gd name="T26" fmla="*/ 4 w 199"/>
                <a:gd name="T27" fmla="*/ 20 h 67"/>
                <a:gd name="T28" fmla="*/ 6 w 199"/>
                <a:gd name="T29" fmla="*/ 15 h 67"/>
                <a:gd name="T30" fmla="*/ 10 w 199"/>
                <a:gd name="T31" fmla="*/ 10 h 67"/>
                <a:gd name="T32" fmla="*/ 15 w 199"/>
                <a:gd name="T33" fmla="*/ 6 h 67"/>
                <a:gd name="T34" fmla="*/ 21 w 199"/>
                <a:gd name="T35" fmla="*/ 2 h 67"/>
                <a:gd name="T36" fmla="*/ 27 w 199"/>
                <a:gd name="T37" fmla="*/ 1 h 67"/>
                <a:gd name="T38" fmla="*/ 34 w 199"/>
                <a:gd name="T39" fmla="*/ 0 h 67"/>
                <a:gd name="T40" fmla="*/ 166 w 199"/>
                <a:gd name="T41" fmla="*/ 0 h 67"/>
                <a:gd name="T42" fmla="*/ 166 w 199"/>
                <a:gd name="T43" fmla="*/ 0 h 67"/>
                <a:gd name="T44" fmla="*/ 172 w 199"/>
                <a:gd name="T45" fmla="*/ 1 h 67"/>
                <a:gd name="T46" fmla="*/ 178 w 199"/>
                <a:gd name="T47" fmla="*/ 2 h 67"/>
                <a:gd name="T48" fmla="*/ 185 w 199"/>
                <a:gd name="T49" fmla="*/ 6 h 67"/>
                <a:gd name="T50" fmla="*/ 189 w 199"/>
                <a:gd name="T51" fmla="*/ 10 h 67"/>
                <a:gd name="T52" fmla="*/ 193 w 199"/>
                <a:gd name="T53" fmla="*/ 15 h 67"/>
                <a:gd name="T54" fmla="*/ 196 w 199"/>
                <a:gd name="T55" fmla="*/ 20 h 67"/>
                <a:gd name="T56" fmla="*/ 198 w 199"/>
                <a:gd name="T57" fmla="*/ 26 h 67"/>
                <a:gd name="T58" fmla="*/ 199 w 199"/>
                <a:gd name="T59" fmla="*/ 33 h 67"/>
                <a:gd name="T60" fmla="*/ 199 w 199"/>
                <a:gd name="T61" fmla="*/ 33 h 67"/>
                <a:gd name="T62" fmla="*/ 198 w 199"/>
                <a:gd name="T63" fmla="*/ 40 h 67"/>
                <a:gd name="T64" fmla="*/ 196 w 199"/>
                <a:gd name="T65" fmla="*/ 46 h 67"/>
                <a:gd name="T66" fmla="*/ 193 w 199"/>
                <a:gd name="T67" fmla="*/ 52 h 67"/>
                <a:gd name="T68" fmla="*/ 189 w 199"/>
                <a:gd name="T69" fmla="*/ 56 h 67"/>
                <a:gd name="T70" fmla="*/ 185 w 199"/>
                <a:gd name="T71" fmla="*/ 60 h 67"/>
                <a:gd name="T72" fmla="*/ 178 w 199"/>
                <a:gd name="T73" fmla="*/ 64 h 67"/>
                <a:gd name="T74" fmla="*/ 172 w 199"/>
                <a:gd name="T75" fmla="*/ 66 h 67"/>
                <a:gd name="T76" fmla="*/ 166 w 199"/>
                <a:gd name="T77" fmla="*/ 67 h 67"/>
                <a:gd name="T78" fmla="*/ 166 w 199"/>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9" h="67">
                  <a:moveTo>
                    <a:pt x="166" y="67"/>
                  </a:moveTo>
                  <a:lnTo>
                    <a:pt x="34" y="67"/>
                  </a:lnTo>
                  <a:lnTo>
                    <a:pt x="34" y="67"/>
                  </a:lnTo>
                  <a:lnTo>
                    <a:pt x="27" y="66"/>
                  </a:lnTo>
                  <a:lnTo>
                    <a:pt x="21" y="64"/>
                  </a:lnTo>
                  <a:lnTo>
                    <a:pt x="15" y="60"/>
                  </a:lnTo>
                  <a:lnTo>
                    <a:pt x="10" y="56"/>
                  </a:lnTo>
                  <a:lnTo>
                    <a:pt x="6" y="52"/>
                  </a:lnTo>
                  <a:lnTo>
                    <a:pt x="4" y="46"/>
                  </a:lnTo>
                  <a:lnTo>
                    <a:pt x="1" y="40"/>
                  </a:lnTo>
                  <a:lnTo>
                    <a:pt x="0" y="33"/>
                  </a:lnTo>
                  <a:lnTo>
                    <a:pt x="0" y="33"/>
                  </a:lnTo>
                  <a:lnTo>
                    <a:pt x="1" y="26"/>
                  </a:lnTo>
                  <a:lnTo>
                    <a:pt x="4" y="20"/>
                  </a:lnTo>
                  <a:lnTo>
                    <a:pt x="6" y="15"/>
                  </a:lnTo>
                  <a:lnTo>
                    <a:pt x="10" y="10"/>
                  </a:lnTo>
                  <a:lnTo>
                    <a:pt x="15" y="6"/>
                  </a:lnTo>
                  <a:lnTo>
                    <a:pt x="21" y="2"/>
                  </a:lnTo>
                  <a:lnTo>
                    <a:pt x="27" y="1"/>
                  </a:lnTo>
                  <a:lnTo>
                    <a:pt x="34" y="0"/>
                  </a:lnTo>
                  <a:lnTo>
                    <a:pt x="166" y="0"/>
                  </a:lnTo>
                  <a:lnTo>
                    <a:pt x="166" y="0"/>
                  </a:lnTo>
                  <a:lnTo>
                    <a:pt x="172" y="1"/>
                  </a:lnTo>
                  <a:lnTo>
                    <a:pt x="178" y="2"/>
                  </a:lnTo>
                  <a:lnTo>
                    <a:pt x="185" y="6"/>
                  </a:lnTo>
                  <a:lnTo>
                    <a:pt x="189" y="10"/>
                  </a:lnTo>
                  <a:lnTo>
                    <a:pt x="193" y="15"/>
                  </a:lnTo>
                  <a:lnTo>
                    <a:pt x="196" y="20"/>
                  </a:lnTo>
                  <a:lnTo>
                    <a:pt x="198" y="26"/>
                  </a:lnTo>
                  <a:lnTo>
                    <a:pt x="199" y="33"/>
                  </a:lnTo>
                  <a:lnTo>
                    <a:pt x="199" y="33"/>
                  </a:lnTo>
                  <a:lnTo>
                    <a:pt x="198" y="40"/>
                  </a:lnTo>
                  <a:lnTo>
                    <a:pt x="196" y="46"/>
                  </a:lnTo>
                  <a:lnTo>
                    <a:pt x="193" y="52"/>
                  </a:lnTo>
                  <a:lnTo>
                    <a:pt x="189" y="56"/>
                  </a:lnTo>
                  <a:lnTo>
                    <a:pt x="185" y="60"/>
                  </a:lnTo>
                  <a:lnTo>
                    <a:pt x="178" y="64"/>
                  </a:lnTo>
                  <a:lnTo>
                    <a:pt x="172" y="66"/>
                  </a:lnTo>
                  <a:lnTo>
                    <a:pt x="166" y="67"/>
                  </a:lnTo>
                  <a:lnTo>
                    <a:pt x="166"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120" name="Graphic 119">
            <a:extLst>
              <a:ext uri="{FF2B5EF4-FFF2-40B4-BE49-F238E27FC236}">
                <a16:creationId xmlns:a16="http://schemas.microsoft.com/office/drawing/2014/main" id="{E556EBE8-CB1E-4187-BE64-5AA27D600F6F}"/>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776490" y="4399815"/>
            <a:ext cx="293787" cy="293787"/>
          </a:xfrm>
          <a:prstGeom prst="rect">
            <a:avLst/>
          </a:prstGeom>
        </p:spPr>
      </p:pic>
      <p:grpSp>
        <p:nvGrpSpPr>
          <p:cNvPr id="94" name="Group 93">
            <a:extLst>
              <a:ext uri="{FF2B5EF4-FFF2-40B4-BE49-F238E27FC236}">
                <a16:creationId xmlns:a16="http://schemas.microsoft.com/office/drawing/2014/main" id="{7BB7266D-576A-441E-BB28-6151BE098CA4}"/>
              </a:ext>
            </a:extLst>
          </p:cNvPr>
          <p:cNvGrpSpPr/>
          <p:nvPr/>
        </p:nvGrpSpPr>
        <p:grpSpPr>
          <a:xfrm>
            <a:off x="5670208" y="1346202"/>
            <a:ext cx="180524" cy="239642"/>
            <a:chOff x="2736850" y="2168525"/>
            <a:chExt cx="271463" cy="360363"/>
          </a:xfrm>
          <a:solidFill>
            <a:schemeClr val="bg1"/>
          </a:solidFill>
        </p:grpSpPr>
        <p:sp>
          <p:nvSpPr>
            <p:cNvPr id="96" name="Freeform 61">
              <a:extLst>
                <a:ext uri="{FF2B5EF4-FFF2-40B4-BE49-F238E27FC236}">
                  <a16:creationId xmlns:a16="http://schemas.microsoft.com/office/drawing/2014/main" id="{73DD8E6A-A12E-4BF8-B8B6-8F95CA3D1354}"/>
                </a:ext>
              </a:extLst>
            </p:cNvPr>
            <p:cNvSpPr>
              <a:spLocks noEditPoints="1"/>
            </p:cNvSpPr>
            <p:nvPr/>
          </p:nvSpPr>
          <p:spPr bwMode="auto">
            <a:xfrm>
              <a:off x="2736850" y="2424113"/>
              <a:ext cx="104775" cy="104775"/>
            </a:xfrm>
            <a:custGeom>
              <a:avLst/>
              <a:gdLst>
                <a:gd name="T0" fmla="*/ 208 w 464"/>
                <a:gd name="T1" fmla="*/ 462 h 463"/>
                <a:gd name="T2" fmla="*/ 142 w 464"/>
                <a:gd name="T3" fmla="*/ 445 h 463"/>
                <a:gd name="T4" fmla="*/ 85 w 464"/>
                <a:gd name="T5" fmla="*/ 410 h 463"/>
                <a:gd name="T6" fmla="*/ 40 w 464"/>
                <a:gd name="T7" fmla="*/ 362 h 463"/>
                <a:gd name="T8" fmla="*/ 11 w 464"/>
                <a:gd name="T9" fmla="*/ 300 h 463"/>
                <a:gd name="T10" fmla="*/ 0 w 464"/>
                <a:gd name="T11" fmla="*/ 232 h 463"/>
                <a:gd name="T12" fmla="*/ 5 w 464"/>
                <a:gd name="T13" fmla="*/ 186 h 463"/>
                <a:gd name="T14" fmla="*/ 29 w 464"/>
                <a:gd name="T15" fmla="*/ 121 h 463"/>
                <a:gd name="T16" fmla="*/ 68 w 464"/>
                <a:gd name="T17" fmla="*/ 69 h 463"/>
                <a:gd name="T18" fmla="*/ 122 w 464"/>
                <a:gd name="T19" fmla="*/ 28 h 463"/>
                <a:gd name="T20" fmla="*/ 185 w 464"/>
                <a:gd name="T21" fmla="*/ 5 h 463"/>
                <a:gd name="T22" fmla="*/ 232 w 464"/>
                <a:gd name="T23" fmla="*/ 0 h 463"/>
                <a:gd name="T24" fmla="*/ 301 w 464"/>
                <a:gd name="T25" fmla="*/ 11 h 463"/>
                <a:gd name="T26" fmla="*/ 361 w 464"/>
                <a:gd name="T27" fmla="*/ 40 h 463"/>
                <a:gd name="T28" fmla="*/ 411 w 464"/>
                <a:gd name="T29" fmla="*/ 85 h 463"/>
                <a:gd name="T30" fmla="*/ 445 w 464"/>
                <a:gd name="T31" fmla="*/ 142 h 463"/>
                <a:gd name="T32" fmla="*/ 462 w 464"/>
                <a:gd name="T33" fmla="*/ 208 h 463"/>
                <a:gd name="T34" fmla="*/ 462 w 464"/>
                <a:gd name="T35" fmla="*/ 256 h 463"/>
                <a:gd name="T36" fmla="*/ 445 w 464"/>
                <a:gd name="T37" fmla="*/ 322 h 463"/>
                <a:gd name="T38" fmla="*/ 411 w 464"/>
                <a:gd name="T39" fmla="*/ 379 h 463"/>
                <a:gd name="T40" fmla="*/ 361 w 464"/>
                <a:gd name="T41" fmla="*/ 424 h 463"/>
                <a:gd name="T42" fmla="*/ 301 w 464"/>
                <a:gd name="T43" fmla="*/ 453 h 463"/>
                <a:gd name="T44" fmla="*/ 232 w 464"/>
                <a:gd name="T45" fmla="*/ 463 h 463"/>
                <a:gd name="T46" fmla="*/ 232 w 464"/>
                <a:gd name="T47" fmla="*/ 66 h 463"/>
                <a:gd name="T48" fmla="*/ 183 w 464"/>
                <a:gd name="T49" fmla="*/ 74 h 463"/>
                <a:gd name="T50" fmla="*/ 140 w 464"/>
                <a:gd name="T51" fmla="*/ 94 h 463"/>
                <a:gd name="T52" fmla="*/ 104 w 464"/>
                <a:gd name="T53" fmla="*/ 127 h 463"/>
                <a:gd name="T54" fmla="*/ 80 w 464"/>
                <a:gd name="T55" fmla="*/ 168 h 463"/>
                <a:gd name="T56" fmla="*/ 67 w 464"/>
                <a:gd name="T57" fmla="*/ 215 h 463"/>
                <a:gd name="T58" fmla="*/ 67 w 464"/>
                <a:gd name="T59" fmla="*/ 249 h 463"/>
                <a:gd name="T60" fmla="*/ 80 w 464"/>
                <a:gd name="T61" fmla="*/ 296 h 463"/>
                <a:gd name="T62" fmla="*/ 104 w 464"/>
                <a:gd name="T63" fmla="*/ 337 h 463"/>
                <a:gd name="T64" fmla="*/ 140 w 464"/>
                <a:gd name="T65" fmla="*/ 369 h 463"/>
                <a:gd name="T66" fmla="*/ 183 w 464"/>
                <a:gd name="T67" fmla="*/ 389 h 463"/>
                <a:gd name="T68" fmla="*/ 232 w 464"/>
                <a:gd name="T69" fmla="*/ 397 h 463"/>
                <a:gd name="T70" fmla="*/ 265 w 464"/>
                <a:gd name="T71" fmla="*/ 394 h 463"/>
                <a:gd name="T72" fmla="*/ 310 w 464"/>
                <a:gd name="T73" fmla="*/ 377 h 463"/>
                <a:gd name="T74" fmla="*/ 349 w 464"/>
                <a:gd name="T75" fmla="*/ 349 h 463"/>
                <a:gd name="T76" fmla="*/ 378 w 464"/>
                <a:gd name="T77" fmla="*/ 311 h 463"/>
                <a:gd name="T78" fmla="*/ 394 w 464"/>
                <a:gd name="T79" fmla="*/ 265 h 463"/>
                <a:gd name="T80" fmla="*/ 397 w 464"/>
                <a:gd name="T81" fmla="*/ 232 h 463"/>
                <a:gd name="T82" fmla="*/ 390 w 464"/>
                <a:gd name="T83" fmla="*/ 182 h 463"/>
                <a:gd name="T84" fmla="*/ 369 w 464"/>
                <a:gd name="T85" fmla="*/ 139 h 463"/>
                <a:gd name="T86" fmla="*/ 337 w 464"/>
                <a:gd name="T87" fmla="*/ 104 h 463"/>
                <a:gd name="T88" fmla="*/ 296 w 464"/>
                <a:gd name="T89" fmla="*/ 80 h 463"/>
                <a:gd name="T90" fmla="*/ 248 w 464"/>
                <a:gd name="T91" fmla="*/ 68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64" h="463">
                  <a:moveTo>
                    <a:pt x="232" y="463"/>
                  </a:moveTo>
                  <a:lnTo>
                    <a:pt x="232" y="463"/>
                  </a:lnTo>
                  <a:lnTo>
                    <a:pt x="208" y="462"/>
                  </a:lnTo>
                  <a:lnTo>
                    <a:pt x="185" y="459"/>
                  </a:lnTo>
                  <a:lnTo>
                    <a:pt x="163" y="453"/>
                  </a:lnTo>
                  <a:lnTo>
                    <a:pt x="142" y="445"/>
                  </a:lnTo>
                  <a:lnTo>
                    <a:pt x="122" y="435"/>
                  </a:lnTo>
                  <a:lnTo>
                    <a:pt x="102" y="424"/>
                  </a:lnTo>
                  <a:lnTo>
                    <a:pt x="85" y="410"/>
                  </a:lnTo>
                  <a:lnTo>
                    <a:pt x="68" y="396"/>
                  </a:lnTo>
                  <a:lnTo>
                    <a:pt x="54" y="379"/>
                  </a:lnTo>
                  <a:lnTo>
                    <a:pt x="40" y="362"/>
                  </a:lnTo>
                  <a:lnTo>
                    <a:pt x="29" y="342"/>
                  </a:lnTo>
                  <a:lnTo>
                    <a:pt x="19" y="322"/>
                  </a:lnTo>
                  <a:lnTo>
                    <a:pt x="11" y="300"/>
                  </a:lnTo>
                  <a:lnTo>
                    <a:pt x="5" y="279"/>
                  </a:lnTo>
                  <a:lnTo>
                    <a:pt x="2" y="256"/>
                  </a:lnTo>
                  <a:lnTo>
                    <a:pt x="0" y="232"/>
                  </a:lnTo>
                  <a:lnTo>
                    <a:pt x="0" y="232"/>
                  </a:lnTo>
                  <a:lnTo>
                    <a:pt x="2" y="208"/>
                  </a:lnTo>
                  <a:lnTo>
                    <a:pt x="5" y="186"/>
                  </a:lnTo>
                  <a:lnTo>
                    <a:pt x="11" y="163"/>
                  </a:lnTo>
                  <a:lnTo>
                    <a:pt x="19" y="142"/>
                  </a:lnTo>
                  <a:lnTo>
                    <a:pt x="29" y="121"/>
                  </a:lnTo>
                  <a:lnTo>
                    <a:pt x="40" y="103"/>
                  </a:lnTo>
                  <a:lnTo>
                    <a:pt x="54" y="85"/>
                  </a:lnTo>
                  <a:lnTo>
                    <a:pt x="68" y="69"/>
                  </a:lnTo>
                  <a:lnTo>
                    <a:pt x="85" y="53"/>
                  </a:lnTo>
                  <a:lnTo>
                    <a:pt x="102" y="40"/>
                  </a:lnTo>
                  <a:lnTo>
                    <a:pt x="122" y="28"/>
                  </a:lnTo>
                  <a:lnTo>
                    <a:pt x="142" y="19"/>
                  </a:lnTo>
                  <a:lnTo>
                    <a:pt x="163" y="11"/>
                  </a:lnTo>
                  <a:lnTo>
                    <a:pt x="185" y="5"/>
                  </a:lnTo>
                  <a:lnTo>
                    <a:pt x="208" y="1"/>
                  </a:lnTo>
                  <a:lnTo>
                    <a:pt x="232" y="0"/>
                  </a:lnTo>
                  <a:lnTo>
                    <a:pt x="232" y="0"/>
                  </a:lnTo>
                  <a:lnTo>
                    <a:pt x="256" y="1"/>
                  </a:lnTo>
                  <a:lnTo>
                    <a:pt x="278" y="5"/>
                  </a:lnTo>
                  <a:lnTo>
                    <a:pt x="301" y="11"/>
                  </a:lnTo>
                  <a:lnTo>
                    <a:pt x="322" y="19"/>
                  </a:lnTo>
                  <a:lnTo>
                    <a:pt x="342" y="28"/>
                  </a:lnTo>
                  <a:lnTo>
                    <a:pt x="361" y="40"/>
                  </a:lnTo>
                  <a:lnTo>
                    <a:pt x="379" y="53"/>
                  </a:lnTo>
                  <a:lnTo>
                    <a:pt x="395" y="69"/>
                  </a:lnTo>
                  <a:lnTo>
                    <a:pt x="411" y="85"/>
                  </a:lnTo>
                  <a:lnTo>
                    <a:pt x="424" y="103"/>
                  </a:lnTo>
                  <a:lnTo>
                    <a:pt x="436" y="121"/>
                  </a:lnTo>
                  <a:lnTo>
                    <a:pt x="445" y="142"/>
                  </a:lnTo>
                  <a:lnTo>
                    <a:pt x="453" y="163"/>
                  </a:lnTo>
                  <a:lnTo>
                    <a:pt x="458" y="186"/>
                  </a:lnTo>
                  <a:lnTo>
                    <a:pt x="462" y="208"/>
                  </a:lnTo>
                  <a:lnTo>
                    <a:pt x="464" y="232"/>
                  </a:lnTo>
                  <a:lnTo>
                    <a:pt x="464" y="232"/>
                  </a:lnTo>
                  <a:lnTo>
                    <a:pt x="462" y="256"/>
                  </a:lnTo>
                  <a:lnTo>
                    <a:pt x="458" y="279"/>
                  </a:lnTo>
                  <a:lnTo>
                    <a:pt x="453" y="300"/>
                  </a:lnTo>
                  <a:lnTo>
                    <a:pt x="445" y="322"/>
                  </a:lnTo>
                  <a:lnTo>
                    <a:pt x="436" y="342"/>
                  </a:lnTo>
                  <a:lnTo>
                    <a:pt x="424" y="362"/>
                  </a:lnTo>
                  <a:lnTo>
                    <a:pt x="411" y="379"/>
                  </a:lnTo>
                  <a:lnTo>
                    <a:pt x="395" y="396"/>
                  </a:lnTo>
                  <a:lnTo>
                    <a:pt x="379" y="410"/>
                  </a:lnTo>
                  <a:lnTo>
                    <a:pt x="361" y="424"/>
                  </a:lnTo>
                  <a:lnTo>
                    <a:pt x="342" y="435"/>
                  </a:lnTo>
                  <a:lnTo>
                    <a:pt x="322" y="445"/>
                  </a:lnTo>
                  <a:lnTo>
                    <a:pt x="301" y="453"/>
                  </a:lnTo>
                  <a:lnTo>
                    <a:pt x="278" y="459"/>
                  </a:lnTo>
                  <a:lnTo>
                    <a:pt x="256" y="462"/>
                  </a:lnTo>
                  <a:lnTo>
                    <a:pt x="232" y="463"/>
                  </a:lnTo>
                  <a:lnTo>
                    <a:pt x="232" y="463"/>
                  </a:lnTo>
                  <a:close/>
                  <a:moveTo>
                    <a:pt x="232" y="66"/>
                  </a:moveTo>
                  <a:lnTo>
                    <a:pt x="232" y="66"/>
                  </a:lnTo>
                  <a:lnTo>
                    <a:pt x="215" y="68"/>
                  </a:lnTo>
                  <a:lnTo>
                    <a:pt x="199" y="70"/>
                  </a:lnTo>
                  <a:lnTo>
                    <a:pt x="183" y="74"/>
                  </a:lnTo>
                  <a:lnTo>
                    <a:pt x="168" y="80"/>
                  </a:lnTo>
                  <a:lnTo>
                    <a:pt x="153" y="86"/>
                  </a:lnTo>
                  <a:lnTo>
                    <a:pt x="140" y="94"/>
                  </a:lnTo>
                  <a:lnTo>
                    <a:pt x="127" y="104"/>
                  </a:lnTo>
                  <a:lnTo>
                    <a:pt x="115" y="115"/>
                  </a:lnTo>
                  <a:lnTo>
                    <a:pt x="104" y="127"/>
                  </a:lnTo>
                  <a:lnTo>
                    <a:pt x="95" y="139"/>
                  </a:lnTo>
                  <a:lnTo>
                    <a:pt x="87" y="153"/>
                  </a:lnTo>
                  <a:lnTo>
                    <a:pt x="80" y="168"/>
                  </a:lnTo>
                  <a:lnTo>
                    <a:pt x="74" y="182"/>
                  </a:lnTo>
                  <a:lnTo>
                    <a:pt x="70" y="199"/>
                  </a:lnTo>
                  <a:lnTo>
                    <a:pt x="67" y="215"/>
                  </a:lnTo>
                  <a:lnTo>
                    <a:pt x="66" y="232"/>
                  </a:lnTo>
                  <a:lnTo>
                    <a:pt x="66" y="232"/>
                  </a:lnTo>
                  <a:lnTo>
                    <a:pt x="67" y="249"/>
                  </a:lnTo>
                  <a:lnTo>
                    <a:pt x="70" y="265"/>
                  </a:lnTo>
                  <a:lnTo>
                    <a:pt x="74" y="281"/>
                  </a:lnTo>
                  <a:lnTo>
                    <a:pt x="80" y="296"/>
                  </a:lnTo>
                  <a:lnTo>
                    <a:pt x="87" y="311"/>
                  </a:lnTo>
                  <a:lnTo>
                    <a:pt x="95" y="324"/>
                  </a:lnTo>
                  <a:lnTo>
                    <a:pt x="104" y="337"/>
                  </a:lnTo>
                  <a:lnTo>
                    <a:pt x="115" y="349"/>
                  </a:lnTo>
                  <a:lnTo>
                    <a:pt x="127" y="359"/>
                  </a:lnTo>
                  <a:lnTo>
                    <a:pt x="140" y="369"/>
                  </a:lnTo>
                  <a:lnTo>
                    <a:pt x="153" y="377"/>
                  </a:lnTo>
                  <a:lnTo>
                    <a:pt x="168" y="384"/>
                  </a:lnTo>
                  <a:lnTo>
                    <a:pt x="183" y="389"/>
                  </a:lnTo>
                  <a:lnTo>
                    <a:pt x="199" y="394"/>
                  </a:lnTo>
                  <a:lnTo>
                    <a:pt x="215" y="397"/>
                  </a:lnTo>
                  <a:lnTo>
                    <a:pt x="232" y="397"/>
                  </a:lnTo>
                  <a:lnTo>
                    <a:pt x="232" y="397"/>
                  </a:lnTo>
                  <a:lnTo>
                    <a:pt x="248" y="397"/>
                  </a:lnTo>
                  <a:lnTo>
                    <a:pt x="265" y="394"/>
                  </a:lnTo>
                  <a:lnTo>
                    <a:pt x="281" y="389"/>
                  </a:lnTo>
                  <a:lnTo>
                    <a:pt x="296" y="384"/>
                  </a:lnTo>
                  <a:lnTo>
                    <a:pt x="310" y="377"/>
                  </a:lnTo>
                  <a:lnTo>
                    <a:pt x="324" y="369"/>
                  </a:lnTo>
                  <a:lnTo>
                    <a:pt x="337" y="359"/>
                  </a:lnTo>
                  <a:lnTo>
                    <a:pt x="349" y="349"/>
                  </a:lnTo>
                  <a:lnTo>
                    <a:pt x="359" y="337"/>
                  </a:lnTo>
                  <a:lnTo>
                    <a:pt x="369" y="324"/>
                  </a:lnTo>
                  <a:lnTo>
                    <a:pt x="378" y="311"/>
                  </a:lnTo>
                  <a:lnTo>
                    <a:pt x="384" y="296"/>
                  </a:lnTo>
                  <a:lnTo>
                    <a:pt x="390" y="281"/>
                  </a:lnTo>
                  <a:lnTo>
                    <a:pt x="394" y="265"/>
                  </a:lnTo>
                  <a:lnTo>
                    <a:pt x="396" y="249"/>
                  </a:lnTo>
                  <a:lnTo>
                    <a:pt x="397" y="232"/>
                  </a:lnTo>
                  <a:lnTo>
                    <a:pt x="397" y="232"/>
                  </a:lnTo>
                  <a:lnTo>
                    <a:pt x="396" y="215"/>
                  </a:lnTo>
                  <a:lnTo>
                    <a:pt x="394" y="199"/>
                  </a:lnTo>
                  <a:lnTo>
                    <a:pt x="390" y="182"/>
                  </a:lnTo>
                  <a:lnTo>
                    <a:pt x="384" y="168"/>
                  </a:lnTo>
                  <a:lnTo>
                    <a:pt x="378" y="153"/>
                  </a:lnTo>
                  <a:lnTo>
                    <a:pt x="369" y="139"/>
                  </a:lnTo>
                  <a:lnTo>
                    <a:pt x="359" y="127"/>
                  </a:lnTo>
                  <a:lnTo>
                    <a:pt x="349" y="115"/>
                  </a:lnTo>
                  <a:lnTo>
                    <a:pt x="337" y="104"/>
                  </a:lnTo>
                  <a:lnTo>
                    <a:pt x="324" y="94"/>
                  </a:lnTo>
                  <a:lnTo>
                    <a:pt x="310" y="86"/>
                  </a:lnTo>
                  <a:lnTo>
                    <a:pt x="296" y="80"/>
                  </a:lnTo>
                  <a:lnTo>
                    <a:pt x="281" y="74"/>
                  </a:lnTo>
                  <a:lnTo>
                    <a:pt x="265" y="70"/>
                  </a:lnTo>
                  <a:lnTo>
                    <a:pt x="248" y="68"/>
                  </a:lnTo>
                  <a:lnTo>
                    <a:pt x="232" y="66"/>
                  </a:lnTo>
                  <a:lnTo>
                    <a:pt x="232"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62">
              <a:extLst>
                <a:ext uri="{FF2B5EF4-FFF2-40B4-BE49-F238E27FC236}">
                  <a16:creationId xmlns:a16="http://schemas.microsoft.com/office/drawing/2014/main" id="{C3246B3B-A51B-4EED-896A-6F5C3DBEB9F7}"/>
                </a:ext>
              </a:extLst>
            </p:cNvPr>
            <p:cNvSpPr>
              <a:spLocks/>
            </p:cNvSpPr>
            <p:nvPr/>
          </p:nvSpPr>
          <p:spPr bwMode="auto">
            <a:xfrm>
              <a:off x="2751138" y="2168525"/>
              <a:ext cx="60325" cy="273050"/>
            </a:xfrm>
            <a:custGeom>
              <a:avLst/>
              <a:gdLst>
                <a:gd name="T0" fmla="*/ 232 w 265"/>
                <a:gd name="T1" fmla="*/ 1203 h 1203"/>
                <a:gd name="T2" fmla="*/ 232 w 265"/>
                <a:gd name="T3" fmla="*/ 1203 h 1203"/>
                <a:gd name="T4" fmla="*/ 226 w 265"/>
                <a:gd name="T5" fmla="*/ 1202 h 1203"/>
                <a:gd name="T6" fmla="*/ 220 w 265"/>
                <a:gd name="T7" fmla="*/ 1200 h 1203"/>
                <a:gd name="T8" fmla="*/ 213 w 265"/>
                <a:gd name="T9" fmla="*/ 1197 h 1203"/>
                <a:gd name="T10" fmla="*/ 208 w 265"/>
                <a:gd name="T11" fmla="*/ 1194 h 1203"/>
                <a:gd name="T12" fmla="*/ 205 w 265"/>
                <a:gd name="T13" fmla="*/ 1188 h 1203"/>
                <a:gd name="T14" fmla="*/ 202 w 265"/>
                <a:gd name="T15" fmla="*/ 1182 h 1203"/>
                <a:gd name="T16" fmla="*/ 200 w 265"/>
                <a:gd name="T17" fmla="*/ 1176 h 1203"/>
                <a:gd name="T18" fmla="*/ 199 w 265"/>
                <a:gd name="T19" fmla="*/ 1170 h 1203"/>
                <a:gd name="T20" fmla="*/ 199 w 265"/>
                <a:gd name="T21" fmla="*/ 66 h 1203"/>
                <a:gd name="T22" fmla="*/ 33 w 265"/>
                <a:gd name="T23" fmla="*/ 66 h 1203"/>
                <a:gd name="T24" fmla="*/ 33 w 265"/>
                <a:gd name="T25" fmla="*/ 66 h 1203"/>
                <a:gd name="T26" fmla="*/ 27 w 265"/>
                <a:gd name="T27" fmla="*/ 65 h 1203"/>
                <a:gd name="T28" fmla="*/ 21 w 265"/>
                <a:gd name="T29" fmla="*/ 63 h 1203"/>
                <a:gd name="T30" fmla="*/ 15 w 265"/>
                <a:gd name="T31" fmla="*/ 60 h 1203"/>
                <a:gd name="T32" fmla="*/ 10 w 265"/>
                <a:gd name="T33" fmla="*/ 56 h 1203"/>
                <a:gd name="T34" fmla="*/ 6 w 265"/>
                <a:gd name="T35" fmla="*/ 51 h 1203"/>
                <a:gd name="T36" fmla="*/ 3 w 265"/>
                <a:gd name="T37" fmla="*/ 46 h 1203"/>
                <a:gd name="T38" fmla="*/ 1 w 265"/>
                <a:gd name="T39" fmla="*/ 39 h 1203"/>
                <a:gd name="T40" fmla="*/ 0 w 265"/>
                <a:gd name="T41" fmla="*/ 33 h 1203"/>
                <a:gd name="T42" fmla="*/ 0 w 265"/>
                <a:gd name="T43" fmla="*/ 33 h 1203"/>
                <a:gd name="T44" fmla="*/ 1 w 265"/>
                <a:gd name="T45" fmla="*/ 26 h 1203"/>
                <a:gd name="T46" fmla="*/ 3 w 265"/>
                <a:gd name="T47" fmla="*/ 20 h 1203"/>
                <a:gd name="T48" fmla="*/ 6 w 265"/>
                <a:gd name="T49" fmla="*/ 14 h 1203"/>
                <a:gd name="T50" fmla="*/ 10 w 265"/>
                <a:gd name="T51" fmla="*/ 9 h 1203"/>
                <a:gd name="T52" fmla="*/ 15 w 265"/>
                <a:gd name="T53" fmla="*/ 5 h 1203"/>
                <a:gd name="T54" fmla="*/ 21 w 265"/>
                <a:gd name="T55" fmla="*/ 2 h 1203"/>
                <a:gd name="T56" fmla="*/ 27 w 265"/>
                <a:gd name="T57" fmla="*/ 0 h 1203"/>
                <a:gd name="T58" fmla="*/ 33 w 265"/>
                <a:gd name="T59" fmla="*/ 0 h 1203"/>
                <a:gd name="T60" fmla="*/ 232 w 265"/>
                <a:gd name="T61" fmla="*/ 0 h 1203"/>
                <a:gd name="T62" fmla="*/ 232 w 265"/>
                <a:gd name="T63" fmla="*/ 0 h 1203"/>
                <a:gd name="T64" fmla="*/ 238 w 265"/>
                <a:gd name="T65" fmla="*/ 0 h 1203"/>
                <a:gd name="T66" fmla="*/ 244 w 265"/>
                <a:gd name="T67" fmla="*/ 2 h 1203"/>
                <a:gd name="T68" fmla="*/ 251 w 265"/>
                <a:gd name="T69" fmla="*/ 5 h 1203"/>
                <a:gd name="T70" fmla="*/ 256 w 265"/>
                <a:gd name="T71" fmla="*/ 9 h 1203"/>
                <a:gd name="T72" fmla="*/ 260 w 265"/>
                <a:gd name="T73" fmla="*/ 14 h 1203"/>
                <a:gd name="T74" fmla="*/ 262 w 265"/>
                <a:gd name="T75" fmla="*/ 20 h 1203"/>
                <a:gd name="T76" fmla="*/ 264 w 265"/>
                <a:gd name="T77" fmla="*/ 26 h 1203"/>
                <a:gd name="T78" fmla="*/ 265 w 265"/>
                <a:gd name="T79" fmla="*/ 33 h 1203"/>
                <a:gd name="T80" fmla="*/ 265 w 265"/>
                <a:gd name="T81" fmla="*/ 1170 h 1203"/>
                <a:gd name="T82" fmla="*/ 265 w 265"/>
                <a:gd name="T83" fmla="*/ 1170 h 1203"/>
                <a:gd name="T84" fmla="*/ 264 w 265"/>
                <a:gd name="T85" fmla="*/ 1176 h 1203"/>
                <a:gd name="T86" fmla="*/ 262 w 265"/>
                <a:gd name="T87" fmla="*/ 1182 h 1203"/>
                <a:gd name="T88" fmla="*/ 260 w 265"/>
                <a:gd name="T89" fmla="*/ 1188 h 1203"/>
                <a:gd name="T90" fmla="*/ 256 w 265"/>
                <a:gd name="T91" fmla="*/ 1194 h 1203"/>
                <a:gd name="T92" fmla="*/ 251 w 265"/>
                <a:gd name="T93" fmla="*/ 1197 h 1203"/>
                <a:gd name="T94" fmla="*/ 244 w 265"/>
                <a:gd name="T95" fmla="*/ 1200 h 1203"/>
                <a:gd name="T96" fmla="*/ 238 w 265"/>
                <a:gd name="T97" fmla="*/ 1202 h 1203"/>
                <a:gd name="T98" fmla="*/ 232 w 265"/>
                <a:gd name="T99" fmla="*/ 1203 h 1203"/>
                <a:gd name="T100" fmla="*/ 232 w 265"/>
                <a:gd name="T101" fmla="*/ 1203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5" h="1203">
                  <a:moveTo>
                    <a:pt x="232" y="1203"/>
                  </a:moveTo>
                  <a:lnTo>
                    <a:pt x="232" y="1203"/>
                  </a:lnTo>
                  <a:lnTo>
                    <a:pt x="226" y="1202"/>
                  </a:lnTo>
                  <a:lnTo>
                    <a:pt x="220" y="1200"/>
                  </a:lnTo>
                  <a:lnTo>
                    <a:pt x="213" y="1197"/>
                  </a:lnTo>
                  <a:lnTo>
                    <a:pt x="208" y="1194"/>
                  </a:lnTo>
                  <a:lnTo>
                    <a:pt x="205" y="1188"/>
                  </a:lnTo>
                  <a:lnTo>
                    <a:pt x="202" y="1182"/>
                  </a:lnTo>
                  <a:lnTo>
                    <a:pt x="200" y="1176"/>
                  </a:lnTo>
                  <a:lnTo>
                    <a:pt x="199" y="1170"/>
                  </a:lnTo>
                  <a:lnTo>
                    <a:pt x="199" y="66"/>
                  </a:lnTo>
                  <a:lnTo>
                    <a:pt x="33" y="66"/>
                  </a:lnTo>
                  <a:lnTo>
                    <a:pt x="33" y="66"/>
                  </a:lnTo>
                  <a:lnTo>
                    <a:pt x="27" y="65"/>
                  </a:lnTo>
                  <a:lnTo>
                    <a:pt x="21" y="63"/>
                  </a:lnTo>
                  <a:lnTo>
                    <a:pt x="15" y="60"/>
                  </a:lnTo>
                  <a:lnTo>
                    <a:pt x="10" y="56"/>
                  </a:lnTo>
                  <a:lnTo>
                    <a:pt x="6" y="51"/>
                  </a:lnTo>
                  <a:lnTo>
                    <a:pt x="3" y="46"/>
                  </a:lnTo>
                  <a:lnTo>
                    <a:pt x="1" y="39"/>
                  </a:lnTo>
                  <a:lnTo>
                    <a:pt x="0" y="33"/>
                  </a:lnTo>
                  <a:lnTo>
                    <a:pt x="0" y="33"/>
                  </a:lnTo>
                  <a:lnTo>
                    <a:pt x="1" y="26"/>
                  </a:lnTo>
                  <a:lnTo>
                    <a:pt x="3" y="20"/>
                  </a:lnTo>
                  <a:lnTo>
                    <a:pt x="6" y="14"/>
                  </a:lnTo>
                  <a:lnTo>
                    <a:pt x="10" y="9"/>
                  </a:lnTo>
                  <a:lnTo>
                    <a:pt x="15" y="5"/>
                  </a:lnTo>
                  <a:lnTo>
                    <a:pt x="21" y="2"/>
                  </a:lnTo>
                  <a:lnTo>
                    <a:pt x="27" y="0"/>
                  </a:lnTo>
                  <a:lnTo>
                    <a:pt x="33" y="0"/>
                  </a:lnTo>
                  <a:lnTo>
                    <a:pt x="232" y="0"/>
                  </a:lnTo>
                  <a:lnTo>
                    <a:pt x="232" y="0"/>
                  </a:lnTo>
                  <a:lnTo>
                    <a:pt x="238" y="0"/>
                  </a:lnTo>
                  <a:lnTo>
                    <a:pt x="244" y="2"/>
                  </a:lnTo>
                  <a:lnTo>
                    <a:pt x="251" y="5"/>
                  </a:lnTo>
                  <a:lnTo>
                    <a:pt x="256" y="9"/>
                  </a:lnTo>
                  <a:lnTo>
                    <a:pt x="260" y="14"/>
                  </a:lnTo>
                  <a:lnTo>
                    <a:pt x="262" y="20"/>
                  </a:lnTo>
                  <a:lnTo>
                    <a:pt x="264" y="26"/>
                  </a:lnTo>
                  <a:lnTo>
                    <a:pt x="265" y="33"/>
                  </a:lnTo>
                  <a:lnTo>
                    <a:pt x="265" y="1170"/>
                  </a:lnTo>
                  <a:lnTo>
                    <a:pt x="265" y="1170"/>
                  </a:lnTo>
                  <a:lnTo>
                    <a:pt x="264" y="1176"/>
                  </a:lnTo>
                  <a:lnTo>
                    <a:pt x="262" y="1182"/>
                  </a:lnTo>
                  <a:lnTo>
                    <a:pt x="260" y="1188"/>
                  </a:lnTo>
                  <a:lnTo>
                    <a:pt x="256" y="1194"/>
                  </a:lnTo>
                  <a:lnTo>
                    <a:pt x="251" y="1197"/>
                  </a:lnTo>
                  <a:lnTo>
                    <a:pt x="244" y="1200"/>
                  </a:lnTo>
                  <a:lnTo>
                    <a:pt x="238" y="1202"/>
                  </a:lnTo>
                  <a:lnTo>
                    <a:pt x="232" y="1203"/>
                  </a:lnTo>
                  <a:lnTo>
                    <a:pt x="232" y="12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63">
              <a:extLst>
                <a:ext uri="{FF2B5EF4-FFF2-40B4-BE49-F238E27FC236}">
                  <a16:creationId xmlns:a16="http://schemas.microsoft.com/office/drawing/2014/main" id="{F0A5957C-DC4E-4517-918A-C45C7CB03045}"/>
                </a:ext>
              </a:extLst>
            </p:cNvPr>
            <p:cNvSpPr>
              <a:spLocks/>
            </p:cNvSpPr>
            <p:nvPr/>
          </p:nvSpPr>
          <p:spPr bwMode="auto">
            <a:xfrm>
              <a:off x="2824163" y="2482850"/>
              <a:ext cx="184150" cy="46038"/>
            </a:xfrm>
            <a:custGeom>
              <a:avLst/>
              <a:gdLst>
                <a:gd name="T0" fmla="*/ 778 w 811"/>
                <a:gd name="T1" fmla="*/ 198 h 198"/>
                <a:gd name="T2" fmla="*/ 778 w 811"/>
                <a:gd name="T3" fmla="*/ 198 h 198"/>
                <a:gd name="T4" fmla="*/ 772 w 811"/>
                <a:gd name="T5" fmla="*/ 198 h 198"/>
                <a:gd name="T6" fmla="*/ 767 w 811"/>
                <a:gd name="T7" fmla="*/ 196 h 198"/>
                <a:gd name="T8" fmla="*/ 760 w 811"/>
                <a:gd name="T9" fmla="*/ 193 h 198"/>
                <a:gd name="T10" fmla="*/ 755 w 811"/>
                <a:gd name="T11" fmla="*/ 189 h 198"/>
                <a:gd name="T12" fmla="*/ 627 w 811"/>
                <a:gd name="T13" fmla="*/ 66 h 198"/>
                <a:gd name="T14" fmla="*/ 33 w 811"/>
                <a:gd name="T15" fmla="*/ 66 h 198"/>
                <a:gd name="T16" fmla="*/ 33 w 811"/>
                <a:gd name="T17" fmla="*/ 66 h 198"/>
                <a:gd name="T18" fmla="*/ 26 w 811"/>
                <a:gd name="T19" fmla="*/ 65 h 198"/>
                <a:gd name="T20" fmla="*/ 20 w 811"/>
                <a:gd name="T21" fmla="*/ 63 h 198"/>
                <a:gd name="T22" fmla="*/ 14 w 811"/>
                <a:gd name="T23" fmla="*/ 60 h 198"/>
                <a:gd name="T24" fmla="*/ 9 w 811"/>
                <a:gd name="T25" fmla="*/ 56 h 198"/>
                <a:gd name="T26" fmla="*/ 5 w 811"/>
                <a:gd name="T27" fmla="*/ 51 h 198"/>
                <a:gd name="T28" fmla="*/ 2 w 811"/>
                <a:gd name="T29" fmla="*/ 46 h 198"/>
                <a:gd name="T30" fmla="*/ 1 w 811"/>
                <a:gd name="T31" fmla="*/ 40 h 198"/>
                <a:gd name="T32" fmla="*/ 0 w 811"/>
                <a:gd name="T33" fmla="*/ 33 h 198"/>
                <a:gd name="T34" fmla="*/ 0 w 811"/>
                <a:gd name="T35" fmla="*/ 33 h 198"/>
                <a:gd name="T36" fmla="*/ 1 w 811"/>
                <a:gd name="T37" fmla="*/ 26 h 198"/>
                <a:gd name="T38" fmla="*/ 2 w 811"/>
                <a:gd name="T39" fmla="*/ 20 h 198"/>
                <a:gd name="T40" fmla="*/ 5 w 811"/>
                <a:gd name="T41" fmla="*/ 15 h 198"/>
                <a:gd name="T42" fmla="*/ 9 w 811"/>
                <a:gd name="T43" fmla="*/ 10 h 198"/>
                <a:gd name="T44" fmla="*/ 14 w 811"/>
                <a:gd name="T45" fmla="*/ 5 h 198"/>
                <a:gd name="T46" fmla="*/ 20 w 811"/>
                <a:gd name="T47" fmla="*/ 2 h 198"/>
                <a:gd name="T48" fmla="*/ 26 w 811"/>
                <a:gd name="T49" fmla="*/ 0 h 198"/>
                <a:gd name="T50" fmla="*/ 33 w 811"/>
                <a:gd name="T51" fmla="*/ 0 h 198"/>
                <a:gd name="T52" fmla="*/ 640 w 811"/>
                <a:gd name="T53" fmla="*/ 0 h 198"/>
                <a:gd name="T54" fmla="*/ 640 w 811"/>
                <a:gd name="T55" fmla="*/ 0 h 198"/>
                <a:gd name="T56" fmla="*/ 647 w 811"/>
                <a:gd name="T57" fmla="*/ 0 h 198"/>
                <a:gd name="T58" fmla="*/ 653 w 811"/>
                <a:gd name="T59" fmla="*/ 2 h 198"/>
                <a:gd name="T60" fmla="*/ 658 w 811"/>
                <a:gd name="T61" fmla="*/ 5 h 198"/>
                <a:gd name="T62" fmla="*/ 663 w 811"/>
                <a:gd name="T63" fmla="*/ 10 h 198"/>
                <a:gd name="T64" fmla="*/ 801 w 811"/>
                <a:gd name="T65" fmla="*/ 141 h 198"/>
                <a:gd name="T66" fmla="*/ 801 w 811"/>
                <a:gd name="T67" fmla="*/ 141 h 198"/>
                <a:gd name="T68" fmla="*/ 806 w 811"/>
                <a:gd name="T69" fmla="*/ 146 h 198"/>
                <a:gd name="T70" fmla="*/ 809 w 811"/>
                <a:gd name="T71" fmla="*/ 152 h 198"/>
                <a:gd name="T72" fmla="*/ 811 w 811"/>
                <a:gd name="T73" fmla="*/ 159 h 198"/>
                <a:gd name="T74" fmla="*/ 811 w 811"/>
                <a:gd name="T75" fmla="*/ 165 h 198"/>
                <a:gd name="T76" fmla="*/ 811 w 811"/>
                <a:gd name="T77" fmla="*/ 171 h 198"/>
                <a:gd name="T78" fmla="*/ 809 w 811"/>
                <a:gd name="T79" fmla="*/ 177 h 198"/>
                <a:gd name="T80" fmla="*/ 806 w 811"/>
                <a:gd name="T81" fmla="*/ 182 h 198"/>
                <a:gd name="T82" fmla="*/ 802 w 811"/>
                <a:gd name="T83" fmla="*/ 189 h 198"/>
                <a:gd name="T84" fmla="*/ 802 w 811"/>
                <a:gd name="T85" fmla="*/ 189 h 198"/>
                <a:gd name="T86" fmla="*/ 797 w 811"/>
                <a:gd name="T87" fmla="*/ 193 h 198"/>
                <a:gd name="T88" fmla="*/ 792 w 811"/>
                <a:gd name="T89" fmla="*/ 196 h 198"/>
                <a:gd name="T90" fmla="*/ 785 w 811"/>
                <a:gd name="T91" fmla="*/ 198 h 198"/>
                <a:gd name="T92" fmla="*/ 778 w 811"/>
                <a:gd name="T93" fmla="*/ 198 h 198"/>
                <a:gd name="T94" fmla="*/ 778 w 811"/>
                <a:gd name="T95"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11" h="198">
                  <a:moveTo>
                    <a:pt x="778" y="198"/>
                  </a:moveTo>
                  <a:lnTo>
                    <a:pt x="778" y="198"/>
                  </a:lnTo>
                  <a:lnTo>
                    <a:pt x="772" y="198"/>
                  </a:lnTo>
                  <a:lnTo>
                    <a:pt x="767" y="196"/>
                  </a:lnTo>
                  <a:lnTo>
                    <a:pt x="760" y="193"/>
                  </a:lnTo>
                  <a:lnTo>
                    <a:pt x="755" y="189"/>
                  </a:lnTo>
                  <a:lnTo>
                    <a:pt x="627" y="66"/>
                  </a:lnTo>
                  <a:lnTo>
                    <a:pt x="33" y="66"/>
                  </a:lnTo>
                  <a:lnTo>
                    <a:pt x="33" y="66"/>
                  </a:lnTo>
                  <a:lnTo>
                    <a:pt x="26" y="65"/>
                  </a:lnTo>
                  <a:lnTo>
                    <a:pt x="20" y="63"/>
                  </a:lnTo>
                  <a:lnTo>
                    <a:pt x="14" y="60"/>
                  </a:lnTo>
                  <a:lnTo>
                    <a:pt x="9" y="56"/>
                  </a:lnTo>
                  <a:lnTo>
                    <a:pt x="5" y="51"/>
                  </a:lnTo>
                  <a:lnTo>
                    <a:pt x="2" y="46"/>
                  </a:lnTo>
                  <a:lnTo>
                    <a:pt x="1" y="40"/>
                  </a:lnTo>
                  <a:lnTo>
                    <a:pt x="0" y="33"/>
                  </a:lnTo>
                  <a:lnTo>
                    <a:pt x="0" y="33"/>
                  </a:lnTo>
                  <a:lnTo>
                    <a:pt x="1" y="26"/>
                  </a:lnTo>
                  <a:lnTo>
                    <a:pt x="2" y="20"/>
                  </a:lnTo>
                  <a:lnTo>
                    <a:pt x="5" y="15"/>
                  </a:lnTo>
                  <a:lnTo>
                    <a:pt x="9" y="10"/>
                  </a:lnTo>
                  <a:lnTo>
                    <a:pt x="14" y="5"/>
                  </a:lnTo>
                  <a:lnTo>
                    <a:pt x="20" y="2"/>
                  </a:lnTo>
                  <a:lnTo>
                    <a:pt x="26" y="0"/>
                  </a:lnTo>
                  <a:lnTo>
                    <a:pt x="33" y="0"/>
                  </a:lnTo>
                  <a:lnTo>
                    <a:pt x="640" y="0"/>
                  </a:lnTo>
                  <a:lnTo>
                    <a:pt x="640" y="0"/>
                  </a:lnTo>
                  <a:lnTo>
                    <a:pt x="647" y="0"/>
                  </a:lnTo>
                  <a:lnTo>
                    <a:pt x="653" y="2"/>
                  </a:lnTo>
                  <a:lnTo>
                    <a:pt x="658" y="5"/>
                  </a:lnTo>
                  <a:lnTo>
                    <a:pt x="663" y="10"/>
                  </a:lnTo>
                  <a:lnTo>
                    <a:pt x="801" y="141"/>
                  </a:lnTo>
                  <a:lnTo>
                    <a:pt x="801" y="141"/>
                  </a:lnTo>
                  <a:lnTo>
                    <a:pt x="806" y="146"/>
                  </a:lnTo>
                  <a:lnTo>
                    <a:pt x="809" y="152"/>
                  </a:lnTo>
                  <a:lnTo>
                    <a:pt x="811" y="159"/>
                  </a:lnTo>
                  <a:lnTo>
                    <a:pt x="811" y="165"/>
                  </a:lnTo>
                  <a:lnTo>
                    <a:pt x="811" y="171"/>
                  </a:lnTo>
                  <a:lnTo>
                    <a:pt x="809" y="177"/>
                  </a:lnTo>
                  <a:lnTo>
                    <a:pt x="806" y="182"/>
                  </a:lnTo>
                  <a:lnTo>
                    <a:pt x="802" y="189"/>
                  </a:lnTo>
                  <a:lnTo>
                    <a:pt x="802" y="189"/>
                  </a:lnTo>
                  <a:lnTo>
                    <a:pt x="797" y="193"/>
                  </a:lnTo>
                  <a:lnTo>
                    <a:pt x="792" y="196"/>
                  </a:lnTo>
                  <a:lnTo>
                    <a:pt x="785" y="198"/>
                  </a:lnTo>
                  <a:lnTo>
                    <a:pt x="778" y="198"/>
                  </a:lnTo>
                  <a:lnTo>
                    <a:pt x="778"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64">
              <a:extLst>
                <a:ext uri="{FF2B5EF4-FFF2-40B4-BE49-F238E27FC236}">
                  <a16:creationId xmlns:a16="http://schemas.microsoft.com/office/drawing/2014/main" id="{DC51FD7B-3971-4275-ACAF-D689D5B065D7}"/>
                </a:ext>
              </a:extLst>
            </p:cNvPr>
            <p:cNvSpPr>
              <a:spLocks noEditPoints="1"/>
            </p:cNvSpPr>
            <p:nvPr/>
          </p:nvSpPr>
          <p:spPr bwMode="auto">
            <a:xfrm>
              <a:off x="2825750" y="2317750"/>
              <a:ext cx="165100" cy="150813"/>
            </a:xfrm>
            <a:custGeom>
              <a:avLst/>
              <a:gdLst>
                <a:gd name="T0" fmla="*/ 695 w 728"/>
                <a:gd name="T1" fmla="*/ 662 h 662"/>
                <a:gd name="T2" fmla="*/ 33 w 728"/>
                <a:gd name="T3" fmla="*/ 662 h 662"/>
                <a:gd name="T4" fmla="*/ 33 w 728"/>
                <a:gd name="T5" fmla="*/ 662 h 662"/>
                <a:gd name="T6" fmla="*/ 26 w 728"/>
                <a:gd name="T7" fmla="*/ 661 h 662"/>
                <a:gd name="T8" fmla="*/ 20 w 728"/>
                <a:gd name="T9" fmla="*/ 659 h 662"/>
                <a:gd name="T10" fmla="*/ 15 w 728"/>
                <a:gd name="T11" fmla="*/ 656 h 662"/>
                <a:gd name="T12" fmla="*/ 10 w 728"/>
                <a:gd name="T13" fmla="*/ 652 h 662"/>
                <a:gd name="T14" fmla="*/ 5 w 728"/>
                <a:gd name="T15" fmla="*/ 647 h 662"/>
                <a:gd name="T16" fmla="*/ 2 w 728"/>
                <a:gd name="T17" fmla="*/ 641 h 662"/>
                <a:gd name="T18" fmla="*/ 1 w 728"/>
                <a:gd name="T19" fmla="*/ 635 h 662"/>
                <a:gd name="T20" fmla="*/ 0 w 728"/>
                <a:gd name="T21" fmla="*/ 629 h 662"/>
                <a:gd name="T22" fmla="*/ 0 w 728"/>
                <a:gd name="T23" fmla="*/ 34 h 662"/>
                <a:gd name="T24" fmla="*/ 0 w 728"/>
                <a:gd name="T25" fmla="*/ 34 h 662"/>
                <a:gd name="T26" fmla="*/ 1 w 728"/>
                <a:gd name="T27" fmla="*/ 26 h 662"/>
                <a:gd name="T28" fmla="*/ 2 w 728"/>
                <a:gd name="T29" fmla="*/ 20 h 662"/>
                <a:gd name="T30" fmla="*/ 5 w 728"/>
                <a:gd name="T31" fmla="*/ 15 h 662"/>
                <a:gd name="T32" fmla="*/ 10 w 728"/>
                <a:gd name="T33" fmla="*/ 10 h 662"/>
                <a:gd name="T34" fmla="*/ 15 w 728"/>
                <a:gd name="T35" fmla="*/ 6 h 662"/>
                <a:gd name="T36" fmla="*/ 20 w 728"/>
                <a:gd name="T37" fmla="*/ 3 h 662"/>
                <a:gd name="T38" fmla="*/ 26 w 728"/>
                <a:gd name="T39" fmla="*/ 0 h 662"/>
                <a:gd name="T40" fmla="*/ 33 w 728"/>
                <a:gd name="T41" fmla="*/ 0 h 662"/>
                <a:gd name="T42" fmla="*/ 695 w 728"/>
                <a:gd name="T43" fmla="*/ 0 h 662"/>
                <a:gd name="T44" fmla="*/ 695 w 728"/>
                <a:gd name="T45" fmla="*/ 0 h 662"/>
                <a:gd name="T46" fmla="*/ 701 w 728"/>
                <a:gd name="T47" fmla="*/ 0 h 662"/>
                <a:gd name="T48" fmla="*/ 707 w 728"/>
                <a:gd name="T49" fmla="*/ 3 h 662"/>
                <a:gd name="T50" fmla="*/ 713 w 728"/>
                <a:gd name="T51" fmla="*/ 6 h 662"/>
                <a:gd name="T52" fmla="*/ 717 w 728"/>
                <a:gd name="T53" fmla="*/ 10 h 662"/>
                <a:gd name="T54" fmla="*/ 722 w 728"/>
                <a:gd name="T55" fmla="*/ 15 h 662"/>
                <a:gd name="T56" fmla="*/ 725 w 728"/>
                <a:gd name="T57" fmla="*/ 20 h 662"/>
                <a:gd name="T58" fmla="*/ 727 w 728"/>
                <a:gd name="T59" fmla="*/ 26 h 662"/>
                <a:gd name="T60" fmla="*/ 728 w 728"/>
                <a:gd name="T61" fmla="*/ 34 h 662"/>
                <a:gd name="T62" fmla="*/ 728 w 728"/>
                <a:gd name="T63" fmla="*/ 629 h 662"/>
                <a:gd name="T64" fmla="*/ 728 w 728"/>
                <a:gd name="T65" fmla="*/ 629 h 662"/>
                <a:gd name="T66" fmla="*/ 727 w 728"/>
                <a:gd name="T67" fmla="*/ 635 h 662"/>
                <a:gd name="T68" fmla="*/ 725 w 728"/>
                <a:gd name="T69" fmla="*/ 641 h 662"/>
                <a:gd name="T70" fmla="*/ 722 w 728"/>
                <a:gd name="T71" fmla="*/ 647 h 662"/>
                <a:gd name="T72" fmla="*/ 717 w 728"/>
                <a:gd name="T73" fmla="*/ 652 h 662"/>
                <a:gd name="T74" fmla="*/ 713 w 728"/>
                <a:gd name="T75" fmla="*/ 656 h 662"/>
                <a:gd name="T76" fmla="*/ 707 w 728"/>
                <a:gd name="T77" fmla="*/ 659 h 662"/>
                <a:gd name="T78" fmla="*/ 701 w 728"/>
                <a:gd name="T79" fmla="*/ 661 h 662"/>
                <a:gd name="T80" fmla="*/ 695 w 728"/>
                <a:gd name="T81" fmla="*/ 662 h 662"/>
                <a:gd name="T82" fmla="*/ 695 w 728"/>
                <a:gd name="T83" fmla="*/ 662 h 662"/>
                <a:gd name="T84" fmla="*/ 67 w 728"/>
                <a:gd name="T85" fmla="*/ 596 h 662"/>
                <a:gd name="T86" fmla="*/ 662 w 728"/>
                <a:gd name="T87" fmla="*/ 596 h 662"/>
                <a:gd name="T88" fmla="*/ 662 w 728"/>
                <a:gd name="T89" fmla="*/ 67 h 662"/>
                <a:gd name="T90" fmla="*/ 67 w 728"/>
                <a:gd name="T91" fmla="*/ 67 h 662"/>
                <a:gd name="T92" fmla="*/ 67 w 728"/>
                <a:gd name="T93" fmla="*/ 596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8" h="662">
                  <a:moveTo>
                    <a:pt x="695" y="662"/>
                  </a:moveTo>
                  <a:lnTo>
                    <a:pt x="33" y="662"/>
                  </a:lnTo>
                  <a:lnTo>
                    <a:pt x="33" y="662"/>
                  </a:lnTo>
                  <a:lnTo>
                    <a:pt x="26" y="661"/>
                  </a:lnTo>
                  <a:lnTo>
                    <a:pt x="20" y="659"/>
                  </a:lnTo>
                  <a:lnTo>
                    <a:pt x="15" y="656"/>
                  </a:lnTo>
                  <a:lnTo>
                    <a:pt x="10" y="652"/>
                  </a:lnTo>
                  <a:lnTo>
                    <a:pt x="5" y="647"/>
                  </a:lnTo>
                  <a:lnTo>
                    <a:pt x="2" y="641"/>
                  </a:lnTo>
                  <a:lnTo>
                    <a:pt x="1" y="635"/>
                  </a:lnTo>
                  <a:lnTo>
                    <a:pt x="0" y="629"/>
                  </a:lnTo>
                  <a:lnTo>
                    <a:pt x="0" y="34"/>
                  </a:lnTo>
                  <a:lnTo>
                    <a:pt x="0" y="34"/>
                  </a:lnTo>
                  <a:lnTo>
                    <a:pt x="1" y="26"/>
                  </a:lnTo>
                  <a:lnTo>
                    <a:pt x="2" y="20"/>
                  </a:lnTo>
                  <a:lnTo>
                    <a:pt x="5" y="15"/>
                  </a:lnTo>
                  <a:lnTo>
                    <a:pt x="10" y="10"/>
                  </a:lnTo>
                  <a:lnTo>
                    <a:pt x="15" y="6"/>
                  </a:lnTo>
                  <a:lnTo>
                    <a:pt x="20" y="3"/>
                  </a:lnTo>
                  <a:lnTo>
                    <a:pt x="26" y="0"/>
                  </a:lnTo>
                  <a:lnTo>
                    <a:pt x="33" y="0"/>
                  </a:lnTo>
                  <a:lnTo>
                    <a:pt x="695" y="0"/>
                  </a:lnTo>
                  <a:lnTo>
                    <a:pt x="695" y="0"/>
                  </a:lnTo>
                  <a:lnTo>
                    <a:pt x="701" y="0"/>
                  </a:lnTo>
                  <a:lnTo>
                    <a:pt x="707" y="3"/>
                  </a:lnTo>
                  <a:lnTo>
                    <a:pt x="713" y="6"/>
                  </a:lnTo>
                  <a:lnTo>
                    <a:pt x="717" y="10"/>
                  </a:lnTo>
                  <a:lnTo>
                    <a:pt x="722" y="15"/>
                  </a:lnTo>
                  <a:lnTo>
                    <a:pt x="725" y="20"/>
                  </a:lnTo>
                  <a:lnTo>
                    <a:pt x="727" y="26"/>
                  </a:lnTo>
                  <a:lnTo>
                    <a:pt x="728" y="34"/>
                  </a:lnTo>
                  <a:lnTo>
                    <a:pt x="728" y="629"/>
                  </a:lnTo>
                  <a:lnTo>
                    <a:pt x="728" y="629"/>
                  </a:lnTo>
                  <a:lnTo>
                    <a:pt x="727" y="635"/>
                  </a:lnTo>
                  <a:lnTo>
                    <a:pt x="725" y="641"/>
                  </a:lnTo>
                  <a:lnTo>
                    <a:pt x="722" y="647"/>
                  </a:lnTo>
                  <a:lnTo>
                    <a:pt x="717" y="652"/>
                  </a:lnTo>
                  <a:lnTo>
                    <a:pt x="713" y="656"/>
                  </a:lnTo>
                  <a:lnTo>
                    <a:pt x="707" y="659"/>
                  </a:lnTo>
                  <a:lnTo>
                    <a:pt x="701" y="661"/>
                  </a:lnTo>
                  <a:lnTo>
                    <a:pt x="695" y="662"/>
                  </a:lnTo>
                  <a:lnTo>
                    <a:pt x="695" y="662"/>
                  </a:lnTo>
                  <a:close/>
                  <a:moveTo>
                    <a:pt x="67" y="596"/>
                  </a:moveTo>
                  <a:lnTo>
                    <a:pt x="662" y="596"/>
                  </a:lnTo>
                  <a:lnTo>
                    <a:pt x="662" y="67"/>
                  </a:lnTo>
                  <a:lnTo>
                    <a:pt x="67" y="67"/>
                  </a:lnTo>
                  <a:lnTo>
                    <a:pt x="67" y="5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65">
              <a:extLst>
                <a:ext uri="{FF2B5EF4-FFF2-40B4-BE49-F238E27FC236}">
                  <a16:creationId xmlns:a16="http://schemas.microsoft.com/office/drawing/2014/main" id="{0BEB0503-FDC5-4323-AA20-EE2D4F0FCEEB}"/>
                </a:ext>
              </a:extLst>
            </p:cNvPr>
            <p:cNvSpPr>
              <a:spLocks noEditPoints="1"/>
            </p:cNvSpPr>
            <p:nvPr/>
          </p:nvSpPr>
          <p:spPr bwMode="auto">
            <a:xfrm>
              <a:off x="2825750" y="2243138"/>
              <a:ext cx="120650" cy="90488"/>
            </a:xfrm>
            <a:custGeom>
              <a:avLst/>
              <a:gdLst>
                <a:gd name="T0" fmla="*/ 496 w 529"/>
                <a:gd name="T1" fmla="*/ 398 h 398"/>
                <a:gd name="T2" fmla="*/ 33 w 529"/>
                <a:gd name="T3" fmla="*/ 398 h 398"/>
                <a:gd name="T4" fmla="*/ 33 w 529"/>
                <a:gd name="T5" fmla="*/ 398 h 398"/>
                <a:gd name="T6" fmla="*/ 26 w 529"/>
                <a:gd name="T7" fmla="*/ 397 h 398"/>
                <a:gd name="T8" fmla="*/ 20 w 529"/>
                <a:gd name="T9" fmla="*/ 395 h 398"/>
                <a:gd name="T10" fmla="*/ 15 w 529"/>
                <a:gd name="T11" fmla="*/ 392 h 398"/>
                <a:gd name="T12" fmla="*/ 10 w 529"/>
                <a:gd name="T13" fmla="*/ 387 h 398"/>
                <a:gd name="T14" fmla="*/ 5 w 529"/>
                <a:gd name="T15" fmla="*/ 383 h 398"/>
                <a:gd name="T16" fmla="*/ 2 w 529"/>
                <a:gd name="T17" fmla="*/ 377 h 398"/>
                <a:gd name="T18" fmla="*/ 1 w 529"/>
                <a:gd name="T19" fmla="*/ 371 h 398"/>
                <a:gd name="T20" fmla="*/ 0 w 529"/>
                <a:gd name="T21" fmla="*/ 365 h 398"/>
                <a:gd name="T22" fmla="*/ 0 w 529"/>
                <a:gd name="T23" fmla="*/ 33 h 398"/>
                <a:gd name="T24" fmla="*/ 0 w 529"/>
                <a:gd name="T25" fmla="*/ 33 h 398"/>
                <a:gd name="T26" fmla="*/ 1 w 529"/>
                <a:gd name="T27" fmla="*/ 27 h 398"/>
                <a:gd name="T28" fmla="*/ 2 w 529"/>
                <a:gd name="T29" fmla="*/ 21 h 398"/>
                <a:gd name="T30" fmla="*/ 5 w 529"/>
                <a:gd name="T31" fmla="*/ 15 h 398"/>
                <a:gd name="T32" fmla="*/ 10 w 529"/>
                <a:gd name="T33" fmla="*/ 11 h 398"/>
                <a:gd name="T34" fmla="*/ 15 w 529"/>
                <a:gd name="T35" fmla="*/ 6 h 398"/>
                <a:gd name="T36" fmla="*/ 20 w 529"/>
                <a:gd name="T37" fmla="*/ 3 h 398"/>
                <a:gd name="T38" fmla="*/ 26 w 529"/>
                <a:gd name="T39" fmla="*/ 1 h 398"/>
                <a:gd name="T40" fmla="*/ 33 w 529"/>
                <a:gd name="T41" fmla="*/ 0 h 398"/>
                <a:gd name="T42" fmla="*/ 496 w 529"/>
                <a:gd name="T43" fmla="*/ 0 h 398"/>
                <a:gd name="T44" fmla="*/ 496 w 529"/>
                <a:gd name="T45" fmla="*/ 0 h 398"/>
                <a:gd name="T46" fmla="*/ 503 w 529"/>
                <a:gd name="T47" fmla="*/ 1 h 398"/>
                <a:gd name="T48" fmla="*/ 509 w 529"/>
                <a:gd name="T49" fmla="*/ 3 h 398"/>
                <a:gd name="T50" fmla="*/ 515 w 529"/>
                <a:gd name="T51" fmla="*/ 6 h 398"/>
                <a:gd name="T52" fmla="*/ 520 w 529"/>
                <a:gd name="T53" fmla="*/ 11 h 398"/>
                <a:gd name="T54" fmla="*/ 524 w 529"/>
                <a:gd name="T55" fmla="*/ 15 h 398"/>
                <a:gd name="T56" fmla="*/ 527 w 529"/>
                <a:gd name="T57" fmla="*/ 21 h 398"/>
                <a:gd name="T58" fmla="*/ 528 w 529"/>
                <a:gd name="T59" fmla="*/ 27 h 398"/>
                <a:gd name="T60" fmla="*/ 529 w 529"/>
                <a:gd name="T61" fmla="*/ 33 h 398"/>
                <a:gd name="T62" fmla="*/ 529 w 529"/>
                <a:gd name="T63" fmla="*/ 365 h 398"/>
                <a:gd name="T64" fmla="*/ 529 w 529"/>
                <a:gd name="T65" fmla="*/ 365 h 398"/>
                <a:gd name="T66" fmla="*/ 528 w 529"/>
                <a:gd name="T67" fmla="*/ 371 h 398"/>
                <a:gd name="T68" fmla="*/ 527 w 529"/>
                <a:gd name="T69" fmla="*/ 377 h 398"/>
                <a:gd name="T70" fmla="*/ 524 w 529"/>
                <a:gd name="T71" fmla="*/ 383 h 398"/>
                <a:gd name="T72" fmla="*/ 520 w 529"/>
                <a:gd name="T73" fmla="*/ 387 h 398"/>
                <a:gd name="T74" fmla="*/ 515 w 529"/>
                <a:gd name="T75" fmla="*/ 392 h 398"/>
                <a:gd name="T76" fmla="*/ 509 w 529"/>
                <a:gd name="T77" fmla="*/ 395 h 398"/>
                <a:gd name="T78" fmla="*/ 503 w 529"/>
                <a:gd name="T79" fmla="*/ 397 h 398"/>
                <a:gd name="T80" fmla="*/ 496 w 529"/>
                <a:gd name="T81" fmla="*/ 398 h 398"/>
                <a:gd name="T82" fmla="*/ 496 w 529"/>
                <a:gd name="T83" fmla="*/ 398 h 398"/>
                <a:gd name="T84" fmla="*/ 67 w 529"/>
                <a:gd name="T85" fmla="*/ 331 h 398"/>
                <a:gd name="T86" fmla="*/ 463 w 529"/>
                <a:gd name="T87" fmla="*/ 331 h 398"/>
                <a:gd name="T88" fmla="*/ 463 w 529"/>
                <a:gd name="T89" fmla="*/ 66 h 398"/>
                <a:gd name="T90" fmla="*/ 67 w 529"/>
                <a:gd name="T91" fmla="*/ 66 h 398"/>
                <a:gd name="T92" fmla="*/ 67 w 529"/>
                <a:gd name="T93" fmla="*/ 331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9" h="398">
                  <a:moveTo>
                    <a:pt x="496" y="398"/>
                  </a:moveTo>
                  <a:lnTo>
                    <a:pt x="33" y="398"/>
                  </a:lnTo>
                  <a:lnTo>
                    <a:pt x="33" y="398"/>
                  </a:lnTo>
                  <a:lnTo>
                    <a:pt x="26" y="397"/>
                  </a:lnTo>
                  <a:lnTo>
                    <a:pt x="20" y="395"/>
                  </a:lnTo>
                  <a:lnTo>
                    <a:pt x="15" y="392"/>
                  </a:lnTo>
                  <a:lnTo>
                    <a:pt x="10" y="387"/>
                  </a:lnTo>
                  <a:lnTo>
                    <a:pt x="5" y="383"/>
                  </a:lnTo>
                  <a:lnTo>
                    <a:pt x="2" y="377"/>
                  </a:lnTo>
                  <a:lnTo>
                    <a:pt x="1" y="371"/>
                  </a:lnTo>
                  <a:lnTo>
                    <a:pt x="0" y="365"/>
                  </a:lnTo>
                  <a:lnTo>
                    <a:pt x="0" y="33"/>
                  </a:lnTo>
                  <a:lnTo>
                    <a:pt x="0" y="33"/>
                  </a:lnTo>
                  <a:lnTo>
                    <a:pt x="1" y="27"/>
                  </a:lnTo>
                  <a:lnTo>
                    <a:pt x="2" y="21"/>
                  </a:lnTo>
                  <a:lnTo>
                    <a:pt x="5" y="15"/>
                  </a:lnTo>
                  <a:lnTo>
                    <a:pt x="10" y="11"/>
                  </a:lnTo>
                  <a:lnTo>
                    <a:pt x="15" y="6"/>
                  </a:lnTo>
                  <a:lnTo>
                    <a:pt x="20" y="3"/>
                  </a:lnTo>
                  <a:lnTo>
                    <a:pt x="26" y="1"/>
                  </a:lnTo>
                  <a:lnTo>
                    <a:pt x="33" y="0"/>
                  </a:lnTo>
                  <a:lnTo>
                    <a:pt x="496" y="0"/>
                  </a:lnTo>
                  <a:lnTo>
                    <a:pt x="496" y="0"/>
                  </a:lnTo>
                  <a:lnTo>
                    <a:pt x="503" y="1"/>
                  </a:lnTo>
                  <a:lnTo>
                    <a:pt x="509" y="3"/>
                  </a:lnTo>
                  <a:lnTo>
                    <a:pt x="515" y="6"/>
                  </a:lnTo>
                  <a:lnTo>
                    <a:pt x="520" y="11"/>
                  </a:lnTo>
                  <a:lnTo>
                    <a:pt x="524" y="15"/>
                  </a:lnTo>
                  <a:lnTo>
                    <a:pt x="527" y="21"/>
                  </a:lnTo>
                  <a:lnTo>
                    <a:pt x="528" y="27"/>
                  </a:lnTo>
                  <a:lnTo>
                    <a:pt x="529" y="33"/>
                  </a:lnTo>
                  <a:lnTo>
                    <a:pt x="529" y="365"/>
                  </a:lnTo>
                  <a:lnTo>
                    <a:pt x="529" y="365"/>
                  </a:lnTo>
                  <a:lnTo>
                    <a:pt x="528" y="371"/>
                  </a:lnTo>
                  <a:lnTo>
                    <a:pt x="527" y="377"/>
                  </a:lnTo>
                  <a:lnTo>
                    <a:pt x="524" y="383"/>
                  </a:lnTo>
                  <a:lnTo>
                    <a:pt x="520" y="387"/>
                  </a:lnTo>
                  <a:lnTo>
                    <a:pt x="515" y="392"/>
                  </a:lnTo>
                  <a:lnTo>
                    <a:pt x="509" y="395"/>
                  </a:lnTo>
                  <a:lnTo>
                    <a:pt x="503" y="397"/>
                  </a:lnTo>
                  <a:lnTo>
                    <a:pt x="496" y="398"/>
                  </a:lnTo>
                  <a:lnTo>
                    <a:pt x="496" y="398"/>
                  </a:lnTo>
                  <a:close/>
                  <a:moveTo>
                    <a:pt x="67" y="331"/>
                  </a:moveTo>
                  <a:lnTo>
                    <a:pt x="463" y="331"/>
                  </a:lnTo>
                  <a:lnTo>
                    <a:pt x="463" y="66"/>
                  </a:lnTo>
                  <a:lnTo>
                    <a:pt x="67" y="66"/>
                  </a:lnTo>
                  <a:lnTo>
                    <a:pt x="67"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66">
              <a:extLst>
                <a:ext uri="{FF2B5EF4-FFF2-40B4-BE49-F238E27FC236}">
                  <a16:creationId xmlns:a16="http://schemas.microsoft.com/office/drawing/2014/main" id="{EA7DE8F5-8A82-439A-8A9A-686A75B92FE2}"/>
                </a:ext>
              </a:extLst>
            </p:cNvPr>
            <p:cNvSpPr>
              <a:spLocks/>
            </p:cNvSpPr>
            <p:nvPr/>
          </p:nvSpPr>
          <p:spPr bwMode="auto">
            <a:xfrm>
              <a:off x="2916238" y="2424113"/>
              <a:ext cx="44450" cy="14288"/>
            </a:xfrm>
            <a:custGeom>
              <a:avLst/>
              <a:gdLst>
                <a:gd name="T0" fmla="*/ 165 w 198"/>
                <a:gd name="T1" fmla="*/ 66 h 66"/>
                <a:gd name="T2" fmla="*/ 33 w 198"/>
                <a:gd name="T3" fmla="*/ 66 h 66"/>
                <a:gd name="T4" fmla="*/ 33 w 198"/>
                <a:gd name="T5" fmla="*/ 66 h 66"/>
                <a:gd name="T6" fmla="*/ 27 w 198"/>
                <a:gd name="T7" fmla="*/ 65 h 66"/>
                <a:gd name="T8" fmla="*/ 20 w 198"/>
                <a:gd name="T9" fmla="*/ 63 h 66"/>
                <a:gd name="T10" fmla="*/ 14 w 198"/>
                <a:gd name="T11" fmla="*/ 60 h 66"/>
                <a:gd name="T12" fmla="*/ 10 w 198"/>
                <a:gd name="T13" fmla="*/ 57 h 66"/>
                <a:gd name="T14" fmla="*/ 6 w 198"/>
                <a:gd name="T15" fmla="*/ 52 h 66"/>
                <a:gd name="T16" fmla="*/ 3 w 198"/>
                <a:gd name="T17" fmla="*/ 46 h 66"/>
                <a:gd name="T18" fmla="*/ 1 w 198"/>
                <a:gd name="T19" fmla="*/ 40 h 66"/>
                <a:gd name="T20" fmla="*/ 0 w 198"/>
                <a:gd name="T21" fmla="*/ 33 h 66"/>
                <a:gd name="T22" fmla="*/ 0 w 198"/>
                <a:gd name="T23" fmla="*/ 33 h 66"/>
                <a:gd name="T24" fmla="*/ 1 w 198"/>
                <a:gd name="T25" fmla="*/ 27 h 66"/>
                <a:gd name="T26" fmla="*/ 3 w 198"/>
                <a:gd name="T27" fmla="*/ 21 h 66"/>
                <a:gd name="T28" fmla="*/ 6 w 198"/>
                <a:gd name="T29" fmla="*/ 15 h 66"/>
                <a:gd name="T30" fmla="*/ 10 w 198"/>
                <a:gd name="T31" fmla="*/ 10 h 66"/>
                <a:gd name="T32" fmla="*/ 14 w 198"/>
                <a:gd name="T33" fmla="*/ 5 h 66"/>
                <a:gd name="T34" fmla="*/ 20 w 198"/>
                <a:gd name="T35" fmla="*/ 3 h 66"/>
                <a:gd name="T36" fmla="*/ 27 w 198"/>
                <a:gd name="T37" fmla="*/ 1 h 66"/>
                <a:gd name="T38" fmla="*/ 33 w 198"/>
                <a:gd name="T39" fmla="*/ 0 h 66"/>
                <a:gd name="T40" fmla="*/ 165 w 198"/>
                <a:gd name="T41" fmla="*/ 0 h 66"/>
                <a:gd name="T42" fmla="*/ 165 w 198"/>
                <a:gd name="T43" fmla="*/ 0 h 66"/>
                <a:gd name="T44" fmla="*/ 172 w 198"/>
                <a:gd name="T45" fmla="*/ 1 h 66"/>
                <a:gd name="T46" fmla="*/ 179 w 198"/>
                <a:gd name="T47" fmla="*/ 3 h 66"/>
                <a:gd name="T48" fmla="*/ 184 w 198"/>
                <a:gd name="T49" fmla="*/ 5 h 66"/>
                <a:gd name="T50" fmla="*/ 189 w 198"/>
                <a:gd name="T51" fmla="*/ 10 h 66"/>
                <a:gd name="T52" fmla="*/ 193 w 198"/>
                <a:gd name="T53" fmla="*/ 15 h 66"/>
                <a:gd name="T54" fmla="*/ 196 w 198"/>
                <a:gd name="T55" fmla="*/ 21 h 66"/>
                <a:gd name="T56" fmla="*/ 197 w 198"/>
                <a:gd name="T57" fmla="*/ 27 h 66"/>
                <a:gd name="T58" fmla="*/ 198 w 198"/>
                <a:gd name="T59" fmla="*/ 33 h 66"/>
                <a:gd name="T60" fmla="*/ 198 w 198"/>
                <a:gd name="T61" fmla="*/ 33 h 66"/>
                <a:gd name="T62" fmla="*/ 197 w 198"/>
                <a:gd name="T63" fmla="*/ 40 h 66"/>
                <a:gd name="T64" fmla="*/ 196 w 198"/>
                <a:gd name="T65" fmla="*/ 46 h 66"/>
                <a:gd name="T66" fmla="*/ 193 w 198"/>
                <a:gd name="T67" fmla="*/ 52 h 66"/>
                <a:gd name="T68" fmla="*/ 189 w 198"/>
                <a:gd name="T69" fmla="*/ 57 h 66"/>
                <a:gd name="T70" fmla="*/ 184 w 198"/>
                <a:gd name="T71" fmla="*/ 60 h 66"/>
                <a:gd name="T72" fmla="*/ 179 w 198"/>
                <a:gd name="T73" fmla="*/ 63 h 66"/>
                <a:gd name="T74" fmla="*/ 172 w 198"/>
                <a:gd name="T75" fmla="*/ 65 h 66"/>
                <a:gd name="T76" fmla="*/ 165 w 198"/>
                <a:gd name="T77" fmla="*/ 66 h 66"/>
                <a:gd name="T78" fmla="*/ 165 w 198"/>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8" h="66">
                  <a:moveTo>
                    <a:pt x="165" y="66"/>
                  </a:moveTo>
                  <a:lnTo>
                    <a:pt x="33" y="66"/>
                  </a:lnTo>
                  <a:lnTo>
                    <a:pt x="33" y="66"/>
                  </a:lnTo>
                  <a:lnTo>
                    <a:pt x="27" y="65"/>
                  </a:lnTo>
                  <a:lnTo>
                    <a:pt x="20" y="63"/>
                  </a:lnTo>
                  <a:lnTo>
                    <a:pt x="14" y="60"/>
                  </a:lnTo>
                  <a:lnTo>
                    <a:pt x="10" y="57"/>
                  </a:lnTo>
                  <a:lnTo>
                    <a:pt x="6" y="52"/>
                  </a:lnTo>
                  <a:lnTo>
                    <a:pt x="3" y="46"/>
                  </a:lnTo>
                  <a:lnTo>
                    <a:pt x="1" y="40"/>
                  </a:lnTo>
                  <a:lnTo>
                    <a:pt x="0" y="33"/>
                  </a:lnTo>
                  <a:lnTo>
                    <a:pt x="0" y="33"/>
                  </a:lnTo>
                  <a:lnTo>
                    <a:pt x="1" y="27"/>
                  </a:lnTo>
                  <a:lnTo>
                    <a:pt x="3" y="21"/>
                  </a:lnTo>
                  <a:lnTo>
                    <a:pt x="6" y="15"/>
                  </a:lnTo>
                  <a:lnTo>
                    <a:pt x="10" y="10"/>
                  </a:lnTo>
                  <a:lnTo>
                    <a:pt x="14" y="5"/>
                  </a:lnTo>
                  <a:lnTo>
                    <a:pt x="20" y="3"/>
                  </a:lnTo>
                  <a:lnTo>
                    <a:pt x="27" y="1"/>
                  </a:lnTo>
                  <a:lnTo>
                    <a:pt x="33" y="0"/>
                  </a:lnTo>
                  <a:lnTo>
                    <a:pt x="165" y="0"/>
                  </a:lnTo>
                  <a:lnTo>
                    <a:pt x="165" y="0"/>
                  </a:lnTo>
                  <a:lnTo>
                    <a:pt x="172" y="1"/>
                  </a:lnTo>
                  <a:lnTo>
                    <a:pt x="179" y="3"/>
                  </a:lnTo>
                  <a:lnTo>
                    <a:pt x="184" y="5"/>
                  </a:lnTo>
                  <a:lnTo>
                    <a:pt x="189" y="10"/>
                  </a:lnTo>
                  <a:lnTo>
                    <a:pt x="193" y="15"/>
                  </a:lnTo>
                  <a:lnTo>
                    <a:pt x="196" y="21"/>
                  </a:lnTo>
                  <a:lnTo>
                    <a:pt x="197" y="27"/>
                  </a:lnTo>
                  <a:lnTo>
                    <a:pt x="198" y="33"/>
                  </a:lnTo>
                  <a:lnTo>
                    <a:pt x="198" y="33"/>
                  </a:lnTo>
                  <a:lnTo>
                    <a:pt x="197" y="40"/>
                  </a:lnTo>
                  <a:lnTo>
                    <a:pt x="196" y="46"/>
                  </a:lnTo>
                  <a:lnTo>
                    <a:pt x="193" y="52"/>
                  </a:lnTo>
                  <a:lnTo>
                    <a:pt x="189" y="57"/>
                  </a:lnTo>
                  <a:lnTo>
                    <a:pt x="184" y="60"/>
                  </a:lnTo>
                  <a:lnTo>
                    <a:pt x="179" y="63"/>
                  </a:lnTo>
                  <a:lnTo>
                    <a:pt x="172" y="65"/>
                  </a:lnTo>
                  <a:lnTo>
                    <a:pt x="165" y="66"/>
                  </a:lnTo>
                  <a:lnTo>
                    <a:pt x="165"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67">
              <a:extLst>
                <a:ext uri="{FF2B5EF4-FFF2-40B4-BE49-F238E27FC236}">
                  <a16:creationId xmlns:a16="http://schemas.microsoft.com/office/drawing/2014/main" id="{D6B806B4-A1CC-409E-BA90-695F80449F0E}"/>
                </a:ext>
              </a:extLst>
            </p:cNvPr>
            <p:cNvSpPr>
              <a:spLocks/>
            </p:cNvSpPr>
            <p:nvPr/>
          </p:nvSpPr>
          <p:spPr bwMode="auto">
            <a:xfrm>
              <a:off x="2855913" y="2289175"/>
              <a:ext cx="30163" cy="14288"/>
            </a:xfrm>
            <a:custGeom>
              <a:avLst/>
              <a:gdLst>
                <a:gd name="T0" fmla="*/ 99 w 132"/>
                <a:gd name="T1" fmla="*/ 66 h 66"/>
                <a:gd name="T2" fmla="*/ 33 w 132"/>
                <a:gd name="T3" fmla="*/ 66 h 66"/>
                <a:gd name="T4" fmla="*/ 33 w 132"/>
                <a:gd name="T5" fmla="*/ 66 h 66"/>
                <a:gd name="T6" fmla="*/ 26 w 132"/>
                <a:gd name="T7" fmla="*/ 65 h 66"/>
                <a:gd name="T8" fmla="*/ 19 w 132"/>
                <a:gd name="T9" fmla="*/ 63 h 66"/>
                <a:gd name="T10" fmla="*/ 14 w 132"/>
                <a:gd name="T11" fmla="*/ 60 h 66"/>
                <a:gd name="T12" fmla="*/ 9 w 132"/>
                <a:gd name="T13" fmla="*/ 56 h 66"/>
                <a:gd name="T14" fmla="*/ 5 w 132"/>
                <a:gd name="T15" fmla="*/ 52 h 66"/>
                <a:gd name="T16" fmla="*/ 2 w 132"/>
                <a:gd name="T17" fmla="*/ 46 h 66"/>
                <a:gd name="T18" fmla="*/ 0 w 132"/>
                <a:gd name="T19" fmla="*/ 39 h 66"/>
                <a:gd name="T20" fmla="*/ 0 w 132"/>
                <a:gd name="T21" fmla="*/ 33 h 66"/>
                <a:gd name="T22" fmla="*/ 0 w 132"/>
                <a:gd name="T23" fmla="*/ 33 h 66"/>
                <a:gd name="T24" fmla="*/ 0 w 132"/>
                <a:gd name="T25" fmla="*/ 26 h 66"/>
                <a:gd name="T26" fmla="*/ 2 w 132"/>
                <a:gd name="T27" fmla="*/ 20 h 66"/>
                <a:gd name="T28" fmla="*/ 5 w 132"/>
                <a:gd name="T29" fmla="*/ 14 h 66"/>
                <a:gd name="T30" fmla="*/ 9 w 132"/>
                <a:gd name="T31" fmla="*/ 9 h 66"/>
                <a:gd name="T32" fmla="*/ 14 w 132"/>
                <a:gd name="T33" fmla="*/ 5 h 66"/>
                <a:gd name="T34" fmla="*/ 19 w 132"/>
                <a:gd name="T35" fmla="*/ 2 h 66"/>
                <a:gd name="T36" fmla="*/ 26 w 132"/>
                <a:gd name="T37" fmla="*/ 1 h 66"/>
                <a:gd name="T38" fmla="*/ 33 w 132"/>
                <a:gd name="T39" fmla="*/ 0 h 66"/>
                <a:gd name="T40" fmla="*/ 99 w 132"/>
                <a:gd name="T41" fmla="*/ 0 h 66"/>
                <a:gd name="T42" fmla="*/ 99 w 132"/>
                <a:gd name="T43" fmla="*/ 0 h 66"/>
                <a:gd name="T44" fmla="*/ 105 w 132"/>
                <a:gd name="T45" fmla="*/ 1 h 66"/>
                <a:gd name="T46" fmla="*/ 112 w 132"/>
                <a:gd name="T47" fmla="*/ 2 h 66"/>
                <a:gd name="T48" fmla="*/ 117 w 132"/>
                <a:gd name="T49" fmla="*/ 5 h 66"/>
                <a:gd name="T50" fmla="*/ 122 w 132"/>
                <a:gd name="T51" fmla="*/ 9 h 66"/>
                <a:gd name="T52" fmla="*/ 126 w 132"/>
                <a:gd name="T53" fmla="*/ 14 h 66"/>
                <a:gd name="T54" fmla="*/ 129 w 132"/>
                <a:gd name="T55" fmla="*/ 20 h 66"/>
                <a:gd name="T56" fmla="*/ 131 w 132"/>
                <a:gd name="T57" fmla="*/ 26 h 66"/>
                <a:gd name="T58" fmla="*/ 132 w 132"/>
                <a:gd name="T59" fmla="*/ 33 h 66"/>
                <a:gd name="T60" fmla="*/ 132 w 132"/>
                <a:gd name="T61" fmla="*/ 33 h 66"/>
                <a:gd name="T62" fmla="*/ 131 w 132"/>
                <a:gd name="T63" fmla="*/ 39 h 66"/>
                <a:gd name="T64" fmla="*/ 129 w 132"/>
                <a:gd name="T65" fmla="*/ 46 h 66"/>
                <a:gd name="T66" fmla="*/ 126 w 132"/>
                <a:gd name="T67" fmla="*/ 52 h 66"/>
                <a:gd name="T68" fmla="*/ 122 w 132"/>
                <a:gd name="T69" fmla="*/ 56 h 66"/>
                <a:gd name="T70" fmla="*/ 117 w 132"/>
                <a:gd name="T71" fmla="*/ 60 h 66"/>
                <a:gd name="T72" fmla="*/ 112 w 132"/>
                <a:gd name="T73" fmla="*/ 63 h 66"/>
                <a:gd name="T74" fmla="*/ 105 w 132"/>
                <a:gd name="T75" fmla="*/ 65 h 66"/>
                <a:gd name="T76" fmla="*/ 99 w 132"/>
                <a:gd name="T77" fmla="*/ 66 h 66"/>
                <a:gd name="T78" fmla="*/ 99 w 132"/>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2" h="66">
                  <a:moveTo>
                    <a:pt x="99" y="66"/>
                  </a:moveTo>
                  <a:lnTo>
                    <a:pt x="33" y="66"/>
                  </a:lnTo>
                  <a:lnTo>
                    <a:pt x="33" y="66"/>
                  </a:lnTo>
                  <a:lnTo>
                    <a:pt x="26" y="65"/>
                  </a:lnTo>
                  <a:lnTo>
                    <a:pt x="19" y="63"/>
                  </a:lnTo>
                  <a:lnTo>
                    <a:pt x="14" y="60"/>
                  </a:lnTo>
                  <a:lnTo>
                    <a:pt x="9" y="56"/>
                  </a:lnTo>
                  <a:lnTo>
                    <a:pt x="5" y="52"/>
                  </a:lnTo>
                  <a:lnTo>
                    <a:pt x="2" y="46"/>
                  </a:lnTo>
                  <a:lnTo>
                    <a:pt x="0" y="39"/>
                  </a:lnTo>
                  <a:lnTo>
                    <a:pt x="0" y="33"/>
                  </a:lnTo>
                  <a:lnTo>
                    <a:pt x="0" y="33"/>
                  </a:lnTo>
                  <a:lnTo>
                    <a:pt x="0" y="26"/>
                  </a:lnTo>
                  <a:lnTo>
                    <a:pt x="2" y="20"/>
                  </a:lnTo>
                  <a:lnTo>
                    <a:pt x="5" y="14"/>
                  </a:lnTo>
                  <a:lnTo>
                    <a:pt x="9" y="9"/>
                  </a:lnTo>
                  <a:lnTo>
                    <a:pt x="14" y="5"/>
                  </a:lnTo>
                  <a:lnTo>
                    <a:pt x="19" y="2"/>
                  </a:lnTo>
                  <a:lnTo>
                    <a:pt x="26" y="1"/>
                  </a:lnTo>
                  <a:lnTo>
                    <a:pt x="33" y="0"/>
                  </a:lnTo>
                  <a:lnTo>
                    <a:pt x="99" y="0"/>
                  </a:lnTo>
                  <a:lnTo>
                    <a:pt x="99" y="0"/>
                  </a:lnTo>
                  <a:lnTo>
                    <a:pt x="105" y="1"/>
                  </a:lnTo>
                  <a:lnTo>
                    <a:pt x="112" y="2"/>
                  </a:lnTo>
                  <a:lnTo>
                    <a:pt x="117" y="5"/>
                  </a:lnTo>
                  <a:lnTo>
                    <a:pt x="122" y="9"/>
                  </a:lnTo>
                  <a:lnTo>
                    <a:pt x="126" y="14"/>
                  </a:lnTo>
                  <a:lnTo>
                    <a:pt x="129" y="20"/>
                  </a:lnTo>
                  <a:lnTo>
                    <a:pt x="131" y="26"/>
                  </a:lnTo>
                  <a:lnTo>
                    <a:pt x="132" y="33"/>
                  </a:lnTo>
                  <a:lnTo>
                    <a:pt x="132" y="33"/>
                  </a:lnTo>
                  <a:lnTo>
                    <a:pt x="131" y="39"/>
                  </a:lnTo>
                  <a:lnTo>
                    <a:pt x="129" y="46"/>
                  </a:lnTo>
                  <a:lnTo>
                    <a:pt x="126" y="52"/>
                  </a:lnTo>
                  <a:lnTo>
                    <a:pt x="122" y="56"/>
                  </a:lnTo>
                  <a:lnTo>
                    <a:pt x="117" y="60"/>
                  </a:lnTo>
                  <a:lnTo>
                    <a:pt x="112" y="63"/>
                  </a:lnTo>
                  <a:lnTo>
                    <a:pt x="105" y="65"/>
                  </a:lnTo>
                  <a:lnTo>
                    <a:pt x="99" y="66"/>
                  </a:lnTo>
                  <a:lnTo>
                    <a:pt x="9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a:extLst>
              <a:ext uri="{FF2B5EF4-FFF2-40B4-BE49-F238E27FC236}">
                <a16:creationId xmlns:a16="http://schemas.microsoft.com/office/drawing/2014/main" id="{52FD5D99-747F-5249-9329-D477A8C606FE}"/>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73689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ppt_x"/>
                                          </p:val>
                                        </p:tav>
                                        <p:tav tm="100000">
                                          <p:val>
                                            <p:strVal val="#ppt_x"/>
                                          </p:val>
                                        </p:tav>
                                      </p:tavLst>
                                    </p:anim>
                                    <p:anim calcmode="lin" valueType="num">
                                      <p:cBhvr additive="base">
                                        <p:cTn id="18" dur="500" fill="hold"/>
                                        <p:tgtEl>
                                          <p:spTgt spid="3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anim calcmode="lin" valueType="num">
                                      <p:cBhvr additive="base">
                                        <p:cTn id="21" dur="500" fill="hold"/>
                                        <p:tgtEl>
                                          <p:spTgt spid="37"/>
                                        </p:tgtEl>
                                        <p:attrNameLst>
                                          <p:attrName>ppt_x</p:attrName>
                                        </p:attrNameLst>
                                      </p:cBhvr>
                                      <p:tavLst>
                                        <p:tav tm="0">
                                          <p:val>
                                            <p:strVal val="#ppt_x"/>
                                          </p:val>
                                        </p:tav>
                                        <p:tav tm="100000">
                                          <p:val>
                                            <p:strVal val="#ppt_x"/>
                                          </p:val>
                                        </p:tav>
                                      </p:tavLst>
                                    </p:anim>
                                    <p:anim calcmode="lin" valueType="num">
                                      <p:cBhvr additive="base">
                                        <p:cTn id="2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additive="base">
                                        <p:cTn id="35" dur="500" fill="hold"/>
                                        <p:tgtEl>
                                          <p:spTgt spid="39"/>
                                        </p:tgtEl>
                                        <p:attrNameLst>
                                          <p:attrName>ppt_x</p:attrName>
                                        </p:attrNameLst>
                                      </p:cBhvr>
                                      <p:tavLst>
                                        <p:tav tm="0">
                                          <p:val>
                                            <p:strVal val="#ppt_x"/>
                                          </p:val>
                                        </p:tav>
                                        <p:tav tm="100000">
                                          <p:val>
                                            <p:strVal val="#ppt_x"/>
                                          </p:val>
                                        </p:tav>
                                      </p:tavLst>
                                    </p:anim>
                                    <p:anim calcmode="lin" valueType="num">
                                      <p:cBhvr additive="base">
                                        <p:cTn id="36" dur="500" fill="hold"/>
                                        <p:tgtEl>
                                          <p:spTgt spid="3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anim calcmode="lin" valueType="num">
                                      <p:cBhvr additive="base">
                                        <p:cTn id="39" dur="500" fill="hold"/>
                                        <p:tgtEl>
                                          <p:spTgt spid="40"/>
                                        </p:tgtEl>
                                        <p:attrNameLst>
                                          <p:attrName>ppt_x</p:attrName>
                                        </p:attrNameLst>
                                      </p:cBhvr>
                                      <p:tavLst>
                                        <p:tav tm="0">
                                          <p:val>
                                            <p:strVal val="#ppt_x"/>
                                          </p:val>
                                        </p:tav>
                                        <p:tav tm="100000">
                                          <p:val>
                                            <p:strVal val="#ppt_x"/>
                                          </p:val>
                                        </p:tav>
                                      </p:tavLst>
                                    </p:anim>
                                    <p:anim calcmode="lin" valueType="num">
                                      <p:cBhvr additive="base">
                                        <p:cTn id="40" dur="500" fill="hold"/>
                                        <p:tgtEl>
                                          <p:spTgt spid="4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ppt_x"/>
                                          </p:val>
                                        </p:tav>
                                        <p:tav tm="100000">
                                          <p:val>
                                            <p:strVal val="#ppt_x"/>
                                          </p:val>
                                        </p:tav>
                                      </p:tavLst>
                                    </p:anim>
                                    <p:anim calcmode="lin" valueType="num">
                                      <p:cBhvr additive="base">
                                        <p:cTn id="44" dur="500" fill="hold"/>
                                        <p:tgtEl>
                                          <p:spTgt spid="4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94"/>
                                        </p:tgtEl>
                                        <p:attrNameLst>
                                          <p:attrName>style.visibility</p:attrName>
                                        </p:attrNameLst>
                                      </p:cBhvr>
                                      <p:to>
                                        <p:strVal val="visible"/>
                                      </p:to>
                                    </p:set>
                                    <p:anim calcmode="lin" valueType="num">
                                      <p:cBhvr additive="base">
                                        <p:cTn id="47" dur="500" fill="hold"/>
                                        <p:tgtEl>
                                          <p:spTgt spid="94"/>
                                        </p:tgtEl>
                                        <p:attrNameLst>
                                          <p:attrName>ppt_x</p:attrName>
                                        </p:attrNameLst>
                                      </p:cBhvr>
                                      <p:tavLst>
                                        <p:tav tm="0">
                                          <p:val>
                                            <p:strVal val="#ppt_x"/>
                                          </p:val>
                                        </p:tav>
                                        <p:tav tm="100000">
                                          <p:val>
                                            <p:strVal val="#ppt_x"/>
                                          </p:val>
                                        </p:tav>
                                      </p:tavLst>
                                    </p:anim>
                                    <p:anim calcmode="lin" valueType="num">
                                      <p:cBhvr additive="base">
                                        <p:cTn id="48"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ppt_x"/>
                                          </p:val>
                                        </p:tav>
                                        <p:tav tm="100000">
                                          <p:val>
                                            <p:strVal val="#ppt_x"/>
                                          </p:val>
                                        </p:tav>
                                      </p:tavLst>
                                    </p:anim>
                                    <p:anim calcmode="lin" valueType="num">
                                      <p:cBhvr additive="base">
                                        <p:cTn id="54" dur="500" fill="hold"/>
                                        <p:tgtEl>
                                          <p:spTgt spid="1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 calcmode="lin" valueType="num">
                                      <p:cBhvr additive="base">
                                        <p:cTn id="57" dur="500" fill="hold"/>
                                        <p:tgtEl>
                                          <p:spTgt spid="44"/>
                                        </p:tgtEl>
                                        <p:attrNameLst>
                                          <p:attrName>ppt_x</p:attrName>
                                        </p:attrNameLst>
                                      </p:cBhvr>
                                      <p:tavLst>
                                        <p:tav tm="0">
                                          <p:val>
                                            <p:strVal val="#ppt_x"/>
                                          </p:val>
                                        </p:tav>
                                        <p:tav tm="100000">
                                          <p:val>
                                            <p:strVal val="#ppt_x"/>
                                          </p:val>
                                        </p:tav>
                                      </p:tavLst>
                                    </p:anim>
                                    <p:anim calcmode="lin" valueType="num">
                                      <p:cBhvr additive="base">
                                        <p:cTn id="58" dur="500" fill="hold"/>
                                        <p:tgtEl>
                                          <p:spTgt spid="4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fill="hold"/>
                                        <p:tgtEl>
                                          <p:spTgt spid="45"/>
                                        </p:tgtEl>
                                        <p:attrNameLst>
                                          <p:attrName>ppt_x</p:attrName>
                                        </p:attrNameLst>
                                      </p:cBhvr>
                                      <p:tavLst>
                                        <p:tav tm="0">
                                          <p:val>
                                            <p:strVal val="#ppt_x"/>
                                          </p:val>
                                        </p:tav>
                                        <p:tav tm="100000">
                                          <p:val>
                                            <p:strVal val="#ppt_x"/>
                                          </p:val>
                                        </p:tav>
                                      </p:tavLst>
                                    </p:anim>
                                    <p:anim calcmode="lin" valueType="num">
                                      <p:cBhvr additive="base">
                                        <p:cTn id="62" dur="500" fill="hold"/>
                                        <p:tgtEl>
                                          <p:spTgt spid="45"/>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 calcmode="lin" valueType="num">
                                      <p:cBhvr additive="base">
                                        <p:cTn id="65" dur="500" fill="hold"/>
                                        <p:tgtEl>
                                          <p:spTgt spid="47"/>
                                        </p:tgtEl>
                                        <p:attrNameLst>
                                          <p:attrName>ppt_x</p:attrName>
                                        </p:attrNameLst>
                                      </p:cBhvr>
                                      <p:tavLst>
                                        <p:tav tm="0">
                                          <p:val>
                                            <p:strVal val="#ppt_x"/>
                                          </p:val>
                                        </p:tav>
                                        <p:tav tm="100000">
                                          <p:val>
                                            <p:strVal val="#ppt_x"/>
                                          </p:val>
                                        </p:tav>
                                      </p:tavLst>
                                    </p:anim>
                                    <p:anim calcmode="lin" valueType="num">
                                      <p:cBhvr additive="base">
                                        <p:cTn id="66" dur="500" fill="hold"/>
                                        <p:tgtEl>
                                          <p:spTgt spid="47"/>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53"/>
                                        </p:tgtEl>
                                        <p:attrNameLst>
                                          <p:attrName>style.visibility</p:attrName>
                                        </p:attrNameLst>
                                      </p:cBhvr>
                                      <p:to>
                                        <p:strVal val="visible"/>
                                      </p:to>
                                    </p:set>
                                    <p:anim calcmode="lin" valueType="num">
                                      <p:cBhvr additive="base">
                                        <p:cTn id="69" dur="500" fill="hold"/>
                                        <p:tgtEl>
                                          <p:spTgt spid="53"/>
                                        </p:tgtEl>
                                        <p:attrNameLst>
                                          <p:attrName>ppt_x</p:attrName>
                                        </p:attrNameLst>
                                      </p:cBhvr>
                                      <p:tavLst>
                                        <p:tav tm="0">
                                          <p:val>
                                            <p:strVal val="#ppt_x"/>
                                          </p:val>
                                        </p:tav>
                                        <p:tav tm="100000">
                                          <p:val>
                                            <p:strVal val="#ppt_x"/>
                                          </p:val>
                                        </p:tav>
                                      </p:tavLst>
                                    </p:anim>
                                    <p:anim calcmode="lin" valueType="num">
                                      <p:cBhvr additive="base">
                                        <p:cTn id="70" dur="500" fill="hold"/>
                                        <p:tgtEl>
                                          <p:spTgt spid="53"/>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anim calcmode="lin" valueType="num">
                                      <p:cBhvr additive="base">
                                        <p:cTn id="79" dur="500" fill="hold"/>
                                        <p:tgtEl>
                                          <p:spTgt spid="12"/>
                                        </p:tgtEl>
                                        <p:attrNameLst>
                                          <p:attrName>ppt_x</p:attrName>
                                        </p:attrNameLst>
                                      </p:cBhvr>
                                      <p:tavLst>
                                        <p:tav tm="0">
                                          <p:val>
                                            <p:strVal val="#ppt_x"/>
                                          </p:val>
                                        </p:tav>
                                        <p:tav tm="100000">
                                          <p:val>
                                            <p:strVal val="#ppt_x"/>
                                          </p:val>
                                        </p:tav>
                                      </p:tavLst>
                                    </p:anim>
                                    <p:anim calcmode="lin" valueType="num">
                                      <p:cBhvr additive="base">
                                        <p:cTn id="80" dur="500" fill="hold"/>
                                        <p:tgtEl>
                                          <p:spTgt spid="12"/>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49"/>
                                        </p:tgtEl>
                                        <p:attrNameLst>
                                          <p:attrName>style.visibility</p:attrName>
                                        </p:attrNameLst>
                                      </p:cBhvr>
                                      <p:to>
                                        <p:strVal val="visible"/>
                                      </p:to>
                                    </p:set>
                                    <p:anim calcmode="lin" valueType="num">
                                      <p:cBhvr additive="base">
                                        <p:cTn id="83" dur="500" fill="hold"/>
                                        <p:tgtEl>
                                          <p:spTgt spid="49"/>
                                        </p:tgtEl>
                                        <p:attrNameLst>
                                          <p:attrName>ppt_x</p:attrName>
                                        </p:attrNameLst>
                                      </p:cBhvr>
                                      <p:tavLst>
                                        <p:tav tm="0">
                                          <p:val>
                                            <p:strVal val="#ppt_x"/>
                                          </p:val>
                                        </p:tav>
                                        <p:tav tm="100000">
                                          <p:val>
                                            <p:strVal val="#ppt_x"/>
                                          </p:val>
                                        </p:tav>
                                      </p:tavLst>
                                    </p:anim>
                                    <p:anim calcmode="lin" valueType="num">
                                      <p:cBhvr additive="base">
                                        <p:cTn id="84" dur="500" fill="hold"/>
                                        <p:tgtEl>
                                          <p:spTgt spid="49"/>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0"/>
                                        </p:tgtEl>
                                        <p:attrNameLst>
                                          <p:attrName>style.visibility</p:attrName>
                                        </p:attrNameLst>
                                      </p:cBhvr>
                                      <p:to>
                                        <p:strVal val="visible"/>
                                      </p:to>
                                    </p:set>
                                    <p:anim calcmode="lin" valueType="num">
                                      <p:cBhvr additive="base">
                                        <p:cTn id="87" dur="500" fill="hold"/>
                                        <p:tgtEl>
                                          <p:spTgt spid="50"/>
                                        </p:tgtEl>
                                        <p:attrNameLst>
                                          <p:attrName>ppt_x</p:attrName>
                                        </p:attrNameLst>
                                      </p:cBhvr>
                                      <p:tavLst>
                                        <p:tav tm="0">
                                          <p:val>
                                            <p:strVal val="#ppt_x"/>
                                          </p:val>
                                        </p:tav>
                                        <p:tav tm="100000">
                                          <p:val>
                                            <p:strVal val="#ppt_x"/>
                                          </p:val>
                                        </p:tav>
                                      </p:tavLst>
                                    </p:anim>
                                    <p:anim calcmode="lin" valueType="num">
                                      <p:cBhvr additive="base">
                                        <p:cTn id="88" dur="500" fill="hold"/>
                                        <p:tgtEl>
                                          <p:spTgt spid="50"/>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2"/>
                                        </p:tgtEl>
                                        <p:attrNameLst>
                                          <p:attrName>style.visibility</p:attrName>
                                        </p:attrNameLst>
                                      </p:cBhvr>
                                      <p:to>
                                        <p:strVal val="visible"/>
                                      </p:to>
                                    </p:set>
                                    <p:anim calcmode="lin" valueType="num">
                                      <p:cBhvr additive="base">
                                        <p:cTn id="91" dur="500" fill="hold"/>
                                        <p:tgtEl>
                                          <p:spTgt spid="52"/>
                                        </p:tgtEl>
                                        <p:attrNameLst>
                                          <p:attrName>ppt_x</p:attrName>
                                        </p:attrNameLst>
                                      </p:cBhvr>
                                      <p:tavLst>
                                        <p:tav tm="0">
                                          <p:val>
                                            <p:strVal val="#ppt_x"/>
                                          </p:val>
                                        </p:tav>
                                        <p:tav tm="100000">
                                          <p:val>
                                            <p:strVal val="#ppt_x"/>
                                          </p:val>
                                        </p:tav>
                                      </p:tavLst>
                                    </p:anim>
                                    <p:anim calcmode="lin" valueType="num">
                                      <p:cBhvr additive="base">
                                        <p:cTn id="92" dur="500" fill="hold"/>
                                        <p:tgtEl>
                                          <p:spTgt spid="52"/>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anim calcmode="lin" valueType="num">
                                      <p:cBhvr additive="base">
                                        <p:cTn id="95" dur="500" fill="hold"/>
                                        <p:tgtEl>
                                          <p:spTgt spid="56"/>
                                        </p:tgtEl>
                                        <p:attrNameLst>
                                          <p:attrName>ppt_x</p:attrName>
                                        </p:attrNameLst>
                                      </p:cBhvr>
                                      <p:tavLst>
                                        <p:tav tm="0">
                                          <p:val>
                                            <p:strVal val="#ppt_x"/>
                                          </p:val>
                                        </p:tav>
                                        <p:tav tm="100000">
                                          <p:val>
                                            <p:strVal val="#ppt_x"/>
                                          </p:val>
                                        </p:tav>
                                      </p:tavLst>
                                    </p:anim>
                                    <p:anim calcmode="lin" valueType="num">
                                      <p:cBhvr additive="base">
                                        <p:cTn id="96" dur="500" fill="hold"/>
                                        <p:tgtEl>
                                          <p:spTgt spid="56"/>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24"/>
                                        </p:tgtEl>
                                        <p:attrNameLst>
                                          <p:attrName>style.visibility</p:attrName>
                                        </p:attrNameLst>
                                      </p:cBhvr>
                                      <p:to>
                                        <p:strVal val="visible"/>
                                      </p:to>
                                    </p:set>
                                    <p:anim calcmode="lin" valueType="num">
                                      <p:cBhvr additive="base">
                                        <p:cTn id="99" dur="500" fill="hold"/>
                                        <p:tgtEl>
                                          <p:spTgt spid="24"/>
                                        </p:tgtEl>
                                        <p:attrNameLst>
                                          <p:attrName>ppt_x</p:attrName>
                                        </p:attrNameLst>
                                      </p:cBhvr>
                                      <p:tavLst>
                                        <p:tav tm="0">
                                          <p:val>
                                            <p:strVal val="#ppt_x"/>
                                          </p:val>
                                        </p:tav>
                                        <p:tav tm="100000">
                                          <p:val>
                                            <p:strVal val="#ppt_x"/>
                                          </p:val>
                                        </p:tav>
                                      </p:tavLst>
                                    </p:anim>
                                    <p:anim calcmode="lin" valueType="num">
                                      <p:cBhvr additive="base">
                                        <p:cTn id="10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80"/>
                                        </p:tgtEl>
                                        <p:attrNameLst>
                                          <p:attrName>style.visibility</p:attrName>
                                        </p:attrNameLst>
                                      </p:cBhvr>
                                      <p:to>
                                        <p:strVal val="visible"/>
                                      </p:to>
                                    </p:set>
                                    <p:anim calcmode="lin" valueType="num">
                                      <p:cBhvr additive="base">
                                        <p:cTn id="105" dur="500" fill="hold"/>
                                        <p:tgtEl>
                                          <p:spTgt spid="80"/>
                                        </p:tgtEl>
                                        <p:attrNameLst>
                                          <p:attrName>ppt_x</p:attrName>
                                        </p:attrNameLst>
                                      </p:cBhvr>
                                      <p:tavLst>
                                        <p:tav tm="0">
                                          <p:val>
                                            <p:strVal val="#ppt_x"/>
                                          </p:val>
                                        </p:tav>
                                        <p:tav tm="100000">
                                          <p:val>
                                            <p:strVal val="#ppt_x"/>
                                          </p:val>
                                        </p:tav>
                                      </p:tavLst>
                                    </p:anim>
                                    <p:anim calcmode="lin" valueType="num">
                                      <p:cBhvr additive="base">
                                        <p:cTn id="106" dur="500" fill="hold"/>
                                        <p:tgtEl>
                                          <p:spTgt spid="80"/>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79"/>
                                        </p:tgtEl>
                                        <p:attrNameLst>
                                          <p:attrName>style.visibility</p:attrName>
                                        </p:attrNameLst>
                                      </p:cBhvr>
                                      <p:to>
                                        <p:strVal val="visible"/>
                                      </p:to>
                                    </p:set>
                                    <p:anim calcmode="lin" valueType="num">
                                      <p:cBhvr additive="base">
                                        <p:cTn id="109" dur="500" fill="hold"/>
                                        <p:tgtEl>
                                          <p:spTgt spid="79"/>
                                        </p:tgtEl>
                                        <p:attrNameLst>
                                          <p:attrName>ppt_x</p:attrName>
                                        </p:attrNameLst>
                                      </p:cBhvr>
                                      <p:tavLst>
                                        <p:tav tm="0">
                                          <p:val>
                                            <p:strVal val="#ppt_x"/>
                                          </p:val>
                                        </p:tav>
                                        <p:tav tm="100000">
                                          <p:val>
                                            <p:strVal val="#ppt_x"/>
                                          </p:val>
                                        </p:tav>
                                      </p:tavLst>
                                    </p:anim>
                                    <p:anim calcmode="lin" valueType="num">
                                      <p:cBhvr additive="base">
                                        <p:cTn id="110" dur="500" fill="hold"/>
                                        <p:tgtEl>
                                          <p:spTgt spid="79"/>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78"/>
                                        </p:tgtEl>
                                        <p:attrNameLst>
                                          <p:attrName>style.visibility</p:attrName>
                                        </p:attrNameLst>
                                      </p:cBhvr>
                                      <p:to>
                                        <p:strVal val="visible"/>
                                      </p:to>
                                    </p:set>
                                    <p:anim calcmode="lin" valueType="num">
                                      <p:cBhvr additive="base">
                                        <p:cTn id="113" dur="500" fill="hold"/>
                                        <p:tgtEl>
                                          <p:spTgt spid="78"/>
                                        </p:tgtEl>
                                        <p:attrNameLst>
                                          <p:attrName>ppt_x</p:attrName>
                                        </p:attrNameLst>
                                      </p:cBhvr>
                                      <p:tavLst>
                                        <p:tav tm="0">
                                          <p:val>
                                            <p:strVal val="#ppt_x"/>
                                          </p:val>
                                        </p:tav>
                                        <p:tav tm="100000">
                                          <p:val>
                                            <p:strVal val="#ppt_x"/>
                                          </p:val>
                                        </p:tav>
                                      </p:tavLst>
                                    </p:anim>
                                    <p:anim calcmode="lin" valueType="num">
                                      <p:cBhvr additive="base">
                                        <p:cTn id="114" dur="500" fill="hold"/>
                                        <p:tgtEl>
                                          <p:spTgt spid="78"/>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77"/>
                                        </p:tgtEl>
                                        <p:attrNameLst>
                                          <p:attrName>style.visibility</p:attrName>
                                        </p:attrNameLst>
                                      </p:cBhvr>
                                      <p:to>
                                        <p:strVal val="visible"/>
                                      </p:to>
                                    </p:set>
                                    <p:anim calcmode="lin" valueType="num">
                                      <p:cBhvr additive="base">
                                        <p:cTn id="117" dur="500" fill="hold"/>
                                        <p:tgtEl>
                                          <p:spTgt spid="77"/>
                                        </p:tgtEl>
                                        <p:attrNameLst>
                                          <p:attrName>ppt_x</p:attrName>
                                        </p:attrNameLst>
                                      </p:cBhvr>
                                      <p:tavLst>
                                        <p:tav tm="0">
                                          <p:val>
                                            <p:strVal val="#ppt_x"/>
                                          </p:val>
                                        </p:tav>
                                        <p:tav tm="100000">
                                          <p:val>
                                            <p:strVal val="#ppt_x"/>
                                          </p:val>
                                        </p:tav>
                                      </p:tavLst>
                                    </p:anim>
                                    <p:anim calcmode="lin" valueType="num">
                                      <p:cBhvr additive="base">
                                        <p:cTn id="118" dur="500" fill="hold"/>
                                        <p:tgtEl>
                                          <p:spTgt spid="77"/>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64"/>
                                        </p:tgtEl>
                                        <p:attrNameLst>
                                          <p:attrName>style.visibility</p:attrName>
                                        </p:attrNameLst>
                                      </p:cBhvr>
                                      <p:to>
                                        <p:strVal val="visible"/>
                                      </p:to>
                                    </p:set>
                                    <p:anim calcmode="lin" valueType="num">
                                      <p:cBhvr additive="base">
                                        <p:cTn id="121" dur="500" fill="hold"/>
                                        <p:tgtEl>
                                          <p:spTgt spid="64"/>
                                        </p:tgtEl>
                                        <p:attrNameLst>
                                          <p:attrName>ppt_x</p:attrName>
                                        </p:attrNameLst>
                                      </p:cBhvr>
                                      <p:tavLst>
                                        <p:tav tm="0">
                                          <p:val>
                                            <p:strVal val="#ppt_x"/>
                                          </p:val>
                                        </p:tav>
                                        <p:tav tm="100000">
                                          <p:val>
                                            <p:strVal val="#ppt_x"/>
                                          </p:val>
                                        </p:tav>
                                      </p:tavLst>
                                    </p:anim>
                                    <p:anim calcmode="lin" valueType="num">
                                      <p:cBhvr additive="base">
                                        <p:cTn id="122" dur="500" fill="hold"/>
                                        <p:tgtEl>
                                          <p:spTgt spid="64"/>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65"/>
                                        </p:tgtEl>
                                        <p:attrNameLst>
                                          <p:attrName>style.visibility</p:attrName>
                                        </p:attrNameLst>
                                      </p:cBhvr>
                                      <p:to>
                                        <p:strVal val="visible"/>
                                      </p:to>
                                    </p:set>
                                    <p:anim calcmode="lin" valueType="num">
                                      <p:cBhvr additive="base">
                                        <p:cTn id="125" dur="500" fill="hold"/>
                                        <p:tgtEl>
                                          <p:spTgt spid="65"/>
                                        </p:tgtEl>
                                        <p:attrNameLst>
                                          <p:attrName>ppt_x</p:attrName>
                                        </p:attrNameLst>
                                      </p:cBhvr>
                                      <p:tavLst>
                                        <p:tav tm="0">
                                          <p:val>
                                            <p:strVal val="#ppt_x"/>
                                          </p:val>
                                        </p:tav>
                                        <p:tav tm="100000">
                                          <p:val>
                                            <p:strVal val="#ppt_x"/>
                                          </p:val>
                                        </p:tav>
                                      </p:tavLst>
                                    </p:anim>
                                    <p:anim calcmode="lin" valueType="num">
                                      <p:cBhvr additive="base">
                                        <p:cTn id="126" dur="500" fill="hold"/>
                                        <p:tgtEl>
                                          <p:spTgt spid="65"/>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66"/>
                                        </p:tgtEl>
                                        <p:attrNameLst>
                                          <p:attrName>style.visibility</p:attrName>
                                        </p:attrNameLst>
                                      </p:cBhvr>
                                      <p:to>
                                        <p:strVal val="visible"/>
                                      </p:to>
                                    </p:set>
                                    <p:anim calcmode="lin" valueType="num">
                                      <p:cBhvr additive="base">
                                        <p:cTn id="129" dur="500" fill="hold"/>
                                        <p:tgtEl>
                                          <p:spTgt spid="66"/>
                                        </p:tgtEl>
                                        <p:attrNameLst>
                                          <p:attrName>ppt_x</p:attrName>
                                        </p:attrNameLst>
                                      </p:cBhvr>
                                      <p:tavLst>
                                        <p:tav tm="0">
                                          <p:val>
                                            <p:strVal val="#ppt_x"/>
                                          </p:val>
                                        </p:tav>
                                        <p:tav tm="100000">
                                          <p:val>
                                            <p:strVal val="#ppt_x"/>
                                          </p:val>
                                        </p:tav>
                                      </p:tavLst>
                                    </p:anim>
                                    <p:anim calcmode="lin" valueType="num">
                                      <p:cBhvr additive="base">
                                        <p:cTn id="130" dur="500" fill="hold"/>
                                        <p:tgtEl>
                                          <p:spTgt spid="66"/>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67"/>
                                        </p:tgtEl>
                                        <p:attrNameLst>
                                          <p:attrName>style.visibility</p:attrName>
                                        </p:attrNameLst>
                                      </p:cBhvr>
                                      <p:to>
                                        <p:strVal val="visible"/>
                                      </p:to>
                                    </p:set>
                                    <p:anim calcmode="lin" valueType="num">
                                      <p:cBhvr additive="base">
                                        <p:cTn id="133" dur="500" fill="hold"/>
                                        <p:tgtEl>
                                          <p:spTgt spid="67"/>
                                        </p:tgtEl>
                                        <p:attrNameLst>
                                          <p:attrName>ppt_x</p:attrName>
                                        </p:attrNameLst>
                                      </p:cBhvr>
                                      <p:tavLst>
                                        <p:tav tm="0">
                                          <p:val>
                                            <p:strVal val="#ppt_x"/>
                                          </p:val>
                                        </p:tav>
                                        <p:tav tm="100000">
                                          <p:val>
                                            <p:strVal val="#ppt_x"/>
                                          </p:val>
                                        </p:tav>
                                      </p:tavLst>
                                    </p:anim>
                                    <p:anim calcmode="lin" valueType="num">
                                      <p:cBhvr additive="base">
                                        <p:cTn id="134" dur="500" fill="hold"/>
                                        <p:tgtEl>
                                          <p:spTgt spid="67"/>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68"/>
                                        </p:tgtEl>
                                        <p:attrNameLst>
                                          <p:attrName>style.visibility</p:attrName>
                                        </p:attrNameLst>
                                      </p:cBhvr>
                                      <p:to>
                                        <p:strVal val="visible"/>
                                      </p:to>
                                    </p:set>
                                    <p:anim calcmode="lin" valueType="num">
                                      <p:cBhvr additive="base">
                                        <p:cTn id="137" dur="500" fill="hold"/>
                                        <p:tgtEl>
                                          <p:spTgt spid="68"/>
                                        </p:tgtEl>
                                        <p:attrNameLst>
                                          <p:attrName>ppt_x</p:attrName>
                                        </p:attrNameLst>
                                      </p:cBhvr>
                                      <p:tavLst>
                                        <p:tav tm="0">
                                          <p:val>
                                            <p:strVal val="#ppt_x"/>
                                          </p:val>
                                        </p:tav>
                                        <p:tav tm="100000">
                                          <p:val>
                                            <p:strVal val="#ppt_x"/>
                                          </p:val>
                                        </p:tav>
                                      </p:tavLst>
                                    </p:anim>
                                    <p:anim calcmode="lin" valueType="num">
                                      <p:cBhvr additive="base">
                                        <p:cTn id="138" dur="500" fill="hold"/>
                                        <p:tgtEl>
                                          <p:spTgt spid="68"/>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76"/>
                                        </p:tgtEl>
                                        <p:attrNameLst>
                                          <p:attrName>style.visibility</p:attrName>
                                        </p:attrNameLst>
                                      </p:cBhvr>
                                      <p:to>
                                        <p:strVal val="visible"/>
                                      </p:to>
                                    </p:set>
                                    <p:anim calcmode="lin" valueType="num">
                                      <p:cBhvr additive="base">
                                        <p:cTn id="141" dur="500" fill="hold"/>
                                        <p:tgtEl>
                                          <p:spTgt spid="76"/>
                                        </p:tgtEl>
                                        <p:attrNameLst>
                                          <p:attrName>ppt_x</p:attrName>
                                        </p:attrNameLst>
                                      </p:cBhvr>
                                      <p:tavLst>
                                        <p:tav tm="0">
                                          <p:val>
                                            <p:strVal val="#ppt_x"/>
                                          </p:val>
                                        </p:tav>
                                        <p:tav tm="100000">
                                          <p:val>
                                            <p:strVal val="#ppt_x"/>
                                          </p:val>
                                        </p:tav>
                                      </p:tavLst>
                                    </p:anim>
                                    <p:anim calcmode="lin" valueType="num">
                                      <p:cBhvr additive="base">
                                        <p:cTn id="142" dur="500" fill="hold"/>
                                        <p:tgtEl>
                                          <p:spTgt spid="76"/>
                                        </p:tgtEl>
                                        <p:attrNameLst>
                                          <p:attrName>ppt_y</p:attrName>
                                        </p:attrNameLst>
                                      </p:cBhvr>
                                      <p:tavLst>
                                        <p:tav tm="0">
                                          <p:val>
                                            <p:strVal val="1+#ppt_h/2"/>
                                          </p:val>
                                        </p:tav>
                                        <p:tav tm="100000">
                                          <p:val>
                                            <p:strVal val="#ppt_y"/>
                                          </p:val>
                                        </p:tav>
                                      </p:tavLst>
                                    </p:anim>
                                  </p:childTnLst>
                                </p:cTn>
                              </p:par>
                              <p:par>
                                <p:cTn id="143" presetID="2" presetClass="entr" presetSubtype="4" fill="hold" nodeType="withEffect">
                                  <p:stCondLst>
                                    <p:cond delay="0"/>
                                  </p:stCondLst>
                                  <p:childTnLst>
                                    <p:set>
                                      <p:cBhvr>
                                        <p:cTn id="144" dur="1" fill="hold">
                                          <p:stCondLst>
                                            <p:cond delay="0"/>
                                          </p:stCondLst>
                                        </p:cTn>
                                        <p:tgtEl>
                                          <p:spTgt spid="81"/>
                                        </p:tgtEl>
                                        <p:attrNameLst>
                                          <p:attrName>style.visibility</p:attrName>
                                        </p:attrNameLst>
                                      </p:cBhvr>
                                      <p:to>
                                        <p:strVal val="visible"/>
                                      </p:to>
                                    </p:set>
                                    <p:anim calcmode="lin" valueType="num">
                                      <p:cBhvr additive="base">
                                        <p:cTn id="145" dur="500" fill="hold"/>
                                        <p:tgtEl>
                                          <p:spTgt spid="81"/>
                                        </p:tgtEl>
                                        <p:attrNameLst>
                                          <p:attrName>ppt_x</p:attrName>
                                        </p:attrNameLst>
                                      </p:cBhvr>
                                      <p:tavLst>
                                        <p:tav tm="0">
                                          <p:val>
                                            <p:strVal val="#ppt_x"/>
                                          </p:val>
                                        </p:tav>
                                        <p:tav tm="100000">
                                          <p:val>
                                            <p:strVal val="#ppt_x"/>
                                          </p:val>
                                        </p:tav>
                                      </p:tavLst>
                                    </p:anim>
                                    <p:anim calcmode="lin" valueType="num">
                                      <p:cBhvr additive="base">
                                        <p:cTn id="146" dur="500" fill="hold"/>
                                        <p:tgtEl>
                                          <p:spTgt spid="81"/>
                                        </p:tgtEl>
                                        <p:attrNameLst>
                                          <p:attrName>ppt_y</p:attrName>
                                        </p:attrNameLst>
                                      </p:cBhvr>
                                      <p:tavLst>
                                        <p:tav tm="0">
                                          <p:val>
                                            <p:strVal val="1+#ppt_h/2"/>
                                          </p:val>
                                        </p:tav>
                                        <p:tav tm="100000">
                                          <p:val>
                                            <p:strVal val="#ppt_y"/>
                                          </p:val>
                                        </p:tav>
                                      </p:tavLst>
                                    </p:anim>
                                  </p:childTnLst>
                                </p:cTn>
                              </p:par>
                              <p:par>
                                <p:cTn id="147" presetID="2" presetClass="entr" presetSubtype="4" fill="hold" nodeType="withEffect">
                                  <p:stCondLst>
                                    <p:cond delay="0"/>
                                  </p:stCondLst>
                                  <p:childTnLst>
                                    <p:set>
                                      <p:cBhvr>
                                        <p:cTn id="148" dur="1" fill="hold">
                                          <p:stCondLst>
                                            <p:cond delay="0"/>
                                          </p:stCondLst>
                                        </p:cTn>
                                        <p:tgtEl>
                                          <p:spTgt spid="95"/>
                                        </p:tgtEl>
                                        <p:attrNameLst>
                                          <p:attrName>style.visibility</p:attrName>
                                        </p:attrNameLst>
                                      </p:cBhvr>
                                      <p:to>
                                        <p:strVal val="visible"/>
                                      </p:to>
                                    </p:set>
                                    <p:anim calcmode="lin" valueType="num">
                                      <p:cBhvr additive="base">
                                        <p:cTn id="149" dur="500" fill="hold"/>
                                        <p:tgtEl>
                                          <p:spTgt spid="95"/>
                                        </p:tgtEl>
                                        <p:attrNameLst>
                                          <p:attrName>ppt_x</p:attrName>
                                        </p:attrNameLst>
                                      </p:cBhvr>
                                      <p:tavLst>
                                        <p:tav tm="0">
                                          <p:val>
                                            <p:strVal val="#ppt_x"/>
                                          </p:val>
                                        </p:tav>
                                        <p:tav tm="100000">
                                          <p:val>
                                            <p:strVal val="#ppt_x"/>
                                          </p:val>
                                        </p:tav>
                                      </p:tavLst>
                                    </p:anim>
                                    <p:anim calcmode="lin" valueType="num">
                                      <p:cBhvr additive="base">
                                        <p:cTn id="150" dur="500" fill="hold"/>
                                        <p:tgtEl>
                                          <p:spTgt spid="95"/>
                                        </p:tgtEl>
                                        <p:attrNameLst>
                                          <p:attrName>ppt_y</p:attrName>
                                        </p:attrNameLst>
                                      </p:cBhvr>
                                      <p:tavLst>
                                        <p:tav tm="0">
                                          <p:val>
                                            <p:strVal val="1+#ppt_h/2"/>
                                          </p:val>
                                        </p:tav>
                                        <p:tav tm="100000">
                                          <p:val>
                                            <p:strVal val="#ppt_y"/>
                                          </p:val>
                                        </p:tav>
                                      </p:tavLst>
                                    </p:anim>
                                  </p:childTnLst>
                                </p:cTn>
                              </p:par>
                              <p:par>
                                <p:cTn id="151" presetID="2" presetClass="entr" presetSubtype="4" fill="hold" nodeType="withEffect">
                                  <p:stCondLst>
                                    <p:cond delay="0"/>
                                  </p:stCondLst>
                                  <p:childTnLst>
                                    <p:set>
                                      <p:cBhvr>
                                        <p:cTn id="152" dur="1" fill="hold">
                                          <p:stCondLst>
                                            <p:cond delay="0"/>
                                          </p:stCondLst>
                                        </p:cTn>
                                        <p:tgtEl>
                                          <p:spTgt spid="4"/>
                                        </p:tgtEl>
                                        <p:attrNameLst>
                                          <p:attrName>style.visibility</p:attrName>
                                        </p:attrNameLst>
                                      </p:cBhvr>
                                      <p:to>
                                        <p:strVal val="visible"/>
                                      </p:to>
                                    </p:set>
                                    <p:anim calcmode="lin" valueType="num">
                                      <p:cBhvr additive="base">
                                        <p:cTn id="153" dur="500" fill="hold"/>
                                        <p:tgtEl>
                                          <p:spTgt spid="4"/>
                                        </p:tgtEl>
                                        <p:attrNameLst>
                                          <p:attrName>ppt_x</p:attrName>
                                        </p:attrNameLst>
                                      </p:cBhvr>
                                      <p:tavLst>
                                        <p:tav tm="0">
                                          <p:val>
                                            <p:strVal val="#ppt_x"/>
                                          </p:val>
                                        </p:tav>
                                        <p:tav tm="100000">
                                          <p:val>
                                            <p:strVal val="#ppt_x"/>
                                          </p:val>
                                        </p:tav>
                                      </p:tavLst>
                                    </p:anim>
                                    <p:anim calcmode="lin" valueType="num">
                                      <p:cBhvr additive="base">
                                        <p:cTn id="154" dur="500" fill="hold"/>
                                        <p:tgtEl>
                                          <p:spTgt spid="4"/>
                                        </p:tgtEl>
                                        <p:attrNameLst>
                                          <p:attrName>ppt_y</p:attrName>
                                        </p:attrNameLst>
                                      </p:cBhvr>
                                      <p:tavLst>
                                        <p:tav tm="0">
                                          <p:val>
                                            <p:strVal val="1+#ppt_h/2"/>
                                          </p:val>
                                        </p:tav>
                                        <p:tav tm="100000">
                                          <p:val>
                                            <p:strVal val="#ppt_y"/>
                                          </p:val>
                                        </p:tav>
                                      </p:tavLst>
                                    </p:anim>
                                  </p:childTnLst>
                                </p:cTn>
                              </p:par>
                              <p:par>
                                <p:cTn id="155" presetID="2" presetClass="entr" presetSubtype="4" fill="hold" nodeType="withEffect">
                                  <p:stCondLst>
                                    <p:cond delay="0"/>
                                  </p:stCondLst>
                                  <p:childTnLst>
                                    <p:set>
                                      <p:cBhvr>
                                        <p:cTn id="156" dur="1" fill="hold">
                                          <p:stCondLst>
                                            <p:cond delay="0"/>
                                          </p:stCondLst>
                                        </p:cTn>
                                        <p:tgtEl>
                                          <p:spTgt spid="100"/>
                                        </p:tgtEl>
                                        <p:attrNameLst>
                                          <p:attrName>style.visibility</p:attrName>
                                        </p:attrNameLst>
                                      </p:cBhvr>
                                      <p:to>
                                        <p:strVal val="visible"/>
                                      </p:to>
                                    </p:set>
                                    <p:anim calcmode="lin" valueType="num">
                                      <p:cBhvr additive="base">
                                        <p:cTn id="157" dur="500" fill="hold"/>
                                        <p:tgtEl>
                                          <p:spTgt spid="100"/>
                                        </p:tgtEl>
                                        <p:attrNameLst>
                                          <p:attrName>ppt_x</p:attrName>
                                        </p:attrNameLst>
                                      </p:cBhvr>
                                      <p:tavLst>
                                        <p:tav tm="0">
                                          <p:val>
                                            <p:strVal val="#ppt_x"/>
                                          </p:val>
                                        </p:tav>
                                        <p:tav tm="100000">
                                          <p:val>
                                            <p:strVal val="#ppt_x"/>
                                          </p:val>
                                        </p:tav>
                                      </p:tavLst>
                                    </p:anim>
                                    <p:anim calcmode="lin" valueType="num">
                                      <p:cBhvr additive="base">
                                        <p:cTn id="158" dur="500" fill="hold"/>
                                        <p:tgtEl>
                                          <p:spTgt spid="100"/>
                                        </p:tgtEl>
                                        <p:attrNameLst>
                                          <p:attrName>ppt_y</p:attrName>
                                        </p:attrNameLst>
                                      </p:cBhvr>
                                      <p:tavLst>
                                        <p:tav tm="0">
                                          <p:val>
                                            <p:strVal val="1+#ppt_h/2"/>
                                          </p:val>
                                        </p:tav>
                                        <p:tav tm="100000">
                                          <p:val>
                                            <p:strVal val="#ppt_y"/>
                                          </p:val>
                                        </p:tav>
                                      </p:tavLst>
                                    </p:anim>
                                  </p:childTnLst>
                                </p:cTn>
                              </p:par>
                              <p:par>
                                <p:cTn id="159" presetID="2" presetClass="entr" presetSubtype="4" fill="hold" grpId="0" nodeType="withEffect">
                                  <p:stCondLst>
                                    <p:cond delay="0"/>
                                  </p:stCondLst>
                                  <p:childTnLst>
                                    <p:set>
                                      <p:cBhvr>
                                        <p:cTn id="160" dur="1" fill="hold">
                                          <p:stCondLst>
                                            <p:cond delay="0"/>
                                          </p:stCondLst>
                                        </p:cTn>
                                        <p:tgtEl>
                                          <p:spTgt spid="107"/>
                                        </p:tgtEl>
                                        <p:attrNameLst>
                                          <p:attrName>style.visibility</p:attrName>
                                        </p:attrNameLst>
                                      </p:cBhvr>
                                      <p:to>
                                        <p:strVal val="visible"/>
                                      </p:to>
                                    </p:set>
                                    <p:anim calcmode="lin" valueType="num">
                                      <p:cBhvr additive="base">
                                        <p:cTn id="161" dur="500" fill="hold"/>
                                        <p:tgtEl>
                                          <p:spTgt spid="107"/>
                                        </p:tgtEl>
                                        <p:attrNameLst>
                                          <p:attrName>ppt_x</p:attrName>
                                        </p:attrNameLst>
                                      </p:cBhvr>
                                      <p:tavLst>
                                        <p:tav tm="0">
                                          <p:val>
                                            <p:strVal val="#ppt_x"/>
                                          </p:val>
                                        </p:tav>
                                        <p:tav tm="100000">
                                          <p:val>
                                            <p:strVal val="#ppt_x"/>
                                          </p:val>
                                        </p:tav>
                                      </p:tavLst>
                                    </p:anim>
                                    <p:anim calcmode="lin" valueType="num">
                                      <p:cBhvr additive="base">
                                        <p:cTn id="162" dur="500" fill="hold"/>
                                        <p:tgtEl>
                                          <p:spTgt spid="107"/>
                                        </p:tgtEl>
                                        <p:attrNameLst>
                                          <p:attrName>ppt_y</p:attrName>
                                        </p:attrNameLst>
                                      </p:cBhvr>
                                      <p:tavLst>
                                        <p:tav tm="0">
                                          <p:val>
                                            <p:strVal val="1+#ppt_h/2"/>
                                          </p:val>
                                        </p:tav>
                                        <p:tav tm="100000">
                                          <p:val>
                                            <p:strVal val="#ppt_y"/>
                                          </p:val>
                                        </p:tav>
                                      </p:tavLst>
                                    </p:anim>
                                  </p:childTnLst>
                                </p:cTn>
                              </p:par>
                              <p:par>
                                <p:cTn id="163" presetID="2" presetClass="entr" presetSubtype="4" fill="hold" nodeType="withEffect">
                                  <p:stCondLst>
                                    <p:cond delay="0"/>
                                  </p:stCondLst>
                                  <p:childTnLst>
                                    <p:set>
                                      <p:cBhvr>
                                        <p:cTn id="164" dur="1" fill="hold">
                                          <p:stCondLst>
                                            <p:cond delay="0"/>
                                          </p:stCondLst>
                                        </p:cTn>
                                        <p:tgtEl>
                                          <p:spTgt spid="108"/>
                                        </p:tgtEl>
                                        <p:attrNameLst>
                                          <p:attrName>style.visibility</p:attrName>
                                        </p:attrNameLst>
                                      </p:cBhvr>
                                      <p:to>
                                        <p:strVal val="visible"/>
                                      </p:to>
                                    </p:set>
                                    <p:anim calcmode="lin" valueType="num">
                                      <p:cBhvr additive="base">
                                        <p:cTn id="165" dur="500" fill="hold"/>
                                        <p:tgtEl>
                                          <p:spTgt spid="108"/>
                                        </p:tgtEl>
                                        <p:attrNameLst>
                                          <p:attrName>ppt_x</p:attrName>
                                        </p:attrNameLst>
                                      </p:cBhvr>
                                      <p:tavLst>
                                        <p:tav tm="0">
                                          <p:val>
                                            <p:strVal val="#ppt_x"/>
                                          </p:val>
                                        </p:tav>
                                        <p:tav tm="100000">
                                          <p:val>
                                            <p:strVal val="#ppt_x"/>
                                          </p:val>
                                        </p:tav>
                                      </p:tavLst>
                                    </p:anim>
                                    <p:anim calcmode="lin" valueType="num">
                                      <p:cBhvr additive="base">
                                        <p:cTn id="166" dur="500" fill="hold"/>
                                        <p:tgtEl>
                                          <p:spTgt spid="108"/>
                                        </p:tgtEl>
                                        <p:attrNameLst>
                                          <p:attrName>ppt_y</p:attrName>
                                        </p:attrNameLst>
                                      </p:cBhvr>
                                      <p:tavLst>
                                        <p:tav tm="0">
                                          <p:val>
                                            <p:strVal val="1+#ppt_h/2"/>
                                          </p:val>
                                        </p:tav>
                                        <p:tav tm="100000">
                                          <p:val>
                                            <p:strVal val="#ppt_y"/>
                                          </p:val>
                                        </p:tav>
                                      </p:tavLst>
                                    </p:anim>
                                  </p:childTnLst>
                                </p:cTn>
                              </p:par>
                              <p:par>
                                <p:cTn id="167" presetID="2" presetClass="entr" presetSubtype="4" fill="hold" nodeType="withEffect">
                                  <p:stCondLst>
                                    <p:cond delay="0"/>
                                  </p:stCondLst>
                                  <p:childTnLst>
                                    <p:set>
                                      <p:cBhvr>
                                        <p:cTn id="168" dur="1" fill="hold">
                                          <p:stCondLst>
                                            <p:cond delay="0"/>
                                          </p:stCondLst>
                                        </p:cTn>
                                        <p:tgtEl>
                                          <p:spTgt spid="120"/>
                                        </p:tgtEl>
                                        <p:attrNameLst>
                                          <p:attrName>style.visibility</p:attrName>
                                        </p:attrNameLst>
                                      </p:cBhvr>
                                      <p:to>
                                        <p:strVal val="visible"/>
                                      </p:to>
                                    </p:set>
                                    <p:anim calcmode="lin" valueType="num">
                                      <p:cBhvr additive="base">
                                        <p:cTn id="169" dur="500" fill="hold"/>
                                        <p:tgtEl>
                                          <p:spTgt spid="120"/>
                                        </p:tgtEl>
                                        <p:attrNameLst>
                                          <p:attrName>ppt_x</p:attrName>
                                        </p:attrNameLst>
                                      </p:cBhvr>
                                      <p:tavLst>
                                        <p:tav tm="0">
                                          <p:val>
                                            <p:strVal val="#ppt_x"/>
                                          </p:val>
                                        </p:tav>
                                        <p:tav tm="100000">
                                          <p:val>
                                            <p:strVal val="#ppt_x"/>
                                          </p:val>
                                        </p:tav>
                                      </p:tavLst>
                                    </p:anim>
                                    <p:anim calcmode="lin" valueType="num">
                                      <p:cBhvr additive="base">
                                        <p:cTn id="170"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79" grpId="0" animBg="1"/>
      <p:bldP spid="78" grpId="0" animBg="1"/>
      <p:bldP spid="77" grpId="0" animBg="1"/>
      <p:bldP spid="9" grpId="0"/>
      <p:bldP spid="10" grpId="0"/>
      <p:bldP spid="11" grpId="0"/>
      <p:bldP spid="12" grpId="0"/>
      <p:bldP spid="39" grpId="0" animBg="1"/>
      <p:bldP spid="40" grpId="0" animBg="1"/>
      <p:bldP spid="42" grpId="0" animBg="1"/>
      <p:bldP spid="44" grpId="0" animBg="1"/>
      <p:bldP spid="45" grpId="0" animBg="1"/>
      <p:bldP spid="47" grpId="0" animBg="1"/>
      <p:bldP spid="49" grpId="0" animBg="1"/>
      <p:bldP spid="50" grpId="0" animBg="1"/>
      <p:bldP spid="52" grpId="0" animBg="1"/>
      <p:bldP spid="62" grpId="0" animBg="1"/>
      <p:bldP spid="64" grpId="0"/>
      <p:bldP spid="65" grpId="0"/>
      <p:bldP spid="66" grpId="0"/>
      <p:bldP spid="67" grpId="0"/>
      <p:bldP spid="68" grpId="0"/>
      <p:bldP spid="76" grpId="0" animBg="1"/>
      <p:bldP spid="10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Rounded Corners 62">
            <a:extLst>
              <a:ext uri="{FF2B5EF4-FFF2-40B4-BE49-F238E27FC236}">
                <a16:creationId xmlns:a16="http://schemas.microsoft.com/office/drawing/2014/main" id="{3D78B21F-7386-415D-9C3F-520229520743}"/>
              </a:ext>
            </a:extLst>
          </p:cNvPr>
          <p:cNvSpPr/>
          <p:nvPr/>
        </p:nvSpPr>
        <p:spPr>
          <a:xfrm>
            <a:off x="1" y="3605134"/>
            <a:ext cx="12192000" cy="2776616"/>
          </a:xfrm>
          <a:prstGeom prst="roundRect">
            <a:avLst>
              <a:gd name="adj" fmla="val 0"/>
            </a:avLst>
          </a:prstGeom>
          <a:solidFill>
            <a:schemeClr val="bg1">
              <a:lumMod val="95000"/>
              <a:alpha val="8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0" name="Rectangle 58">
            <a:extLst>
              <a:ext uri="{FF2B5EF4-FFF2-40B4-BE49-F238E27FC236}">
                <a16:creationId xmlns:a16="http://schemas.microsoft.com/office/drawing/2014/main" id="{A1E7E34E-CAF8-4E42-BD96-E1D88031AD9C}"/>
              </a:ext>
            </a:extLst>
          </p:cNvPr>
          <p:cNvSpPr/>
          <p:nvPr/>
        </p:nvSpPr>
        <p:spPr>
          <a:xfrm>
            <a:off x="9395040" y="4265704"/>
            <a:ext cx="2281021" cy="562008"/>
          </a:xfrm>
          <a:prstGeom prst="round1Rect">
            <a:avLst/>
          </a:prstGeom>
          <a:solidFill>
            <a:schemeClr val="accent1">
              <a:lumMod val="40000"/>
              <a:lumOff val="60000"/>
            </a:schemeClr>
          </a:solidFill>
          <a:ln>
            <a:noFill/>
          </a:ln>
          <a:effectLst/>
        </p:spPr>
        <p:txBody>
          <a:bodyPr wrap="square" lIns="792000" tIns="0" rIns="0" bIns="0" rtlCol="0" anchor="ctr">
            <a:noAutofit/>
          </a:bodyPr>
          <a:lstStyle/>
          <a:p>
            <a:r>
              <a:rPr lang="de-DE" sz="1400" b="1" dirty="0">
                <a:solidFill>
                  <a:schemeClr val="tx2"/>
                </a:solidFill>
              </a:rPr>
              <a:t>Energie</a:t>
            </a:r>
          </a:p>
        </p:txBody>
      </p:sp>
      <p:sp>
        <p:nvSpPr>
          <p:cNvPr id="79" name="Rectangle 58">
            <a:extLst>
              <a:ext uri="{FF2B5EF4-FFF2-40B4-BE49-F238E27FC236}">
                <a16:creationId xmlns:a16="http://schemas.microsoft.com/office/drawing/2014/main" id="{B9E4AE94-45A6-45C3-973C-154766052283}"/>
              </a:ext>
            </a:extLst>
          </p:cNvPr>
          <p:cNvSpPr/>
          <p:nvPr/>
        </p:nvSpPr>
        <p:spPr>
          <a:xfrm>
            <a:off x="7325626" y="4265704"/>
            <a:ext cx="2281021" cy="562008"/>
          </a:xfrm>
          <a:prstGeom prst="round1Rect">
            <a:avLst/>
          </a:prstGeom>
          <a:solidFill>
            <a:schemeClr val="accent1">
              <a:lumMod val="60000"/>
              <a:lumOff val="40000"/>
            </a:schemeClr>
          </a:solidFill>
          <a:ln>
            <a:noFill/>
          </a:ln>
          <a:effectLst/>
        </p:spPr>
        <p:txBody>
          <a:bodyPr wrap="square" lIns="792000" tIns="0" rIns="0" bIns="0" rtlCol="0" anchor="ctr">
            <a:noAutofit/>
          </a:bodyPr>
          <a:lstStyle/>
          <a:p>
            <a:r>
              <a:rPr lang="de-DE" sz="1400" b="1" dirty="0">
                <a:solidFill>
                  <a:schemeClr val="tx2"/>
                </a:solidFill>
              </a:rPr>
              <a:t>Gebäude-</a:t>
            </a:r>
            <a:br>
              <a:rPr lang="de-DE" sz="1400" b="1" dirty="0">
                <a:solidFill>
                  <a:schemeClr val="tx2"/>
                </a:solidFill>
              </a:rPr>
            </a:br>
            <a:r>
              <a:rPr lang="de-DE" sz="1400" b="1" dirty="0">
                <a:solidFill>
                  <a:schemeClr val="tx2"/>
                </a:solidFill>
              </a:rPr>
              <a:t>Management</a:t>
            </a:r>
          </a:p>
        </p:txBody>
      </p:sp>
      <p:sp>
        <p:nvSpPr>
          <p:cNvPr id="78" name="Rectangle 58">
            <a:extLst>
              <a:ext uri="{FF2B5EF4-FFF2-40B4-BE49-F238E27FC236}">
                <a16:creationId xmlns:a16="http://schemas.microsoft.com/office/drawing/2014/main" id="{EDA14EE2-4041-4D00-9B18-7F39DF926148}"/>
              </a:ext>
            </a:extLst>
          </p:cNvPr>
          <p:cNvSpPr/>
          <p:nvPr/>
        </p:nvSpPr>
        <p:spPr>
          <a:xfrm>
            <a:off x="4716916" y="4265704"/>
            <a:ext cx="2806770" cy="562008"/>
          </a:xfrm>
          <a:prstGeom prst="round1Rect">
            <a:avLst/>
          </a:prstGeom>
          <a:solidFill>
            <a:schemeClr val="accent1"/>
          </a:solidFill>
          <a:ln>
            <a:noFill/>
          </a:ln>
          <a:effectLst/>
        </p:spPr>
        <p:txBody>
          <a:bodyPr wrap="square" lIns="792000" tIns="0" rIns="0" bIns="0" rtlCol="0" anchor="ctr">
            <a:noAutofit/>
          </a:bodyPr>
          <a:lstStyle/>
          <a:p>
            <a:r>
              <a:rPr lang="de-DE" sz="1400" b="1" dirty="0">
                <a:solidFill>
                  <a:schemeClr val="bg1"/>
                </a:solidFill>
              </a:rPr>
              <a:t>Beschaffung</a:t>
            </a:r>
          </a:p>
        </p:txBody>
      </p:sp>
      <p:sp>
        <p:nvSpPr>
          <p:cNvPr id="77" name="Rectangle 58">
            <a:extLst>
              <a:ext uri="{FF2B5EF4-FFF2-40B4-BE49-F238E27FC236}">
                <a16:creationId xmlns:a16="http://schemas.microsoft.com/office/drawing/2014/main" id="{2C9C8936-F356-4EEC-9BF8-5802C7CFB69E}"/>
              </a:ext>
            </a:extLst>
          </p:cNvPr>
          <p:cNvSpPr/>
          <p:nvPr/>
        </p:nvSpPr>
        <p:spPr>
          <a:xfrm>
            <a:off x="2606643" y="4265704"/>
            <a:ext cx="2319286" cy="562008"/>
          </a:xfrm>
          <a:prstGeom prst="round1Rect">
            <a:avLst/>
          </a:prstGeom>
          <a:solidFill>
            <a:schemeClr val="accent1">
              <a:lumMod val="75000"/>
            </a:schemeClr>
          </a:solidFill>
          <a:ln>
            <a:noFill/>
          </a:ln>
          <a:effectLst/>
        </p:spPr>
        <p:txBody>
          <a:bodyPr wrap="square" lIns="720000" tIns="0" rIns="0" bIns="0" rtlCol="0" anchor="ctr">
            <a:noAutofit/>
          </a:bodyPr>
          <a:lstStyle/>
          <a:p>
            <a:r>
              <a:rPr lang="de-DE" sz="1400" b="1" dirty="0">
                <a:solidFill>
                  <a:schemeClr val="bg1"/>
                </a:solidFill>
              </a:rPr>
              <a:t>Finanzen</a:t>
            </a:r>
          </a:p>
        </p:txBody>
      </p:sp>
      <p:sp>
        <p:nvSpPr>
          <p:cNvPr id="2" name="Slide Number Placeholder 1">
            <a:extLst>
              <a:ext uri="{FF2B5EF4-FFF2-40B4-BE49-F238E27FC236}">
                <a16:creationId xmlns:a16="http://schemas.microsoft.com/office/drawing/2014/main" id="{476412C4-B774-49A5-8230-42AB90101623}"/>
              </a:ext>
            </a:extLst>
          </p:cNvPr>
          <p:cNvSpPr>
            <a:spLocks noGrp="1"/>
          </p:cNvSpPr>
          <p:nvPr>
            <p:ph type="sldNum" sz="quarter" idx="12"/>
          </p:nvPr>
        </p:nvSpPr>
        <p:spPr/>
        <p:txBody>
          <a:bodyPr/>
          <a:lstStyle/>
          <a:p>
            <a:fld id="{5EE2ECF6-E7B2-474A-BE3A-4A3A2424717D}" type="slidenum">
              <a:rPr lang="de-DE" smtClean="0"/>
              <a:pPr/>
              <a:t>18</a:t>
            </a:fld>
            <a:endParaRPr lang="de-DE" dirty="0"/>
          </a:p>
        </p:txBody>
      </p:sp>
      <p:sp>
        <p:nvSpPr>
          <p:cNvPr id="3" name="Title 2">
            <a:extLst>
              <a:ext uri="{FF2B5EF4-FFF2-40B4-BE49-F238E27FC236}">
                <a16:creationId xmlns:a16="http://schemas.microsoft.com/office/drawing/2014/main" id="{F38500EB-9FA3-4DDB-8F4C-5FD3E732085C}"/>
              </a:ext>
            </a:extLst>
          </p:cNvPr>
          <p:cNvSpPr>
            <a:spLocks noGrp="1"/>
          </p:cNvSpPr>
          <p:nvPr>
            <p:ph type="title"/>
          </p:nvPr>
        </p:nvSpPr>
        <p:spPr/>
        <p:txBody>
          <a:bodyPr/>
          <a:lstStyle/>
          <a:p>
            <a:r>
              <a:rPr lang="en-US" b="1" dirty="0"/>
              <a:t>Wo </a:t>
            </a:r>
            <a:r>
              <a:rPr lang="en-US" b="1" dirty="0" err="1"/>
              <a:t>wir</a:t>
            </a:r>
            <a:r>
              <a:rPr lang="en-US" b="1" dirty="0"/>
              <a:t> Sie </a:t>
            </a:r>
            <a:r>
              <a:rPr lang="en-US" b="1" dirty="0" err="1"/>
              <a:t>unterstützen</a:t>
            </a:r>
            <a:endParaRPr lang="en-US" b="1" dirty="0"/>
          </a:p>
        </p:txBody>
      </p:sp>
      <p:sp>
        <p:nvSpPr>
          <p:cNvPr id="9" name="Textfeld 37">
            <a:extLst>
              <a:ext uri="{FF2B5EF4-FFF2-40B4-BE49-F238E27FC236}">
                <a16:creationId xmlns:a16="http://schemas.microsoft.com/office/drawing/2014/main" id="{B1DA4B3D-DEF8-4854-BBB9-1E76D86698E2}"/>
              </a:ext>
            </a:extLst>
          </p:cNvPr>
          <p:cNvSpPr txBox="1">
            <a:spLocks/>
          </p:cNvSpPr>
          <p:nvPr/>
        </p:nvSpPr>
        <p:spPr>
          <a:xfrm>
            <a:off x="515939" y="2070451"/>
            <a:ext cx="2574002" cy="738664"/>
          </a:xfrm>
          <a:prstGeom prst="rect">
            <a:avLst/>
          </a:prstGeom>
          <a:noFill/>
        </p:spPr>
        <p:txBody>
          <a:bodyPr wrap="square" lIns="0" tIns="0" rIns="0" bIns="0" rtlCol="0">
            <a:spAutoFit/>
          </a:bodyPr>
          <a:lstStyle/>
          <a:p>
            <a:pPr marL="216000" indent="-216000" defTabSz="914400">
              <a:buFont typeface="Arial" panose="020B0604020202020204" pitchFamily="34" charset="0"/>
              <a:buChar char="•"/>
            </a:pPr>
            <a:r>
              <a:rPr lang="en-US" sz="1200" dirty="0">
                <a:solidFill>
                  <a:schemeClr val="tx2"/>
                </a:solidFill>
              </a:rPr>
              <a:t>Marketing</a:t>
            </a:r>
          </a:p>
          <a:p>
            <a:pPr marL="216000" indent="-216000" defTabSz="914400">
              <a:buFont typeface="Arial" panose="020B0604020202020204" pitchFamily="34" charset="0"/>
              <a:buChar char="•"/>
            </a:pPr>
            <a:r>
              <a:rPr lang="en-US" sz="1200" dirty="0" err="1">
                <a:solidFill>
                  <a:schemeClr val="tx2"/>
                </a:solidFill>
              </a:rPr>
              <a:t>Werbung</a:t>
            </a:r>
            <a:endParaRPr lang="en-US" sz="1200" dirty="0">
              <a:solidFill>
                <a:schemeClr val="tx2"/>
              </a:solidFill>
            </a:endParaRPr>
          </a:p>
          <a:p>
            <a:pPr marL="216000" indent="-216000" defTabSz="914400">
              <a:buFont typeface="Arial" panose="020B0604020202020204" pitchFamily="34" charset="0"/>
              <a:buChar char="•"/>
            </a:pPr>
            <a:r>
              <a:rPr lang="en-US" sz="1200" dirty="0">
                <a:solidFill>
                  <a:schemeClr val="tx2"/>
                </a:solidFill>
              </a:rPr>
              <a:t>Call-Center</a:t>
            </a:r>
          </a:p>
          <a:p>
            <a:pPr marL="216000" indent="-216000" defTabSz="914400">
              <a:buFont typeface="Arial" panose="020B0604020202020204" pitchFamily="34" charset="0"/>
              <a:buChar char="•"/>
            </a:pPr>
            <a:r>
              <a:rPr lang="en-US" sz="1200" dirty="0">
                <a:solidFill>
                  <a:schemeClr val="tx2"/>
                </a:solidFill>
              </a:rPr>
              <a:t>3rd-Party Provider</a:t>
            </a:r>
          </a:p>
        </p:txBody>
      </p:sp>
      <p:sp>
        <p:nvSpPr>
          <p:cNvPr id="10" name="Textfeld 47">
            <a:extLst>
              <a:ext uri="{FF2B5EF4-FFF2-40B4-BE49-F238E27FC236}">
                <a16:creationId xmlns:a16="http://schemas.microsoft.com/office/drawing/2014/main" id="{12794C9B-B7FB-4FD3-8B08-D4C26667AB5D}"/>
              </a:ext>
            </a:extLst>
          </p:cNvPr>
          <p:cNvSpPr txBox="1">
            <a:spLocks/>
          </p:cNvSpPr>
          <p:nvPr/>
        </p:nvSpPr>
        <p:spPr>
          <a:xfrm>
            <a:off x="3377975" y="2070451"/>
            <a:ext cx="2574007" cy="1236236"/>
          </a:xfrm>
          <a:prstGeom prst="rect">
            <a:avLst/>
          </a:prstGeom>
          <a:noFill/>
        </p:spPr>
        <p:txBody>
          <a:bodyPr wrap="square" lIns="0" tIns="0" rIns="0" bIns="0" rtlCol="0">
            <a:spAutoFit/>
          </a:bodyPr>
          <a:lstStyle/>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Personalmarketing</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Zeitarbeit</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Dienstfahrzeug</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Reisekosten</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Personalentwicklung</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Arbeitsschutz</a:t>
            </a:r>
          </a:p>
        </p:txBody>
      </p:sp>
      <p:sp>
        <p:nvSpPr>
          <p:cNvPr id="11" name="Textfeld 48">
            <a:extLst>
              <a:ext uri="{FF2B5EF4-FFF2-40B4-BE49-F238E27FC236}">
                <a16:creationId xmlns:a16="http://schemas.microsoft.com/office/drawing/2014/main" id="{B74820BF-A652-4DC7-98FD-AF8B5D05D49B}"/>
              </a:ext>
            </a:extLst>
          </p:cNvPr>
          <p:cNvSpPr txBox="1">
            <a:spLocks/>
          </p:cNvSpPr>
          <p:nvPr/>
        </p:nvSpPr>
        <p:spPr>
          <a:xfrm>
            <a:off x="6240016" y="2070451"/>
            <a:ext cx="2574006" cy="605294"/>
          </a:xfrm>
          <a:prstGeom prst="rect">
            <a:avLst/>
          </a:prstGeom>
          <a:noFill/>
        </p:spPr>
        <p:txBody>
          <a:bodyPr wrap="square" lIns="0" tIns="0" rIns="0" bIns="0" rtlCol="0">
            <a:spAutoFit/>
          </a:bodyPr>
          <a:lstStyle/>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Kurier-/Expessdienste</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Packmaterial / -hilfsmittel</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Abfallwirtschaft</a:t>
            </a:r>
          </a:p>
        </p:txBody>
      </p:sp>
      <p:sp>
        <p:nvSpPr>
          <p:cNvPr id="12" name="Textfeld 49">
            <a:extLst>
              <a:ext uri="{FF2B5EF4-FFF2-40B4-BE49-F238E27FC236}">
                <a16:creationId xmlns:a16="http://schemas.microsoft.com/office/drawing/2014/main" id="{351743B8-3098-4861-8FD7-AD589140F4A3}"/>
              </a:ext>
            </a:extLst>
          </p:cNvPr>
          <p:cNvSpPr txBox="1">
            <a:spLocks/>
          </p:cNvSpPr>
          <p:nvPr/>
        </p:nvSpPr>
        <p:spPr>
          <a:xfrm>
            <a:off x="9102055" y="2070451"/>
            <a:ext cx="2574006" cy="1025922"/>
          </a:xfrm>
          <a:prstGeom prst="rect">
            <a:avLst/>
          </a:prstGeom>
          <a:noFill/>
        </p:spPr>
        <p:txBody>
          <a:bodyPr wrap="square" lIns="0" tIns="0" rIns="0" bIns="0" rtlCol="0">
            <a:spAutoFit/>
          </a:bodyPr>
          <a:lstStyle/>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Telekommunikation</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ITK</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Big-Data-Solutions</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RPA</a:t>
            </a:r>
          </a:p>
          <a:p>
            <a:pPr marL="216000" indent="-216000" defTabSz="914400">
              <a:spcAft>
                <a:spcPts val="200"/>
              </a:spcAft>
              <a:buClr>
                <a:schemeClr val="accent5"/>
              </a:buClr>
              <a:buFont typeface="Arial" panose="020B0604020202020204" pitchFamily="34" charset="0"/>
              <a:buChar char="•"/>
            </a:pPr>
            <a:r>
              <a:rPr lang="de-DE" sz="1200" dirty="0">
                <a:solidFill>
                  <a:schemeClr val="tx2"/>
                </a:solidFill>
              </a:rPr>
              <a:t>Data Mining</a:t>
            </a:r>
          </a:p>
        </p:txBody>
      </p:sp>
      <p:cxnSp>
        <p:nvCxnSpPr>
          <p:cNvPr id="26" name="Straight Connector 25">
            <a:extLst>
              <a:ext uri="{FF2B5EF4-FFF2-40B4-BE49-F238E27FC236}">
                <a16:creationId xmlns:a16="http://schemas.microsoft.com/office/drawing/2014/main" id="{56735B50-2BAD-40C1-9A50-3F0E33E99FC5}"/>
              </a:ext>
            </a:extLst>
          </p:cNvPr>
          <p:cNvCxnSpPr>
            <a:cxnSpLocks/>
          </p:cNvCxnSpPr>
          <p:nvPr/>
        </p:nvCxnSpPr>
        <p:spPr bwMode="gray">
          <a:xfrm>
            <a:off x="515939" y="1913936"/>
            <a:ext cx="11160122" cy="0"/>
          </a:xfrm>
          <a:prstGeom prst="line">
            <a:avLst/>
          </a:prstGeom>
          <a:ln w="6350">
            <a:solidFill>
              <a:schemeClr val="bg1">
                <a:lumMod val="85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97230E6-DAD9-4F9B-8CC7-ED0FE9126871}"/>
              </a:ext>
            </a:extLst>
          </p:cNvPr>
          <p:cNvGrpSpPr/>
          <p:nvPr/>
        </p:nvGrpSpPr>
        <p:grpSpPr>
          <a:xfrm>
            <a:off x="623392" y="1816243"/>
            <a:ext cx="195385" cy="195385"/>
            <a:chOff x="518270" y="1575343"/>
            <a:chExt cx="214924" cy="214924"/>
          </a:xfrm>
        </p:grpSpPr>
        <p:sp>
          <p:nvSpPr>
            <p:cNvPr id="28" name="Oval 27">
              <a:extLst>
                <a:ext uri="{FF2B5EF4-FFF2-40B4-BE49-F238E27FC236}">
                  <a16:creationId xmlns:a16="http://schemas.microsoft.com/office/drawing/2014/main" id="{3C62B575-43BE-4F67-A531-B7BD517B5F26}"/>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Oval 28">
              <a:extLst>
                <a:ext uri="{FF2B5EF4-FFF2-40B4-BE49-F238E27FC236}">
                  <a16:creationId xmlns:a16="http://schemas.microsoft.com/office/drawing/2014/main" id="{1605AE65-E837-48DB-B60A-E54A79B48C0D}"/>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1" name="Group 30">
            <a:extLst>
              <a:ext uri="{FF2B5EF4-FFF2-40B4-BE49-F238E27FC236}">
                <a16:creationId xmlns:a16="http://schemas.microsoft.com/office/drawing/2014/main" id="{10F0EA0E-EB2C-45E5-B1D8-3FF6EB9B13B7}"/>
              </a:ext>
            </a:extLst>
          </p:cNvPr>
          <p:cNvGrpSpPr/>
          <p:nvPr/>
        </p:nvGrpSpPr>
        <p:grpSpPr>
          <a:xfrm>
            <a:off x="3454175" y="1816243"/>
            <a:ext cx="195385" cy="195385"/>
            <a:chOff x="518270" y="1575343"/>
            <a:chExt cx="214924" cy="214924"/>
          </a:xfrm>
        </p:grpSpPr>
        <p:sp>
          <p:nvSpPr>
            <p:cNvPr id="32" name="Oval 31">
              <a:extLst>
                <a:ext uri="{FF2B5EF4-FFF2-40B4-BE49-F238E27FC236}">
                  <a16:creationId xmlns:a16="http://schemas.microsoft.com/office/drawing/2014/main" id="{84BC9707-3E11-4110-A4D7-A0A491E55019}"/>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Oval 32">
              <a:extLst>
                <a:ext uri="{FF2B5EF4-FFF2-40B4-BE49-F238E27FC236}">
                  <a16:creationId xmlns:a16="http://schemas.microsoft.com/office/drawing/2014/main" id="{4601F1B6-41B4-4795-9A25-3FA4348A7C6A}"/>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36" name="Rectangle: Single Corner Rounded 35">
            <a:extLst>
              <a:ext uri="{FF2B5EF4-FFF2-40B4-BE49-F238E27FC236}">
                <a16:creationId xmlns:a16="http://schemas.microsoft.com/office/drawing/2014/main" id="{0FD55AF8-AB4A-4B6D-9BB2-86FF66EBC212}"/>
              </a:ext>
            </a:extLst>
          </p:cNvPr>
          <p:cNvSpPr/>
          <p:nvPr/>
        </p:nvSpPr>
        <p:spPr bwMode="gray">
          <a:xfrm>
            <a:off x="2706926"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extfeld 37">
            <a:extLst>
              <a:ext uri="{FF2B5EF4-FFF2-40B4-BE49-F238E27FC236}">
                <a16:creationId xmlns:a16="http://schemas.microsoft.com/office/drawing/2014/main" id="{67C5A86E-D311-4A2E-A33E-EDE9765831B8}"/>
              </a:ext>
            </a:extLst>
          </p:cNvPr>
          <p:cNvSpPr txBox="1">
            <a:spLocks/>
          </p:cNvSpPr>
          <p:nvPr/>
        </p:nvSpPr>
        <p:spPr>
          <a:xfrm>
            <a:off x="515939"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Akquise</a:t>
            </a:r>
          </a:p>
        </p:txBody>
      </p:sp>
      <p:sp>
        <p:nvSpPr>
          <p:cNvPr id="35" name="Isosceles Triangle 34">
            <a:extLst>
              <a:ext uri="{FF2B5EF4-FFF2-40B4-BE49-F238E27FC236}">
                <a16:creationId xmlns:a16="http://schemas.microsoft.com/office/drawing/2014/main" id="{251B48B4-A37D-4B6E-B29A-64F6F4664663}"/>
              </a:ext>
            </a:extLst>
          </p:cNvPr>
          <p:cNvSpPr/>
          <p:nvPr/>
        </p:nvSpPr>
        <p:spPr bwMode="gray">
          <a:xfrm flipV="1">
            <a:off x="515939"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Rectangle: Single Corner Rounded 38">
            <a:extLst>
              <a:ext uri="{FF2B5EF4-FFF2-40B4-BE49-F238E27FC236}">
                <a16:creationId xmlns:a16="http://schemas.microsoft.com/office/drawing/2014/main" id="{900D9584-DB97-4D87-8DF6-5FD27BF03DAC}"/>
              </a:ext>
            </a:extLst>
          </p:cNvPr>
          <p:cNvSpPr/>
          <p:nvPr/>
        </p:nvSpPr>
        <p:spPr bwMode="gray">
          <a:xfrm>
            <a:off x="5568962"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0" name="Textfeld 37">
            <a:extLst>
              <a:ext uri="{FF2B5EF4-FFF2-40B4-BE49-F238E27FC236}">
                <a16:creationId xmlns:a16="http://schemas.microsoft.com/office/drawing/2014/main" id="{7F4CA4D9-E7F7-434A-9948-2EA5B482DBEA}"/>
              </a:ext>
            </a:extLst>
          </p:cNvPr>
          <p:cNvSpPr txBox="1">
            <a:spLocks/>
          </p:cNvSpPr>
          <p:nvPr/>
        </p:nvSpPr>
        <p:spPr>
          <a:xfrm>
            <a:off x="3377975"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Personal</a:t>
            </a:r>
          </a:p>
        </p:txBody>
      </p:sp>
      <p:sp>
        <p:nvSpPr>
          <p:cNvPr id="42" name="Isosceles Triangle 41">
            <a:extLst>
              <a:ext uri="{FF2B5EF4-FFF2-40B4-BE49-F238E27FC236}">
                <a16:creationId xmlns:a16="http://schemas.microsoft.com/office/drawing/2014/main" id="{65B683C6-B827-494A-BEA6-53D8FB7364DA}"/>
              </a:ext>
            </a:extLst>
          </p:cNvPr>
          <p:cNvSpPr/>
          <p:nvPr/>
        </p:nvSpPr>
        <p:spPr bwMode="gray">
          <a:xfrm flipV="1">
            <a:off x="3377975"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Rectangle: Single Corner Rounded 43">
            <a:extLst>
              <a:ext uri="{FF2B5EF4-FFF2-40B4-BE49-F238E27FC236}">
                <a16:creationId xmlns:a16="http://schemas.microsoft.com/office/drawing/2014/main" id="{FFBA518F-297D-415F-B451-E4482C3F1FD2}"/>
              </a:ext>
            </a:extLst>
          </p:cNvPr>
          <p:cNvSpPr/>
          <p:nvPr/>
        </p:nvSpPr>
        <p:spPr bwMode="gray">
          <a:xfrm>
            <a:off x="8431007"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Textfeld 37">
            <a:extLst>
              <a:ext uri="{FF2B5EF4-FFF2-40B4-BE49-F238E27FC236}">
                <a16:creationId xmlns:a16="http://schemas.microsoft.com/office/drawing/2014/main" id="{07CB0F75-3725-470E-B635-F60FA2607DD0}"/>
              </a:ext>
            </a:extLst>
          </p:cNvPr>
          <p:cNvSpPr txBox="1">
            <a:spLocks/>
          </p:cNvSpPr>
          <p:nvPr/>
        </p:nvSpPr>
        <p:spPr>
          <a:xfrm>
            <a:off x="6240020" y="1274516"/>
            <a:ext cx="2190987" cy="383015"/>
          </a:xfrm>
          <a:prstGeom prst="rect">
            <a:avLst/>
          </a:prstGeom>
          <a:solidFill>
            <a:schemeClr val="accent2"/>
          </a:solidFill>
        </p:spPr>
        <p:txBody>
          <a:bodyPr wrap="square" lIns="108000" tIns="0" rIns="0" bIns="0" rtlCol="0" anchor="ctr">
            <a:noAutofit/>
          </a:bodyPr>
          <a:lstStyle/>
          <a:p>
            <a:pPr defTabSz="914400"/>
            <a:r>
              <a:rPr lang="de-DE" sz="1600" b="1" dirty="0">
                <a:solidFill>
                  <a:schemeClr val="bg1"/>
                </a:solidFill>
              </a:rPr>
              <a:t>Eingangslogistik</a:t>
            </a:r>
          </a:p>
        </p:txBody>
      </p:sp>
      <p:sp>
        <p:nvSpPr>
          <p:cNvPr id="47" name="Isosceles Triangle 46">
            <a:extLst>
              <a:ext uri="{FF2B5EF4-FFF2-40B4-BE49-F238E27FC236}">
                <a16:creationId xmlns:a16="http://schemas.microsoft.com/office/drawing/2014/main" id="{C2F2E3E3-72EE-4C63-97FA-D0B0B4BCE97B}"/>
              </a:ext>
            </a:extLst>
          </p:cNvPr>
          <p:cNvSpPr/>
          <p:nvPr/>
        </p:nvSpPr>
        <p:spPr bwMode="gray">
          <a:xfrm flipV="1">
            <a:off x="6240020"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Single Corner Rounded 48">
            <a:extLst>
              <a:ext uri="{FF2B5EF4-FFF2-40B4-BE49-F238E27FC236}">
                <a16:creationId xmlns:a16="http://schemas.microsoft.com/office/drawing/2014/main" id="{E46DAB08-F39B-44A4-87CB-AF48BBE14836}"/>
              </a:ext>
            </a:extLst>
          </p:cNvPr>
          <p:cNvSpPr/>
          <p:nvPr/>
        </p:nvSpPr>
        <p:spPr bwMode="gray">
          <a:xfrm>
            <a:off x="11293046" y="1274515"/>
            <a:ext cx="383015" cy="383015"/>
          </a:xfrm>
          <a:prstGeom prst="round1Rect">
            <a:avLst>
              <a:gd name="adj" fmla="val 2350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0" name="Textfeld 37">
            <a:extLst>
              <a:ext uri="{FF2B5EF4-FFF2-40B4-BE49-F238E27FC236}">
                <a16:creationId xmlns:a16="http://schemas.microsoft.com/office/drawing/2014/main" id="{509A6699-255E-407F-9DD5-01DBD5EC7C07}"/>
              </a:ext>
            </a:extLst>
          </p:cNvPr>
          <p:cNvSpPr txBox="1">
            <a:spLocks/>
          </p:cNvSpPr>
          <p:nvPr/>
        </p:nvSpPr>
        <p:spPr>
          <a:xfrm>
            <a:off x="9102059" y="1274516"/>
            <a:ext cx="2190987" cy="383015"/>
          </a:xfrm>
          <a:prstGeom prst="rect">
            <a:avLst/>
          </a:prstGeom>
          <a:solidFill>
            <a:schemeClr val="accent2"/>
          </a:solidFill>
        </p:spPr>
        <p:txBody>
          <a:bodyPr wrap="square" lIns="144000" tIns="0" rIns="0" bIns="0" rtlCol="0" anchor="ctr">
            <a:noAutofit/>
          </a:bodyPr>
          <a:lstStyle/>
          <a:p>
            <a:pPr defTabSz="914400"/>
            <a:r>
              <a:rPr lang="de-DE" sz="1400" b="1" dirty="0">
                <a:solidFill>
                  <a:schemeClr val="bg1"/>
                </a:solidFill>
              </a:rPr>
              <a:t>Technologieentwicklung</a:t>
            </a:r>
          </a:p>
        </p:txBody>
      </p:sp>
      <p:sp>
        <p:nvSpPr>
          <p:cNvPr id="52" name="Isosceles Triangle 51">
            <a:extLst>
              <a:ext uri="{FF2B5EF4-FFF2-40B4-BE49-F238E27FC236}">
                <a16:creationId xmlns:a16="http://schemas.microsoft.com/office/drawing/2014/main" id="{0E3CF8FC-CFE2-4639-BC36-367561F34D9D}"/>
              </a:ext>
            </a:extLst>
          </p:cNvPr>
          <p:cNvSpPr/>
          <p:nvPr/>
        </p:nvSpPr>
        <p:spPr bwMode="gray">
          <a:xfrm flipV="1">
            <a:off x="9102059" y="1658570"/>
            <a:ext cx="251469" cy="96641"/>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53" name="Group 52">
            <a:extLst>
              <a:ext uri="{FF2B5EF4-FFF2-40B4-BE49-F238E27FC236}">
                <a16:creationId xmlns:a16="http://schemas.microsoft.com/office/drawing/2014/main" id="{03F46402-2F80-4DF2-95F2-4EB235BF2921}"/>
              </a:ext>
            </a:extLst>
          </p:cNvPr>
          <p:cNvGrpSpPr/>
          <p:nvPr/>
        </p:nvGrpSpPr>
        <p:grpSpPr>
          <a:xfrm>
            <a:off x="6326915" y="1816243"/>
            <a:ext cx="195385" cy="195385"/>
            <a:chOff x="518270" y="1575343"/>
            <a:chExt cx="214924" cy="214924"/>
          </a:xfrm>
        </p:grpSpPr>
        <p:sp>
          <p:nvSpPr>
            <p:cNvPr id="54" name="Oval 53">
              <a:extLst>
                <a:ext uri="{FF2B5EF4-FFF2-40B4-BE49-F238E27FC236}">
                  <a16:creationId xmlns:a16="http://schemas.microsoft.com/office/drawing/2014/main" id="{1F0DBE3C-EB49-4C3A-82F5-F509C75721CA}"/>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5" name="Oval 54">
              <a:extLst>
                <a:ext uri="{FF2B5EF4-FFF2-40B4-BE49-F238E27FC236}">
                  <a16:creationId xmlns:a16="http://schemas.microsoft.com/office/drawing/2014/main" id="{F29284B9-F68A-4065-A639-ADA3294305E4}"/>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6" name="Group 55">
            <a:extLst>
              <a:ext uri="{FF2B5EF4-FFF2-40B4-BE49-F238E27FC236}">
                <a16:creationId xmlns:a16="http://schemas.microsoft.com/office/drawing/2014/main" id="{05E388A0-DE77-4533-B0EC-17E23ADB586F}"/>
              </a:ext>
            </a:extLst>
          </p:cNvPr>
          <p:cNvGrpSpPr/>
          <p:nvPr/>
        </p:nvGrpSpPr>
        <p:grpSpPr>
          <a:xfrm>
            <a:off x="9199655" y="1816243"/>
            <a:ext cx="195385" cy="195385"/>
            <a:chOff x="518270" y="1575343"/>
            <a:chExt cx="214924" cy="214924"/>
          </a:xfrm>
        </p:grpSpPr>
        <p:sp>
          <p:nvSpPr>
            <p:cNvPr id="57" name="Oval 56">
              <a:extLst>
                <a:ext uri="{FF2B5EF4-FFF2-40B4-BE49-F238E27FC236}">
                  <a16:creationId xmlns:a16="http://schemas.microsoft.com/office/drawing/2014/main" id="{2576206E-45B8-421C-ABD2-9599BAD97FFC}"/>
                </a:ext>
              </a:extLst>
            </p:cNvPr>
            <p:cNvSpPr/>
            <p:nvPr/>
          </p:nvSpPr>
          <p:spPr bwMode="gray">
            <a:xfrm>
              <a:off x="518270" y="1575343"/>
              <a:ext cx="214924" cy="214924"/>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Oval 57">
              <a:extLst>
                <a:ext uri="{FF2B5EF4-FFF2-40B4-BE49-F238E27FC236}">
                  <a16:creationId xmlns:a16="http://schemas.microsoft.com/office/drawing/2014/main" id="{8474EB13-2727-415E-BFAB-DBAE5F246E24}"/>
                </a:ext>
              </a:extLst>
            </p:cNvPr>
            <p:cNvSpPr/>
            <p:nvPr/>
          </p:nvSpPr>
          <p:spPr bwMode="gray">
            <a:xfrm>
              <a:off x="566592" y="1623665"/>
              <a:ext cx="118280" cy="118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62" name="Rechteck 53">
            <a:extLst>
              <a:ext uri="{FF2B5EF4-FFF2-40B4-BE49-F238E27FC236}">
                <a16:creationId xmlns:a16="http://schemas.microsoft.com/office/drawing/2014/main" id="{09D02206-A3AC-4313-B6F2-04FF9BBD647B}"/>
              </a:ext>
            </a:extLst>
          </p:cNvPr>
          <p:cNvSpPr/>
          <p:nvPr/>
        </p:nvSpPr>
        <p:spPr bwMode="gray">
          <a:xfrm>
            <a:off x="515939" y="3345281"/>
            <a:ext cx="11160122" cy="753616"/>
          </a:xfrm>
          <a:prstGeom prst="roundRect">
            <a:avLst>
              <a:gd name="adj" fmla="val 9605"/>
            </a:avLst>
          </a:prstGeom>
          <a:solidFill>
            <a:schemeClr val="bg1"/>
          </a:solidFill>
          <a:ln>
            <a:no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rIns="72000" rtlCol="0" anchor="ctr"/>
          <a:lstStyle/>
          <a:p>
            <a:pPr algn="ctr"/>
            <a:r>
              <a:rPr lang="de-DE" b="1" dirty="0">
                <a:solidFill>
                  <a:schemeClr val="accent1"/>
                </a:solidFill>
              </a:rPr>
              <a:t>Kundenakquise/ -pflege</a:t>
            </a:r>
            <a:br>
              <a:rPr lang="de-DE" b="1" dirty="0">
                <a:solidFill>
                  <a:schemeClr val="accent1"/>
                </a:solidFill>
              </a:rPr>
            </a:br>
            <a:r>
              <a:rPr lang="de-DE" sz="1400" dirty="0">
                <a:solidFill>
                  <a:schemeClr val="tx2"/>
                </a:solidFill>
              </a:rPr>
              <a:t>Kontakt- und Post-Selling-Phase | Digitalisierung | Marketing</a:t>
            </a:r>
          </a:p>
        </p:txBody>
      </p:sp>
      <p:sp>
        <p:nvSpPr>
          <p:cNvPr id="64" name="Textfeld 54">
            <a:extLst>
              <a:ext uri="{FF2B5EF4-FFF2-40B4-BE49-F238E27FC236}">
                <a16:creationId xmlns:a16="http://schemas.microsoft.com/office/drawing/2014/main" id="{45208DF1-3D90-4181-AF1D-6F3B8C024ADC}"/>
              </a:ext>
            </a:extLst>
          </p:cNvPr>
          <p:cNvSpPr txBox="1">
            <a:spLocks/>
          </p:cNvSpPr>
          <p:nvPr/>
        </p:nvSpPr>
        <p:spPr>
          <a:xfrm>
            <a:off x="515938" y="4949780"/>
            <a:ext cx="2162143" cy="948978"/>
          </a:xfrm>
          <a:prstGeom prst="rect">
            <a:avLst/>
          </a:prstGeom>
          <a:noFill/>
        </p:spPr>
        <p:txBody>
          <a:bodyPr wrap="square" lIns="0" tIns="0" rIns="0" bIns="0" numCol="1" spcCol="0"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Output-Management</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Büromaterial</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Versicherungen</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E-Rechnung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IT-Hardware/Software</a:t>
            </a:r>
          </a:p>
        </p:txBody>
      </p:sp>
      <p:sp>
        <p:nvSpPr>
          <p:cNvPr id="65" name="Textfeld 56">
            <a:extLst>
              <a:ext uri="{FF2B5EF4-FFF2-40B4-BE49-F238E27FC236}">
                <a16:creationId xmlns:a16="http://schemas.microsoft.com/office/drawing/2014/main" id="{E28FB0D7-B578-4930-A927-05D391BF4489}"/>
              </a:ext>
            </a:extLst>
          </p:cNvPr>
          <p:cNvSpPr txBox="1">
            <a:spLocks/>
          </p:cNvSpPr>
          <p:nvPr/>
        </p:nvSpPr>
        <p:spPr>
          <a:xfrm>
            <a:off x="2980477" y="4949780"/>
            <a:ext cx="1800200" cy="923330"/>
          </a:xfrm>
          <a:prstGeom prst="rect">
            <a:avLst/>
          </a:prstGeom>
          <a:noFill/>
        </p:spPr>
        <p:txBody>
          <a:bodyPr wrap="square" lIns="0" tIns="0" rIns="0" bIns="0" numCol="1" rtlCol="0">
            <a:spAutoFit/>
          </a:bodyPr>
          <a:lstStyle/>
          <a:p>
            <a:pPr marL="180000" indent="-180000" defTabSz="914400">
              <a:spcAft>
                <a:spcPts val="200"/>
              </a:spcAft>
              <a:buClr>
                <a:schemeClr val="tx2"/>
              </a:buClr>
              <a:buFont typeface="Arial" panose="020B0604020202020204" pitchFamily="34" charset="0"/>
              <a:buChar char="•"/>
            </a:pPr>
            <a:r>
              <a:rPr lang="de-DE" sz="1100" dirty="0">
                <a:solidFill>
                  <a:schemeClr val="tx2"/>
                </a:solidFill>
              </a:rPr>
              <a:t>Finanzierung</a:t>
            </a:r>
          </a:p>
          <a:p>
            <a:pPr marL="180000" indent="-180000" defTabSz="914400">
              <a:spcAft>
                <a:spcPts val="200"/>
              </a:spcAft>
              <a:buClr>
                <a:schemeClr val="tx2"/>
              </a:buClr>
              <a:buFont typeface="Arial" panose="020B0604020202020204" pitchFamily="34" charset="0"/>
              <a:buChar char="•"/>
            </a:pPr>
            <a:r>
              <a:rPr lang="de-DE" sz="1100" dirty="0">
                <a:solidFill>
                  <a:schemeClr val="tx2"/>
                </a:solidFill>
              </a:rPr>
              <a:t>Bankgebühren</a:t>
            </a:r>
          </a:p>
          <a:p>
            <a:pPr marL="180000" indent="-180000" defTabSz="914400">
              <a:spcAft>
                <a:spcPts val="200"/>
              </a:spcAft>
              <a:buClr>
                <a:schemeClr val="tx2"/>
              </a:buClr>
              <a:buFont typeface="Arial" panose="020B0604020202020204" pitchFamily="34" charset="0"/>
              <a:buChar char="•"/>
            </a:pPr>
            <a:r>
              <a:rPr lang="de-DE" sz="1100" dirty="0">
                <a:solidFill>
                  <a:schemeClr val="tx2"/>
                </a:solidFill>
              </a:rPr>
              <a:t>Zahlungsverkehr</a:t>
            </a:r>
          </a:p>
          <a:p>
            <a:pPr marL="180000" indent="-180000" defTabSz="914400">
              <a:spcAft>
                <a:spcPts val="200"/>
              </a:spcAft>
              <a:buClr>
                <a:schemeClr val="tx2"/>
              </a:buClr>
              <a:buFont typeface="Arial" panose="020B0604020202020204" pitchFamily="34" charset="0"/>
              <a:buChar char="•"/>
            </a:pPr>
            <a:r>
              <a:rPr lang="de-DE" sz="1100" dirty="0">
                <a:solidFill>
                  <a:schemeClr val="tx2"/>
                </a:solidFill>
              </a:rPr>
              <a:t>Working Capital Optimierung</a:t>
            </a:r>
          </a:p>
        </p:txBody>
      </p:sp>
      <p:sp>
        <p:nvSpPr>
          <p:cNvPr id="66" name="Textfeld 58">
            <a:extLst>
              <a:ext uri="{FF2B5EF4-FFF2-40B4-BE49-F238E27FC236}">
                <a16:creationId xmlns:a16="http://schemas.microsoft.com/office/drawing/2014/main" id="{FA577006-038B-4B4D-AC5C-B359E2B9C210}"/>
              </a:ext>
            </a:extLst>
          </p:cNvPr>
          <p:cNvSpPr txBox="1">
            <a:spLocks/>
          </p:cNvSpPr>
          <p:nvPr/>
        </p:nvSpPr>
        <p:spPr>
          <a:xfrm>
            <a:off x="7680830" y="4949780"/>
            <a:ext cx="1820848" cy="559127"/>
          </a:xfrm>
          <a:prstGeom prst="rect">
            <a:avLst/>
          </a:prstGeom>
          <a:noFill/>
        </p:spPr>
        <p:txBody>
          <a:bodyPr wrap="square" lIns="0" tIns="0" rIns="0" bIns="0" numCol="1"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Instandhaltung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Gebäudereinigung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Sicherheitsdienste</a:t>
            </a:r>
          </a:p>
        </p:txBody>
      </p:sp>
      <p:sp>
        <p:nvSpPr>
          <p:cNvPr id="67" name="Textfeld 59">
            <a:extLst>
              <a:ext uri="{FF2B5EF4-FFF2-40B4-BE49-F238E27FC236}">
                <a16:creationId xmlns:a16="http://schemas.microsoft.com/office/drawing/2014/main" id="{A6C91FC9-1CBE-4CA6-9D13-47F3F90DD605}"/>
              </a:ext>
            </a:extLst>
          </p:cNvPr>
          <p:cNvSpPr txBox="1">
            <a:spLocks/>
          </p:cNvSpPr>
          <p:nvPr/>
        </p:nvSpPr>
        <p:spPr>
          <a:xfrm>
            <a:off x="9804077" y="4949780"/>
            <a:ext cx="1871982" cy="559127"/>
          </a:xfrm>
          <a:prstGeom prst="rect">
            <a:avLst/>
          </a:prstGeom>
          <a:noFill/>
        </p:spPr>
        <p:txBody>
          <a:bodyPr wrap="square" lIns="0" tIns="0" rIns="0" bIns="0" numCol="1"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Strom-/Öl-/Gas-Einkauf</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Energetik </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Energie-Management</a:t>
            </a:r>
          </a:p>
        </p:txBody>
      </p:sp>
      <p:sp>
        <p:nvSpPr>
          <p:cNvPr id="68" name="Textfeld 60">
            <a:extLst>
              <a:ext uri="{FF2B5EF4-FFF2-40B4-BE49-F238E27FC236}">
                <a16:creationId xmlns:a16="http://schemas.microsoft.com/office/drawing/2014/main" id="{F1C89BAD-9282-426C-AB5E-029859F4D674}"/>
              </a:ext>
            </a:extLst>
          </p:cNvPr>
          <p:cNvSpPr txBox="1">
            <a:spLocks/>
          </p:cNvSpPr>
          <p:nvPr/>
        </p:nvSpPr>
        <p:spPr>
          <a:xfrm>
            <a:off x="5083073" y="4949780"/>
            <a:ext cx="2295361" cy="754053"/>
          </a:xfrm>
          <a:prstGeom prst="rect">
            <a:avLst/>
          </a:prstGeom>
          <a:noFill/>
        </p:spPr>
        <p:txBody>
          <a:bodyPr wrap="square" lIns="0" tIns="0" rIns="0" bIns="0" numCol="1" rtlCol="0">
            <a:spAutoFit/>
          </a:bodyPr>
          <a:lstStyle/>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Catering</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Lebensmitteleinkauf</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Software/Hardware</a:t>
            </a:r>
          </a:p>
          <a:p>
            <a:pPr marL="180000" indent="-180000" defTabSz="914400">
              <a:spcAft>
                <a:spcPts val="200"/>
              </a:spcAft>
              <a:buClr>
                <a:schemeClr val="accent5"/>
              </a:buClr>
              <a:buFont typeface="Arial" panose="020B0604020202020204" pitchFamily="34" charset="0"/>
              <a:buChar char="•"/>
            </a:pPr>
            <a:r>
              <a:rPr lang="de-DE" sz="1100" dirty="0">
                <a:solidFill>
                  <a:schemeClr val="tx2"/>
                </a:solidFill>
              </a:rPr>
              <a:t>Fuhrpark</a:t>
            </a:r>
          </a:p>
        </p:txBody>
      </p:sp>
      <p:sp>
        <p:nvSpPr>
          <p:cNvPr id="76" name="Rectangle 58">
            <a:extLst>
              <a:ext uri="{FF2B5EF4-FFF2-40B4-BE49-F238E27FC236}">
                <a16:creationId xmlns:a16="http://schemas.microsoft.com/office/drawing/2014/main" id="{4202BA04-0704-456A-9095-04DC8B04FC5F}"/>
              </a:ext>
            </a:extLst>
          </p:cNvPr>
          <p:cNvSpPr/>
          <p:nvPr/>
        </p:nvSpPr>
        <p:spPr>
          <a:xfrm>
            <a:off x="515938" y="4265704"/>
            <a:ext cx="2319286" cy="562008"/>
          </a:xfrm>
          <a:prstGeom prst="round2SameRect">
            <a:avLst/>
          </a:prstGeom>
          <a:solidFill>
            <a:schemeClr val="accent1">
              <a:lumMod val="50000"/>
            </a:schemeClr>
          </a:solidFill>
          <a:ln>
            <a:noFill/>
          </a:ln>
          <a:effectLst/>
        </p:spPr>
        <p:txBody>
          <a:bodyPr wrap="square" lIns="648000" tIns="0" rIns="0" bIns="0" rtlCol="0" anchor="ctr">
            <a:noAutofit/>
          </a:bodyPr>
          <a:lstStyle/>
          <a:p>
            <a:r>
              <a:rPr lang="de-DE" sz="1400" b="1" dirty="0">
                <a:solidFill>
                  <a:schemeClr val="bg1"/>
                </a:solidFill>
              </a:rPr>
              <a:t>Administration</a:t>
            </a:r>
          </a:p>
        </p:txBody>
      </p:sp>
      <p:grpSp>
        <p:nvGrpSpPr>
          <p:cNvPr id="81" name="Group 80">
            <a:extLst>
              <a:ext uri="{FF2B5EF4-FFF2-40B4-BE49-F238E27FC236}">
                <a16:creationId xmlns:a16="http://schemas.microsoft.com/office/drawing/2014/main" id="{0519083A-F60E-4090-8A32-1B1075989E40}"/>
              </a:ext>
            </a:extLst>
          </p:cNvPr>
          <p:cNvGrpSpPr/>
          <p:nvPr/>
        </p:nvGrpSpPr>
        <p:grpSpPr>
          <a:xfrm>
            <a:off x="731404" y="4394227"/>
            <a:ext cx="304962" cy="304962"/>
            <a:chOff x="2676525" y="3609976"/>
            <a:chExt cx="360363" cy="360363"/>
          </a:xfrm>
          <a:solidFill>
            <a:schemeClr val="bg1"/>
          </a:solidFill>
        </p:grpSpPr>
        <p:sp>
          <p:nvSpPr>
            <p:cNvPr id="82" name="Freeform 5">
              <a:extLst>
                <a:ext uri="{FF2B5EF4-FFF2-40B4-BE49-F238E27FC236}">
                  <a16:creationId xmlns:a16="http://schemas.microsoft.com/office/drawing/2014/main" id="{A1797707-90BD-44BA-811D-5C5877F5A1E9}"/>
                </a:ext>
              </a:extLst>
            </p:cNvPr>
            <p:cNvSpPr>
              <a:spLocks noEditPoints="1"/>
            </p:cNvSpPr>
            <p:nvPr/>
          </p:nvSpPr>
          <p:spPr bwMode="auto">
            <a:xfrm>
              <a:off x="2720975" y="3698876"/>
              <a:ext cx="196850" cy="271463"/>
            </a:xfrm>
            <a:custGeom>
              <a:avLst/>
              <a:gdLst>
                <a:gd name="T0" fmla="*/ 829 w 862"/>
                <a:gd name="T1" fmla="*/ 1194 h 1194"/>
                <a:gd name="T2" fmla="*/ 33 w 862"/>
                <a:gd name="T3" fmla="*/ 1194 h 1194"/>
                <a:gd name="T4" fmla="*/ 33 w 862"/>
                <a:gd name="T5" fmla="*/ 1194 h 1194"/>
                <a:gd name="T6" fmla="*/ 27 w 862"/>
                <a:gd name="T7" fmla="*/ 1193 h 1194"/>
                <a:gd name="T8" fmla="*/ 20 w 862"/>
                <a:gd name="T9" fmla="*/ 1192 h 1194"/>
                <a:gd name="T10" fmla="*/ 14 w 862"/>
                <a:gd name="T11" fmla="*/ 1189 h 1194"/>
                <a:gd name="T12" fmla="*/ 9 w 862"/>
                <a:gd name="T13" fmla="*/ 1185 h 1194"/>
                <a:gd name="T14" fmla="*/ 5 w 862"/>
                <a:gd name="T15" fmla="*/ 1180 h 1194"/>
                <a:gd name="T16" fmla="*/ 3 w 862"/>
                <a:gd name="T17" fmla="*/ 1173 h 1194"/>
                <a:gd name="T18" fmla="*/ 1 w 862"/>
                <a:gd name="T19" fmla="*/ 1167 h 1194"/>
                <a:gd name="T20" fmla="*/ 0 w 862"/>
                <a:gd name="T21" fmla="*/ 1161 h 1194"/>
                <a:gd name="T22" fmla="*/ 0 w 862"/>
                <a:gd name="T23" fmla="*/ 33 h 1194"/>
                <a:gd name="T24" fmla="*/ 0 w 862"/>
                <a:gd name="T25" fmla="*/ 33 h 1194"/>
                <a:gd name="T26" fmla="*/ 1 w 862"/>
                <a:gd name="T27" fmla="*/ 27 h 1194"/>
                <a:gd name="T28" fmla="*/ 3 w 862"/>
                <a:gd name="T29" fmla="*/ 21 h 1194"/>
                <a:gd name="T30" fmla="*/ 5 w 862"/>
                <a:gd name="T31" fmla="*/ 15 h 1194"/>
                <a:gd name="T32" fmla="*/ 9 w 862"/>
                <a:gd name="T33" fmla="*/ 11 h 1194"/>
                <a:gd name="T34" fmla="*/ 14 w 862"/>
                <a:gd name="T35" fmla="*/ 6 h 1194"/>
                <a:gd name="T36" fmla="*/ 20 w 862"/>
                <a:gd name="T37" fmla="*/ 3 h 1194"/>
                <a:gd name="T38" fmla="*/ 27 w 862"/>
                <a:gd name="T39" fmla="*/ 1 h 1194"/>
                <a:gd name="T40" fmla="*/ 33 w 862"/>
                <a:gd name="T41" fmla="*/ 0 h 1194"/>
                <a:gd name="T42" fmla="*/ 829 w 862"/>
                <a:gd name="T43" fmla="*/ 0 h 1194"/>
                <a:gd name="T44" fmla="*/ 829 w 862"/>
                <a:gd name="T45" fmla="*/ 0 h 1194"/>
                <a:gd name="T46" fmla="*/ 835 w 862"/>
                <a:gd name="T47" fmla="*/ 1 h 1194"/>
                <a:gd name="T48" fmla="*/ 841 w 862"/>
                <a:gd name="T49" fmla="*/ 3 h 1194"/>
                <a:gd name="T50" fmla="*/ 846 w 862"/>
                <a:gd name="T51" fmla="*/ 6 h 1194"/>
                <a:gd name="T52" fmla="*/ 851 w 862"/>
                <a:gd name="T53" fmla="*/ 11 h 1194"/>
                <a:gd name="T54" fmla="*/ 856 w 862"/>
                <a:gd name="T55" fmla="*/ 15 h 1194"/>
                <a:gd name="T56" fmla="*/ 859 w 862"/>
                <a:gd name="T57" fmla="*/ 21 h 1194"/>
                <a:gd name="T58" fmla="*/ 861 w 862"/>
                <a:gd name="T59" fmla="*/ 27 h 1194"/>
                <a:gd name="T60" fmla="*/ 862 w 862"/>
                <a:gd name="T61" fmla="*/ 33 h 1194"/>
                <a:gd name="T62" fmla="*/ 862 w 862"/>
                <a:gd name="T63" fmla="*/ 1161 h 1194"/>
                <a:gd name="T64" fmla="*/ 862 w 862"/>
                <a:gd name="T65" fmla="*/ 1161 h 1194"/>
                <a:gd name="T66" fmla="*/ 861 w 862"/>
                <a:gd name="T67" fmla="*/ 1167 h 1194"/>
                <a:gd name="T68" fmla="*/ 859 w 862"/>
                <a:gd name="T69" fmla="*/ 1173 h 1194"/>
                <a:gd name="T70" fmla="*/ 856 w 862"/>
                <a:gd name="T71" fmla="*/ 1180 h 1194"/>
                <a:gd name="T72" fmla="*/ 851 w 862"/>
                <a:gd name="T73" fmla="*/ 1185 h 1194"/>
                <a:gd name="T74" fmla="*/ 846 w 862"/>
                <a:gd name="T75" fmla="*/ 1189 h 1194"/>
                <a:gd name="T76" fmla="*/ 841 w 862"/>
                <a:gd name="T77" fmla="*/ 1192 h 1194"/>
                <a:gd name="T78" fmla="*/ 835 w 862"/>
                <a:gd name="T79" fmla="*/ 1193 h 1194"/>
                <a:gd name="T80" fmla="*/ 829 w 862"/>
                <a:gd name="T81" fmla="*/ 1194 h 1194"/>
                <a:gd name="T82" fmla="*/ 829 w 862"/>
                <a:gd name="T83" fmla="*/ 1194 h 1194"/>
                <a:gd name="T84" fmla="*/ 66 w 862"/>
                <a:gd name="T85" fmla="*/ 1128 h 1194"/>
                <a:gd name="T86" fmla="*/ 796 w 862"/>
                <a:gd name="T87" fmla="*/ 1128 h 1194"/>
                <a:gd name="T88" fmla="*/ 796 w 862"/>
                <a:gd name="T89" fmla="*/ 67 h 1194"/>
                <a:gd name="T90" fmla="*/ 66 w 862"/>
                <a:gd name="T91" fmla="*/ 67 h 1194"/>
                <a:gd name="T92" fmla="*/ 66 w 862"/>
                <a:gd name="T93" fmla="*/ 1128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2" h="1194">
                  <a:moveTo>
                    <a:pt x="829" y="1194"/>
                  </a:moveTo>
                  <a:lnTo>
                    <a:pt x="33" y="1194"/>
                  </a:lnTo>
                  <a:lnTo>
                    <a:pt x="33" y="1194"/>
                  </a:lnTo>
                  <a:lnTo>
                    <a:pt x="27" y="1193"/>
                  </a:lnTo>
                  <a:lnTo>
                    <a:pt x="20" y="1192"/>
                  </a:lnTo>
                  <a:lnTo>
                    <a:pt x="14" y="1189"/>
                  </a:lnTo>
                  <a:lnTo>
                    <a:pt x="9" y="1185"/>
                  </a:lnTo>
                  <a:lnTo>
                    <a:pt x="5" y="1180"/>
                  </a:lnTo>
                  <a:lnTo>
                    <a:pt x="3" y="1173"/>
                  </a:lnTo>
                  <a:lnTo>
                    <a:pt x="1" y="1167"/>
                  </a:lnTo>
                  <a:lnTo>
                    <a:pt x="0" y="1161"/>
                  </a:lnTo>
                  <a:lnTo>
                    <a:pt x="0" y="33"/>
                  </a:lnTo>
                  <a:lnTo>
                    <a:pt x="0" y="33"/>
                  </a:lnTo>
                  <a:lnTo>
                    <a:pt x="1" y="27"/>
                  </a:lnTo>
                  <a:lnTo>
                    <a:pt x="3" y="21"/>
                  </a:lnTo>
                  <a:lnTo>
                    <a:pt x="5" y="15"/>
                  </a:lnTo>
                  <a:lnTo>
                    <a:pt x="9" y="11"/>
                  </a:lnTo>
                  <a:lnTo>
                    <a:pt x="14" y="6"/>
                  </a:lnTo>
                  <a:lnTo>
                    <a:pt x="20" y="3"/>
                  </a:lnTo>
                  <a:lnTo>
                    <a:pt x="27" y="1"/>
                  </a:lnTo>
                  <a:lnTo>
                    <a:pt x="33" y="0"/>
                  </a:lnTo>
                  <a:lnTo>
                    <a:pt x="829" y="0"/>
                  </a:lnTo>
                  <a:lnTo>
                    <a:pt x="829" y="0"/>
                  </a:lnTo>
                  <a:lnTo>
                    <a:pt x="835" y="1"/>
                  </a:lnTo>
                  <a:lnTo>
                    <a:pt x="841" y="3"/>
                  </a:lnTo>
                  <a:lnTo>
                    <a:pt x="846" y="6"/>
                  </a:lnTo>
                  <a:lnTo>
                    <a:pt x="851" y="11"/>
                  </a:lnTo>
                  <a:lnTo>
                    <a:pt x="856" y="15"/>
                  </a:lnTo>
                  <a:lnTo>
                    <a:pt x="859" y="21"/>
                  </a:lnTo>
                  <a:lnTo>
                    <a:pt x="861" y="27"/>
                  </a:lnTo>
                  <a:lnTo>
                    <a:pt x="862" y="33"/>
                  </a:lnTo>
                  <a:lnTo>
                    <a:pt x="862" y="1161"/>
                  </a:lnTo>
                  <a:lnTo>
                    <a:pt x="862" y="1161"/>
                  </a:lnTo>
                  <a:lnTo>
                    <a:pt x="861" y="1167"/>
                  </a:lnTo>
                  <a:lnTo>
                    <a:pt x="859" y="1173"/>
                  </a:lnTo>
                  <a:lnTo>
                    <a:pt x="856" y="1180"/>
                  </a:lnTo>
                  <a:lnTo>
                    <a:pt x="851" y="1185"/>
                  </a:lnTo>
                  <a:lnTo>
                    <a:pt x="846" y="1189"/>
                  </a:lnTo>
                  <a:lnTo>
                    <a:pt x="841" y="1192"/>
                  </a:lnTo>
                  <a:lnTo>
                    <a:pt x="835" y="1193"/>
                  </a:lnTo>
                  <a:lnTo>
                    <a:pt x="829" y="1194"/>
                  </a:lnTo>
                  <a:lnTo>
                    <a:pt x="829" y="1194"/>
                  </a:lnTo>
                  <a:close/>
                  <a:moveTo>
                    <a:pt x="66" y="1128"/>
                  </a:moveTo>
                  <a:lnTo>
                    <a:pt x="796" y="1128"/>
                  </a:lnTo>
                  <a:lnTo>
                    <a:pt x="796" y="67"/>
                  </a:lnTo>
                  <a:lnTo>
                    <a:pt x="66" y="67"/>
                  </a:lnTo>
                  <a:lnTo>
                    <a:pt x="66" y="11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3" name="Freeform 6">
              <a:extLst>
                <a:ext uri="{FF2B5EF4-FFF2-40B4-BE49-F238E27FC236}">
                  <a16:creationId xmlns:a16="http://schemas.microsoft.com/office/drawing/2014/main" id="{4E4B8F0E-0644-4D79-8ACF-6A316DCD8994}"/>
                </a:ext>
              </a:extLst>
            </p:cNvPr>
            <p:cNvSpPr>
              <a:spLocks noEditPoints="1"/>
            </p:cNvSpPr>
            <p:nvPr/>
          </p:nvSpPr>
          <p:spPr bwMode="auto">
            <a:xfrm>
              <a:off x="2676525" y="3609976"/>
              <a:ext cx="104775" cy="255588"/>
            </a:xfrm>
            <a:custGeom>
              <a:avLst/>
              <a:gdLst>
                <a:gd name="T0" fmla="*/ 33 w 464"/>
                <a:gd name="T1" fmla="*/ 1127 h 1127"/>
                <a:gd name="T2" fmla="*/ 14 w 464"/>
                <a:gd name="T3" fmla="*/ 1121 h 1127"/>
                <a:gd name="T4" fmla="*/ 2 w 464"/>
                <a:gd name="T5" fmla="*/ 1106 h 1127"/>
                <a:gd name="T6" fmla="*/ 0 w 464"/>
                <a:gd name="T7" fmla="*/ 232 h 1127"/>
                <a:gd name="T8" fmla="*/ 4 w 464"/>
                <a:gd name="T9" fmla="*/ 185 h 1127"/>
                <a:gd name="T10" fmla="*/ 28 w 464"/>
                <a:gd name="T11" fmla="*/ 121 h 1127"/>
                <a:gd name="T12" fmla="*/ 68 w 464"/>
                <a:gd name="T13" fmla="*/ 68 h 1127"/>
                <a:gd name="T14" fmla="*/ 121 w 464"/>
                <a:gd name="T15" fmla="*/ 28 h 1127"/>
                <a:gd name="T16" fmla="*/ 185 w 464"/>
                <a:gd name="T17" fmla="*/ 5 h 1127"/>
                <a:gd name="T18" fmla="*/ 232 w 464"/>
                <a:gd name="T19" fmla="*/ 0 h 1127"/>
                <a:gd name="T20" fmla="*/ 301 w 464"/>
                <a:gd name="T21" fmla="*/ 10 h 1127"/>
                <a:gd name="T22" fmla="*/ 361 w 464"/>
                <a:gd name="T23" fmla="*/ 39 h 1127"/>
                <a:gd name="T24" fmla="*/ 411 w 464"/>
                <a:gd name="T25" fmla="*/ 85 h 1127"/>
                <a:gd name="T26" fmla="*/ 446 w 464"/>
                <a:gd name="T27" fmla="*/ 142 h 1127"/>
                <a:gd name="T28" fmla="*/ 463 w 464"/>
                <a:gd name="T29" fmla="*/ 208 h 1127"/>
                <a:gd name="T30" fmla="*/ 463 w 464"/>
                <a:gd name="T31" fmla="*/ 255 h 1127"/>
                <a:gd name="T32" fmla="*/ 446 w 464"/>
                <a:gd name="T33" fmla="*/ 322 h 1127"/>
                <a:gd name="T34" fmla="*/ 411 w 464"/>
                <a:gd name="T35" fmla="*/ 380 h 1127"/>
                <a:gd name="T36" fmla="*/ 361 w 464"/>
                <a:gd name="T37" fmla="*/ 424 h 1127"/>
                <a:gd name="T38" fmla="*/ 301 w 464"/>
                <a:gd name="T39" fmla="*/ 453 h 1127"/>
                <a:gd name="T40" fmla="*/ 232 w 464"/>
                <a:gd name="T41" fmla="*/ 464 h 1127"/>
                <a:gd name="T42" fmla="*/ 219 w 464"/>
                <a:gd name="T43" fmla="*/ 461 h 1127"/>
                <a:gd name="T44" fmla="*/ 204 w 464"/>
                <a:gd name="T45" fmla="*/ 449 h 1127"/>
                <a:gd name="T46" fmla="*/ 199 w 464"/>
                <a:gd name="T47" fmla="*/ 430 h 1127"/>
                <a:gd name="T48" fmla="*/ 200 w 464"/>
                <a:gd name="T49" fmla="*/ 292 h 1127"/>
                <a:gd name="T50" fmla="*/ 208 w 464"/>
                <a:gd name="T51" fmla="*/ 275 h 1127"/>
                <a:gd name="T52" fmla="*/ 226 w 464"/>
                <a:gd name="T53" fmla="*/ 266 h 1127"/>
                <a:gd name="T54" fmla="*/ 394 w 464"/>
                <a:gd name="T55" fmla="*/ 265 h 1127"/>
                <a:gd name="T56" fmla="*/ 397 w 464"/>
                <a:gd name="T57" fmla="*/ 232 h 1127"/>
                <a:gd name="T58" fmla="*/ 390 w 464"/>
                <a:gd name="T59" fmla="*/ 183 h 1127"/>
                <a:gd name="T60" fmla="*/ 369 w 464"/>
                <a:gd name="T61" fmla="*/ 139 h 1127"/>
                <a:gd name="T62" fmla="*/ 337 w 464"/>
                <a:gd name="T63" fmla="*/ 104 h 1127"/>
                <a:gd name="T64" fmla="*/ 296 w 464"/>
                <a:gd name="T65" fmla="*/ 79 h 1127"/>
                <a:gd name="T66" fmla="*/ 248 w 464"/>
                <a:gd name="T67" fmla="*/ 67 h 1127"/>
                <a:gd name="T68" fmla="*/ 215 w 464"/>
                <a:gd name="T69" fmla="*/ 67 h 1127"/>
                <a:gd name="T70" fmla="*/ 168 w 464"/>
                <a:gd name="T71" fmla="*/ 79 h 1127"/>
                <a:gd name="T72" fmla="*/ 126 w 464"/>
                <a:gd name="T73" fmla="*/ 104 h 1127"/>
                <a:gd name="T74" fmla="*/ 94 w 464"/>
                <a:gd name="T75" fmla="*/ 139 h 1127"/>
                <a:gd name="T76" fmla="*/ 73 w 464"/>
                <a:gd name="T77" fmla="*/ 183 h 1127"/>
                <a:gd name="T78" fmla="*/ 66 w 464"/>
                <a:gd name="T79" fmla="*/ 232 h 1127"/>
                <a:gd name="T80" fmla="*/ 232 w 464"/>
                <a:gd name="T81" fmla="*/ 1061 h 1127"/>
                <a:gd name="T82" fmla="*/ 250 w 464"/>
                <a:gd name="T83" fmla="*/ 1066 h 1127"/>
                <a:gd name="T84" fmla="*/ 263 w 464"/>
                <a:gd name="T85" fmla="*/ 1081 h 1127"/>
                <a:gd name="T86" fmla="*/ 265 w 464"/>
                <a:gd name="T87" fmla="*/ 1094 h 1127"/>
                <a:gd name="T88" fmla="*/ 260 w 464"/>
                <a:gd name="T89" fmla="*/ 1113 h 1127"/>
                <a:gd name="T90" fmla="*/ 245 w 464"/>
                <a:gd name="T91" fmla="*/ 1124 h 1127"/>
                <a:gd name="T92" fmla="*/ 232 w 464"/>
                <a:gd name="T93" fmla="*/ 1127 h 1127"/>
                <a:gd name="T94" fmla="*/ 265 w 464"/>
                <a:gd name="T95" fmla="*/ 394 h 1127"/>
                <a:gd name="T96" fmla="*/ 307 w 464"/>
                <a:gd name="T97" fmla="*/ 379 h 1127"/>
                <a:gd name="T98" fmla="*/ 345 w 464"/>
                <a:gd name="T99" fmla="*/ 354 h 1127"/>
                <a:gd name="T100" fmla="*/ 265 w 464"/>
                <a:gd name="T101" fmla="*/ 33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4" h="1127">
                  <a:moveTo>
                    <a:pt x="232" y="1127"/>
                  </a:moveTo>
                  <a:lnTo>
                    <a:pt x="33" y="1127"/>
                  </a:lnTo>
                  <a:lnTo>
                    <a:pt x="33" y="1127"/>
                  </a:lnTo>
                  <a:lnTo>
                    <a:pt x="26" y="1126"/>
                  </a:lnTo>
                  <a:lnTo>
                    <a:pt x="20" y="1124"/>
                  </a:lnTo>
                  <a:lnTo>
                    <a:pt x="14" y="1121"/>
                  </a:lnTo>
                  <a:lnTo>
                    <a:pt x="9" y="1117"/>
                  </a:lnTo>
                  <a:lnTo>
                    <a:pt x="5" y="1113"/>
                  </a:lnTo>
                  <a:lnTo>
                    <a:pt x="2" y="1106"/>
                  </a:lnTo>
                  <a:lnTo>
                    <a:pt x="1" y="1100"/>
                  </a:lnTo>
                  <a:lnTo>
                    <a:pt x="0" y="1094"/>
                  </a:lnTo>
                  <a:lnTo>
                    <a:pt x="0" y="232"/>
                  </a:lnTo>
                  <a:lnTo>
                    <a:pt x="0" y="232"/>
                  </a:lnTo>
                  <a:lnTo>
                    <a:pt x="1" y="208"/>
                  </a:lnTo>
                  <a:lnTo>
                    <a:pt x="4" y="185"/>
                  </a:lnTo>
                  <a:lnTo>
                    <a:pt x="10" y="163"/>
                  </a:lnTo>
                  <a:lnTo>
                    <a:pt x="19" y="142"/>
                  </a:lnTo>
                  <a:lnTo>
                    <a:pt x="28" y="121"/>
                  </a:lnTo>
                  <a:lnTo>
                    <a:pt x="39" y="102"/>
                  </a:lnTo>
                  <a:lnTo>
                    <a:pt x="53" y="85"/>
                  </a:lnTo>
                  <a:lnTo>
                    <a:pt x="68" y="68"/>
                  </a:lnTo>
                  <a:lnTo>
                    <a:pt x="85" y="52"/>
                  </a:lnTo>
                  <a:lnTo>
                    <a:pt x="102" y="39"/>
                  </a:lnTo>
                  <a:lnTo>
                    <a:pt x="121" y="28"/>
                  </a:lnTo>
                  <a:lnTo>
                    <a:pt x="142" y="18"/>
                  </a:lnTo>
                  <a:lnTo>
                    <a:pt x="162" y="10"/>
                  </a:lnTo>
                  <a:lnTo>
                    <a:pt x="185" y="5"/>
                  </a:lnTo>
                  <a:lnTo>
                    <a:pt x="208" y="1"/>
                  </a:lnTo>
                  <a:lnTo>
                    <a:pt x="232" y="0"/>
                  </a:lnTo>
                  <a:lnTo>
                    <a:pt x="232" y="0"/>
                  </a:lnTo>
                  <a:lnTo>
                    <a:pt x="256" y="1"/>
                  </a:lnTo>
                  <a:lnTo>
                    <a:pt x="278" y="5"/>
                  </a:lnTo>
                  <a:lnTo>
                    <a:pt x="301" y="10"/>
                  </a:lnTo>
                  <a:lnTo>
                    <a:pt x="322" y="18"/>
                  </a:lnTo>
                  <a:lnTo>
                    <a:pt x="343" y="28"/>
                  </a:lnTo>
                  <a:lnTo>
                    <a:pt x="361" y="39"/>
                  </a:lnTo>
                  <a:lnTo>
                    <a:pt x="380" y="52"/>
                  </a:lnTo>
                  <a:lnTo>
                    <a:pt x="395" y="68"/>
                  </a:lnTo>
                  <a:lnTo>
                    <a:pt x="411" y="85"/>
                  </a:lnTo>
                  <a:lnTo>
                    <a:pt x="424" y="102"/>
                  </a:lnTo>
                  <a:lnTo>
                    <a:pt x="436" y="121"/>
                  </a:lnTo>
                  <a:lnTo>
                    <a:pt x="446" y="142"/>
                  </a:lnTo>
                  <a:lnTo>
                    <a:pt x="453" y="163"/>
                  </a:lnTo>
                  <a:lnTo>
                    <a:pt x="459" y="185"/>
                  </a:lnTo>
                  <a:lnTo>
                    <a:pt x="463" y="208"/>
                  </a:lnTo>
                  <a:lnTo>
                    <a:pt x="464" y="232"/>
                  </a:lnTo>
                  <a:lnTo>
                    <a:pt x="464" y="232"/>
                  </a:lnTo>
                  <a:lnTo>
                    <a:pt x="463" y="255"/>
                  </a:lnTo>
                  <a:lnTo>
                    <a:pt x="459" y="278"/>
                  </a:lnTo>
                  <a:lnTo>
                    <a:pt x="453" y="301"/>
                  </a:lnTo>
                  <a:lnTo>
                    <a:pt x="446" y="322"/>
                  </a:lnTo>
                  <a:lnTo>
                    <a:pt x="436" y="342"/>
                  </a:lnTo>
                  <a:lnTo>
                    <a:pt x="424" y="361"/>
                  </a:lnTo>
                  <a:lnTo>
                    <a:pt x="411" y="380"/>
                  </a:lnTo>
                  <a:lnTo>
                    <a:pt x="395" y="396"/>
                  </a:lnTo>
                  <a:lnTo>
                    <a:pt x="380" y="411"/>
                  </a:lnTo>
                  <a:lnTo>
                    <a:pt x="361" y="424"/>
                  </a:lnTo>
                  <a:lnTo>
                    <a:pt x="343" y="436"/>
                  </a:lnTo>
                  <a:lnTo>
                    <a:pt x="322" y="446"/>
                  </a:lnTo>
                  <a:lnTo>
                    <a:pt x="301" y="453"/>
                  </a:lnTo>
                  <a:lnTo>
                    <a:pt x="278" y="459"/>
                  </a:lnTo>
                  <a:lnTo>
                    <a:pt x="256" y="462"/>
                  </a:lnTo>
                  <a:lnTo>
                    <a:pt x="232" y="464"/>
                  </a:lnTo>
                  <a:lnTo>
                    <a:pt x="232" y="464"/>
                  </a:lnTo>
                  <a:lnTo>
                    <a:pt x="226" y="464"/>
                  </a:lnTo>
                  <a:lnTo>
                    <a:pt x="219" y="461"/>
                  </a:lnTo>
                  <a:lnTo>
                    <a:pt x="213" y="458"/>
                  </a:lnTo>
                  <a:lnTo>
                    <a:pt x="208" y="454"/>
                  </a:lnTo>
                  <a:lnTo>
                    <a:pt x="204" y="449"/>
                  </a:lnTo>
                  <a:lnTo>
                    <a:pt x="202" y="444"/>
                  </a:lnTo>
                  <a:lnTo>
                    <a:pt x="200" y="438"/>
                  </a:lnTo>
                  <a:lnTo>
                    <a:pt x="199" y="430"/>
                  </a:lnTo>
                  <a:lnTo>
                    <a:pt x="199" y="298"/>
                  </a:lnTo>
                  <a:lnTo>
                    <a:pt x="199" y="298"/>
                  </a:lnTo>
                  <a:lnTo>
                    <a:pt x="200" y="292"/>
                  </a:lnTo>
                  <a:lnTo>
                    <a:pt x="202" y="285"/>
                  </a:lnTo>
                  <a:lnTo>
                    <a:pt x="204" y="279"/>
                  </a:lnTo>
                  <a:lnTo>
                    <a:pt x="208" y="275"/>
                  </a:lnTo>
                  <a:lnTo>
                    <a:pt x="213" y="271"/>
                  </a:lnTo>
                  <a:lnTo>
                    <a:pt x="219" y="268"/>
                  </a:lnTo>
                  <a:lnTo>
                    <a:pt x="226" y="266"/>
                  </a:lnTo>
                  <a:lnTo>
                    <a:pt x="232" y="265"/>
                  </a:lnTo>
                  <a:lnTo>
                    <a:pt x="394" y="265"/>
                  </a:lnTo>
                  <a:lnTo>
                    <a:pt x="394" y="265"/>
                  </a:lnTo>
                  <a:lnTo>
                    <a:pt x="396" y="248"/>
                  </a:lnTo>
                  <a:lnTo>
                    <a:pt x="397" y="232"/>
                  </a:lnTo>
                  <a:lnTo>
                    <a:pt x="397" y="232"/>
                  </a:lnTo>
                  <a:lnTo>
                    <a:pt x="396" y="215"/>
                  </a:lnTo>
                  <a:lnTo>
                    <a:pt x="394" y="198"/>
                  </a:lnTo>
                  <a:lnTo>
                    <a:pt x="390" y="183"/>
                  </a:lnTo>
                  <a:lnTo>
                    <a:pt x="385" y="167"/>
                  </a:lnTo>
                  <a:lnTo>
                    <a:pt x="378" y="153"/>
                  </a:lnTo>
                  <a:lnTo>
                    <a:pt x="369" y="139"/>
                  </a:lnTo>
                  <a:lnTo>
                    <a:pt x="360" y="126"/>
                  </a:lnTo>
                  <a:lnTo>
                    <a:pt x="349" y="115"/>
                  </a:lnTo>
                  <a:lnTo>
                    <a:pt x="337" y="104"/>
                  </a:lnTo>
                  <a:lnTo>
                    <a:pt x="324" y="94"/>
                  </a:lnTo>
                  <a:lnTo>
                    <a:pt x="310" y="86"/>
                  </a:lnTo>
                  <a:lnTo>
                    <a:pt x="296" y="79"/>
                  </a:lnTo>
                  <a:lnTo>
                    <a:pt x="281" y="73"/>
                  </a:lnTo>
                  <a:lnTo>
                    <a:pt x="265" y="69"/>
                  </a:lnTo>
                  <a:lnTo>
                    <a:pt x="248" y="67"/>
                  </a:lnTo>
                  <a:lnTo>
                    <a:pt x="232" y="66"/>
                  </a:lnTo>
                  <a:lnTo>
                    <a:pt x="232" y="66"/>
                  </a:lnTo>
                  <a:lnTo>
                    <a:pt x="215" y="67"/>
                  </a:lnTo>
                  <a:lnTo>
                    <a:pt x="199" y="69"/>
                  </a:lnTo>
                  <a:lnTo>
                    <a:pt x="182" y="73"/>
                  </a:lnTo>
                  <a:lnTo>
                    <a:pt x="168" y="79"/>
                  </a:lnTo>
                  <a:lnTo>
                    <a:pt x="153" y="86"/>
                  </a:lnTo>
                  <a:lnTo>
                    <a:pt x="140" y="94"/>
                  </a:lnTo>
                  <a:lnTo>
                    <a:pt x="126" y="104"/>
                  </a:lnTo>
                  <a:lnTo>
                    <a:pt x="115" y="115"/>
                  </a:lnTo>
                  <a:lnTo>
                    <a:pt x="105" y="126"/>
                  </a:lnTo>
                  <a:lnTo>
                    <a:pt x="94" y="139"/>
                  </a:lnTo>
                  <a:lnTo>
                    <a:pt x="86" y="153"/>
                  </a:lnTo>
                  <a:lnTo>
                    <a:pt x="80" y="167"/>
                  </a:lnTo>
                  <a:lnTo>
                    <a:pt x="73" y="183"/>
                  </a:lnTo>
                  <a:lnTo>
                    <a:pt x="69" y="198"/>
                  </a:lnTo>
                  <a:lnTo>
                    <a:pt x="67" y="215"/>
                  </a:lnTo>
                  <a:lnTo>
                    <a:pt x="66" y="232"/>
                  </a:lnTo>
                  <a:lnTo>
                    <a:pt x="66" y="1061"/>
                  </a:lnTo>
                  <a:lnTo>
                    <a:pt x="232" y="1061"/>
                  </a:lnTo>
                  <a:lnTo>
                    <a:pt x="232" y="1061"/>
                  </a:lnTo>
                  <a:lnTo>
                    <a:pt x="238" y="1061"/>
                  </a:lnTo>
                  <a:lnTo>
                    <a:pt x="245" y="1063"/>
                  </a:lnTo>
                  <a:lnTo>
                    <a:pt x="250" y="1066"/>
                  </a:lnTo>
                  <a:lnTo>
                    <a:pt x="256" y="1070"/>
                  </a:lnTo>
                  <a:lnTo>
                    <a:pt x="260" y="1075"/>
                  </a:lnTo>
                  <a:lnTo>
                    <a:pt x="263" y="1081"/>
                  </a:lnTo>
                  <a:lnTo>
                    <a:pt x="264" y="1087"/>
                  </a:lnTo>
                  <a:lnTo>
                    <a:pt x="265" y="1094"/>
                  </a:lnTo>
                  <a:lnTo>
                    <a:pt x="265" y="1094"/>
                  </a:lnTo>
                  <a:lnTo>
                    <a:pt x="264" y="1100"/>
                  </a:lnTo>
                  <a:lnTo>
                    <a:pt x="263" y="1106"/>
                  </a:lnTo>
                  <a:lnTo>
                    <a:pt x="260" y="1113"/>
                  </a:lnTo>
                  <a:lnTo>
                    <a:pt x="256" y="1117"/>
                  </a:lnTo>
                  <a:lnTo>
                    <a:pt x="250" y="1121"/>
                  </a:lnTo>
                  <a:lnTo>
                    <a:pt x="245" y="1124"/>
                  </a:lnTo>
                  <a:lnTo>
                    <a:pt x="238" y="1126"/>
                  </a:lnTo>
                  <a:lnTo>
                    <a:pt x="232" y="1127"/>
                  </a:lnTo>
                  <a:lnTo>
                    <a:pt x="232" y="1127"/>
                  </a:lnTo>
                  <a:close/>
                  <a:moveTo>
                    <a:pt x="265" y="331"/>
                  </a:moveTo>
                  <a:lnTo>
                    <a:pt x="265" y="394"/>
                  </a:lnTo>
                  <a:lnTo>
                    <a:pt x="265" y="394"/>
                  </a:lnTo>
                  <a:lnTo>
                    <a:pt x="279" y="390"/>
                  </a:lnTo>
                  <a:lnTo>
                    <a:pt x="294" y="386"/>
                  </a:lnTo>
                  <a:lnTo>
                    <a:pt x="307" y="379"/>
                  </a:lnTo>
                  <a:lnTo>
                    <a:pt x="321" y="371"/>
                  </a:lnTo>
                  <a:lnTo>
                    <a:pt x="333" y="363"/>
                  </a:lnTo>
                  <a:lnTo>
                    <a:pt x="345" y="354"/>
                  </a:lnTo>
                  <a:lnTo>
                    <a:pt x="355" y="342"/>
                  </a:lnTo>
                  <a:lnTo>
                    <a:pt x="364" y="331"/>
                  </a:lnTo>
                  <a:lnTo>
                    <a:pt x="265"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4" name="Freeform 7">
              <a:extLst>
                <a:ext uri="{FF2B5EF4-FFF2-40B4-BE49-F238E27FC236}">
                  <a16:creationId xmlns:a16="http://schemas.microsoft.com/office/drawing/2014/main" id="{760E513A-1245-4DE2-BC27-ACF4BEB5B55E}"/>
                </a:ext>
              </a:extLst>
            </p:cNvPr>
            <p:cNvSpPr>
              <a:spLocks/>
            </p:cNvSpPr>
            <p:nvPr/>
          </p:nvSpPr>
          <p:spPr bwMode="auto">
            <a:xfrm>
              <a:off x="2720975" y="3609976"/>
              <a:ext cx="241300" cy="104775"/>
            </a:xfrm>
            <a:custGeom>
              <a:avLst/>
              <a:gdLst>
                <a:gd name="T0" fmla="*/ 829 w 1060"/>
                <a:gd name="T1" fmla="*/ 464 h 464"/>
                <a:gd name="T2" fmla="*/ 815 w 1060"/>
                <a:gd name="T3" fmla="*/ 461 h 464"/>
                <a:gd name="T4" fmla="*/ 805 w 1060"/>
                <a:gd name="T5" fmla="*/ 454 h 464"/>
                <a:gd name="T6" fmla="*/ 798 w 1060"/>
                <a:gd name="T7" fmla="*/ 444 h 464"/>
                <a:gd name="T8" fmla="*/ 796 w 1060"/>
                <a:gd name="T9" fmla="*/ 430 h 464"/>
                <a:gd name="T10" fmla="*/ 796 w 1060"/>
                <a:gd name="T11" fmla="*/ 424 h 464"/>
                <a:gd name="T12" fmla="*/ 801 w 1060"/>
                <a:gd name="T13" fmla="*/ 412 h 464"/>
                <a:gd name="T14" fmla="*/ 810 w 1060"/>
                <a:gd name="T15" fmla="*/ 403 h 464"/>
                <a:gd name="T16" fmla="*/ 821 w 1060"/>
                <a:gd name="T17" fmla="*/ 398 h 464"/>
                <a:gd name="T18" fmla="*/ 829 w 1060"/>
                <a:gd name="T19" fmla="*/ 397 h 464"/>
                <a:gd name="T20" fmla="*/ 862 w 1060"/>
                <a:gd name="T21" fmla="*/ 394 h 464"/>
                <a:gd name="T22" fmla="*/ 893 w 1060"/>
                <a:gd name="T23" fmla="*/ 385 h 464"/>
                <a:gd name="T24" fmla="*/ 921 w 1060"/>
                <a:gd name="T25" fmla="*/ 369 h 464"/>
                <a:gd name="T26" fmla="*/ 946 w 1060"/>
                <a:gd name="T27" fmla="*/ 349 h 464"/>
                <a:gd name="T28" fmla="*/ 965 w 1060"/>
                <a:gd name="T29" fmla="*/ 325 h 464"/>
                <a:gd name="T30" fmla="*/ 981 w 1060"/>
                <a:gd name="T31" fmla="*/ 296 h 464"/>
                <a:gd name="T32" fmla="*/ 990 w 1060"/>
                <a:gd name="T33" fmla="*/ 265 h 464"/>
                <a:gd name="T34" fmla="*/ 994 w 1060"/>
                <a:gd name="T35" fmla="*/ 232 h 464"/>
                <a:gd name="T36" fmla="*/ 993 w 1060"/>
                <a:gd name="T37" fmla="*/ 215 h 464"/>
                <a:gd name="T38" fmla="*/ 986 w 1060"/>
                <a:gd name="T39" fmla="*/ 183 h 464"/>
                <a:gd name="T40" fmla="*/ 974 w 1060"/>
                <a:gd name="T41" fmla="*/ 153 h 464"/>
                <a:gd name="T42" fmla="*/ 956 w 1060"/>
                <a:gd name="T43" fmla="*/ 126 h 464"/>
                <a:gd name="T44" fmla="*/ 933 w 1060"/>
                <a:gd name="T45" fmla="*/ 104 h 464"/>
                <a:gd name="T46" fmla="*/ 907 w 1060"/>
                <a:gd name="T47" fmla="*/ 86 h 464"/>
                <a:gd name="T48" fmla="*/ 877 w 1060"/>
                <a:gd name="T49" fmla="*/ 73 h 464"/>
                <a:gd name="T50" fmla="*/ 845 w 1060"/>
                <a:gd name="T51" fmla="*/ 67 h 464"/>
                <a:gd name="T52" fmla="*/ 33 w 1060"/>
                <a:gd name="T53" fmla="*/ 66 h 464"/>
                <a:gd name="T54" fmla="*/ 27 w 1060"/>
                <a:gd name="T55" fmla="*/ 65 h 464"/>
                <a:gd name="T56" fmla="*/ 14 w 1060"/>
                <a:gd name="T57" fmla="*/ 61 h 464"/>
                <a:gd name="T58" fmla="*/ 5 w 1060"/>
                <a:gd name="T59" fmla="*/ 51 h 464"/>
                <a:gd name="T60" fmla="*/ 1 w 1060"/>
                <a:gd name="T61" fmla="*/ 40 h 464"/>
                <a:gd name="T62" fmla="*/ 0 w 1060"/>
                <a:gd name="T63" fmla="*/ 33 h 464"/>
                <a:gd name="T64" fmla="*/ 3 w 1060"/>
                <a:gd name="T65" fmla="*/ 20 h 464"/>
                <a:gd name="T66" fmla="*/ 9 w 1060"/>
                <a:gd name="T67" fmla="*/ 9 h 464"/>
                <a:gd name="T68" fmla="*/ 20 w 1060"/>
                <a:gd name="T69" fmla="*/ 3 h 464"/>
                <a:gd name="T70" fmla="*/ 33 w 1060"/>
                <a:gd name="T71" fmla="*/ 0 h 464"/>
                <a:gd name="T72" fmla="*/ 829 w 1060"/>
                <a:gd name="T73" fmla="*/ 0 h 464"/>
                <a:gd name="T74" fmla="*/ 875 w 1060"/>
                <a:gd name="T75" fmla="*/ 5 h 464"/>
                <a:gd name="T76" fmla="*/ 919 w 1060"/>
                <a:gd name="T77" fmla="*/ 18 h 464"/>
                <a:gd name="T78" fmla="*/ 958 w 1060"/>
                <a:gd name="T79" fmla="*/ 39 h 464"/>
                <a:gd name="T80" fmla="*/ 992 w 1060"/>
                <a:gd name="T81" fmla="*/ 68 h 464"/>
                <a:gd name="T82" fmla="*/ 1020 w 1060"/>
                <a:gd name="T83" fmla="*/ 102 h 464"/>
                <a:gd name="T84" fmla="*/ 1042 w 1060"/>
                <a:gd name="T85" fmla="*/ 142 h 464"/>
                <a:gd name="T86" fmla="*/ 1055 w 1060"/>
                <a:gd name="T87" fmla="*/ 185 h 464"/>
                <a:gd name="T88" fmla="*/ 1060 w 1060"/>
                <a:gd name="T89" fmla="*/ 232 h 464"/>
                <a:gd name="T90" fmla="*/ 1059 w 1060"/>
                <a:gd name="T91" fmla="*/ 255 h 464"/>
                <a:gd name="T92" fmla="*/ 1050 w 1060"/>
                <a:gd name="T93" fmla="*/ 301 h 464"/>
                <a:gd name="T94" fmla="*/ 1032 w 1060"/>
                <a:gd name="T95" fmla="*/ 342 h 464"/>
                <a:gd name="T96" fmla="*/ 1007 w 1060"/>
                <a:gd name="T97" fmla="*/ 380 h 464"/>
                <a:gd name="T98" fmla="*/ 976 w 1060"/>
                <a:gd name="T99" fmla="*/ 411 h 464"/>
                <a:gd name="T100" fmla="*/ 938 w 1060"/>
                <a:gd name="T101" fmla="*/ 436 h 464"/>
                <a:gd name="T102" fmla="*/ 897 w 1060"/>
                <a:gd name="T103" fmla="*/ 453 h 464"/>
                <a:gd name="T104" fmla="*/ 851 w 1060"/>
                <a:gd name="T105" fmla="*/ 462 h 464"/>
                <a:gd name="T106" fmla="*/ 829 w 1060"/>
                <a:gd name="T107"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60" h="464">
                  <a:moveTo>
                    <a:pt x="829" y="464"/>
                  </a:moveTo>
                  <a:lnTo>
                    <a:pt x="829" y="464"/>
                  </a:lnTo>
                  <a:lnTo>
                    <a:pt x="821" y="464"/>
                  </a:lnTo>
                  <a:lnTo>
                    <a:pt x="815" y="461"/>
                  </a:lnTo>
                  <a:lnTo>
                    <a:pt x="810" y="458"/>
                  </a:lnTo>
                  <a:lnTo>
                    <a:pt x="805" y="454"/>
                  </a:lnTo>
                  <a:lnTo>
                    <a:pt x="801" y="449"/>
                  </a:lnTo>
                  <a:lnTo>
                    <a:pt x="798" y="444"/>
                  </a:lnTo>
                  <a:lnTo>
                    <a:pt x="796" y="438"/>
                  </a:lnTo>
                  <a:lnTo>
                    <a:pt x="796" y="430"/>
                  </a:lnTo>
                  <a:lnTo>
                    <a:pt x="796" y="430"/>
                  </a:lnTo>
                  <a:lnTo>
                    <a:pt x="796" y="424"/>
                  </a:lnTo>
                  <a:lnTo>
                    <a:pt x="798" y="418"/>
                  </a:lnTo>
                  <a:lnTo>
                    <a:pt x="801" y="412"/>
                  </a:lnTo>
                  <a:lnTo>
                    <a:pt x="805" y="408"/>
                  </a:lnTo>
                  <a:lnTo>
                    <a:pt x="810" y="403"/>
                  </a:lnTo>
                  <a:lnTo>
                    <a:pt x="815" y="400"/>
                  </a:lnTo>
                  <a:lnTo>
                    <a:pt x="821" y="398"/>
                  </a:lnTo>
                  <a:lnTo>
                    <a:pt x="829" y="397"/>
                  </a:lnTo>
                  <a:lnTo>
                    <a:pt x="829" y="397"/>
                  </a:lnTo>
                  <a:lnTo>
                    <a:pt x="845" y="396"/>
                  </a:lnTo>
                  <a:lnTo>
                    <a:pt x="862" y="394"/>
                  </a:lnTo>
                  <a:lnTo>
                    <a:pt x="877" y="390"/>
                  </a:lnTo>
                  <a:lnTo>
                    <a:pt x="893" y="385"/>
                  </a:lnTo>
                  <a:lnTo>
                    <a:pt x="907" y="378"/>
                  </a:lnTo>
                  <a:lnTo>
                    <a:pt x="921" y="369"/>
                  </a:lnTo>
                  <a:lnTo>
                    <a:pt x="933" y="360"/>
                  </a:lnTo>
                  <a:lnTo>
                    <a:pt x="946" y="349"/>
                  </a:lnTo>
                  <a:lnTo>
                    <a:pt x="956" y="337"/>
                  </a:lnTo>
                  <a:lnTo>
                    <a:pt x="965" y="325"/>
                  </a:lnTo>
                  <a:lnTo>
                    <a:pt x="974" y="310"/>
                  </a:lnTo>
                  <a:lnTo>
                    <a:pt x="981" y="296"/>
                  </a:lnTo>
                  <a:lnTo>
                    <a:pt x="986" y="281"/>
                  </a:lnTo>
                  <a:lnTo>
                    <a:pt x="990" y="265"/>
                  </a:lnTo>
                  <a:lnTo>
                    <a:pt x="993" y="249"/>
                  </a:lnTo>
                  <a:lnTo>
                    <a:pt x="994" y="232"/>
                  </a:lnTo>
                  <a:lnTo>
                    <a:pt x="994" y="232"/>
                  </a:lnTo>
                  <a:lnTo>
                    <a:pt x="993" y="215"/>
                  </a:lnTo>
                  <a:lnTo>
                    <a:pt x="990" y="198"/>
                  </a:lnTo>
                  <a:lnTo>
                    <a:pt x="986" y="183"/>
                  </a:lnTo>
                  <a:lnTo>
                    <a:pt x="981" y="167"/>
                  </a:lnTo>
                  <a:lnTo>
                    <a:pt x="974" y="153"/>
                  </a:lnTo>
                  <a:lnTo>
                    <a:pt x="965" y="139"/>
                  </a:lnTo>
                  <a:lnTo>
                    <a:pt x="956" y="126"/>
                  </a:lnTo>
                  <a:lnTo>
                    <a:pt x="946" y="115"/>
                  </a:lnTo>
                  <a:lnTo>
                    <a:pt x="933" y="104"/>
                  </a:lnTo>
                  <a:lnTo>
                    <a:pt x="921" y="94"/>
                  </a:lnTo>
                  <a:lnTo>
                    <a:pt x="907" y="86"/>
                  </a:lnTo>
                  <a:lnTo>
                    <a:pt x="893" y="79"/>
                  </a:lnTo>
                  <a:lnTo>
                    <a:pt x="877" y="73"/>
                  </a:lnTo>
                  <a:lnTo>
                    <a:pt x="862" y="69"/>
                  </a:lnTo>
                  <a:lnTo>
                    <a:pt x="845" y="67"/>
                  </a:lnTo>
                  <a:lnTo>
                    <a:pt x="829" y="66"/>
                  </a:lnTo>
                  <a:lnTo>
                    <a:pt x="33" y="66"/>
                  </a:lnTo>
                  <a:lnTo>
                    <a:pt x="33" y="66"/>
                  </a:lnTo>
                  <a:lnTo>
                    <a:pt x="27" y="65"/>
                  </a:lnTo>
                  <a:lnTo>
                    <a:pt x="20" y="64"/>
                  </a:lnTo>
                  <a:lnTo>
                    <a:pt x="14" y="61"/>
                  </a:lnTo>
                  <a:lnTo>
                    <a:pt x="9" y="57"/>
                  </a:lnTo>
                  <a:lnTo>
                    <a:pt x="5" y="51"/>
                  </a:lnTo>
                  <a:lnTo>
                    <a:pt x="3" y="46"/>
                  </a:lnTo>
                  <a:lnTo>
                    <a:pt x="1" y="40"/>
                  </a:lnTo>
                  <a:lnTo>
                    <a:pt x="0" y="33"/>
                  </a:lnTo>
                  <a:lnTo>
                    <a:pt x="0" y="33"/>
                  </a:lnTo>
                  <a:lnTo>
                    <a:pt x="1" y="27"/>
                  </a:lnTo>
                  <a:lnTo>
                    <a:pt x="3" y="20"/>
                  </a:lnTo>
                  <a:lnTo>
                    <a:pt x="5" y="14"/>
                  </a:lnTo>
                  <a:lnTo>
                    <a:pt x="9" y="9"/>
                  </a:lnTo>
                  <a:lnTo>
                    <a:pt x="14" y="6"/>
                  </a:lnTo>
                  <a:lnTo>
                    <a:pt x="20" y="3"/>
                  </a:lnTo>
                  <a:lnTo>
                    <a:pt x="27" y="1"/>
                  </a:lnTo>
                  <a:lnTo>
                    <a:pt x="33" y="0"/>
                  </a:lnTo>
                  <a:lnTo>
                    <a:pt x="829" y="0"/>
                  </a:lnTo>
                  <a:lnTo>
                    <a:pt x="829" y="0"/>
                  </a:lnTo>
                  <a:lnTo>
                    <a:pt x="851" y="1"/>
                  </a:lnTo>
                  <a:lnTo>
                    <a:pt x="875" y="5"/>
                  </a:lnTo>
                  <a:lnTo>
                    <a:pt x="897" y="10"/>
                  </a:lnTo>
                  <a:lnTo>
                    <a:pt x="919" y="18"/>
                  </a:lnTo>
                  <a:lnTo>
                    <a:pt x="938" y="28"/>
                  </a:lnTo>
                  <a:lnTo>
                    <a:pt x="958" y="39"/>
                  </a:lnTo>
                  <a:lnTo>
                    <a:pt x="976" y="52"/>
                  </a:lnTo>
                  <a:lnTo>
                    <a:pt x="992" y="68"/>
                  </a:lnTo>
                  <a:lnTo>
                    <a:pt x="1007" y="85"/>
                  </a:lnTo>
                  <a:lnTo>
                    <a:pt x="1020" y="102"/>
                  </a:lnTo>
                  <a:lnTo>
                    <a:pt x="1032" y="121"/>
                  </a:lnTo>
                  <a:lnTo>
                    <a:pt x="1042" y="142"/>
                  </a:lnTo>
                  <a:lnTo>
                    <a:pt x="1050" y="163"/>
                  </a:lnTo>
                  <a:lnTo>
                    <a:pt x="1055" y="185"/>
                  </a:lnTo>
                  <a:lnTo>
                    <a:pt x="1059" y="208"/>
                  </a:lnTo>
                  <a:lnTo>
                    <a:pt x="1060" y="232"/>
                  </a:lnTo>
                  <a:lnTo>
                    <a:pt x="1060" y="232"/>
                  </a:lnTo>
                  <a:lnTo>
                    <a:pt x="1059" y="255"/>
                  </a:lnTo>
                  <a:lnTo>
                    <a:pt x="1055" y="278"/>
                  </a:lnTo>
                  <a:lnTo>
                    <a:pt x="1050" y="301"/>
                  </a:lnTo>
                  <a:lnTo>
                    <a:pt x="1042" y="322"/>
                  </a:lnTo>
                  <a:lnTo>
                    <a:pt x="1032" y="342"/>
                  </a:lnTo>
                  <a:lnTo>
                    <a:pt x="1020" y="361"/>
                  </a:lnTo>
                  <a:lnTo>
                    <a:pt x="1007" y="380"/>
                  </a:lnTo>
                  <a:lnTo>
                    <a:pt x="992" y="396"/>
                  </a:lnTo>
                  <a:lnTo>
                    <a:pt x="976" y="411"/>
                  </a:lnTo>
                  <a:lnTo>
                    <a:pt x="958" y="424"/>
                  </a:lnTo>
                  <a:lnTo>
                    <a:pt x="938" y="436"/>
                  </a:lnTo>
                  <a:lnTo>
                    <a:pt x="919" y="446"/>
                  </a:lnTo>
                  <a:lnTo>
                    <a:pt x="897" y="453"/>
                  </a:lnTo>
                  <a:lnTo>
                    <a:pt x="875" y="459"/>
                  </a:lnTo>
                  <a:lnTo>
                    <a:pt x="851" y="462"/>
                  </a:lnTo>
                  <a:lnTo>
                    <a:pt x="829" y="464"/>
                  </a:lnTo>
                  <a:lnTo>
                    <a:pt x="829" y="4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5" name="Freeform 8">
              <a:extLst>
                <a:ext uri="{FF2B5EF4-FFF2-40B4-BE49-F238E27FC236}">
                  <a16:creationId xmlns:a16="http://schemas.microsoft.com/office/drawing/2014/main" id="{75D4F63E-7EA7-477D-B8B9-357B45276A6F}"/>
                </a:ext>
              </a:extLst>
            </p:cNvPr>
            <p:cNvSpPr>
              <a:spLocks/>
            </p:cNvSpPr>
            <p:nvPr/>
          </p:nvSpPr>
          <p:spPr bwMode="auto">
            <a:xfrm>
              <a:off x="2811463" y="3759201"/>
              <a:ext cx="74613" cy="15875"/>
            </a:xfrm>
            <a:custGeom>
              <a:avLst/>
              <a:gdLst>
                <a:gd name="T0" fmla="*/ 298 w 331"/>
                <a:gd name="T1" fmla="*/ 67 h 67"/>
                <a:gd name="T2" fmla="*/ 33 w 331"/>
                <a:gd name="T3" fmla="*/ 67 h 67"/>
                <a:gd name="T4" fmla="*/ 33 w 331"/>
                <a:gd name="T5" fmla="*/ 67 h 67"/>
                <a:gd name="T6" fmla="*/ 27 w 331"/>
                <a:gd name="T7" fmla="*/ 67 h 67"/>
                <a:gd name="T8" fmla="*/ 21 w 331"/>
                <a:gd name="T9" fmla="*/ 64 h 67"/>
                <a:gd name="T10" fmla="*/ 15 w 331"/>
                <a:gd name="T11" fmla="*/ 61 h 67"/>
                <a:gd name="T12" fmla="*/ 10 w 331"/>
                <a:gd name="T13" fmla="*/ 57 h 67"/>
                <a:gd name="T14" fmla="*/ 6 w 331"/>
                <a:gd name="T15" fmla="*/ 52 h 67"/>
                <a:gd name="T16" fmla="*/ 3 w 331"/>
                <a:gd name="T17" fmla="*/ 47 h 67"/>
                <a:gd name="T18" fmla="*/ 1 w 331"/>
                <a:gd name="T19" fmla="*/ 41 h 67"/>
                <a:gd name="T20" fmla="*/ 0 w 331"/>
                <a:gd name="T21" fmla="*/ 33 h 67"/>
                <a:gd name="T22" fmla="*/ 0 w 331"/>
                <a:gd name="T23" fmla="*/ 33 h 67"/>
                <a:gd name="T24" fmla="*/ 1 w 331"/>
                <a:gd name="T25" fmla="*/ 27 h 67"/>
                <a:gd name="T26" fmla="*/ 3 w 331"/>
                <a:gd name="T27" fmla="*/ 21 h 67"/>
                <a:gd name="T28" fmla="*/ 6 w 331"/>
                <a:gd name="T29" fmla="*/ 16 h 67"/>
                <a:gd name="T30" fmla="*/ 10 w 331"/>
                <a:gd name="T31" fmla="*/ 11 h 67"/>
                <a:gd name="T32" fmla="*/ 15 w 331"/>
                <a:gd name="T33" fmla="*/ 7 h 67"/>
                <a:gd name="T34" fmla="*/ 21 w 331"/>
                <a:gd name="T35" fmla="*/ 3 h 67"/>
                <a:gd name="T36" fmla="*/ 27 w 331"/>
                <a:gd name="T37" fmla="*/ 1 h 67"/>
                <a:gd name="T38" fmla="*/ 33 w 331"/>
                <a:gd name="T39" fmla="*/ 0 h 67"/>
                <a:gd name="T40" fmla="*/ 298 w 331"/>
                <a:gd name="T41" fmla="*/ 0 h 67"/>
                <a:gd name="T42" fmla="*/ 298 w 331"/>
                <a:gd name="T43" fmla="*/ 0 h 67"/>
                <a:gd name="T44" fmla="*/ 305 w 331"/>
                <a:gd name="T45" fmla="*/ 1 h 67"/>
                <a:gd name="T46" fmla="*/ 312 w 331"/>
                <a:gd name="T47" fmla="*/ 3 h 67"/>
                <a:gd name="T48" fmla="*/ 317 w 331"/>
                <a:gd name="T49" fmla="*/ 7 h 67"/>
                <a:gd name="T50" fmla="*/ 322 w 331"/>
                <a:gd name="T51" fmla="*/ 11 h 67"/>
                <a:gd name="T52" fmla="*/ 326 w 331"/>
                <a:gd name="T53" fmla="*/ 16 h 67"/>
                <a:gd name="T54" fmla="*/ 329 w 331"/>
                <a:gd name="T55" fmla="*/ 21 h 67"/>
                <a:gd name="T56" fmla="*/ 331 w 331"/>
                <a:gd name="T57" fmla="*/ 27 h 67"/>
                <a:gd name="T58" fmla="*/ 331 w 331"/>
                <a:gd name="T59" fmla="*/ 33 h 67"/>
                <a:gd name="T60" fmla="*/ 331 w 331"/>
                <a:gd name="T61" fmla="*/ 33 h 67"/>
                <a:gd name="T62" fmla="*/ 331 w 331"/>
                <a:gd name="T63" fmla="*/ 41 h 67"/>
                <a:gd name="T64" fmla="*/ 329 w 331"/>
                <a:gd name="T65" fmla="*/ 47 h 67"/>
                <a:gd name="T66" fmla="*/ 326 w 331"/>
                <a:gd name="T67" fmla="*/ 52 h 67"/>
                <a:gd name="T68" fmla="*/ 322 w 331"/>
                <a:gd name="T69" fmla="*/ 57 h 67"/>
                <a:gd name="T70" fmla="*/ 317 w 331"/>
                <a:gd name="T71" fmla="*/ 61 h 67"/>
                <a:gd name="T72" fmla="*/ 312 w 331"/>
                <a:gd name="T73" fmla="*/ 64 h 67"/>
                <a:gd name="T74" fmla="*/ 305 w 331"/>
                <a:gd name="T75" fmla="*/ 67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7"/>
                  </a:lnTo>
                  <a:lnTo>
                    <a:pt x="21" y="64"/>
                  </a:lnTo>
                  <a:lnTo>
                    <a:pt x="15" y="61"/>
                  </a:lnTo>
                  <a:lnTo>
                    <a:pt x="10" y="57"/>
                  </a:lnTo>
                  <a:lnTo>
                    <a:pt x="6" y="52"/>
                  </a:lnTo>
                  <a:lnTo>
                    <a:pt x="3" y="47"/>
                  </a:lnTo>
                  <a:lnTo>
                    <a:pt x="1" y="41"/>
                  </a:lnTo>
                  <a:lnTo>
                    <a:pt x="0" y="33"/>
                  </a:lnTo>
                  <a:lnTo>
                    <a:pt x="0" y="33"/>
                  </a:lnTo>
                  <a:lnTo>
                    <a:pt x="1" y="27"/>
                  </a:lnTo>
                  <a:lnTo>
                    <a:pt x="3" y="21"/>
                  </a:lnTo>
                  <a:lnTo>
                    <a:pt x="6" y="16"/>
                  </a:lnTo>
                  <a:lnTo>
                    <a:pt x="10" y="11"/>
                  </a:lnTo>
                  <a:lnTo>
                    <a:pt x="15" y="7"/>
                  </a:lnTo>
                  <a:lnTo>
                    <a:pt x="21" y="3"/>
                  </a:lnTo>
                  <a:lnTo>
                    <a:pt x="27" y="1"/>
                  </a:lnTo>
                  <a:lnTo>
                    <a:pt x="33" y="0"/>
                  </a:lnTo>
                  <a:lnTo>
                    <a:pt x="298" y="0"/>
                  </a:lnTo>
                  <a:lnTo>
                    <a:pt x="298" y="0"/>
                  </a:lnTo>
                  <a:lnTo>
                    <a:pt x="305" y="1"/>
                  </a:lnTo>
                  <a:lnTo>
                    <a:pt x="312" y="3"/>
                  </a:lnTo>
                  <a:lnTo>
                    <a:pt x="317" y="7"/>
                  </a:lnTo>
                  <a:lnTo>
                    <a:pt x="322" y="11"/>
                  </a:lnTo>
                  <a:lnTo>
                    <a:pt x="326" y="16"/>
                  </a:lnTo>
                  <a:lnTo>
                    <a:pt x="329" y="21"/>
                  </a:lnTo>
                  <a:lnTo>
                    <a:pt x="331" y="27"/>
                  </a:lnTo>
                  <a:lnTo>
                    <a:pt x="331" y="33"/>
                  </a:lnTo>
                  <a:lnTo>
                    <a:pt x="331" y="33"/>
                  </a:lnTo>
                  <a:lnTo>
                    <a:pt x="331" y="41"/>
                  </a:lnTo>
                  <a:lnTo>
                    <a:pt x="329" y="47"/>
                  </a:lnTo>
                  <a:lnTo>
                    <a:pt x="326" y="52"/>
                  </a:lnTo>
                  <a:lnTo>
                    <a:pt x="322" y="57"/>
                  </a:lnTo>
                  <a:lnTo>
                    <a:pt x="317" y="61"/>
                  </a:lnTo>
                  <a:lnTo>
                    <a:pt x="312" y="64"/>
                  </a:lnTo>
                  <a:lnTo>
                    <a:pt x="305" y="67"/>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6" name="Freeform 9">
              <a:extLst>
                <a:ext uri="{FF2B5EF4-FFF2-40B4-BE49-F238E27FC236}">
                  <a16:creationId xmlns:a16="http://schemas.microsoft.com/office/drawing/2014/main" id="{CDD2FD2D-2BA8-4F32-8BAC-8F7EB30E941C}"/>
                </a:ext>
              </a:extLst>
            </p:cNvPr>
            <p:cNvSpPr>
              <a:spLocks/>
            </p:cNvSpPr>
            <p:nvPr/>
          </p:nvSpPr>
          <p:spPr bwMode="auto">
            <a:xfrm>
              <a:off x="2811463" y="3819526"/>
              <a:ext cx="74613" cy="15875"/>
            </a:xfrm>
            <a:custGeom>
              <a:avLst/>
              <a:gdLst>
                <a:gd name="T0" fmla="*/ 298 w 331"/>
                <a:gd name="T1" fmla="*/ 67 h 67"/>
                <a:gd name="T2" fmla="*/ 33 w 331"/>
                <a:gd name="T3" fmla="*/ 67 h 67"/>
                <a:gd name="T4" fmla="*/ 33 w 331"/>
                <a:gd name="T5" fmla="*/ 67 h 67"/>
                <a:gd name="T6" fmla="*/ 27 w 331"/>
                <a:gd name="T7" fmla="*/ 66 h 67"/>
                <a:gd name="T8" fmla="*/ 21 w 331"/>
                <a:gd name="T9" fmla="*/ 64 h 67"/>
                <a:gd name="T10" fmla="*/ 15 w 331"/>
                <a:gd name="T11" fmla="*/ 60 h 67"/>
                <a:gd name="T12" fmla="*/ 10 w 331"/>
                <a:gd name="T13" fmla="*/ 56 h 67"/>
                <a:gd name="T14" fmla="*/ 6 w 331"/>
                <a:gd name="T15" fmla="*/ 52 h 67"/>
                <a:gd name="T16" fmla="*/ 3 w 331"/>
                <a:gd name="T17" fmla="*/ 46 h 67"/>
                <a:gd name="T18" fmla="*/ 1 w 331"/>
                <a:gd name="T19" fmla="*/ 40 h 67"/>
                <a:gd name="T20" fmla="*/ 0 w 331"/>
                <a:gd name="T21" fmla="*/ 34 h 67"/>
                <a:gd name="T22" fmla="*/ 0 w 331"/>
                <a:gd name="T23" fmla="*/ 34 h 67"/>
                <a:gd name="T24" fmla="*/ 1 w 331"/>
                <a:gd name="T25" fmla="*/ 26 h 67"/>
                <a:gd name="T26" fmla="*/ 3 w 331"/>
                <a:gd name="T27" fmla="*/ 20 h 67"/>
                <a:gd name="T28" fmla="*/ 6 w 331"/>
                <a:gd name="T29" fmla="*/ 15 h 67"/>
                <a:gd name="T30" fmla="*/ 10 w 331"/>
                <a:gd name="T31" fmla="*/ 10 h 67"/>
                <a:gd name="T32" fmla="*/ 15 w 331"/>
                <a:gd name="T33" fmla="*/ 6 h 67"/>
                <a:gd name="T34" fmla="*/ 21 w 331"/>
                <a:gd name="T35" fmla="*/ 2 h 67"/>
                <a:gd name="T36" fmla="*/ 27 w 331"/>
                <a:gd name="T37" fmla="*/ 0 h 67"/>
                <a:gd name="T38" fmla="*/ 33 w 331"/>
                <a:gd name="T39" fmla="*/ 0 h 67"/>
                <a:gd name="T40" fmla="*/ 298 w 331"/>
                <a:gd name="T41" fmla="*/ 0 h 67"/>
                <a:gd name="T42" fmla="*/ 298 w 331"/>
                <a:gd name="T43" fmla="*/ 0 h 67"/>
                <a:gd name="T44" fmla="*/ 305 w 331"/>
                <a:gd name="T45" fmla="*/ 0 h 67"/>
                <a:gd name="T46" fmla="*/ 312 w 331"/>
                <a:gd name="T47" fmla="*/ 2 h 67"/>
                <a:gd name="T48" fmla="*/ 317 w 331"/>
                <a:gd name="T49" fmla="*/ 6 h 67"/>
                <a:gd name="T50" fmla="*/ 322 w 331"/>
                <a:gd name="T51" fmla="*/ 10 h 67"/>
                <a:gd name="T52" fmla="*/ 326 w 331"/>
                <a:gd name="T53" fmla="*/ 15 h 67"/>
                <a:gd name="T54" fmla="*/ 329 w 331"/>
                <a:gd name="T55" fmla="*/ 20 h 67"/>
                <a:gd name="T56" fmla="*/ 331 w 331"/>
                <a:gd name="T57" fmla="*/ 26 h 67"/>
                <a:gd name="T58" fmla="*/ 331 w 331"/>
                <a:gd name="T59" fmla="*/ 34 h 67"/>
                <a:gd name="T60" fmla="*/ 331 w 331"/>
                <a:gd name="T61" fmla="*/ 34 h 67"/>
                <a:gd name="T62" fmla="*/ 331 w 331"/>
                <a:gd name="T63" fmla="*/ 40 h 67"/>
                <a:gd name="T64" fmla="*/ 329 w 331"/>
                <a:gd name="T65" fmla="*/ 46 h 67"/>
                <a:gd name="T66" fmla="*/ 326 w 331"/>
                <a:gd name="T67" fmla="*/ 52 h 67"/>
                <a:gd name="T68" fmla="*/ 322 w 331"/>
                <a:gd name="T69" fmla="*/ 56 h 67"/>
                <a:gd name="T70" fmla="*/ 317 w 331"/>
                <a:gd name="T71" fmla="*/ 60 h 67"/>
                <a:gd name="T72" fmla="*/ 312 w 331"/>
                <a:gd name="T73" fmla="*/ 64 h 67"/>
                <a:gd name="T74" fmla="*/ 305 w 331"/>
                <a:gd name="T75" fmla="*/ 66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6"/>
                  </a:lnTo>
                  <a:lnTo>
                    <a:pt x="21" y="64"/>
                  </a:lnTo>
                  <a:lnTo>
                    <a:pt x="15" y="60"/>
                  </a:lnTo>
                  <a:lnTo>
                    <a:pt x="10" y="56"/>
                  </a:lnTo>
                  <a:lnTo>
                    <a:pt x="6" y="52"/>
                  </a:lnTo>
                  <a:lnTo>
                    <a:pt x="3" y="46"/>
                  </a:lnTo>
                  <a:lnTo>
                    <a:pt x="1" y="40"/>
                  </a:lnTo>
                  <a:lnTo>
                    <a:pt x="0" y="34"/>
                  </a:lnTo>
                  <a:lnTo>
                    <a:pt x="0" y="34"/>
                  </a:lnTo>
                  <a:lnTo>
                    <a:pt x="1" y="26"/>
                  </a:lnTo>
                  <a:lnTo>
                    <a:pt x="3" y="20"/>
                  </a:lnTo>
                  <a:lnTo>
                    <a:pt x="6" y="15"/>
                  </a:lnTo>
                  <a:lnTo>
                    <a:pt x="10" y="10"/>
                  </a:lnTo>
                  <a:lnTo>
                    <a:pt x="15" y="6"/>
                  </a:lnTo>
                  <a:lnTo>
                    <a:pt x="21" y="2"/>
                  </a:lnTo>
                  <a:lnTo>
                    <a:pt x="27" y="0"/>
                  </a:lnTo>
                  <a:lnTo>
                    <a:pt x="33" y="0"/>
                  </a:lnTo>
                  <a:lnTo>
                    <a:pt x="298" y="0"/>
                  </a:lnTo>
                  <a:lnTo>
                    <a:pt x="298" y="0"/>
                  </a:lnTo>
                  <a:lnTo>
                    <a:pt x="305" y="0"/>
                  </a:lnTo>
                  <a:lnTo>
                    <a:pt x="312" y="2"/>
                  </a:lnTo>
                  <a:lnTo>
                    <a:pt x="317" y="6"/>
                  </a:lnTo>
                  <a:lnTo>
                    <a:pt x="322" y="10"/>
                  </a:lnTo>
                  <a:lnTo>
                    <a:pt x="326" y="15"/>
                  </a:lnTo>
                  <a:lnTo>
                    <a:pt x="329" y="20"/>
                  </a:lnTo>
                  <a:lnTo>
                    <a:pt x="331" y="26"/>
                  </a:lnTo>
                  <a:lnTo>
                    <a:pt x="331" y="34"/>
                  </a:lnTo>
                  <a:lnTo>
                    <a:pt x="331" y="34"/>
                  </a:lnTo>
                  <a:lnTo>
                    <a:pt x="331" y="40"/>
                  </a:lnTo>
                  <a:lnTo>
                    <a:pt x="329" y="46"/>
                  </a:lnTo>
                  <a:lnTo>
                    <a:pt x="326" y="52"/>
                  </a:lnTo>
                  <a:lnTo>
                    <a:pt x="322" y="56"/>
                  </a:lnTo>
                  <a:lnTo>
                    <a:pt x="317" y="60"/>
                  </a:lnTo>
                  <a:lnTo>
                    <a:pt x="312" y="64"/>
                  </a:lnTo>
                  <a:lnTo>
                    <a:pt x="305" y="66"/>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7" name="Freeform 10">
              <a:extLst>
                <a:ext uri="{FF2B5EF4-FFF2-40B4-BE49-F238E27FC236}">
                  <a16:creationId xmlns:a16="http://schemas.microsoft.com/office/drawing/2014/main" id="{0E5A2F3C-74B4-4069-AD79-C4999458C71B}"/>
                </a:ext>
              </a:extLst>
            </p:cNvPr>
            <p:cNvSpPr>
              <a:spLocks/>
            </p:cNvSpPr>
            <p:nvPr/>
          </p:nvSpPr>
          <p:spPr bwMode="auto">
            <a:xfrm>
              <a:off x="2811463" y="3879851"/>
              <a:ext cx="74613" cy="15875"/>
            </a:xfrm>
            <a:custGeom>
              <a:avLst/>
              <a:gdLst>
                <a:gd name="T0" fmla="*/ 298 w 331"/>
                <a:gd name="T1" fmla="*/ 67 h 67"/>
                <a:gd name="T2" fmla="*/ 33 w 331"/>
                <a:gd name="T3" fmla="*/ 67 h 67"/>
                <a:gd name="T4" fmla="*/ 33 w 331"/>
                <a:gd name="T5" fmla="*/ 67 h 67"/>
                <a:gd name="T6" fmla="*/ 27 w 331"/>
                <a:gd name="T7" fmla="*/ 66 h 67"/>
                <a:gd name="T8" fmla="*/ 21 w 331"/>
                <a:gd name="T9" fmla="*/ 64 h 67"/>
                <a:gd name="T10" fmla="*/ 15 w 331"/>
                <a:gd name="T11" fmla="*/ 60 h 67"/>
                <a:gd name="T12" fmla="*/ 10 w 331"/>
                <a:gd name="T13" fmla="*/ 56 h 67"/>
                <a:gd name="T14" fmla="*/ 6 w 331"/>
                <a:gd name="T15" fmla="*/ 52 h 67"/>
                <a:gd name="T16" fmla="*/ 3 w 331"/>
                <a:gd name="T17" fmla="*/ 46 h 67"/>
                <a:gd name="T18" fmla="*/ 1 w 331"/>
                <a:gd name="T19" fmla="*/ 40 h 67"/>
                <a:gd name="T20" fmla="*/ 0 w 331"/>
                <a:gd name="T21" fmla="*/ 34 h 67"/>
                <a:gd name="T22" fmla="*/ 0 w 331"/>
                <a:gd name="T23" fmla="*/ 34 h 67"/>
                <a:gd name="T24" fmla="*/ 1 w 331"/>
                <a:gd name="T25" fmla="*/ 26 h 67"/>
                <a:gd name="T26" fmla="*/ 3 w 331"/>
                <a:gd name="T27" fmla="*/ 20 h 67"/>
                <a:gd name="T28" fmla="*/ 6 w 331"/>
                <a:gd name="T29" fmla="*/ 15 h 67"/>
                <a:gd name="T30" fmla="*/ 10 w 331"/>
                <a:gd name="T31" fmla="*/ 10 h 67"/>
                <a:gd name="T32" fmla="*/ 15 w 331"/>
                <a:gd name="T33" fmla="*/ 6 h 67"/>
                <a:gd name="T34" fmla="*/ 21 w 331"/>
                <a:gd name="T35" fmla="*/ 2 h 67"/>
                <a:gd name="T36" fmla="*/ 27 w 331"/>
                <a:gd name="T37" fmla="*/ 0 h 67"/>
                <a:gd name="T38" fmla="*/ 33 w 331"/>
                <a:gd name="T39" fmla="*/ 0 h 67"/>
                <a:gd name="T40" fmla="*/ 298 w 331"/>
                <a:gd name="T41" fmla="*/ 0 h 67"/>
                <a:gd name="T42" fmla="*/ 298 w 331"/>
                <a:gd name="T43" fmla="*/ 0 h 67"/>
                <a:gd name="T44" fmla="*/ 305 w 331"/>
                <a:gd name="T45" fmla="*/ 0 h 67"/>
                <a:gd name="T46" fmla="*/ 312 w 331"/>
                <a:gd name="T47" fmla="*/ 2 h 67"/>
                <a:gd name="T48" fmla="*/ 317 w 331"/>
                <a:gd name="T49" fmla="*/ 6 h 67"/>
                <a:gd name="T50" fmla="*/ 322 w 331"/>
                <a:gd name="T51" fmla="*/ 10 h 67"/>
                <a:gd name="T52" fmla="*/ 326 w 331"/>
                <a:gd name="T53" fmla="*/ 15 h 67"/>
                <a:gd name="T54" fmla="*/ 329 w 331"/>
                <a:gd name="T55" fmla="*/ 20 h 67"/>
                <a:gd name="T56" fmla="*/ 331 w 331"/>
                <a:gd name="T57" fmla="*/ 26 h 67"/>
                <a:gd name="T58" fmla="*/ 331 w 331"/>
                <a:gd name="T59" fmla="*/ 34 h 67"/>
                <a:gd name="T60" fmla="*/ 331 w 331"/>
                <a:gd name="T61" fmla="*/ 34 h 67"/>
                <a:gd name="T62" fmla="*/ 331 w 331"/>
                <a:gd name="T63" fmla="*/ 40 h 67"/>
                <a:gd name="T64" fmla="*/ 329 w 331"/>
                <a:gd name="T65" fmla="*/ 46 h 67"/>
                <a:gd name="T66" fmla="*/ 326 w 331"/>
                <a:gd name="T67" fmla="*/ 52 h 67"/>
                <a:gd name="T68" fmla="*/ 322 w 331"/>
                <a:gd name="T69" fmla="*/ 56 h 67"/>
                <a:gd name="T70" fmla="*/ 317 w 331"/>
                <a:gd name="T71" fmla="*/ 60 h 67"/>
                <a:gd name="T72" fmla="*/ 312 w 331"/>
                <a:gd name="T73" fmla="*/ 64 h 67"/>
                <a:gd name="T74" fmla="*/ 305 w 331"/>
                <a:gd name="T75" fmla="*/ 66 h 67"/>
                <a:gd name="T76" fmla="*/ 298 w 331"/>
                <a:gd name="T77" fmla="*/ 67 h 67"/>
                <a:gd name="T78" fmla="*/ 298 w 331"/>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7">
                  <a:moveTo>
                    <a:pt x="298" y="67"/>
                  </a:moveTo>
                  <a:lnTo>
                    <a:pt x="33" y="67"/>
                  </a:lnTo>
                  <a:lnTo>
                    <a:pt x="33" y="67"/>
                  </a:lnTo>
                  <a:lnTo>
                    <a:pt x="27" y="66"/>
                  </a:lnTo>
                  <a:lnTo>
                    <a:pt x="21" y="64"/>
                  </a:lnTo>
                  <a:lnTo>
                    <a:pt x="15" y="60"/>
                  </a:lnTo>
                  <a:lnTo>
                    <a:pt x="10" y="56"/>
                  </a:lnTo>
                  <a:lnTo>
                    <a:pt x="6" y="52"/>
                  </a:lnTo>
                  <a:lnTo>
                    <a:pt x="3" y="46"/>
                  </a:lnTo>
                  <a:lnTo>
                    <a:pt x="1" y="40"/>
                  </a:lnTo>
                  <a:lnTo>
                    <a:pt x="0" y="34"/>
                  </a:lnTo>
                  <a:lnTo>
                    <a:pt x="0" y="34"/>
                  </a:lnTo>
                  <a:lnTo>
                    <a:pt x="1" y="26"/>
                  </a:lnTo>
                  <a:lnTo>
                    <a:pt x="3" y="20"/>
                  </a:lnTo>
                  <a:lnTo>
                    <a:pt x="6" y="15"/>
                  </a:lnTo>
                  <a:lnTo>
                    <a:pt x="10" y="10"/>
                  </a:lnTo>
                  <a:lnTo>
                    <a:pt x="15" y="6"/>
                  </a:lnTo>
                  <a:lnTo>
                    <a:pt x="21" y="2"/>
                  </a:lnTo>
                  <a:lnTo>
                    <a:pt x="27" y="0"/>
                  </a:lnTo>
                  <a:lnTo>
                    <a:pt x="33" y="0"/>
                  </a:lnTo>
                  <a:lnTo>
                    <a:pt x="298" y="0"/>
                  </a:lnTo>
                  <a:lnTo>
                    <a:pt x="298" y="0"/>
                  </a:lnTo>
                  <a:lnTo>
                    <a:pt x="305" y="0"/>
                  </a:lnTo>
                  <a:lnTo>
                    <a:pt x="312" y="2"/>
                  </a:lnTo>
                  <a:lnTo>
                    <a:pt x="317" y="6"/>
                  </a:lnTo>
                  <a:lnTo>
                    <a:pt x="322" y="10"/>
                  </a:lnTo>
                  <a:lnTo>
                    <a:pt x="326" y="15"/>
                  </a:lnTo>
                  <a:lnTo>
                    <a:pt x="329" y="20"/>
                  </a:lnTo>
                  <a:lnTo>
                    <a:pt x="331" y="26"/>
                  </a:lnTo>
                  <a:lnTo>
                    <a:pt x="331" y="34"/>
                  </a:lnTo>
                  <a:lnTo>
                    <a:pt x="331" y="34"/>
                  </a:lnTo>
                  <a:lnTo>
                    <a:pt x="331" y="40"/>
                  </a:lnTo>
                  <a:lnTo>
                    <a:pt x="329" y="46"/>
                  </a:lnTo>
                  <a:lnTo>
                    <a:pt x="326" y="52"/>
                  </a:lnTo>
                  <a:lnTo>
                    <a:pt x="322" y="56"/>
                  </a:lnTo>
                  <a:lnTo>
                    <a:pt x="317" y="60"/>
                  </a:lnTo>
                  <a:lnTo>
                    <a:pt x="312" y="64"/>
                  </a:lnTo>
                  <a:lnTo>
                    <a:pt x="305" y="66"/>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8" name="Freeform 11">
              <a:extLst>
                <a:ext uri="{FF2B5EF4-FFF2-40B4-BE49-F238E27FC236}">
                  <a16:creationId xmlns:a16="http://schemas.microsoft.com/office/drawing/2014/main" id="{EC4EA156-9943-4FB6-865E-78796856AE09}"/>
                </a:ext>
              </a:extLst>
            </p:cNvPr>
            <p:cNvSpPr>
              <a:spLocks/>
            </p:cNvSpPr>
            <p:nvPr/>
          </p:nvSpPr>
          <p:spPr bwMode="auto">
            <a:xfrm>
              <a:off x="2751138" y="3729038"/>
              <a:ext cx="52388" cy="46038"/>
            </a:xfrm>
            <a:custGeom>
              <a:avLst/>
              <a:gdLst>
                <a:gd name="T0" fmla="*/ 66 w 232"/>
                <a:gd name="T1" fmla="*/ 199 h 199"/>
                <a:gd name="T2" fmla="*/ 66 w 232"/>
                <a:gd name="T3" fmla="*/ 199 h 199"/>
                <a:gd name="T4" fmla="*/ 60 w 232"/>
                <a:gd name="T5" fmla="*/ 199 h 199"/>
                <a:gd name="T6" fmla="*/ 54 w 232"/>
                <a:gd name="T7" fmla="*/ 196 h 199"/>
                <a:gd name="T8" fmla="*/ 49 w 232"/>
                <a:gd name="T9" fmla="*/ 193 h 199"/>
                <a:gd name="T10" fmla="*/ 43 w 232"/>
                <a:gd name="T11" fmla="*/ 189 h 199"/>
                <a:gd name="T12" fmla="*/ 9 w 232"/>
                <a:gd name="T13" fmla="*/ 156 h 199"/>
                <a:gd name="T14" fmla="*/ 9 w 232"/>
                <a:gd name="T15" fmla="*/ 156 h 199"/>
                <a:gd name="T16" fmla="*/ 5 w 232"/>
                <a:gd name="T17" fmla="*/ 151 h 199"/>
                <a:gd name="T18" fmla="*/ 2 w 232"/>
                <a:gd name="T19" fmla="*/ 146 h 199"/>
                <a:gd name="T20" fmla="*/ 1 w 232"/>
                <a:gd name="T21" fmla="*/ 140 h 199"/>
                <a:gd name="T22" fmla="*/ 0 w 232"/>
                <a:gd name="T23" fmla="*/ 132 h 199"/>
                <a:gd name="T24" fmla="*/ 1 w 232"/>
                <a:gd name="T25" fmla="*/ 126 h 199"/>
                <a:gd name="T26" fmla="*/ 2 w 232"/>
                <a:gd name="T27" fmla="*/ 120 h 199"/>
                <a:gd name="T28" fmla="*/ 5 w 232"/>
                <a:gd name="T29" fmla="*/ 115 h 199"/>
                <a:gd name="T30" fmla="*/ 9 w 232"/>
                <a:gd name="T31" fmla="*/ 110 h 199"/>
                <a:gd name="T32" fmla="*/ 9 w 232"/>
                <a:gd name="T33" fmla="*/ 110 h 199"/>
                <a:gd name="T34" fmla="*/ 15 w 232"/>
                <a:gd name="T35" fmla="*/ 105 h 199"/>
                <a:gd name="T36" fmla="*/ 21 w 232"/>
                <a:gd name="T37" fmla="*/ 102 h 199"/>
                <a:gd name="T38" fmla="*/ 27 w 232"/>
                <a:gd name="T39" fmla="*/ 100 h 199"/>
                <a:gd name="T40" fmla="*/ 33 w 232"/>
                <a:gd name="T41" fmla="*/ 99 h 199"/>
                <a:gd name="T42" fmla="*/ 39 w 232"/>
                <a:gd name="T43" fmla="*/ 100 h 199"/>
                <a:gd name="T44" fmla="*/ 46 w 232"/>
                <a:gd name="T45" fmla="*/ 102 h 199"/>
                <a:gd name="T46" fmla="*/ 52 w 232"/>
                <a:gd name="T47" fmla="*/ 105 h 199"/>
                <a:gd name="T48" fmla="*/ 57 w 232"/>
                <a:gd name="T49" fmla="*/ 110 h 199"/>
                <a:gd name="T50" fmla="*/ 66 w 232"/>
                <a:gd name="T51" fmla="*/ 119 h 199"/>
                <a:gd name="T52" fmla="*/ 176 w 232"/>
                <a:gd name="T53" fmla="*/ 10 h 199"/>
                <a:gd name="T54" fmla="*/ 176 w 232"/>
                <a:gd name="T55" fmla="*/ 10 h 199"/>
                <a:gd name="T56" fmla="*/ 181 w 232"/>
                <a:gd name="T57" fmla="*/ 6 h 199"/>
                <a:gd name="T58" fmla="*/ 186 w 232"/>
                <a:gd name="T59" fmla="*/ 3 h 199"/>
                <a:gd name="T60" fmla="*/ 193 w 232"/>
                <a:gd name="T61" fmla="*/ 1 h 199"/>
                <a:gd name="T62" fmla="*/ 199 w 232"/>
                <a:gd name="T63" fmla="*/ 0 h 199"/>
                <a:gd name="T64" fmla="*/ 205 w 232"/>
                <a:gd name="T65" fmla="*/ 1 h 199"/>
                <a:gd name="T66" fmla="*/ 211 w 232"/>
                <a:gd name="T67" fmla="*/ 3 h 199"/>
                <a:gd name="T68" fmla="*/ 217 w 232"/>
                <a:gd name="T69" fmla="*/ 6 h 199"/>
                <a:gd name="T70" fmla="*/ 223 w 232"/>
                <a:gd name="T71" fmla="*/ 10 h 199"/>
                <a:gd name="T72" fmla="*/ 223 w 232"/>
                <a:gd name="T73" fmla="*/ 10 h 199"/>
                <a:gd name="T74" fmla="*/ 227 w 232"/>
                <a:gd name="T75" fmla="*/ 15 h 199"/>
                <a:gd name="T76" fmla="*/ 230 w 232"/>
                <a:gd name="T77" fmla="*/ 20 h 199"/>
                <a:gd name="T78" fmla="*/ 232 w 232"/>
                <a:gd name="T79" fmla="*/ 27 h 199"/>
                <a:gd name="T80" fmla="*/ 232 w 232"/>
                <a:gd name="T81" fmla="*/ 33 h 199"/>
                <a:gd name="T82" fmla="*/ 232 w 232"/>
                <a:gd name="T83" fmla="*/ 40 h 199"/>
                <a:gd name="T84" fmla="*/ 230 w 232"/>
                <a:gd name="T85" fmla="*/ 45 h 199"/>
                <a:gd name="T86" fmla="*/ 227 w 232"/>
                <a:gd name="T87" fmla="*/ 52 h 199"/>
                <a:gd name="T88" fmla="*/ 223 w 232"/>
                <a:gd name="T89" fmla="*/ 57 h 199"/>
                <a:gd name="T90" fmla="*/ 90 w 232"/>
                <a:gd name="T91" fmla="*/ 189 h 199"/>
                <a:gd name="T92" fmla="*/ 90 w 232"/>
                <a:gd name="T93" fmla="*/ 189 h 199"/>
                <a:gd name="T94" fmla="*/ 85 w 232"/>
                <a:gd name="T95" fmla="*/ 193 h 199"/>
                <a:gd name="T96" fmla="*/ 79 w 232"/>
                <a:gd name="T97" fmla="*/ 196 h 199"/>
                <a:gd name="T98" fmla="*/ 73 w 232"/>
                <a:gd name="T99" fmla="*/ 199 h 199"/>
                <a:gd name="T100" fmla="*/ 66 w 232"/>
                <a:gd name="T101" fmla="*/ 199 h 199"/>
                <a:gd name="T102" fmla="*/ 66 w 232"/>
                <a:gd name="T103"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99">
                  <a:moveTo>
                    <a:pt x="66" y="199"/>
                  </a:moveTo>
                  <a:lnTo>
                    <a:pt x="66" y="199"/>
                  </a:lnTo>
                  <a:lnTo>
                    <a:pt x="60" y="199"/>
                  </a:lnTo>
                  <a:lnTo>
                    <a:pt x="54" y="196"/>
                  </a:lnTo>
                  <a:lnTo>
                    <a:pt x="49" y="193"/>
                  </a:lnTo>
                  <a:lnTo>
                    <a:pt x="43" y="189"/>
                  </a:lnTo>
                  <a:lnTo>
                    <a:pt x="9" y="156"/>
                  </a:lnTo>
                  <a:lnTo>
                    <a:pt x="9" y="156"/>
                  </a:lnTo>
                  <a:lnTo>
                    <a:pt x="5" y="151"/>
                  </a:lnTo>
                  <a:lnTo>
                    <a:pt x="2" y="146"/>
                  </a:lnTo>
                  <a:lnTo>
                    <a:pt x="1" y="140"/>
                  </a:lnTo>
                  <a:lnTo>
                    <a:pt x="0" y="132"/>
                  </a:lnTo>
                  <a:lnTo>
                    <a:pt x="1" y="126"/>
                  </a:lnTo>
                  <a:lnTo>
                    <a:pt x="2" y="120"/>
                  </a:lnTo>
                  <a:lnTo>
                    <a:pt x="5" y="115"/>
                  </a:lnTo>
                  <a:lnTo>
                    <a:pt x="9" y="110"/>
                  </a:lnTo>
                  <a:lnTo>
                    <a:pt x="9" y="110"/>
                  </a:lnTo>
                  <a:lnTo>
                    <a:pt x="15" y="105"/>
                  </a:lnTo>
                  <a:lnTo>
                    <a:pt x="21" y="102"/>
                  </a:lnTo>
                  <a:lnTo>
                    <a:pt x="27" y="100"/>
                  </a:lnTo>
                  <a:lnTo>
                    <a:pt x="33" y="99"/>
                  </a:lnTo>
                  <a:lnTo>
                    <a:pt x="39" y="100"/>
                  </a:lnTo>
                  <a:lnTo>
                    <a:pt x="46" y="102"/>
                  </a:lnTo>
                  <a:lnTo>
                    <a:pt x="52" y="105"/>
                  </a:lnTo>
                  <a:lnTo>
                    <a:pt x="57" y="110"/>
                  </a:lnTo>
                  <a:lnTo>
                    <a:pt x="66" y="119"/>
                  </a:lnTo>
                  <a:lnTo>
                    <a:pt x="176" y="10"/>
                  </a:lnTo>
                  <a:lnTo>
                    <a:pt x="176" y="10"/>
                  </a:lnTo>
                  <a:lnTo>
                    <a:pt x="181" y="6"/>
                  </a:lnTo>
                  <a:lnTo>
                    <a:pt x="186" y="3"/>
                  </a:lnTo>
                  <a:lnTo>
                    <a:pt x="193" y="1"/>
                  </a:lnTo>
                  <a:lnTo>
                    <a:pt x="199" y="0"/>
                  </a:lnTo>
                  <a:lnTo>
                    <a:pt x="205" y="1"/>
                  </a:lnTo>
                  <a:lnTo>
                    <a:pt x="211" y="3"/>
                  </a:lnTo>
                  <a:lnTo>
                    <a:pt x="217" y="6"/>
                  </a:lnTo>
                  <a:lnTo>
                    <a:pt x="223" y="10"/>
                  </a:lnTo>
                  <a:lnTo>
                    <a:pt x="223" y="10"/>
                  </a:lnTo>
                  <a:lnTo>
                    <a:pt x="227" y="15"/>
                  </a:lnTo>
                  <a:lnTo>
                    <a:pt x="230" y="20"/>
                  </a:lnTo>
                  <a:lnTo>
                    <a:pt x="232" y="27"/>
                  </a:lnTo>
                  <a:lnTo>
                    <a:pt x="232" y="33"/>
                  </a:lnTo>
                  <a:lnTo>
                    <a:pt x="232" y="40"/>
                  </a:lnTo>
                  <a:lnTo>
                    <a:pt x="230" y="45"/>
                  </a:lnTo>
                  <a:lnTo>
                    <a:pt x="227" y="52"/>
                  </a:lnTo>
                  <a:lnTo>
                    <a:pt x="223" y="57"/>
                  </a:lnTo>
                  <a:lnTo>
                    <a:pt x="90" y="189"/>
                  </a:lnTo>
                  <a:lnTo>
                    <a:pt x="90" y="189"/>
                  </a:lnTo>
                  <a:lnTo>
                    <a:pt x="85" y="193"/>
                  </a:lnTo>
                  <a:lnTo>
                    <a:pt x="79" y="196"/>
                  </a:lnTo>
                  <a:lnTo>
                    <a:pt x="73" y="199"/>
                  </a:lnTo>
                  <a:lnTo>
                    <a:pt x="66" y="199"/>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9" name="Freeform 12">
              <a:extLst>
                <a:ext uri="{FF2B5EF4-FFF2-40B4-BE49-F238E27FC236}">
                  <a16:creationId xmlns:a16="http://schemas.microsoft.com/office/drawing/2014/main" id="{1F90E872-CC80-4D14-8113-39B99DB89D35}"/>
                </a:ext>
              </a:extLst>
            </p:cNvPr>
            <p:cNvSpPr>
              <a:spLocks/>
            </p:cNvSpPr>
            <p:nvPr/>
          </p:nvSpPr>
          <p:spPr bwMode="auto">
            <a:xfrm>
              <a:off x="2751138" y="3789363"/>
              <a:ext cx="52388" cy="46038"/>
            </a:xfrm>
            <a:custGeom>
              <a:avLst/>
              <a:gdLst>
                <a:gd name="T0" fmla="*/ 66 w 232"/>
                <a:gd name="T1" fmla="*/ 199 h 199"/>
                <a:gd name="T2" fmla="*/ 66 w 232"/>
                <a:gd name="T3" fmla="*/ 199 h 199"/>
                <a:gd name="T4" fmla="*/ 60 w 232"/>
                <a:gd name="T5" fmla="*/ 198 h 199"/>
                <a:gd name="T6" fmla="*/ 54 w 232"/>
                <a:gd name="T7" fmla="*/ 196 h 199"/>
                <a:gd name="T8" fmla="*/ 49 w 232"/>
                <a:gd name="T9" fmla="*/ 192 h 199"/>
                <a:gd name="T10" fmla="*/ 43 w 232"/>
                <a:gd name="T11" fmla="*/ 188 h 199"/>
                <a:gd name="T12" fmla="*/ 9 w 232"/>
                <a:gd name="T13" fmla="*/ 155 h 199"/>
                <a:gd name="T14" fmla="*/ 9 w 232"/>
                <a:gd name="T15" fmla="*/ 155 h 199"/>
                <a:gd name="T16" fmla="*/ 5 w 232"/>
                <a:gd name="T17" fmla="*/ 150 h 199"/>
                <a:gd name="T18" fmla="*/ 2 w 232"/>
                <a:gd name="T19" fmla="*/ 145 h 199"/>
                <a:gd name="T20" fmla="*/ 1 w 232"/>
                <a:gd name="T21" fmla="*/ 139 h 199"/>
                <a:gd name="T22" fmla="*/ 0 w 232"/>
                <a:gd name="T23" fmla="*/ 132 h 199"/>
                <a:gd name="T24" fmla="*/ 1 w 232"/>
                <a:gd name="T25" fmla="*/ 126 h 199"/>
                <a:gd name="T26" fmla="*/ 2 w 232"/>
                <a:gd name="T27" fmla="*/ 120 h 199"/>
                <a:gd name="T28" fmla="*/ 5 w 232"/>
                <a:gd name="T29" fmla="*/ 114 h 199"/>
                <a:gd name="T30" fmla="*/ 9 w 232"/>
                <a:gd name="T31" fmla="*/ 109 h 199"/>
                <a:gd name="T32" fmla="*/ 9 w 232"/>
                <a:gd name="T33" fmla="*/ 109 h 199"/>
                <a:gd name="T34" fmla="*/ 15 w 232"/>
                <a:gd name="T35" fmla="*/ 104 h 199"/>
                <a:gd name="T36" fmla="*/ 21 w 232"/>
                <a:gd name="T37" fmla="*/ 101 h 199"/>
                <a:gd name="T38" fmla="*/ 27 w 232"/>
                <a:gd name="T39" fmla="*/ 99 h 199"/>
                <a:gd name="T40" fmla="*/ 33 w 232"/>
                <a:gd name="T41" fmla="*/ 99 h 199"/>
                <a:gd name="T42" fmla="*/ 39 w 232"/>
                <a:gd name="T43" fmla="*/ 99 h 199"/>
                <a:gd name="T44" fmla="*/ 46 w 232"/>
                <a:gd name="T45" fmla="*/ 101 h 199"/>
                <a:gd name="T46" fmla="*/ 52 w 232"/>
                <a:gd name="T47" fmla="*/ 104 h 199"/>
                <a:gd name="T48" fmla="*/ 57 w 232"/>
                <a:gd name="T49" fmla="*/ 109 h 199"/>
                <a:gd name="T50" fmla="*/ 66 w 232"/>
                <a:gd name="T51" fmla="*/ 118 h 199"/>
                <a:gd name="T52" fmla="*/ 176 w 232"/>
                <a:gd name="T53" fmla="*/ 9 h 199"/>
                <a:gd name="T54" fmla="*/ 176 w 232"/>
                <a:gd name="T55" fmla="*/ 9 h 199"/>
                <a:gd name="T56" fmla="*/ 181 w 232"/>
                <a:gd name="T57" fmla="*/ 5 h 199"/>
                <a:gd name="T58" fmla="*/ 186 w 232"/>
                <a:gd name="T59" fmla="*/ 2 h 199"/>
                <a:gd name="T60" fmla="*/ 193 w 232"/>
                <a:gd name="T61" fmla="*/ 0 h 199"/>
                <a:gd name="T62" fmla="*/ 199 w 232"/>
                <a:gd name="T63" fmla="*/ 0 h 199"/>
                <a:gd name="T64" fmla="*/ 205 w 232"/>
                <a:gd name="T65" fmla="*/ 0 h 199"/>
                <a:gd name="T66" fmla="*/ 211 w 232"/>
                <a:gd name="T67" fmla="*/ 2 h 199"/>
                <a:gd name="T68" fmla="*/ 217 w 232"/>
                <a:gd name="T69" fmla="*/ 5 h 199"/>
                <a:gd name="T70" fmla="*/ 223 w 232"/>
                <a:gd name="T71" fmla="*/ 9 h 199"/>
                <a:gd name="T72" fmla="*/ 223 w 232"/>
                <a:gd name="T73" fmla="*/ 9 h 199"/>
                <a:gd name="T74" fmla="*/ 227 w 232"/>
                <a:gd name="T75" fmla="*/ 14 h 199"/>
                <a:gd name="T76" fmla="*/ 230 w 232"/>
                <a:gd name="T77" fmla="*/ 21 h 199"/>
                <a:gd name="T78" fmla="*/ 232 w 232"/>
                <a:gd name="T79" fmla="*/ 26 h 199"/>
                <a:gd name="T80" fmla="*/ 232 w 232"/>
                <a:gd name="T81" fmla="*/ 33 h 199"/>
                <a:gd name="T82" fmla="*/ 232 w 232"/>
                <a:gd name="T83" fmla="*/ 39 h 199"/>
                <a:gd name="T84" fmla="*/ 230 w 232"/>
                <a:gd name="T85" fmla="*/ 45 h 199"/>
                <a:gd name="T86" fmla="*/ 227 w 232"/>
                <a:gd name="T87" fmla="*/ 51 h 199"/>
                <a:gd name="T88" fmla="*/ 223 w 232"/>
                <a:gd name="T89" fmla="*/ 56 h 199"/>
                <a:gd name="T90" fmla="*/ 90 w 232"/>
                <a:gd name="T91" fmla="*/ 188 h 199"/>
                <a:gd name="T92" fmla="*/ 90 w 232"/>
                <a:gd name="T93" fmla="*/ 188 h 199"/>
                <a:gd name="T94" fmla="*/ 85 w 232"/>
                <a:gd name="T95" fmla="*/ 192 h 199"/>
                <a:gd name="T96" fmla="*/ 79 w 232"/>
                <a:gd name="T97" fmla="*/ 196 h 199"/>
                <a:gd name="T98" fmla="*/ 73 w 232"/>
                <a:gd name="T99" fmla="*/ 198 h 199"/>
                <a:gd name="T100" fmla="*/ 66 w 232"/>
                <a:gd name="T101" fmla="*/ 199 h 199"/>
                <a:gd name="T102" fmla="*/ 66 w 232"/>
                <a:gd name="T103"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99">
                  <a:moveTo>
                    <a:pt x="66" y="199"/>
                  </a:moveTo>
                  <a:lnTo>
                    <a:pt x="66" y="199"/>
                  </a:lnTo>
                  <a:lnTo>
                    <a:pt x="60" y="198"/>
                  </a:lnTo>
                  <a:lnTo>
                    <a:pt x="54" y="196"/>
                  </a:lnTo>
                  <a:lnTo>
                    <a:pt x="49" y="192"/>
                  </a:lnTo>
                  <a:lnTo>
                    <a:pt x="43" y="188"/>
                  </a:lnTo>
                  <a:lnTo>
                    <a:pt x="9" y="155"/>
                  </a:lnTo>
                  <a:lnTo>
                    <a:pt x="9" y="155"/>
                  </a:lnTo>
                  <a:lnTo>
                    <a:pt x="5" y="150"/>
                  </a:lnTo>
                  <a:lnTo>
                    <a:pt x="2" y="145"/>
                  </a:lnTo>
                  <a:lnTo>
                    <a:pt x="1" y="139"/>
                  </a:lnTo>
                  <a:lnTo>
                    <a:pt x="0" y="132"/>
                  </a:lnTo>
                  <a:lnTo>
                    <a:pt x="1" y="126"/>
                  </a:lnTo>
                  <a:lnTo>
                    <a:pt x="2" y="120"/>
                  </a:lnTo>
                  <a:lnTo>
                    <a:pt x="5" y="114"/>
                  </a:lnTo>
                  <a:lnTo>
                    <a:pt x="9" y="109"/>
                  </a:lnTo>
                  <a:lnTo>
                    <a:pt x="9" y="109"/>
                  </a:lnTo>
                  <a:lnTo>
                    <a:pt x="15" y="104"/>
                  </a:lnTo>
                  <a:lnTo>
                    <a:pt x="21" y="101"/>
                  </a:lnTo>
                  <a:lnTo>
                    <a:pt x="27" y="99"/>
                  </a:lnTo>
                  <a:lnTo>
                    <a:pt x="33" y="99"/>
                  </a:lnTo>
                  <a:lnTo>
                    <a:pt x="39" y="99"/>
                  </a:lnTo>
                  <a:lnTo>
                    <a:pt x="46" y="101"/>
                  </a:lnTo>
                  <a:lnTo>
                    <a:pt x="52" y="104"/>
                  </a:lnTo>
                  <a:lnTo>
                    <a:pt x="57" y="109"/>
                  </a:lnTo>
                  <a:lnTo>
                    <a:pt x="66" y="118"/>
                  </a:lnTo>
                  <a:lnTo>
                    <a:pt x="176" y="9"/>
                  </a:lnTo>
                  <a:lnTo>
                    <a:pt x="176" y="9"/>
                  </a:lnTo>
                  <a:lnTo>
                    <a:pt x="181" y="5"/>
                  </a:lnTo>
                  <a:lnTo>
                    <a:pt x="186" y="2"/>
                  </a:lnTo>
                  <a:lnTo>
                    <a:pt x="193" y="0"/>
                  </a:lnTo>
                  <a:lnTo>
                    <a:pt x="199" y="0"/>
                  </a:lnTo>
                  <a:lnTo>
                    <a:pt x="205" y="0"/>
                  </a:lnTo>
                  <a:lnTo>
                    <a:pt x="211" y="2"/>
                  </a:lnTo>
                  <a:lnTo>
                    <a:pt x="217" y="5"/>
                  </a:lnTo>
                  <a:lnTo>
                    <a:pt x="223" y="9"/>
                  </a:lnTo>
                  <a:lnTo>
                    <a:pt x="223" y="9"/>
                  </a:lnTo>
                  <a:lnTo>
                    <a:pt x="227" y="14"/>
                  </a:lnTo>
                  <a:lnTo>
                    <a:pt x="230" y="21"/>
                  </a:lnTo>
                  <a:lnTo>
                    <a:pt x="232" y="26"/>
                  </a:lnTo>
                  <a:lnTo>
                    <a:pt x="232" y="33"/>
                  </a:lnTo>
                  <a:lnTo>
                    <a:pt x="232" y="39"/>
                  </a:lnTo>
                  <a:lnTo>
                    <a:pt x="230" y="45"/>
                  </a:lnTo>
                  <a:lnTo>
                    <a:pt x="227" y="51"/>
                  </a:lnTo>
                  <a:lnTo>
                    <a:pt x="223" y="56"/>
                  </a:lnTo>
                  <a:lnTo>
                    <a:pt x="90" y="188"/>
                  </a:lnTo>
                  <a:lnTo>
                    <a:pt x="90" y="188"/>
                  </a:lnTo>
                  <a:lnTo>
                    <a:pt x="85" y="192"/>
                  </a:lnTo>
                  <a:lnTo>
                    <a:pt x="79" y="196"/>
                  </a:lnTo>
                  <a:lnTo>
                    <a:pt x="73" y="198"/>
                  </a:lnTo>
                  <a:lnTo>
                    <a:pt x="66" y="199"/>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0" name="Freeform 13">
              <a:extLst>
                <a:ext uri="{FF2B5EF4-FFF2-40B4-BE49-F238E27FC236}">
                  <a16:creationId xmlns:a16="http://schemas.microsoft.com/office/drawing/2014/main" id="{C9F40D4A-87BC-4C55-A030-1C69F36C81A6}"/>
                </a:ext>
              </a:extLst>
            </p:cNvPr>
            <p:cNvSpPr>
              <a:spLocks noEditPoints="1"/>
            </p:cNvSpPr>
            <p:nvPr/>
          </p:nvSpPr>
          <p:spPr bwMode="auto">
            <a:xfrm>
              <a:off x="2976563" y="3692526"/>
              <a:ext cx="60325" cy="277813"/>
            </a:xfrm>
            <a:custGeom>
              <a:avLst/>
              <a:gdLst>
                <a:gd name="T0" fmla="*/ 119 w 265"/>
                <a:gd name="T1" fmla="*/ 1226 h 1227"/>
                <a:gd name="T2" fmla="*/ 80 w 265"/>
                <a:gd name="T3" fmla="*/ 1217 h 1227"/>
                <a:gd name="T4" fmla="*/ 47 w 265"/>
                <a:gd name="T5" fmla="*/ 1197 h 1227"/>
                <a:gd name="T6" fmla="*/ 22 w 265"/>
                <a:gd name="T7" fmla="*/ 1169 h 1227"/>
                <a:gd name="T8" fmla="*/ 5 w 265"/>
                <a:gd name="T9" fmla="*/ 1134 h 1227"/>
                <a:gd name="T10" fmla="*/ 0 w 265"/>
                <a:gd name="T11" fmla="*/ 1094 h 1227"/>
                <a:gd name="T12" fmla="*/ 0 w 265"/>
                <a:gd name="T13" fmla="*/ 119 h 1227"/>
                <a:gd name="T14" fmla="*/ 10 w 265"/>
                <a:gd name="T15" fmla="*/ 82 h 1227"/>
                <a:gd name="T16" fmla="*/ 30 w 265"/>
                <a:gd name="T17" fmla="*/ 49 h 1227"/>
                <a:gd name="T18" fmla="*/ 58 w 265"/>
                <a:gd name="T19" fmla="*/ 23 h 1227"/>
                <a:gd name="T20" fmla="*/ 93 w 265"/>
                <a:gd name="T21" fmla="*/ 6 h 1227"/>
                <a:gd name="T22" fmla="*/ 132 w 265"/>
                <a:gd name="T23" fmla="*/ 0 h 1227"/>
                <a:gd name="T24" fmla="*/ 159 w 265"/>
                <a:gd name="T25" fmla="*/ 3 h 1227"/>
                <a:gd name="T26" fmla="*/ 195 w 265"/>
                <a:gd name="T27" fmla="*/ 17 h 1227"/>
                <a:gd name="T28" fmla="*/ 225 w 265"/>
                <a:gd name="T29" fmla="*/ 39 h 1227"/>
                <a:gd name="T30" fmla="*/ 248 w 265"/>
                <a:gd name="T31" fmla="*/ 69 h 1227"/>
                <a:gd name="T32" fmla="*/ 261 w 265"/>
                <a:gd name="T33" fmla="*/ 107 h 1227"/>
                <a:gd name="T34" fmla="*/ 265 w 265"/>
                <a:gd name="T35" fmla="*/ 1094 h 1227"/>
                <a:gd name="T36" fmla="*/ 261 w 265"/>
                <a:gd name="T37" fmla="*/ 1121 h 1227"/>
                <a:gd name="T38" fmla="*/ 248 w 265"/>
                <a:gd name="T39" fmla="*/ 1158 h 1227"/>
                <a:gd name="T40" fmla="*/ 225 w 265"/>
                <a:gd name="T41" fmla="*/ 1188 h 1227"/>
                <a:gd name="T42" fmla="*/ 195 w 265"/>
                <a:gd name="T43" fmla="*/ 1211 h 1227"/>
                <a:gd name="T44" fmla="*/ 159 w 265"/>
                <a:gd name="T45" fmla="*/ 1224 h 1227"/>
                <a:gd name="T46" fmla="*/ 132 w 265"/>
                <a:gd name="T47" fmla="*/ 1227 h 1227"/>
                <a:gd name="T48" fmla="*/ 125 w 265"/>
                <a:gd name="T49" fmla="*/ 67 h 1227"/>
                <a:gd name="T50" fmla="*/ 106 w 265"/>
                <a:gd name="T51" fmla="*/ 72 h 1227"/>
                <a:gd name="T52" fmla="*/ 86 w 265"/>
                <a:gd name="T53" fmla="*/ 86 h 1227"/>
                <a:gd name="T54" fmla="*/ 71 w 265"/>
                <a:gd name="T55" fmla="*/ 107 h 1227"/>
                <a:gd name="T56" fmla="*/ 66 w 265"/>
                <a:gd name="T57" fmla="*/ 126 h 1227"/>
                <a:gd name="T58" fmla="*/ 66 w 265"/>
                <a:gd name="T59" fmla="*/ 1094 h 1227"/>
                <a:gd name="T60" fmla="*/ 69 w 265"/>
                <a:gd name="T61" fmla="*/ 1114 h 1227"/>
                <a:gd name="T62" fmla="*/ 77 w 265"/>
                <a:gd name="T63" fmla="*/ 1132 h 1227"/>
                <a:gd name="T64" fmla="*/ 100 w 265"/>
                <a:gd name="T65" fmla="*/ 1152 h 1227"/>
                <a:gd name="T66" fmla="*/ 119 w 265"/>
                <a:gd name="T67" fmla="*/ 1160 h 1227"/>
                <a:gd name="T68" fmla="*/ 132 w 265"/>
                <a:gd name="T69" fmla="*/ 1161 h 1227"/>
                <a:gd name="T70" fmla="*/ 152 w 265"/>
                <a:gd name="T71" fmla="*/ 1158 h 1227"/>
                <a:gd name="T72" fmla="*/ 169 w 265"/>
                <a:gd name="T73" fmla="*/ 1149 h 1227"/>
                <a:gd name="T74" fmla="*/ 190 w 265"/>
                <a:gd name="T75" fmla="*/ 1126 h 1227"/>
                <a:gd name="T76" fmla="*/ 197 w 265"/>
                <a:gd name="T77" fmla="*/ 1108 h 1227"/>
                <a:gd name="T78" fmla="*/ 198 w 265"/>
                <a:gd name="T79" fmla="*/ 133 h 1227"/>
                <a:gd name="T80" fmla="*/ 197 w 265"/>
                <a:gd name="T81" fmla="*/ 119 h 1227"/>
                <a:gd name="T82" fmla="*/ 190 w 265"/>
                <a:gd name="T83" fmla="*/ 102 h 1227"/>
                <a:gd name="T84" fmla="*/ 169 w 265"/>
                <a:gd name="T85" fmla="*/ 78 h 1227"/>
                <a:gd name="T86" fmla="*/ 152 w 265"/>
                <a:gd name="T87" fmla="*/ 69 h 1227"/>
                <a:gd name="T88" fmla="*/ 132 w 265"/>
                <a:gd name="T89" fmla="*/ 66 h 1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5" h="1227">
                  <a:moveTo>
                    <a:pt x="132" y="1227"/>
                  </a:moveTo>
                  <a:lnTo>
                    <a:pt x="132" y="1227"/>
                  </a:lnTo>
                  <a:lnTo>
                    <a:pt x="119" y="1226"/>
                  </a:lnTo>
                  <a:lnTo>
                    <a:pt x="105" y="1224"/>
                  </a:lnTo>
                  <a:lnTo>
                    <a:pt x="93" y="1221"/>
                  </a:lnTo>
                  <a:lnTo>
                    <a:pt x="80" y="1217"/>
                  </a:lnTo>
                  <a:lnTo>
                    <a:pt x="69" y="1211"/>
                  </a:lnTo>
                  <a:lnTo>
                    <a:pt x="58" y="1204"/>
                  </a:lnTo>
                  <a:lnTo>
                    <a:pt x="47" y="1197"/>
                  </a:lnTo>
                  <a:lnTo>
                    <a:pt x="38" y="1188"/>
                  </a:lnTo>
                  <a:lnTo>
                    <a:pt x="30" y="1178"/>
                  </a:lnTo>
                  <a:lnTo>
                    <a:pt x="22" y="1169"/>
                  </a:lnTo>
                  <a:lnTo>
                    <a:pt x="15" y="1158"/>
                  </a:lnTo>
                  <a:lnTo>
                    <a:pt x="10" y="1146"/>
                  </a:lnTo>
                  <a:lnTo>
                    <a:pt x="5" y="1134"/>
                  </a:lnTo>
                  <a:lnTo>
                    <a:pt x="2" y="1121"/>
                  </a:lnTo>
                  <a:lnTo>
                    <a:pt x="0" y="1108"/>
                  </a:lnTo>
                  <a:lnTo>
                    <a:pt x="0" y="1094"/>
                  </a:lnTo>
                  <a:lnTo>
                    <a:pt x="0" y="133"/>
                  </a:lnTo>
                  <a:lnTo>
                    <a:pt x="0" y="133"/>
                  </a:lnTo>
                  <a:lnTo>
                    <a:pt x="0" y="119"/>
                  </a:lnTo>
                  <a:lnTo>
                    <a:pt x="2" y="107"/>
                  </a:lnTo>
                  <a:lnTo>
                    <a:pt x="5" y="93"/>
                  </a:lnTo>
                  <a:lnTo>
                    <a:pt x="10" y="82"/>
                  </a:lnTo>
                  <a:lnTo>
                    <a:pt x="15" y="69"/>
                  </a:lnTo>
                  <a:lnTo>
                    <a:pt x="22" y="59"/>
                  </a:lnTo>
                  <a:lnTo>
                    <a:pt x="30" y="49"/>
                  </a:lnTo>
                  <a:lnTo>
                    <a:pt x="38" y="39"/>
                  </a:lnTo>
                  <a:lnTo>
                    <a:pt x="47" y="31"/>
                  </a:lnTo>
                  <a:lnTo>
                    <a:pt x="58" y="23"/>
                  </a:lnTo>
                  <a:lnTo>
                    <a:pt x="69" y="17"/>
                  </a:lnTo>
                  <a:lnTo>
                    <a:pt x="80" y="10"/>
                  </a:lnTo>
                  <a:lnTo>
                    <a:pt x="93" y="6"/>
                  </a:lnTo>
                  <a:lnTo>
                    <a:pt x="105" y="3"/>
                  </a:lnTo>
                  <a:lnTo>
                    <a:pt x="119" y="1"/>
                  </a:lnTo>
                  <a:lnTo>
                    <a:pt x="132" y="0"/>
                  </a:lnTo>
                  <a:lnTo>
                    <a:pt x="132" y="0"/>
                  </a:lnTo>
                  <a:lnTo>
                    <a:pt x="146" y="1"/>
                  </a:lnTo>
                  <a:lnTo>
                    <a:pt x="159" y="3"/>
                  </a:lnTo>
                  <a:lnTo>
                    <a:pt x="171" y="6"/>
                  </a:lnTo>
                  <a:lnTo>
                    <a:pt x="184" y="10"/>
                  </a:lnTo>
                  <a:lnTo>
                    <a:pt x="195" y="17"/>
                  </a:lnTo>
                  <a:lnTo>
                    <a:pt x="206" y="23"/>
                  </a:lnTo>
                  <a:lnTo>
                    <a:pt x="216" y="31"/>
                  </a:lnTo>
                  <a:lnTo>
                    <a:pt x="225" y="39"/>
                  </a:lnTo>
                  <a:lnTo>
                    <a:pt x="235" y="49"/>
                  </a:lnTo>
                  <a:lnTo>
                    <a:pt x="242" y="59"/>
                  </a:lnTo>
                  <a:lnTo>
                    <a:pt x="248" y="69"/>
                  </a:lnTo>
                  <a:lnTo>
                    <a:pt x="254" y="82"/>
                  </a:lnTo>
                  <a:lnTo>
                    <a:pt x="258" y="93"/>
                  </a:lnTo>
                  <a:lnTo>
                    <a:pt x="261" y="107"/>
                  </a:lnTo>
                  <a:lnTo>
                    <a:pt x="264" y="119"/>
                  </a:lnTo>
                  <a:lnTo>
                    <a:pt x="265" y="133"/>
                  </a:lnTo>
                  <a:lnTo>
                    <a:pt x="265" y="1094"/>
                  </a:lnTo>
                  <a:lnTo>
                    <a:pt x="265" y="1094"/>
                  </a:lnTo>
                  <a:lnTo>
                    <a:pt x="264" y="1108"/>
                  </a:lnTo>
                  <a:lnTo>
                    <a:pt x="261" y="1121"/>
                  </a:lnTo>
                  <a:lnTo>
                    <a:pt x="258" y="1134"/>
                  </a:lnTo>
                  <a:lnTo>
                    <a:pt x="254" y="1146"/>
                  </a:lnTo>
                  <a:lnTo>
                    <a:pt x="248" y="1158"/>
                  </a:lnTo>
                  <a:lnTo>
                    <a:pt x="242" y="1169"/>
                  </a:lnTo>
                  <a:lnTo>
                    <a:pt x="235" y="1178"/>
                  </a:lnTo>
                  <a:lnTo>
                    <a:pt x="225" y="1188"/>
                  </a:lnTo>
                  <a:lnTo>
                    <a:pt x="216" y="1197"/>
                  </a:lnTo>
                  <a:lnTo>
                    <a:pt x="206" y="1204"/>
                  </a:lnTo>
                  <a:lnTo>
                    <a:pt x="195" y="1211"/>
                  </a:lnTo>
                  <a:lnTo>
                    <a:pt x="184" y="1217"/>
                  </a:lnTo>
                  <a:lnTo>
                    <a:pt x="171" y="1221"/>
                  </a:lnTo>
                  <a:lnTo>
                    <a:pt x="159" y="1224"/>
                  </a:lnTo>
                  <a:lnTo>
                    <a:pt x="146" y="1226"/>
                  </a:lnTo>
                  <a:lnTo>
                    <a:pt x="132" y="1227"/>
                  </a:lnTo>
                  <a:lnTo>
                    <a:pt x="132" y="1227"/>
                  </a:lnTo>
                  <a:close/>
                  <a:moveTo>
                    <a:pt x="132" y="66"/>
                  </a:moveTo>
                  <a:lnTo>
                    <a:pt x="132" y="66"/>
                  </a:lnTo>
                  <a:lnTo>
                    <a:pt x="125" y="67"/>
                  </a:lnTo>
                  <a:lnTo>
                    <a:pt x="119" y="68"/>
                  </a:lnTo>
                  <a:lnTo>
                    <a:pt x="112" y="69"/>
                  </a:lnTo>
                  <a:lnTo>
                    <a:pt x="106" y="72"/>
                  </a:lnTo>
                  <a:lnTo>
                    <a:pt x="100" y="75"/>
                  </a:lnTo>
                  <a:lnTo>
                    <a:pt x="95" y="78"/>
                  </a:lnTo>
                  <a:lnTo>
                    <a:pt x="86" y="86"/>
                  </a:lnTo>
                  <a:lnTo>
                    <a:pt x="77" y="96"/>
                  </a:lnTo>
                  <a:lnTo>
                    <a:pt x="73" y="102"/>
                  </a:lnTo>
                  <a:lnTo>
                    <a:pt x="71" y="107"/>
                  </a:lnTo>
                  <a:lnTo>
                    <a:pt x="69" y="113"/>
                  </a:lnTo>
                  <a:lnTo>
                    <a:pt x="67" y="119"/>
                  </a:lnTo>
                  <a:lnTo>
                    <a:pt x="66" y="126"/>
                  </a:lnTo>
                  <a:lnTo>
                    <a:pt x="66" y="133"/>
                  </a:lnTo>
                  <a:lnTo>
                    <a:pt x="66" y="1094"/>
                  </a:lnTo>
                  <a:lnTo>
                    <a:pt x="66" y="1094"/>
                  </a:lnTo>
                  <a:lnTo>
                    <a:pt x="66" y="1101"/>
                  </a:lnTo>
                  <a:lnTo>
                    <a:pt x="67" y="1108"/>
                  </a:lnTo>
                  <a:lnTo>
                    <a:pt x="69" y="1114"/>
                  </a:lnTo>
                  <a:lnTo>
                    <a:pt x="71" y="1120"/>
                  </a:lnTo>
                  <a:lnTo>
                    <a:pt x="73" y="1126"/>
                  </a:lnTo>
                  <a:lnTo>
                    <a:pt x="77" y="1132"/>
                  </a:lnTo>
                  <a:lnTo>
                    <a:pt x="86" y="1141"/>
                  </a:lnTo>
                  <a:lnTo>
                    <a:pt x="95" y="1149"/>
                  </a:lnTo>
                  <a:lnTo>
                    <a:pt x="100" y="1152"/>
                  </a:lnTo>
                  <a:lnTo>
                    <a:pt x="106" y="1156"/>
                  </a:lnTo>
                  <a:lnTo>
                    <a:pt x="112" y="1158"/>
                  </a:lnTo>
                  <a:lnTo>
                    <a:pt x="119" y="1160"/>
                  </a:lnTo>
                  <a:lnTo>
                    <a:pt x="125" y="1161"/>
                  </a:lnTo>
                  <a:lnTo>
                    <a:pt x="132" y="1161"/>
                  </a:lnTo>
                  <a:lnTo>
                    <a:pt x="132" y="1161"/>
                  </a:lnTo>
                  <a:lnTo>
                    <a:pt x="138" y="1161"/>
                  </a:lnTo>
                  <a:lnTo>
                    <a:pt x="146" y="1160"/>
                  </a:lnTo>
                  <a:lnTo>
                    <a:pt x="152" y="1158"/>
                  </a:lnTo>
                  <a:lnTo>
                    <a:pt x="158" y="1156"/>
                  </a:lnTo>
                  <a:lnTo>
                    <a:pt x="163" y="1152"/>
                  </a:lnTo>
                  <a:lnTo>
                    <a:pt x="169" y="1149"/>
                  </a:lnTo>
                  <a:lnTo>
                    <a:pt x="179" y="1141"/>
                  </a:lnTo>
                  <a:lnTo>
                    <a:pt x="187" y="1132"/>
                  </a:lnTo>
                  <a:lnTo>
                    <a:pt x="190" y="1126"/>
                  </a:lnTo>
                  <a:lnTo>
                    <a:pt x="193" y="1120"/>
                  </a:lnTo>
                  <a:lnTo>
                    <a:pt x="195" y="1114"/>
                  </a:lnTo>
                  <a:lnTo>
                    <a:pt x="197" y="1108"/>
                  </a:lnTo>
                  <a:lnTo>
                    <a:pt x="198" y="1101"/>
                  </a:lnTo>
                  <a:lnTo>
                    <a:pt x="198" y="1094"/>
                  </a:lnTo>
                  <a:lnTo>
                    <a:pt x="198" y="133"/>
                  </a:lnTo>
                  <a:lnTo>
                    <a:pt x="198" y="133"/>
                  </a:lnTo>
                  <a:lnTo>
                    <a:pt x="198" y="126"/>
                  </a:lnTo>
                  <a:lnTo>
                    <a:pt x="197" y="119"/>
                  </a:lnTo>
                  <a:lnTo>
                    <a:pt x="195" y="113"/>
                  </a:lnTo>
                  <a:lnTo>
                    <a:pt x="193" y="107"/>
                  </a:lnTo>
                  <a:lnTo>
                    <a:pt x="190" y="102"/>
                  </a:lnTo>
                  <a:lnTo>
                    <a:pt x="187" y="96"/>
                  </a:lnTo>
                  <a:lnTo>
                    <a:pt x="179" y="86"/>
                  </a:lnTo>
                  <a:lnTo>
                    <a:pt x="169" y="78"/>
                  </a:lnTo>
                  <a:lnTo>
                    <a:pt x="163" y="75"/>
                  </a:lnTo>
                  <a:lnTo>
                    <a:pt x="158" y="72"/>
                  </a:lnTo>
                  <a:lnTo>
                    <a:pt x="152" y="69"/>
                  </a:lnTo>
                  <a:lnTo>
                    <a:pt x="146" y="68"/>
                  </a:lnTo>
                  <a:lnTo>
                    <a:pt x="138" y="67"/>
                  </a:lnTo>
                  <a:lnTo>
                    <a:pt x="132" y="66"/>
                  </a:lnTo>
                  <a:lnTo>
                    <a:pt x="132"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1" name="Freeform 14">
              <a:extLst>
                <a:ext uri="{FF2B5EF4-FFF2-40B4-BE49-F238E27FC236}">
                  <a16:creationId xmlns:a16="http://schemas.microsoft.com/office/drawing/2014/main" id="{BA810CCF-5036-4D5C-86DE-29DEF9FB4EF7}"/>
                </a:ext>
              </a:extLst>
            </p:cNvPr>
            <p:cNvSpPr>
              <a:spLocks/>
            </p:cNvSpPr>
            <p:nvPr/>
          </p:nvSpPr>
          <p:spPr bwMode="auto">
            <a:xfrm>
              <a:off x="2976563" y="3925888"/>
              <a:ext cx="60325" cy="14288"/>
            </a:xfrm>
            <a:custGeom>
              <a:avLst/>
              <a:gdLst>
                <a:gd name="T0" fmla="*/ 231 w 265"/>
                <a:gd name="T1" fmla="*/ 66 h 66"/>
                <a:gd name="T2" fmla="*/ 33 w 265"/>
                <a:gd name="T3" fmla="*/ 66 h 66"/>
                <a:gd name="T4" fmla="*/ 33 w 265"/>
                <a:gd name="T5" fmla="*/ 66 h 66"/>
                <a:gd name="T6" fmla="*/ 26 w 265"/>
                <a:gd name="T7" fmla="*/ 65 h 66"/>
                <a:gd name="T8" fmla="*/ 19 w 265"/>
                <a:gd name="T9" fmla="*/ 63 h 66"/>
                <a:gd name="T10" fmla="*/ 14 w 265"/>
                <a:gd name="T11" fmla="*/ 60 h 66"/>
                <a:gd name="T12" fmla="*/ 9 w 265"/>
                <a:gd name="T13" fmla="*/ 57 h 66"/>
                <a:gd name="T14" fmla="*/ 5 w 265"/>
                <a:gd name="T15" fmla="*/ 52 h 66"/>
                <a:gd name="T16" fmla="*/ 2 w 265"/>
                <a:gd name="T17" fmla="*/ 46 h 66"/>
                <a:gd name="T18" fmla="*/ 0 w 265"/>
                <a:gd name="T19" fmla="*/ 40 h 66"/>
                <a:gd name="T20" fmla="*/ 0 w 265"/>
                <a:gd name="T21" fmla="*/ 33 h 66"/>
                <a:gd name="T22" fmla="*/ 0 w 265"/>
                <a:gd name="T23" fmla="*/ 33 h 66"/>
                <a:gd name="T24" fmla="*/ 0 w 265"/>
                <a:gd name="T25" fmla="*/ 26 h 66"/>
                <a:gd name="T26" fmla="*/ 2 w 265"/>
                <a:gd name="T27" fmla="*/ 20 h 66"/>
                <a:gd name="T28" fmla="*/ 5 w 265"/>
                <a:gd name="T29" fmla="*/ 15 h 66"/>
                <a:gd name="T30" fmla="*/ 9 w 265"/>
                <a:gd name="T31" fmla="*/ 10 h 66"/>
                <a:gd name="T32" fmla="*/ 14 w 265"/>
                <a:gd name="T33" fmla="*/ 5 h 66"/>
                <a:gd name="T34" fmla="*/ 19 w 265"/>
                <a:gd name="T35" fmla="*/ 2 h 66"/>
                <a:gd name="T36" fmla="*/ 26 w 265"/>
                <a:gd name="T37" fmla="*/ 1 h 66"/>
                <a:gd name="T38" fmla="*/ 33 w 265"/>
                <a:gd name="T39" fmla="*/ 0 h 66"/>
                <a:gd name="T40" fmla="*/ 231 w 265"/>
                <a:gd name="T41" fmla="*/ 0 h 66"/>
                <a:gd name="T42" fmla="*/ 231 w 265"/>
                <a:gd name="T43" fmla="*/ 0 h 66"/>
                <a:gd name="T44" fmla="*/ 238 w 265"/>
                <a:gd name="T45" fmla="*/ 1 h 66"/>
                <a:gd name="T46" fmla="*/ 244 w 265"/>
                <a:gd name="T47" fmla="*/ 2 h 66"/>
                <a:gd name="T48" fmla="*/ 250 w 265"/>
                <a:gd name="T49" fmla="*/ 5 h 66"/>
                <a:gd name="T50" fmla="*/ 255 w 265"/>
                <a:gd name="T51" fmla="*/ 10 h 66"/>
                <a:gd name="T52" fmla="*/ 258 w 265"/>
                <a:gd name="T53" fmla="*/ 15 h 66"/>
                <a:gd name="T54" fmla="*/ 261 w 265"/>
                <a:gd name="T55" fmla="*/ 20 h 66"/>
                <a:gd name="T56" fmla="*/ 264 w 265"/>
                <a:gd name="T57" fmla="*/ 26 h 66"/>
                <a:gd name="T58" fmla="*/ 265 w 265"/>
                <a:gd name="T59" fmla="*/ 33 h 66"/>
                <a:gd name="T60" fmla="*/ 265 w 265"/>
                <a:gd name="T61" fmla="*/ 33 h 66"/>
                <a:gd name="T62" fmla="*/ 264 w 265"/>
                <a:gd name="T63" fmla="*/ 40 h 66"/>
                <a:gd name="T64" fmla="*/ 261 w 265"/>
                <a:gd name="T65" fmla="*/ 46 h 66"/>
                <a:gd name="T66" fmla="*/ 258 w 265"/>
                <a:gd name="T67" fmla="*/ 52 h 66"/>
                <a:gd name="T68" fmla="*/ 255 w 265"/>
                <a:gd name="T69" fmla="*/ 57 h 66"/>
                <a:gd name="T70" fmla="*/ 250 w 265"/>
                <a:gd name="T71" fmla="*/ 60 h 66"/>
                <a:gd name="T72" fmla="*/ 244 w 265"/>
                <a:gd name="T73" fmla="*/ 63 h 66"/>
                <a:gd name="T74" fmla="*/ 238 w 265"/>
                <a:gd name="T75" fmla="*/ 65 h 66"/>
                <a:gd name="T76" fmla="*/ 231 w 265"/>
                <a:gd name="T77" fmla="*/ 66 h 66"/>
                <a:gd name="T78" fmla="*/ 231 w 265"/>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6">
                  <a:moveTo>
                    <a:pt x="231" y="66"/>
                  </a:moveTo>
                  <a:lnTo>
                    <a:pt x="33" y="66"/>
                  </a:lnTo>
                  <a:lnTo>
                    <a:pt x="33" y="66"/>
                  </a:lnTo>
                  <a:lnTo>
                    <a:pt x="26" y="65"/>
                  </a:lnTo>
                  <a:lnTo>
                    <a:pt x="19" y="63"/>
                  </a:lnTo>
                  <a:lnTo>
                    <a:pt x="14" y="60"/>
                  </a:lnTo>
                  <a:lnTo>
                    <a:pt x="9" y="57"/>
                  </a:lnTo>
                  <a:lnTo>
                    <a:pt x="5" y="52"/>
                  </a:lnTo>
                  <a:lnTo>
                    <a:pt x="2" y="46"/>
                  </a:lnTo>
                  <a:lnTo>
                    <a:pt x="0" y="40"/>
                  </a:lnTo>
                  <a:lnTo>
                    <a:pt x="0" y="33"/>
                  </a:lnTo>
                  <a:lnTo>
                    <a:pt x="0" y="33"/>
                  </a:lnTo>
                  <a:lnTo>
                    <a:pt x="0" y="26"/>
                  </a:lnTo>
                  <a:lnTo>
                    <a:pt x="2" y="20"/>
                  </a:lnTo>
                  <a:lnTo>
                    <a:pt x="5" y="15"/>
                  </a:lnTo>
                  <a:lnTo>
                    <a:pt x="9" y="10"/>
                  </a:lnTo>
                  <a:lnTo>
                    <a:pt x="14" y="5"/>
                  </a:lnTo>
                  <a:lnTo>
                    <a:pt x="19" y="2"/>
                  </a:lnTo>
                  <a:lnTo>
                    <a:pt x="26" y="1"/>
                  </a:lnTo>
                  <a:lnTo>
                    <a:pt x="33" y="0"/>
                  </a:lnTo>
                  <a:lnTo>
                    <a:pt x="231" y="0"/>
                  </a:lnTo>
                  <a:lnTo>
                    <a:pt x="231" y="0"/>
                  </a:lnTo>
                  <a:lnTo>
                    <a:pt x="238" y="1"/>
                  </a:lnTo>
                  <a:lnTo>
                    <a:pt x="244" y="2"/>
                  </a:lnTo>
                  <a:lnTo>
                    <a:pt x="250" y="5"/>
                  </a:lnTo>
                  <a:lnTo>
                    <a:pt x="255" y="10"/>
                  </a:lnTo>
                  <a:lnTo>
                    <a:pt x="258" y="15"/>
                  </a:lnTo>
                  <a:lnTo>
                    <a:pt x="261" y="20"/>
                  </a:lnTo>
                  <a:lnTo>
                    <a:pt x="264" y="26"/>
                  </a:lnTo>
                  <a:lnTo>
                    <a:pt x="265" y="33"/>
                  </a:lnTo>
                  <a:lnTo>
                    <a:pt x="265" y="33"/>
                  </a:lnTo>
                  <a:lnTo>
                    <a:pt x="264" y="40"/>
                  </a:lnTo>
                  <a:lnTo>
                    <a:pt x="261" y="46"/>
                  </a:lnTo>
                  <a:lnTo>
                    <a:pt x="258" y="52"/>
                  </a:lnTo>
                  <a:lnTo>
                    <a:pt x="255" y="57"/>
                  </a:lnTo>
                  <a:lnTo>
                    <a:pt x="250" y="60"/>
                  </a:lnTo>
                  <a:lnTo>
                    <a:pt x="244" y="63"/>
                  </a:lnTo>
                  <a:lnTo>
                    <a:pt x="238" y="65"/>
                  </a:lnTo>
                  <a:lnTo>
                    <a:pt x="231" y="66"/>
                  </a:lnTo>
                  <a:lnTo>
                    <a:pt x="23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2" name="Freeform 15">
              <a:extLst>
                <a:ext uri="{FF2B5EF4-FFF2-40B4-BE49-F238E27FC236}">
                  <a16:creationId xmlns:a16="http://schemas.microsoft.com/office/drawing/2014/main" id="{3727D15E-6C45-4C46-8FD5-ECEE33B0A4C0}"/>
                </a:ext>
              </a:extLst>
            </p:cNvPr>
            <p:cNvSpPr>
              <a:spLocks/>
            </p:cNvSpPr>
            <p:nvPr/>
          </p:nvSpPr>
          <p:spPr bwMode="auto">
            <a:xfrm>
              <a:off x="2976563" y="3819526"/>
              <a:ext cx="60325" cy="15875"/>
            </a:xfrm>
            <a:custGeom>
              <a:avLst/>
              <a:gdLst>
                <a:gd name="T0" fmla="*/ 231 w 265"/>
                <a:gd name="T1" fmla="*/ 67 h 67"/>
                <a:gd name="T2" fmla="*/ 33 w 265"/>
                <a:gd name="T3" fmla="*/ 67 h 67"/>
                <a:gd name="T4" fmla="*/ 33 w 265"/>
                <a:gd name="T5" fmla="*/ 67 h 67"/>
                <a:gd name="T6" fmla="*/ 26 w 265"/>
                <a:gd name="T7" fmla="*/ 66 h 67"/>
                <a:gd name="T8" fmla="*/ 19 w 265"/>
                <a:gd name="T9" fmla="*/ 64 h 67"/>
                <a:gd name="T10" fmla="*/ 14 w 265"/>
                <a:gd name="T11" fmla="*/ 60 h 67"/>
                <a:gd name="T12" fmla="*/ 9 w 265"/>
                <a:gd name="T13" fmla="*/ 56 h 67"/>
                <a:gd name="T14" fmla="*/ 5 w 265"/>
                <a:gd name="T15" fmla="*/ 52 h 67"/>
                <a:gd name="T16" fmla="*/ 2 w 265"/>
                <a:gd name="T17" fmla="*/ 46 h 67"/>
                <a:gd name="T18" fmla="*/ 0 w 265"/>
                <a:gd name="T19" fmla="*/ 40 h 67"/>
                <a:gd name="T20" fmla="*/ 0 w 265"/>
                <a:gd name="T21" fmla="*/ 34 h 67"/>
                <a:gd name="T22" fmla="*/ 0 w 265"/>
                <a:gd name="T23" fmla="*/ 34 h 67"/>
                <a:gd name="T24" fmla="*/ 0 w 265"/>
                <a:gd name="T25" fmla="*/ 26 h 67"/>
                <a:gd name="T26" fmla="*/ 2 w 265"/>
                <a:gd name="T27" fmla="*/ 20 h 67"/>
                <a:gd name="T28" fmla="*/ 5 w 265"/>
                <a:gd name="T29" fmla="*/ 15 h 67"/>
                <a:gd name="T30" fmla="*/ 9 w 265"/>
                <a:gd name="T31" fmla="*/ 10 h 67"/>
                <a:gd name="T32" fmla="*/ 14 w 265"/>
                <a:gd name="T33" fmla="*/ 6 h 67"/>
                <a:gd name="T34" fmla="*/ 19 w 265"/>
                <a:gd name="T35" fmla="*/ 2 h 67"/>
                <a:gd name="T36" fmla="*/ 26 w 265"/>
                <a:gd name="T37" fmla="*/ 0 h 67"/>
                <a:gd name="T38" fmla="*/ 33 w 265"/>
                <a:gd name="T39" fmla="*/ 0 h 67"/>
                <a:gd name="T40" fmla="*/ 231 w 265"/>
                <a:gd name="T41" fmla="*/ 0 h 67"/>
                <a:gd name="T42" fmla="*/ 231 w 265"/>
                <a:gd name="T43" fmla="*/ 0 h 67"/>
                <a:gd name="T44" fmla="*/ 238 w 265"/>
                <a:gd name="T45" fmla="*/ 0 h 67"/>
                <a:gd name="T46" fmla="*/ 244 w 265"/>
                <a:gd name="T47" fmla="*/ 2 h 67"/>
                <a:gd name="T48" fmla="*/ 250 w 265"/>
                <a:gd name="T49" fmla="*/ 6 h 67"/>
                <a:gd name="T50" fmla="*/ 255 w 265"/>
                <a:gd name="T51" fmla="*/ 10 h 67"/>
                <a:gd name="T52" fmla="*/ 258 w 265"/>
                <a:gd name="T53" fmla="*/ 15 h 67"/>
                <a:gd name="T54" fmla="*/ 261 w 265"/>
                <a:gd name="T55" fmla="*/ 20 h 67"/>
                <a:gd name="T56" fmla="*/ 264 w 265"/>
                <a:gd name="T57" fmla="*/ 26 h 67"/>
                <a:gd name="T58" fmla="*/ 265 w 265"/>
                <a:gd name="T59" fmla="*/ 34 h 67"/>
                <a:gd name="T60" fmla="*/ 265 w 265"/>
                <a:gd name="T61" fmla="*/ 34 h 67"/>
                <a:gd name="T62" fmla="*/ 264 w 265"/>
                <a:gd name="T63" fmla="*/ 40 h 67"/>
                <a:gd name="T64" fmla="*/ 261 w 265"/>
                <a:gd name="T65" fmla="*/ 46 h 67"/>
                <a:gd name="T66" fmla="*/ 258 w 265"/>
                <a:gd name="T67" fmla="*/ 52 h 67"/>
                <a:gd name="T68" fmla="*/ 255 w 265"/>
                <a:gd name="T69" fmla="*/ 56 h 67"/>
                <a:gd name="T70" fmla="*/ 250 w 265"/>
                <a:gd name="T71" fmla="*/ 60 h 67"/>
                <a:gd name="T72" fmla="*/ 244 w 265"/>
                <a:gd name="T73" fmla="*/ 64 h 67"/>
                <a:gd name="T74" fmla="*/ 238 w 265"/>
                <a:gd name="T75" fmla="*/ 66 h 67"/>
                <a:gd name="T76" fmla="*/ 231 w 265"/>
                <a:gd name="T77" fmla="*/ 67 h 67"/>
                <a:gd name="T78" fmla="*/ 231 w 265"/>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7">
                  <a:moveTo>
                    <a:pt x="231" y="67"/>
                  </a:moveTo>
                  <a:lnTo>
                    <a:pt x="33" y="67"/>
                  </a:lnTo>
                  <a:lnTo>
                    <a:pt x="33" y="67"/>
                  </a:lnTo>
                  <a:lnTo>
                    <a:pt x="26" y="66"/>
                  </a:lnTo>
                  <a:lnTo>
                    <a:pt x="19" y="64"/>
                  </a:lnTo>
                  <a:lnTo>
                    <a:pt x="14" y="60"/>
                  </a:lnTo>
                  <a:lnTo>
                    <a:pt x="9" y="56"/>
                  </a:lnTo>
                  <a:lnTo>
                    <a:pt x="5" y="52"/>
                  </a:lnTo>
                  <a:lnTo>
                    <a:pt x="2" y="46"/>
                  </a:lnTo>
                  <a:lnTo>
                    <a:pt x="0" y="40"/>
                  </a:lnTo>
                  <a:lnTo>
                    <a:pt x="0" y="34"/>
                  </a:lnTo>
                  <a:lnTo>
                    <a:pt x="0" y="34"/>
                  </a:lnTo>
                  <a:lnTo>
                    <a:pt x="0" y="26"/>
                  </a:lnTo>
                  <a:lnTo>
                    <a:pt x="2" y="20"/>
                  </a:lnTo>
                  <a:lnTo>
                    <a:pt x="5" y="15"/>
                  </a:lnTo>
                  <a:lnTo>
                    <a:pt x="9" y="10"/>
                  </a:lnTo>
                  <a:lnTo>
                    <a:pt x="14" y="6"/>
                  </a:lnTo>
                  <a:lnTo>
                    <a:pt x="19" y="2"/>
                  </a:lnTo>
                  <a:lnTo>
                    <a:pt x="26" y="0"/>
                  </a:lnTo>
                  <a:lnTo>
                    <a:pt x="33" y="0"/>
                  </a:lnTo>
                  <a:lnTo>
                    <a:pt x="231" y="0"/>
                  </a:lnTo>
                  <a:lnTo>
                    <a:pt x="231" y="0"/>
                  </a:lnTo>
                  <a:lnTo>
                    <a:pt x="238" y="0"/>
                  </a:lnTo>
                  <a:lnTo>
                    <a:pt x="244" y="2"/>
                  </a:lnTo>
                  <a:lnTo>
                    <a:pt x="250" y="6"/>
                  </a:lnTo>
                  <a:lnTo>
                    <a:pt x="255" y="10"/>
                  </a:lnTo>
                  <a:lnTo>
                    <a:pt x="258" y="15"/>
                  </a:lnTo>
                  <a:lnTo>
                    <a:pt x="261" y="20"/>
                  </a:lnTo>
                  <a:lnTo>
                    <a:pt x="264" y="26"/>
                  </a:lnTo>
                  <a:lnTo>
                    <a:pt x="265" y="34"/>
                  </a:lnTo>
                  <a:lnTo>
                    <a:pt x="265" y="34"/>
                  </a:lnTo>
                  <a:lnTo>
                    <a:pt x="264" y="40"/>
                  </a:lnTo>
                  <a:lnTo>
                    <a:pt x="261" y="46"/>
                  </a:lnTo>
                  <a:lnTo>
                    <a:pt x="258" y="52"/>
                  </a:lnTo>
                  <a:lnTo>
                    <a:pt x="255" y="56"/>
                  </a:lnTo>
                  <a:lnTo>
                    <a:pt x="250" y="60"/>
                  </a:lnTo>
                  <a:lnTo>
                    <a:pt x="244" y="64"/>
                  </a:lnTo>
                  <a:lnTo>
                    <a:pt x="238" y="66"/>
                  </a:lnTo>
                  <a:lnTo>
                    <a:pt x="231" y="67"/>
                  </a:lnTo>
                  <a:lnTo>
                    <a:pt x="231"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3" name="Freeform 16">
              <a:extLst>
                <a:ext uri="{FF2B5EF4-FFF2-40B4-BE49-F238E27FC236}">
                  <a16:creationId xmlns:a16="http://schemas.microsoft.com/office/drawing/2014/main" id="{9A7C4310-BC23-4B3C-9DC3-D78E40767052}"/>
                </a:ext>
              </a:extLst>
            </p:cNvPr>
            <p:cNvSpPr>
              <a:spLocks/>
            </p:cNvSpPr>
            <p:nvPr/>
          </p:nvSpPr>
          <p:spPr bwMode="auto">
            <a:xfrm>
              <a:off x="2946400" y="3706813"/>
              <a:ext cx="46038" cy="150813"/>
            </a:xfrm>
            <a:custGeom>
              <a:avLst/>
              <a:gdLst>
                <a:gd name="T0" fmla="*/ 33 w 199"/>
                <a:gd name="T1" fmla="*/ 664 h 664"/>
                <a:gd name="T2" fmla="*/ 20 w 199"/>
                <a:gd name="T3" fmla="*/ 661 h 664"/>
                <a:gd name="T4" fmla="*/ 10 w 199"/>
                <a:gd name="T5" fmla="*/ 654 h 664"/>
                <a:gd name="T6" fmla="*/ 2 w 199"/>
                <a:gd name="T7" fmla="*/ 643 h 664"/>
                <a:gd name="T8" fmla="*/ 0 w 199"/>
                <a:gd name="T9" fmla="*/ 631 h 664"/>
                <a:gd name="T10" fmla="*/ 0 w 199"/>
                <a:gd name="T11" fmla="*/ 133 h 664"/>
                <a:gd name="T12" fmla="*/ 2 w 199"/>
                <a:gd name="T13" fmla="*/ 107 h 664"/>
                <a:gd name="T14" fmla="*/ 11 w 199"/>
                <a:gd name="T15" fmla="*/ 82 h 664"/>
                <a:gd name="T16" fmla="*/ 23 w 199"/>
                <a:gd name="T17" fmla="*/ 59 h 664"/>
                <a:gd name="T18" fmla="*/ 38 w 199"/>
                <a:gd name="T19" fmla="*/ 40 h 664"/>
                <a:gd name="T20" fmla="*/ 58 w 199"/>
                <a:gd name="T21" fmla="*/ 23 h 664"/>
                <a:gd name="T22" fmla="*/ 81 w 199"/>
                <a:gd name="T23" fmla="*/ 11 h 664"/>
                <a:gd name="T24" fmla="*/ 106 w 199"/>
                <a:gd name="T25" fmla="*/ 3 h 664"/>
                <a:gd name="T26" fmla="*/ 133 w 199"/>
                <a:gd name="T27" fmla="*/ 0 h 664"/>
                <a:gd name="T28" fmla="*/ 166 w 199"/>
                <a:gd name="T29" fmla="*/ 0 h 664"/>
                <a:gd name="T30" fmla="*/ 178 w 199"/>
                <a:gd name="T31" fmla="*/ 3 h 664"/>
                <a:gd name="T32" fmla="*/ 189 w 199"/>
                <a:gd name="T33" fmla="*/ 11 h 664"/>
                <a:gd name="T34" fmla="*/ 196 w 199"/>
                <a:gd name="T35" fmla="*/ 21 h 664"/>
                <a:gd name="T36" fmla="*/ 199 w 199"/>
                <a:gd name="T37" fmla="*/ 34 h 664"/>
                <a:gd name="T38" fmla="*/ 198 w 199"/>
                <a:gd name="T39" fmla="*/ 41 h 664"/>
                <a:gd name="T40" fmla="*/ 193 w 199"/>
                <a:gd name="T41" fmla="*/ 52 h 664"/>
                <a:gd name="T42" fmla="*/ 184 w 199"/>
                <a:gd name="T43" fmla="*/ 61 h 664"/>
                <a:gd name="T44" fmla="*/ 172 w 199"/>
                <a:gd name="T45" fmla="*/ 67 h 664"/>
                <a:gd name="T46" fmla="*/ 133 w 199"/>
                <a:gd name="T47" fmla="*/ 67 h 664"/>
                <a:gd name="T48" fmla="*/ 125 w 199"/>
                <a:gd name="T49" fmla="*/ 68 h 664"/>
                <a:gd name="T50" fmla="*/ 113 w 199"/>
                <a:gd name="T51" fmla="*/ 70 h 664"/>
                <a:gd name="T52" fmla="*/ 101 w 199"/>
                <a:gd name="T53" fmla="*/ 75 h 664"/>
                <a:gd name="T54" fmla="*/ 85 w 199"/>
                <a:gd name="T55" fmla="*/ 86 h 664"/>
                <a:gd name="T56" fmla="*/ 74 w 199"/>
                <a:gd name="T57" fmla="*/ 102 h 664"/>
                <a:gd name="T58" fmla="*/ 70 w 199"/>
                <a:gd name="T59" fmla="*/ 113 h 664"/>
                <a:gd name="T60" fmla="*/ 66 w 199"/>
                <a:gd name="T61" fmla="*/ 127 h 664"/>
                <a:gd name="T62" fmla="*/ 66 w 199"/>
                <a:gd name="T63" fmla="*/ 631 h 664"/>
                <a:gd name="T64" fmla="*/ 65 w 199"/>
                <a:gd name="T65" fmla="*/ 637 h 664"/>
                <a:gd name="T66" fmla="*/ 60 w 199"/>
                <a:gd name="T67" fmla="*/ 650 h 664"/>
                <a:gd name="T68" fmla="*/ 52 w 199"/>
                <a:gd name="T69" fmla="*/ 658 h 664"/>
                <a:gd name="T70" fmla="*/ 40 w 199"/>
                <a:gd name="T71" fmla="*/ 663 h 664"/>
                <a:gd name="T72" fmla="*/ 33 w 199"/>
                <a:gd name="T73" fmla="*/ 664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9" h="664">
                  <a:moveTo>
                    <a:pt x="33" y="664"/>
                  </a:moveTo>
                  <a:lnTo>
                    <a:pt x="33" y="664"/>
                  </a:lnTo>
                  <a:lnTo>
                    <a:pt x="26" y="663"/>
                  </a:lnTo>
                  <a:lnTo>
                    <a:pt x="20" y="661"/>
                  </a:lnTo>
                  <a:lnTo>
                    <a:pt x="15" y="658"/>
                  </a:lnTo>
                  <a:lnTo>
                    <a:pt x="10" y="654"/>
                  </a:lnTo>
                  <a:lnTo>
                    <a:pt x="5" y="650"/>
                  </a:lnTo>
                  <a:lnTo>
                    <a:pt x="2" y="643"/>
                  </a:lnTo>
                  <a:lnTo>
                    <a:pt x="0" y="637"/>
                  </a:lnTo>
                  <a:lnTo>
                    <a:pt x="0" y="631"/>
                  </a:lnTo>
                  <a:lnTo>
                    <a:pt x="0" y="133"/>
                  </a:lnTo>
                  <a:lnTo>
                    <a:pt x="0" y="133"/>
                  </a:lnTo>
                  <a:lnTo>
                    <a:pt x="0" y="119"/>
                  </a:lnTo>
                  <a:lnTo>
                    <a:pt x="2" y="107"/>
                  </a:lnTo>
                  <a:lnTo>
                    <a:pt x="5" y="94"/>
                  </a:lnTo>
                  <a:lnTo>
                    <a:pt x="11" y="82"/>
                  </a:lnTo>
                  <a:lnTo>
                    <a:pt x="16" y="70"/>
                  </a:lnTo>
                  <a:lnTo>
                    <a:pt x="23" y="59"/>
                  </a:lnTo>
                  <a:lnTo>
                    <a:pt x="30" y="49"/>
                  </a:lnTo>
                  <a:lnTo>
                    <a:pt x="38" y="40"/>
                  </a:lnTo>
                  <a:lnTo>
                    <a:pt x="48" y="31"/>
                  </a:lnTo>
                  <a:lnTo>
                    <a:pt x="58" y="23"/>
                  </a:lnTo>
                  <a:lnTo>
                    <a:pt x="70" y="17"/>
                  </a:lnTo>
                  <a:lnTo>
                    <a:pt x="81" y="11"/>
                  </a:lnTo>
                  <a:lnTo>
                    <a:pt x="93" y="7"/>
                  </a:lnTo>
                  <a:lnTo>
                    <a:pt x="106" y="3"/>
                  </a:lnTo>
                  <a:lnTo>
                    <a:pt x="119" y="1"/>
                  </a:lnTo>
                  <a:lnTo>
                    <a:pt x="133" y="0"/>
                  </a:lnTo>
                  <a:lnTo>
                    <a:pt x="166" y="0"/>
                  </a:lnTo>
                  <a:lnTo>
                    <a:pt x="166" y="0"/>
                  </a:lnTo>
                  <a:lnTo>
                    <a:pt x="172" y="1"/>
                  </a:lnTo>
                  <a:lnTo>
                    <a:pt x="178" y="3"/>
                  </a:lnTo>
                  <a:lnTo>
                    <a:pt x="184" y="7"/>
                  </a:lnTo>
                  <a:lnTo>
                    <a:pt x="189" y="11"/>
                  </a:lnTo>
                  <a:lnTo>
                    <a:pt x="193" y="15"/>
                  </a:lnTo>
                  <a:lnTo>
                    <a:pt x="196" y="21"/>
                  </a:lnTo>
                  <a:lnTo>
                    <a:pt x="198" y="27"/>
                  </a:lnTo>
                  <a:lnTo>
                    <a:pt x="199" y="34"/>
                  </a:lnTo>
                  <a:lnTo>
                    <a:pt x="199" y="34"/>
                  </a:lnTo>
                  <a:lnTo>
                    <a:pt x="198" y="41"/>
                  </a:lnTo>
                  <a:lnTo>
                    <a:pt x="196" y="47"/>
                  </a:lnTo>
                  <a:lnTo>
                    <a:pt x="193" y="52"/>
                  </a:lnTo>
                  <a:lnTo>
                    <a:pt x="189" y="57"/>
                  </a:lnTo>
                  <a:lnTo>
                    <a:pt x="184" y="61"/>
                  </a:lnTo>
                  <a:lnTo>
                    <a:pt x="178" y="65"/>
                  </a:lnTo>
                  <a:lnTo>
                    <a:pt x="172" y="67"/>
                  </a:lnTo>
                  <a:lnTo>
                    <a:pt x="166" y="67"/>
                  </a:lnTo>
                  <a:lnTo>
                    <a:pt x="133" y="67"/>
                  </a:lnTo>
                  <a:lnTo>
                    <a:pt x="133" y="67"/>
                  </a:lnTo>
                  <a:lnTo>
                    <a:pt x="125" y="68"/>
                  </a:lnTo>
                  <a:lnTo>
                    <a:pt x="119" y="69"/>
                  </a:lnTo>
                  <a:lnTo>
                    <a:pt x="113" y="70"/>
                  </a:lnTo>
                  <a:lnTo>
                    <a:pt x="107" y="72"/>
                  </a:lnTo>
                  <a:lnTo>
                    <a:pt x="101" y="75"/>
                  </a:lnTo>
                  <a:lnTo>
                    <a:pt x="95" y="78"/>
                  </a:lnTo>
                  <a:lnTo>
                    <a:pt x="85" y="86"/>
                  </a:lnTo>
                  <a:lnTo>
                    <a:pt x="78" y="97"/>
                  </a:lnTo>
                  <a:lnTo>
                    <a:pt x="74" y="102"/>
                  </a:lnTo>
                  <a:lnTo>
                    <a:pt x="72" y="107"/>
                  </a:lnTo>
                  <a:lnTo>
                    <a:pt x="70" y="113"/>
                  </a:lnTo>
                  <a:lnTo>
                    <a:pt x="67" y="120"/>
                  </a:lnTo>
                  <a:lnTo>
                    <a:pt x="66" y="127"/>
                  </a:lnTo>
                  <a:lnTo>
                    <a:pt x="66" y="133"/>
                  </a:lnTo>
                  <a:lnTo>
                    <a:pt x="66" y="631"/>
                  </a:lnTo>
                  <a:lnTo>
                    <a:pt x="66" y="631"/>
                  </a:lnTo>
                  <a:lnTo>
                    <a:pt x="65" y="637"/>
                  </a:lnTo>
                  <a:lnTo>
                    <a:pt x="63" y="643"/>
                  </a:lnTo>
                  <a:lnTo>
                    <a:pt x="60" y="650"/>
                  </a:lnTo>
                  <a:lnTo>
                    <a:pt x="56" y="654"/>
                  </a:lnTo>
                  <a:lnTo>
                    <a:pt x="52" y="658"/>
                  </a:lnTo>
                  <a:lnTo>
                    <a:pt x="46" y="661"/>
                  </a:lnTo>
                  <a:lnTo>
                    <a:pt x="40" y="663"/>
                  </a:lnTo>
                  <a:lnTo>
                    <a:pt x="33" y="664"/>
                  </a:lnTo>
                  <a:lnTo>
                    <a:pt x="33" y="6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grpSp>
        <p:nvGrpSpPr>
          <p:cNvPr id="4" name="Group 3">
            <a:extLst>
              <a:ext uri="{FF2B5EF4-FFF2-40B4-BE49-F238E27FC236}">
                <a16:creationId xmlns:a16="http://schemas.microsoft.com/office/drawing/2014/main" id="{23977EE8-0C36-4F0D-A8E1-8218D1357786}"/>
              </a:ext>
            </a:extLst>
          </p:cNvPr>
          <p:cNvGrpSpPr/>
          <p:nvPr/>
        </p:nvGrpSpPr>
        <p:grpSpPr>
          <a:xfrm>
            <a:off x="2823334" y="4949780"/>
            <a:ext cx="6835487" cy="948978"/>
            <a:chOff x="2823334" y="4949780"/>
            <a:chExt cx="6835487" cy="1072344"/>
          </a:xfrm>
        </p:grpSpPr>
        <p:cxnSp>
          <p:nvCxnSpPr>
            <p:cNvPr id="95" name="Straight Connector 94">
              <a:extLst>
                <a:ext uri="{FF2B5EF4-FFF2-40B4-BE49-F238E27FC236}">
                  <a16:creationId xmlns:a16="http://schemas.microsoft.com/office/drawing/2014/main" id="{2808686C-84C5-4075-B9C9-565C5C2ABFBA}"/>
                </a:ext>
              </a:extLst>
            </p:cNvPr>
            <p:cNvCxnSpPr>
              <a:cxnSpLocks/>
            </p:cNvCxnSpPr>
            <p:nvPr/>
          </p:nvCxnSpPr>
          <p:spPr bwMode="gray">
            <a:xfrm>
              <a:off x="9646931"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D97E9F6-FA8F-4532-B237-31779FADAB88}"/>
                </a:ext>
              </a:extLst>
            </p:cNvPr>
            <p:cNvCxnSpPr>
              <a:cxnSpLocks/>
            </p:cNvCxnSpPr>
            <p:nvPr/>
          </p:nvCxnSpPr>
          <p:spPr bwMode="gray">
            <a:xfrm>
              <a:off x="7523687"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1638EF-D6D9-4772-8B75-AB375935829C}"/>
                </a:ext>
              </a:extLst>
            </p:cNvPr>
            <p:cNvCxnSpPr>
              <a:cxnSpLocks/>
            </p:cNvCxnSpPr>
            <p:nvPr/>
          </p:nvCxnSpPr>
          <p:spPr bwMode="gray">
            <a:xfrm>
              <a:off x="4925930"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806BDB3-547A-4427-B5E7-36517CFA51C7}"/>
                </a:ext>
              </a:extLst>
            </p:cNvPr>
            <p:cNvCxnSpPr>
              <a:cxnSpLocks/>
            </p:cNvCxnSpPr>
            <p:nvPr/>
          </p:nvCxnSpPr>
          <p:spPr bwMode="gray">
            <a:xfrm>
              <a:off x="2823334" y="4949780"/>
              <a:ext cx="11890" cy="1072344"/>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1E7C622B-50A3-4E49-9566-E39196C637FF}"/>
              </a:ext>
            </a:extLst>
          </p:cNvPr>
          <p:cNvGrpSpPr/>
          <p:nvPr/>
        </p:nvGrpSpPr>
        <p:grpSpPr>
          <a:xfrm>
            <a:off x="3017570" y="4384711"/>
            <a:ext cx="198110" cy="297821"/>
            <a:chOff x="7775575" y="2536825"/>
            <a:chExt cx="239713" cy="360363"/>
          </a:xfrm>
          <a:solidFill>
            <a:schemeClr val="bg1"/>
          </a:solidFill>
        </p:grpSpPr>
        <p:sp>
          <p:nvSpPr>
            <p:cNvPr id="101" name="Freeform 167">
              <a:extLst>
                <a:ext uri="{FF2B5EF4-FFF2-40B4-BE49-F238E27FC236}">
                  <a16:creationId xmlns:a16="http://schemas.microsoft.com/office/drawing/2014/main" id="{4C01308B-16B5-49E5-8B51-524F594E00C1}"/>
                </a:ext>
              </a:extLst>
            </p:cNvPr>
            <p:cNvSpPr>
              <a:spLocks/>
            </p:cNvSpPr>
            <p:nvPr/>
          </p:nvSpPr>
          <p:spPr bwMode="auto">
            <a:xfrm>
              <a:off x="7874000" y="2740025"/>
              <a:ext cx="58738" cy="104775"/>
            </a:xfrm>
            <a:custGeom>
              <a:avLst/>
              <a:gdLst>
                <a:gd name="T0" fmla="*/ 106 w 264"/>
                <a:gd name="T1" fmla="*/ 460 h 463"/>
                <a:gd name="T2" fmla="*/ 58 w 264"/>
                <a:gd name="T3" fmla="*/ 440 h 463"/>
                <a:gd name="T4" fmla="*/ 22 w 264"/>
                <a:gd name="T5" fmla="*/ 404 h 463"/>
                <a:gd name="T6" fmla="*/ 2 w 264"/>
                <a:gd name="T7" fmla="*/ 357 h 463"/>
                <a:gd name="T8" fmla="*/ 0 w 264"/>
                <a:gd name="T9" fmla="*/ 324 h 463"/>
                <a:gd name="T10" fmla="*/ 15 w 264"/>
                <a:gd name="T11" fmla="*/ 303 h 463"/>
                <a:gd name="T12" fmla="*/ 32 w 264"/>
                <a:gd name="T13" fmla="*/ 297 h 463"/>
                <a:gd name="T14" fmla="*/ 56 w 264"/>
                <a:gd name="T15" fmla="*/ 306 h 463"/>
                <a:gd name="T16" fmla="*/ 65 w 264"/>
                <a:gd name="T17" fmla="*/ 330 h 463"/>
                <a:gd name="T18" fmla="*/ 68 w 264"/>
                <a:gd name="T19" fmla="*/ 350 h 463"/>
                <a:gd name="T20" fmla="*/ 85 w 264"/>
                <a:gd name="T21" fmla="*/ 377 h 463"/>
                <a:gd name="T22" fmla="*/ 112 w 264"/>
                <a:gd name="T23" fmla="*/ 393 h 463"/>
                <a:gd name="T24" fmla="*/ 131 w 264"/>
                <a:gd name="T25" fmla="*/ 396 h 463"/>
                <a:gd name="T26" fmla="*/ 157 w 264"/>
                <a:gd name="T27" fmla="*/ 391 h 463"/>
                <a:gd name="T28" fmla="*/ 186 w 264"/>
                <a:gd name="T29" fmla="*/ 367 h 463"/>
                <a:gd name="T30" fmla="*/ 197 w 264"/>
                <a:gd name="T31" fmla="*/ 344 h 463"/>
                <a:gd name="T32" fmla="*/ 198 w 264"/>
                <a:gd name="T33" fmla="*/ 324 h 463"/>
                <a:gd name="T34" fmla="*/ 190 w 264"/>
                <a:gd name="T35" fmla="*/ 299 h 463"/>
                <a:gd name="T36" fmla="*/ 164 w 264"/>
                <a:gd name="T37" fmla="*/ 272 h 463"/>
                <a:gd name="T38" fmla="*/ 139 w 264"/>
                <a:gd name="T39" fmla="*/ 265 h 463"/>
                <a:gd name="T40" fmla="*/ 106 w 264"/>
                <a:gd name="T41" fmla="*/ 262 h 463"/>
                <a:gd name="T42" fmla="*/ 58 w 264"/>
                <a:gd name="T43" fmla="*/ 241 h 463"/>
                <a:gd name="T44" fmla="*/ 22 w 264"/>
                <a:gd name="T45" fmla="*/ 206 h 463"/>
                <a:gd name="T46" fmla="*/ 2 w 264"/>
                <a:gd name="T47" fmla="*/ 158 h 463"/>
                <a:gd name="T48" fmla="*/ 0 w 264"/>
                <a:gd name="T49" fmla="*/ 118 h 463"/>
                <a:gd name="T50" fmla="*/ 16 w 264"/>
                <a:gd name="T51" fmla="*/ 68 h 463"/>
                <a:gd name="T52" fmla="*/ 48 w 264"/>
                <a:gd name="T53" fmla="*/ 30 h 463"/>
                <a:gd name="T54" fmla="*/ 92 w 264"/>
                <a:gd name="T55" fmla="*/ 5 h 463"/>
                <a:gd name="T56" fmla="*/ 131 w 264"/>
                <a:gd name="T57" fmla="*/ 0 h 463"/>
                <a:gd name="T58" fmla="*/ 183 w 264"/>
                <a:gd name="T59" fmla="*/ 10 h 463"/>
                <a:gd name="T60" fmla="*/ 226 w 264"/>
                <a:gd name="T61" fmla="*/ 38 h 463"/>
                <a:gd name="T62" fmla="*/ 254 w 264"/>
                <a:gd name="T63" fmla="*/ 81 h 463"/>
                <a:gd name="T64" fmla="*/ 264 w 264"/>
                <a:gd name="T65" fmla="*/ 131 h 463"/>
                <a:gd name="T66" fmla="*/ 259 w 264"/>
                <a:gd name="T67" fmla="*/ 150 h 463"/>
                <a:gd name="T68" fmla="*/ 238 w 264"/>
                <a:gd name="T69" fmla="*/ 164 h 463"/>
                <a:gd name="T70" fmla="*/ 218 w 264"/>
                <a:gd name="T71" fmla="*/ 162 h 463"/>
                <a:gd name="T72" fmla="*/ 201 w 264"/>
                <a:gd name="T73" fmla="*/ 145 h 463"/>
                <a:gd name="T74" fmla="*/ 198 w 264"/>
                <a:gd name="T75" fmla="*/ 125 h 463"/>
                <a:gd name="T76" fmla="*/ 190 w 264"/>
                <a:gd name="T77" fmla="*/ 100 h 463"/>
                <a:gd name="T78" fmla="*/ 164 w 264"/>
                <a:gd name="T79" fmla="*/ 73 h 463"/>
                <a:gd name="T80" fmla="*/ 139 w 264"/>
                <a:gd name="T81" fmla="*/ 66 h 463"/>
                <a:gd name="T82" fmla="*/ 118 w 264"/>
                <a:gd name="T83" fmla="*/ 67 h 463"/>
                <a:gd name="T84" fmla="*/ 95 w 264"/>
                <a:gd name="T85" fmla="*/ 76 h 463"/>
                <a:gd name="T86" fmla="*/ 70 w 264"/>
                <a:gd name="T87" fmla="*/ 106 h 463"/>
                <a:gd name="T88" fmla="*/ 65 w 264"/>
                <a:gd name="T89" fmla="*/ 131 h 463"/>
                <a:gd name="T90" fmla="*/ 68 w 264"/>
                <a:gd name="T91" fmla="*/ 151 h 463"/>
                <a:gd name="T92" fmla="*/ 85 w 264"/>
                <a:gd name="T93" fmla="*/ 179 h 463"/>
                <a:gd name="T94" fmla="*/ 112 w 264"/>
                <a:gd name="T95" fmla="*/ 194 h 463"/>
                <a:gd name="T96" fmla="*/ 131 w 264"/>
                <a:gd name="T97" fmla="*/ 198 h 463"/>
                <a:gd name="T98" fmla="*/ 183 w 264"/>
                <a:gd name="T99" fmla="*/ 208 h 463"/>
                <a:gd name="T100" fmla="*/ 226 w 264"/>
                <a:gd name="T101" fmla="*/ 237 h 463"/>
                <a:gd name="T102" fmla="*/ 254 w 264"/>
                <a:gd name="T103" fmla="*/ 278 h 463"/>
                <a:gd name="T104" fmla="*/ 264 w 264"/>
                <a:gd name="T105" fmla="*/ 330 h 463"/>
                <a:gd name="T106" fmla="*/ 258 w 264"/>
                <a:gd name="T107" fmla="*/ 370 h 463"/>
                <a:gd name="T108" fmla="*/ 234 w 264"/>
                <a:gd name="T109" fmla="*/ 414 h 463"/>
                <a:gd name="T110" fmla="*/ 195 w 264"/>
                <a:gd name="T111" fmla="*/ 446 h 463"/>
                <a:gd name="T112" fmla="*/ 145 w 264"/>
                <a:gd name="T113" fmla="*/ 462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4" h="463">
                  <a:moveTo>
                    <a:pt x="131" y="463"/>
                  </a:moveTo>
                  <a:lnTo>
                    <a:pt x="131" y="463"/>
                  </a:lnTo>
                  <a:lnTo>
                    <a:pt x="118" y="462"/>
                  </a:lnTo>
                  <a:lnTo>
                    <a:pt x="106" y="460"/>
                  </a:lnTo>
                  <a:lnTo>
                    <a:pt x="92" y="457"/>
                  </a:lnTo>
                  <a:lnTo>
                    <a:pt x="81" y="452"/>
                  </a:lnTo>
                  <a:lnTo>
                    <a:pt x="68" y="446"/>
                  </a:lnTo>
                  <a:lnTo>
                    <a:pt x="58" y="440"/>
                  </a:lnTo>
                  <a:lnTo>
                    <a:pt x="48" y="433"/>
                  </a:lnTo>
                  <a:lnTo>
                    <a:pt x="38" y="423"/>
                  </a:lnTo>
                  <a:lnTo>
                    <a:pt x="30" y="414"/>
                  </a:lnTo>
                  <a:lnTo>
                    <a:pt x="22" y="404"/>
                  </a:lnTo>
                  <a:lnTo>
                    <a:pt x="16" y="393"/>
                  </a:lnTo>
                  <a:lnTo>
                    <a:pt x="10" y="382"/>
                  </a:lnTo>
                  <a:lnTo>
                    <a:pt x="5" y="370"/>
                  </a:lnTo>
                  <a:lnTo>
                    <a:pt x="2" y="357"/>
                  </a:lnTo>
                  <a:lnTo>
                    <a:pt x="0" y="344"/>
                  </a:lnTo>
                  <a:lnTo>
                    <a:pt x="0" y="330"/>
                  </a:lnTo>
                  <a:lnTo>
                    <a:pt x="0" y="330"/>
                  </a:lnTo>
                  <a:lnTo>
                    <a:pt x="0" y="324"/>
                  </a:lnTo>
                  <a:lnTo>
                    <a:pt x="2" y="318"/>
                  </a:lnTo>
                  <a:lnTo>
                    <a:pt x="5" y="312"/>
                  </a:lnTo>
                  <a:lnTo>
                    <a:pt x="9" y="306"/>
                  </a:lnTo>
                  <a:lnTo>
                    <a:pt x="15" y="303"/>
                  </a:lnTo>
                  <a:lnTo>
                    <a:pt x="20" y="300"/>
                  </a:lnTo>
                  <a:lnTo>
                    <a:pt x="26" y="298"/>
                  </a:lnTo>
                  <a:lnTo>
                    <a:pt x="32" y="297"/>
                  </a:lnTo>
                  <a:lnTo>
                    <a:pt x="32" y="297"/>
                  </a:lnTo>
                  <a:lnTo>
                    <a:pt x="39" y="298"/>
                  </a:lnTo>
                  <a:lnTo>
                    <a:pt x="46" y="300"/>
                  </a:lnTo>
                  <a:lnTo>
                    <a:pt x="51" y="303"/>
                  </a:lnTo>
                  <a:lnTo>
                    <a:pt x="56" y="306"/>
                  </a:lnTo>
                  <a:lnTo>
                    <a:pt x="60" y="312"/>
                  </a:lnTo>
                  <a:lnTo>
                    <a:pt x="63" y="318"/>
                  </a:lnTo>
                  <a:lnTo>
                    <a:pt x="65" y="324"/>
                  </a:lnTo>
                  <a:lnTo>
                    <a:pt x="65" y="330"/>
                  </a:lnTo>
                  <a:lnTo>
                    <a:pt x="65" y="330"/>
                  </a:lnTo>
                  <a:lnTo>
                    <a:pt x="66" y="337"/>
                  </a:lnTo>
                  <a:lnTo>
                    <a:pt x="67" y="344"/>
                  </a:lnTo>
                  <a:lnTo>
                    <a:pt x="68" y="350"/>
                  </a:lnTo>
                  <a:lnTo>
                    <a:pt x="70" y="356"/>
                  </a:lnTo>
                  <a:lnTo>
                    <a:pt x="74" y="362"/>
                  </a:lnTo>
                  <a:lnTo>
                    <a:pt x="77" y="367"/>
                  </a:lnTo>
                  <a:lnTo>
                    <a:pt x="85" y="377"/>
                  </a:lnTo>
                  <a:lnTo>
                    <a:pt x="95" y="385"/>
                  </a:lnTo>
                  <a:lnTo>
                    <a:pt x="100" y="388"/>
                  </a:lnTo>
                  <a:lnTo>
                    <a:pt x="106" y="391"/>
                  </a:lnTo>
                  <a:lnTo>
                    <a:pt x="112" y="393"/>
                  </a:lnTo>
                  <a:lnTo>
                    <a:pt x="118" y="395"/>
                  </a:lnTo>
                  <a:lnTo>
                    <a:pt x="125" y="396"/>
                  </a:lnTo>
                  <a:lnTo>
                    <a:pt x="131" y="396"/>
                  </a:lnTo>
                  <a:lnTo>
                    <a:pt x="131" y="396"/>
                  </a:lnTo>
                  <a:lnTo>
                    <a:pt x="139" y="396"/>
                  </a:lnTo>
                  <a:lnTo>
                    <a:pt x="145" y="395"/>
                  </a:lnTo>
                  <a:lnTo>
                    <a:pt x="151" y="393"/>
                  </a:lnTo>
                  <a:lnTo>
                    <a:pt x="157" y="391"/>
                  </a:lnTo>
                  <a:lnTo>
                    <a:pt x="164" y="388"/>
                  </a:lnTo>
                  <a:lnTo>
                    <a:pt x="169" y="385"/>
                  </a:lnTo>
                  <a:lnTo>
                    <a:pt x="179" y="377"/>
                  </a:lnTo>
                  <a:lnTo>
                    <a:pt x="186" y="367"/>
                  </a:lnTo>
                  <a:lnTo>
                    <a:pt x="190" y="362"/>
                  </a:lnTo>
                  <a:lnTo>
                    <a:pt x="193" y="356"/>
                  </a:lnTo>
                  <a:lnTo>
                    <a:pt x="195" y="350"/>
                  </a:lnTo>
                  <a:lnTo>
                    <a:pt x="197" y="344"/>
                  </a:lnTo>
                  <a:lnTo>
                    <a:pt x="198" y="337"/>
                  </a:lnTo>
                  <a:lnTo>
                    <a:pt x="198" y="330"/>
                  </a:lnTo>
                  <a:lnTo>
                    <a:pt x="198" y="330"/>
                  </a:lnTo>
                  <a:lnTo>
                    <a:pt x="198" y="324"/>
                  </a:lnTo>
                  <a:lnTo>
                    <a:pt x="197" y="317"/>
                  </a:lnTo>
                  <a:lnTo>
                    <a:pt x="195" y="310"/>
                  </a:lnTo>
                  <a:lnTo>
                    <a:pt x="193" y="304"/>
                  </a:lnTo>
                  <a:lnTo>
                    <a:pt x="190" y="299"/>
                  </a:lnTo>
                  <a:lnTo>
                    <a:pt x="186" y="293"/>
                  </a:lnTo>
                  <a:lnTo>
                    <a:pt x="179" y="284"/>
                  </a:lnTo>
                  <a:lnTo>
                    <a:pt x="169" y="275"/>
                  </a:lnTo>
                  <a:lnTo>
                    <a:pt x="164" y="272"/>
                  </a:lnTo>
                  <a:lnTo>
                    <a:pt x="157" y="269"/>
                  </a:lnTo>
                  <a:lnTo>
                    <a:pt x="151" y="267"/>
                  </a:lnTo>
                  <a:lnTo>
                    <a:pt x="145" y="265"/>
                  </a:lnTo>
                  <a:lnTo>
                    <a:pt x="139" y="265"/>
                  </a:lnTo>
                  <a:lnTo>
                    <a:pt x="131" y="264"/>
                  </a:lnTo>
                  <a:lnTo>
                    <a:pt x="131" y="264"/>
                  </a:lnTo>
                  <a:lnTo>
                    <a:pt x="118" y="264"/>
                  </a:lnTo>
                  <a:lnTo>
                    <a:pt x="106" y="262"/>
                  </a:lnTo>
                  <a:lnTo>
                    <a:pt x="92" y="258"/>
                  </a:lnTo>
                  <a:lnTo>
                    <a:pt x="81" y="254"/>
                  </a:lnTo>
                  <a:lnTo>
                    <a:pt x="68" y="248"/>
                  </a:lnTo>
                  <a:lnTo>
                    <a:pt x="58" y="241"/>
                  </a:lnTo>
                  <a:lnTo>
                    <a:pt x="48" y="234"/>
                  </a:lnTo>
                  <a:lnTo>
                    <a:pt x="38" y="226"/>
                  </a:lnTo>
                  <a:lnTo>
                    <a:pt x="30" y="216"/>
                  </a:lnTo>
                  <a:lnTo>
                    <a:pt x="22" y="206"/>
                  </a:lnTo>
                  <a:lnTo>
                    <a:pt x="16" y="194"/>
                  </a:lnTo>
                  <a:lnTo>
                    <a:pt x="10" y="183"/>
                  </a:lnTo>
                  <a:lnTo>
                    <a:pt x="5" y="171"/>
                  </a:lnTo>
                  <a:lnTo>
                    <a:pt x="2" y="158"/>
                  </a:lnTo>
                  <a:lnTo>
                    <a:pt x="0" y="145"/>
                  </a:lnTo>
                  <a:lnTo>
                    <a:pt x="0" y="131"/>
                  </a:lnTo>
                  <a:lnTo>
                    <a:pt x="0" y="131"/>
                  </a:lnTo>
                  <a:lnTo>
                    <a:pt x="0" y="118"/>
                  </a:lnTo>
                  <a:lnTo>
                    <a:pt x="2" y="105"/>
                  </a:lnTo>
                  <a:lnTo>
                    <a:pt x="5" y="92"/>
                  </a:lnTo>
                  <a:lnTo>
                    <a:pt x="10" y="81"/>
                  </a:lnTo>
                  <a:lnTo>
                    <a:pt x="16" y="68"/>
                  </a:lnTo>
                  <a:lnTo>
                    <a:pt x="22" y="58"/>
                  </a:lnTo>
                  <a:lnTo>
                    <a:pt x="30" y="47"/>
                  </a:lnTo>
                  <a:lnTo>
                    <a:pt x="38" y="38"/>
                  </a:lnTo>
                  <a:lnTo>
                    <a:pt x="48" y="30"/>
                  </a:lnTo>
                  <a:lnTo>
                    <a:pt x="58" y="22"/>
                  </a:lnTo>
                  <a:lnTo>
                    <a:pt x="68" y="15"/>
                  </a:lnTo>
                  <a:lnTo>
                    <a:pt x="81" y="10"/>
                  </a:lnTo>
                  <a:lnTo>
                    <a:pt x="92" y="5"/>
                  </a:lnTo>
                  <a:lnTo>
                    <a:pt x="106" y="2"/>
                  </a:lnTo>
                  <a:lnTo>
                    <a:pt x="118" y="0"/>
                  </a:lnTo>
                  <a:lnTo>
                    <a:pt x="131" y="0"/>
                  </a:lnTo>
                  <a:lnTo>
                    <a:pt x="131" y="0"/>
                  </a:lnTo>
                  <a:lnTo>
                    <a:pt x="145" y="0"/>
                  </a:lnTo>
                  <a:lnTo>
                    <a:pt x="158" y="2"/>
                  </a:lnTo>
                  <a:lnTo>
                    <a:pt x="171" y="5"/>
                  </a:lnTo>
                  <a:lnTo>
                    <a:pt x="183" y="10"/>
                  </a:lnTo>
                  <a:lnTo>
                    <a:pt x="195" y="15"/>
                  </a:lnTo>
                  <a:lnTo>
                    <a:pt x="206" y="22"/>
                  </a:lnTo>
                  <a:lnTo>
                    <a:pt x="216" y="30"/>
                  </a:lnTo>
                  <a:lnTo>
                    <a:pt x="226" y="38"/>
                  </a:lnTo>
                  <a:lnTo>
                    <a:pt x="234" y="47"/>
                  </a:lnTo>
                  <a:lnTo>
                    <a:pt x="241" y="58"/>
                  </a:lnTo>
                  <a:lnTo>
                    <a:pt x="248" y="68"/>
                  </a:lnTo>
                  <a:lnTo>
                    <a:pt x="254" y="81"/>
                  </a:lnTo>
                  <a:lnTo>
                    <a:pt x="258" y="92"/>
                  </a:lnTo>
                  <a:lnTo>
                    <a:pt x="262" y="105"/>
                  </a:lnTo>
                  <a:lnTo>
                    <a:pt x="263" y="118"/>
                  </a:lnTo>
                  <a:lnTo>
                    <a:pt x="264" y="131"/>
                  </a:lnTo>
                  <a:lnTo>
                    <a:pt x="264" y="131"/>
                  </a:lnTo>
                  <a:lnTo>
                    <a:pt x="263" y="139"/>
                  </a:lnTo>
                  <a:lnTo>
                    <a:pt x="262" y="145"/>
                  </a:lnTo>
                  <a:lnTo>
                    <a:pt x="259" y="150"/>
                  </a:lnTo>
                  <a:lnTo>
                    <a:pt x="255" y="155"/>
                  </a:lnTo>
                  <a:lnTo>
                    <a:pt x="249" y="159"/>
                  </a:lnTo>
                  <a:lnTo>
                    <a:pt x="244" y="162"/>
                  </a:lnTo>
                  <a:lnTo>
                    <a:pt x="238" y="164"/>
                  </a:lnTo>
                  <a:lnTo>
                    <a:pt x="231" y="164"/>
                  </a:lnTo>
                  <a:lnTo>
                    <a:pt x="231" y="164"/>
                  </a:lnTo>
                  <a:lnTo>
                    <a:pt x="225" y="164"/>
                  </a:lnTo>
                  <a:lnTo>
                    <a:pt x="218" y="162"/>
                  </a:lnTo>
                  <a:lnTo>
                    <a:pt x="212" y="159"/>
                  </a:lnTo>
                  <a:lnTo>
                    <a:pt x="208" y="155"/>
                  </a:lnTo>
                  <a:lnTo>
                    <a:pt x="204" y="150"/>
                  </a:lnTo>
                  <a:lnTo>
                    <a:pt x="201" y="145"/>
                  </a:lnTo>
                  <a:lnTo>
                    <a:pt x="199" y="139"/>
                  </a:lnTo>
                  <a:lnTo>
                    <a:pt x="198" y="131"/>
                  </a:lnTo>
                  <a:lnTo>
                    <a:pt x="198" y="131"/>
                  </a:lnTo>
                  <a:lnTo>
                    <a:pt x="198" y="125"/>
                  </a:lnTo>
                  <a:lnTo>
                    <a:pt x="197" y="119"/>
                  </a:lnTo>
                  <a:lnTo>
                    <a:pt x="195" y="112"/>
                  </a:lnTo>
                  <a:lnTo>
                    <a:pt x="193" y="106"/>
                  </a:lnTo>
                  <a:lnTo>
                    <a:pt x="190" y="100"/>
                  </a:lnTo>
                  <a:lnTo>
                    <a:pt x="186" y="95"/>
                  </a:lnTo>
                  <a:lnTo>
                    <a:pt x="179" y="85"/>
                  </a:lnTo>
                  <a:lnTo>
                    <a:pt x="169" y="76"/>
                  </a:lnTo>
                  <a:lnTo>
                    <a:pt x="164" y="73"/>
                  </a:lnTo>
                  <a:lnTo>
                    <a:pt x="157" y="70"/>
                  </a:lnTo>
                  <a:lnTo>
                    <a:pt x="151" y="68"/>
                  </a:lnTo>
                  <a:lnTo>
                    <a:pt x="145" y="67"/>
                  </a:lnTo>
                  <a:lnTo>
                    <a:pt x="139" y="66"/>
                  </a:lnTo>
                  <a:lnTo>
                    <a:pt x="131" y="65"/>
                  </a:lnTo>
                  <a:lnTo>
                    <a:pt x="131" y="65"/>
                  </a:lnTo>
                  <a:lnTo>
                    <a:pt x="125" y="66"/>
                  </a:lnTo>
                  <a:lnTo>
                    <a:pt x="118" y="67"/>
                  </a:lnTo>
                  <a:lnTo>
                    <a:pt x="112" y="68"/>
                  </a:lnTo>
                  <a:lnTo>
                    <a:pt x="106" y="70"/>
                  </a:lnTo>
                  <a:lnTo>
                    <a:pt x="100" y="73"/>
                  </a:lnTo>
                  <a:lnTo>
                    <a:pt x="95" y="76"/>
                  </a:lnTo>
                  <a:lnTo>
                    <a:pt x="85" y="85"/>
                  </a:lnTo>
                  <a:lnTo>
                    <a:pt x="77" y="95"/>
                  </a:lnTo>
                  <a:lnTo>
                    <a:pt x="74" y="100"/>
                  </a:lnTo>
                  <a:lnTo>
                    <a:pt x="70" y="106"/>
                  </a:lnTo>
                  <a:lnTo>
                    <a:pt x="68" y="112"/>
                  </a:lnTo>
                  <a:lnTo>
                    <a:pt x="67" y="119"/>
                  </a:lnTo>
                  <a:lnTo>
                    <a:pt x="66" y="125"/>
                  </a:lnTo>
                  <a:lnTo>
                    <a:pt x="65" y="131"/>
                  </a:lnTo>
                  <a:lnTo>
                    <a:pt x="65" y="131"/>
                  </a:lnTo>
                  <a:lnTo>
                    <a:pt x="66" y="139"/>
                  </a:lnTo>
                  <a:lnTo>
                    <a:pt x="67" y="145"/>
                  </a:lnTo>
                  <a:lnTo>
                    <a:pt x="68" y="151"/>
                  </a:lnTo>
                  <a:lnTo>
                    <a:pt x="70" y="157"/>
                  </a:lnTo>
                  <a:lnTo>
                    <a:pt x="74" y="163"/>
                  </a:lnTo>
                  <a:lnTo>
                    <a:pt x="77" y="169"/>
                  </a:lnTo>
                  <a:lnTo>
                    <a:pt x="85" y="179"/>
                  </a:lnTo>
                  <a:lnTo>
                    <a:pt x="95" y="186"/>
                  </a:lnTo>
                  <a:lnTo>
                    <a:pt x="100" y="190"/>
                  </a:lnTo>
                  <a:lnTo>
                    <a:pt x="106" y="192"/>
                  </a:lnTo>
                  <a:lnTo>
                    <a:pt x="112" y="194"/>
                  </a:lnTo>
                  <a:lnTo>
                    <a:pt x="118" y="197"/>
                  </a:lnTo>
                  <a:lnTo>
                    <a:pt x="125" y="198"/>
                  </a:lnTo>
                  <a:lnTo>
                    <a:pt x="131" y="198"/>
                  </a:lnTo>
                  <a:lnTo>
                    <a:pt x="131" y="198"/>
                  </a:lnTo>
                  <a:lnTo>
                    <a:pt x="145" y="199"/>
                  </a:lnTo>
                  <a:lnTo>
                    <a:pt x="158" y="201"/>
                  </a:lnTo>
                  <a:lnTo>
                    <a:pt x="171" y="204"/>
                  </a:lnTo>
                  <a:lnTo>
                    <a:pt x="183" y="208"/>
                  </a:lnTo>
                  <a:lnTo>
                    <a:pt x="195" y="214"/>
                  </a:lnTo>
                  <a:lnTo>
                    <a:pt x="206" y="220"/>
                  </a:lnTo>
                  <a:lnTo>
                    <a:pt x="216" y="228"/>
                  </a:lnTo>
                  <a:lnTo>
                    <a:pt x="226" y="237"/>
                  </a:lnTo>
                  <a:lnTo>
                    <a:pt x="234" y="246"/>
                  </a:lnTo>
                  <a:lnTo>
                    <a:pt x="241" y="257"/>
                  </a:lnTo>
                  <a:lnTo>
                    <a:pt x="248" y="267"/>
                  </a:lnTo>
                  <a:lnTo>
                    <a:pt x="254" y="278"/>
                  </a:lnTo>
                  <a:lnTo>
                    <a:pt x="258" y="291"/>
                  </a:lnTo>
                  <a:lnTo>
                    <a:pt x="262" y="303"/>
                  </a:lnTo>
                  <a:lnTo>
                    <a:pt x="263" y="317"/>
                  </a:lnTo>
                  <a:lnTo>
                    <a:pt x="264" y="330"/>
                  </a:lnTo>
                  <a:lnTo>
                    <a:pt x="264" y="330"/>
                  </a:lnTo>
                  <a:lnTo>
                    <a:pt x="263" y="344"/>
                  </a:lnTo>
                  <a:lnTo>
                    <a:pt x="262" y="357"/>
                  </a:lnTo>
                  <a:lnTo>
                    <a:pt x="258" y="370"/>
                  </a:lnTo>
                  <a:lnTo>
                    <a:pt x="254" y="382"/>
                  </a:lnTo>
                  <a:lnTo>
                    <a:pt x="248" y="393"/>
                  </a:lnTo>
                  <a:lnTo>
                    <a:pt x="241" y="404"/>
                  </a:lnTo>
                  <a:lnTo>
                    <a:pt x="234" y="414"/>
                  </a:lnTo>
                  <a:lnTo>
                    <a:pt x="226" y="423"/>
                  </a:lnTo>
                  <a:lnTo>
                    <a:pt x="216" y="433"/>
                  </a:lnTo>
                  <a:lnTo>
                    <a:pt x="206" y="440"/>
                  </a:lnTo>
                  <a:lnTo>
                    <a:pt x="195" y="446"/>
                  </a:lnTo>
                  <a:lnTo>
                    <a:pt x="183" y="452"/>
                  </a:lnTo>
                  <a:lnTo>
                    <a:pt x="171" y="457"/>
                  </a:lnTo>
                  <a:lnTo>
                    <a:pt x="158" y="460"/>
                  </a:lnTo>
                  <a:lnTo>
                    <a:pt x="145" y="462"/>
                  </a:lnTo>
                  <a:lnTo>
                    <a:pt x="131" y="463"/>
                  </a:lnTo>
                  <a:lnTo>
                    <a:pt x="131" y="4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168">
              <a:extLst>
                <a:ext uri="{FF2B5EF4-FFF2-40B4-BE49-F238E27FC236}">
                  <a16:creationId xmlns:a16="http://schemas.microsoft.com/office/drawing/2014/main" id="{70D45410-B902-4E31-B2DC-2E669279A2BE}"/>
                </a:ext>
              </a:extLst>
            </p:cNvPr>
            <p:cNvSpPr>
              <a:spLocks/>
            </p:cNvSpPr>
            <p:nvPr/>
          </p:nvSpPr>
          <p:spPr bwMode="auto">
            <a:xfrm>
              <a:off x="7896225" y="2828925"/>
              <a:ext cx="14288" cy="30163"/>
            </a:xfrm>
            <a:custGeom>
              <a:avLst/>
              <a:gdLst>
                <a:gd name="T0" fmla="*/ 33 w 67"/>
                <a:gd name="T1" fmla="*/ 133 h 133"/>
                <a:gd name="T2" fmla="*/ 33 w 67"/>
                <a:gd name="T3" fmla="*/ 133 h 133"/>
                <a:gd name="T4" fmla="*/ 27 w 67"/>
                <a:gd name="T5" fmla="*/ 132 h 133"/>
                <a:gd name="T6" fmla="*/ 21 w 67"/>
                <a:gd name="T7" fmla="*/ 130 h 133"/>
                <a:gd name="T8" fmla="*/ 15 w 67"/>
                <a:gd name="T9" fmla="*/ 127 h 133"/>
                <a:gd name="T10" fmla="*/ 11 w 67"/>
                <a:gd name="T11" fmla="*/ 123 h 133"/>
                <a:gd name="T12" fmla="*/ 7 w 67"/>
                <a:gd name="T13" fmla="*/ 119 h 133"/>
                <a:gd name="T14" fmla="*/ 3 w 67"/>
                <a:gd name="T15" fmla="*/ 112 h 133"/>
                <a:gd name="T16" fmla="*/ 1 w 67"/>
                <a:gd name="T17" fmla="*/ 106 h 133"/>
                <a:gd name="T18" fmla="*/ 0 w 67"/>
                <a:gd name="T19" fmla="*/ 100 h 133"/>
                <a:gd name="T20" fmla="*/ 0 w 67"/>
                <a:gd name="T21" fmla="*/ 34 h 133"/>
                <a:gd name="T22" fmla="*/ 0 w 67"/>
                <a:gd name="T23" fmla="*/ 34 h 133"/>
                <a:gd name="T24" fmla="*/ 1 w 67"/>
                <a:gd name="T25" fmla="*/ 26 h 133"/>
                <a:gd name="T26" fmla="*/ 3 w 67"/>
                <a:gd name="T27" fmla="*/ 20 h 133"/>
                <a:gd name="T28" fmla="*/ 7 w 67"/>
                <a:gd name="T29" fmla="*/ 15 h 133"/>
                <a:gd name="T30" fmla="*/ 11 w 67"/>
                <a:gd name="T31" fmla="*/ 10 h 133"/>
                <a:gd name="T32" fmla="*/ 15 w 67"/>
                <a:gd name="T33" fmla="*/ 6 h 133"/>
                <a:gd name="T34" fmla="*/ 21 w 67"/>
                <a:gd name="T35" fmla="*/ 3 h 133"/>
                <a:gd name="T36" fmla="*/ 27 w 67"/>
                <a:gd name="T37" fmla="*/ 1 h 133"/>
                <a:gd name="T38" fmla="*/ 33 w 67"/>
                <a:gd name="T39" fmla="*/ 0 h 133"/>
                <a:gd name="T40" fmla="*/ 33 w 67"/>
                <a:gd name="T41" fmla="*/ 0 h 133"/>
                <a:gd name="T42" fmla="*/ 41 w 67"/>
                <a:gd name="T43" fmla="*/ 1 h 133"/>
                <a:gd name="T44" fmla="*/ 47 w 67"/>
                <a:gd name="T45" fmla="*/ 3 h 133"/>
                <a:gd name="T46" fmla="*/ 52 w 67"/>
                <a:gd name="T47" fmla="*/ 6 h 133"/>
                <a:gd name="T48" fmla="*/ 57 w 67"/>
                <a:gd name="T49" fmla="*/ 10 h 133"/>
                <a:gd name="T50" fmla="*/ 61 w 67"/>
                <a:gd name="T51" fmla="*/ 15 h 133"/>
                <a:gd name="T52" fmla="*/ 65 w 67"/>
                <a:gd name="T53" fmla="*/ 20 h 133"/>
                <a:gd name="T54" fmla="*/ 67 w 67"/>
                <a:gd name="T55" fmla="*/ 26 h 133"/>
                <a:gd name="T56" fmla="*/ 67 w 67"/>
                <a:gd name="T57" fmla="*/ 34 h 133"/>
                <a:gd name="T58" fmla="*/ 67 w 67"/>
                <a:gd name="T59" fmla="*/ 100 h 133"/>
                <a:gd name="T60" fmla="*/ 67 w 67"/>
                <a:gd name="T61" fmla="*/ 100 h 133"/>
                <a:gd name="T62" fmla="*/ 67 w 67"/>
                <a:gd name="T63" fmla="*/ 106 h 133"/>
                <a:gd name="T64" fmla="*/ 65 w 67"/>
                <a:gd name="T65" fmla="*/ 112 h 133"/>
                <a:gd name="T66" fmla="*/ 61 w 67"/>
                <a:gd name="T67" fmla="*/ 119 h 133"/>
                <a:gd name="T68" fmla="*/ 57 w 67"/>
                <a:gd name="T69" fmla="*/ 123 h 133"/>
                <a:gd name="T70" fmla="*/ 52 w 67"/>
                <a:gd name="T71" fmla="*/ 127 h 133"/>
                <a:gd name="T72" fmla="*/ 47 w 67"/>
                <a:gd name="T73" fmla="*/ 130 h 133"/>
                <a:gd name="T74" fmla="*/ 41 w 67"/>
                <a:gd name="T75" fmla="*/ 132 h 133"/>
                <a:gd name="T76" fmla="*/ 33 w 67"/>
                <a:gd name="T77" fmla="*/ 133 h 133"/>
                <a:gd name="T78" fmla="*/ 33 w 67"/>
                <a:gd name="T79"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133">
                  <a:moveTo>
                    <a:pt x="33" y="133"/>
                  </a:moveTo>
                  <a:lnTo>
                    <a:pt x="33" y="133"/>
                  </a:lnTo>
                  <a:lnTo>
                    <a:pt x="27" y="132"/>
                  </a:lnTo>
                  <a:lnTo>
                    <a:pt x="21" y="130"/>
                  </a:lnTo>
                  <a:lnTo>
                    <a:pt x="15" y="127"/>
                  </a:lnTo>
                  <a:lnTo>
                    <a:pt x="11" y="123"/>
                  </a:lnTo>
                  <a:lnTo>
                    <a:pt x="7" y="119"/>
                  </a:lnTo>
                  <a:lnTo>
                    <a:pt x="3" y="112"/>
                  </a:lnTo>
                  <a:lnTo>
                    <a:pt x="1" y="106"/>
                  </a:lnTo>
                  <a:lnTo>
                    <a:pt x="0" y="100"/>
                  </a:lnTo>
                  <a:lnTo>
                    <a:pt x="0" y="34"/>
                  </a:lnTo>
                  <a:lnTo>
                    <a:pt x="0" y="34"/>
                  </a:lnTo>
                  <a:lnTo>
                    <a:pt x="1" y="26"/>
                  </a:lnTo>
                  <a:lnTo>
                    <a:pt x="3" y="20"/>
                  </a:lnTo>
                  <a:lnTo>
                    <a:pt x="7" y="15"/>
                  </a:lnTo>
                  <a:lnTo>
                    <a:pt x="11" y="10"/>
                  </a:lnTo>
                  <a:lnTo>
                    <a:pt x="15" y="6"/>
                  </a:lnTo>
                  <a:lnTo>
                    <a:pt x="21" y="3"/>
                  </a:lnTo>
                  <a:lnTo>
                    <a:pt x="27" y="1"/>
                  </a:lnTo>
                  <a:lnTo>
                    <a:pt x="33" y="0"/>
                  </a:lnTo>
                  <a:lnTo>
                    <a:pt x="33" y="0"/>
                  </a:lnTo>
                  <a:lnTo>
                    <a:pt x="41" y="1"/>
                  </a:lnTo>
                  <a:lnTo>
                    <a:pt x="47" y="3"/>
                  </a:lnTo>
                  <a:lnTo>
                    <a:pt x="52" y="6"/>
                  </a:lnTo>
                  <a:lnTo>
                    <a:pt x="57" y="10"/>
                  </a:lnTo>
                  <a:lnTo>
                    <a:pt x="61" y="15"/>
                  </a:lnTo>
                  <a:lnTo>
                    <a:pt x="65" y="20"/>
                  </a:lnTo>
                  <a:lnTo>
                    <a:pt x="67" y="26"/>
                  </a:lnTo>
                  <a:lnTo>
                    <a:pt x="67" y="34"/>
                  </a:lnTo>
                  <a:lnTo>
                    <a:pt x="67" y="100"/>
                  </a:lnTo>
                  <a:lnTo>
                    <a:pt x="67" y="100"/>
                  </a:lnTo>
                  <a:lnTo>
                    <a:pt x="67" y="106"/>
                  </a:lnTo>
                  <a:lnTo>
                    <a:pt x="65" y="112"/>
                  </a:lnTo>
                  <a:lnTo>
                    <a:pt x="61" y="119"/>
                  </a:lnTo>
                  <a:lnTo>
                    <a:pt x="57" y="123"/>
                  </a:lnTo>
                  <a:lnTo>
                    <a:pt x="52" y="127"/>
                  </a:lnTo>
                  <a:lnTo>
                    <a:pt x="47" y="130"/>
                  </a:lnTo>
                  <a:lnTo>
                    <a:pt x="41" y="132"/>
                  </a:lnTo>
                  <a:lnTo>
                    <a:pt x="33" y="133"/>
                  </a:lnTo>
                  <a:lnTo>
                    <a:pt x="33"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169">
              <a:extLst>
                <a:ext uri="{FF2B5EF4-FFF2-40B4-BE49-F238E27FC236}">
                  <a16:creationId xmlns:a16="http://schemas.microsoft.com/office/drawing/2014/main" id="{20827F21-4B2F-4E03-B506-090325F5E180}"/>
                </a:ext>
              </a:extLst>
            </p:cNvPr>
            <p:cNvSpPr>
              <a:spLocks/>
            </p:cNvSpPr>
            <p:nvPr/>
          </p:nvSpPr>
          <p:spPr bwMode="auto">
            <a:xfrm>
              <a:off x="7896225" y="2724150"/>
              <a:ext cx="14288" cy="30163"/>
            </a:xfrm>
            <a:custGeom>
              <a:avLst/>
              <a:gdLst>
                <a:gd name="T0" fmla="*/ 33 w 67"/>
                <a:gd name="T1" fmla="*/ 131 h 131"/>
                <a:gd name="T2" fmla="*/ 33 w 67"/>
                <a:gd name="T3" fmla="*/ 131 h 131"/>
                <a:gd name="T4" fmla="*/ 27 w 67"/>
                <a:gd name="T5" fmla="*/ 131 h 131"/>
                <a:gd name="T6" fmla="*/ 21 w 67"/>
                <a:gd name="T7" fmla="*/ 129 h 131"/>
                <a:gd name="T8" fmla="*/ 15 w 67"/>
                <a:gd name="T9" fmla="*/ 126 h 131"/>
                <a:gd name="T10" fmla="*/ 11 w 67"/>
                <a:gd name="T11" fmla="*/ 122 h 131"/>
                <a:gd name="T12" fmla="*/ 7 w 67"/>
                <a:gd name="T13" fmla="*/ 117 h 131"/>
                <a:gd name="T14" fmla="*/ 3 w 67"/>
                <a:gd name="T15" fmla="*/ 111 h 131"/>
                <a:gd name="T16" fmla="*/ 1 w 67"/>
                <a:gd name="T17" fmla="*/ 105 h 131"/>
                <a:gd name="T18" fmla="*/ 0 w 67"/>
                <a:gd name="T19" fmla="*/ 99 h 131"/>
                <a:gd name="T20" fmla="*/ 0 w 67"/>
                <a:gd name="T21" fmla="*/ 33 h 131"/>
                <a:gd name="T22" fmla="*/ 0 w 67"/>
                <a:gd name="T23" fmla="*/ 33 h 131"/>
                <a:gd name="T24" fmla="*/ 1 w 67"/>
                <a:gd name="T25" fmla="*/ 25 h 131"/>
                <a:gd name="T26" fmla="*/ 3 w 67"/>
                <a:gd name="T27" fmla="*/ 19 h 131"/>
                <a:gd name="T28" fmla="*/ 7 w 67"/>
                <a:gd name="T29" fmla="*/ 14 h 131"/>
                <a:gd name="T30" fmla="*/ 11 w 67"/>
                <a:gd name="T31" fmla="*/ 9 h 131"/>
                <a:gd name="T32" fmla="*/ 15 w 67"/>
                <a:gd name="T33" fmla="*/ 5 h 131"/>
                <a:gd name="T34" fmla="*/ 21 w 67"/>
                <a:gd name="T35" fmla="*/ 2 h 131"/>
                <a:gd name="T36" fmla="*/ 27 w 67"/>
                <a:gd name="T37" fmla="*/ 0 h 131"/>
                <a:gd name="T38" fmla="*/ 33 w 67"/>
                <a:gd name="T39" fmla="*/ 0 h 131"/>
                <a:gd name="T40" fmla="*/ 33 w 67"/>
                <a:gd name="T41" fmla="*/ 0 h 131"/>
                <a:gd name="T42" fmla="*/ 41 w 67"/>
                <a:gd name="T43" fmla="*/ 0 h 131"/>
                <a:gd name="T44" fmla="*/ 47 w 67"/>
                <a:gd name="T45" fmla="*/ 2 h 131"/>
                <a:gd name="T46" fmla="*/ 52 w 67"/>
                <a:gd name="T47" fmla="*/ 5 h 131"/>
                <a:gd name="T48" fmla="*/ 57 w 67"/>
                <a:gd name="T49" fmla="*/ 9 h 131"/>
                <a:gd name="T50" fmla="*/ 61 w 67"/>
                <a:gd name="T51" fmla="*/ 14 h 131"/>
                <a:gd name="T52" fmla="*/ 65 w 67"/>
                <a:gd name="T53" fmla="*/ 19 h 131"/>
                <a:gd name="T54" fmla="*/ 67 w 67"/>
                <a:gd name="T55" fmla="*/ 25 h 131"/>
                <a:gd name="T56" fmla="*/ 67 w 67"/>
                <a:gd name="T57" fmla="*/ 33 h 131"/>
                <a:gd name="T58" fmla="*/ 67 w 67"/>
                <a:gd name="T59" fmla="*/ 99 h 131"/>
                <a:gd name="T60" fmla="*/ 67 w 67"/>
                <a:gd name="T61" fmla="*/ 99 h 131"/>
                <a:gd name="T62" fmla="*/ 67 w 67"/>
                <a:gd name="T63" fmla="*/ 105 h 131"/>
                <a:gd name="T64" fmla="*/ 65 w 67"/>
                <a:gd name="T65" fmla="*/ 111 h 131"/>
                <a:gd name="T66" fmla="*/ 61 w 67"/>
                <a:gd name="T67" fmla="*/ 117 h 131"/>
                <a:gd name="T68" fmla="*/ 57 w 67"/>
                <a:gd name="T69" fmla="*/ 122 h 131"/>
                <a:gd name="T70" fmla="*/ 52 w 67"/>
                <a:gd name="T71" fmla="*/ 126 h 131"/>
                <a:gd name="T72" fmla="*/ 47 w 67"/>
                <a:gd name="T73" fmla="*/ 129 h 131"/>
                <a:gd name="T74" fmla="*/ 41 w 67"/>
                <a:gd name="T75" fmla="*/ 131 h 131"/>
                <a:gd name="T76" fmla="*/ 33 w 67"/>
                <a:gd name="T77" fmla="*/ 131 h 131"/>
                <a:gd name="T78" fmla="*/ 33 w 67"/>
                <a:gd name="T79"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131">
                  <a:moveTo>
                    <a:pt x="33" y="131"/>
                  </a:moveTo>
                  <a:lnTo>
                    <a:pt x="33" y="131"/>
                  </a:lnTo>
                  <a:lnTo>
                    <a:pt x="27" y="131"/>
                  </a:lnTo>
                  <a:lnTo>
                    <a:pt x="21" y="129"/>
                  </a:lnTo>
                  <a:lnTo>
                    <a:pt x="15" y="126"/>
                  </a:lnTo>
                  <a:lnTo>
                    <a:pt x="11" y="122"/>
                  </a:lnTo>
                  <a:lnTo>
                    <a:pt x="7" y="117"/>
                  </a:lnTo>
                  <a:lnTo>
                    <a:pt x="3" y="111"/>
                  </a:lnTo>
                  <a:lnTo>
                    <a:pt x="1" y="105"/>
                  </a:lnTo>
                  <a:lnTo>
                    <a:pt x="0" y="99"/>
                  </a:lnTo>
                  <a:lnTo>
                    <a:pt x="0" y="33"/>
                  </a:lnTo>
                  <a:lnTo>
                    <a:pt x="0" y="33"/>
                  </a:lnTo>
                  <a:lnTo>
                    <a:pt x="1" y="25"/>
                  </a:lnTo>
                  <a:lnTo>
                    <a:pt x="3" y="19"/>
                  </a:lnTo>
                  <a:lnTo>
                    <a:pt x="7" y="14"/>
                  </a:lnTo>
                  <a:lnTo>
                    <a:pt x="11" y="9"/>
                  </a:lnTo>
                  <a:lnTo>
                    <a:pt x="15" y="5"/>
                  </a:lnTo>
                  <a:lnTo>
                    <a:pt x="21" y="2"/>
                  </a:lnTo>
                  <a:lnTo>
                    <a:pt x="27" y="0"/>
                  </a:lnTo>
                  <a:lnTo>
                    <a:pt x="33" y="0"/>
                  </a:lnTo>
                  <a:lnTo>
                    <a:pt x="33" y="0"/>
                  </a:lnTo>
                  <a:lnTo>
                    <a:pt x="41" y="0"/>
                  </a:lnTo>
                  <a:lnTo>
                    <a:pt x="47" y="2"/>
                  </a:lnTo>
                  <a:lnTo>
                    <a:pt x="52" y="5"/>
                  </a:lnTo>
                  <a:lnTo>
                    <a:pt x="57" y="9"/>
                  </a:lnTo>
                  <a:lnTo>
                    <a:pt x="61" y="14"/>
                  </a:lnTo>
                  <a:lnTo>
                    <a:pt x="65" y="19"/>
                  </a:lnTo>
                  <a:lnTo>
                    <a:pt x="67" y="25"/>
                  </a:lnTo>
                  <a:lnTo>
                    <a:pt x="67" y="33"/>
                  </a:lnTo>
                  <a:lnTo>
                    <a:pt x="67" y="99"/>
                  </a:lnTo>
                  <a:lnTo>
                    <a:pt x="67" y="99"/>
                  </a:lnTo>
                  <a:lnTo>
                    <a:pt x="67" y="105"/>
                  </a:lnTo>
                  <a:lnTo>
                    <a:pt x="65" y="111"/>
                  </a:lnTo>
                  <a:lnTo>
                    <a:pt x="61" y="117"/>
                  </a:lnTo>
                  <a:lnTo>
                    <a:pt x="57" y="122"/>
                  </a:lnTo>
                  <a:lnTo>
                    <a:pt x="52" y="126"/>
                  </a:lnTo>
                  <a:lnTo>
                    <a:pt x="47" y="129"/>
                  </a:lnTo>
                  <a:lnTo>
                    <a:pt x="41" y="131"/>
                  </a:lnTo>
                  <a:lnTo>
                    <a:pt x="33" y="131"/>
                  </a:lnTo>
                  <a:lnTo>
                    <a:pt x="33" y="1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170">
              <a:extLst>
                <a:ext uri="{FF2B5EF4-FFF2-40B4-BE49-F238E27FC236}">
                  <a16:creationId xmlns:a16="http://schemas.microsoft.com/office/drawing/2014/main" id="{2119CF8A-9049-447C-947E-C55CE9D5D12C}"/>
                </a:ext>
              </a:extLst>
            </p:cNvPr>
            <p:cNvSpPr>
              <a:spLocks noEditPoints="1"/>
            </p:cNvSpPr>
            <p:nvPr/>
          </p:nvSpPr>
          <p:spPr bwMode="auto">
            <a:xfrm>
              <a:off x="7775575" y="2687638"/>
              <a:ext cx="239713" cy="209550"/>
            </a:xfrm>
            <a:custGeom>
              <a:avLst/>
              <a:gdLst>
                <a:gd name="T0" fmla="*/ 463 w 1058"/>
                <a:gd name="T1" fmla="*/ 925 h 927"/>
                <a:gd name="T2" fmla="*/ 346 w 1058"/>
                <a:gd name="T3" fmla="*/ 913 h 927"/>
                <a:gd name="T4" fmla="*/ 246 w 1058"/>
                <a:gd name="T5" fmla="*/ 888 h 927"/>
                <a:gd name="T6" fmla="*/ 164 w 1058"/>
                <a:gd name="T7" fmla="*/ 852 h 927"/>
                <a:gd name="T8" fmla="*/ 98 w 1058"/>
                <a:gd name="T9" fmla="*/ 803 h 927"/>
                <a:gd name="T10" fmla="*/ 49 w 1058"/>
                <a:gd name="T11" fmla="*/ 741 h 927"/>
                <a:gd name="T12" fmla="*/ 17 w 1058"/>
                <a:gd name="T13" fmla="*/ 667 h 927"/>
                <a:gd name="T14" fmla="*/ 2 w 1058"/>
                <a:gd name="T15" fmla="*/ 579 h 927"/>
                <a:gd name="T16" fmla="*/ 1 w 1058"/>
                <a:gd name="T17" fmla="*/ 512 h 927"/>
                <a:gd name="T18" fmla="*/ 11 w 1058"/>
                <a:gd name="T19" fmla="*/ 443 h 927"/>
                <a:gd name="T20" fmla="*/ 35 w 1058"/>
                <a:gd name="T21" fmla="*/ 372 h 927"/>
                <a:gd name="T22" fmla="*/ 102 w 1058"/>
                <a:gd name="T23" fmla="*/ 245 h 927"/>
                <a:gd name="T24" fmla="*/ 207 w 1058"/>
                <a:gd name="T25" fmla="*/ 113 h 927"/>
                <a:gd name="T26" fmla="*/ 326 w 1058"/>
                <a:gd name="T27" fmla="*/ 6 h 927"/>
                <a:gd name="T28" fmla="*/ 340 w 1058"/>
                <a:gd name="T29" fmla="*/ 0 h 927"/>
                <a:gd name="T30" fmla="*/ 718 w 1058"/>
                <a:gd name="T31" fmla="*/ 0 h 927"/>
                <a:gd name="T32" fmla="*/ 732 w 1058"/>
                <a:gd name="T33" fmla="*/ 6 h 927"/>
                <a:gd name="T34" fmla="*/ 850 w 1058"/>
                <a:gd name="T35" fmla="*/ 113 h 927"/>
                <a:gd name="T36" fmla="*/ 955 w 1058"/>
                <a:gd name="T37" fmla="*/ 245 h 927"/>
                <a:gd name="T38" fmla="*/ 1022 w 1058"/>
                <a:gd name="T39" fmla="*/ 372 h 927"/>
                <a:gd name="T40" fmla="*/ 1047 w 1058"/>
                <a:gd name="T41" fmla="*/ 443 h 927"/>
                <a:gd name="T42" fmla="*/ 1057 w 1058"/>
                <a:gd name="T43" fmla="*/ 512 h 927"/>
                <a:gd name="T44" fmla="*/ 1056 w 1058"/>
                <a:gd name="T45" fmla="*/ 579 h 927"/>
                <a:gd name="T46" fmla="*/ 1040 w 1058"/>
                <a:gd name="T47" fmla="*/ 667 h 927"/>
                <a:gd name="T48" fmla="*/ 1007 w 1058"/>
                <a:gd name="T49" fmla="*/ 741 h 927"/>
                <a:gd name="T50" fmla="*/ 959 w 1058"/>
                <a:gd name="T51" fmla="*/ 803 h 927"/>
                <a:gd name="T52" fmla="*/ 894 w 1058"/>
                <a:gd name="T53" fmla="*/ 852 h 927"/>
                <a:gd name="T54" fmla="*/ 812 w 1058"/>
                <a:gd name="T55" fmla="*/ 888 h 927"/>
                <a:gd name="T56" fmla="*/ 712 w 1058"/>
                <a:gd name="T57" fmla="*/ 913 h 927"/>
                <a:gd name="T58" fmla="*/ 595 w 1058"/>
                <a:gd name="T59" fmla="*/ 925 h 927"/>
                <a:gd name="T60" fmla="*/ 356 w 1058"/>
                <a:gd name="T61" fmla="*/ 66 h 927"/>
                <a:gd name="T62" fmla="*/ 277 w 1058"/>
                <a:gd name="T63" fmla="*/ 135 h 927"/>
                <a:gd name="T64" fmla="*/ 180 w 1058"/>
                <a:gd name="T65" fmla="*/ 250 h 927"/>
                <a:gd name="T66" fmla="*/ 105 w 1058"/>
                <a:gd name="T67" fmla="*/ 377 h 927"/>
                <a:gd name="T68" fmla="*/ 73 w 1058"/>
                <a:gd name="T69" fmla="*/ 470 h 927"/>
                <a:gd name="T70" fmla="*/ 66 w 1058"/>
                <a:gd name="T71" fmla="*/ 529 h 927"/>
                <a:gd name="T72" fmla="*/ 71 w 1058"/>
                <a:gd name="T73" fmla="*/ 606 h 927"/>
                <a:gd name="T74" fmla="*/ 85 w 1058"/>
                <a:gd name="T75" fmla="*/ 665 h 927"/>
                <a:gd name="T76" fmla="*/ 113 w 1058"/>
                <a:gd name="T77" fmla="*/ 719 h 927"/>
                <a:gd name="T78" fmla="*/ 157 w 1058"/>
                <a:gd name="T79" fmla="*/ 767 h 927"/>
                <a:gd name="T80" fmla="*/ 221 w 1058"/>
                <a:gd name="T81" fmla="*/ 808 h 927"/>
                <a:gd name="T82" fmla="*/ 309 w 1058"/>
                <a:gd name="T83" fmla="*/ 838 h 927"/>
                <a:gd name="T84" fmla="*/ 423 w 1058"/>
                <a:gd name="T85" fmla="*/ 856 h 927"/>
                <a:gd name="T86" fmla="*/ 528 w 1058"/>
                <a:gd name="T87" fmla="*/ 860 h 927"/>
                <a:gd name="T88" fmla="*/ 666 w 1058"/>
                <a:gd name="T89" fmla="*/ 852 h 927"/>
                <a:gd name="T90" fmla="*/ 774 w 1058"/>
                <a:gd name="T91" fmla="*/ 831 h 927"/>
                <a:gd name="T92" fmla="*/ 854 w 1058"/>
                <a:gd name="T93" fmla="*/ 798 h 927"/>
                <a:gd name="T94" fmla="*/ 913 w 1058"/>
                <a:gd name="T95" fmla="*/ 756 h 927"/>
                <a:gd name="T96" fmla="*/ 953 w 1058"/>
                <a:gd name="T97" fmla="*/ 706 h 927"/>
                <a:gd name="T98" fmla="*/ 976 w 1058"/>
                <a:gd name="T99" fmla="*/ 650 h 927"/>
                <a:gd name="T100" fmla="*/ 989 w 1058"/>
                <a:gd name="T101" fmla="*/ 590 h 927"/>
                <a:gd name="T102" fmla="*/ 991 w 1058"/>
                <a:gd name="T103" fmla="*/ 515 h 927"/>
                <a:gd name="T104" fmla="*/ 982 w 1058"/>
                <a:gd name="T105" fmla="*/ 455 h 927"/>
                <a:gd name="T106" fmla="*/ 937 w 1058"/>
                <a:gd name="T107" fmla="*/ 345 h 927"/>
                <a:gd name="T108" fmla="*/ 855 w 1058"/>
                <a:gd name="T109" fmla="*/ 220 h 927"/>
                <a:gd name="T110" fmla="*/ 755 w 1058"/>
                <a:gd name="T111" fmla="*/ 111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58" h="927">
                  <a:moveTo>
                    <a:pt x="528" y="927"/>
                  </a:moveTo>
                  <a:lnTo>
                    <a:pt x="528" y="927"/>
                  </a:lnTo>
                  <a:lnTo>
                    <a:pt x="495" y="926"/>
                  </a:lnTo>
                  <a:lnTo>
                    <a:pt x="463" y="925"/>
                  </a:lnTo>
                  <a:lnTo>
                    <a:pt x="432" y="923"/>
                  </a:lnTo>
                  <a:lnTo>
                    <a:pt x="402" y="921"/>
                  </a:lnTo>
                  <a:lnTo>
                    <a:pt x="373" y="917"/>
                  </a:lnTo>
                  <a:lnTo>
                    <a:pt x="346" y="913"/>
                  </a:lnTo>
                  <a:lnTo>
                    <a:pt x="319" y="908"/>
                  </a:lnTo>
                  <a:lnTo>
                    <a:pt x="293" y="902"/>
                  </a:lnTo>
                  <a:lnTo>
                    <a:pt x="270" y="896"/>
                  </a:lnTo>
                  <a:lnTo>
                    <a:pt x="246" y="888"/>
                  </a:lnTo>
                  <a:lnTo>
                    <a:pt x="224" y="881"/>
                  </a:lnTo>
                  <a:lnTo>
                    <a:pt x="202" y="872"/>
                  </a:lnTo>
                  <a:lnTo>
                    <a:pt x="183" y="863"/>
                  </a:lnTo>
                  <a:lnTo>
                    <a:pt x="164" y="852"/>
                  </a:lnTo>
                  <a:lnTo>
                    <a:pt x="145" y="841"/>
                  </a:lnTo>
                  <a:lnTo>
                    <a:pt x="129" y="829"/>
                  </a:lnTo>
                  <a:lnTo>
                    <a:pt x="113" y="817"/>
                  </a:lnTo>
                  <a:lnTo>
                    <a:pt x="98" y="803"/>
                  </a:lnTo>
                  <a:lnTo>
                    <a:pt x="84" y="789"/>
                  </a:lnTo>
                  <a:lnTo>
                    <a:pt x="72" y="773"/>
                  </a:lnTo>
                  <a:lnTo>
                    <a:pt x="61" y="758"/>
                  </a:lnTo>
                  <a:lnTo>
                    <a:pt x="49" y="741"/>
                  </a:lnTo>
                  <a:lnTo>
                    <a:pt x="40" y="724"/>
                  </a:lnTo>
                  <a:lnTo>
                    <a:pt x="32" y="705"/>
                  </a:lnTo>
                  <a:lnTo>
                    <a:pt x="24" y="686"/>
                  </a:lnTo>
                  <a:lnTo>
                    <a:pt x="17" y="667"/>
                  </a:lnTo>
                  <a:lnTo>
                    <a:pt x="12" y="646"/>
                  </a:lnTo>
                  <a:lnTo>
                    <a:pt x="8" y="624"/>
                  </a:lnTo>
                  <a:lnTo>
                    <a:pt x="4" y="602"/>
                  </a:lnTo>
                  <a:lnTo>
                    <a:pt x="2" y="579"/>
                  </a:lnTo>
                  <a:lnTo>
                    <a:pt x="1" y="554"/>
                  </a:lnTo>
                  <a:lnTo>
                    <a:pt x="0" y="529"/>
                  </a:lnTo>
                  <a:lnTo>
                    <a:pt x="0" y="529"/>
                  </a:lnTo>
                  <a:lnTo>
                    <a:pt x="1" y="512"/>
                  </a:lnTo>
                  <a:lnTo>
                    <a:pt x="2" y="496"/>
                  </a:lnTo>
                  <a:lnTo>
                    <a:pt x="4" y="478"/>
                  </a:lnTo>
                  <a:lnTo>
                    <a:pt x="7" y="461"/>
                  </a:lnTo>
                  <a:lnTo>
                    <a:pt x="11" y="443"/>
                  </a:lnTo>
                  <a:lnTo>
                    <a:pt x="16" y="425"/>
                  </a:lnTo>
                  <a:lnTo>
                    <a:pt x="21" y="408"/>
                  </a:lnTo>
                  <a:lnTo>
                    <a:pt x="29" y="389"/>
                  </a:lnTo>
                  <a:lnTo>
                    <a:pt x="35" y="372"/>
                  </a:lnTo>
                  <a:lnTo>
                    <a:pt x="43" y="353"/>
                  </a:lnTo>
                  <a:lnTo>
                    <a:pt x="61" y="317"/>
                  </a:lnTo>
                  <a:lnTo>
                    <a:pt x="80" y="281"/>
                  </a:lnTo>
                  <a:lnTo>
                    <a:pt x="102" y="245"/>
                  </a:lnTo>
                  <a:lnTo>
                    <a:pt x="127" y="211"/>
                  </a:lnTo>
                  <a:lnTo>
                    <a:pt x="152" y="177"/>
                  </a:lnTo>
                  <a:lnTo>
                    <a:pt x="179" y="144"/>
                  </a:lnTo>
                  <a:lnTo>
                    <a:pt x="207" y="113"/>
                  </a:lnTo>
                  <a:lnTo>
                    <a:pt x="235" y="83"/>
                  </a:lnTo>
                  <a:lnTo>
                    <a:pt x="265" y="56"/>
                  </a:lnTo>
                  <a:lnTo>
                    <a:pt x="296" y="30"/>
                  </a:lnTo>
                  <a:lnTo>
                    <a:pt x="326" y="6"/>
                  </a:lnTo>
                  <a:lnTo>
                    <a:pt x="326" y="6"/>
                  </a:lnTo>
                  <a:lnTo>
                    <a:pt x="330" y="3"/>
                  </a:lnTo>
                  <a:lnTo>
                    <a:pt x="335" y="1"/>
                  </a:lnTo>
                  <a:lnTo>
                    <a:pt x="340" y="0"/>
                  </a:lnTo>
                  <a:lnTo>
                    <a:pt x="345" y="0"/>
                  </a:lnTo>
                  <a:lnTo>
                    <a:pt x="713" y="0"/>
                  </a:lnTo>
                  <a:lnTo>
                    <a:pt x="713" y="0"/>
                  </a:lnTo>
                  <a:lnTo>
                    <a:pt x="718" y="0"/>
                  </a:lnTo>
                  <a:lnTo>
                    <a:pt x="723" y="1"/>
                  </a:lnTo>
                  <a:lnTo>
                    <a:pt x="728" y="3"/>
                  </a:lnTo>
                  <a:lnTo>
                    <a:pt x="732" y="6"/>
                  </a:lnTo>
                  <a:lnTo>
                    <a:pt x="732" y="6"/>
                  </a:lnTo>
                  <a:lnTo>
                    <a:pt x="762" y="30"/>
                  </a:lnTo>
                  <a:lnTo>
                    <a:pt x="792" y="56"/>
                  </a:lnTo>
                  <a:lnTo>
                    <a:pt x="821" y="83"/>
                  </a:lnTo>
                  <a:lnTo>
                    <a:pt x="850" y="113"/>
                  </a:lnTo>
                  <a:lnTo>
                    <a:pt x="879" y="144"/>
                  </a:lnTo>
                  <a:lnTo>
                    <a:pt x="906" y="177"/>
                  </a:lnTo>
                  <a:lnTo>
                    <a:pt x="931" y="211"/>
                  </a:lnTo>
                  <a:lnTo>
                    <a:pt x="955" y="245"/>
                  </a:lnTo>
                  <a:lnTo>
                    <a:pt x="977" y="281"/>
                  </a:lnTo>
                  <a:lnTo>
                    <a:pt x="997" y="317"/>
                  </a:lnTo>
                  <a:lnTo>
                    <a:pt x="1015" y="353"/>
                  </a:lnTo>
                  <a:lnTo>
                    <a:pt x="1022" y="372"/>
                  </a:lnTo>
                  <a:lnTo>
                    <a:pt x="1029" y="389"/>
                  </a:lnTo>
                  <a:lnTo>
                    <a:pt x="1035" y="408"/>
                  </a:lnTo>
                  <a:lnTo>
                    <a:pt x="1042" y="425"/>
                  </a:lnTo>
                  <a:lnTo>
                    <a:pt x="1047" y="443"/>
                  </a:lnTo>
                  <a:lnTo>
                    <a:pt x="1050" y="461"/>
                  </a:lnTo>
                  <a:lnTo>
                    <a:pt x="1054" y="478"/>
                  </a:lnTo>
                  <a:lnTo>
                    <a:pt x="1056" y="496"/>
                  </a:lnTo>
                  <a:lnTo>
                    <a:pt x="1057" y="512"/>
                  </a:lnTo>
                  <a:lnTo>
                    <a:pt x="1058" y="529"/>
                  </a:lnTo>
                  <a:lnTo>
                    <a:pt x="1058" y="529"/>
                  </a:lnTo>
                  <a:lnTo>
                    <a:pt x="1057" y="554"/>
                  </a:lnTo>
                  <a:lnTo>
                    <a:pt x="1056" y="579"/>
                  </a:lnTo>
                  <a:lnTo>
                    <a:pt x="1053" y="602"/>
                  </a:lnTo>
                  <a:lnTo>
                    <a:pt x="1050" y="624"/>
                  </a:lnTo>
                  <a:lnTo>
                    <a:pt x="1046" y="646"/>
                  </a:lnTo>
                  <a:lnTo>
                    <a:pt x="1040" y="667"/>
                  </a:lnTo>
                  <a:lnTo>
                    <a:pt x="1033" y="686"/>
                  </a:lnTo>
                  <a:lnTo>
                    <a:pt x="1026" y="705"/>
                  </a:lnTo>
                  <a:lnTo>
                    <a:pt x="1018" y="724"/>
                  </a:lnTo>
                  <a:lnTo>
                    <a:pt x="1007" y="741"/>
                  </a:lnTo>
                  <a:lnTo>
                    <a:pt x="997" y="758"/>
                  </a:lnTo>
                  <a:lnTo>
                    <a:pt x="986" y="773"/>
                  </a:lnTo>
                  <a:lnTo>
                    <a:pt x="973" y="789"/>
                  </a:lnTo>
                  <a:lnTo>
                    <a:pt x="959" y="803"/>
                  </a:lnTo>
                  <a:lnTo>
                    <a:pt x="944" y="817"/>
                  </a:lnTo>
                  <a:lnTo>
                    <a:pt x="929" y="829"/>
                  </a:lnTo>
                  <a:lnTo>
                    <a:pt x="911" y="841"/>
                  </a:lnTo>
                  <a:lnTo>
                    <a:pt x="894" y="852"/>
                  </a:lnTo>
                  <a:lnTo>
                    <a:pt x="875" y="863"/>
                  </a:lnTo>
                  <a:lnTo>
                    <a:pt x="854" y="872"/>
                  </a:lnTo>
                  <a:lnTo>
                    <a:pt x="834" y="881"/>
                  </a:lnTo>
                  <a:lnTo>
                    <a:pt x="812" y="888"/>
                  </a:lnTo>
                  <a:lnTo>
                    <a:pt x="788" y="896"/>
                  </a:lnTo>
                  <a:lnTo>
                    <a:pt x="763" y="902"/>
                  </a:lnTo>
                  <a:lnTo>
                    <a:pt x="738" y="908"/>
                  </a:lnTo>
                  <a:lnTo>
                    <a:pt x="712" y="913"/>
                  </a:lnTo>
                  <a:lnTo>
                    <a:pt x="684" y="917"/>
                  </a:lnTo>
                  <a:lnTo>
                    <a:pt x="655" y="921"/>
                  </a:lnTo>
                  <a:lnTo>
                    <a:pt x="626" y="923"/>
                  </a:lnTo>
                  <a:lnTo>
                    <a:pt x="595" y="925"/>
                  </a:lnTo>
                  <a:lnTo>
                    <a:pt x="563" y="926"/>
                  </a:lnTo>
                  <a:lnTo>
                    <a:pt x="528" y="927"/>
                  </a:lnTo>
                  <a:lnTo>
                    <a:pt x="528" y="927"/>
                  </a:lnTo>
                  <a:close/>
                  <a:moveTo>
                    <a:pt x="356" y="66"/>
                  </a:moveTo>
                  <a:lnTo>
                    <a:pt x="356" y="66"/>
                  </a:lnTo>
                  <a:lnTo>
                    <a:pt x="330" y="87"/>
                  </a:lnTo>
                  <a:lnTo>
                    <a:pt x="303" y="111"/>
                  </a:lnTo>
                  <a:lnTo>
                    <a:pt x="277" y="135"/>
                  </a:lnTo>
                  <a:lnTo>
                    <a:pt x="251" y="162"/>
                  </a:lnTo>
                  <a:lnTo>
                    <a:pt x="226" y="190"/>
                  </a:lnTo>
                  <a:lnTo>
                    <a:pt x="202" y="220"/>
                  </a:lnTo>
                  <a:lnTo>
                    <a:pt x="180" y="250"/>
                  </a:lnTo>
                  <a:lnTo>
                    <a:pt x="158" y="281"/>
                  </a:lnTo>
                  <a:lnTo>
                    <a:pt x="138" y="313"/>
                  </a:lnTo>
                  <a:lnTo>
                    <a:pt x="121" y="345"/>
                  </a:lnTo>
                  <a:lnTo>
                    <a:pt x="105" y="377"/>
                  </a:lnTo>
                  <a:lnTo>
                    <a:pt x="92" y="408"/>
                  </a:lnTo>
                  <a:lnTo>
                    <a:pt x="80" y="440"/>
                  </a:lnTo>
                  <a:lnTo>
                    <a:pt x="76" y="455"/>
                  </a:lnTo>
                  <a:lnTo>
                    <a:pt x="73" y="470"/>
                  </a:lnTo>
                  <a:lnTo>
                    <a:pt x="70" y="486"/>
                  </a:lnTo>
                  <a:lnTo>
                    <a:pt x="68" y="500"/>
                  </a:lnTo>
                  <a:lnTo>
                    <a:pt x="66" y="515"/>
                  </a:lnTo>
                  <a:lnTo>
                    <a:pt x="66" y="529"/>
                  </a:lnTo>
                  <a:lnTo>
                    <a:pt x="66" y="529"/>
                  </a:lnTo>
                  <a:lnTo>
                    <a:pt x="67" y="560"/>
                  </a:lnTo>
                  <a:lnTo>
                    <a:pt x="69" y="590"/>
                  </a:lnTo>
                  <a:lnTo>
                    <a:pt x="71" y="606"/>
                  </a:lnTo>
                  <a:lnTo>
                    <a:pt x="74" y="620"/>
                  </a:lnTo>
                  <a:lnTo>
                    <a:pt x="77" y="636"/>
                  </a:lnTo>
                  <a:lnTo>
                    <a:pt x="81" y="650"/>
                  </a:lnTo>
                  <a:lnTo>
                    <a:pt x="85" y="665"/>
                  </a:lnTo>
                  <a:lnTo>
                    <a:pt x="91" y="678"/>
                  </a:lnTo>
                  <a:lnTo>
                    <a:pt x="98" y="693"/>
                  </a:lnTo>
                  <a:lnTo>
                    <a:pt x="105" y="706"/>
                  </a:lnTo>
                  <a:lnTo>
                    <a:pt x="113" y="719"/>
                  </a:lnTo>
                  <a:lnTo>
                    <a:pt x="123" y="732"/>
                  </a:lnTo>
                  <a:lnTo>
                    <a:pt x="133" y="744"/>
                  </a:lnTo>
                  <a:lnTo>
                    <a:pt x="144" y="756"/>
                  </a:lnTo>
                  <a:lnTo>
                    <a:pt x="157" y="767"/>
                  </a:lnTo>
                  <a:lnTo>
                    <a:pt x="171" y="779"/>
                  </a:lnTo>
                  <a:lnTo>
                    <a:pt x="187" y="789"/>
                  </a:lnTo>
                  <a:lnTo>
                    <a:pt x="203" y="798"/>
                  </a:lnTo>
                  <a:lnTo>
                    <a:pt x="221" y="808"/>
                  </a:lnTo>
                  <a:lnTo>
                    <a:pt x="241" y="816"/>
                  </a:lnTo>
                  <a:lnTo>
                    <a:pt x="261" y="824"/>
                  </a:lnTo>
                  <a:lnTo>
                    <a:pt x="284" y="831"/>
                  </a:lnTo>
                  <a:lnTo>
                    <a:pt x="309" y="838"/>
                  </a:lnTo>
                  <a:lnTo>
                    <a:pt x="335" y="844"/>
                  </a:lnTo>
                  <a:lnTo>
                    <a:pt x="363" y="848"/>
                  </a:lnTo>
                  <a:lnTo>
                    <a:pt x="392" y="852"/>
                  </a:lnTo>
                  <a:lnTo>
                    <a:pt x="423" y="856"/>
                  </a:lnTo>
                  <a:lnTo>
                    <a:pt x="456" y="858"/>
                  </a:lnTo>
                  <a:lnTo>
                    <a:pt x="491" y="859"/>
                  </a:lnTo>
                  <a:lnTo>
                    <a:pt x="528" y="860"/>
                  </a:lnTo>
                  <a:lnTo>
                    <a:pt x="528" y="860"/>
                  </a:lnTo>
                  <a:lnTo>
                    <a:pt x="566" y="859"/>
                  </a:lnTo>
                  <a:lnTo>
                    <a:pt x="601" y="858"/>
                  </a:lnTo>
                  <a:lnTo>
                    <a:pt x="634" y="856"/>
                  </a:lnTo>
                  <a:lnTo>
                    <a:pt x="666" y="852"/>
                  </a:lnTo>
                  <a:lnTo>
                    <a:pt x="695" y="848"/>
                  </a:lnTo>
                  <a:lnTo>
                    <a:pt x="723" y="844"/>
                  </a:lnTo>
                  <a:lnTo>
                    <a:pt x="749" y="838"/>
                  </a:lnTo>
                  <a:lnTo>
                    <a:pt x="774" y="831"/>
                  </a:lnTo>
                  <a:lnTo>
                    <a:pt x="795" y="824"/>
                  </a:lnTo>
                  <a:lnTo>
                    <a:pt x="817" y="816"/>
                  </a:lnTo>
                  <a:lnTo>
                    <a:pt x="837" y="808"/>
                  </a:lnTo>
                  <a:lnTo>
                    <a:pt x="854" y="798"/>
                  </a:lnTo>
                  <a:lnTo>
                    <a:pt x="871" y="789"/>
                  </a:lnTo>
                  <a:lnTo>
                    <a:pt x="886" y="779"/>
                  </a:lnTo>
                  <a:lnTo>
                    <a:pt x="901" y="767"/>
                  </a:lnTo>
                  <a:lnTo>
                    <a:pt x="913" y="756"/>
                  </a:lnTo>
                  <a:lnTo>
                    <a:pt x="925" y="744"/>
                  </a:lnTo>
                  <a:lnTo>
                    <a:pt x="935" y="732"/>
                  </a:lnTo>
                  <a:lnTo>
                    <a:pt x="944" y="719"/>
                  </a:lnTo>
                  <a:lnTo>
                    <a:pt x="953" y="706"/>
                  </a:lnTo>
                  <a:lnTo>
                    <a:pt x="960" y="693"/>
                  </a:lnTo>
                  <a:lnTo>
                    <a:pt x="966" y="678"/>
                  </a:lnTo>
                  <a:lnTo>
                    <a:pt x="972" y="665"/>
                  </a:lnTo>
                  <a:lnTo>
                    <a:pt x="976" y="650"/>
                  </a:lnTo>
                  <a:lnTo>
                    <a:pt x="981" y="636"/>
                  </a:lnTo>
                  <a:lnTo>
                    <a:pt x="984" y="620"/>
                  </a:lnTo>
                  <a:lnTo>
                    <a:pt x="987" y="606"/>
                  </a:lnTo>
                  <a:lnTo>
                    <a:pt x="989" y="590"/>
                  </a:lnTo>
                  <a:lnTo>
                    <a:pt x="991" y="560"/>
                  </a:lnTo>
                  <a:lnTo>
                    <a:pt x="992" y="529"/>
                  </a:lnTo>
                  <a:lnTo>
                    <a:pt x="992" y="529"/>
                  </a:lnTo>
                  <a:lnTo>
                    <a:pt x="991" y="515"/>
                  </a:lnTo>
                  <a:lnTo>
                    <a:pt x="990" y="500"/>
                  </a:lnTo>
                  <a:lnTo>
                    <a:pt x="988" y="486"/>
                  </a:lnTo>
                  <a:lnTo>
                    <a:pt x="985" y="470"/>
                  </a:lnTo>
                  <a:lnTo>
                    <a:pt x="982" y="455"/>
                  </a:lnTo>
                  <a:lnTo>
                    <a:pt x="977" y="440"/>
                  </a:lnTo>
                  <a:lnTo>
                    <a:pt x="966" y="408"/>
                  </a:lnTo>
                  <a:lnTo>
                    <a:pt x="953" y="377"/>
                  </a:lnTo>
                  <a:lnTo>
                    <a:pt x="937" y="345"/>
                  </a:lnTo>
                  <a:lnTo>
                    <a:pt x="920" y="313"/>
                  </a:lnTo>
                  <a:lnTo>
                    <a:pt x="900" y="281"/>
                  </a:lnTo>
                  <a:lnTo>
                    <a:pt x="878" y="250"/>
                  </a:lnTo>
                  <a:lnTo>
                    <a:pt x="855" y="220"/>
                  </a:lnTo>
                  <a:lnTo>
                    <a:pt x="832" y="190"/>
                  </a:lnTo>
                  <a:lnTo>
                    <a:pt x="807" y="162"/>
                  </a:lnTo>
                  <a:lnTo>
                    <a:pt x="781" y="135"/>
                  </a:lnTo>
                  <a:lnTo>
                    <a:pt x="755" y="111"/>
                  </a:lnTo>
                  <a:lnTo>
                    <a:pt x="728" y="87"/>
                  </a:lnTo>
                  <a:lnTo>
                    <a:pt x="701" y="66"/>
                  </a:lnTo>
                  <a:lnTo>
                    <a:pt x="356"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171">
              <a:extLst>
                <a:ext uri="{FF2B5EF4-FFF2-40B4-BE49-F238E27FC236}">
                  <a16:creationId xmlns:a16="http://schemas.microsoft.com/office/drawing/2014/main" id="{F795535A-8AE2-43FE-8C3E-DBFAE3FDC4CC}"/>
                </a:ext>
              </a:extLst>
            </p:cNvPr>
            <p:cNvSpPr>
              <a:spLocks/>
            </p:cNvSpPr>
            <p:nvPr/>
          </p:nvSpPr>
          <p:spPr bwMode="auto">
            <a:xfrm>
              <a:off x="7835900" y="2657475"/>
              <a:ext cx="119063" cy="14288"/>
            </a:xfrm>
            <a:custGeom>
              <a:avLst/>
              <a:gdLst>
                <a:gd name="T0" fmla="*/ 496 w 529"/>
                <a:gd name="T1" fmla="*/ 67 h 67"/>
                <a:gd name="T2" fmla="*/ 34 w 529"/>
                <a:gd name="T3" fmla="*/ 67 h 67"/>
                <a:gd name="T4" fmla="*/ 34 w 529"/>
                <a:gd name="T5" fmla="*/ 67 h 67"/>
                <a:gd name="T6" fmla="*/ 26 w 529"/>
                <a:gd name="T7" fmla="*/ 65 h 67"/>
                <a:gd name="T8" fmla="*/ 20 w 529"/>
                <a:gd name="T9" fmla="*/ 63 h 67"/>
                <a:gd name="T10" fmla="*/ 15 w 529"/>
                <a:gd name="T11" fmla="*/ 61 h 67"/>
                <a:gd name="T12" fmla="*/ 10 w 529"/>
                <a:gd name="T13" fmla="*/ 57 h 67"/>
                <a:gd name="T14" fmla="*/ 6 w 529"/>
                <a:gd name="T15" fmla="*/ 52 h 67"/>
                <a:gd name="T16" fmla="*/ 3 w 529"/>
                <a:gd name="T17" fmla="*/ 46 h 67"/>
                <a:gd name="T18" fmla="*/ 0 w 529"/>
                <a:gd name="T19" fmla="*/ 40 h 67"/>
                <a:gd name="T20" fmla="*/ 0 w 529"/>
                <a:gd name="T21" fmla="*/ 33 h 67"/>
                <a:gd name="T22" fmla="*/ 0 w 529"/>
                <a:gd name="T23" fmla="*/ 33 h 67"/>
                <a:gd name="T24" fmla="*/ 0 w 529"/>
                <a:gd name="T25" fmla="*/ 27 h 67"/>
                <a:gd name="T26" fmla="*/ 3 w 529"/>
                <a:gd name="T27" fmla="*/ 21 h 67"/>
                <a:gd name="T28" fmla="*/ 6 w 529"/>
                <a:gd name="T29" fmla="*/ 15 h 67"/>
                <a:gd name="T30" fmla="*/ 10 w 529"/>
                <a:gd name="T31" fmla="*/ 10 h 67"/>
                <a:gd name="T32" fmla="*/ 15 w 529"/>
                <a:gd name="T33" fmla="*/ 6 h 67"/>
                <a:gd name="T34" fmla="*/ 20 w 529"/>
                <a:gd name="T35" fmla="*/ 3 h 67"/>
                <a:gd name="T36" fmla="*/ 26 w 529"/>
                <a:gd name="T37" fmla="*/ 1 h 67"/>
                <a:gd name="T38" fmla="*/ 34 w 529"/>
                <a:gd name="T39" fmla="*/ 0 h 67"/>
                <a:gd name="T40" fmla="*/ 496 w 529"/>
                <a:gd name="T41" fmla="*/ 0 h 67"/>
                <a:gd name="T42" fmla="*/ 496 w 529"/>
                <a:gd name="T43" fmla="*/ 0 h 67"/>
                <a:gd name="T44" fmla="*/ 502 w 529"/>
                <a:gd name="T45" fmla="*/ 1 h 67"/>
                <a:gd name="T46" fmla="*/ 509 w 529"/>
                <a:gd name="T47" fmla="*/ 3 h 67"/>
                <a:gd name="T48" fmla="*/ 515 w 529"/>
                <a:gd name="T49" fmla="*/ 6 h 67"/>
                <a:gd name="T50" fmla="*/ 520 w 529"/>
                <a:gd name="T51" fmla="*/ 10 h 67"/>
                <a:gd name="T52" fmla="*/ 524 w 529"/>
                <a:gd name="T53" fmla="*/ 15 h 67"/>
                <a:gd name="T54" fmla="*/ 526 w 529"/>
                <a:gd name="T55" fmla="*/ 21 h 67"/>
                <a:gd name="T56" fmla="*/ 528 w 529"/>
                <a:gd name="T57" fmla="*/ 27 h 67"/>
                <a:gd name="T58" fmla="*/ 529 w 529"/>
                <a:gd name="T59" fmla="*/ 33 h 67"/>
                <a:gd name="T60" fmla="*/ 529 w 529"/>
                <a:gd name="T61" fmla="*/ 33 h 67"/>
                <a:gd name="T62" fmla="*/ 528 w 529"/>
                <a:gd name="T63" fmla="*/ 40 h 67"/>
                <a:gd name="T64" fmla="*/ 526 w 529"/>
                <a:gd name="T65" fmla="*/ 46 h 67"/>
                <a:gd name="T66" fmla="*/ 524 w 529"/>
                <a:gd name="T67" fmla="*/ 52 h 67"/>
                <a:gd name="T68" fmla="*/ 520 w 529"/>
                <a:gd name="T69" fmla="*/ 57 h 67"/>
                <a:gd name="T70" fmla="*/ 515 w 529"/>
                <a:gd name="T71" fmla="*/ 61 h 67"/>
                <a:gd name="T72" fmla="*/ 509 w 529"/>
                <a:gd name="T73" fmla="*/ 63 h 67"/>
                <a:gd name="T74" fmla="*/ 502 w 529"/>
                <a:gd name="T75" fmla="*/ 65 h 67"/>
                <a:gd name="T76" fmla="*/ 496 w 529"/>
                <a:gd name="T77" fmla="*/ 67 h 67"/>
                <a:gd name="T78" fmla="*/ 496 w 529"/>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29" h="67">
                  <a:moveTo>
                    <a:pt x="496" y="67"/>
                  </a:moveTo>
                  <a:lnTo>
                    <a:pt x="34" y="67"/>
                  </a:lnTo>
                  <a:lnTo>
                    <a:pt x="34" y="67"/>
                  </a:lnTo>
                  <a:lnTo>
                    <a:pt x="26" y="65"/>
                  </a:lnTo>
                  <a:lnTo>
                    <a:pt x="20" y="63"/>
                  </a:lnTo>
                  <a:lnTo>
                    <a:pt x="15" y="61"/>
                  </a:lnTo>
                  <a:lnTo>
                    <a:pt x="10" y="57"/>
                  </a:lnTo>
                  <a:lnTo>
                    <a:pt x="6" y="52"/>
                  </a:lnTo>
                  <a:lnTo>
                    <a:pt x="3" y="46"/>
                  </a:lnTo>
                  <a:lnTo>
                    <a:pt x="0" y="40"/>
                  </a:lnTo>
                  <a:lnTo>
                    <a:pt x="0" y="33"/>
                  </a:lnTo>
                  <a:lnTo>
                    <a:pt x="0" y="33"/>
                  </a:lnTo>
                  <a:lnTo>
                    <a:pt x="0" y="27"/>
                  </a:lnTo>
                  <a:lnTo>
                    <a:pt x="3" y="21"/>
                  </a:lnTo>
                  <a:lnTo>
                    <a:pt x="6" y="15"/>
                  </a:lnTo>
                  <a:lnTo>
                    <a:pt x="10" y="10"/>
                  </a:lnTo>
                  <a:lnTo>
                    <a:pt x="15" y="6"/>
                  </a:lnTo>
                  <a:lnTo>
                    <a:pt x="20" y="3"/>
                  </a:lnTo>
                  <a:lnTo>
                    <a:pt x="26" y="1"/>
                  </a:lnTo>
                  <a:lnTo>
                    <a:pt x="34" y="0"/>
                  </a:lnTo>
                  <a:lnTo>
                    <a:pt x="496" y="0"/>
                  </a:lnTo>
                  <a:lnTo>
                    <a:pt x="496" y="0"/>
                  </a:lnTo>
                  <a:lnTo>
                    <a:pt x="502" y="1"/>
                  </a:lnTo>
                  <a:lnTo>
                    <a:pt x="509" y="3"/>
                  </a:lnTo>
                  <a:lnTo>
                    <a:pt x="515" y="6"/>
                  </a:lnTo>
                  <a:lnTo>
                    <a:pt x="520" y="10"/>
                  </a:lnTo>
                  <a:lnTo>
                    <a:pt x="524" y="15"/>
                  </a:lnTo>
                  <a:lnTo>
                    <a:pt x="526" y="21"/>
                  </a:lnTo>
                  <a:lnTo>
                    <a:pt x="528" y="27"/>
                  </a:lnTo>
                  <a:lnTo>
                    <a:pt x="529" y="33"/>
                  </a:lnTo>
                  <a:lnTo>
                    <a:pt x="529" y="33"/>
                  </a:lnTo>
                  <a:lnTo>
                    <a:pt x="528" y="40"/>
                  </a:lnTo>
                  <a:lnTo>
                    <a:pt x="526" y="46"/>
                  </a:lnTo>
                  <a:lnTo>
                    <a:pt x="524" y="52"/>
                  </a:lnTo>
                  <a:lnTo>
                    <a:pt x="520" y="57"/>
                  </a:lnTo>
                  <a:lnTo>
                    <a:pt x="515" y="61"/>
                  </a:lnTo>
                  <a:lnTo>
                    <a:pt x="509" y="63"/>
                  </a:lnTo>
                  <a:lnTo>
                    <a:pt x="502" y="65"/>
                  </a:lnTo>
                  <a:lnTo>
                    <a:pt x="496" y="67"/>
                  </a:lnTo>
                  <a:lnTo>
                    <a:pt x="496"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172">
              <a:extLst>
                <a:ext uri="{FF2B5EF4-FFF2-40B4-BE49-F238E27FC236}">
                  <a16:creationId xmlns:a16="http://schemas.microsoft.com/office/drawing/2014/main" id="{9CB44972-A809-45DB-8CA0-09ECA5141348}"/>
                </a:ext>
              </a:extLst>
            </p:cNvPr>
            <p:cNvSpPr>
              <a:spLocks noEditPoints="1"/>
            </p:cNvSpPr>
            <p:nvPr/>
          </p:nvSpPr>
          <p:spPr bwMode="auto">
            <a:xfrm>
              <a:off x="7820025" y="2536825"/>
              <a:ext cx="150813" cy="104775"/>
            </a:xfrm>
            <a:custGeom>
              <a:avLst/>
              <a:gdLst>
                <a:gd name="T0" fmla="*/ 166 w 662"/>
                <a:gd name="T1" fmla="*/ 461 h 461"/>
                <a:gd name="T2" fmla="*/ 147 w 662"/>
                <a:gd name="T3" fmla="*/ 456 h 461"/>
                <a:gd name="T4" fmla="*/ 135 w 662"/>
                <a:gd name="T5" fmla="*/ 441 h 461"/>
                <a:gd name="T6" fmla="*/ 133 w 662"/>
                <a:gd name="T7" fmla="*/ 428 h 461"/>
                <a:gd name="T8" fmla="*/ 126 w 662"/>
                <a:gd name="T9" fmla="*/ 380 h 461"/>
                <a:gd name="T10" fmla="*/ 104 w 662"/>
                <a:gd name="T11" fmla="*/ 302 h 461"/>
                <a:gd name="T12" fmla="*/ 70 w 662"/>
                <a:gd name="T13" fmla="*/ 227 h 461"/>
                <a:gd name="T14" fmla="*/ 12 w 662"/>
                <a:gd name="T15" fmla="*/ 124 h 461"/>
                <a:gd name="T16" fmla="*/ 3 w 662"/>
                <a:gd name="T17" fmla="*/ 111 h 461"/>
                <a:gd name="T18" fmla="*/ 0 w 662"/>
                <a:gd name="T19" fmla="*/ 95 h 461"/>
                <a:gd name="T20" fmla="*/ 4 w 662"/>
                <a:gd name="T21" fmla="*/ 81 h 461"/>
                <a:gd name="T22" fmla="*/ 12 w 662"/>
                <a:gd name="T23" fmla="*/ 73 h 461"/>
                <a:gd name="T24" fmla="*/ 25 w 662"/>
                <a:gd name="T25" fmla="*/ 65 h 461"/>
                <a:gd name="T26" fmla="*/ 41 w 662"/>
                <a:gd name="T27" fmla="*/ 65 h 461"/>
                <a:gd name="T28" fmla="*/ 300 w 662"/>
                <a:gd name="T29" fmla="*/ 19 h 461"/>
                <a:gd name="T30" fmla="*/ 306 w 662"/>
                <a:gd name="T31" fmla="*/ 10 h 461"/>
                <a:gd name="T32" fmla="*/ 317 w 662"/>
                <a:gd name="T33" fmla="*/ 2 h 461"/>
                <a:gd name="T34" fmla="*/ 341 w 662"/>
                <a:gd name="T35" fmla="*/ 1 h 461"/>
                <a:gd name="T36" fmla="*/ 353 w 662"/>
                <a:gd name="T37" fmla="*/ 7 h 461"/>
                <a:gd name="T38" fmla="*/ 361 w 662"/>
                <a:gd name="T39" fmla="*/ 19 h 461"/>
                <a:gd name="T40" fmla="*/ 615 w 662"/>
                <a:gd name="T41" fmla="*/ 66 h 461"/>
                <a:gd name="T42" fmla="*/ 630 w 662"/>
                <a:gd name="T43" fmla="*/ 64 h 461"/>
                <a:gd name="T44" fmla="*/ 646 w 662"/>
                <a:gd name="T45" fmla="*/ 68 h 461"/>
                <a:gd name="T46" fmla="*/ 653 w 662"/>
                <a:gd name="T47" fmla="*/ 76 h 461"/>
                <a:gd name="T48" fmla="*/ 660 w 662"/>
                <a:gd name="T49" fmla="*/ 90 h 461"/>
                <a:gd name="T50" fmla="*/ 660 w 662"/>
                <a:gd name="T51" fmla="*/ 106 h 461"/>
                <a:gd name="T52" fmla="*/ 656 w 662"/>
                <a:gd name="T53" fmla="*/ 115 h 461"/>
                <a:gd name="T54" fmla="*/ 615 w 662"/>
                <a:gd name="T55" fmla="*/ 183 h 461"/>
                <a:gd name="T56" fmla="*/ 569 w 662"/>
                <a:gd name="T57" fmla="*/ 277 h 461"/>
                <a:gd name="T58" fmla="*/ 540 w 662"/>
                <a:gd name="T59" fmla="*/ 354 h 461"/>
                <a:gd name="T60" fmla="*/ 529 w 662"/>
                <a:gd name="T61" fmla="*/ 416 h 461"/>
                <a:gd name="T62" fmla="*/ 528 w 662"/>
                <a:gd name="T63" fmla="*/ 435 h 461"/>
                <a:gd name="T64" fmla="*/ 520 w 662"/>
                <a:gd name="T65" fmla="*/ 452 h 461"/>
                <a:gd name="T66" fmla="*/ 503 w 662"/>
                <a:gd name="T67" fmla="*/ 461 h 461"/>
                <a:gd name="T68" fmla="*/ 196 w 662"/>
                <a:gd name="T69" fmla="*/ 395 h 461"/>
                <a:gd name="T70" fmla="*/ 467 w 662"/>
                <a:gd name="T71" fmla="*/ 380 h 461"/>
                <a:gd name="T72" fmla="*/ 487 w 662"/>
                <a:gd name="T73" fmla="*/ 306 h 461"/>
                <a:gd name="T74" fmla="*/ 523 w 662"/>
                <a:gd name="T75" fmla="*/ 219 h 461"/>
                <a:gd name="T76" fmla="*/ 410 w 662"/>
                <a:gd name="T77" fmla="*/ 227 h 461"/>
                <a:gd name="T78" fmla="*/ 397 w 662"/>
                <a:gd name="T79" fmla="*/ 230 h 461"/>
                <a:gd name="T80" fmla="*/ 384 w 662"/>
                <a:gd name="T81" fmla="*/ 227 h 461"/>
                <a:gd name="T82" fmla="*/ 370 w 662"/>
                <a:gd name="T83" fmla="*/ 214 h 461"/>
                <a:gd name="T84" fmla="*/ 295 w 662"/>
                <a:gd name="T85" fmla="*/ 208 h 461"/>
                <a:gd name="T86" fmla="*/ 288 w 662"/>
                <a:gd name="T87" fmla="*/ 220 h 461"/>
                <a:gd name="T88" fmla="*/ 278 w 662"/>
                <a:gd name="T89" fmla="*/ 227 h 461"/>
                <a:gd name="T90" fmla="*/ 258 w 662"/>
                <a:gd name="T91" fmla="*/ 229 h 461"/>
                <a:gd name="T92" fmla="*/ 113 w 662"/>
                <a:gd name="T93" fmla="*/ 168 h 461"/>
                <a:gd name="T94" fmla="*/ 151 w 662"/>
                <a:gd name="T95" fmla="*/ 247 h 461"/>
                <a:gd name="T96" fmla="*/ 184 w 662"/>
                <a:gd name="T97" fmla="*/ 336 h 461"/>
                <a:gd name="T98" fmla="*/ 196 w 662"/>
                <a:gd name="T99" fmla="*/ 395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62" h="461">
                  <a:moveTo>
                    <a:pt x="496" y="461"/>
                  </a:moveTo>
                  <a:lnTo>
                    <a:pt x="166" y="461"/>
                  </a:lnTo>
                  <a:lnTo>
                    <a:pt x="166" y="461"/>
                  </a:lnTo>
                  <a:lnTo>
                    <a:pt x="159" y="461"/>
                  </a:lnTo>
                  <a:lnTo>
                    <a:pt x="152" y="459"/>
                  </a:lnTo>
                  <a:lnTo>
                    <a:pt x="147" y="456"/>
                  </a:lnTo>
                  <a:lnTo>
                    <a:pt x="142" y="452"/>
                  </a:lnTo>
                  <a:lnTo>
                    <a:pt x="138" y="446"/>
                  </a:lnTo>
                  <a:lnTo>
                    <a:pt x="135" y="441"/>
                  </a:lnTo>
                  <a:lnTo>
                    <a:pt x="133" y="435"/>
                  </a:lnTo>
                  <a:lnTo>
                    <a:pt x="133" y="428"/>
                  </a:lnTo>
                  <a:lnTo>
                    <a:pt x="133" y="428"/>
                  </a:lnTo>
                  <a:lnTo>
                    <a:pt x="132" y="416"/>
                  </a:lnTo>
                  <a:lnTo>
                    <a:pt x="131" y="405"/>
                  </a:lnTo>
                  <a:lnTo>
                    <a:pt x="126" y="380"/>
                  </a:lnTo>
                  <a:lnTo>
                    <a:pt x="120" y="354"/>
                  </a:lnTo>
                  <a:lnTo>
                    <a:pt x="113" y="328"/>
                  </a:lnTo>
                  <a:lnTo>
                    <a:pt x="104" y="302"/>
                  </a:lnTo>
                  <a:lnTo>
                    <a:pt x="92" y="277"/>
                  </a:lnTo>
                  <a:lnTo>
                    <a:pt x="81" y="252"/>
                  </a:lnTo>
                  <a:lnTo>
                    <a:pt x="70" y="227"/>
                  </a:lnTo>
                  <a:lnTo>
                    <a:pt x="47" y="183"/>
                  </a:lnTo>
                  <a:lnTo>
                    <a:pt x="26" y="148"/>
                  </a:lnTo>
                  <a:lnTo>
                    <a:pt x="12" y="124"/>
                  </a:lnTo>
                  <a:lnTo>
                    <a:pt x="5" y="115"/>
                  </a:lnTo>
                  <a:lnTo>
                    <a:pt x="5" y="115"/>
                  </a:lnTo>
                  <a:lnTo>
                    <a:pt x="3" y="111"/>
                  </a:lnTo>
                  <a:lnTo>
                    <a:pt x="1" y="106"/>
                  </a:lnTo>
                  <a:lnTo>
                    <a:pt x="0" y="101"/>
                  </a:lnTo>
                  <a:lnTo>
                    <a:pt x="0" y="95"/>
                  </a:lnTo>
                  <a:lnTo>
                    <a:pt x="1" y="90"/>
                  </a:lnTo>
                  <a:lnTo>
                    <a:pt x="2" y="85"/>
                  </a:lnTo>
                  <a:lnTo>
                    <a:pt x="4" y="81"/>
                  </a:lnTo>
                  <a:lnTo>
                    <a:pt x="7" y="76"/>
                  </a:lnTo>
                  <a:lnTo>
                    <a:pt x="7" y="76"/>
                  </a:lnTo>
                  <a:lnTo>
                    <a:pt x="12" y="73"/>
                  </a:lnTo>
                  <a:lnTo>
                    <a:pt x="16" y="68"/>
                  </a:lnTo>
                  <a:lnTo>
                    <a:pt x="21" y="66"/>
                  </a:lnTo>
                  <a:lnTo>
                    <a:pt x="25" y="65"/>
                  </a:lnTo>
                  <a:lnTo>
                    <a:pt x="30" y="64"/>
                  </a:lnTo>
                  <a:lnTo>
                    <a:pt x="35" y="64"/>
                  </a:lnTo>
                  <a:lnTo>
                    <a:pt x="41" y="65"/>
                  </a:lnTo>
                  <a:lnTo>
                    <a:pt x="46" y="66"/>
                  </a:lnTo>
                  <a:lnTo>
                    <a:pt x="247" y="152"/>
                  </a:lnTo>
                  <a:lnTo>
                    <a:pt x="300" y="19"/>
                  </a:lnTo>
                  <a:lnTo>
                    <a:pt x="300" y="19"/>
                  </a:lnTo>
                  <a:lnTo>
                    <a:pt x="302" y="15"/>
                  </a:lnTo>
                  <a:lnTo>
                    <a:pt x="306" y="10"/>
                  </a:lnTo>
                  <a:lnTo>
                    <a:pt x="309" y="7"/>
                  </a:lnTo>
                  <a:lnTo>
                    <a:pt x="313" y="4"/>
                  </a:lnTo>
                  <a:lnTo>
                    <a:pt x="317" y="2"/>
                  </a:lnTo>
                  <a:lnTo>
                    <a:pt x="321" y="1"/>
                  </a:lnTo>
                  <a:lnTo>
                    <a:pt x="330" y="0"/>
                  </a:lnTo>
                  <a:lnTo>
                    <a:pt x="341" y="1"/>
                  </a:lnTo>
                  <a:lnTo>
                    <a:pt x="345" y="2"/>
                  </a:lnTo>
                  <a:lnTo>
                    <a:pt x="349" y="4"/>
                  </a:lnTo>
                  <a:lnTo>
                    <a:pt x="353" y="7"/>
                  </a:lnTo>
                  <a:lnTo>
                    <a:pt x="356" y="10"/>
                  </a:lnTo>
                  <a:lnTo>
                    <a:pt x="359" y="15"/>
                  </a:lnTo>
                  <a:lnTo>
                    <a:pt x="361" y="19"/>
                  </a:lnTo>
                  <a:lnTo>
                    <a:pt x="415" y="152"/>
                  </a:lnTo>
                  <a:lnTo>
                    <a:pt x="615" y="66"/>
                  </a:lnTo>
                  <a:lnTo>
                    <a:pt x="615" y="66"/>
                  </a:lnTo>
                  <a:lnTo>
                    <a:pt x="620" y="65"/>
                  </a:lnTo>
                  <a:lnTo>
                    <a:pt x="625" y="64"/>
                  </a:lnTo>
                  <a:lnTo>
                    <a:pt x="630" y="64"/>
                  </a:lnTo>
                  <a:lnTo>
                    <a:pt x="636" y="65"/>
                  </a:lnTo>
                  <a:lnTo>
                    <a:pt x="641" y="66"/>
                  </a:lnTo>
                  <a:lnTo>
                    <a:pt x="646" y="68"/>
                  </a:lnTo>
                  <a:lnTo>
                    <a:pt x="650" y="73"/>
                  </a:lnTo>
                  <a:lnTo>
                    <a:pt x="653" y="76"/>
                  </a:lnTo>
                  <a:lnTo>
                    <a:pt x="653" y="76"/>
                  </a:lnTo>
                  <a:lnTo>
                    <a:pt x="656" y="81"/>
                  </a:lnTo>
                  <a:lnTo>
                    <a:pt x="659" y="85"/>
                  </a:lnTo>
                  <a:lnTo>
                    <a:pt x="660" y="90"/>
                  </a:lnTo>
                  <a:lnTo>
                    <a:pt x="662" y="95"/>
                  </a:lnTo>
                  <a:lnTo>
                    <a:pt x="662" y="101"/>
                  </a:lnTo>
                  <a:lnTo>
                    <a:pt x="660" y="106"/>
                  </a:lnTo>
                  <a:lnTo>
                    <a:pt x="658" y="111"/>
                  </a:lnTo>
                  <a:lnTo>
                    <a:pt x="656" y="115"/>
                  </a:lnTo>
                  <a:lnTo>
                    <a:pt x="656" y="115"/>
                  </a:lnTo>
                  <a:lnTo>
                    <a:pt x="650" y="124"/>
                  </a:lnTo>
                  <a:lnTo>
                    <a:pt x="636" y="148"/>
                  </a:lnTo>
                  <a:lnTo>
                    <a:pt x="615" y="183"/>
                  </a:lnTo>
                  <a:lnTo>
                    <a:pt x="592" y="227"/>
                  </a:lnTo>
                  <a:lnTo>
                    <a:pt x="580" y="252"/>
                  </a:lnTo>
                  <a:lnTo>
                    <a:pt x="569" y="277"/>
                  </a:lnTo>
                  <a:lnTo>
                    <a:pt x="558" y="302"/>
                  </a:lnTo>
                  <a:lnTo>
                    <a:pt x="549" y="328"/>
                  </a:lnTo>
                  <a:lnTo>
                    <a:pt x="540" y="354"/>
                  </a:lnTo>
                  <a:lnTo>
                    <a:pt x="534" y="380"/>
                  </a:lnTo>
                  <a:lnTo>
                    <a:pt x="530" y="405"/>
                  </a:lnTo>
                  <a:lnTo>
                    <a:pt x="529" y="416"/>
                  </a:lnTo>
                  <a:lnTo>
                    <a:pt x="529" y="428"/>
                  </a:lnTo>
                  <a:lnTo>
                    <a:pt x="529" y="428"/>
                  </a:lnTo>
                  <a:lnTo>
                    <a:pt x="528" y="435"/>
                  </a:lnTo>
                  <a:lnTo>
                    <a:pt x="527" y="441"/>
                  </a:lnTo>
                  <a:lnTo>
                    <a:pt x="524" y="446"/>
                  </a:lnTo>
                  <a:lnTo>
                    <a:pt x="520" y="452"/>
                  </a:lnTo>
                  <a:lnTo>
                    <a:pt x="515" y="456"/>
                  </a:lnTo>
                  <a:lnTo>
                    <a:pt x="509" y="459"/>
                  </a:lnTo>
                  <a:lnTo>
                    <a:pt x="503" y="461"/>
                  </a:lnTo>
                  <a:lnTo>
                    <a:pt x="496" y="461"/>
                  </a:lnTo>
                  <a:lnTo>
                    <a:pt x="496" y="461"/>
                  </a:lnTo>
                  <a:close/>
                  <a:moveTo>
                    <a:pt x="196" y="395"/>
                  </a:moveTo>
                  <a:lnTo>
                    <a:pt x="465" y="395"/>
                  </a:lnTo>
                  <a:lnTo>
                    <a:pt x="465" y="395"/>
                  </a:lnTo>
                  <a:lnTo>
                    <a:pt x="467" y="380"/>
                  </a:lnTo>
                  <a:lnTo>
                    <a:pt x="470" y="366"/>
                  </a:lnTo>
                  <a:lnTo>
                    <a:pt x="477" y="336"/>
                  </a:lnTo>
                  <a:lnTo>
                    <a:pt x="487" y="306"/>
                  </a:lnTo>
                  <a:lnTo>
                    <a:pt x="498" y="277"/>
                  </a:lnTo>
                  <a:lnTo>
                    <a:pt x="509" y="247"/>
                  </a:lnTo>
                  <a:lnTo>
                    <a:pt x="523" y="219"/>
                  </a:lnTo>
                  <a:lnTo>
                    <a:pt x="535" y="193"/>
                  </a:lnTo>
                  <a:lnTo>
                    <a:pt x="549" y="168"/>
                  </a:lnTo>
                  <a:lnTo>
                    <a:pt x="410" y="227"/>
                  </a:lnTo>
                  <a:lnTo>
                    <a:pt x="410" y="227"/>
                  </a:lnTo>
                  <a:lnTo>
                    <a:pt x="404" y="229"/>
                  </a:lnTo>
                  <a:lnTo>
                    <a:pt x="397" y="230"/>
                  </a:lnTo>
                  <a:lnTo>
                    <a:pt x="390" y="229"/>
                  </a:lnTo>
                  <a:lnTo>
                    <a:pt x="384" y="227"/>
                  </a:lnTo>
                  <a:lnTo>
                    <a:pt x="384" y="227"/>
                  </a:lnTo>
                  <a:lnTo>
                    <a:pt x="378" y="224"/>
                  </a:lnTo>
                  <a:lnTo>
                    <a:pt x="374" y="220"/>
                  </a:lnTo>
                  <a:lnTo>
                    <a:pt x="370" y="214"/>
                  </a:lnTo>
                  <a:lnTo>
                    <a:pt x="367" y="208"/>
                  </a:lnTo>
                  <a:lnTo>
                    <a:pt x="330" y="120"/>
                  </a:lnTo>
                  <a:lnTo>
                    <a:pt x="295" y="208"/>
                  </a:lnTo>
                  <a:lnTo>
                    <a:pt x="295" y="208"/>
                  </a:lnTo>
                  <a:lnTo>
                    <a:pt x="292" y="214"/>
                  </a:lnTo>
                  <a:lnTo>
                    <a:pt x="288" y="220"/>
                  </a:lnTo>
                  <a:lnTo>
                    <a:pt x="283" y="224"/>
                  </a:lnTo>
                  <a:lnTo>
                    <a:pt x="278" y="227"/>
                  </a:lnTo>
                  <a:lnTo>
                    <a:pt x="278" y="227"/>
                  </a:lnTo>
                  <a:lnTo>
                    <a:pt x="271" y="229"/>
                  </a:lnTo>
                  <a:lnTo>
                    <a:pt x="264" y="230"/>
                  </a:lnTo>
                  <a:lnTo>
                    <a:pt x="258" y="229"/>
                  </a:lnTo>
                  <a:lnTo>
                    <a:pt x="252" y="227"/>
                  </a:lnTo>
                  <a:lnTo>
                    <a:pt x="113" y="168"/>
                  </a:lnTo>
                  <a:lnTo>
                    <a:pt x="113" y="168"/>
                  </a:lnTo>
                  <a:lnTo>
                    <a:pt x="125" y="193"/>
                  </a:lnTo>
                  <a:lnTo>
                    <a:pt x="139" y="219"/>
                  </a:lnTo>
                  <a:lnTo>
                    <a:pt x="151" y="247"/>
                  </a:lnTo>
                  <a:lnTo>
                    <a:pt x="164" y="277"/>
                  </a:lnTo>
                  <a:lnTo>
                    <a:pt x="175" y="306"/>
                  </a:lnTo>
                  <a:lnTo>
                    <a:pt x="184" y="336"/>
                  </a:lnTo>
                  <a:lnTo>
                    <a:pt x="192" y="366"/>
                  </a:lnTo>
                  <a:lnTo>
                    <a:pt x="194" y="380"/>
                  </a:lnTo>
                  <a:lnTo>
                    <a:pt x="196" y="395"/>
                  </a:lnTo>
                  <a:lnTo>
                    <a:pt x="196" y="3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8" name="Group 107">
            <a:extLst>
              <a:ext uri="{FF2B5EF4-FFF2-40B4-BE49-F238E27FC236}">
                <a16:creationId xmlns:a16="http://schemas.microsoft.com/office/drawing/2014/main" id="{A9D01D7F-84EB-4BF9-8F6D-A9C4D2392F73}"/>
              </a:ext>
            </a:extLst>
          </p:cNvPr>
          <p:cNvGrpSpPr/>
          <p:nvPr/>
        </p:nvGrpSpPr>
        <p:grpSpPr>
          <a:xfrm>
            <a:off x="7720243" y="4382912"/>
            <a:ext cx="236157" cy="297821"/>
            <a:chOff x="3425825" y="2528889"/>
            <a:chExt cx="285750" cy="360363"/>
          </a:xfrm>
          <a:solidFill>
            <a:schemeClr val="tx2"/>
          </a:solidFill>
        </p:grpSpPr>
        <p:sp>
          <p:nvSpPr>
            <p:cNvPr id="109" name="Freeform 17">
              <a:extLst>
                <a:ext uri="{FF2B5EF4-FFF2-40B4-BE49-F238E27FC236}">
                  <a16:creationId xmlns:a16="http://schemas.microsoft.com/office/drawing/2014/main" id="{7EA1722D-ADB6-4C76-804F-4E6D95B79AFD}"/>
                </a:ext>
              </a:extLst>
            </p:cNvPr>
            <p:cNvSpPr>
              <a:spLocks noEditPoints="1"/>
            </p:cNvSpPr>
            <p:nvPr/>
          </p:nvSpPr>
          <p:spPr bwMode="auto">
            <a:xfrm>
              <a:off x="3425825" y="2649539"/>
              <a:ext cx="165100" cy="239713"/>
            </a:xfrm>
            <a:custGeom>
              <a:avLst/>
              <a:gdLst>
                <a:gd name="T0" fmla="*/ 695 w 728"/>
                <a:gd name="T1" fmla="*/ 1059 h 1059"/>
                <a:gd name="T2" fmla="*/ 34 w 728"/>
                <a:gd name="T3" fmla="*/ 1059 h 1059"/>
                <a:gd name="T4" fmla="*/ 34 w 728"/>
                <a:gd name="T5" fmla="*/ 1059 h 1059"/>
                <a:gd name="T6" fmla="*/ 27 w 728"/>
                <a:gd name="T7" fmla="*/ 1058 h 1059"/>
                <a:gd name="T8" fmla="*/ 21 w 728"/>
                <a:gd name="T9" fmla="*/ 1056 h 1059"/>
                <a:gd name="T10" fmla="*/ 15 w 728"/>
                <a:gd name="T11" fmla="*/ 1053 h 1059"/>
                <a:gd name="T12" fmla="*/ 10 w 728"/>
                <a:gd name="T13" fmla="*/ 1049 h 1059"/>
                <a:gd name="T14" fmla="*/ 6 w 728"/>
                <a:gd name="T15" fmla="*/ 1044 h 1059"/>
                <a:gd name="T16" fmla="*/ 4 w 728"/>
                <a:gd name="T17" fmla="*/ 1038 h 1059"/>
                <a:gd name="T18" fmla="*/ 1 w 728"/>
                <a:gd name="T19" fmla="*/ 1032 h 1059"/>
                <a:gd name="T20" fmla="*/ 0 w 728"/>
                <a:gd name="T21" fmla="*/ 1026 h 1059"/>
                <a:gd name="T22" fmla="*/ 0 w 728"/>
                <a:gd name="T23" fmla="*/ 33 h 1059"/>
                <a:gd name="T24" fmla="*/ 0 w 728"/>
                <a:gd name="T25" fmla="*/ 33 h 1059"/>
                <a:gd name="T26" fmla="*/ 1 w 728"/>
                <a:gd name="T27" fmla="*/ 27 h 1059"/>
                <a:gd name="T28" fmla="*/ 4 w 728"/>
                <a:gd name="T29" fmla="*/ 21 h 1059"/>
                <a:gd name="T30" fmla="*/ 6 w 728"/>
                <a:gd name="T31" fmla="*/ 15 h 1059"/>
                <a:gd name="T32" fmla="*/ 10 w 728"/>
                <a:gd name="T33" fmla="*/ 10 h 1059"/>
                <a:gd name="T34" fmla="*/ 15 w 728"/>
                <a:gd name="T35" fmla="*/ 6 h 1059"/>
                <a:gd name="T36" fmla="*/ 21 w 728"/>
                <a:gd name="T37" fmla="*/ 3 h 1059"/>
                <a:gd name="T38" fmla="*/ 27 w 728"/>
                <a:gd name="T39" fmla="*/ 1 h 1059"/>
                <a:gd name="T40" fmla="*/ 34 w 728"/>
                <a:gd name="T41" fmla="*/ 0 h 1059"/>
                <a:gd name="T42" fmla="*/ 695 w 728"/>
                <a:gd name="T43" fmla="*/ 0 h 1059"/>
                <a:gd name="T44" fmla="*/ 695 w 728"/>
                <a:gd name="T45" fmla="*/ 0 h 1059"/>
                <a:gd name="T46" fmla="*/ 701 w 728"/>
                <a:gd name="T47" fmla="*/ 1 h 1059"/>
                <a:gd name="T48" fmla="*/ 707 w 728"/>
                <a:gd name="T49" fmla="*/ 3 h 1059"/>
                <a:gd name="T50" fmla="*/ 713 w 728"/>
                <a:gd name="T51" fmla="*/ 6 h 1059"/>
                <a:gd name="T52" fmla="*/ 719 w 728"/>
                <a:gd name="T53" fmla="*/ 10 h 1059"/>
                <a:gd name="T54" fmla="*/ 723 w 728"/>
                <a:gd name="T55" fmla="*/ 15 h 1059"/>
                <a:gd name="T56" fmla="*/ 725 w 728"/>
                <a:gd name="T57" fmla="*/ 21 h 1059"/>
                <a:gd name="T58" fmla="*/ 727 w 728"/>
                <a:gd name="T59" fmla="*/ 27 h 1059"/>
                <a:gd name="T60" fmla="*/ 728 w 728"/>
                <a:gd name="T61" fmla="*/ 33 h 1059"/>
                <a:gd name="T62" fmla="*/ 728 w 728"/>
                <a:gd name="T63" fmla="*/ 1026 h 1059"/>
                <a:gd name="T64" fmla="*/ 728 w 728"/>
                <a:gd name="T65" fmla="*/ 1026 h 1059"/>
                <a:gd name="T66" fmla="*/ 727 w 728"/>
                <a:gd name="T67" fmla="*/ 1032 h 1059"/>
                <a:gd name="T68" fmla="*/ 725 w 728"/>
                <a:gd name="T69" fmla="*/ 1038 h 1059"/>
                <a:gd name="T70" fmla="*/ 723 w 728"/>
                <a:gd name="T71" fmla="*/ 1044 h 1059"/>
                <a:gd name="T72" fmla="*/ 719 w 728"/>
                <a:gd name="T73" fmla="*/ 1049 h 1059"/>
                <a:gd name="T74" fmla="*/ 713 w 728"/>
                <a:gd name="T75" fmla="*/ 1053 h 1059"/>
                <a:gd name="T76" fmla="*/ 707 w 728"/>
                <a:gd name="T77" fmla="*/ 1056 h 1059"/>
                <a:gd name="T78" fmla="*/ 701 w 728"/>
                <a:gd name="T79" fmla="*/ 1058 h 1059"/>
                <a:gd name="T80" fmla="*/ 695 w 728"/>
                <a:gd name="T81" fmla="*/ 1059 h 1059"/>
                <a:gd name="T82" fmla="*/ 695 w 728"/>
                <a:gd name="T83" fmla="*/ 1059 h 1059"/>
                <a:gd name="T84" fmla="*/ 67 w 728"/>
                <a:gd name="T85" fmla="*/ 993 h 1059"/>
                <a:gd name="T86" fmla="*/ 662 w 728"/>
                <a:gd name="T87" fmla="*/ 993 h 1059"/>
                <a:gd name="T88" fmla="*/ 662 w 728"/>
                <a:gd name="T89" fmla="*/ 66 h 1059"/>
                <a:gd name="T90" fmla="*/ 67 w 728"/>
                <a:gd name="T91" fmla="*/ 66 h 1059"/>
                <a:gd name="T92" fmla="*/ 67 w 728"/>
                <a:gd name="T93" fmla="*/ 993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8" h="1059">
                  <a:moveTo>
                    <a:pt x="695" y="1059"/>
                  </a:moveTo>
                  <a:lnTo>
                    <a:pt x="34" y="1059"/>
                  </a:lnTo>
                  <a:lnTo>
                    <a:pt x="34" y="1059"/>
                  </a:lnTo>
                  <a:lnTo>
                    <a:pt x="27" y="1058"/>
                  </a:lnTo>
                  <a:lnTo>
                    <a:pt x="21" y="1056"/>
                  </a:lnTo>
                  <a:lnTo>
                    <a:pt x="15" y="1053"/>
                  </a:lnTo>
                  <a:lnTo>
                    <a:pt x="10" y="1049"/>
                  </a:lnTo>
                  <a:lnTo>
                    <a:pt x="6" y="1044"/>
                  </a:lnTo>
                  <a:lnTo>
                    <a:pt x="4" y="1038"/>
                  </a:lnTo>
                  <a:lnTo>
                    <a:pt x="1" y="1032"/>
                  </a:lnTo>
                  <a:lnTo>
                    <a:pt x="0" y="1026"/>
                  </a:lnTo>
                  <a:lnTo>
                    <a:pt x="0" y="33"/>
                  </a:lnTo>
                  <a:lnTo>
                    <a:pt x="0" y="33"/>
                  </a:lnTo>
                  <a:lnTo>
                    <a:pt x="1" y="27"/>
                  </a:lnTo>
                  <a:lnTo>
                    <a:pt x="4" y="21"/>
                  </a:lnTo>
                  <a:lnTo>
                    <a:pt x="6" y="15"/>
                  </a:lnTo>
                  <a:lnTo>
                    <a:pt x="10" y="10"/>
                  </a:lnTo>
                  <a:lnTo>
                    <a:pt x="15" y="6"/>
                  </a:lnTo>
                  <a:lnTo>
                    <a:pt x="21" y="3"/>
                  </a:lnTo>
                  <a:lnTo>
                    <a:pt x="27" y="1"/>
                  </a:lnTo>
                  <a:lnTo>
                    <a:pt x="34" y="0"/>
                  </a:lnTo>
                  <a:lnTo>
                    <a:pt x="695" y="0"/>
                  </a:lnTo>
                  <a:lnTo>
                    <a:pt x="695" y="0"/>
                  </a:lnTo>
                  <a:lnTo>
                    <a:pt x="701" y="1"/>
                  </a:lnTo>
                  <a:lnTo>
                    <a:pt x="707" y="3"/>
                  </a:lnTo>
                  <a:lnTo>
                    <a:pt x="713" y="6"/>
                  </a:lnTo>
                  <a:lnTo>
                    <a:pt x="719" y="10"/>
                  </a:lnTo>
                  <a:lnTo>
                    <a:pt x="723" y="15"/>
                  </a:lnTo>
                  <a:lnTo>
                    <a:pt x="725" y="21"/>
                  </a:lnTo>
                  <a:lnTo>
                    <a:pt x="727" y="27"/>
                  </a:lnTo>
                  <a:lnTo>
                    <a:pt x="728" y="33"/>
                  </a:lnTo>
                  <a:lnTo>
                    <a:pt x="728" y="1026"/>
                  </a:lnTo>
                  <a:lnTo>
                    <a:pt x="728" y="1026"/>
                  </a:lnTo>
                  <a:lnTo>
                    <a:pt x="727" y="1032"/>
                  </a:lnTo>
                  <a:lnTo>
                    <a:pt x="725" y="1038"/>
                  </a:lnTo>
                  <a:lnTo>
                    <a:pt x="723" y="1044"/>
                  </a:lnTo>
                  <a:lnTo>
                    <a:pt x="719" y="1049"/>
                  </a:lnTo>
                  <a:lnTo>
                    <a:pt x="713" y="1053"/>
                  </a:lnTo>
                  <a:lnTo>
                    <a:pt x="707" y="1056"/>
                  </a:lnTo>
                  <a:lnTo>
                    <a:pt x="701" y="1058"/>
                  </a:lnTo>
                  <a:lnTo>
                    <a:pt x="695" y="1059"/>
                  </a:lnTo>
                  <a:lnTo>
                    <a:pt x="695" y="1059"/>
                  </a:lnTo>
                  <a:close/>
                  <a:moveTo>
                    <a:pt x="67" y="993"/>
                  </a:moveTo>
                  <a:lnTo>
                    <a:pt x="662" y="993"/>
                  </a:lnTo>
                  <a:lnTo>
                    <a:pt x="662" y="66"/>
                  </a:lnTo>
                  <a:lnTo>
                    <a:pt x="67" y="66"/>
                  </a:lnTo>
                  <a:lnTo>
                    <a:pt x="67" y="9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8">
              <a:extLst>
                <a:ext uri="{FF2B5EF4-FFF2-40B4-BE49-F238E27FC236}">
                  <a16:creationId xmlns:a16="http://schemas.microsoft.com/office/drawing/2014/main" id="{990E2EB6-149F-4542-A0C9-0DD495BF54F7}"/>
                </a:ext>
              </a:extLst>
            </p:cNvPr>
            <p:cNvSpPr>
              <a:spLocks noEditPoints="1"/>
            </p:cNvSpPr>
            <p:nvPr/>
          </p:nvSpPr>
          <p:spPr bwMode="auto">
            <a:xfrm>
              <a:off x="3546475" y="2528889"/>
              <a:ext cx="165100" cy="360363"/>
            </a:xfrm>
            <a:custGeom>
              <a:avLst/>
              <a:gdLst>
                <a:gd name="T0" fmla="*/ 166 w 728"/>
                <a:gd name="T1" fmla="*/ 1588 h 1588"/>
                <a:gd name="T2" fmla="*/ 160 w 728"/>
                <a:gd name="T3" fmla="*/ 1587 h 1588"/>
                <a:gd name="T4" fmla="*/ 147 w 728"/>
                <a:gd name="T5" fmla="*/ 1582 h 1588"/>
                <a:gd name="T6" fmla="*/ 139 w 728"/>
                <a:gd name="T7" fmla="*/ 1573 h 1588"/>
                <a:gd name="T8" fmla="*/ 134 w 728"/>
                <a:gd name="T9" fmla="*/ 1561 h 1588"/>
                <a:gd name="T10" fmla="*/ 133 w 728"/>
                <a:gd name="T11" fmla="*/ 595 h 1588"/>
                <a:gd name="T12" fmla="*/ 33 w 728"/>
                <a:gd name="T13" fmla="*/ 595 h 1588"/>
                <a:gd name="T14" fmla="*/ 21 w 728"/>
                <a:gd name="T15" fmla="*/ 593 h 1588"/>
                <a:gd name="T16" fmla="*/ 11 w 728"/>
                <a:gd name="T17" fmla="*/ 586 h 1588"/>
                <a:gd name="T18" fmla="*/ 3 w 728"/>
                <a:gd name="T19" fmla="*/ 575 h 1588"/>
                <a:gd name="T20" fmla="*/ 0 w 728"/>
                <a:gd name="T21" fmla="*/ 562 h 1588"/>
                <a:gd name="T22" fmla="*/ 0 w 728"/>
                <a:gd name="T23" fmla="*/ 33 h 1588"/>
                <a:gd name="T24" fmla="*/ 3 w 728"/>
                <a:gd name="T25" fmla="*/ 21 h 1588"/>
                <a:gd name="T26" fmla="*/ 11 w 728"/>
                <a:gd name="T27" fmla="*/ 10 h 1588"/>
                <a:gd name="T28" fmla="*/ 21 w 728"/>
                <a:gd name="T29" fmla="*/ 3 h 1588"/>
                <a:gd name="T30" fmla="*/ 33 w 728"/>
                <a:gd name="T31" fmla="*/ 0 h 1588"/>
                <a:gd name="T32" fmla="*/ 695 w 728"/>
                <a:gd name="T33" fmla="*/ 0 h 1588"/>
                <a:gd name="T34" fmla="*/ 708 w 728"/>
                <a:gd name="T35" fmla="*/ 3 h 1588"/>
                <a:gd name="T36" fmla="*/ 718 w 728"/>
                <a:gd name="T37" fmla="*/ 10 h 1588"/>
                <a:gd name="T38" fmla="*/ 726 w 728"/>
                <a:gd name="T39" fmla="*/ 21 h 1588"/>
                <a:gd name="T40" fmla="*/ 728 w 728"/>
                <a:gd name="T41" fmla="*/ 33 h 1588"/>
                <a:gd name="T42" fmla="*/ 728 w 728"/>
                <a:gd name="T43" fmla="*/ 1555 h 1588"/>
                <a:gd name="T44" fmla="*/ 726 w 728"/>
                <a:gd name="T45" fmla="*/ 1567 h 1588"/>
                <a:gd name="T46" fmla="*/ 718 w 728"/>
                <a:gd name="T47" fmla="*/ 1578 h 1588"/>
                <a:gd name="T48" fmla="*/ 708 w 728"/>
                <a:gd name="T49" fmla="*/ 1585 h 1588"/>
                <a:gd name="T50" fmla="*/ 695 w 728"/>
                <a:gd name="T51" fmla="*/ 1588 h 1588"/>
                <a:gd name="T52" fmla="*/ 199 w 728"/>
                <a:gd name="T53" fmla="*/ 1522 h 1588"/>
                <a:gd name="T54" fmla="*/ 661 w 728"/>
                <a:gd name="T55" fmla="*/ 66 h 1588"/>
                <a:gd name="T56" fmla="*/ 66 w 728"/>
                <a:gd name="T57" fmla="*/ 529 h 1588"/>
                <a:gd name="T58" fmla="*/ 166 w 728"/>
                <a:gd name="T59" fmla="*/ 529 h 1588"/>
                <a:gd name="T60" fmla="*/ 178 w 728"/>
                <a:gd name="T61" fmla="*/ 532 h 1588"/>
                <a:gd name="T62" fmla="*/ 190 w 728"/>
                <a:gd name="T63" fmla="*/ 539 h 1588"/>
                <a:gd name="T64" fmla="*/ 196 w 728"/>
                <a:gd name="T65" fmla="*/ 550 h 1588"/>
                <a:gd name="T66" fmla="*/ 199 w 728"/>
                <a:gd name="T67" fmla="*/ 562 h 1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8" h="1588">
                  <a:moveTo>
                    <a:pt x="695" y="1588"/>
                  </a:moveTo>
                  <a:lnTo>
                    <a:pt x="166" y="1588"/>
                  </a:lnTo>
                  <a:lnTo>
                    <a:pt x="166" y="1588"/>
                  </a:lnTo>
                  <a:lnTo>
                    <a:pt x="160" y="1587"/>
                  </a:lnTo>
                  <a:lnTo>
                    <a:pt x="153" y="1585"/>
                  </a:lnTo>
                  <a:lnTo>
                    <a:pt x="147" y="1582"/>
                  </a:lnTo>
                  <a:lnTo>
                    <a:pt x="142" y="1578"/>
                  </a:lnTo>
                  <a:lnTo>
                    <a:pt x="139" y="1573"/>
                  </a:lnTo>
                  <a:lnTo>
                    <a:pt x="136" y="1567"/>
                  </a:lnTo>
                  <a:lnTo>
                    <a:pt x="134" y="1561"/>
                  </a:lnTo>
                  <a:lnTo>
                    <a:pt x="133" y="1555"/>
                  </a:lnTo>
                  <a:lnTo>
                    <a:pt x="133" y="595"/>
                  </a:lnTo>
                  <a:lnTo>
                    <a:pt x="33" y="595"/>
                  </a:lnTo>
                  <a:lnTo>
                    <a:pt x="33" y="595"/>
                  </a:lnTo>
                  <a:lnTo>
                    <a:pt x="27" y="595"/>
                  </a:lnTo>
                  <a:lnTo>
                    <a:pt x="21" y="593"/>
                  </a:lnTo>
                  <a:lnTo>
                    <a:pt x="15" y="590"/>
                  </a:lnTo>
                  <a:lnTo>
                    <a:pt x="11" y="586"/>
                  </a:lnTo>
                  <a:lnTo>
                    <a:pt x="6" y="581"/>
                  </a:lnTo>
                  <a:lnTo>
                    <a:pt x="3" y="575"/>
                  </a:lnTo>
                  <a:lnTo>
                    <a:pt x="1" y="569"/>
                  </a:lnTo>
                  <a:lnTo>
                    <a:pt x="0" y="562"/>
                  </a:lnTo>
                  <a:lnTo>
                    <a:pt x="0" y="33"/>
                  </a:lnTo>
                  <a:lnTo>
                    <a:pt x="0" y="33"/>
                  </a:lnTo>
                  <a:lnTo>
                    <a:pt x="1" y="27"/>
                  </a:lnTo>
                  <a:lnTo>
                    <a:pt x="3" y="21"/>
                  </a:lnTo>
                  <a:lnTo>
                    <a:pt x="6" y="14"/>
                  </a:lnTo>
                  <a:lnTo>
                    <a:pt x="11" y="10"/>
                  </a:lnTo>
                  <a:lnTo>
                    <a:pt x="15" y="6"/>
                  </a:lnTo>
                  <a:lnTo>
                    <a:pt x="21" y="3"/>
                  </a:lnTo>
                  <a:lnTo>
                    <a:pt x="27" y="1"/>
                  </a:lnTo>
                  <a:lnTo>
                    <a:pt x="33" y="0"/>
                  </a:lnTo>
                  <a:lnTo>
                    <a:pt x="695" y="0"/>
                  </a:lnTo>
                  <a:lnTo>
                    <a:pt x="695" y="0"/>
                  </a:lnTo>
                  <a:lnTo>
                    <a:pt x="702" y="1"/>
                  </a:lnTo>
                  <a:lnTo>
                    <a:pt x="708" y="3"/>
                  </a:lnTo>
                  <a:lnTo>
                    <a:pt x="713" y="6"/>
                  </a:lnTo>
                  <a:lnTo>
                    <a:pt x="718" y="10"/>
                  </a:lnTo>
                  <a:lnTo>
                    <a:pt x="723" y="14"/>
                  </a:lnTo>
                  <a:lnTo>
                    <a:pt x="726" y="21"/>
                  </a:lnTo>
                  <a:lnTo>
                    <a:pt x="728" y="27"/>
                  </a:lnTo>
                  <a:lnTo>
                    <a:pt x="728" y="33"/>
                  </a:lnTo>
                  <a:lnTo>
                    <a:pt x="728" y="1555"/>
                  </a:lnTo>
                  <a:lnTo>
                    <a:pt x="728" y="1555"/>
                  </a:lnTo>
                  <a:lnTo>
                    <a:pt x="728" y="1561"/>
                  </a:lnTo>
                  <a:lnTo>
                    <a:pt x="726" y="1567"/>
                  </a:lnTo>
                  <a:lnTo>
                    <a:pt x="723" y="1573"/>
                  </a:lnTo>
                  <a:lnTo>
                    <a:pt x="718" y="1578"/>
                  </a:lnTo>
                  <a:lnTo>
                    <a:pt x="713" y="1582"/>
                  </a:lnTo>
                  <a:lnTo>
                    <a:pt x="708" y="1585"/>
                  </a:lnTo>
                  <a:lnTo>
                    <a:pt x="702" y="1587"/>
                  </a:lnTo>
                  <a:lnTo>
                    <a:pt x="695" y="1588"/>
                  </a:lnTo>
                  <a:lnTo>
                    <a:pt x="695" y="1588"/>
                  </a:lnTo>
                  <a:close/>
                  <a:moveTo>
                    <a:pt x="199" y="1522"/>
                  </a:moveTo>
                  <a:lnTo>
                    <a:pt x="661" y="1522"/>
                  </a:lnTo>
                  <a:lnTo>
                    <a:pt x="661" y="66"/>
                  </a:lnTo>
                  <a:lnTo>
                    <a:pt x="66" y="66"/>
                  </a:lnTo>
                  <a:lnTo>
                    <a:pt x="66" y="529"/>
                  </a:lnTo>
                  <a:lnTo>
                    <a:pt x="166" y="529"/>
                  </a:lnTo>
                  <a:lnTo>
                    <a:pt x="166" y="529"/>
                  </a:lnTo>
                  <a:lnTo>
                    <a:pt x="172" y="530"/>
                  </a:lnTo>
                  <a:lnTo>
                    <a:pt x="178" y="532"/>
                  </a:lnTo>
                  <a:lnTo>
                    <a:pt x="184" y="535"/>
                  </a:lnTo>
                  <a:lnTo>
                    <a:pt x="190" y="539"/>
                  </a:lnTo>
                  <a:lnTo>
                    <a:pt x="194" y="544"/>
                  </a:lnTo>
                  <a:lnTo>
                    <a:pt x="196" y="550"/>
                  </a:lnTo>
                  <a:lnTo>
                    <a:pt x="198" y="556"/>
                  </a:lnTo>
                  <a:lnTo>
                    <a:pt x="199" y="562"/>
                  </a:lnTo>
                  <a:lnTo>
                    <a:pt x="199" y="15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9">
              <a:extLst>
                <a:ext uri="{FF2B5EF4-FFF2-40B4-BE49-F238E27FC236}">
                  <a16:creationId xmlns:a16="http://schemas.microsoft.com/office/drawing/2014/main" id="{D1281B19-6633-4F6A-B4B5-21F107BBCA6B}"/>
                </a:ext>
              </a:extLst>
            </p:cNvPr>
            <p:cNvSpPr>
              <a:spLocks noEditPoints="1"/>
            </p:cNvSpPr>
            <p:nvPr/>
          </p:nvSpPr>
          <p:spPr bwMode="auto">
            <a:xfrm>
              <a:off x="3621088" y="2828926"/>
              <a:ext cx="60325" cy="60325"/>
            </a:xfrm>
            <a:custGeom>
              <a:avLst/>
              <a:gdLst>
                <a:gd name="T0" fmla="*/ 231 w 264"/>
                <a:gd name="T1" fmla="*/ 265 h 265"/>
                <a:gd name="T2" fmla="*/ 33 w 264"/>
                <a:gd name="T3" fmla="*/ 265 h 265"/>
                <a:gd name="T4" fmla="*/ 33 w 264"/>
                <a:gd name="T5" fmla="*/ 265 h 265"/>
                <a:gd name="T6" fmla="*/ 26 w 264"/>
                <a:gd name="T7" fmla="*/ 264 h 265"/>
                <a:gd name="T8" fmla="*/ 20 w 264"/>
                <a:gd name="T9" fmla="*/ 262 h 265"/>
                <a:gd name="T10" fmla="*/ 15 w 264"/>
                <a:gd name="T11" fmla="*/ 259 h 265"/>
                <a:gd name="T12" fmla="*/ 10 w 264"/>
                <a:gd name="T13" fmla="*/ 255 h 265"/>
                <a:gd name="T14" fmla="*/ 6 w 264"/>
                <a:gd name="T15" fmla="*/ 250 h 265"/>
                <a:gd name="T16" fmla="*/ 2 w 264"/>
                <a:gd name="T17" fmla="*/ 244 h 265"/>
                <a:gd name="T18" fmla="*/ 0 w 264"/>
                <a:gd name="T19" fmla="*/ 238 h 265"/>
                <a:gd name="T20" fmla="*/ 0 w 264"/>
                <a:gd name="T21" fmla="*/ 232 h 265"/>
                <a:gd name="T22" fmla="*/ 0 w 264"/>
                <a:gd name="T23" fmla="*/ 33 h 265"/>
                <a:gd name="T24" fmla="*/ 0 w 264"/>
                <a:gd name="T25" fmla="*/ 33 h 265"/>
                <a:gd name="T26" fmla="*/ 0 w 264"/>
                <a:gd name="T27" fmla="*/ 27 h 265"/>
                <a:gd name="T28" fmla="*/ 2 w 264"/>
                <a:gd name="T29" fmla="*/ 21 h 265"/>
                <a:gd name="T30" fmla="*/ 6 w 264"/>
                <a:gd name="T31" fmla="*/ 14 h 265"/>
                <a:gd name="T32" fmla="*/ 10 w 264"/>
                <a:gd name="T33" fmla="*/ 10 h 265"/>
                <a:gd name="T34" fmla="*/ 15 w 264"/>
                <a:gd name="T35" fmla="*/ 6 h 265"/>
                <a:gd name="T36" fmla="*/ 20 w 264"/>
                <a:gd name="T37" fmla="*/ 3 h 265"/>
                <a:gd name="T38" fmla="*/ 26 w 264"/>
                <a:gd name="T39" fmla="*/ 1 h 265"/>
                <a:gd name="T40" fmla="*/ 33 w 264"/>
                <a:gd name="T41" fmla="*/ 0 h 265"/>
                <a:gd name="T42" fmla="*/ 231 w 264"/>
                <a:gd name="T43" fmla="*/ 0 h 265"/>
                <a:gd name="T44" fmla="*/ 231 w 264"/>
                <a:gd name="T45" fmla="*/ 0 h 265"/>
                <a:gd name="T46" fmla="*/ 238 w 264"/>
                <a:gd name="T47" fmla="*/ 1 h 265"/>
                <a:gd name="T48" fmla="*/ 245 w 264"/>
                <a:gd name="T49" fmla="*/ 3 h 265"/>
                <a:gd name="T50" fmla="*/ 250 w 264"/>
                <a:gd name="T51" fmla="*/ 6 h 265"/>
                <a:gd name="T52" fmla="*/ 255 w 264"/>
                <a:gd name="T53" fmla="*/ 10 h 265"/>
                <a:gd name="T54" fmla="*/ 259 w 264"/>
                <a:gd name="T55" fmla="*/ 14 h 265"/>
                <a:gd name="T56" fmla="*/ 262 w 264"/>
                <a:gd name="T57" fmla="*/ 21 h 265"/>
                <a:gd name="T58" fmla="*/ 264 w 264"/>
                <a:gd name="T59" fmla="*/ 27 h 265"/>
                <a:gd name="T60" fmla="*/ 264 w 264"/>
                <a:gd name="T61" fmla="*/ 33 h 265"/>
                <a:gd name="T62" fmla="*/ 264 w 264"/>
                <a:gd name="T63" fmla="*/ 232 h 265"/>
                <a:gd name="T64" fmla="*/ 264 w 264"/>
                <a:gd name="T65" fmla="*/ 232 h 265"/>
                <a:gd name="T66" fmla="*/ 264 w 264"/>
                <a:gd name="T67" fmla="*/ 238 h 265"/>
                <a:gd name="T68" fmla="*/ 262 w 264"/>
                <a:gd name="T69" fmla="*/ 244 h 265"/>
                <a:gd name="T70" fmla="*/ 259 w 264"/>
                <a:gd name="T71" fmla="*/ 250 h 265"/>
                <a:gd name="T72" fmla="*/ 255 w 264"/>
                <a:gd name="T73" fmla="*/ 255 h 265"/>
                <a:gd name="T74" fmla="*/ 250 w 264"/>
                <a:gd name="T75" fmla="*/ 259 h 265"/>
                <a:gd name="T76" fmla="*/ 245 w 264"/>
                <a:gd name="T77" fmla="*/ 262 h 265"/>
                <a:gd name="T78" fmla="*/ 238 w 264"/>
                <a:gd name="T79" fmla="*/ 264 h 265"/>
                <a:gd name="T80" fmla="*/ 231 w 264"/>
                <a:gd name="T81" fmla="*/ 265 h 265"/>
                <a:gd name="T82" fmla="*/ 231 w 264"/>
                <a:gd name="T83" fmla="*/ 265 h 265"/>
                <a:gd name="T84" fmla="*/ 67 w 264"/>
                <a:gd name="T85" fmla="*/ 199 h 265"/>
                <a:gd name="T86" fmla="*/ 198 w 264"/>
                <a:gd name="T87" fmla="*/ 199 h 265"/>
                <a:gd name="T88" fmla="*/ 198 w 264"/>
                <a:gd name="T89" fmla="*/ 66 h 265"/>
                <a:gd name="T90" fmla="*/ 67 w 264"/>
                <a:gd name="T91" fmla="*/ 66 h 265"/>
                <a:gd name="T92" fmla="*/ 67 w 264"/>
                <a:gd name="T93" fmla="*/ 199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4" h="265">
                  <a:moveTo>
                    <a:pt x="231" y="265"/>
                  </a:moveTo>
                  <a:lnTo>
                    <a:pt x="33" y="265"/>
                  </a:lnTo>
                  <a:lnTo>
                    <a:pt x="33" y="265"/>
                  </a:lnTo>
                  <a:lnTo>
                    <a:pt x="26" y="264"/>
                  </a:lnTo>
                  <a:lnTo>
                    <a:pt x="20" y="262"/>
                  </a:lnTo>
                  <a:lnTo>
                    <a:pt x="15" y="259"/>
                  </a:lnTo>
                  <a:lnTo>
                    <a:pt x="10" y="255"/>
                  </a:lnTo>
                  <a:lnTo>
                    <a:pt x="6" y="250"/>
                  </a:lnTo>
                  <a:lnTo>
                    <a:pt x="2" y="244"/>
                  </a:lnTo>
                  <a:lnTo>
                    <a:pt x="0" y="238"/>
                  </a:lnTo>
                  <a:lnTo>
                    <a:pt x="0" y="232"/>
                  </a:lnTo>
                  <a:lnTo>
                    <a:pt x="0" y="33"/>
                  </a:lnTo>
                  <a:lnTo>
                    <a:pt x="0" y="33"/>
                  </a:lnTo>
                  <a:lnTo>
                    <a:pt x="0" y="27"/>
                  </a:lnTo>
                  <a:lnTo>
                    <a:pt x="2" y="21"/>
                  </a:lnTo>
                  <a:lnTo>
                    <a:pt x="6" y="14"/>
                  </a:lnTo>
                  <a:lnTo>
                    <a:pt x="10" y="10"/>
                  </a:lnTo>
                  <a:lnTo>
                    <a:pt x="15" y="6"/>
                  </a:lnTo>
                  <a:lnTo>
                    <a:pt x="20" y="3"/>
                  </a:lnTo>
                  <a:lnTo>
                    <a:pt x="26" y="1"/>
                  </a:lnTo>
                  <a:lnTo>
                    <a:pt x="33" y="0"/>
                  </a:lnTo>
                  <a:lnTo>
                    <a:pt x="231" y="0"/>
                  </a:lnTo>
                  <a:lnTo>
                    <a:pt x="231" y="0"/>
                  </a:lnTo>
                  <a:lnTo>
                    <a:pt x="238" y="1"/>
                  </a:lnTo>
                  <a:lnTo>
                    <a:pt x="245" y="3"/>
                  </a:lnTo>
                  <a:lnTo>
                    <a:pt x="250" y="6"/>
                  </a:lnTo>
                  <a:lnTo>
                    <a:pt x="255" y="10"/>
                  </a:lnTo>
                  <a:lnTo>
                    <a:pt x="259" y="14"/>
                  </a:lnTo>
                  <a:lnTo>
                    <a:pt x="262" y="21"/>
                  </a:lnTo>
                  <a:lnTo>
                    <a:pt x="264" y="27"/>
                  </a:lnTo>
                  <a:lnTo>
                    <a:pt x="264" y="33"/>
                  </a:lnTo>
                  <a:lnTo>
                    <a:pt x="264" y="232"/>
                  </a:lnTo>
                  <a:lnTo>
                    <a:pt x="264" y="232"/>
                  </a:lnTo>
                  <a:lnTo>
                    <a:pt x="264" y="238"/>
                  </a:lnTo>
                  <a:lnTo>
                    <a:pt x="262" y="244"/>
                  </a:lnTo>
                  <a:lnTo>
                    <a:pt x="259" y="250"/>
                  </a:lnTo>
                  <a:lnTo>
                    <a:pt x="255" y="255"/>
                  </a:lnTo>
                  <a:lnTo>
                    <a:pt x="250" y="259"/>
                  </a:lnTo>
                  <a:lnTo>
                    <a:pt x="245" y="262"/>
                  </a:lnTo>
                  <a:lnTo>
                    <a:pt x="238" y="264"/>
                  </a:lnTo>
                  <a:lnTo>
                    <a:pt x="231" y="265"/>
                  </a:lnTo>
                  <a:lnTo>
                    <a:pt x="231" y="265"/>
                  </a:lnTo>
                  <a:close/>
                  <a:moveTo>
                    <a:pt x="67" y="199"/>
                  </a:moveTo>
                  <a:lnTo>
                    <a:pt x="198" y="199"/>
                  </a:lnTo>
                  <a:lnTo>
                    <a:pt x="198" y="66"/>
                  </a:lnTo>
                  <a:lnTo>
                    <a:pt x="67" y="66"/>
                  </a:lnTo>
                  <a:lnTo>
                    <a:pt x="67"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0">
              <a:extLst>
                <a:ext uri="{FF2B5EF4-FFF2-40B4-BE49-F238E27FC236}">
                  <a16:creationId xmlns:a16="http://schemas.microsoft.com/office/drawing/2014/main" id="{89F47919-24C9-4A3E-9BFD-60DD0C7EC268}"/>
                </a:ext>
              </a:extLst>
            </p:cNvPr>
            <p:cNvSpPr>
              <a:spLocks noEditPoints="1"/>
            </p:cNvSpPr>
            <p:nvPr/>
          </p:nvSpPr>
          <p:spPr bwMode="auto">
            <a:xfrm>
              <a:off x="3455988" y="2828926"/>
              <a:ext cx="60325" cy="60325"/>
            </a:xfrm>
            <a:custGeom>
              <a:avLst/>
              <a:gdLst>
                <a:gd name="T0" fmla="*/ 232 w 264"/>
                <a:gd name="T1" fmla="*/ 265 h 265"/>
                <a:gd name="T2" fmla="*/ 33 w 264"/>
                <a:gd name="T3" fmla="*/ 265 h 265"/>
                <a:gd name="T4" fmla="*/ 33 w 264"/>
                <a:gd name="T5" fmla="*/ 265 h 265"/>
                <a:gd name="T6" fmla="*/ 26 w 264"/>
                <a:gd name="T7" fmla="*/ 264 h 265"/>
                <a:gd name="T8" fmla="*/ 20 w 264"/>
                <a:gd name="T9" fmla="*/ 262 h 265"/>
                <a:gd name="T10" fmla="*/ 14 w 264"/>
                <a:gd name="T11" fmla="*/ 259 h 265"/>
                <a:gd name="T12" fmla="*/ 9 w 264"/>
                <a:gd name="T13" fmla="*/ 255 h 265"/>
                <a:gd name="T14" fmla="*/ 5 w 264"/>
                <a:gd name="T15" fmla="*/ 250 h 265"/>
                <a:gd name="T16" fmla="*/ 2 w 264"/>
                <a:gd name="T17" fmla="*/ 244 h 265"/>
                <a:gd name="T18" fmla="*/ 0 w 264"/>
                <a:gd name="T19" fmla="*/ 238 h 265"/>
                <a:gd name="T20" fmla="*/ 0 w 264"/>
                <a:gd name="T21" fmla="*/ 232 h 265"/>
                <a:gd name="T22" fmla="*/ 0 w 264"/>
                <a:gd name="T23" fmla="*/ 33 h 265"/>
                <a:gd name="T24" fmla="*/ 0 w 264"/>
                <a:gd name="T25" fmla="*/ 33 h 265"/>
                <a:gd name="T26" fmla="*/ 0 w 264"/>
                <a:gd name="T27" fmla="*/ 27 h 265"/>
                <a:gd name="T28" fmla="*/ 2 w 264"/>
                <a:gd name="T29" fmla="*/ 21 h 265"/>
                <a:gd name="T30" fmla="*/ 5 w 264"/>
                <a:gd name="T31" fmla="*/ 14 h 265"/>
                <a:gd name="T32" fmla="*/ 9 w 264"/>
                <a:gd name="T33" fmla="*/ 10 h 265"/>
                <a:gd name="T34" fmla="*/ 14 w 264"/>
                <a:gd name="T35" fmla="*/ 6 h 265"/>
                <a:gd name="T36" fmla="*/ 20 w 264"/>
                <a:gd name="T37" fmla="*/ 3 h 265"/>
                <a:gd name="T38" fmla="*/ 26 w 264"/>
                <a:gd name="T39" fmla="*/ 1 h 265"/>
                <a:gd name="T40" fmla="*/ 33 w 264"/>
                <a:gd name="T41" fmla="*/ 0 h 265"/>
                <a:gd name="T42" fmla="*/ 232 w 264"/>
                <a:gd name="T43" fmla="*/ 0 h 265"/>
                <a:gd name="T44" fmla="*/ 232 w 264"/>
                <a:gd name="T45" fmla="*/ 0 h 265"/>
                <a:gd name="T46" fmla="*/ 238 w 264"/>
                <a:gd name="T47" fmla="*/ 1 h 265"/>
                <a:gd name="T48" fmla="*/ 244 w 264"/>
                <a:gd name="T49" fmla="*/ 3 h 265"/>
                <a:gd name="T50" fmla="*/ 249 w 264"/>
                <a:gd name="T51" fmla="*/ 6 h 265"/>
                <a:gd name="T52" fmla="*/ 254 w 264"/>
                <a:gd name="T53" fmla="*/ 10 h 265"/>
                <a:gd name="T54" fmla="*/ 259 w 264"/>
                <a:gd name="T55" fmla="*/ 14 h 265"/>
                <a:gd name="T56" fmla="*/ 262 w 264"/>
                <a:gd name="T57" fmla="*/ 21 h 265"/>
                <a:gd name="T58" fmla="*/ 264 w 264"/>
                <a:gd name="T59" fmla="*/ 27 h 265"/>
                <a:gd name="T60" fmla="*/ 264 w 264"/>
                <a:gd name="T61" fmla="*/ 33 h 265"/>
                <a:gd name="T62" fmla="*/ 264 w 264"/>
                <a:gd name="T63" fmla="*/ 232 h 265"/>
                <a:gd name="T64" fmla="*/ 264 w 264"/>
                <a:gd name="T65" fmla="*/ 232 h 265"/>
                <a:gd name="T66" fmla="*/ 264 w 264"/>
                <a:gd name="T67" fmla="*/ 238 h 265"/>
                <a:gd name="T68" fmla="*/ 262 w 264"/>
                <a:gd name="T69" fmla="*/ 244 h 265"/>
                <a:gd name="T70" fmla="*/ 259 w 264"/>
                <a:gd name="T71" fmla="*/ 250 h 265"/>
                <a:gd name="T72" fmla="*/ 254 w 264"/>
                <a:gd name="T73" fmla="*/ 255 h 265"/>
                <a:gd name="T74" fmla="*/ 249 w 264"/>
                <a:gd name="T75" fmla="*/ 259 h 265"/>
                <a:gd name="T76" fmla="*/ 244 w 264"/>
                <a:gd name="T77" fmla="*/ 262 h 265"/>
                <a:gd name="T78" fmla="*/ 238 w 264"/>
                <a:gd name="T79" fmla="*/ 264 h 265"/>
                <a:gd name="T80" fmla="*/ 232 w 264"/>
                <a:gd name="T81" fmla="*/ 265 h 265"/>
                <a:gd name="T82" fmla="*/ 232 w 264"/>
                <a:gd name="T83" fmla="*/ 265 h 265"/>
                <a:gd name="T84" fmla="*/ 66 w 264"/>
                <a:gd name="T85" fmla="*/ 199 h 265"/>
                <a:gd name="T86" fmla="*/ 199 w 264"/>
                <a:gd name="T87" fmla="*/ 199 h 265"/>
                <a:gd name="T88" fmla="*/ 199 w 264"/>
                <a:gd name="T89" fmla="*/ 66 h 265"/>
                <a:gd name="T90" fmla="*/ 66 w 264"/>
                <a:gd name="T91" fmla="*/ 66 h 265"/>
                <a:gd name="T92" fmla="*/ 66 w 264"/>
                <a:gd name="T93" fmla="*/ 199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4" h="265">
                  <a:moveTo>
                    <a:pt x="232" y="265"/>
                  </a:moveTo>
                  <a:lnTo>
                    <a:pt x="33" y="265"/>
                  </a:lnTo>
                  <a:lnTo>
                    <a:pt x="33" y="265"/>
                  </a:lnTo>
                  <a:lnTo>
                    <a:pt x="26" y="264"/>
                  </a:lnTo>
                  <a:lnTo>
                    <a:pt x="20" y="262"/>
                  </a:lnTo>
                  <a:lnTo>
                    <a:pt x="14" y="259"/>
                  </a:lnTo>
                  <a:lnTo>
                    <a:pt x="9" y="255"/>
                  </a:lnTo>
                  <a:lnTo>
                    <a:pt x="5" y="250"/>
                  </a:lnTo>
                  <a:lnTo>
                    <a:pt x="2" y="244"/>
                  </a:lnTo>
                  <a:lnTo>
                    <a:pt x="0" y="238"/>
                  </a:lnTo>
                  <a:lnTo>
                    <a:pt x="0" y="232"/>
                  </a:lnTo>
                  <a:lnTo>
                    <a:pt x="0" y="33"/>
                  </a:lnTo>
                  <a:lnTo>
                    <a:pt x="0" y="33"/>
                  </a:lnTo>
                  <a:lnTo>
                    <a:pt x="0" y="27"/>
                  </a:lnTo>
                  <a:lnTo>
                    <a:pt x="2" y="21"/>
                  </a:lnTo>
                  <a:lnTo>
                    <a:pt x="5" y="14"/>
                  </a:lnTo>
                  <a:lnTo>
                    <a:pt x="9" y="10"/>
                  </a:lnTo>
                  <a:lnTo>
                    <a:pt x="14" y="6"/>
                  </a:lnTo>
                  <a:lnTo>
                    <a:pt x="20" y="3"/>
                  </a:lnTo>
                  <a:lnTo>
                    <a:pt x="26" y="1"/>
                  </a:lnTo>
                  <a:lnTo>
                    <a:pt x="33" y="0"/>
                  </a:lnTo>
                  <a:lnTo>
                    <a:pt x="232" y="0"/>
                  </a:lnTo>
                  <a:lnTo>
                    <a:pt x="232" y="0"/>
                  </a:lnTo>
                  <a:lnTo>
                    <a:pt x="238" y="1"/>
                  </a:lnTo>
                  <a:lnTo>
                    <a:pt x="244" y="3"/>
                  </a:lnTo>
                  <a:lnTo>
                    <a:pt x="249" y="6"/>
                  </a:lnTo>
                  <a:lnTo>
                    <a:pt x="254" y="10"/>
                  </a:lnTo>
                  <a:lnTo>
                    <a:pt x="259" y="14"/>
                  </a:lnTo>
                  <a:lnTo>
                    <a:pt x="262" y="21"/>
                  </a:lnTo>
                  <a:lnTo>
                    <a:pt x="264" y="27"/>
                  </a:lnTo>
                  <a:lnTo>
                    <a:pt x="264" y="33"/>
                  </a:lnTo>
                  <a:lnTo>
                    <a:pt x="264" y="232"/>
                  </a:lnTo>
                  <a:lnTo>
                    <a:pt x="264" y="232"/>
                  </a:lnTo>
                  <a:lnTo>
                    <a:pt x="264" y="238"/>
                  </a:lnTo>
                  <a:lnTo>
                    <a:pt x="262" y="244"/>
                  </a:lnTo>
                  <a:lnTo>
                    <a:pt x="259" y="250"/>
                  </a:lnTo>
                  <a:lnTo>
                    <a:pt x="254" y="255"/>
                  </a:lnTo>
                  <a:lnTo>
                    <a:pt x="249" y="259"/>
                  </a:lnTo>
                  <a:lnTo>
                    <a:pt x="244" y="262"/>
                  </a:lnTo>
                  <a:lnTo>
                    <a:pt x="238" y="264"/>
                  </a:lnTo>
                  <a:lnTo>
                    <a:pt x="232" y="265"/>
                  </a:lnTo>
                  <a:lnTo>
                    <a:pt x="232" y="265"/>
                  </a:lnTo>
                  <a:close/>
                  <a:moveTo>
                    <a:pt x="66" y="199"/>
                  </a:moveTo>
                  <a:lnTo>
                    <a:pt x="199" y="199"/>
                  </a:lnTo>
                  <a:lnTo>
                    <a:pt x="199" y="66"/>
                  </a:lnTo>
                  <a:lnTo>
                    <a:pt x="66" y="66"/>
                  </a:lnTo>
                  <a:lnTo>
                    <a:pt x="66"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1">
              <a:extLst>
                <a:ext uri="{FF2B5EF4-FFF2-40B4-BE49-F238E27FC236}">
                  <a16:creationId xmlns:a16="http://schemas.microsoft.com/office/drawing/2014/main" id="{47E3B253-8E05-4C7D-8CB9-3135DFF1A8B6}"/>
                </a:ext>
              </a:extLst>
            </p:cNvPr>
            <p:cNvSpPr>
              <a:spLocks/>
            </p:cNvSpPr>
            <p:nvPr/>
          </p:nvSpPr>
          <p:spPr bwMode="auto">
            <a:xfrm>
              <a:off x="3425825" y="2679701"/>
              <a:ext cx="76200" cy="14288"/>
            </a:xfrm>
            <a:custGeom>
              <a:avLst/>
              <a:gdLst>
                <a:gd name="T0" fmla="*/ 298 w 332"/>
                <a:gd name="T1" fmla="*/ 67 h 67"/>
                <a:gd name="T2" fmla="*/ 34 w 332"/>
                <a:gd name="T3" fmla="*/ 67 h 67"/>
                <a:gd name="T4" fmla="*/ 34 w 332"/>
                <a:gd name="T5" fmla="*/ 67 h 67"/>
                <a:gd name="T6" fmla="*/ 27 w 332"/>
                <a:gd name="T7" fmla="*/ 67 h 67"/>
                <a:gd name="T8" fmla="*/ 21 w 332"/>
                <a:gd name="T9" fmla="*/ 65 h 67"/>
                <a:gd name="T10" fmla="*/ 15 w 332"/>
                <a:gd name="T11" fmla="*/ 61 h 67"/>
                <a:gd name="T12" fmla="*/ 10 w 332"/>
                <a:gd name="T13" fmla="*/ 57 h 67"/>
                <a:gd name="T14" fmla="*/ 6 w 332"/>
                <a:gd name="T15" fmla="*/ 52 h 67"/>
                <a:gd name="T16" fmla="*/ 4 w 332"/>
                <a:gd name="T17" fmla="*/ 47 h 67"/>
                <a:gd name="T18" fmla="*/ 1 w 332"/>
                <a:gd name="T19" fmla="*/ 41 h 67"/>
                <a:gd name="T20" fmla="*/ 0 w 332"/>
                <a:gd name="T21" fmla="*/ 33 h 67"/>
                <a:gd name="T22" fmla="*/ 0 w 332"/>
                <a:gd name="T23" fmla="*/ 33 h 67"/>
                <a:gd name="T24" fmla="*/ 1 w 332"/>
                <a:gd name="T25" fmla="*/ 27 h 67"/>
                <a:gd name="T26" fmla="*/ 4 w 332"/>
                <a:gd name="T27" fmla="*/ 21 h 67"/>
                <a:gd name="T28" fmla="*/ 6 w 332"/>
                <a:gd name="T29" fmla="*/ 15 h 67"/>
                <a:gd name="T30" fmla="*/ 10 w 332"/>
                <a:gd name="T31" fmla="*/ 11 h 67"/>
                <a:gd name="T32" fmla="*/ 15 w 332"/>
                <a:gd name="T33" fmla="*/ 7 h 67"/>
                <a:gd name="T34" fmla="*/ 21 w 332"/>
                <a:gd name="T35" fmla="*/ 3 h 67"/>
                <a:gd name="T36" fmla="*/ 27 w 332"/>
                <a:gd name="T37" fmla="*/ 1 h 67"/>
                <a:gd name="T38" fmla="*/ 34 w 332"/>
                <a:gd name="T39" fmla="*/ 0 h 67"/>
                <a:gd name="T40" fmla="*/ 298 w 332"/>
                <a:gd name="T41" fmla="*/ 0 h 67"/>
                <a:gd name="T42" fmla="*/ 298 w 332"/>
                <a:gd name="T43" fmla="*/ 0 h 67"/>
                <a:gd name="T44" fmla="*/ 305 w 332"/>
                <a:gd name="T45" fmla="*/ 1 h 67"/>
                <a:gd name="T46" fmla="*/ 311 w 332"/>
                <a:gd name="T47" fmla="*/ 3 h 67"/>
                <a:gd name="T48" fmla="*/ 316 w 332"/>
                <a:gd name="T49" fmla="*/ 7 h 67"/>
                <a:gd name="T50" fmla="*/ 321 w 332"/>
                <a:gd name="T51" fmla="*/ 11 h 67"/>
                <a:gd name="T52" fmla="*/ 325 w 332"/>
                <a:gd name="T53" fmla="*/ 15 h 67"/>
                <a:gd name="T54" fmla="*/ 328 w 332"/>
                <a:gd name="T55" fmla="*/ 21 h 67"/>
                <a:gd name="T56" fmla="*/ 331 w 332"/>
                <a:gd name="T57" fmla="*/ 27 h 67"/>
                <a:gd name="T58" fmla="*/ 332 w 332"/>
                <a:gd name="T59" fmla="*/ 33 h 67"/>
                <a:gd name="T60" fmla="*/ 332 w 332"/>
                <a:gd name="T61" fmla="*/ 33 h 67"/>
                <a:gd name="T62" fmla="*/ 331 w 332"/>
                <a:gd name="T63" fmla="*/ 41 h 67"/>
                <a:gd name="T64" fmla="*/ 328 w 332"/>
                <a:gd name="T65" fmla="*/ 47 h 67"/>
                <a:gd name="T66" fmla="*/ 325 w 332"/>
                <a:gd name="T67" fmla="*/ 52 h 67"/>
                <a:gd name="T68" fmla="*/ 321 w 332"/>
                <a:gd name="T69" fmla="*/ 57 h 67"/>
                <a:gd name="T70" fmla="*/ 316 w 332"/>
                <a:gd name="T71" fmla="*/ 61 h 67"/>
                <a:gd name="T72" fmla="*/ 311 w 332"/>
                <a:gd name="T73" fmla="*/ 65 h 67"/>
                <a:gd name="T74" fmla="*/ 305 w 332"/>
                <a:gd name="T75" fmla="*/ 67 h 67"/>
                <a:gd name="T76" fmla="*/ 298 w 332"/>
                <a:gd name="T77" fmla="*/ 67 h 67"/>
                <a:gd name="T78" fmla="*/ 298 w 332"/>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2" h="67">
                  <a:moveTo>
                    <a:pt x="298" y="67"/>
                  </a:moveTo>
                  <a:lnTo>
                    <a:pt x="34" y="67"/>
                  </a:lnTo>
                  <a:lnTo>
                    <a:pt x="34" y="67"/>
                  </a:lnTo>
                  <a:lnTo>
                    <a:pt x="27" y="67"/>
                  </a:lnTo>
                  <a:lnTo>
                    <a:pt x="21" y="65"/>
                  </a:lnTo>
                  <a:lnTo>
                    <a:pt x="15" y="61"/>
                  </a:lnTo>
                  <a:lnTo>
                    <a:pt x="10" y="57"/>
                  </a:lnTo>
                  <a:lnTo>
                    <a:pt x="6" y="52"/>
                  </a:lnTo>
                  <a:lnTo>
                    <a:pt x="4" y="47"/>
                  </a:lnTo>
                  <a:lnTo>
                    <a:pt x="1" y="41"/>
                  </a:lnTo>
                  <a:lnTo>
                    <a:pt x="0" y="33"/>
                  </a:lnTo>
                  <a:lnTo>
                    <a:pt x="0" y="33"/>
                  </a:lnTo>
                  <a:lnTo>
                    <a:pt x="1" y="27"/>
                  </a:lnTo>
                  <a:lnTo>
                    <a:pt x="4" y="21"/>
                  </a:lnTo>
                  <a:lnTo>
                    <a:pt x="6" y="15"/>
                  </a:lnTo>
                  <a:lnTo>
                    <a:pt x="10" y="11"/>
                  </a:lnTo>
                  <a:lnTo>
                    <a:pt x="15" y="7"/>
                  </a:lnTo>
                  <a:lnTo>
                    <a:pt x="21" y="3"/>
                  </a:lnTo>
                  <a:lnTo>
                    <a:pt x="27" y="1"/>
                  </a:lnTo>
                  <a:lnTo>
                    <a:pt x="34" y="0"/>
                  </a:lnTo>
                  <a:lnTo>
                    <a:pt x="298" y="0"/>
                  </a:lnTo>
                  <a:lnTo>
                    <a:pt x="298" y="0"/>
                  </a:lnTo>
                  <a:lnTo>
                    <a:pt x="305" y="1"/>
                  </a:lnTo>
                  <a:lnTo>
                    <a:pt x="311" y="3"/>
                  </a:lnTo>
                  <a:lnTo>
                    <a:pt x="316" y="7"/>
                  </a:lnTo>
                  <a:lnTo>
                    <a:pt x="321" y="11"/>
                  </a:lnTo>
                  <a:lnTo>
                    <a:pt x="325" y="15"/>
                  </a:lnTo>
                  <a:lnTo>
                    <a:pt x="328" y="21"/>
                  </a:lnTo>
                  <a:lnTo>
                    <a:pt x="331" y="27"/>
                  </a:lnTo>
                  <a:lnTo>
                    <a:pt x="332" y="33"/>
                  </a:lnTo>
                  <a:lnTo>
                    <a:pt x="332" y="33"/>
                  </a:lnTo>
                  <a:lnTo>
                    <a:pt x="331" y="41"/>
                  </a:lnTo>
                  <a:lnTo>
                    <a:pt x="328" y="47"/>
                  </a:lnTo>
                  <a:lnTo>
                    <a:pt x="325" y="52"/>
                  </a:lnTo>
                  <a:lnTo>
                    <a:pt x="321" y="57"/>
                  </a:lnTo>
                  <a:lnTo>
                    <a:pt x="316" y="61"/>
                  </a:lnTo>
                  <a:lnTo>
                    <a:pt x="311" y="65"/>
                  </a:lnTo>
                  <a:lnTo>
                    <a:pt x="305" y="67"/>
                  </a:lnTo>
                  <a:lnTo>
                    <a:pt x="298" y="67"/>
                  </a:lnTo>
                  <a:lnTo>
                    <a:pt x="298"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2">
              <a:extLst>
                <a:ext uri="{FF2B5EF4-FFF2-40B4-BE49-F238E27FC236}">
                  <a16:creationId xmlns:a16="http://schemas.microsoft.com/office/drawing/2014/main" id="{90283A51-BAB3-42B4-9E9E-93CC1408B0B1}"/>
                </a:ext>
              </a:extLst>
            </p:cNvPr>
            <p:cNvSpPr>
              <a:spLocks/>
            </p:cNvSpPr>
            <p:nvPr/>
          </p:nvSpPr>
          <p:spPr bwMode="auto">
            <a:xfrm>
              <a:off x="3425825" y="2709864"/>
              <a:ext cx="60325" cy="14288"/>
            </a:xfrm>
            <a:custGeom>
              <a:avLst/>
              <a:gdLst>
                <a:gd name="T0" fmla="*/ 232 w 265"/>
                <a:gd name="T1" fmla="*/ 66 h 66"/>
                <a:gd name="T2" fmla="*/ 34 w 265"/>
                <a:gd name="T3" fmla="*/ 66 h 66"/>
                <a:gd name="T4" fmla="*/ 34 w 265"/>
                <a:gd name="T5" fmla="*/ 66 h 66"/>
                <a:gd name="T6" fmla="*/ 27 w 265"/>
                <a:gd name="T7" fmla="*/ 65 h 66"/>
                <a:gd name="T8" fmla="*/ 21 w 265"/>
                <a:gd name="T9" fmla="*/ 63 h 66"/>
                <a:gd name="T10" fmla="*/ 15 w 265"/>
                <a:gd name="T11" fmla="*/ 61 h 66"/>
                <a:gd name="T12" fmla="*/ 10 w 265"/>
                <a:gd name="T13" fmla="*/ 57 h 66"/>
                <a:gd name="T14" fmla="*/ 6 w 265"/>
                <a:gd name="T15" fmla="*/ 52 h 66"/>
                <a:gd name="T16" fmla="*/ 4 w 265"/>
                <a:gd name="T17" fmla="*/ 45 h 66"/>
                <a:gd name="T18" fmla="*/ 1 w 265"/>
                <a:gd name="T19" fmla="*/ 39 h 66"/>
                <a:gd name="T20" fmla="*/ 0 w 265"/>
                <a:gd name="T21" fmla="*/ 33 h 66"/>
                <a:gd name="T22" fmla="*/ 0 w 265"/>
                <a:gd name="T23" fmla="*/ 33 h 66"/>
                <a:gd name="T24" fmla="*/ 1 w 265"/>
                <a:gd name="T25" fmla="*/ 27 h 66"/>
                <a:gd name="T26" fmla="*/ 4 w 265"/>
                <a:gd name="T27" fmla="*/ 21 h 66"/>
                <a:gd name="T28" fmla="*/ 6 w 265"/>
                <a:gd name="T29" fmla="*/ 14 h 66"/>
                <a:gd name="T30" fmla="*/ 10 w 265"/>
                <a:gd name="T31" fmla="*/ 9 h 66"/>
                <a:gd name="T32" fmla="*/ 15 w 265"/>
                <a:gd name="T33" fmla="*/ 6 h 66"/>
                <a:gd name="T34" fmla="*/ 21 w 265"/>
                <a:gd name="T35" fmla="*/ 3 h 66"/>
                <a:gd name="T36" fmla="*/ 27 w 265"/>
                <a:gd name="T37" fmla="*/ 1 h 66"/>
                <a:gd name="T38" fmla="*/ 34 w 265"/>
                <a:gd name="T39" fmla="*/ 0 h 66"/>
                <a:gd name="T40" fmla="*/ 232 w 265"/>
                <a:gd name="T41" fmla="*/ 0 h 66"/>
                <a:gd name="T42" fmla="*/ 232 w 265"/>
                <a:gd name="T43" fmla="*/ 0 h 66"/>
                <a:gd name="T44" fmla="*/ 238 w 265"/>
                <a:gd name="T45" fmla="*/ 1 h 66"/>
                <a:gd name="T46" fmla="*/ 245 w 265"/>
                <a:gd name="T47" fmla="*/ 3 h 66"/>
                <a:gd name="T48" fmla="*/ 251 w 265"/>
                <a:gd name="T49" fmla="*/ 6 h 66"/>
                <a:gd name="T50" fmla="*/ 255 w 265"/>
                <a:gd name="T51" fmla="*/ 9 h 66"/>
                <a:gd name="T52" fmla="*/ 259 w 265"/>
                <a:gd name="T53" fmla="*/ 14 h 66"/>
                <a:gd name="T54" fmla="*/ 262 w 265"/>
                <a:gd name="T55" fmla="*/ 21 h 66"/>
                <a:gd name="T56" fmla="*/ 264 w 265"/>
                <a:gd name="T57" fmla="*/ 27 h 66"/>
                <a:gd name="T58" fmla="*/ 265 w 265"/>
                <a:gd name="T59" fmla="*/ 33 h 66"/>
                <a:gd name="T60" fmla="*/ 265 w 265"/>
                <a:gd name="T61" fmla="*/ 33 h 66"/>
                <a:gd name="T62" fmla="*/ 264 w 265"/>
                <a:gd name="T63" fmla="*/ 39 h 66"/>
                <a:gd name="T64" fmla="*/ 262 w 265"/>
                <a:gd name="T65" fmla="*/ 45 h 66"/>
                <a:gd name="T66" fmla="*/ 259 w 265"/>
                <a:gd name="T67" fmla="*/ 52 h 66"/>
                <a:gd name="T68" fmla="*/ 255 w 265"/>
                <a:gd name="T69" fmla="*/ 57 h 66"/>
                <a:gd name="T70" fmla="*/ 251 w 265"/>
                <a:gd name="T71" fmla="*/ 61 h 66"/>
                <a:gd name="T72" fmla="*/ 245 w 265"/>
                <a:gd name="T73" fmla="*/ 63 h 66"/>
                <a:gd name="T74" fmla="*/ 238 w 265"/>
                <a:gd name="T75" fmla="*/ 65 h 66"/>
                <a:gd name="T76" fmla="*/ 232 w 265"/>
                <a:gd name="T77" fmla="*/ 66 h 66"/>
                <a:gd name="T78" fmla="*/ 232 w 265"/>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6">
                  <a:moveTo>
                    <a:pt x="232" y="66"/>
                  </a:moveTo>
                  <a:lnTo>
                    <a:pt x="34" y="66"/>
                  </a:lnTo>
                  <a:lnTo>
                    <a:pt x="34" y="66"/>
                  </a:lnTo>
                  <a:lnTo>
                    <a:pt x="27" y="65"/>
                  </a:lnTo>
                  <a:lnTo>
                    <a:pt x="21" y="63"/>
                  </a:lnTo>
                  <a:lnTo>
                    <a:pt x="15" y="61"/>
                  </a:lnTo>
                  <a:lnTo>
                    <a:pt x="10" y="57"/>
                  </a:lnTo>
                  <a:lnTo>
                    <a:pt x="6" y="52"/>
                  </a:lnTo>
                  <a:lnTo>
                    <a:pt x="4" y="45"/>
                  </a:lnTo>
                  <a:lnTo>
                    <a:pt x="1" y="39"/>
                  </a:lnTo>
                  <a:lnTo>
                    <a:pt x="0" y="33"/>
                  </a:lnTo>
                  <a:lnTo>
                    <a:pt x="0" y="33"/>
                  </a:lnTo>
                  <a:lnTo>
                    <a:pt x="1" y="27"/>
                  </a:lnTo>
                  <a:lnTo>
                    <a:pt x="4" y="21"/>
                  </a:lnTo>
                  <a:lnTo>
                    <a:pt x="6" y="14"/>
                  </a:lnTo>
                  <a:lnTo>
                    <a:pt x="10" y="9"/>
                  </a:lnTo>
                  <a:lnTo>
                    <a:pt x="15" y="6"/>
                  </a:lnTo>
                  <a:lnTo>
                    <a:pt x="21" y="3"/>
                  </a:lnTo>
                  <a:lnTo>
                    <a:pt x="27" y="1"/>
                  </a:lnTo>
                  <a:lnTo>
                    <a:pt x="34" y="0"/>
                  </a:lnTo>
                  <a:lnTo>
                    <a:pt x="232" y="0"/>
                  </a:lnTo>
                  <a:lnTo>
                    <a:pt x="232" y="0"/>
                  </a:lnTo>
                  <a:lnTo>
                    <a:pt x="238" y="1"/>
                  </a:lnTo>
                  <a:lnTo>
                    <a:pt x="245" y="3"/>
                  </a:lnTo>
                  <a:lnTo>
                    <a:pt x="251" y="6"/>
                  </a:lnTo>
                  <a:lnTo>
                    <a:pt x="255" y="9"/>
                  </a:lnTo>
                  <a:lnTo>
                    <a:pt x="259" y="14"/>
                  </a:lnTo>
                  <a:lnTo>
                    <a:pt x="262" y="21"/>
                  </a:lnTo>
                  <a:lnTo>
                    <a:pt x="264" y="27"/>
                  </a:lnTo>
                  <a:lnTo>
                    <a:pt x="265" y="33"/>
                  </a:lnTo>
                  <a:lnTo>
                    <a:pt x="265" y="33"/>
                  </a:lnTo>
                  <a:lnTo>
                    <a:pt x="264" y="39"/>
                  </a:lnTo>
                  <a:lnTo>
                    <a:pt x="262" y="45"/>
                  </a:lnTo>
                  <a:lnTo>
                    <a:pt x="259" y="52"/>
                  </a:lnTo>
                  <a:lnTo>
                    <a:pt x="255" y="57"/>
                  </a:lnTo>
                  <a:lnTo>
                    <a:pt x="251" y="61"/>
                  </a:lnTo>
                  <a:lnTo>
                    <a:pt x="245" y="63"/>
                  </a:lnTo>
                  <a:lnTo>
                    <a:pt x="238" y="65"/>
                  </a:lnTo>
                  <a:lnTo>
                    <a:pt x="232" y="66"/>
                  </a:lnTo>
                  <a:lnTo>
                    <a:pt x="232"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3">
              <a:extLst>
                <a:ext uri="{FF2B5EF4-FFF2-40B4-BE49-F238E27FC236}">
                  <a16:creationId xmlns:a16="http://schemas.microsoft.com/office/drawing/2014/main" id="{FD182DE9-DB1A-443D-A072-C2641BADDADD}"/>
                </a:ext>
              </a:extLst>
            </p:cNvPr>
            <p:cNvSpPr>
              <a:spLocks/>
            </p:cNvSpPr>
            <p:nvPr/>
          </p:nvSpPr>
          <p:spPr bwMode="auto">
            <a:xfrm>
              <a:off x="3546475" y="2589214"/>
              <a:ext cx="74613" cy="15875"/>
            </a:xfrm>
            <a:custGeom>
              <a:avLst/>
              <a:gdLst>
                <a:gd name="T0" fmla="*/ 298 w 331"/>
                <a:gd name="T1" fmla="*/ 66 h 66"/>
                <a:gd name="T2" fmla="*/ 33 w 331"/>
                <a:gd name="T3" fmla="*/ 66 h 66"/>
                <a:gd name="T4" fmla="*/ 33 w 331"/>
                <a:gd name="T5" fmla="*/ 66 h 66"/>
                <a:gd name="T6" fmla="*/ 27 w 331"/>
                <a:gd name="T7" fmla="*/ 65 h 66"/>
                <a:gd name="T8" fmla="*/ 21 w 331"/>
                <a:gd name="T9" fmla="*/ 63 h 66"/>
                <a:gd name="T10" fmla="*/ 15 w 331"/>
                <a:gd name="T11" fmla="*/ 60 h 66"/>
                <a:gd name="T12" fmla="*/ 11 w 331"/>
                <a:gd name="T13" fmla="*/ 56 h 66"/>
                <a:gd name="T14" fmla="*/ 6 w 331"/>
                <a:gd name="T15" fmla="*/ 52 h 66"/>
                <a:gd name="T16" fmla="*/ 3 w 331"/>
                <a:gd name="T17" fmla="*/ 45 h 66"/>
                <a:gd name="T18" fmla="*/ 1 w 331"/>
                <a:gd name="T19" fmla="*/ 39 h 66"/>
                <a:gd name="T20" fmla="*/ 0 w 331"/>
                <a:gd name="T21" fmla="*/ 33 h 66"/>
                <a:gd name="T22" fmla="*/ 0 w 331"/>
                <a:gd name="T23" fmla="*/ 33 h 66"/>
                <a:gd name="T24" fmla="*/ 1 w 331"/>
                <a:gd name="T25" fmla="*/ 26 h 66"/>
                <a:gd name="T26" fmla="*/ 3 w 331"/>
                <a:gd name="T27" fmla="*/ 20 h 66"/>
                <a:gd name="T28" fmla="*/ 6 w 331"/>
                <a:gd name="T29" fmla="*/ 14 h 66"/>
                <a:gd name="T30" fmla="*/ 11 w 331"/>
                <a:gd name="T31" fmla="*/ 9 h 66"/>
                <a:gd name="T32" fmla="*/ 15 w 331"/>
                <a:gd name="T33" fmla="*/ 5 h 66"/>
                <a:gd name="T34" fmla="*/ 21 w 331"/>
                <a:gd name="T35" fmla="*/ 2 h 66"/>
                <a:gd name="T36" fmla="*/ 27 w 331"/>
                <a:gd name="T37" fmla="*/ 0 h 66"/>
                <a:gd name="T38" fmla="*/ 33 w 331"/>
                <a:gd name="T39" fmla="*/ 0 h 66"/>
                <a:gd name="T40" fmla="*/ 298 w 331"/>
                <a:gd name="T41" fmla="*/ 0 h 66"/>
                <a:gd name="T42" fmla="*/ 298 w 331"/>
                <a:gd name="T43" fmla="*/ 0 h 66"/>
                <a:gd name="T44" fmla="*/ 304 w 331"/>
                <a:gd name="T45" fmla="*/ 0 h 66"/>
                <a:gd name="T46" fmla="*/ 311 w 331"/>
                <a:gd name="T47" fmla="*/ 2 h 66"/>
                <a:gd name="T48" fmla="*/ 317 w 331"/>
                <a:gd name="T49" fmla="*/ 5 h 66"/>
                <a:gd name="T50" fmla="*/ 321 w 331"/>
                <a:gd name="T51" fmla="*/ 9 h 66"/>
                <a:gd name="T52" fmla="*/ 325 w 331"/>
                <a:gd name="T53" fmla="*/ 14 h 66"/>
                <a:gd name="T54" fmla="*/ 328 w 331"/>
                <a:gd name="T55" fmla="*/ 20 h 66"/>
                <a:gd name="T56" fmla="*/ 330 w 331"/>
                <a:gd name="T57" fmla="*/ 26 h 66"/>
                <a:gd name="T58" fmla="*/ 331 w 331"/>
                <a:gd name="T59" fmla="*/ 33 h 66"/>
                <a:gd name="T60" fmla="*/ 331 w 331"/>
                <a:gd name="T61" fmla="*/ 33 h 66"/>
                <a:gd name="T62" fmla="*/ 330 w 331"/>
                <a:gd name="T63" fmla="*/ 39 h 66"/>
                <a:gd name="T64" fmla="*/ 328 w 331"/>
                <a:gd name="T65" fmla="*/ 45 h 66"/>
                <a:gd name="T66" fmla="*/ 325 w 331"/>
                <a:gd name="T67" fmla="*/ 52 h 66"/>
                <a:gd name="T68" fmla="*/ 321 w 331"/>
                <a:gd name="T69" fmla="*/ 56 h 66"/>
                <a:gd name="T70" fmla="*/ 317 w 331"/>
                <a:gd name="T71" fmla="*/ 60 h 66"/>
                <a:gd name="T72" fmla="*/ 311 w 331"/>
                <a:gd name="T73" fmla="*/ 63 h 66"/>
                <a:gd name="T74" fmla="*/ 304 w 331"/>
                <a:gd name="T75" fmla="*/ 65 h 66"/>
                <a:gd name="T76" fmla="*/ 298 w 331"/>
                <a:gd name="T77" fmla="*/ 66 h 66"/>
                <a:gd name="T78" fmla="*/ 298 w 331"/>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66">
                  <a:moveTo>
                    <a:pt x="298" y="66"/>
                  </a:moveTo>
                  <a:lnTo>
                    <a:pt x="33" y="66"/>
                  </a:lnTo>
                  <a:lnTo>
                    <a:pt x="33" y="66"/>
                  </a:lnTo>
                  <a:lnTo>
                    <a:pt x="27" y="65"/>
                  </a:lnTo>
                  <a:lnTo>
                    <a:pt x="21" y="63"/>
                  </a:lnTo>
                  <a:lnTo>
                    <a:pt x="15" y="60"/>
                  </a:lnTo>
                  <a:lnTo>
                    <a:pt x="11" y="56"/>
                  </a:lnTo>
                  <a:lnTo>
                    <a:pt x="6" y="52"/>
                  </a:lnTo>
                  <a:lnTo>
                    <a:pt x="3" y="45"/>
                  </a:lnTo>
                  <a:lnTo>
                    <a:pt x="1" y="39"/>
                  </a:lnTo>
                  <a:lnTo>
                    <a:pt x="0" y="33"/>
                  </a:lnTo>
                  <a:lnTo>
                    <a:pt x="0" y="33"/>
                  </a:lnTo>
                  <a:lnTo>
                    <a:pt x="1" y="26"/>
                  </a:lnTo>
                  <a:lnTo>
                    <a:pt x="3" y="20"/>
                  </a:lnTo>
                  <a:lnTo>
                    <a:pt x="6" y="14"/>
                  </a:lnTo>
                  <a:lnTo>
                    <a:pt x="11" y="9"/>
                  </a:lnTo>
                  <a:lnTo>
                    <a:pt x="15" y="5"/>
                  </a:lnTo>
                  <a:lnTo>
                    <a:pt x="21" y="2"/>
                  </a:lnTo>
                  <a:lnTo>
                    <a:pt x="27" y="0"/>
                  </a:lnTo>
                  <a:lnTo>
                    <a:pt x="33" y="0"/>
                  </a:lnTo>
                  <a:lnTo>
                    <a:pt x="298" y="0"/>
                  </a:lnTo>
                  <a:lnTo>
                    <a:pt x="298" y="0"/>
                  </a:lnTo>
                  <a:lnTo>
                    <a:pt x="304" y="0"/>
                  </a:lnTo>
                  <a:lnTo>
                    <a:pt x="311" y="2"/>
                  </a:lnTo>
                  <a:lnTo>
                    <a:pt x="317" y="5"/>
                  </a:lnTo>
                  <a:lnTo>
                    <a:pt x="321" y="9"/>
                  </a:lnTo>
                  <a:lnTo>
                    <a:pt x="325" y="14"/>
                  </a:lnTo>
                  <a:lnTo>
                    <a:pt x="328" y="20"/>
                  </a:lnTo>
                  <a:lnTo>
                    <a:pt x="330" y="26"/>
                  </a:lnTo>
                  <a:lnTo>
                    <a:pt x="331" y="33"/>
                  </a:lnTo>
                  <a:lnTo>
                    <a:pt x="331" y="33"/>
                  </a:lnTo>
                  <a:lnTo>
                    <a:pt x="330" y="39"/>
                  </a:lnTo>
                  <a:lnTo>
                    <a:pt x="328" y="45"/>
                  </a:lnTo>
                  <a:lnTo>
                    <a:pt x="325" y="52"/>
                  </a:lnTo>
                  <a:lnTo>
                    <a:pt x="321" y="56"/>
                  </a:lnTo>
                  <a:lnTo>
                    <a:pt x="317" y="60"/>
                  </a:lnTo>
                  <a:lnTo>
                    <a:pt x="311" y="63"/>
                  </a:lnTo>
                  <a:lnTo>
                    <a:pt x="304" y="65"/>
                  </a:lnTo>
                  <a:lnTo>
                    <a:pt x="298" y="66"/>
                  </a:lnTo>
                  <a:lnTo>
                    <a:pt x="298"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4">
              <a:extLst>
                <a:ext uri="{FF2B5EF4-FFF2-40B4-BE49-F238E27FC236}">
                  <a16:creationId xmlns:a16="http://schemas.microsoft.com/office/drawing/2014/main" id="{5F94C7E4-7826-4F44-AD44-37F3CD1F9710}"/>
                </a:ext>
              </a:extLst>
            </p:cNvPr>
            <p:cNvSpPr>
              <a:spLocks/>
            </p:cNvSpPr>
            <p:nvPr/>
          </p:nvSpPr>
          <p:spPr bwMode="auto">
            <a:xfrm>
              <a:off x="3546475" y="2559051"/>
              <a:ext cx="104775" cy="15875"/>
            </a:xfrm>
            <a:custGeom>
              <a:avLst/>
              <a:gdLst>
                <a:gd name="T0" fmla="*/ 431 w 464"/>
                <a:gd name="T1" fmla="*/ 67 h 67"/>
                <a:gd name="T2" fmla="*/ 33 w 464"/>
                <a:gd name="T3" fmla="*/ 67 h 67"/>
                <a:gd name="T4" fmla="*/ 33 w 464"/>
                <a:gd name="T5" fmla="*/ 67 h 67"/>
                <a:gd name="T6" fmla="*/ 27 w 464"/>
                <a:gd name="T7" fmla="*/ 66 h 67"/>
                <a:gd name="T8" fmla="*/ 21 w 464"/>
                <a:gd name="T9" fmla="*/ 64 h 67"/>
                <a:gd name="T10" fmla="*/ 15 w 464"/>
                <a:gd name="T11" fmla="*/ 60 h 67"/>
                <a:gd name="T12" fmla="*/ 11 w 464"/>
                <a:gd name="T13" fmla="*/ 57 h 67"/>
                <a:gd name="T14" fmla="*/ 6 w 464"/>
                <a:gd name="T15" fmla="*/ 52 h 67"/>
                <a:gd name="T16" fmla="*/ 3 w 464"/>
                <a:gd name="T17" fmla="*/ 46 h 67"/>
                <a:gd name="T18" fmla="*/ 1 w 464"/>
                <a:gd name="T19" fmla="*/ 40 h 67"/>
                <a:gd name="T20" fmla="*/ 0 w 464"/>
                <a:gd name="T21" fmla="*/ 34 h 67"/>
                <a:gd name="T22" fmla="*/ 0 w 464"/>
                <a:gd name="T23" fmla="*/ 34 h 67"/>
                <a:gd name="T24" fmla="*/ 1 w 464"/>
                <a:gd name="T25" fmla="*/ 27 h 67"/>
                <a:gd name="T26" fmla="*/ 3 w 464"/>
                <a:gd name="T27" fmla="*/ 21 h 67"/>
                <a:gd name="T28" fmla="*/ 6 w 464"/>
                <a:gd name="T29" fmla="*/ 15 h 67"/>
                <a:gd name="T30" fmla="*/ 11 w 464"/>
                <a:gd name="T31" fmla="*/ 10 h 67"/>
                <a:gd name="T32" fmla="*/ 15 w 464"/>
                <a:gd name="T33" fmla="*/ 6 h 67"/>
                <a:gd name="T34" fmla="*/ 21 w 464"/>
                <a:gd name="T35" fmla="*/ 4 h 67"/>
                <a:gd name="T36" fmla="*/ 27 w 464"/>
                <a:gd name="T37" fmla="*/ 1 h 67"/>
                <a:gd name="T38" fmla="*/ 33 w 464"/>
                <a:gd name="T39" fmla="*/ 0 h 67"/>
                <a:gd name="T40" fmla="*/ 431 w 464"/>
                <a:gd name="T41" fmla="*/ 0 h 67"/>
                <a:gd name="T42" fmla="*/ 431 w 464"/>
                <a:gd name="T43" fmla="*/ 0 h 67"/>
                <a:gd name="T44" fmla="*/ 437 w 464"/>
                <a:gd name="T45" fmla="*/ 1 h 67"/>
                <a:gd name="T46" fmla="*/ 443 w 464"/>
                <a:gd name="T47" fmla="*/ 4 h 67"/>
                <a:gd name="T48" fmla="*/ 449 w 464"/>
                <a:gd name="T49" fmla="*/ 6 h 67"/>
                <a:gd name="T50" fmla="*/ 453 w 464"/>
                <a:gd name="T51" fmla="*/ 10 h 67"/>
                <a:gd name="T52" fmla="*/ 458 w 464"/>
                <a:gd name="T53" fmla="*/ 15 h 67"/>
                <a:gd name="T54" fmla="*/ 461 w 464"/>
                <a:gd name="T55" fmla="*/ 21 h 67"/>
                <a:gd name="T56" fmla="*/ 463 w 464"/>
                <a:gd name="T57" fmla="*/ 27 h 67"/>
                <a:gd name="T58" fmla="*/ 464 w 464"/>
                <a:gd name="T59" fmla="*/ 34 h 67"/>
                <a:gd name="T60" fmla="*/ 464 w 464"/>
                <a:gd name="T61" fmla="*/ 34 h 67"/>
                <a:gd name="T62" fmla="*/ 463 w 464"/>
                <a:gd name="T63" fmla="*/ 40 h 67"/>
                <a:gd name="T64" fmla="*/ 461 w 464"/>
                <a:gd name="T65" fmla="*/ 46 h 67"/>
                <a:gd name="T66" fmla="*/ 458 w 464"/>
                <a:gd name="T67" fmla="*/ 52 h 67"/>
                <a:gd name="T68" fmla="*/ 453 w 464"/>
                <a:gd name="T69" fmla="*/ 57 h 67"/>
                <a:gd name="T70" fmla="*/ 449 w 464"/>
                <a:gd name="T71" fmla="*/ 60 h 67"/>
                <a:gd name="T72" fmla="*/ 443 w 464"/>
                <a:gd name="T73" fmla="*/ 64 h 67"/>
                <a:gd name="T74" fmla="*/ 437 w 464"/>
                <a:gd name="T75" fmla="*/ 66 h 67"/>
                <a:gd name="T76" fmla="*/ 431 w 464"/>
                <a:gd name="T77" fmla="*/ 67 h 67"/>
                <a:gd name="T78" fmla="*/ 431 w 464"/>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4" h="67">
                  <a:moveTo>
                    <a:pt x="431" y="67"/>
                  </a:moveTo>
                  <a:lnTo>
                    <a:pt x="33" y="67"/>
                  </a:lnTo>
                  <a:lnTo>
                    <a:pt x="33" y="67"/>
                  </a:lnTo>
                  <a:lnTo>
                    <a:pt x="27" y="66"/>
                  </a:lnTo>
                  <a:lnTo>
                    <a:pt x="21" y="64"/>
                  </a:lnTo>
                  <a:lnTo>
                    <a:pt x="15" y="60"/>
                  </a:lnTo>
                  <a:lnTo>
                    <a:pt x="11" y="57"/>
                  </a:lnTo>
                  <a:lnTo>
                    <a:pt x="6" y="52"/>
                  </a:lnTo>
                  <a:lnTo>
                    <a:pt x="3" y="46"/>
                  </a:lnTo>
                  <a:lnTo>
                    <a:pt x="1" y="40"/>
                  </a:lnTo>
                  <a:lnTo>
                    <a:pt x="0" y="34"/>
                  </a:lnTo>
                  <a:lnTo>
                    <a:pt x="0" y="34"/>
                  </a:lnTo>
                  <a:lnTo>
                    <a:pt x="1" y="27"/>
                  </a:lnTo>
                  <a:lnTo>
                    <a:pt x="3" y="21"/>
                  </a:lnTo>
                  <a:lnTo>
                    <a:pt x="6" y="15"/>
                  </a:lnTo>
                  <a:lnTo>
                    <a:pt x="11" y="10"/>
                  </a:lnTo>
                  <a:lnTo>
                    <a:pt x="15" y="6"/>
                  </a:lnTo>
                  <a:lnTo>
                    <a:pt x="21" y="4"/>
                  </a:lnTo>
                  <a:lnTo>
                    <a:pt x="27" y="1"/>
                  </a:lnTo>
                  <a:lnTo>
                    <a:pt x="33" y="0"/>
                  </a:lnTo>
                  <a:lnTo>
                    <a:pt x="431" y="0"/>
                  </a:lnTo>
                  <a:lnTo>
                    <a:pt x="431" y="0"/>
                  </a:lnTo>
                  <a:lnTo>
                    <a:pt x="437" y="1"/>
                  </a:lnTo>
                  <a:lnTo>
                    <a:pt x="443" y="4"/>
                  </a:lnTo>
                  <a:lnTo>
                    <a:pt x="449" y="6"/>
                  </a:lnTo>
                  <a:lnTo>
                    <a:pt x="453" y="10"/>
                  </a:lnTo>
                  <a:lnTo>
                    <a:pt x="458" y="15"/>
                  </a:lnTo>
                  <a:lnTo>
                    <a:pt x="461" y="21"/>
                  </a:lnTo>
                  <a:lnTo>
                    <a:pt x="463" y="27"/>
                  </a:lnTo>
                  <a:lnTo>
                    <a:pt x="464" y="34"/>
                  </a:lnTo>
                  <a:lnTo>
                    <a:pt x="464" y="34"/>
                  </a:lnTo>
                  <a:lnTo>
                    <a:pt x="463" y="40"/>
                  </a:lnTo>
                  <a:lnTo>
                    <a:pt x="461" y="46"/>
                  </a:lnTo>
                  <a:lnTo>
                    <a:pt x="458" y="52"/>
                  </a:lnTo>
                  <a:lnTo>
                    <a:pt x="453" y="57"/>
                  </a:lnTo>
                  <a:lnTo>
                    <a:pt x="449" y="60"/>
                  </a:lnTo>
                  <a:lnTo>
                    <a:pt x="443" y="64"/>
                  </a:lnTo>
                  <a:lnTo>
                    <a:pt x="437" y="66"/>
                  </a:lnTo>
                  <a:lnTo>
                    <a:pt x="431" y="67"/>
                  </a:lnTo>
                  <a:lnTo>
                    <a:pt x="431"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5">
              <a:extLst>
                <a:ext uri="{FF2B5EF4-FFF2-40B4-BE49-F238E27FC236}">
                  <a16:creationId xmlns:a16="http://schemas.microsoft.com/office/drawing/2014/main" id="{D3FDAC83-83C2-4D19-B8FB-13FBB8B6E10B}"/>
                </a:ext>
              </a:extLst>
            </p:cNvPr>
            <p:cNvSpPr>
              <a:spLocks/>
            </p:cNvSpPr>
            <p:nvPr/>
          </p:nvSpPr>
          <p:spPr bwMode="auto">
            <a:xfrm>
              <a:off x="3546475" y="2619376"/>
              <a:ext cx="60325" cy="15875"/>
            </a:xfrm>
            <a:custGeom>
              <a:avLst/>
              <a:gdLst>
                <a:gd name="T0" fmla="*/ 232 w 265"/>
                <a:gd name="T1" fmla="*/ 67 h 67"/>
                <a:gd name="T2" fmla="*/ 33 w 265"/>
                <a:gd name="T3" fmla="*/ 67 h 67"/>
                <a:gd name="T4" fmla="*/ 33 w 265"/>
                <a:gd name="T5" fmla="*/ 67 h 67"/>
                <a:gd name="T6" fmla="*/ 27 w 265"/>
                <a:gd name="T7" fmla="*/ 66 h 67"/>
                <a:gd name="T8" fmla="*/ 21 w 265"/>
                <a:gd name="T9" fmla="*/ 64 h 67"/>
                <a:gd name="T10" fmla="*/ 15 w 265"/>
                <a:gd name="T11" fmla="*/ 60 h 67"/>
                <a:gd name="T12" fmla="*/ 11 w 265"/>
                <a:gd name="T13" fmla="*/ 56 h 67"/>
                <a:gd name="T14" fmla="*/ 6 w 265"/>
                <a:gd name="T15" fmla="*/ 51 h 67"/>
                <a:gd name="T16" fmla="*/ 3 w 265"/>
                <a:gd name="T17" fmla="*/ 46 h 67"/>
                <a:gd name="T18" fmla="*/ 1 w 265"/>
                <a:gd name="T19" fmla="*/ 40 h 67"/>
                <a:gd name="T20" fmla="*/ 0 w 265"/>
                <a:gd name="T21" fmla="*/ 34 h 67"/>
                <a:gd name="T22" fmla="*/ 0 w 265"/>
                <a:gd name="T23" fmla="*/ 34 h 67"/>
                <a:gd name="T24" fmla="*/ 1 w 265"/>
                <a:gd name="T25" fmla="*/ 26 h 67"/>
                <a:gd name="T26" fmla="*/ 3 w 265"/>
                <a:gd name="T27" fmla="*/ 20 h 67"/>
                <a:gd name="T28" fmla="*/ 6 w 265"/>
                <a:gd name="T29" fmla="*/ 15 h 67"/>
                <a:gd name="T30" fmla="*/ 11 w 265"/>
                <a:gd name="T31" fmla="*/ 10 h 67"/>
                <a:gd name="T32" fmla="*/ 15 w 265"/>
                <a:gd name="T33" fmla="*/ 6 h 67"/>
                <a:gd name="T34" fmla="*/ 21 w 265"/>
                <a:gd name="T35" fmla="*/ 2 h 67"/>
                <a:gd name="T36" fmla="*/ 27 w 265"/>
                <a:gd name="T37" fmla="*/ 0 h 67"/>
                <a:gd name="T38" fmla="*/ 33 w 265"/>
                <a:gd name="T39" fmla="*/ 0 h 67"/>
                <a:gd name="T40" fmla="*/ 232 w 265"/>
                <a:gd name="T41" fmla="*/ 0 h 67"/>
                <a:gd name="T42" fmla="*/ 232 w 265"/>
                <a:gd name="T43" fmla="*/ 0 h 67"/>
                <a:gd name="T44" fmla="*/ 238 w 265"/>
                <a:gd name="T45" fmla="*/ 0 h 67"/>
                <a:gd name="T46" fmla="*/ 244 w 265"/>
                <a:gd name="T47" fmla="*/ 2 h 67"/>
                <a:gd name="T48" fmla="*/ 251 w 265"/>
                <a:gd name="T49" fmla="*/ 6 h 67"/>
                <a:gd name="T50" fmla="*/ 256 w 265"/>
                <a:gd name="T51" fmla="*/ 10 h 67"/>
                <a:gd name="T52" fmla="*/ 259 w 265"/>
                <a:gd name="T53" fmla="*/ 15 h 67"/>
                <a:gd name="T54" fmla="*/ 262 w 265"/>
                <a:gd name="T55" fmla="*/ 20 h 67"/>
                <a:gd name="T56" fmla="*/ 264 w 265"/>
                <a:gd name="T57" fmla="*/ 26 h 67"/>
                <a:gd name="T58" fmla="*/ 265 w 265"/>
                <a:gd name="T59" fmla="*/ 34 h 67"/>
                <a:gd name="T60" fmla="*/ 265 w 265"/>
                <a:gd name="T61" fmla="*/ 34 h 67"/>
                <a:gd name="T62" fmla="*/ 264 w 265"/>
                <a:gd name="T63" fmla="*/ 40 h 67"/>
                <a:gd name="T64" fmla="*/ 262 w 265"/>
                <a:gd name="T65" fmla="*/ 46 h 67"/>
                <a:gd name="T66" fmla="*/ 259 w 265"/>
                <a:gd name="T67" fmla="*/ 51 h 67"/>
                <a:gd name="T68" fmla="*/ 256 w 265"/>
                <a:gd name="T69" fmla="*/ 56 h 67"/>
                <a:gd name="T70" fmla="*/ 251 w 265"/>
                <a:gd name="T71" fmla="*/ 60 h 67"/>
                <a:gd name="T72" fmla="*/ 244 w 265"/>
                <a:gd name="T73" fmla="*/ 64 h 67"/>
                <a:gd name="T74" fmla="*/ 238 w 265"/>
                <a:gd name="T75" fmla="*/ 66 h 67"/>
                <a:gd name="T76" fmla="*/ 232 w 265"/>
                <a:gd name="T77" fmla="*/ 67 h 67"/>
                <a:gd name="T78" fmla="*/ 232 w 265"/>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5" h="67">
                  <a:moveTo>
                    <a:pt x="232" y="67"/>
                  </a:moveTo>
                  <a:lnTo>
                    <a:pt x="33" y="67"/>
                  </a:lnTo>
                  <a:lnTo>
                    <a:pt x="33" y="67"/>
                  </a:lnTo>
                  <a:lnTo>
                    <a:pt x="27" y="66"/>
                  </a:lnTo>
                  <a:lnTo>
                    <a:pt x="21" y="64"/>
                  </a:lnTo>
                  <a:lnTo>
                    <a:pt x="15" y="60"/>
                  </a:lnTo>
                  <a:lnTo>
                    <a:pt x="11" y="56"/>
                  </a:lnTo>
                  <a:lnTo>
                    <a:pt x="6" y="51"/>
                  </a:lnTo>
                  <a:lnTo>
                    <a:pt x="3" y="46"/>
                  </a:lnTo>
                  <a:lnTo>
                    <a:pt x="1" y="40"/>
                  </a:lnTo>
                  <a:lnTo>
                    <a:pt x="0" y="34"/>
                  </a:lnTo>
                  <a:lnTo>
                    <a:pt x="0" y="34"/>
                  </a:lnTo>
                  <a:lnTo>
                    <a:pt x="1" y="26"/>
                  </a:lnTo>
                  <a:lnTo>
                    <a:pt x="3" y="20"/>
                  </a:lnTo>
                  <a:lnTo>
                    <a:pt x="6" y="15"/>
                  </a:lnTo>
                  <a:lnTo>
                    <a:pt x="11" y="10"/>
                  </a:lnTo>
                  <a:lnTo>
                    <a:pt x="15" y="6"/>
                  </a:lnTo>
                  <a:lnTo>
                    <a:pt x="21" y="2"/>
                  </a:lnTo>
                  <a:lnTo>
                    <a:pt x="27" y="0"/>
                  </a:lnTo>
                  <a:lnTo>
                    <a:pt x="33" y="0"/>
                  </a:lnTo>
                  <a:lnTo>
                    <a:pt x="232" y="0"/>
                  </a:lnTo>
                  <a:lnTo>
                    <a:pt x="232" y="0"/>
                  </a:lnTo>
                  <a:lnTo>
                    <a:pt x="238" y="0"/>
                  </a:lnTo>
                  <a:lnTo>
                    <a:pt x="244" y="2"/>
                  </a:lnTo>
                  <a:lnTo>
                    <a:pt x="251" y="6"/>
                  </a:lnTo>
                  <a:lnTo>
                    <a:pt x="256" y="10"/>
                  </a:lnTo>
                  <a:lnTo>
                    <a:pt x="259" y="15"/>
                  </a:lnTo>
                  <a:lnTo>
                    <a:pt x="262" y="20"/>
                  </a:lnTo>
                  <a:lnTo>
                    <a:pt x="264" y="26"/>
                  </a:lnTo>
                  <a:lnTo>
                    <a:pt x="265" y="34"/>
                  </a:lnTo>
                  <a:lnTo>
                    <a:pt x="265" y="34"/>
                  </a:lnTo>
                  <a:lnTo>
                    <a:pt x="264" y="40"/>
                  </a:lnTo>
                  <a:lnTo>
                    <a:pt x="262" y="46"/>
                  </a:lnTo>
                  <a:lnTo>
                    <a:pt x="259" y="51"/>
                  </a:lnTo>
                  <a:lnTo>
                    <a:pt x="256" y="56"/>
                  </a:lnTo>
                  <a:lnTo>
                    <a:pt x="251" y="60"/>
                  </a:lnTo>
                  <a:lnTo>
                    <a:pt x="244" y="64"/>
                  </a:lnTo>
                  <a:lnTo>
                    <a:pt x="238" y="66"/>
                  </a:lnTo>
                  <a:lnTo>
                    <a:pt x="232" y="67"/>
                  </a:lnTo>
                  <a:lnTo>
                    <a:pt x="232"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6">
              <a:extLst>
                <a:ext uri="{FF2B5EF4-FFF2-40B4-BE49-F238E27FC236}">
                  <a16:creationId xmlns:a16="http://schemas.microsoft.com/office/drawing/2014/main" id="{C18A7615-0526-4EB9-900E-86231426A1B5}"/>
                </a:ext>
              </a:extLst>
            </p:cNvPr>
            <p:cNvSpPr>
              <a:spLocks/>
            </p:cNvSpPr>
            <p:nvPr/>
          </p:nvSpPr>
          <p:spPr bwMode="auto">
            <a:xfrm>
              <a:off x="3425825" y="2740026"/>
              <a:ext cx="46038" cy="14288"/>
            </a:xfrm>
            <a:custGeom>
              <a:avLst/>
              <a:gdLst>
                <a:gd name="T0" fmla="*/ 166 w 199"/>
                <a:gd name="T1" fmla="*/ 67 h 67"/>
                <a:gd name="T2" fmla="*/ 34 w 199"/>
                <a:gd name="T3" fmla="*/ 67 h 67"/>
                <a:gd name="T4" fmla="*/ 34 w 199"/>
                <a:gd name="T5" fmla="*/ 67 h 67"/>
                <a:gd name="T6" fmla="*/ 27 w 199"/>
                <a:gd name="T7" fmla="*/ 66 h 67"/>
                <a:gd name="T8" fmla="*/ 21 w 199"/>
                <a:gd name="T9" fmla="*/ 64 h 67"/>
                <a:gd name="T10" fmla="*/ 15 w 199"/>
                <a:gd name="T11" fmla="*/ 60 h 67"/>
                <a:gd name="T12" fmla="*/ 10 w 199"/>
                <a:gd name="T13" fmla="*/ 56 h 67"/>
                <a:gd name="T14" fmla="*/ 6 w 199"/>
                <a:gd name="T15" fmla="*/ 52 h 67"/>
                <a:gd name="T16" fmla="*/ 4 w 199"/>
                <a:gd name="T17" fmla="*/ 46 h 67"/>
                <a:gd name="T18" fmla="*/ 1 w 199"/>
                <a:gd name="T19" fmla="*/ 40 h 67"/>
                <a:gd name="T20" fmla="*/ 0 w 199"/>
                <a:gd name="T21" fmla="*/ 33 h 67"/>
                <a:gd name="T22" fmla="*/ 0 w 199"/>
                <a:gd name="T23" fmla="*/ 33 h 67"/>
                <a:gd name="T24" fmla="*/ 1 w 199"/>
                <a:gd name="T25" fmla="*/ 26 h 67"/>
                <a:gd name="T26" fmla="*/ 4 w 199"/>
                <a:gd name="T27" fmla="*/ 20 h 67"/>
                <a:gd name="T28" fmla="*/ 6 w 199"/>
                <a:gd name="T29" fmla="*/ 15 h 67"/>
                <a:gd name="T30" fmla="*/ 10 w 199"/>
                <a:gd name="T31" fmla="*/ 10 h 67"/>
                <a:gd name="T32" fmla="*/ 15 w 199"/>
                <a:gd name="T33" fmla="*/ 6 h 67"/>
                <a:gd name="T34" fmla="*/ 21 w 199"/>
                <a:gd name="T35" fmla="*/ 2 h 67"/>
                <a:gd name="T36" fmla="*/ 27 w 199"/>
                <a:gd name="T37" fmla="*/ 1 h 67"/>
                <a:gd name="T38" fmla="*/ 34 w 199"/>
                <a:gd name="T39" fmla="*/ 0 h 67"/>
                <a:gd name="T40" fmla="*/ 166 w 199"/>
                <a:gd name="T41" fmla="*/ 0 h 67"/>
                <a:gd name="T42" fmla="*/ 166 w 199"/>
                <a:gd name="T43" fmla="*/ 0 h 67"/>
                <a:gd name="T44" fmla="*/ 172 w 199"/>
                <a:gd name="T45" fmla="*/ 1 h 67"/>
                <a:gd name="T46" fmla="*/ 178 w 199"/>
                <a:gd name="T47" fmla="*/ 2 h 67"/>
                <a:gd name="T48" fmla="*/ 185 w 199"/>
                <a:gd name="T49" fmla="*/ 6 h 67"/>
                <a:gd name="T50" fmla="*/ 189 w 199"/>
                <a:gd name="T51" fmla="*/ 10 h 67"/>
                <a:gd name="T52" fmla="*/ 193 w 199"/>
                <a:gd name="T53" fmla="*/ 15 h 67"/>
                <a:gd name="T54" fmla="*/ 196 w 199"/>
                <a:gd name="T55" fmla="*/ 20 h 67"/>
                <a:gd name="T56" fmla="*/ 198 w 199"/>
                <a:gd name="T57" fmla="*/ 26 h 67"/>
                <a:gd name="T58" fmla="*/ 199 w 199"/>
                <a:gd name="T59" fmla="*/ 33 h 67"/>
                <a:gd name="T60" fmla="*/ 199 w 199"/>
                <a:gd name="T61" fmla="*/ 33 h 67"/>
                <a:gd name="T62" fmla="*/ 198 w 199"/>
                <a:gd name="T63" fmla="*/ 40 h 67"/>
                <a:gd name="T64" fmla="*/ 196 w 199"/>
                <a:gd name="T65" fmla="*/ 46 h 67"/>
                <a:gd name="T66" fmla="*/ 193 w 199"/>
                <a:gd name="T67" fmla="*/ 52 h 67"/>
                <a:gd name="T68" fmla="*/ 189 w 199"/>
                <a:gd name="T69" fmla="*/ 56 h 67"/>
                <a:gd name="T70" fmla="*/ 185 w 199"/>
                <a:gd name="T71" fmla="*/ 60 h 67"/>
                <a:gd name="T72" fmla="*/ 178 w 199"/>
                <a:gd name="T73" fmla="*/ 64 h 67"/>
                <a:gd name="T74" fmla="*/ 172 w 199"/>
                <a:gd name="T75" fmla="*/ 66 h 67"/>
                <a:gd name="T76" fmla="*/ 166 w 199"/>
                <a:gd name="T77" fmla="*/ 67 h 67"/>
                <a:gd name="T78" fmla="*/ 166 w 199"/>
                <a:gd name="T7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9" h="67">
                  <a:moveTo>
                    <a:pt x="166" y="67"/>
                  </a:moveTo>
                  <a:lnTo>
                    <a:pt x="34" y="67"/>
                  </a:lnTo>
                  <a:lnTo>
                    <a:pt x="34" y="67"/>
                  </a:lnTo>
                  <a:lnTo>
                    <a:pt x="27" y="66"/>
                  </a:lnTo>
                  <a:lnTo>
                    <a:pt x="21" y="64"/>
                  </a:lnTo>
                  <a:lnTo>
                    <a:pt x="15" y="60"/>
                  </a:lnTo>
                  <a:lnTo>
                    <a:pt x="10" y="56"/>
                  </a:lnTo>
                  <a:lnTo>
                    <a:pt x="6" y="52"/>
                  </a:lnTo>
                  <a:lnTo>
                    <a:pt x="4" y="46"/>
                  </a:lnTo>
                  <a:lnTo>
                    <a:pt x="1" y="40"/>
                  </a:lnTo>
                  <a:lnTo>
                    <a:pt x="0" y="33"/>
                  </a:lnTo>
                  <a:lnTo>
                    <a:pt x="0" y="33"/>
                  </a:lnTo>
                  <a:lnTo>
                    <a:pt x="1" y="26"/>
                  </a:lnTo>
                  <a:lnTo>
                    <a:pt x="4" y="20"/>
                  </a:lnTo>
                  <a:lnTo>
                    <a:pt x="6" y="15"/>
                  </a:lnTo>
                  <a:lnTo>
                    <a:pt x="10" y="10"/>
                  </a:lnTo>
                  <a:lnTo>
                    <a:pt x="15" y="6"/>
                  </a:lnTo>
                  <a:lnTo>
                    <a:pt x="21" y="2"/>
                  </a:lnTo>
                  <a:lnTo>
                    <a:pt x="27" y="1"/>
                  </a:lnTo>
                  <a:lnTo>
                    <a:pt x="34" y="0"/>
                  </a:lnTo>
                  <a:lnTo>
                    <a:pt x="166" y="0"/>
                  </a:lnTo>
                  <a:lnTo>
                    <a:pt x="166" y="0"/>
                  </a:lnTo>
                  <a:lnTo>
                    <a:pt x="172" y="1"/>
                  </a:lnTo>
                  <a:lnTo>
                    <a:pt x="178" y="2"/>
                  </a:lnTo>
                  <a:lnTo>
                    <a:pt x="185" y="6"/>
                  </a:lnTo>
                  <a:lnTo>
                    <a:pt x="189" y="10"/>
                  </a:lnTo>
                  <a:lnTo>
                    <a:pt x="193" y="15"/>
                  </a:lnTo>
                  <a:lnTo>
                    <a:pt x="196" y="20"/>
                  </a:lnTo>
                  <a:lnTo>
                    <a:pt x="198" y="26"/>
                  </a:lnTo>
                  <a:lnTo>
                    <a:pt x="199" y="33"/>
                  </a:lnTo>
                  <a:lnTo>
                    <a:pt x="199" y="33"/>
                  </a:lnTo>
                  <a:lnTo>
                    <a:pt x="198" y="40"/>
                  </a:lnTo>
                  <a:lnTo>
                    <a:pt x="196" y="46"/>
                  </a:lnTo>
                  <a:lnTo>
                    <a:pt x="193" y="52"/>
                  </a:lnTo>
                  <a:lnTo>
                    <a:pt x="189" y="56"/>
                  </a:lnTo>
                  <a:lnTo>
                    <a:pt x="185" y="60"/>
                  </a:lnTo>
                  <a:lnTo>
                    <a:pt x="178" y="64"/>
                  </a:lnTo>
                  <a:lnTo>
                    <a:pt x="172" y="66"/>
                  </a:lnTo>
                  <a:lnTo>
                    <a:pt x="166" y="67"/>
                  </a:lnTo>
                  <a:lnTo>
                    <a:pt x="166"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120" name="Graphic 119">
            <a:extLst>
              <a:ext uri="{FF2B5EF4-FFF2-40B4-BE49-F238E27FC236}">
                <a16:creationId xmlns:a16="http://schemas.microsoft.com/office/drawing/2014/main" id="{E556EBE8-CB1E-4187-BE64-5AA27D600F6F}"/>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776490" y="4399815"/>
            <a:ext cx="293787" cy="293787"/>
          </a:xfrm>
          <a:prstGeom prst="rect">
            <a:avLst/>
          </a:prstGeom>
        </p:spPr>
      </p:pic>
      <p:pic>
        <p:nvPicPr>
          <p:cNvPr id="126" name="Grafik 46">
            <a:extLst>
              <a:ext uri="{FF2B5EF4-FFF2-40B4-BE49-F238E27FC236}">
                <a16:creationId xmlns:a16="http://schemas.microsoft.com/office/drawing/2014/main" id="{CEDAAACF-DEF3-4D76-A477-8A62609E01F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076488" y="4379562"/>
            <a:ext cx="316866" cy="334293"/>
          </a:xfrm>
          <a:prstGeom prst="rect">
            <a:avLst/>
          </a:prstGeom>
        </p:spPr>
      </p:pic>
      <p:sp>
        <p:nvSpPr>
          <p:cNvPr id="127" name="Freeform 63">
            <a:extLst>
              <a:ext uri="{FF2B5EF4-FFF2-40B4-BE49-F238E27FC236}">
                <a16:creationId xmlns:a16="http://schemas.microsoft.com/office/drawing/2014/main" id="{E30DB2B5-C5A4-446B-8953-C0710F990430}"/>
              </a:ext>
            </a:extLst>
          </p:cNvPr>
          <p:cNvSpPr>
            <a:spLocks noEditPoints="1"/>
          </p:cNvSpPr>
          <p:nvPr/>
        </p:nvSpPr>
        <p:spPr bwMode="auto">
          <a:xfrm>
            <a:off x="5649084" y="1354144"/>
            <a:ext cx="222771" cy="223757"/>
          </a:xfrm>
          <a:custGeom>
            <a:avLst/>
            <a:gdLst>
              <a:gd name="T0" fmla="*/ 5 w 1361"/>
              <a:gd name="T1" fmla="*/ 1347 h 1360"/>
              <a:gd name="T2" fmla="*/ 15 w 1361"/>
              <a:gd name="T3" fmla="*/ 1216 h 1360"/>
              <a:gd name="T4" fmla="*/ 69 w 1361"/>
              <a:gd name="T5" fmla="*/ 1074 h 1360"/>
              <a:gd name="T6" fmla="*/ 217 w 1361"/>
              <a:gd name="T7" fmla="*/ 969 h 1360"/>
              <a:gd name="T8" fmla="*/ 510 w 1361"/>
              <a:gd name="T9" fmla="*/ 719 h 1360"/>
              <a:gd name="T10" fmla="*/ 438 w 1361"/>
              <a:gd name="T11" fmla="*/ 614 h 1360"/>
              <a:gd name="T12" fmla="*/ 412 w 1361"/>
              <a:gd name="T13" fmla="*/ 537 h 1360"/>
              <a:gd name="T14" fmla="*/ 395 w 1361"/>
              <a:gd name="T15" fmla="*/ 435 h 1360"/>
              <a:gd name="T16" fmla="*/ 418 w 1361"/>
              <a:gd name="T17" fmla="*/ 372 h 1360"/>
              <a:gd name="T18" fmla="*/ 388 w 1361"/>
              <a:gd name="T19" fmla="*/ 215 h 1360"/>
              <a:gd name="T20" fmla="*/ 420 w 1361"/>
              <a:gd name="T21" fmla="*/ 116 h 1360"/>
              <a:gd name="T22" fmla="*/ 491 w 1361"/>
              <a:gd name="T23" fmla="*/ 83 h 1360"/>
              <a:gd name="T24" fmla="*/ 590 w 1361"/>
              <a:gd name="T25" fmla="*/ 16 h 1360"/>
              <a:gd name="T26" fmla="*/ 732 w 1361"/>
              <a:gd name="T27" fmla="*/ 0 h 1360"/>
              <a:gd name="T28" fmla="*/ 895 w 1361"/>
              <a:gd name="T29" fmla="*/ 32 h 1360"/>
              <a:gd name="T30" fmla="*/ 983 w 1361"/>
              <a:gd name="T31" fmla="*/ 108 h 1360"/>
              <a:gd name="T32" fmla="*/ 994 w 1361"/>
              <a:gd name="T33" fmla="*/ 196 h 1360"/>
              <a:gd name="T34" fmla="*/ 945 w 1361"/>
              <a:gd name="T35" fmla="*/ 369 h 1360"/>
              <a:gd name="T36" fmla="*/ 963 w 1361"/>
              <a:gd name="T37" fmla="*/ 421 h 1360"/>
              <a:gd name="T38" fmla="*/ 952 w 1361"/>
              <a:gd name="T39" fmla="*/ 530 h 1360"/>
              <a:gd name="T40" fmla="*/ 926 w 1361"/>
              <a:gd name="T41" fmla="*/ 600 h 1360"/>
              <a:gd name="T42" fmla="*/ 861 w 1361"/>
              <a:gd name="T43" fmla="*/ 709 h 1360"/>
              <a:gd name="T44" fmla="*/ 1116 w 1361"/>
              <a:gd name="T45" fmla="*/ 956 h 1360"/>
              <a:gd name="T46" fmla="*/ 1281 w 1361"/>
              <a:gd name="T47" fmla="*/ 1059 h 1360"/>
              <a:gd name="T48" fmla="*/ 1340 w 1361"/>
              <a:gd name="T49" fmla="*/ 1197 h 1360"/>
              <a:gd name="T50" fmla="*/ 1359 w 1361"/>
              <a:gd name="T51" fmla="*/ 1343 h 1360"/>
              <a:gd name="T52" fmla="*/ 59 w 1361"/>
              <a:gd name="T53" fmla="*/ 1304 h 1360"/>
              <a:gd name="T54" fmla="*/ 1273 w 1361"/>
              <a:gd name="T55" fmla="*/ 1170 h 1360"/>
              <a:gd name="T56" fmla="*/ 1189 w 1361"/>
              <a:gd name="T57" fmla="*/ 1057 h 1360"/>
              <a:gd name="T58" fmla="*/ 900 w 1361"/>
              <a:gd name="T59" fmla="*/ 934 h 1360"/>
              <a:gd name="T60" fmla="*/ 796 w 1361"/>
              <a:gd name="T61" fmla="*/ 888 h 1360"/>
              <a:gd name="T62" fmla="*/ 801 w 1361"/>
              <a:gd name="T63" fmla="*/ 686 h 1360"/>
              <a:gd name="T64" fmla="*/ 850 w 1361"/>
              <a:gd name="T65" fmla="*/ 634 h 1360"/>
              <a:gd name="T66" fmla="*/ 879 w 1361"/>
              <a:gd name="T67" fmla="*/ 535 h 1360"/>
              <a:gd name="T68" fmla="*/ 899 w 1361"/>
              <a:gd name="T69" fmla="*/ 508 h 1360"/>
              <a:gd name="T70" fmla="*/ 910 w 1361"/>
              <a:gd name="T71" fmla="*/ 447 h 1360"/>
              <a:gd name="T72" fmla="*/ 883 w 1361"/>
              <a:gd name="T73" fmla="*/ 408 h 1360"/>
              <a:gd name="T74" fmla="*/ 909 w 1361"/>
              <a:gd name="T75" fmla="*/ 305 h 1360"/>
              <a:gd name="T76" fmla="*/ 937 w 1361"/>
              <a:gd name="T77" fmla="*/ 156 h 1360"/>
              <a:gd name="T78" fmla="*/ 896 w 1361"/>
              <a:gd name="T79" fmla="*/ 96 h 1360"/>
              <a:gd name="T80" fmla="*/ 772 w 1361"/>
              <a:gd name="T81" fmla="*/ 59 h 1360"/>
              <a:gd name="T82" fmla="*/ 639 w 1361"/>
              <a:gd name="T83" fmla="*/ 63 h 1360"/>
              <a:gd name="T84" fmla="*/ 549 w 1361"/>
              <a:gd name="T85" fmla="*/ 100 h 1360"/>
              <a:gd name="T86" fmla="*/ 527 w 1361"/>
              <a:gd name="T87" fmla="*/ 132 h 1360"/>
              <a:gd name="T88" fmla="*/ 486 w 1361"/>
              <a:gd name="T89" fmla="*/ 141 h 1360"/>
              <a:gd name="T90" fmla="*/ 450 w 1361"/>
              <a:gd name="T91" fmla="*/ 178 h 1360"/>
              <a:gd name="T92" fmla="*/ 460 w 1361"/>
              <a:gd name="T93" fmla="*/ 311 h 1360"/>
              <a:gd name="T94" fmla="*/ 481 w 1361"/>
              <a:gd name="T95" fmla="*/ 401 h 1360"/>
              <a:gd name="T96" fmla="*/ 450 w 1361"/>
              <a:gd name="T97" fmla="*/ 447 h 1360"/>
              <a:gd name="T98" fmla="*/ 461 w 1361"/>
              <a:gd name="T99" fmla="*/ 508 h 1360"/>
              <a:gd name="T100" fmla="*/ 481 w 1361"/>
              <a:gd name="T101" fmla="*/ 530 h 1360"/>
              <a:gd name="T102" fmla="*/ 504 w 1361"/>
              <a:gd name="T103" fmla="*/ 624 h 1360"/>
              <a:gd name="T104" fmla="*/ 555 w 1361"/>
              <a:gd name="T105" fmla="*/ 682 h 1360"/>
              <a:gd name="T106" fmla="*/ 566 w 1361"/>
              <a:gd name="T107" fmla="*/ 884 h 1360"/>
              <a:gd name="T108" fmla="*/ 460 w 1361"/>
              <a:gd name="T109" fmla="*/ 934 h 1360"/>
              <a:gd name="T110" fmla="*/ 190 w 1361"/>
              <a:gd name="T111" fmla="*/ 1046 h 1360"/>
              <a:gd name="T112" fmla="*/ 98 w 1361"/>
              <a:gd name="T113" fmla="*/ 1142 h 1360"/>
              <a:gd name="T114" fmla="*/ 59 w 1361"/>
              <a:gd name="T115" fmla="*/ 1304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1" h="1360">
                <a:moveTo>
                  <a:pt x="1332" y="1360"/>
                </a:moveTo>
                <a:lnTo>
                  <a:pt x="28" y="1360"/>
                </a:lnTo>
                <a:lnTo>
                  <a:pt x="28" y="1360"/>
                </a:lnTo>
                <a:lnTo>
                  <a:pt x="22" y="1359"/>
                </a:lnTo>
                <a:lnTo>
                  <a:pt x="17" y="1358"/>
                </a:lnTo>
                <a:lnTo>
                  <a:pt x="12" y="1355"/>
                </a:lnTo>
                <a:lnTo>
                  <a:pt x="8" y="1352"/>
                </a:lnTo>
                <a:lnTo>
                  <a:pt x="5" y="1347"/>
                </a:lnTo>
                <a:lnTo>
                  <a:pt x="2" y="1343"/>
                </a:lnTo>
                <a:lnTo>
                  <a:pt x="0" y="1337"/>
                </a:lnTo>
                <a:lnTo>
                  <a:pt x="0" y="1332"/>
                </a:lnTo>
                <a:lnTo>
                  <a:pt x="0" y="1332"/>
                </a:lnTo>
                <a:lnTo>
                  <a:pt x="1" y="1308"/>
                </a:lnTo>
                <a:lnTo>
                  <a:pt x="3" y="1284"/>
                </a:lnTo>
                <a:lnTo>
                  <a:pt x="7" y="1252"/>
                </a:lnTo>
                <a:lnTo>
                  <a:pt x="15" y="1216"/>
                </a:lnTo>
                <a:lnTo>
                  <a:pt x="19" y="1197"/>
                </a:lnTo>
                <a:lnTo>
                  <a:pt x="25" y="1177"/>
                </a:lnTo>
                <a:lnTo>
                  <a:pt x="32" y="1155"/>
                </a:lnTo>
                <a:lnTo>
                  <a:pt x="40" y="1133"/>
                </a:lnTo>
                <a:lnTo>
                  <a:pt x="50" y="1111"/>
                </a:lnTo>
                <a:lnTo>
                  <a:pt x="60" y="1089"/>
                </a:lnTo>
                <a:lnTo>
                  <a:pt x="60" y="1089"/>
                </a:lnTo>
                <a:lnTo>
                  <a:pt x="69" y="1074"/>
                </a:lnTo>
                <a:lnTo>
                  <a:pt x="80" y="1059"/>
                </a:lnTo>
                <a:lnTo>
                  <a:pt x="93" y="1045"/>
                </a:lnTo>
                <a:lnTo>
                  <a:pt x="109" y="1032"/>
                </a:lnTo>
                <a:lnTo>
                  <a:pt x="126" y="1019"/>
                </a:lnTo>
                <a:lnTo>
                  <a:pt x="147" y="1006"/>
                </a:lnTo>
                <a:lnTo>
                  <a:pt x="168" y="994"/>
                </a:lnTo>
                <a:lnTo>
                  <a:pt x="192" y="981"/>
                </a:lnTo>
                <a:lnTo>
                  <a:pt x="217" y="969"/>
                </a:lnTo>
                <a:lnTo>
                  <a:pt x="244" y="956"/>
                </a:lnTo>
                <a:lnTo>
                  <a:pt x="303" y="932"/>
                </a:lnTo>
                <a:lnTo>
                  <a:pt x="369" y="908"/>
                </a:lnTo>
                <a:lnTo>
                  <a:pt x="440" y="882"/>
                </a:lnTo>
                <a:lnTo>
                  <a:pt x="440" y="882"/>
                </a:lnTo>
                <a:lnTo>
                  <a:pt x="510" y="855"/>
                </a:lnTo>
                <a:lnTo>
                  <a:pt x="510" y="719"/>
                </a:lnTo>
                <a:lnTo>
                  <a:pt x="510" y="719"/>
                </a:lnTo>
                <a:lnTo>
                  <a:pt x="500" y="709"/>
                </a:lnTo>
                <a:lnTo>
                  <a:pt x="487" y="697"/>
                </a:lnTo>
                <a:lnTo>
                  <a:pt x="474" y="681"/>
                </a:lnTo>
                <a:lnTo>
                  <a:pt x="461" y="661"/>
                </a:lnTo>
                <a:lnTo>
                  <a:pt x="455" y="650"/>
                </a:lnTo>
                <a:lnTo>
                  <a:pt x="449" y="639"/>
                </a:lnTo>
                <a:lnTo>
                  <a:pt x="443" y="627"/>
                </a:lnTo>
                <a:lnTo>
                  <a:pt x="438" y="614"/>
                </a:lnTo>
                <a:lnTo>
                  <a:pt x="433" y="600"/>
                </a:lnTo>
                <a:lnTo>
                  <a:pt x="430" y="585"/>
                </a:lnTo>
                <a:lnTo>
                  <a:pt x="427" y="570"/>
                </a:lnTo>
                <a:lnTo>
                  <a:pt x="425" y="552"/>
                </a:lnTo>
                <a:lnTo>
                  <a:pt x="425" y="552"/>
                </a:lnTo>
                <a:lnTo>
                  <a:pt x="421" y="548"/>
                </a:lnTo>
                <a:lnTo>
                  <a:pt x="416" y="543"/>
                </a:lnTo>
                <a:lnTo>
                  <a:pt x="412" y="537"/>
                </a:lnTo>
                <a:lnTo>
                  <a:pt x="408" y="530"/>
                </a:lnTo>
                <a:lnTo>
                  <a:pt x="402" y="516"/>
                </a:lnTo>
                <a:lnTo>
                  <a:pt x="397" y="498"/>
                </a:lnTo>
                <a:lnTo>
                  <a:pt x="397" y="498"/>
                </a:lnTo>
                <a:lnTo>
                  <a:pt x="394" y="483"/>
                </a:lnTo>
                <a:lnTo>
                  <a:pt x="393" y="466"/>
                </a:lnTo>
                <a:lnTo>
                  <a:pt x="393" y="450"/>
                </a:lnTo>
                <a:lnTo>
                  <a:pt x="395" y="435"/>
                </a:lnTo>
                <a:lnTo>
                  <a:pt x="398" y="420"/>
                </a:lnTo>
                <a:lnTo>
                  <a:pt x="404" y="406"/>
                </a:lnTo>
                <a:lnTo>
                  <a:pt x="407" y="399"/>
                </a:lnTo>
                <a:lnTo>
                  <a:pt x="411" y="393"/>
                </a:lnTo>
                <a:lnTo>
                  <a:pt x="416" y="387"/>
                </a:lnTo>
                <a:lnTo>
                  <a:pt x="421" y="382"/>
                </a:lnTo>
                <a:lnTo>
                  <a:pt x="421" y="382"/>
                </a:lnTo>
                <a:lnTo>
                  <a:pt x="418" y="372"/>
                </a:lnTo>
                <a:lnTo>
                  <a:pt x="418" y="372"/>
                </a:lnTo>
                <a:lnTo>
                  <a:pt x="411" y="346"/>
                </a:lnTo>
                <a:lnTo>
                  <a:pt x="403" y="316"/>
                </a:lnTo>
                <a:lnTo>
                  <a:pt x="395" y="284"/>
                </a:lnTo>
                <a:lnTo>
                  <a:pt x="392" y="266"/>
                </a:lnTo>
                <a:lnTo>
                  <a:pt x="390" y="249"/>
                </a:lnTo>
                <a:lnTo>
                  <a:pt x="389" y="232"/>
                </a:lnTo>
                <a:lnTo>
                  <a:pt x="388" y="215"/>
                </a:lnTo>
                <a:lnTo>
                  <a:pt x="389" y="199"/>
                </a:lnTo>
                <a:lnTo>
                  <a:pt x="390" y="182"/>
                </a:lnTo>
                <a:lnTo>
                  <a:pt x="393" y="166"/>
                </a:lnTo>
                <a:lnTo>
                  <a:pt x="398" y="151"/>
                </a:lnTo>
                <a:lnTo>
                  <a:pt x="404" y="137"/>
                </a:lnTo>
                <a:lnTo>
                  <a:pt x="413" y="124"/>
                </a:lnTo>
                <a:lnTo>
                  <a:pt x="413" y="124"/>
                </a:lnTo>
                <a:lnTo>
                  <a:pt x="420" y="116"/>
                </a:lnTo>
                <a:lnTo>
                  <a:pt x="427" y="108"/>
                </a:lnTo>
                <a:lnTo>
                  <a:pt x="436" y="102"/>
                </a:lnTo>
                <a:lnTo>
                  <a:pt x="445" y="96"/>
                </a:lnTo>
                <a:lnTo>
                  <a:pt x="456" y="91"/>
                </a:lnTo>
                <a:lnTo>
                  <a:pt x="467" y="88"/>
                </a:lnTo>
                <a:lnTo>
                  <a:pt x="478" y="85"/>
                </a:lnTo>
                <a:lnTo>
                  <a:pt x="491" y="83"/>
                </a:lnTo>
                <a:lnTo>
                  <a:pt x="491" y="83"/>
                </a:lnTo>
                <a:lnTo>
                  <a:pt x="498" y="70"/>
                </a:lnTo>
                <a:lnTo>
                  <a:pt x="507" y="60"/>
                </a:lnTo>
                <a:lnTo>
                  <a:pt x="518" y="51"/>
                </a:lnTo>
                <a:lnTo>
                  <a:pt x="530" y="42"/>
                </a:lnTo>
                <a:lnTo>
                  <a:pt x="543" y="34"/>
                </a:lnTo>
                <a:lnTo>
                  <a:pt x="558" y="28"/>
                </a:lnTo>
                <a:lnTo>
                  <a:pt x="574" y="22"/>
                </a:lnTo>
                <a:lnTo>
                  <a:pt x="590" y="16"/>
                </a:lnTo>
                <a:lnTo>
                  <a:pt x="607" y="12"/>
                </a:lnTo>
                <a:lnTo>
                  <a:pt x="624" y="8"/>
                </a:lnTo>
                <a:lnTo>
                  <a:pt x="642" y="5"/>
                </a:lnTo>
                <a:lnTo>
                  <a:pt x="661" y="3"/>
                </a:lnTo>
                <a:lnTo>
                  <a:pt x="679" y="1"/>
                </a:lnTo>
                <a:lnTo>
                  <a:pt x="697" y="0"/>
                </a:lnTo>
                <a:lnTo>
                  <a:pt x="732" y="0"/>
                </a:lnTo>
                <a:lnTo>
                  <a:pt x="732" y="0"/>
                </a:lnTo>
                <a:lnTo>
                  <a:pt x="753" y="1"/>
                </a:lnTo>
                <a:lnTo>
                  <a:pt x="774" y="3"/>
                </a:lnTo>
                <a:lnTo>
                  <a:pt x="795" y="5"/>
                </a:lnTo>
                <a:lnTo>
                  <a:pt x="815" y="9"/>
                </a:lnTo>
                <a:lnTo>
                  <a:pt x="836" y="13"/>
                </a:lnTo>
                <a:lnTo>
                  <a:pt x="857" y="18"/>
                </a:lnTo>
                <a:lnTo>
                  <a:pt x="877" y="24"/>
                </a:lnTo>
                <a:lnTo>
                  <a:pt x="895" y="32"/>
                </a:lnTo>
                <a:lnTo>
                  <a:pt x="913" y="40"/>
                </a:lnTo>
                <a:lnTo>
                  <a:pt x="929" y="50"/>
                </a:lnTo>
                <a:lnTo>
                  <a:pt x="944" y="60"/>
                </a:lnTo>
                <a:lnTo>
                  <a:pt x="959" y="73"/>
                </a:lnTo>
                <a:lnTo>
                  <a:pt x="970" y="86"/>
                </a:lnTo>
                <a:lnTo>
                  <a:pt x="975" y="93"/>
                </a:lnTo>
                <a:lnTo>
                  <a:pt x="979" y="100"/>
                </a:lnTo>
                <a:lnTo>
                  <a:pt x="983" y="108"/>
                </a:lnTo>
                <a:lnTo>
                  <a:pt x="987" y="116"/>
                </a:lnTo>
                <a:lnTo>
                  <a:pt x="989" y="124"/>
                </a:lnTo>
                <a:lnTo>
                  <a:pt x="991" y="132"/>
                </a:lnTo>
                <a:lnTo>
                  <a:pt x="991" y="132"/>
                </a:lnTo>
                <a:lnTo>
                  <a:pt x="994" y="148"/>
                </a:lnTo>
                <a:lnTo>
                  <a:pt x="995" y="163"/>
                </a:lnTo>
                <a:lnTo>
                  <a:pt x="995" y="180"/>
                </a:lnTo>
                <a:lnTo>
                  <a:pt x="994" y="196"/>
                </a:lnTo>
                <a:lnTo>
                  <a:pt x="992" y="212"/>
                </a:lnTo>
                <a:lnTo>
                  <a:pt x="990" y="228"/>
                </a:lnTo>
                <a:lnTo>
                  <a:pt x="986" y="244"/>
                </a:lnTo>
                <a:lnTo>
                  <a:pt x="983" y="260"/>
                </a:lnTo>
                <a:lnTo>
                  <a:pt x="974" y="292"/>
                </a:lnTo>
                <a:lnTo>
                  <a:pt x="964" y="320"/>
                </a:lnTo>
                <a:lnTo>
                  <a:pt x="954" y="346"/>
                </a:lnTo>
                <a:lnTo>
                  <a:pt x="945" y="369"/>
                </a:lnTo>
                <a:lnTo>
                  <a:pt x="945" y="369"/>
                </a:lnTo>
                <a:lnTo>
                  <a:pt x="939" y="383"/>
                </a:lnTo>
                <a:lnTo>
                  <a:pt x="939" y="383"/>
                </a:lnTo>
                <a:lnTo>
                  <a:pt x="944" y="388"/>
                </a:lnTo>
                <a:lnTo>
                  <a:pt x="949" y="394"/>
                </a:lnTo>
                <a:lnTo>
                  <a:pt x="954" y="400"/>
                </a:lnTo>
                <a:lnTo>
                  <a:pt x="957" y="407"/>
                </a:lnTo>
                <a:lnTo>
                  <a:pt x="963" y="421"/>
                </a:lnTo>
                <a:lnTo>
                  <a:pt x="966" y="436"/>
                </a:lnTo>
                <a:lnTo>
                  <a:pt x="968" y="451"/>
                </a:lnTo>
                <a:lnTo>
                  <a:pt x="968" y="467"/>
                </a:lnTo>
                <a:lnTo>
                  <a:pt x="967" y="483"/>
                </a:lnTo>
                <a:lnTo>
                  <a:pt x="964" y="498"/>
                </a:lnTo>
                <a:lnTo>
                  <a:pt x="964" y="498"/>
                </a:lnTo>
                <a:lnTo>
                  <a:pt x="959" y="516"/>
                </a:lnTo>
                <a:lnTo>
                  <a:pt x="952" y="530"/>
                </a:lnTo>
                <a:lnTo>
                  <a:pt x="947" y="537"/>
                </a:lnTo>
                <a:lnTo>
                  <a:pt x="943" y="543"/>
                </a:lnTo>
                <a:lnTo>
                  <a:pt x="939" y="548"/>
                </a:lnTo>
                <a:lnTo>
                  <a:pt x="934" y="552"/>
                </a:lnTo>
                <a:lnTo>
                  <a:pt x="934" y="552"/>
                </a:lnTo>
                <a:lnTo>
                  <a:pt x="933" y="570"/>
                </a:lnTo>
                <a:lnTo>
                  <a:pt x="930" y="585"/>
                </a:lnTo>
                <a:lnTo>
                  <a:pt x="926" y="600"/>
                </a:lnTo>
                <a:lnTo>
                  <a:pt x="922" y="614"/>
                </a:lnTo>
                <a:lnTo>
                  <a:pt x="917" y="627"/>
                </a:lnTo>
                <a:lnTo>
                  <a:pt x="912" y="639"/>
                </a:lnTo>
                <a:lnTo>
                  <a:pt x="906" y="650"/>
                </a:lnTo>
                <a:lnTo>
                  <a:pt x="899" y="661"/>
                </a:lnTo>
                <a:lnTo>
                  <a:pt x="886" y="681"/>
                </a:lnTo>
                <a:lnTo>
                  <a:pt x="873" y="697"/>
                </a:lnTo>
                <a:lnTo>
                  <a:pt x="861" y="709"/>
                </a:lnTo>
                <a:lnTo>
                  <a:pt x="851" y="719"/>
                </a:lnTo>
                <a:lnTo>
                  <a:pt x="851" y="855"/>
                </a:lnTo>
                <a:lnTo>
                  <a:pt x="851" y="855"/>
                </a:lnTo>
                <a:lnTo>
                  <a:pt x="920" y="882"/>
                </a:lnTo>
                <a:lnTo>
                  <a:pt x="920" y="882"/>
                </a:lnTo>
                <a:lnTo>
                  <a:pt x="991" y="908"/>
                </a:lnTo>
                <a:lnTo>
                  <a:pt x="1057" y="932"/>
                </a:lnTo>
                <a:lnTo>
                  <a:pt x="1116" y="956"/>
                </a:lnTo>
                <a:lnTo>
                  <a:pt x="1143" y="969"/>
                </a:lnTo>
                <a:lnTo>
                  <a:pt x="1169" y="981"/>
                </a:lnTo>
                <a:lnTo>
                  <a:pt x="1192" y="994"/>
                </a:lnTo>
                <a:lnTo>
                  <a:pt x="1214" y="1006"/>
                </a:lnTo>
                <a:lnTo>
                  <a:pt x="1233" y="1019"/>
                </a:lnTo>
                <a:lnTo>
                  <a:pt x="1251" y="1032"/>
                </a:lnTo>
                <a:lnTo>
                  <a:pt x="1267" y="1045"/>
                </a:lnTo>
                <a:lnTo>
                  <a:pt x="1281" y="1059"/>
                </a:lnTo>
                <a:lnTo>
                  <a:pt x="1292" y="1074"/>
                </a:lnTo>
                <a:lnTo>
                  <a:pt x="1301" y="1089"/>
                </a:lnTo>
                <a:lnTo>
                  <a:pt x="1301" y="1089"/>
                </a:lnTo>
                <a:lnTo>
                  <a:pt x="1311" y="1111"/>
                </a:lnTo>
                <a:lnTo>
                  <a:pt x="1320" y="1133"/>
                </a:lnTo>
                <a:lnTo>
                  <a:pt x="1328" y="1155"/>
                </a:lnTo>
                <a:lnTo>
                  <a:pt x="1335" y="1177"/>
                </a:lnTo>
                <a:lnTo>
                  <a:pt x="1340" y="1197"/>
                </a:lnTo>
                <a:lnTo>
                  <a:pt x="1345" y="1216"/>
                </a:lnTo>
                <a:lnTo>
                  <a:pt x="1353" y="1252"/>
                </a:lnTo>
                <a:lnTo>
                  <a:pt x="1357" y="1284"/>
                </a:lnTo>
                <a:lnTo>
                  <a:pt x="1360" y="1308"/>
                </a:lnTo>
                <a:lnTo>
                  <a:pt x="1361" y="1332"/>
                </a:lnTo>
                <a:lnTo>
                  <a:pt x="1361" y="1332"/>
                </a:lnTo>
                <a:lnTo>
                  <a:pt x="1360" y="1337"/>
                </a:lnTo>
                <a:lnTo>
                  <a:pt x="1359" y="1343"/>
                </a:lnTo>
                <a:lnTo>
                  <a:pt x="1356" y="1347"/>
                </a:lnTo>
                <a:lnTo>
                  <a:pt x="1353" y="1352"/>
                </a:lnTo>
                <a:lnTo>
                  <a:pt x="1347" y="1355"/>
                </a:lnTo>
                <a:lnTo>
                  <a:pt x="1343" y="1358"/>
                </a:lnTo>
                <a:lnTo>
                  <a:pt x="1337" y="1359"/>
                </a:lnTo>
                <a:lnTo>
                  <a:pt x="1332" y="1360"/>
                </a:lnTo>
                <a:lnTo>
                  <a:pt x="1332" y="1360"/>
                </a:lnTo>
                <a:close/>
                <a:moveTo>
                  <a:pt x="59" y="1304"/>
                </a:moveTo>
                <a:lnTo>
                  <a:pt x="1302" y="1304"/>
                </a:lnTo>
                <a:lnTo>
                  <a:pt x="1302" y="1304"/>
                </a:lnTo>
                <a:lnTo>
                  <a:pt x="1300" y="1287"/>
                </a:lnTo>
                <a:lnTo>
                  <a:pt x="1297" y="1268"/>
                </a:lnTo>
                <a:lnTo>
                  <a:pt x="1294" y="1245"/>
                </a:lnTo>
                <a:lnTo>
                  <a:pt x="1288" y="1222"/>
                </a:lnTo>
                <a:lnTo>
                  <a:pt x="1282" y="1196"/>
                </a:lnTo>
                <a:lnTo>
                  <a:pt x="1273" y="1170"/>
                </a:lnTo>
                <a:lnTo>
                  <a:pt x="1263" y="1142"/>
                </a:lnTo>
                <a:lnTo>
                  <a:pt x="1249" y="1115"/>
                </a:lnTo>
                <a:lnTo>
                  <a:pt x="1249" y="1115"/>
                </a:lnTo>
                <a:lnTo>
                  <a:pt x="1242" y="1103"/>
                </a:lnTo>
                <a:lnTo>
                  <a:pt x="1233" y="1091"/>
                </a:lnTo>
                <a:lnTo>
                  <a:pt x="1220" y="1080"/>
                </a:lnTo>
                <a:lnTo>
                  <a:pt x="1206" y="1069"/>
                </a:lnTo>
                <a:lnTo>
                  <a:pt x="1189" y="1057"/>
                </a:lnTo>
                <a:lnTo>
                  <a:pt x="1171" y="1046"/>
                </a:lnTo>
                <a:lnTo>
                  <a:pt x="1149" y="1035"/>
                </a:lnTo>
                <a:lnTo>
                  <a:pt x="1127" y="1024"/>
                </a:lnTo>
                <a:lnTo>
                  <a:pt x="1103" y="1013"/>
                </a:lnTo>
                <a:lnTo>
                  <a:pt x="1078" y="1002"/>
                </a:lnTo>
                <a:lnTo>
                  <a:pt x="1022" y="981"/>
                </a:lnTo>
                <a:lnTo>
                  <a:pt x="964" y="957"/>
                </a:lnTo>
                <a:lnTo>
                  <a:pt x="900" y="934"/>
                </a:lnTo>
                <a:lnTo>
                  <a:pt x="900" y="934"/>
                </a:lnTo>
                <a:lnTo>
                  <a:pt x="812" y="902"/>
                </a:lnTo>
                <a:lnTo>
                  <a:pt x="812" y="902"/>
                </a:lnTo>
                <a:lnTo>
                  <a:pt x="808" y="900"/>
                </a:lnTo>
                <a:lnTo>
                  <a:pt x="804" y="898"/>
                </a:lnTo>
                <a:lnTo>
                  <a:pt x="801" y="895"/>
                </a:lnTo>
                <a:lnTo>
                  <a:pt x="799" y="891"/>
                </a:lnTo>
                <a:lnTo>
                  <a:pt x="796" y="888"/>
                </a:lnTo>
                <a:lnTo>
                  <a:pt x="795" y="884"/>
                </a:lnTo>
                <a:lnTo>
                  <a:pt x="794" y="880"/>
                </a:lnTo>
                <a:lnTo>
                  <a:pt x="794" y="875"/>
                </a:lnTo>
                <a:lnTo>
                  <a:pt x="794" y="705"/>
                </a:lnTo>
                <a:lnTo>
                  <a:pt x="794" y="705"/>
                </a:lnTo>
                <a:lnTo>
                  <a:pt x="794" y="698"/>
                </a:lnTo>
                <a:lnTo>
                  <a:pt x="797" y="692"/>
                </a:lnTo>
                <a:lnTo>
                  <a:pt x="801" y="686"/>
                </a:lnTo>
                <a:lnTo>
                  <a:pt x="806" y="682"/>
                </a:lnTo>
                <a:lnTo>
                  <a:pt x="806" y="682"/>
                </a:lnTo>
                <a:lnTo>
                  <a:pt x="810" y="679"/>
                </a:lnTo>
                <a:lnTo>
                  <a:pt x="818" y="672"/>
                </a:lnTo>
                <a:lnTo>
                  <a:pt x="830" y="659"/>
                </a:lnTo>
                <a:lnTo>
                  <a:pt x="836" y="652"/>
                </a:lnTo>
                <a:lnTo>
                  <a:pt x="843" y="643"/>
                </a:lnTo>
                <a:lnTo>
                  <a:pt x="850" y="634"/>
                </a:lnTo>
                <a:lnTo>
                  <a:pt x="857" y="623"/>
                </a:lnTo>
                <a:lnTo>
                  <a:pt x="863" y="611"/>
                </a:lnTo>
                <a:lnTo>
                  <a:pt x="868" y="598"/>
                </a:lnTo>
                <a:lnTo>
                  <a:pt x="872" y="584"/>
                </a:lnTo>
                <a:lnTo>
                  <a:pt x="876" y="568"/>
                </a:lnTo>
                <a:lnTo>
                  <a:pt x="878" y="552"/>
                </a:lnTo>
                <a:lnTo>
                  <a:pt x="879" y="535"/>
                </a:lnTo>
                <a:lnTo>
                  <a:pt x="879" y="535"/>
                </a:lnTo>
                <a:lnTo>
                  <a:pt x="879" y="530"/>
                </a:lnTo>
                <a:lnTo>
                  <a:pt x="880" y="526"/>
                </a:lnTo>
                <a:lnTo>
                  <a:pt x="882" y="521"/>
                </a:lnTo>
                <a:lnTo>
                  <a:pt x="885" y="518"/>
                </a:lnTo>
                <a:lnTo>
                  <a:pt x="888" y="514"/>
                </a:lnTo>
                <a:lnTo>
                  <a:pt x="891" y="511"/>
                </a:lnTo>
                <a:lnTo>
                  <a:pt x="895" y="509"/>
                </a:lnTo>
                <a:lnTo>
                  <a:pt x="899" y="508"/>
                </a:lnTo>
                <a:lnTo>
                  <a:pt x="899" y="508"/>
                </a:lnTo>
                <a:lnTo>
                  <a:pt x="902" y="504"/>
                </a:lnTo>
                <a:lnTo>
                  <a:pt x="904" y="498"/>
                </a:lnTo>
                <a:lnTo>
                  <a:pt x="908" y="484"/>
                </a:lnTo>
                <a:lnTo>
                  <a:pt x="910" y="476"/>
                </a:lnTo>
                <a:lnTo>
                  <a:pt x="911" y="466"/>
                </a:lnTo>
                <a:lnTo>
                  <a:pt x="911" y="456"/>
                </a:lnTo>
                <a:lnTo>
                  <a:pt x="910" y="447"/>
                </a:lnTo>
                <a:lnTo>
                  <a:pt x="910" y="447"/>
                </a:lnTo>
                <a:lnTo>
                  <a:pt x="908" y="437"/>
                </a:lnTo>
                <a:lnTo>
                  <a:pt x="905" y="429"/>
                </a:lnTo>
                <a:lnTo>
                  <a:pt x="900" y="423"/>
                </a:lnTo>
                <a:lnTo>
                  <a:pt x="894" y="419"/>
                </a:lnTo>
                <a:lnTo>
                  <a:pt x="894" y="419"/>
                </a:lnTo>
                <a:lnTo>
                  <a:pt x="888" y="414"/>
                </a:lnTo>
                <a:lnTo>
                  <a:pt x="883" y="408"/>
                </a:lnTo>
                <a:lnTo>
                  <a:pt x="880" y="401"/>
                </a:lnTo>
                <a:lnTo>
                  <a:pt x="879" y="393"/>
                </a:lnTo>
                <a:lnTo>
                  <a:pt x="879" y="393"/>
                </a:lnTo>
                <a:lnTo>
                  <a:pt x="879" y="386"/>
                </a:lnTo>
                <a:lnTo>
                  <a:pt x="882" y="377"/>
                </a:lnTo>
                <a:lnTo>
                  <a:pt x="892" y="348"/>
                </a:lnTo>
                <a:lnTo>
                  <a:pt x="892" y="348"/>
                </a:lnTo>
                <a:lnTo>
                  <a:pt x="909" y="305"/>
                </a:lnTo>
                <a:lnTo>
                  <a:pt x="918" y="279"/>
                </a:lnTo>
                <a:lnTo>
                  <a:pt x="926" y="251"/>
                </a:lnTo>
                <a:lnTo>
                  <a:pt x="932" y="223"/>
                </a:lnTo>
                <a:lnTo>
                  <a:pt x="935" y="209"/>
                </a:lnTo>
                <a:lnTo>
                  <a:pt x="937" y="196"/>
                </a:lnTo>
                <a:lnTo>
                  <a:pt x="938" y="182"/>
                </a:lnTo>
                <a:lnTo>
                  <a:pt x="938" y="168"/>
                </a:lnTo>
                <a:lnTo>
                  <a:pt x="937" y="156"/>
                </a:lnTo>
                <a:lnTo>
                  <a:pt x="935" y="143"/>
                </a:lnTo>
                <a:lnTo>
                  <a:pt x="935" y="143"/>
                </a:lnTo>
                <a:lnTo>
                  <a:pt x="933" y="135"/>
                </a:lnTo>
                <a:lnTo>
                  <a:pt x="928" y="126"/>
                </a:lnTo>
                <a:lnTo>
                  <a:pt x="922" y="118"/>
                </a:lnTo>
                <a:lnTo>
                  <a:pt x="915" y="110"/>
                </a:lnTo>
                <a:lnTo>
                  <a:pt x="906" y="103"/>
                </a:lnTo>
                <a:lnTo>
                  <a:pt x="896" y="96"/>
                </a:lnTo>
                <a:lnTo>
                  <a:pt x="884" y="89"/>
                </a:lnTo>
                <a:lnTo>
                  <a:pt x="872" y="83"/>
                </a:lnTo>
                <a:lnTo>
                  <a:pt x="858" y="78"/>
                </a:lnTo>
                <a:lnTo>
                  <a:pt x="842" y="73"/>
                </a:lnTo>
                <a:lnTo>
                  <a:pt x="825" y="68"/>
                </a:lnTo>
                <a:lnTo>
                  <a:pt x="808" y="64"/>
                </a:lnTo>
                <a:lnTo>
                  <a:pt x="790" y="61"/>
                </a:lnTo>
                <a:lnTo>
                  <a:pt x="772" y="59"/>
                </a:lnTo>
                <a:lnTo>
                  <a:pt x="752" y="57"/>
                </a:lnTo>
                <a:lnTo>
                  <a:pt x="731" y="56"/>
                </a:lnTo>
                <a:lnTo>
                  <a:pt x="731" y="56"/>
                </a:lnTo>
                <a:lnTo>
                  <a:pt x="711" y="56"/>
                </a:lnTo>
                <a:lnTo>
                  <a:pt x="692" y="57"/>
                </a:lnTo>
                <a:lnTo>
                  <a:pt x="673" y="58"/>
                </a:lnTo>
                <a:lnTo>
                  <a:pt x="656" y="60"/>
                </a:lnTo>
                <a:lnTo>
                  <a:pt x="639" y="63"/>
                </a:lnTo>
                <a:lnTo>
                  <a:pt x="623" y="66"/>
                </a:lnTo>
                <a:lnTo>
                  <a:pt x="609" y="70"/>
                </a:lnTo>
                <a:lnTo>
                  <a:pt x="596" y="75"/>
                </a:lnTo>
                <a:lnTo>
                  <a:pt x="584" y="79"/>
                </a:lnTo>
                <a:lnTo>
                  <a:pt x="574" y="84"/>
                </a:lnTo>
                <a:lnTo>
                  <a:pt x="564" y="89"/>
                </a:lnTo>
                <a:lnTo>
                  <a:pt x="556" y="94"/>
                </a:lnTo>
                <a:lnTo>
                  <a:pt x="549" y="100"/>
                </a:lnTo>
                <a:lnTo>
                  <a:pt x="543" y="105"/>
                </a:lnTo>
                <a:lnTo>
                  <a:pt x="539" y="111"/>
                </a:lnTo>
                <a:lnTo>
                  <a:pt x="537" y="117"/>
                </a:lnTo>
                <a:lnTo>
                  <a:pt x="537" y="117"/>
                </a:lnTo>
                <a:lnTo>
                  <a:pt x="536" y="121"/>
                </a:lnTo>
                <a:lnTo>
                  <a:pt x="533" y="125"/>
                </a:lnTo>
                <a:lnTo>
                  <a:pt x="531" y="129"/>
                </a:lnTo>
                <a:lnTo>
                  <a:pt x="527" y="132"/>
                </a:lnTo>
                <a:lnTo>
                  <a:pt x="523" y="134"/>
                </a:lnTo>
                <a:lnTo>
                  <a:pt x="519" y="136"/>
                </a:lnTo>
                <a:lnTo>
                  <a:pt x="515" y="138"/>
                </a:lnTo>
                <a:lnTo>
                  <a:pt x="510" y="138"/>
                </a:lnTo>
                <a:lnTo>
                  <a:pt x="510" y="138"/>
                </a:lnTo>
                <a:lnTo>
                  <a:pt x="501" y="138"/>
                </a:lnTo>
                <a:lnTo>
                  <a:pt x="493" y="139"/>
                </a:lnTo>
                <a:lnTo>
                  <a:pt x="486" y="141"/>
                </a:lnTo>
                <a:lnTo>
                  <a:pt x="479" y="143"/>
                </a:lnTo>
                <a:lnTo>
                  <a:pt x="473" y="146"/>
                </a:lnTo>
                <a:lnTo>
                  <a:pt x="467" y="149"/>
                </a:lnTo>
                <a:lnTo>
                  <a:pt x="463" y="153"/>
                </a:lnTo>
                <a:lnTo>
                  <a:pt x="459" y="158"/>
                </a:lnTo>
                <a:lnTo>
                  <a:pt x="459" y="158"/>
                </a:lnTo>
                <a:lnTo>
                  <a:pt x="453" y="166"/>
                </a:lnTo>
                <a:lnTo>
                  <a:pt x="450" y="178"/>
                </a:lnTo>
                <a:lnTo>
                  <a:pt x="446" y="189"/>
                </a:lnTo>
                <a:lnTo>
                  <a:pt x="445" y="201"/>
                </a:lnTo>
                <a:lnTo>
                  <a:pt x="444" y="214"/>
                </a:lnTo>
                <a:lnTo>
                  <a:pt x="445" y="227"/>
                </a:lnTo>
                <a:lnTo>
                  <a:pt x="446" y="241"/>
                </a:lnTo>
                <a:lnTo>
                  <a:pt x="449" y="255"/>
                </a:lnTo>
                <a:lnTo>
                  <a:pt x="454" y="285"/>
                </a:lnTo>
                <a:lnTo>
                  <a:pt x="460" y="311"/>
                </a:lnTo>
                <a:lnTo>
                  <a:pt x="467" y="335"/>
                </a:lnTo>
                <a:lnTo>
                  <a:pt x="473" y="355"/>
                </a:lnTo>
                <a:lnTo>
                  <a:pt x="473" y="355"/>
                </a:lnTo>
                <a:lnTo>
                  <a:pt x="480" y="380"/>
                </a:lnTo>
                <a:lnTo>
                  <a:pt x="481" y="387"/>
                </a:lnTo>
                <a:lnTo>
                  <a:pt x="482" y="393"/>
                </a:lnTo>
                <a:lnTo>
                  <a:pt x="482" y="393"/>
                </a:lnTo>
                <a:lnTo>
                  <a:pt x="481" y="401"/>
                </a:lnTo>
                <a:lnTo>
                  <a:pt x="478" y="408"/>
                </a:lnTo>
                <a:lnTo>
                  <a:pt x="473" y="414"/>
                </a:lnTo>
                <a:lnTo>
                  <a:pt x="466" y="419"/>
                </a:lnTo>
                <a:lnTo>
                  <a:pt x="466" y="419"/>
                </a:lnTo>
                <a:lnTo>
                  <a:pt x="461" y="423"/>
                </a:lnTo>
                <a:lnTo>
                  <a:pt x="456" y="429"/>
                </a:lnTo>
                <a:lnTo>
                  <a:pt x="453" y="437"/>
                </a:lnTo>
                <a:lnTo>
                  <a:pt x="450" y="447"/>
                </a:lnTo>
                <a:lnTo>
                  <a:pt x="450" y="447"/>
                </a:lnTo>
                <a:lnTo>
                  <a:pt x="450" y="456"/>
                </a:lnTo>
                <a:lnTo>
                  <a:pt x="450" y="466"/>
                </a:lnTo>
                <a:lnTo>
                  <a:pt x="451" y="476"/>
                </a:lnTo>
                <a:lnTo>
                  <a:pt x="452" y="484"/>
                </a:lnTo>
                <a:lnTo>
                  <a:pt x="456" y="498"/>
                </a:lnTo>
                <a:lnTo>
                  <a:pt x="459" y="504"/>
                </a:lnTo>
                <a:lnTo>
                  <a:pt x="461" y="508"/>
                </a:lnTo>
                <a:lnTo>
                  <a:pt x="461" y="508"/>
                </a:lnTo>
                <a:lnTo>
                  <a:pt x="465" y="509"/>
                </a:lnTo>
                <a:lnTo>
                  <a:pt x="469" y="511"/>
                </a:lnTo>
                <a:lnTo>
                  <a:pt x="473" y="514"/>
                </a:lnTo>
                <a:lnTo>
                  <a:pt x="476" y="518"/>
                </a:lnTo>
                <a:lnTo>
                  <a:pt x="478" y="521"/>
                </a:lnTo>
                <a:lnTo>
                  <a:pt x="480" y="526"/>
                </a:lnTo>
                <a:lnTo>
                  <a:pt x="481" y="530"/>
                </a:lnTo>
                <a:lnTo>
                  <a:pt x="482" y="535"/>
                </a:lnTo>
                <a:lnTo>
                  <a:pt x="482" y="535"/>
                </a:lnTo>
                <a:lnTo>
                  <a:pt x="483" y="552"/>
                </a:lnTo>
                <a:lnTo>
                  <a:pt x="485" y="570"/>
                </a:lnTo>
                <a:lnTo>
                  <a:pt x="488" y="585"/>
                </a:lnTo>
                <a:lnTo>
                  <a:pt x="493" y="599"/>
                </a:lnTo>
                <a:lnTo>
                  <a:pt x="498" y="612"/>
                </a:lnTo>
                <a:lnTo>
                  <a:pt x="504" y="624"/>
                </a:lnTo>
                <a:lnTo>
                  <a:pt x="511" y="635"/>
                </a:lnTo>
                <a:lnTo>
                  <a:pt x="517" y="644"/>
                </a:lnTo>
                <a:lnTo>
                  <a:pt x="524" y="653"/>
                </a:lnTo>
                <a:lnTo>
                  <a:pt x="531" y="660"/>
                </a:lnTo>
                <a:lnTo>
                  <a:pt x="542" y="672"/>
                </a:lnTo>
                <a:lnTo>
                  <a:pt x="551" y="679"/>
                </a:lnTo>
                <a:lnTo>
                  <a:pt x="555" y="682"/>
                </a:lnTo>
                <a:lnTo>
                  <a:pt x="555" y="682"/>
                </a:lnTo>
                <a:lnTo>
                  <a:pt x="560" y="686"/>
                </a:lnTo>
                <a:lnTo>
                  <a:pt x="564" y="692"/>
                </a:lnTo>
                <a:lnTo>
                  <a:pt x="566" y="698"/>
                </a:lnTo>
                <a:lnTo>
                  <a:pt x="567" y="705"/>
                </a:lnTo>
                <a:lnTo>
                  <a:pt x="567" y="875"/>
                </a:lnTo>
                <a:lnTo>
                  <a:pt x="567" y="875"/>
                </a:lnTo>
                <a:lnTo>
                  <a:pt x="567" y="880"/>
                </a:lnTo>
                <a:lnTo>
                  <a:pt x="566" y="884"/>
                </a:lnTo>
                <a:lnTo>
                  <a:pt x="564" y="888"/>
                </a:lnTo>
                <a:lnTo>
                  <a:pt x="562" y="891"/>
                </a:lnTo>
                <a:lnTo>
                  <a:pt x="559" y="895"/>
                </a:lnTo>
                <a:lnTo>
                  <a:pt x="556" y="898"/>
                </a:lnTo>
                <a:lnTo>
                  <a:pt x="553" y="900"/>
                </a:lnTo>
                <a:lnTo>
                  <a:pt x="549" y="902"/>
                </a:lnTo>
                <a:lnTo>
                  <a:pt x="549" y="902"/>
                </a:lnTo>
                <a:lnTo>
                  <a:pt x="460" y="934"/>
                </a:lnTo>
                <a:lnTo>
                  <a:pt x="460" y="934"/>
                </a:lnTo>
                <a:lnTo>
                  <a:pt x="397" y="957"/>
                </a:lnTo>
                <a:lnTo>
                  <a:pt x="337" y="981"/>
                </a:lnTo>
                <a:lnTo>
                  <a:pt x="283" y="1002"/>
                </a:lnTo>
                <a:lnTo>
                  <a:pt x="257" y="1013"/>
                </a:lnTo>
                <a:lnTo>
                  <a:pt x="232" y="1024"/>
                </a:lnTo>
                <a:lnTo>
                  <a:pt x="210" y="1035"/>
                </a:lnTo>
                <a:lnTo>
                  <a:pt x="190" y="1046"/>
                </a:lnTo>
                <a:lnTo>
                  <a:pt x="171" y="1057"/>
                </a:lnTo>
                <a:lnTo>
                  <a:pt x="155" y="1069"/>
                </a:lnTo>
                <a:lnTo>
                  <a:pt x="139" y="1080"/>
                </a:lnTo>
                <a:lnTo>
                  <a:pt x="127" y="1091"/>
                </a:lnTo>
                <a:lnTo>
                  <a:pt x="117" y="1103"/>
                </a:lnTo>
                <a:lnTo>
                  <a:pt x="110" y="1115"/>
                </a:lnTo>
                <a:lnTo>
                  <a:pt x="110" y="1115"/>
                </a:lnTo>
                <a:lnTo>
                  <a:pt x="98" y="1142"/>
                </a:lnTo>
                <a:lnTo>
                  <a:pt x="87" y="1170"/>
                </a:lnTo>
                <a:lnTo>
                  <a:pt x="79" y="1196"/>
                </a:lnTo>
                <a:lnTo>
                  <a:pt x="72" y="1222"/>
                </a:lnTo>
                <a:lnTo>
                  <a:pt x="67" y="1245"/>
                </a:lnTo>
                <a:lnTo>
                  <a:pt x="63" y="1268"/>
                </a:lnTo>
                <a:lnTo>
                  <a:pt x="60" y="1287"/>
                </a:lnTo>
                <a:lnTo>
                  <a:pt x="59" y="1304"/>
                </a:lnTo>
                <a:lnTo>
                  <a:pt x="59" y="130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8" name="Group 127">
            <a:extLst>
              <a:ext uri="{FF2B5EF4-FFF2-40B4-BE49-F238E27FC236}">
                <a16:creationId xmlns:a16="http://schemas.microsoft.com/office/drawing/2014/main" id="{53F49470-317D-4E61-BAE4-FA85263A19CF}"/>
              </a:ext>
            </a:extLst>
          </p:cNvPr>
          <p:cNvGrpSpPr/>
          <p:nvPr/>
        </p:nvGrpSpPr>
        <p:grpSpPr>
          <a:xfrm>
            <a:off x="11362918" y="1357383"/>
            <a:ext cx="245718" cy="216363"/>
            <a:chOff x="8435975" y="3638550"/>
            <a:chExt cx="358775" cy="315913"/>
          </a:xfrm>
          <a:solidFill>
            <a:schemeClr val="bg1"/>
          </a:solidFill>
        </p:grpSpPr>
        <p:sp>
          <p:nvSpPr>
            <p:cNvPr id="129" name="Freeform 160">
              <a:extLst>
                <a:ext uri="{FF2B5EF4-FFF2-40B4-BE49-F238E27FC236}">
                  <a16:creationId xmlns:a16="http://schemas.microsoft.com/office/drawing/2014/main" id="{6B36273A-9E38-433F-A05D-EF79EF31FF61}"/>
                </a:ext>
              </a:extLst>
            </p:cNvPr>
            <p:cNvSpPr>
              <a:spLocks noEditPoints="1"/>
            </p:cNvSpPr>
            <p:nvPr/>
          </p:nvSpPr>
          <p:spPr bwMode="auto">
            <a:xfrm>
              <a:off x="8435975" y="3638550"/>
              <a:ext cx="358775" cy="285750"/>
            </a:xfrm>
            <a:custGeom>
              <a:avLst/>
              <a:gdLst>
                <a:gd name="T0" fmla="*/ 132 w 1586"/>
                <a:gd name="T1" fmla="*/ 1257 h 1257"/>
                <a:gd name="T2" fmla="*/ 92 w 1586"/>
                <a:gd name="T3" fmla="*/ 1251 h 1257"/>
                <a:gd name="T4" fmla="*/ 57 w 1586"/>
                <a:gd name="T5" fmla="*/ 1233 h 1257"/>
                <a:gd name="T6" fmla="*/ 29 w 1586"/>
                <a:gd name="T7" fmla="*/ 1207 h 1257"/>
                <a:gd name="T8" fmla="*/ 10 w 1586"/>
                <a:gd name="T9" fmla="*/ 1173 h 1257"/>
                <a:gd name="T10" fmla="*/ 0 w 1586"/>
                <a:gd name="T11" fmla="*/ 1132 h 1257"/>
                <a:gd name="T12" fmla="*/ 0 w 1586"/>
                <a:gd name="T13" fmla="*/ 138 h 1257"/>
                <a:gd name="T14" fmla="*/ 5 w 1586"/>
                <a:gd name="T15" fmla="*/ 97 h 1257"/>
                <a:gd name="T16" fmla="*/ 22 w 1586"/>
                <a:gd name="T17" fmla="*/ 61 h 1257"/>
                <a:gd name="T18" fmla="*/ 47 w 1586"/>
                <a:gd name="T19" fmla="*/ 31 h 1257"/>
                <a:gd name="T20" fmla="*/ 80 w 1586"/>
                <a:gd name="T21" fmla="*/ 10 h 1257"/>
                <a:gd name="T22" fmla="*/ 118 w 1586"/>
                <a:gd name="T23" fmla="*/ 0 h 1257"/>
                <a:gd name="T24" fmla="*/ 1454 w 1586"/>
                <a:gd name="T25" fmla="*/ 0 h 1257"/>
                <a:gd name="T26" fmla="*/ 1493 w 1586"/>
                <a:gd name="T27" fmla="*/ 6 h 1257"/>
                <a:gd name="T28" fmla="*/ 1528 w 1586"/>
                <a:gd name="T29" fmla="*/ 23 h 1257"/>
                <a:gd name="T30" fmla="*/ 1556 w 1586"/>
                <a:gd name="T31" fmla="*/ 50 h 1257"/>
                <a:gd name="T32" fmla="*/ 1576 w 1586"/>
                <a:gd name="T33" fmla="*/ 84 h 1257"/>
                <a:gd name="T34" fmla="*/ 1586 w 1586"/>
                <a:gd name="T35" fmla="*/ 124 h 1257"/>
                <a:gd name="T36" fmla="*/ 1586 w 1586"/>
                <a:gd name="T37" fmla="*/ 1119 h 1257"/>
                <a:gd name="T38" fmla="*/ 1581 w 1586"/>
                <a:gd name="T39" fmla="*/ 1159 h 1257"/>
                <a:gd name="T40" fmla="*/ 1563 w 1586"/>
                <a:gd name="T41" fmla="*/ 1195 h 1257"/>
                <a:gd name="T42" fmla="*/ 1539 w 1586"/>
                <a:gd name="T43" fmla="*/ 1225 h 1257"/>
                <a:gd name="T44" fmla="*/ 1506 w 1586"/>
                <a:gd name="T45" fmla="*/ 1246 h 1257"/>
                <a:gd name="T46" fmla="*/ 1467 w 1586"/>
                <a:gd name="T47" fmla="*/ 1256 h 1257"/>
                <a:gd name="T48" fmla="*/ 132 w 1586"/>
                <a:gd name="T49" fmla="*/ 66 h 1257"/>
                <a:gd name="T50" fmla="*/ 118 w 1586"/>
                <a:gd name="T51" fmla="*/ 67 h 1257"/>
                <a:gd name="T52" fmla="*/ 100 w 1586"/>
                <a:gd name="T53" fmla="*/ 74 h 1257"/>
                <a:gd name="T54" fmla="*/ 85 w 1586"/>
                <a:gd name="T55" fmla="*/ 86 h 1257"/>
                <a:gd name="T56" fmla="*/ 74 w 1586"/>
                <a:gd name="T57" fmla="*/ 103 h 1257"/>
                <a:gd name="T58" fmla="*/ 67 w 1586"/>
                <a:gd name="T59" fmla="*/ 124 h 1257"/>
                <a:gd name="T60" fmla="*/ 66 w 1586"/>
                <a:gd name="T61" fmla="*/ 1119 h 1257"/>
                <a:gd name="T62" fmla="*/ 67 w 1586"/>
                <a:gd name="T63" fmla="*/ 1133 h 1257"/>
                <a:gd name="T64" fmla="*/ 74 w 1586"/>
                <a:gd name="T65" fmla="*/ 1153 h 1257"/>
                <a:gd name="T66" fmla="*/ 85 w 1586"/>
                <a:gd name="T67" fmla="*/ 1169 h 1257"/>
                <a:gd name="T68" fmla="*/ 100 w 1586"/>
                <a:gd name="T69" fmla="*/ 1182 h 1257"/>
                <a:gd name="T70" fmla="*/ 118 w 1586"/>
                <a:gd name="T71" fmla="*/ 1189 h 1257"/>
                <a:gd name="T72" fmla="*/ 1454 w 1586"/>
                <a:gd name="T73" fmla="*/ 1190 h 1257"/>
                <a:gd name="T74" fmla="*/ 1467 w 1586"/>
                <a:gd name="T75" fmla="*/ 1189 h 1257"/>
                <a:gd name="T76" fmla="*/ 1486 w 1586"/>
                <a:gd name="T77" fmla="*/ 1182 h 1257"/>
                <a:gd name="T78" fmla="*/ 1500 w 1586"/>
                <a:gd name="T79" fmla="*/ 1169 h 1257"/>
                <a:gd name="T80" fmla="*/ 1512 w 1586"/>
                <a:gd name="T81" fmla="*/ 1153 h 1257"/>
                <a:gd name="T82" fmla="*/ 1519 w 1586"/>
                <a:gd name="T83" fmla="*/ 1133 h 1257"/>
                <a:gd name="T84" fmla="*/ 1520 w 1586"/>
                <a:gd name="T85" fmla="*/ 138 h 1257"/>
                <a:gd name="T86" fmla="*/ 1519 w 1586"/>
                <a:gd name="T87" fmla="*/ 124 h 1257"/>
                <a:gd name="T88" fmla="*/ 1512 w 1586"/>
                <a:gd name="T89" fmla="*/ 103 h 1257"/>
                <a:gd name="T90" fmla="*/ 1500 w 1586"/>
                <a:gd name="T91" fmla="*/ 86 h 1257"/>
                <a:gd name="T92" fmla="*/ 1486 w 1586"/>
                <a:gd name="T93" fmla="*/ 74 h 1257"/>
                <a:gd name="T94" fmla="*/ 1467 w 1586"/>
                <a:gd name="T95" fmla="*/ 67 h 1257"/>
                <a:gd name="T96" fmla="*/ 132 w 1586"/>
                <a:gd name="T97" fmla="*/ 66 h 1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86" h="1257">
                  <a:moveTo>
                    <a:pt x="1454" y="1257"/>
                  </a:moveTo>
                  <a:lnTo>
                    <a:pt x="132" y="1257"/>
                  </a:lnTo>
                  <a:lnTo>
                    <a:pt x="132" y="1257"/>
                  </a:lnTo>
                  <a:lnTo>
                    <a:pt x="118" y="1256"/>
                  </a:lnTo>
                  <a:lnTo>
                    <a:pt x="105" y="1254"/>
                  </a:lnTo>
                  <a:lnTo>
                    <a:pt x="92" y="1251"/>
                  </a:lnTo>
                  <a:lnTo>
                    <a:pt x="80" y="1246"/>
                  </a:lnTo>
                  <a:lnTo>
                    <a:pt x="69" y="1240"/>
                  </a:lnTo>
                  <a:lnTo>
                    <a:pt x="57" y="1233"/>
                  </a:lnTo>
                  <a:lnTo>
                    <a:pt x="47" y="1225"/>
                  </a:lnTo>
                  <a:lnTo>
                    <a:pt x="38" y="1216"/>
                  </a:lnTo>
                  <a:lnTo>
                    <a:pt x="29" y="1207"/>
                  </a:lnTo>
                  <a:lnTo>
                    <a:pt x="22" y="1195"/>
                  </a:lnTo>
                  <a:lnTo>
                    <a:pt x="15" y="1184"/>
                  </a:lnTo>
                  <a:lnTo>
                    <a:pt x="10" y="1173"/>
                  </a:lnTo>
                  <a:lnTo>
                    <a:pt x="5" y="1159"/>
                  </a:lnTo>
                  <a:lnTo>
                    <a:pt x="2" y="1147"/>
                  </a:lnTo>
                  <a:lnTo>
                    <a:pt x="0" y="1132"/>
                  </a:lnTo>
                  <a:lnTo>
                    <a:pt x="0" y="1119"/>
                  </a:lnTo>
                  <a:lnTo>
                    <a:pt x="0" y="138"/>
                  </a:lnTo>
                  <a:lnTo>
                    <a:pt x="0" y="138"/>
                  </a:lnTo>
                  <a:lnTo>
                    <a:pt x="0" y="124"/>
                  </a:lnTo>
                  <a:lnTo>
                    <a:pt x="2" y="110"/>
                  </a:lnTo>
                  <a:lnTo>
                    <a:pt x="5" y="97"/>
                  </a:lnTo>
                  <a:lnTo>
                    <a:pt x="10" y="84"/>
                  </a:lnTo>
                  <a:lnTo>
                    <a:pt x="15" y="72"/>
                  </a:lnTo>
                  <a:lnTo>
                    <a:pt x="22" y="61"/>
                  </a:lnTo>
                  <a:lnTo>
                    <a:pt x="29" y="50"/>
                  </a:lnTo>
                  <a:lnTo>
                    <a:pt x="38" y="40"/>
                  </a:lnTo>
                  <a:lnTo>
                    <a:pt x="47" y="31"/>
                  </a:lnTo>
                  <a:lnTo>
                    <a:pt x="57" y="23"/>
                  </a:lnTo>
                  <a:lnTo>
                    <a:pt x="69" y="16"/>
                  </a:lnTo>
                  <a:lnTo>
                    <a:pt x="80" y="10"/>
                  </a:lnTo>
                  <a:lnTo>
                    <a:pt x="92" y="6"/>
                  </a:lnTo>
                  <a:lnTo>
                    <a:pt x="105" y="2"/>
                  </a:lnTo>
                  <a:lnTo>
                    <a:pt x="118" y="0"/>
                  </a:lnTo>
                  <a:lnTo>
                    <a:pt x="132" y="0"/>
                  </a:lnTo>
                  <a:lnTo>
                    <a:pt x="1454" y="0"/>
                  </a:lnTo>
                  <a:lnTo>
                    <a:pt x="1454" y="0"/>
                  </a:lnTo>
                  <a:lnTo>
                    <a:pt x="1467" y="0"/>
                  </a:lnTo>
                  <a:lnTo>
                    <a:pt x="1481" y="2"/>
                  </a:lnTo>
                  <a:lnTo>
                    <a:pt x="1493" y="6"/>
                  </a:lnTo>
                  <a:lnTo>
                    <a:pt x="1506" y="10"/>
                  </a:lnTo>
                  <a:lnTo>
                    <a:pt x="1517" y="16"/>
                  </a:lnTo>
                  <a:lnTo>
                    <a:pt x="1528" y="23"/>
                  </a:lnTo>
                  <a:lnTo>
                    <a:pt x="1539" y="31"/>
                  </a:lnTo>
                  <a:lnTo>
                    <a:pt x="1548" y="40"/>
                  </a:lnTo>
                  <a:lnTo>
                    <a:pt x="1556" y="50"/>
                  </a:lnTo>
                  <a:lnTo>
                    <a:pt x="1563" y="61"/>
                  </a:lnTo>
                  <a:lnTo>
                    <a:pt x="1571" y="72"/>
                  </a:lnTo>
                  <a:lnTo>
                    <a:pt x="1576" y="84"/>
                  </a:lnTo>
                  <a:lnTo>
                    <a:pt x="1581" y="97"/>
                  </a:lnTo>
                  <a:lnTo>
                    <a:pt x="1584" y="110"/>
                  </a:lnTo>
                  <a:lnTo>
                    <a:pt x="1586" y="124"/>
                  </a:lnTo>
                  <a:lnTo>
                    <a:pt x="1586" y="138"/>
                  </a:lnTo>
                  <a:lnTo>
                    <a:pt x="1586" y="1119"/>
                  </a:lnTo>
                  <a:lnTo>
                    <a:pt x="1586" y="1119"/>
                  </a:lnTo>
                  <a:lnTo>
                    <a:pt x="1586" y="1132"/>
                  </a:lnTo>
                  <a:lnTo>
                    <a:pt x="1584" y="1147"/>
                  </a:lnTo>
                  <a:lnTo>
                    <a:pt x="1581" y="1159"/>
                  </a:lnTo>
                  <a:lnTo>
                    <a:pt x="1576" y="1173"/>
                  </a:lnTo>
                  <a:lnTo>
                    <a:pt x="1571" y="1184"/>
                  </a:lnTo>
                  <a:lnTo>
                    <a:pt x="1563" y="1195"/>
                  </a:lnTo>
                  <a:lnTo>
                    <a:pt x="1556" y="1207"/>
                  </a:lnTo>
                  <a:lnTo>
                    <a:pt x="1548" y="1216"/>
                  </a:lnTo>
                  <a:lnTo>
                    <a:pt x="1539" y="1225"/>
                  </a:lnTo>
                  <a:lnTo>
                    <a:pt x="1528" y="1233"/>
                  </a:lnTo>
                  <a:lnTo>
                    <a:pt x="1517" y="1240"/>
                  </a:lnTo>
                  <a:lnTo>
                    <a:pt x="1506" y="1246"/>
                  </a:lnTo>
                  <a:lnTo>
                    <a:pt x="1493" y="1251"/>
                  </a:lnTo>
                  <a:lnTo>
                    <a:pt x="1481" y="1254"/>
                  </a:lnTo>
                  <a:lnTo>
                    <a:pt x="1467" y="1256"/>
                  </a:lnTo>
                  <a:lnTo>
                    <a:pt x="1454" y="1257"/>
                  </a:lnTo>
                  <a:lnTo>
                    <a:pt x="1454" y="1257"/>
                  </a:lnTo>
                  <a:close/>
                  <a:moveTo>
                    <a:pt x="132" y="66"/>
                  </a:moveTo>
                  <a:lnTo>
                    <a:pt x="132" y="66"/>
                  </a:lnTo>
                  <a:lnTo>
                    <a:pt x="124" y="66"/>
                  </a:lnTo>
                  <a:lnTo>
                    <a:pt x="118" y="67"/>
                  </a:lnTo>
                  <a:lnTo>
                    <a:pt x="112" y="69"/>
                  </a:lnTo>
                  <a:lnTo>
                    <a:pt x="106" y="71"/>
                  </a:lnTo>
                  <a:lnTo>
                    <a:pt x="100" y="74"/>
                  </a:lnTo>
                  <a:lnTo>
                    <a:pt x="94" y="78"/>
                  </a:lnTo>
                  <a:lnTo>
                    <a:pt x="89" y="82"/>
                  </a:lnTo>
                  <a:lnTo>
                    <a:pt x="85" y="86"/>
                  </a:lnTo>
                  <a:lnTo>
                    <a:pt x="81" y="92"/>
                  </a:lnTo>
                  <a:lnTo>
                    <a:pt x="77" y="98"/>
                  </a:lnTo>
                  <a:lnTo>
                    <a:pt x="74" y="103"/>
                  </a:lnTo>
                  <a:lnTo>
                    <a:pt x="71" y="110"/>
                  </a:lnTo>
                  <a:lnTo>
                    <a:pt x="69" y="116"/>
                  </a:lnTo>
                  <a:lnTo>
                    <a:pt x="67" y="124"/>
                  </a:lnTo>
                  <a:lnTo>
                    <a:pt x="66" y="131"/>
                  </a:lnTo>
                  <a:lnTo>
                    <a:pt x="66" y="138"/>
                  </a:lnTo>
                  <a:lnTo>
                    <a:pt x="66" y="1119"/>
                  </a:lnTo>
                  <a:lnTo>
                    <a:pt x="66" y="1119"/>
                  </a:lnTo>
                  <a:lnTo>
                    <a:pt x="66" y="1126"/>
                  </a:lnTo>
                  <a:lnTo>
                    <a:pt x="67" y="1133"/>
                  </a:lnTo>
                  <a:lnTo>
                    <a:pt x="69" y="1140"/>
                  </a:lnTo>
                  <a:lnTo>
                    <a:pt x="71" y="1147"/>
                  </a:lnTo>
                  <a:lnTo>
                    <a:pt x="74" y="1153"/>
                  </a:lnTo>
                  <a:lnTo>
                    <a:pt x="77" y="1159"/>
                  </a:lnTo>
                  <a:lnTo>
                    <a:pt x="81" y="1164"/>
                  </a:lnTo>
                  <a:lnTo>
                    <a:pt x="85" y="1169"/>
                  </a:lnTo>
                  <a:lnTo>
                    <a:pt x="89" y="1175"/>
                  </a:lnTo>
                  <a:lnTo>
                    <a:pt x="94" y="1179"/>
                  </a:lnTo>
                  <a:lnTo>
                    <a:pt x="100" y="1182"/>
                  </a:lnTo>
                  <a:lnTo>
                    <a:pt x="106" y="1185"/>
                  </a:lnTo>
                  <a:lnTo>
                    <a:pt x="112" y="1187"/>
                  </a:lnTo>
                  <a:lnTo>
                    <a:pt x="118" y="1189"/>
                  </a:lnTo>
                  <a:lnTo>
                    <a:pt x="124" y="1190"/>
                  </a:lnTo>
                  <a:lnTo>
                    <a:pt x="132" y="1190"/>
                  </a:lnTo>
                  <a:lnTo>
                    <a:pt x="1454" y="1190"/>
                  </a:lnTo>
                  <a:lnTo>
                    <a:pt x="1454" y="1190"/>
                  </a:lnTo>
                  <a:lnTo>
                    <a:pt x="1461" y="1190"/>
                  </a:lnTo>
                  <a:lnTo>
                    <a:pt x="1467" y="1189"/>
                  </a:lnTo>
                  <a:lnTo>
                    <a:pt x="1474" y="1187"/>
                  </a:lnTo>
                  <a:lnTo>
                    <a:pt x="1480" y="1185"/>
                  </a:lnTo>
                  <a:lnTo>
                    <a:pt x="1486" y="1182"/>
                  </a:lnTo>
                  <a:lnTo>
                    <a:pt x="1491" y="1179"/>
                  </a:lnTo>
                  <a:lnTo>
                    <a:pt x="1496" y="1175"/>
                  </a:lnTo>
                  <a:lnTo>
                    <a:pt x="1500" y="1169"/>
                  </a:lnTo>
                  <a:lnTo>
                    <a:pt x="1506" y="1164"/>
                  </a:lnTo>
                  <a:lnTo>
                    <a:pt x="1509" y="1159"/>
                  </a:lnTo>
                  <a:lnTo>
                    <a:pt x="1512" y="1153"/>
                  </a:lnTo>
                  <a:lnTo>
                    <a:pt x="1515" y="1147"/>
                  </a:lnTo>
                  <a:lnTo>
                    <a:pt x="1517" y="1140"/>
                  </a:lnTo>
                  <a:lnTo>
                    <a:pt x="1519" y="1133"/>
                  </a:lnTo>
                  <a:lnTo>
                    <a:pt x="1520" y="1126"/>
                  </a:lnTo>
                  <a:lnTo>
                    <a:pt x="1520" y="1119"/>
                  </a:lnTo>
                  <a:lnTo>
                    <a:pt x="1520" y="138"/>
                  </a:lnTo>
                  <a:lnTo>
                    <a:pt x="1520" y="138"/>
                  </a:lnTo>
                  <a:lnTo>
                    <a:pt x="1520" y="131"/>
                  </a:lnTo>
                  <a:lnTo>
                    <a:pt x="1519" y="124"/>
                  </a:lnTo>
                  <a:lnTo>
                    <a:pt x="1517" y="116"/>
                  </a:lnTo>
                  <a:lnTo>
                    <a:pt x="1515" y="110"/>
                  </a:lnTo>
                  <a:lnTo>
                    <a:pt x="1512" y="103"/>
                  </a:lnTo>
                  <a:lnTo>
                    <a:pt x="1509" y="98"/>
                  </a:lnTo>
                  <a:lnTo>
                    <a:pt x="1506" y="92"/>
                  </a:lnTo>
                  <a:lnTo>
                    <a:pt x="1500" y="86"/>
                  </a:lnTo>
                  <a:lnTo>
                    <a:pt x="1496" y="82"/>
                  </a:lnTo>
                  <a:lnTo>
                    <a:pt x="1491" y="78"/>
                  </a:lnTo>
                  <a:lnTo>
                    <a:pt x="1486" y="74"/>
                  </a:lnTo>
                  <a:lnTo>
                    <a:pt x="1480" y="71"/>
                  </a:lnTo>
                  <a:lnTo>
                    <a:pt x="1474" y="69"/>
                  </a:lnTo>
                  <a:lnTo>
                    <a:pt x="1467" y="67"/>
                  </a:lnTo>
                  <a:lnTo>
                    <a:pt x="1461" y="66"/>
                  </a:lnTo>
                  <a:lnTo>
                    <a:pt x="1454" y="66"/>
                  </a:lnTo>
                  <a:lnTo>
                    <a:pt x="132"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161">
              <a:extLst>
                <a:ext uri="{FF2B5EF4-FFF2-40B4-BE49-F238E27FC236}">
                  <a16:creationId xmlns:a16="http://schemas.microsoft.com/office/drawing/2014/main" id="{57EE58D9-F57E-4297-9599-9188B8EAA664}"/>
                </a:ext>
              </a:extLst>
            </p:cNvPr>
            <p:cNvSpPr>
              <a:spLocks/>
            </p:cNvSpPr>
            <p:nvPr/>
          </p:nvSpPr>
          <p:spPr bwMode="auto">
            <a:xfrm>
              <a:off x="8502650" y="3938588"/>
              <a:ext cx="225425" cy="15875"/>
            </a:xfrm>
            <a:custGeom>
              <a:avLst/>
              <a:gdLst>
                <a:gd name="T0" fmla="*/ 960 w 993"/>
                <a:gd name="T1" fmla="*/ 66 h 66"/>
                <a:gd name="T2" fmla="*/ 33 w 993"/>
                <a:gd name="T3" fmla="*/ 66 h 66"/>
                <a:gd name="T4" fmla="*/ 33 w 993"/>
                <a:gd name="T5" fmla="*/ 66 h 66"/>
                <a:gd name="T6" fmla="*/ 27 w 993"/>
                <a:gd name="T7" fmla="*/ 65 h 66"/>
                <a:gd name="T8" fmla="*/ 21 w 993"/>
                <a:gd name="T9" fmla="*/ 63 h 66"/>
                <a:gd name="T10" fmla="*/ 16 w 993"/>
                <a:gd name="T11" fmla="*/ 60 h 66"/>
                <a:gd name="T12" fmla="*/ 11 w 993"/>
                <a:gd name="T13" fmla="*/ 57 h 66"/>
                <a:gd name="T14" fmla="*/ 7 w 993"/>
                <a:gd name="T15" fmla="*/ 52 h 66"/>
                <a:gd name="T16" fmla="*/ 4 w 993"/>
                <a:gd name="T17" fmla="*/ 46 h 66"/>
                <a:gd name="T18" fmla="*/ 1 w 993"/>
                <a:gd name="T19" fmla="*/ 39 h 66"/>
                <a:gd name="T20" fmla="*/ 0 w 993"/>
                <a:gd name="T21" fmla="*/ 33 h 66"/>
                <a:gd name="T22" fmla="*/ 0 w 993"/>
                <a:gd name="T23" fmla="*/ 33 h 66"/>
                <a:gd name="T24" fmla="*/ 1 w 993"/>
                <a:gd name="T25" fmla="*/ 26 h 66"/>
                <a:gd name="T26" fmla="*/ 4 w 993"/>
                <a:gd name="T27" fmla="*/ 20 h 66"/>
                <a:gd name="T28" fmla="*/ 7 w 993"/>
                <a:gd name="T29" fmla="*/ 15 h 66"/>
                <a:gd name="T30" fmla="*/ 11 w 993"/>
                <a:gd name="T31" fmla="*/ 9 h 66"/>
                <a:gd name="T32" fmla="*/ 16 w 993"/>
                <a:gd name="T33" fmla="*/ 5 h 66"/>
                <a:gd name="T34" fmla="*/ 21 w 993"/>
                <a:gd name="T35" fmla="*/ 2 h 66"/>
                <a:gd name="T36" fmla="*/ 27 w 993"/>
                <a:gd name="T37" fmla="*/ 0 h 66"/>
                <a:gd name="T38" fmla="*/ 33 w 993"/>
                <a:gd name="T39" fmla="*/ 0 h 66"/>
                <a:gd name="T40" fmla="*/ 960 w 993"/>
                <a:gd name="T41" fmla="*/ 0 h 66"/>
                <a:gd name="T42" fmla="*/ 960 w 993"/>
                <a:gd name="T43" fmla="*/ 0 h 66"/>
                <a:gd name="T44" fmla="*/ 966 w 993"/>
                <a:gd name="T45" fmla="*/ 0 h 66"/>
                <a:gd name="T46" fmla="*/ 973 w 993"/>
                <a:gd name="T47" fmla="*/ 2 h 66"/>
                <a:gd name="T48" fmla="*/ 979 w 993"/>
                <a:gd name="T49" fmla="*/ 5 h 66"/>
                <a:gd name="T50" fmla="*/ 983 w 993"/>
                <a:gd name="T51" fmla="*/ 9 h 66"/>
                <a:gd name="T52" fmla="*/ 987 w 993"/>
                <a:gd name="T53" fmla="*/ 15 h 66"/>
                <a:gd name="T54" fmla="*/ 990 w 993"/>
                <a:gd name="T55" fmla="*/ 20 h 66"/>
                <a:gd name="T56" fmla="*/ 992 w 993"/>
                <a:gd name="T57" fmla="*/ 26 h 66"/>
                <a:gd name="T58" fmla="*/ 993 w 993"/>
                <a:gd name="T59" fmla="*/ 33 h 66"/>
                <a:gd name="T60" fmla="*/ 993 w 993"/>
                <a:gd name="T61" fmla="*/ 33 h 66"/>
                <a:gd name="T62" fmla="*/ 992 w 993"/>
                <a:gd name="T63" fmla="*/ 39 h 66"/>
                <a:gd name="T64" fmla="*/ 990 w 993"/>
                <a:gd name="T65" fmla="*/ 46 h 66"/>
                <a:gd name="T66" fmla="*/ 987 w 993"/>
                <a:gd name="T67" fmla="*/ 52 h 66"/>
                <a:gd name="T68" fmla="*/ 983 w 993"/>
                <a:gd name="T69" fmla="*/ 57 h 66"/>
                <a:gd name="T70" fmla="*/ 979 w 993"/>
                <a:gd name="T71" fmla="*/ 60 h 66"/>
                <a:gd name="T72" fmla="*/ 973 w 993"/>
                <a:gd name="T73" fmla="*/ 63 h 66"/>
                <a:gd name="T74" fmla="*/ 966 w 993"/>
                <a:gd name="T75" fmla="*/ 65 h 66"/>
                <a:gd name="T76" fmla="*/ 960 w 993"/>
                <a:gd name="T77" fmla="*/ 66 h 66"/>
                <a:gd name="T78" fmla="*/ 960 w 993"/>
                <a:gd name="T7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66">
                  <a:moveTo>
                    <a:pt x="960" y="66"/>
                  </a:moveTo>
                  <a:lnTo>
                    <a:pt x="33" y="66"/>
                  </a:lnTo>
                  <a:lnTo>
                    <a:pt x="33" y="66"/>
                  </a:lnTo>
                  <a:lnTo>
                    <a:pt x="27" y="65"/>
                  </a:lnTo>
                  <a:lnTo>
                    <a:pt x="21" y="63"/>
                  </a:lnTo>
                  <a:lnTo>
                    <a:pt x="16" y="60"/>
                  </a:lnTo>
                  <a:lnTo>
                    <a:pt x="11" y="57"/>
                  </a:lnTo>
                  <a:lnTo>
                    <a:pt x="7" y="52"/>
                  </a:lnTo>
                  <a:lnTo>
                    <a:pt x="4" y="46"/>
                  </a:lnTo>
                  <a:lnTo>
                    <a:pt x="1" y="39"/>
                  </a:lnTo>
                  <a:lnTo>
                    <a:pt x="0" y="33"/>
                  </a:lnTo>
                  <a:lnTo>
                    <a:pt x="0" y="33"/>
                  </a:lnTo>
                  <a:lnTo>
                    <a:pt x="1" y="26"/>
                  </a:lnTo>
                  <a:lnTo>
                    <a:pt x="4" y="20"/>
                  </a:lnTo>
                  <a:lnTo>
                    <a:pt x="7" y="15"/>
                  </a:lnTo>
                  <a:lnTo>
                    <a:pt x="11" y="9"/>
                  </a:lnTo>
                  <a:lnTo>
                    <a:pt x="16" y="5"/>
                  </a:lnTo>
                  <a:lnTo>
                    <a:pt x="21" y="2"/>
                  </a:lnTo>
                  <a:lnTo>
                    <a:pt x="27" y="0"/>
                  </a:lnTo>
                  <a:lnTo>
                    <a:pt x="33" y="0"/>
                  </a:lnTo>
                  <a:lnTo>
                    <a:pt x="960" y="0"/>
                  </a:lnTo>
                  <a:lnTo>
                    <a:pt x="960" y="0"/>
                  </a:lnTo>
                  <a:lnTo>
                    <a:pt x="966" y="0"/>
                  </a:lnTo>
                  <a:lnTo>
                    <a:pt x="973" y="2"/>
                  </a:lnTo>
                  <a:lnTo>
                    <a:pt x="979" y="5"/>
                  </a:lnTo>
                  <a:lnTo>
                    <a:pt x="983" y="9"/>
                  </a:lnTo>
                  <a:lnTo>
                    <a:pt x="987" y="15"/>
                  </a:lnTo>
                  <a:lnTo>
                    <a:pt x="990" y="20"/>
                  </a:lnTo>
                  <a:lnTo>
                    <a:pt x="992" y="26"/>
                  </a:lnTo>
                  <a:lnTo>
                    <a:pt x="993" y="33"/>
                  </a:lnTo>
                  <a:lnTo>
                    <a:pt x="993" y="33"/>
                  </a:lnTo>
                  <a:lnTo>
                    <a:pt x="992" y="39"/>
                  </a:lnTo>
                  <a:lnTo>
                    <a:pt x="990" y="46"/>
                  </a:lnTo>
                  <a:lnTo>
                    <a:pt x="987" y="52"/>
                  </a:lnTo>
                  <a:lnTo>
                    <a:pt x="983" y="57"/>
                  </a:lnTo>
                  <a:lnTo>
                    <a:pt x="979" y="60"/>
                  </a:lnTo>
                  <a:lnTo>
                    <a:pt x="973" y="63"/>
                  </a:lnTo>
                  <a:lnTo>
                    <a:pt x="966" y="65"/>
                  </a:lnTo>
                  <a:lnTo>
                    <a:pt x="960" y="66"/>
                  </a:lnTo>
                  <a:lnTo>
                    <a:pt x="960"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162">
              <a:extLst>
                <a:ext uri="{FF2B5EF4-FFF2-40B4-BE49-F238E27FC236}">
                  <a16:creationId xmlns:a16="http://schemas.microsoft.com/office/drawing/2014/main" id="{FF85E969-908F-407B-A1FD-A6B696DFF009}"/>
                </a:ext>
              </a:extLst>
            </p:cNvPr>
            <p:cNvSpPr>
              <a:spLocks/>
            </p:cNvSpPr>
            <p:nvPr/>
          </p:nvSpPr>
          <p:spPr bwMode="auto">
            <a:xfrm>
              <a:off x="8607425" y="3908425"/>
              <a:ext cx="15875" cy="46038"/>
            </a:xfrm>
            <a:custGeom>
              <a:avLst/>
              <a:gdLst>
                <a:gd name="T0" fmla="*/ 34 w 67"/>
                <a:gd name="T1" fmla="*/ 199 h 199"/>
                <a:gd name="T2" fmla="*/ 34 w 67"/>
                <a:gd name="T3" fmla="*/ 199 h 199"/>
                <a:gd name="T4" fmla="*/ 27 w 67"/>
                <a:gd name="T5" fmla="*/ 198 h 199"/>
                <a:gd name="T6" fmla="*/ 21 w 67"/>
                <a:gd name="T7" fmla="*/ 196 h 199"/>
                <a:gd name="T8" fmla="*/ 16 w 67"/>
                <a:gd name="T9" fmla="*/ 193 h 199"/>
                <a:gd name="T10" fmla="*/ 11 w 67"/>
                <a:gd name="T11" fmla="*/ 190 h 199"/>
                <a:gd name="T12" fmla="*/ 6 w 67"/>
                <a:gd name="T13" fmla="*/ 185 h 199"/>
                <a:gd name="T14" fmla="*/ 3 w 67"/>
                <a:gd name="T15" fmla="*/ 179 h 199"/>
                <a:gd name="T16" fmla="*/ 1 w 67"/>
                <a:gd name="T17" fmla="*/ 172 h 199"/>
                <a:gd name="T18" fmla="*/ 0 w 67"/>
                <a:gd name="T19" fmla="*/ 166 h 199"/>
                <a:gd name="T20" fmla="*/ 0 w 67"/>
                <a:gd name="T21" fmla="*/ 34 h 199"/>
                <a:gd name="T22" fmla="*/ 0 w 67"/>
                <a:gd name="T23" fmla="*/ 34 h 199"/>
                <a:gd name="T24" fmla="*/ 1 w 67"/>
                <a:gd name="T25" fmla="*/ 27 h 199"/>
                <a:gd name="T26" fmla="*/ 3 w 67"/>
                <a:gd name="T27" fmla="*/ 21 h 199"/>
                <a:gd name="T28" fmla="*/ 6 w 67"/>
                <a:gd name="T29" fmla="*/ 16 h 199"/>
                <a:gd name="T30" fmla="*/ 11 w 67"/>
                <a:gd name="T31" fmla="*/ 10 h 199"/>
                <a:gd name="T32" fmla="*/ 16 w 67"/>
                <a:gd name="T33" fmla="*/ 6 h 199"/>
                <a:gd name="T34" fmla="*/ 21 w 67"/>
                <a:gd name="T35" fmla="*/ 3 h 199"/>
                <a:gd name="T36" fmla="*/ 27 w 67"/>
                <a:gd name="T37" fmla="*/ 1 h 199"/>
                <a:gd name="T38" fmla="*/ 34 w 67"/>
                <a:gd name="T39" fmla="*/ 0 h 199"/>
                <a:gd name="T40" fmla="*/ 34 w 67"/>
                <a:gd name="T41" fmla="*/ 0 h 199"/>
                <a:gd name="T42" fmla="*/ 41 w 67"/>
                <a:gd name="T43" fmla="*/ 1 h 199"/>
                <a:gd name="T44" fmla="*/ 47 w 67"/>
                <a:gd name="T45" fmla="*/ 3 h 199"/>
                <a:gd name="T46" fmla="*/ 52 w 67"/>
                <a:gd name="T47" fmla="*/ 6 h 199"/>
                <a:gd name="T48" fmla="*/ 57 w 67"/>
                <a:gd name="T49" fmla="*/ 10 h 199"/>
                <a:gd name="T50" fmla="*/ 61 w 67"/>
                <a:gd name="T51" fmla="*/ 16 h 199"/>
                <a:gd name="T52" fmla="*/ 64 w 67"/>
                <a:gd name="T53" fmla="*/ 21 h 199"/>
                <a:gd name="T54" fmla="*/ 66 w 67"/>
                <a:gd name="T55" fmla="*/ 27 h 199"/>
                <a:gd name="T56" fmla="*/ 67 w 67"/>
                <a:gd name="T57" fmla="*/ 34 h 199"/>
                <a:gd name="T58" fmla="*/ 67 w 67"/>
                <a:gd name="T59" fmla="*/ 166 h 199"/>
                <a:gd name="T60" fmla="*/ 67 w 67"/>
                <a:gd name="T61" fmla="*/ 166 h 199"/>
                <a:gd name="T62" fmla="*/ 66 w 67"/>
                <a:gd name="T63" fmla="*/ 172 h 199"/>
                <a:gd name="T64" fmla="*/ 64 w 67"/>
                <a:gd name="T65" fmla="*/ 179 h 199"/>
                <a:gd name="T66" fmla="*/ 61 w 67"/>
                <a:gd name="T67" fmla="*/ 185 h 199"/>
                <a:gd name="T68" fmla="*/ 57 w 67"/>
                <a:gd name="T69" fmla="*/ 190 h 199"/>
                <a:gd name="T70" fmla="*/ 52 w 67"/>
                <a:gd name="T71" fmla="*/ 193 h 199"/>
                <a:gd name="T72" fmla="*/ 47 w 67"/>
                <a:gd name="T73" fmla="*/ 196 h 199"/>
                <a:gd name="T74" fmla="*/ 41 w 67"/>
                <a:gd name="T75" fmla="*/ 198 h 199"/>
                <a:gd name="T76" fmla="*/ 34 w 67"/>
                <a:gd name="T77" fmla="*/ 199 h 199"/>
                <a:gd name="T78" fmla="*/ 34 w 67"/>
                <a:gd name="T7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199">
                  <a:moveTo>
                    <a:pt x="34" y="199"/>
                  </a:moveTo>
                  <a:lnTo>
                    <a:pt x="34" y="199"/>
                  </a:lnTo>
                  <a:lnTo>
                    <a:pt x="27" y="198"/>
                  </a:lnTo>
                  <a:lnTo>
                    <a:pt x="21" y="196"/>
                  </a:lnTo>
                  <a:lnTo>
                    <a:pt x="16" y="193"/>
                  </a:lnTo>
                  <a:lnTo>
                    <a:pt x="11" y="190"/>
                  </a:lnTo>
                  <a:lnTo>
                    <a:pt x="6" y="185"/>
                  </a:lnTo>
                  <a:lnTo>
                    <a:pt x="3" y="179"/>
                  </a:lnTo>
                  <a:lnTo>
                    <a:pt x="1" y="172"/>
                  </a:lnTo>
                  <a:lnTo>
                    <a:pt x="0" y="166"/>
                  </a:lnTo>
                  <a:lnTo>
                    <a:pt x="0" y="34"/>
                  </a:lnTo>
                  <a:lnTo>
                    <a:pt x="0" y="34"/>
                  </a:lnTo>
                  <a:lnTo>
                    <a:pt x="1" y="27"/>
                  </a:lnTo>
                  <a:lnTo>
                    <a:pt x="3" y="21"/>
                  </a:lnTo>
                  <a:lnTo>
                    <a:pt x="6" y="16"/>
                  </a:lnTo>
                  <a:lnTo>
                    <a:pt x="11" y="10"/>
                  </a:lnTo>
                  <a:lnTo>
                    <a:pt x="16" y="6"/>
                  </a:lnTo>
                  <a:lnTo>
                    <a:pt x="21" y="3"/>
                  </a:lnTo>
                  <a:lnTo>
                    <a:pt x="27" y="1"/>
                  </a:lnTo>
                  <a:lnTo>
                    <a:pt x="34" y="0"/>
                  </a:lnTo>
                  <a:lnTo>
                    <a:pt x="34" y="0"/>
                  </a:lnTo>
                  <a:lnTo>
                    <a:pt x="41" y="1"/>
                  </a:lnTo>
                  <a:lnTo>
                    <a:pt x="47" y="3"/>
                  </a:lnTo>
                  <a:lnTo>
                    <a:pt x="52" y="6"/>
                  </a:lnTo>
                  <a:lnTo>
                    <a:pt x="57" y="10"/>
                  </a:lnTo>
                  <a:lnTo>
                    <a:pt x="61" y="16"/>
                  </a:lnTo>
                  <a:lnTo>
                    <a:pt x="64" y="21"/>
                  </a:lnTo>
                  <a:lnTo>
                    <a:pt x="66" y="27"/>
                  </a:lnTo>
                  <a:lnTo>
                    <a:pt x="67" y="34"/>
                  </a:lnTo>
                  <a:lnTo>
                    <a:pt x="67" y="166"/>
                  </a:lnTo>
                  <a:lnTo>
                    <a:pt x="67" y="166"/>
                  </a:lnTo>
                  <a:lnTo>
                    <a:pt x="66" y="172"/>
                  </a:lnTo>
                  <a:lnTo>
                    <a:pt x="64" y="179"/>
                  </a:lnTo>
                  <a:lnTo>
                    <a:pt x="61" y="185"/>
                  </a:lnTo>
                  <a:lnTo>
                    <a:pt x="57" y="190"/>
                  </a:lnTo>
                  <a:lnTo>
                    <a:pt x="52" y="193"/>
                  </a:lnTo>
                  <a:lnTo>
                    <a:pt x="47" y="196"/>
                  </a:lnTo>
                  <a:lnTo>
                    <a:pt x="41" y="198"/>
                  </a:lnTo>
                  <a:lnTo>
                    <a:pt x="34" y="199"/>
                  </a:lnTo>
                  <a:lnTo>
                    <a:pt x="34"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163">
              <a:extLst>
                <a:ext uri="{FF2B5EF4-FFF2-40B4-BE49-F238E27FC236}">
                  <a16:creationId xmlns:a16="http://schemas.microsoft.com/office/drawing/2014/main" id="{4265C941-40C7-4AEA-B909-1A2AC4906C12}"/>
                </a:ext>
              </a:extLst>
            </p:cNvPr>
            <p:cNvSpPr>
              <a:spLocks/>
            </p:cNvSpPr>
            <p:nvPr/>
          </p:nvSpPr>
          <p:spPr bwMode="auto">
            <a:xfrm>
              <a:off x="8601075" y="3871913"/>
              <a:ext cx="30163" cy="30163"/>
            </a:xfrm>
            <a:custGeom>
              <a:avLst/>
              <a:gdLst>
                <a:gd name="T0" fmla="*/ 67 w 133"/>
                <a:gd name="T1" fmla="*/ 132 h 132"/>
                <a:gd name="T2" fmla="*/ 67 w 133"/>
                <a:gd name="T3" fmla="*/ 132 h 132"/>
                <a:gd name="T4" fmla="*/ 60 w 133"/>
                <a:gd name="T5" fmla="*/ 132 h 132"/>
                <a:gd name="T6" fmla="*/ 54 w 133"/>
                <a:gd name="T7" fmla="*/ 131 h 132"/>
                <a:gd name="T8" fmla="*/ 47 w 133"/>
                <a:gd name="T9" fmla="*/ 130 h 132"/>
                <a:gd name="T10" fmla="*/ 42 w 133"/>
                <a:gd name="T11" fmla="*/ 127 h 132"/>
                <a:gd name="T12" fmla="*/ 35 w 133"/>
                <a:gd name="T13" fmla="*/ 125 h 132"/>
                <a:gd name="T14" fmla="*/ 30 w 133"/>
                <a:gd name="T15" fmla="*/ 121 h 132"/>
                <a:gd name="T16" fmla="*/ 20 w 133"/>
                <a:gd name="T17" fmla="*/ 113 h 132"/>
                <a:gd name="T18" fmla="*/ 12 w 133"/>
                <a:gd name="T19" fmla="*/ 103 h 132"/>
                <a:gd name="T20" fmla="*/ 9 w 133"/>
                <a:gd name="T21" fmla="*/ 98 h 132"/>
                <a:gd name="T22" fmla="*/ 5 w 133"/>
                <a:gd name="T23" fmla="*/ 92 h 132"/>
                <a:gd name="T24" fmla="*/ 3 w 133"/>
                <a:gd name="T25" fmla="*/ 86 h 132"/>
                <a:gd name="T26" fmla="*/ 2 w 133"/>
                <a:gd name="T27" fmla="*/ 79 h 132"/>
                <a:gd name="T28" fmla="*/ 1 w 133"/>
                <a:gd name="T29" fmla="*/ 73 h 132"/>
                <a:gd name="T30" fmla="*/ 0 w 133"/>
                <a:gd name="T31" fmla="*/ 66 h 132"/>
                <a:gd name="T32" fmla="*/ 0 w 133"/>
                <a:gd name="T33" fmla="*/ 66 h 132"/>
                <a:gd name="T34" fmla="*/ 1 w 133"/>
                <a:gd name="T35" fmla="*/ 60 h 132"/>
                <a:gd name="T36" fmla="*/ 2 w 133"/>
                <a:gd name="T37" fmla="*/ 53 h 132"/>
                <a:gd name="T38" fmla="*/ 3 w 133"/>
                <a:gd name="T39" fmla="*/ 46 h 132"/>
                <a:gd name="T40" fmla="*/ 5 w 133"/>
                <a:gd name="T41" fmla="*/ 40 h 132"/>
                <a:gd name="T42" fmla="*/ 9 w 133"/>
                <a:gd name="T43" fmla="*/ 35 h 132"/>
                <a:gd name="T44" fmla="*/ 12 w 133"/>
                <a:gd name="T45" fmla="*/ 29 h 132"/>
                <a:gd name="T46" fmla="*/ 20 w 133"/>
                <a:gd name="T47" fmla="*/ 20 h 132"/>
                <a:gd name="T48" fmla="*/ 30 w 133"/>
                <a:gd name="T49" fmla="*/ 11 h 132"/>
                <a:gd name="T50" fmla="*/ 35 w 133"/>
                <a:gd name="T51" fmla="*/ 8 h 132"/>
                <a:gd name="T52" fmla="*/ 42 w 133"/>
                <a:gd name="T53" fmla="*/ 5 h 132"/>
                <a:gd name="T54" fmla="*/ 47 w 133"/>
                <a:gd name="T55" fmla="*/ 3 h 132"/>
                <a:gd name="T56" fmla="*/ 54 w 133"/>
                <a:gd name="T57" fmla="*/ 1 h 132"/>
                <a:gd name="T58" fmla="*/ 60 w 133"/>
                <a:gd name="T59" fmla="*/ 0 h 132"/>
                <a:gd name="T60" fmla="*/ 67 w 133"/>
                <a:gd name="T61" fmla="*/ 0 h 132"/>
                <a:gd name="T62" fmla="*/ 67 w 133"/>
                <a:gd name="T63" fmla="*/ 0 h 132"/>
                <a:gd name="T64" fmla="*/ 74 w 133"/>
                <a:gd name="T65" fmla="*/ 0 h 132"/>
                <a:gd name="T66" fmla="*/ 80 w 133"/>
                <a:gd name="T67" fmla="*/ 1 h 132"/>
                <a:gd name="T68" fmla="*/ 87 w 133"/>
                <a:gd name="T69" fmla="*/ 3 h 132"/>
                <a:gd name="T70" fmla="*/ 93 w 133"/>
                <a:gd name="T71" fmla="*/ 5 h 132"/>
                <a:gd name="T72" fmla="*/ 98 w 133"/>
                <a:gd name="T73" fmla="*/ 8 h 132"/>
                <a:gd name="T74" fmla="*/ 103 w 133"/>
                <a:gd name="T75" fmla="*/ 11 h 132"/>
                <a:gd name="T76" fmla="*/ 114 w 133"/>
                <a:gd name="T77" fmla="*/ 20 h 132"/>
                <a:gd name="T78" fmla="*/ 122 w 133"/>
                <a:gd name="T79" fmla="*/ 29 h 132"/>
                <a:gd name="T80" fmla="*/ 125 w 133"/>
                <a:gd name="T81" fmla="*/ 35 h 132"/>
                <a:gd name="T82" fmla="*/ 128 w 133"/>
                <a:gd name="T83" fmla="*/ 40 h 132"/>
                <a:gd name="T84" fmla="*/ 130 w 133"/>
                <a:gd name="T85" fmla="*/ 46 h 132"/>
                <a:gd name="T86" fmla="*/ 131 w 133"/>
                <a:gd name="T87" fmla="*/ 53 h 132"/>
                <a:gd name="T88" fmla="*/ 132 w 133"/>
                <a:gd name="T89" fmla="*/ 60 h 132"/>
                <a:gd name="T90" fmla="*/ 133 w 133"/>
                <a:gd name="T91" fmla="*/ 66 h 132"/>
                <a:gd name="T92" fmla="*/ 133 w 133"/>
                <a:gd name="T93" fmla="*/ 66 h 132"/>
                <a:gd name="T94" fmla="*/ 132 w 133"/>
                <a:gd name="T95" fmla="*/ 73 h 132"/>
                <a:gd name="T96" fmla="*/ 131 w 133"/>
                <a:gd name="T97" fmla="*/ 79 h 132"/>
                <a:gd name="T98" fmla="*/ 130 w 133"/>
                <a:gd name="T99" fmla="*/ 86 h 132"/>
                <a:gd name="T100" fmla="*/ 128 w 133"/>
                <a:gd name="T101" fmla="*/ 92 h 132"/>
                <a:gd name="T102" fmla="*/ 125 w 133"/>
                <a:gd name="T103" fmla="*/ 98 h 132"/>
                <a:gd name="T104" fmla="*/ 122 w 133"/>
                <a:gd name="T105" fmla="*/ 103 h 132"/>
                <a:gd name="T106" fmla="*/ 114 w 133"/>
                <a:gd name="T107" fmla="*/ 113 h 132"/>
                <a:gd name="T108" fmla="*/ 103 w 133"/>
                <a:gd name="T109" fmla="*/ 121 h 132"/>
                <a:gd name="T110" fmla="*/ 98 w 133"/>
                <a:gd name="T111" fmla="*/ 125 h 132"/>
                <a:gd name="T112" fmla="*/ 93 w 133"/>
                <a:gd name="T113" fmla="*/ 127 h 132"/>
                <a:gd name="T114" fmla="*/ 87 w 133"/>
                <a:gd name="T115" fmla="*/ 130 h 132"/>
                <a:gd name="T116" fmla="*/ 80 w 133"/>
                <a:gd name="T117" fmla="*/ 131 h 132"/>
                <a:gd name="T118" fmla="*/ 74 w 133"/>
                <a:gd name="T119" fmla="*/ 132 h 132"/>
                <a:gd name="T120" fmla="*/ 67 w 133"/>
                <a:gd name="T121" fmla="*/ 132 h 132"/>
                <a:gd name="T122" fmla="*/ 67 w 133"/>
                <a:gd name="T123"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3" h="132">
                  <a:moveTo>
                    <a:pt x="67" y="132"/>
                  </a:moveTo>
                  <a:lnTo>
                    <a:pt x="67" y="132"/>
                  </a:lnTo>
                  <a:lnTo>
                    <a:pt x="60" y="132"/>
                  </a:lnTo>
                  <a:lnTo>
                    <a:pt x="54" y="131"/>
                  </a:lnTo>
                  <a:lnTo>
                    <a:pt x="47" y="130"/>
                  </a:lnTo>
                  <a:lnTo>
                    <a:pt x="42" y="127"/>
                  </a:lnTo>
                  <a:lnTo>
                    <a:pt x="35" y="125"/>
                  </a:lnTo>
                  <a:lnTo>
                    <a:pt x="30" y="121"/>
                  </a:lnTo>
                  <a:lnTo>
                    <a:pt x="20" y="113"/>
                  </a:lnTo>
                  <a:lnTo>
                    <a:pt x="12" y="103"/>
                  </a:lnTo>
                  <a:lnTo>
                    <a:pt x="9" y="98"/>
                  </a:lnTo>
                  <a:lnTo>
                    <a:pt x="5" y="92"/>
                  </a:lnTo>
                  <a:lnTo>
                    <a:pt x="3" y="86"/>
                  </a:lnTo>
                  <a:lnTo>
                    <a:pt x="2" y="79"/>
                  </a:lnTo>
                  <a:lnTo>
                    <a:pt x="1" y="73"/>
                  </a:lnTo>
                  <a:lnTo>
                    <a:pt x="0" y="66"/>
                  </a:lnTo>
                  <a:lnTo>
                    <a:pt x="0" y="66"/>
                  </a:lnTo>
                  <a:lnTo>
                    <a:pt x="1" y="60"/>
                  </a:lnTo>
                  <a:lnTo>
                    <a:pt x="2" y="53"/>
                  </a:lnTo>
                  <a:lnTo>
                    <a:pt x="3" y="46"/>
                  </a:lnTo>
                  <a:lnTo>
                    <a:pt x="5" y="40"/>
                  </a:lnTo>
                  <a:lnTo>
                    <a:pt x="9" y="35"/>
                  </a:lnTo>
                  <a:lnTo>
                    <a:pt x="12" y="29"/>
                  </a:lnTo>
                  <a:lnTo>
                    <a:pt x="20" y="20"/>
                  </a:lnTo>
                  <a:lnTo>
                    <a:pt x="30" y="11"/>
                  </a:lnTo>
                  <a:lnTo>
                    <a:pt x="35" y="8"/>
                  </a:lnTo>
                  <a:lnTo>
                    <a:pt x="42" y="5"/>
                  </a:lnTo>
                  <a:lnTo>
                    <a:pt x="47" y="3"/>
                  </a:lnTo>
                  <a:lnTo>
                    <a:pt x="54" y="1"/>
                  </a:lnTo>
                  <a:lnTo>
                    <a:pt x="60" y="0"/>
                  </a:lnTo>
                  <a:lnTo>
                    <a:pt x="67" y="0"/>
                  </a:lnTo>
                  <a:lnTo>
                    <a:pt x="67" y="0"/>
                  </a:lnTo>
                  <a:lnTo>
                    <a:pt x="74" y="0"/>
                  </a:lnTo>
                  <a:lnTo>
                    <a:pt x="80" y="1"/>
                  </a:lnTo>
                  <a:lnTo>
                    <a:pt x="87" y="3"/>
                  </a:lnTo>
                  <a:lnTo>
                    <a:pt x="93" y="5"/>
                  </a:lnTo>
                  <a:lnTo>
                    <a:pt x="98" y="8"/>
                  </a:lnTo>
                  <a:lnTo>
                    <a:pt x="103" y="11"/>
                  </a:lnTo>
                  <a:lnTo>
                    <a:pt x="114" y="20"/>
                  </a:lnTo>
                  <a:lnTo>
                    <a:pt x="122" y="29"/>
                  </a:lnTo>
                  <a:lnTo>
                    <a:pt x="125" y="35"/>
                  </a:lnTo>
                  <a:lnTo>
                    <a:pt x="128" y="40"/>
                  </a:lnTo>
                  <a:lnTo>
                    <a:pt x="130" y="46"/>
                  </a:lnTo>
                  <a:lnTo>
                    <a:pt x="131" y="53"/>
                  </a:lnTo>
                  <a:lnTo>
                    <a:pt x="132" y="60"/>
                  </a:lnTo>
                  <a:lnTo>
                    <a:pt x="133" y="66"/>
                  </a:lnTo>
                  <a:lnTo>
                    <a:pt x="133" y="66"/>
                  </a:lnTo>
                  <a:lnTo>
                    <a:pt x="132" y="73"/>
                  </a:lnTo>
                  <a:lnTo>
                    <a:pt x="131" y="79"/>
                  </a:lnTo>
                  <a:lnTo>
                    <a:pt x="130" y="86"/>
                  </a:lnTo>
                  <a:lnTo>
                    <a:pt x="128" y="92"/>
                  </a:lnTo>
                  <a:lnTo>
                    <a:pt x="125" y="98"/>
                  </a:lnTo>
                  <a:lnTo>
                    <a:pt x="122" y="103"/>
                  </a:lnTo>
                  <a:lnTo>
                    <a:pt x="114" y="113"/>
                  </a:lnTo>
                  <a:lnTo>
                    <a:pt x="103" y="121"/>
                  </a:lnTo>
                  <a:lnTo>
                    <a:pt x="98" y="125"/>
                  </a:lnTo>
                  <a:lnTo>
                    <a:pt x="93" y="127"/>
                  </a:lnTo>
                  <a:lnTo>
                    <a:pt x="87" y="130"/>
                  </a:lnTo>
                  <a:lnTo>
                    <a:pt x="80" y="131"/>
                  </a:lnTo>
                  <a:lnTo>
                    <a:pt x="74" y="132"/>
                  </a:lnTo>
                  <a:lnTo>
                    <a:pt x="67" y="132"/>
                  </a:lnTo>
                  <a:lnTo>
                    <a:pt x="67"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Rectangle 164">
              <a:extLst>
                <a:ext uri="{FF2B5EF4-FFF2-40B4-BE49-F238E27FC236}">
                  <a16:creationId xmlns:a16="http://schemas.microsoft.com/office/drawing/2014/main" id="{D1FCC37C-379F-4270-BCAB-2C185D3223FF}"/>
                </a:ext>
              </a:extLst>
            </p:cNvPr>
            <p:cNvSpPr>
              <a:spLocks noChangeArrowheads="1"/>
            </p:cNvSpPr>
            <p:nvPr/>
          </p:nvSpPr>
          <p:spPr bwMode="auto">
            <a:xfrm>
              <a:off x="8443913" y="3849688"/>
              <a:ext cx="344488" cy="142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165">
              <a:extLst>
                <a:ext uri="{FF2B5EF4-FFF2-40B4-BE49-F238E27FC236}">
                  <a16:creationId xmlns:a16="http://schemas.microsoft.com/office/drawing/2014/main" id="{ABBB61CD-4AC3-4F65-8CBF-8241D45A0797}"/>
                </a:ext>
              </a:extLst>
            </p:cNvPr>
            <p:cNvSpPr>
              <a:spLocks noEditPoints="1"/>
            </p:cNvSpPr>
            <p:nvPr/>
          </p:nvSpPr>
          <p:spPr bwMode="auto">
            <a:xfrm>
              <a:off x="8524875" y="3759200"/>
              <a:ext cx="60325" cy="74613"/>
            </a:xfrm>
            <a:custGeom>
              <a:avLst/>
              <a:gdLst>
                <a:gd name="T0" fmla="*/ 231 w 264"/>
                <a:gd name="T1" fmla="*/ 331 h 331"/>
                <a:gd name="T2" fmla="*/ 33 w 264"/>
                <a:gd name="T3" fmla="*/ 331 h 331"/>
                <a:gd name="T4" fmla="*/ 33 w 264"/>
                <a:gd name="T5" fmla="*/ 331 h 331"/>
                <a:gd name="T6" fmla="*/ 26 w 264"/>
                <a:gd name="T7" fmla="*/ 330 h 331"/>
                <a:gd name="T8" fmla="*/ 20 w 264"/>
                <a:gd name="T9" fmla="*/ 328 h 331"/>
                <a:gd name="T10" fmla="*/ 15 w 264"/>
                <a:gd name="T11" fmla="*/ 325 h 331"/>
                <a:gd name="T12" fmla="*/ 10 w 264"/>
                <a:gd name="T13" fmla="*/ 321 h 331"/>
                <a:gd name="T14" fmla="*/ 6 w 264"/>
                <a:gd name="T15" fmla="*/ 317 h 331"/>
                <a:gd name="T16" fmla="*/ 3 w 264"/>
                <a:gd name="T17" fmla="*/ 310 h 331"/>
                <a:gd name="T18" fmla="*/ 0 w 264"/>
                <a:gd name="T19" fmla="*/ 304 h 331"/>
                <a:gd name="T20" fmla="*/ 0 w 264"/>
                <a:gd name="T21" fmla="*/ 298 h 331"/>
                <a:gd name="T22" fmla="*/ 0 w 264"/>
                <a:gd name="T23" fmla="*/ 33 h 331"/>
                <a:gd name="T24" fmla="*/ 0 w 264"/>
                <a:gd name="T25" fmla="*/ 33 h 331"/>
                <a:gd name="T26" fmla="*/ 0 w 264"/>
                <a:gd name="T27" fmla="*/ 27 h 331"/>
                <a:gd name="T28" fmla="*/ 3 w 264"/>
                <a:gd name="T29" fmla="*/ 21 h 331"/>
                <a:gd name="T30" fmla="*/ 6 w 264"/>
                <a:gd name="T31" fmla="*/ 14 h 331"/>
                <a:gd name="T32" fmla="*/ 10 w 264"/>
                <a:gd name="T33" fmla="*/ 9 h 331"/>
                <a:gd name="T34" fmla="*/ 15 w 264"/>
                <a:gd name="T35" fmla="*/ 5 h 331"/>
                <a:gd name="T36" fmla="*/ 20 w 264"/>
                <a:gd name="T37" fmla="*/ 2 h 331"/>
                <a:gd name="T38" fmla="*/ 26 w 264"/>
                <a:gd name="T39" fmla="*/ 1 h 331"/>
                <a:gd name="T40" fmla="*/ 33 w 264"/>
                <a:gd name="T41" fmla="*/ 0 h 331"/>
                <a:gd name="T42" fmla="*/ 231 w 264"/>
                <a:gd name="T43" fmla="*/ 0 h 331"/>
                <a:gd name="T44" fmla="*/ 231 w 264"/>
                <a:gd name="T45" fmla="*/ 0 h 331"/>
                <a:gd name="T46" fmla="*/ 239 w 264"/>
                <a:gd name="T47" fmla="*/ 1 h 331"/>
                <a:gd name="T48" fmla="*/ 245 w 264"/>
                <a:gd name="T49" fmla="*/ 2 h 331"/>
                <a:gd name="T50" fmla="*/ 250 w 264"/>
                <a:gd name="T51" fmla="*/ 5 h 331"/>
                <a:gd name="T52" fmla="*/ 255 w 264"/>
                <a:gd name="T53" fmla="*/ 9 h 331"/>
                <a:gd name="T54" fmla="*/ 259 w 264"/>
                <a:gd name="T55" fmla="*/ 14 h 331"/>
                <a:gd name="T56" fmla="*/ 262 w 264"/>
                <a:gd name="T57" fmla="*/ 21 h 331"/>
                <a:gd name="T58" fmla="*/ 264 w 264"/>
                <a:gd name="T59" fmla="*/ 27 h 331"/>
                <a:gd name="T60" fmla="*/ 264 w 264"/>
                <a:gd name="T61" fmla="*/ 33 h 331"/>
                <a:gd name="T62" fmla="*/ 264 w 264"/>
                <a:gd name="T63" fmla="*/ 298 h 331"/>
                <a:gd name="T64" fmla="*/ 264 w 264"/>
                <a:gd name="T65" fmla="*/ 298 h 331"/>
                <a:gd name="T66" fmla="*/ 264 w 264"/>
                <a:gd name="T67" fmla="*/ 304 h 331"/>
                <a:gd name="T68" fmla="*/ 262 w 264"/>
                <a:gd name="T69" fmla="*/ 310 h 331"/>
                <a:gd name="T70" fmla="*/ 259 w 264"/>
                <a:gd name="T71" fmla="*/ 317 h 331"/>
                <a:gd name="T72" fmla="*/ 255 w 264"/>
                <a:gd name="T73" fmla="*/ 321 h 331"/>
                <a:gd name="T74" fmla="*/ 250 w 264"/>
                <a:gd name="T75" fmla="*/ 325 h 331"/>
                <a:gd name="T76" fmla="*/ 245 w 264"/>
                <a:gd name="T77" fmla="*/ 328 h 331"/>
                <a:gd name="T78" fmla="*/ 239 w 264"/>
                <a:gd name="T79" fmla="*/ 330 h 331"/>
                <a:gd name="T80" fmla="*/ 231 w 264"/>
                <a:gd name="T81" fmla="*/ 331 h 331"/>
                <a:gd name="T82" fmla="*/ 231 w 264"/>
                <a:gd name="T83" fmla="*/ 331 h 331"/>
                <a:gd name="T84" fmla="*/ 66 w 264"/>
                <a:gd name="T85" fmla="*/ 265 h 331"/>
                <a:gd name="T86" fmla="*/ 198 w 264"/>
                <a:gd name="T87" fmla="*/ 265 h 331"/>
                <a:gd name="T88" fmla="*/ 198 w 264"/>
                <a:gd name="T89" fmla="*/ 66 h 331"/>
                <a:gd name="T90" fmla="*/ 66 w 264"/>
                <a:gd name="T91" fmla="*/ 66 h 331"/>
                <a:gd name="T92" fmla="*/ 66 w 264"/>
                <a:gd name="T93" fmla="*/ 265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4" h="331">
                  <a:moveTo>
                    <a:pt x="231" y="331"/>
                  </a:moveTo>
                  <a:lnTo>
                    <a:pt x="33" y="331"/>
                  </a:lnTo>
                  <a:lnTo>
                    <a:pt x="33" y="331"/>
                  </a:lnTo>
                  <a:lnTo>
                    <a:pt x="26" y="330"/>
                  </a:lnTo>
                  <a:lnTo>
                    <a:pt x="20" y="328"/>
                  </a:lnTo>
                  <a:lnTo>
                    <a:pt x="15" y="325"/>
                  </a:lnTo>
                  <a:lnTo>
                    <a:pt x="10" y="321"/>
                  </a:lnTo>
                  <a:lnTo>
                    <a:pt x="6" y="317"/>
                  </a:lnTo>
                  <a:lnTo>
                    <a:pt x="3" y="310"/>
                  </a:lnTo>
                  <a:lnTo>
                    <a:pt x="0" y="304"/>
                  </a:lnTo>
                  <a:lnTo>
                    <a:pt x="0" y="298"/>
                  </a:lnTo>
                  <a:lnTo>
                    <a:pt x="0" y="33"/>
                  </a:lnTo>
                  <a:lnTo>
                    <a:pt x="0" y="33"/>
                  </a:lnTo>
                  <a:lnTo>
                    <a:pt x="0" y="27"/>
                  </a:lnTo>
                  <a:lnTo>
                    <a:pt x="3" y="21"/>
                  </a:lnTo>
                  <a:lnTo>
                    <a:pt x="6" y="14"/>
                  </a:lnTo>
                  <a:lnTo>
                    <a:pt x="10" y="9"/>
                  </a:lnTo>
                  <a:lnTo>
                    <a:pt x="15" y="5"/>
                  </a:lnTo>
                  <a:lnTo>
                    <a:pt x="20" y="2"/>
                  </a:lnTo>
                  <a:lnTo>
                    <a:pt x="26" y="1"/>
                  </a:lnTo>
                  <a:lnTo>
                    <a:pt x="33" y="0"/>
                  </a:lnTo>
                  <a:lnTo>
                    <a:pt x="231" y="0"/>
                  </a:lnTo>
                  <a:lnTo>
                    <a:pt x="231" y="0"/>
                  </a:lnTo>
                  <a:lnTo>
                    <a:pt x="239" y="1"/>
                  </a:lnTo>
                  <a:lnTo>
                    <a:pt x="245" y="2"/>
                  </a:lnTo>
                  <a:lnTo>
                    <a:pt x="250" y="5"/>
                  </a:lnTo>
                  <a:lnTo>
                    <a:pt x="255" y="9"/>
                  </a:lnTo>
                  <a:lnTo>
                    <a:pt x="259" y="14"/>
                  </a:lnTo>
                  <a:lnTo>
                    <a:pt x="262" y="21"/>
                  </a:lnTo>
                  <a:lnTo>
                    <a:pt x="264" y="27"/>
                  </a:lnTo>
                  <a:lnTo>
                    <a:pt x="264" y="33"/>
                  </a:lnTo>
                  <a:lnTo>
                    <a:pt x="264" y="298"/>
                  </a:lnTo>
                  <a:lnTo>
                    <a:pt x="264" y="298"/>
                  </a:lnTo>
                  <a:lnTo>
                    <a:pt x="264" y="304"/>
                  </a:lnTo>
                  <a:lnTo>
                    <a:pt x="262" y="310"/>
                  </a:lnTo>
                  <a:lnTo>
                    <a:pt x="259" y="317"/>
                  </a:lnTo>
                  <a:lnTo>
                    <a:pt x="255" y="321"/>
                  </a:lnTo>
                  <a:lnTo>
                    <a:pt x="250" y="325"/>
                  </a:lnTo>
                  <a:lnTo>
                    <a:pt x="245" y="328"/>
                  </a:lnTo>
                  <a:lnTo>
                    <a:pt x="239" y="330"/>
                  </a:lnTo>
                  <a:lnTo>
                    <a:pt x="231" y="331"/>
                  </a:lnTo>
                  <a:lnTo>
                    <a:pt x="231" y="331"/>
                  </a:lnTo>
                  <a:close/>
                  <a:moveTo>
                    <a:pt x="66" y="265"/>
                  </a:moveTo>
                  <a:lnTo>
                    <a:pt x="198" y="265"/>
                  </a:lnTo>
                  <a:lnTo>
                    <a:pt x="198" y="66"/>
                  </a:lnTo>
                  <a:lnTo>
                    <a:pt x="66" y="66"/>
                  </a:lnTo>
                  <a:lnTo>
                    <a:pt x="66" y="2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166">
              <a:extLst>
                <a:ext uri="{FF2B5EF4-FFF2-40B4-BE49-F238E27FC236}">
                  <a16:creationId xmlns:a16="http://schemas.microsoft.com/office/drawing/2014/main" id="{732C382B-9B96-4F7F-8741-BDC4E9345026}"/>
                </a:ext>
              </a:extLst>
            </p:cNvPr>
            <p:cNvSpPr>
              <a:spLocks noEditPoints="1"/>
            </p:cNvSpPr>
            <p:nvPr/>
          </p:nvSpPr>
          <p:spPr bwMode="auto">
            <a:xfrm>
              <a:off x="8601075" y="3714750"/>
              <a:ext cx="58738" cy="119063"/>
            </a:xfrm>
            <a:custGeom>
              <a:avLst/>
              <a:gdLst>
                <a:gd name="T0" fmla="*/ 232 w 265"/>
                <a:gd name="T1" fmla="*/ 530 h 530"/>
                <a:gd name="T2" fmla="*/ 33 w 265"/>
                <a:gd name="T3" fmla="*/ 530 h 530"/>
                <a:gd name="T4" fmla="*/ 33 w 265"/>
                <a:gd name="T5" fmla="*/ 530 h 530"/>
                <a:gd name="T6" fmla="*/ 27 w 265"/>
                <a:gd name="T7" fmla="*/ 529 h 530"/>
                <a:gd name="T8" fmla="*/ 21 w 265"/>
                <a:gd name="T9" fmla="*/ 527 h 530"/>
                <a:gd name="T10" fmla="*/ 16 w 265"/>
                <a:gd name="T11" fmla="*/ 524 h 530"/>
                <a:gd name="T12" fmla="*/ 11 w 265"/>
                <a:gd name="T13" fmla="*/ 520 h 530"/>
                <a:gd name="T14" fmla="*/ 7 w 265"/>
                <a:gd name="T15" fmla="*/ 516 h 530"/>
                <a:gd name="T16" fmla="*/ 3 w 265"/>
                <a:gd name="T17" fmla="*/ 509 h 530"/>
                <a:gd name="T18" fmla="*/ 1 w 265"/>
                <a:gd name="T19" fmla="*/ 503 h 530"/>
                <a:gd name="T20" fmla="*/ 0 w 265"/>
                <a:gd name="T21" fmla="*/ 497 h 530"/>
                <a:gd name="T22" fmla="*/ 0 w 265"/>
                <a:gd name="T23" fmla="*/ 34 h 530"/>
                <a:gd name="T24" fmla="*/ 0 w 265"/>
                <a:gd name="T25" fmla="*/ 34 h 530"/>
                <a:gd name="T26" fmla="*/ 1 w 265"/>
                <a:gd name="T27" fmla="*/ 27 h 530"/>
                <a:gd name="T28" fmla="*/ 3 w 265"/>
                <a:gd name="T29" fmla="*/ 20 h 530"/>
                <a:gd name="T30" fmla="*/ 7 w 265"/>
                <a:gd name="T31" fmla="*/ 15 h 530"/>
                <a:gd name="T32" fmla="*/ 11 w 265"/>
                <a:gd name="T33" fmla="*/ 10 h 530"/>
                <a:gd name="T34" fmla="*/ 16 w 265"/>
                <a:gd name="T35" fmla="*/ 6 h 530"/>
                <a:gd name="T36" fmla="*/ 21 w 265"/>
                <a:gd name="T37" fmla="*/ 3 h 530"/>
                <a:gd name="T38" fmla="*/ 27 w 265"/>
                <a:gd name="T39" fmla="*/ 1 h 530"/>
                <a:gd name="T40" fmla="*/ 33 w 265"/>
                <a:gd name="T41" fmla="*/ 0 h 530"/>
                <a:gd name="T42" fmla="*/ 232 w 265"/>
                <a:gd name="T43" fmla="*/ 0 h 530"/>
                <a:gd name="T44" fmla="*/ 232 w 265"/>
                <a:gd name="T45" fmla="*/ 0 h 530"/>
                <a:gd name="T46" fmla="*/ 238 w 265"/>
                <a:gd name="T47" fmla="*/ 1 h 530"/>
                <a:gd name="T48" fmla="*/ 245 w 265"/>
                <a:gd name="T49" fmla="*/ 3 h 530"/>
                <a:gd name="T50" fmla="*/ 251 w 265"/>
                <a:gd name="T51" fmla="*/ 6 h 530"/>
                <a:gd name="T52" fmla="*/ 256 w 265"/>
                <a:gd name="T53" fmla="*/ 10 h 530"/>
                <a:gd name="T54" fmla="*/ 260 w 265"/>
                <a:gd name="T55" fmla="*/ 15 h 530"/>
                <a:gd name="T56" fmla="*/ 262 w 265"/>
                <a:gd name="T57" fmla="*/ 20 h 530"/>
                <a:gd name="T58" fmla="*/ 264 w 265"/>
                <a:gd name="T59" fmla="*/ 27 h 530"/>
                <a:gd name="T60" fmla="*/ 265 w 265"/>
                <a:gd name="T61" fmla="*/ 34 h 530"/>
                <a:gd name="T62" fmla="*/ 265 w 265"/>
                <a:gd name="T63" fmla="*/ 497 h 530"/>
                <a:gd name="T64" fmla="*/ 265 w 265"/>
                <a:gd name="T65" fmla="*/ 497 h 530"/>
                <a:gd name="T66" fmla="*/ 264 w 265"/>
                <a:gd name="T67" fmla="*/ 503 h 530"/>
                <a:gd name="T68" fmla="*/ 262 w 265"/>
                <a:gd name="T69" fmla="*/ 509 h 530"/>
                <a:gd name="T70" fmla="*/ 260 w 265"/>
                <a:gd name="T71" fmla="*/ 516 h 530"/>
                <a:gd name="T72" fmla="*/ 256 w 265"/>
                <a:gd name="T73" fmla="*/ 520 h 530"/>
                <a:gd name="T74" fmla="*/ 251 w 265"/>
                <a:gd name="T75" fmla="*/ 524 h 530"/>
                <a:gd name="T76" fmla="*/ 245 w 265"/>
                <a:gd name="T77" fmla="*/ 527 h 530"/>
                <a:gd name="T78" fmla="*/ 238 w 265"/>
                <a:gd name="T79" fmla="*/ 529 h 530"/>
                <a:gd name="T80" fmla="*/ 232 w 265"/>
                <a:gd name="T81" fmla="*/ 530 h 530"/>
                <a:gd name="T82" fmla="*/ 232 w 265"/>
                <a:gd name="T83" fmla="*/ 530 h 530"/>
                <a:gd name="T84" fmla="*/ 67 w 265"/>
                <a:gd name="T85" fmla="*/ 464 h 530"/>
                <a:gd name="T86" fmla="*/ 199 w 265"/>
                <a:gd name="T87" fmla="*/ 464 h 530"/>
                <a:gd name="T88" fmla="*/ 199 w 265"/>
                <a:gd name="T89" fmla="*/ 67 h 530"/>
                <a:gd name="T90" fmla="*/ 67 w 265"/>
                <a:gd name="T91" fmla="*/ 67 h 530"/>
                <a:gd name="T92" fmla="*/ 67 w 265"/>
                <a:gd name="T93" fmla="*/ 4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5" h="530">
                  <a:moveTo>
                    <a:pt x="232" y="530"/>
                  </a:moveTo>
                  <a:lnTo>
                    <a:pt x="33" y="530"/>
                  </a:lnTo>
                  <a:lnTo>
                    <a:pt x="33" y="530"/>
                  </a:lnTo>
                  <a:lnTo>
                    <a:pt x="27" y="529"/>
                  </a:lnTo>
                  <a:lnTo>
                    <a:pt x="21" y="527"/>
                  </a:lnTo>
                  <a:lnTo>
                    <a:pt x="16" y="524"/>
                  </a:lnTo>
                  <a:lnTo>
                    <a:pt x="11" y="520"/>
                  </a:lnTo>
                  <a:lnTo>
                    <a:pt x="7" y="516"/>
                  </a:lnTo>
                  <a:lnTo>
                    <a:pt x="3" y="509"/>
                  </a:lnTo>
                  <a:lnTo>
                    <a:pt x="1" y="503"/>
                  </a:lnTo>
                  <a:lnTo>
                    <a:pt x="0" y="497"/>
                  </a:lnTo>
                  <a:lnTo>
                    <a:pt x="0" y="34"/>
                  </a:lnTo>
                  <a:lnTo>
                    <a:pt x="0" y="34"/>
                  </a:lnTo>
                  <a:lnTo>
                    <a:pt x="1" y="27"/>
                  </a:lnTo>
                  <a:lnTo>
                    <a:pt x="3" y="20"/>
                  </a:lnTo>
                  <a:lnTo>
                    <a:pt x="7" y="15"/>
                  </a:lnTo>
                  <a:lnTo>
                    <a:pt x="11" y="10"/>
                  </a:lnTo>
                  <a:lnTo>
                    <a:pt x="16" y="6"/>
                  </a:lnTo>
                  <a:lnTo>
                    <a:pt x="21" y="3"/>
                  </a:lnTo>
                  <a:lnTo>
                    <a:pt x="27" y="1"/>
                  </a:lnTo>
                  <a:lnTo>
                    <a:pt x="33" y="0"/>
                  </a:lnTo>
                  <a:lnTo>
                    <a:pt x="232" y="0"/>
                  </a:lnTo>
                  <a:lnTo>
                    <a:pt x="232" y="0"/>
                  </a:lnTo>
                  <a:lnTo>
                    <a:pt x="238" y="1"/>
                  </a:lnTo>
                  <a:lnTo>
                    <a:pt x="245" y="3"/>
                  </a:lnTo>
                  <a:lnTo>
                    <a:pt x="251" y="6"/>
                  </a:lnTo>
                  <a:lnTo>
                    <a:pt x="256" y="10"/>
                  </a:lnTo>
                  <a:lnTo>
                    <a:pt x="260" y="15"/>
                  </a:lnTo>
                  <a:lnTo>
                    <a:pt x="262" y="20"/>
                  </a:lnTo>
                  <a:lnTo>
                    <a:pt x="264" y="27"/>
                  </a:lnTo>
                  <a:lnTo>
                    <a:pt x="265" y="34"/>
                  </a:lnTo>
                  <a:lnTo>
                    <a:pt x="265" y="497"/>
                  </a:lnTo>
                  <a:lnTo>
                    <a:pt x="265" y="497"/>
                  </a:lnTo>
                  <a:lnTo>
                    <a:pt x="264" y="503"/>
                  </a:lnTo>
                  <a:lnTo>
                    <a:pt x="262" y="509"/>
                  </a:lnTo>
                  <a:lnTo>
                    <a:pt x="260" y="516"/>
                  </a:lnTo>
                  <a:lnTo>
                    <a:pt x="256" y="520"/>
                  </a:lnTo>
                  <a:lnTo>
                    <a:pt x="251" y="524"/>
                  </a:lnTo>
                  <a:lnTo>
                    <a:pt x="245" y="527"/>
                  </a:lnTo>
                  <a:lnTo>
                    <a:pt x="238" y="529"/>
                  </a:lnTo>
                  <a:lnTo>
                    <a:pt x="232" y="530"/>
                  </a:lnTo>
                  <a:lnTo>
                    <a:pt x="232" y="530"/>
                  </a:lnTo>
                  <a:close/>
                  <a:moveTo>
                    <a:pt x="67" y="464"/>
                  </a:moveTo>
                  <a:lnTo>
                    <a:pt x="199" y="464"/>
                  </a:lnTo>
                  <a:lnTo>
                    <a:pt x="199" y="67"/>
                  </a:lnTo>
                  <a:lnTo>
                    <a:pt x="67" y="67"/>
                  </a:lnTo>
                  <a:lnTo>
                    <a:pt x="67" y="4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67">
              <a:extLst>
                <a:ext uri="{FF2B5EF4-FFF2-40B4-BE49-F238E27FC236}">
                  <a16:creationId xmlns:a16="http://schemas.microsoft.com/office/drawing/2014/main" id="{0561D3DA-E86B-4C14-8F1C-C353310F57EF}"/>
                </a:ext>
              </a:extLst>
            </p:cNvPr>
            <p:cNvSpPr>
              <a:spLocks noEditPoints="1"/>
            </p:cNvSpPr>
            <p:nvPr/>
          </p:nvSpPr>
          <p:spPr bwMode="auto">
            <a:xfrm>
              <a:off x="8675688" y="3684588"/>
              <a:ext cx="60325" cy="149225"/>
            </a:xfrm>
            <a:custGeom>
              <a:avLst/>
              <a:gdLst>
                <a:gd name="T0" fmla="*/ 232 w 265"/>
                <a:gd name="T1" fmla="*/ 662 h 662"/>
                <a:gd name="T2" fmla="*/ 33 w 265"/>
                <a:gd name="T3" fmla="*/ 662 h 662"/>
                <a:gd name="T4" fmla="*/ 33 w 265"/>
                <a:gd name="T5" fmla="*/ 662 h 662"/>
                <a:gd name="T6" fmla="*/ 27 w 265"/>
                <a:gd name="T7" fmla="*/ 661 h 662"/>
                <a:gd name="T8" fmla="*/ 21 w 265"/>
                <a:gd name="T9" fmla="*/ 659 h 662"/>
                <a:gd name="T10" fmla="*/ 15 w 265"/>
                <a:gd name="T11" fmla="*/ 656 h 662"/>
                <a:gd name="T12" fmla="*/ 11 w 265"/>
                <a:gd name="T13" fmla="*/ 652 h 662"/>
                <a:gd name="T14" fmla="*/ 6 w 265"/>
                <a:gd name="T15" fmla="*/ 648 h 662"/>
                <a:gd name="T16" fmla="*/ 3 w 265"/>
                <a:gd name="T17" fmla="*/ 641 h 662"/>
                <a:gd name="T18" fmla="*/ 1 w 265"/>
                <a:gd name="T19" fmla="*/ 635 h 662"/>
                <a:gd name="T20" fmla="*/ 0 w 265"/>
                <a:gd name="T21" fmla="*/ 629 h 662"/>
                <a:gd name="T22" fmla="*/ 0 w 265"/>
                <a:gd name="T23" fmla="*/ 33 h 662"/>
                <a:gd name="T24" fmla="*/ 0 w 265"/>
                <a:gd name="T25" fmla="*/ 33 h 662"/>
                <a:gd name="T26" fmla="*/ 1 w 265"/>
                <a:gd name="T27" fmla="*/ 27 h 662"/>
                <a:gd name="T28" fmla="*/ 3 w 265"/>
                <a:gd name="T29" fmla="*/ 20 h 662"/>
                <a:gd name="T30" fmla="*/ 6 w 265"/>
                <a:gd name="T31" fmla="*/ 14 h 662"/>
                <a:gd name="T32" fmla="*/ 11 w 265"/>
                <a:gd name="T33" fmla="*/ 10 h 662"/>
                <a:gd name="T34" fmla="*/ 15 w 265"/>
                <a:gd name="T35" fmla="*/ 6 h 662"/>
                <a:gd name="T36" fmla="*/ 21 w 265"/>
                <a:gd name="T37" fmla="*/ 3 h 662"/>
                <a:gd name="T38" fmla="*/ 27 w 265"/>
                <a:gd name="T39" fmla="*/ 1 h 662"/>
                <a:gd name="T40" fmla="*/ 33 w 265"/>
                <a:gd name="T41" fmla="*/ 0 h 662"/>
                <a:gd name="T42" fmla="*/ 232 w 265"/>
                <a:gd name="T43" fmla="*/ 0 h 662"/>
                <a:gd name="T44" fmla="*/ 232 w 265"/>
                <a:gd name="T45" fmla="*/ 0 h 662"/>
                <a:gd name="T46" fmla="*/ 238 w 265"/>
                <a:gd name="T47" fmla="*/ 1 h 662"/>
                <a:gd name="T48" fmla="*/ 245 w 265"/>
                <a:gd name="T49" fmla="*/ 3 h 662"/>
                <a:gd name="T50" fmla="*/ 251 w 265"/>
                <a:gd name="T51" fmla="*/ 6 h 662"/>
                <a:gd name="T52" fmla="*/ 255 w 265"/>
                <a:gd name="T53" fmla="*/ 10 h 662"/>
                <a:gd name="T54" fmla="*/ 259 w 265"/>
                <a:gd name="T55" fmla="*/ 14 h 662"/>
                <a:gd name="T56" fmla="*/ 262 w 265"/>
                <a:gd name="T57" fmla="*/ 20 h 662"/>
                <a:gd name="T58" fmla="*/ 264 w 265"/>
                <a:gd name="T59" fmla="*/ 27 h 662"/>
                <a:gd name="T60" fmla="*/ 265 w 265"/>
                <a:gd name="T61" fmla="*/ 33 h 662"/>
                <a:gd name="T62" fmla="*/ 265 w 265"/>
                <a:gd name="T63" fmla="*/ 629 h 662"/>
                <a:gd name="T64" fmla="*/ 265 w 265"/>
                <a:gd name="T65" fmla="*/ 629 h 662"/>
                <a:gd name="T66" fmla="*/ 264 w 265"/>
                <a:gd name="T67" fmla="*/ 635 h 662"/>
                <a:gd name="T68" fmla="*/ 262 w 265"/>
                <a:gd name="T69" fmla="*/ 641 h 662"/>
                <a:gd name="T70" fmla="*/ 259 w 265"/>
                <a:gd name="T71" fmla="*/ 648 h 662"/>
                <a:gd name="T72" fmla="*/ 255 w 265"/>
                <a:gd name="T73" fmla="*/ 652 h 662"/>
                <a:gd name="T74" fmla="*/ 251 w 265"/>
                <a:gd name="T75" fmla="*/ 656 h 662"/>
                <a:gd name="T76" fmla="*/ 245 w 265"/>
                <a:gd name="T77" fmla="*/ 659 h 662"/>
                <a:gd name="T78" fmla="*/ 238 w 265"/>
                <a:gd name="T79" fmla="*/ 661 h 662"/>
                <a:gd name="T80" fmla="*/ 232 w 265"/>
                <a:gd name="T81" fmla="*/ 662 h 662"/>
                <a:gd name="T82" fmla="*/ 232 w 265"/>
                <a:gd name="T83" fmla="*/ 662 h 662"/>
                <a:gd name="T84" fmla="*/ 66 w 265"/>
                <a:gd name="T85" fmla="*/ 596 h 662"/>
                <a:gd name="T86" fmla="*/ 199 w 265"/>
                <a:gd name="T87" fmla="*/ 596 h 662"/>
                <a:gd name="T88" fmla="*/ 199 w 265"/>
                <a:gd name="T89" fmla="*/ 66 h 662"/>
                <a:gd name="T90" fmla="*/ 66 w 265"/>
                <a:gd name="T91" fmla="*/ 66 h 662"/>
                <a:gd name="T92" fmla="*/ 66 w 265"/>
                <a:gd name="T93" fmla="*/ 596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5" h="662">
                  <a:moveTo>
                    <a:pt x="232" y="662"/>
                  </a:moveTo>
                  <a:lnTo>
                    <a:pt x="33" y="662"/>
                  </a:lnTo>
                  <a:lnTo>
                    <a:pt x="33" y="662"/>
                  </a:lnTo>
                  <a:lnTo>
                    <a:pt x="27" y="661"/>
                  </a:lnTo>
                  <a:lnTo>
                    <a:pt x="21" y="659"/>
                  </a:lnTo>
                  <a:lnTo>
                    <a:pt x="15" y="656"/>
                  </a:lnTo>
                  <a:lnTo>
                    <a:pt x="11" y="652"/>
                  </a:lnTo>
                  <a:lnTo>
                    <a:pt x="6" y="648"/>
                  </a:lnTo>
                  <a:lnTo>
                    <a:pt x="3" y="641"/>
                  </a:lnTo>
                  <a:lnTo>
                    <a:pt x="1" y="635"/>
                  </a:lnTo>
                  <a:lnTo>
                    <a:pt x="0" y="629"/>
                  </a:lnTo>
                  <a:lnTo>
                    <a:pt x="0" y="33"/>
                  </a:lnTo>
                  <a:lnTo>
                    <a:pt x="0" y="33"/>
                  </a:lnTo>
                  <a:lnTo>
                    <a:pt x="1" y="27"/>
                  </a:lnTo>
                  <a:lnTo>
                    <a:pt x="3" y="20"/>
                  </a:lnTo>
                  <a:lnTo>
                    <a:pt x="6" y="14"/>
                  </a:lnTo>
                  <a:lnTo>
                    <a:pt x="11" y="10"/>
                  </a:lnTo>
                  <a:lnTo>
                    <a:pt x="15" y="6"/>
                  </a:lnTo>
                  <a:lnTo>
                    <a:pt x="21" y="3"/>
                  </a:lnTo>
                  <a:lnTo>
                    <a:pt x="27" y="1"/>
                  </a:lnTo>
                  <a:lnTo>
                    <a:pt x="33" y="0"/>
                  </a:lnTo>
                  <a:lnTo>
                    <a:pt x="232" y="0"/>
                  </a:lnTo>
                  <a:lnTo>
                    <a:pt x="232" y="0"/>
                  </a:lnTo>
                  <a:lnTo>
                    <a:pt x="238" y="1"/>
                  </a:lnTo>
                  <a:lnTo>
                    <a:pt x="245" y="3"/>
                  </a:lnTo>
                  <a:lnTo>
                    <a:pt x="251" y="6"/>
                  </a:lnTo>
                  <a:lnTo>
                    <a:pt x="255" y="10"/>
                  </a:lnTo>
                  <a:lnTo>
                    <a:pt x="259" y="14"/>
                  </a:lnTo>
                  <a:lnTo>
                    <a:pt x="262" y="20"/>
                  </a:lnTo>
                  <a:lnTo>
                    <a:pt x="264" y="27"/>
                  </a:lnTo>
                  <a:lnTo>
                    <a:pt x="265" y="33"/>
                  </a:lnTo>
                  <a:lnTo>
                    <a:pt x="265" y="629"/>
                  </a:lnTo>
                  <a:lnTo>
                    <a:pt x="265" y="629"/>
                  </a:lnTo>
                  <a:lnTo>
                    <a:pt x="264" y="635"/>
                  </a:lnTo>
                  <a:lnTo>
                    <a:pt x="262" y="641"/>
                  </a:lnTo>
                  <a:lnTo>
                    <a:pt x="259" y="648"/>
                  </a:lnTo>
                  <a:lnTo>
                    <a:pt x="255" y="652"/>
                  </a:lnTo>
                  <a:lnTo>
                    <a:pt x="251" y="656"/>
                  </a:lnTo>
                  <a:lnTo>
                    <a:pt x="245" y="659"/>
                  </a:lnTo>
                  <a:lnTo>
                    <a:pt x="238" y="661"/>
                  </a:lnTo>
                  <a:lnTo>
                    <a:pt x="232" y="662"/>
                  </a:lnTo>
                  <a:lnTo>
                    <a:pt x="232" y="662"/>
                  </a:lnTo>
                  <a:close/>
                  <a:moveTo>
                    <a:pt x="66" y="596"/>
                  </a:moveTo>
                  <a:lnTo>
                    <a:pt x="199" y="596"/>
                  </a:lnTo>
                  <a:lnTo>
                    <a:pt x="199" y="66"/>
                  </a:lnTo>
                  <a:lnTo>
                    <a:pt x="66" y="66"/>
                  </a:lnTo>
                  <a:lnTo>
                    <a:pt x="66" y="5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Rectangle 168">
              <a:extLst>
                <a:ext uri="{FF2B5EF4-FFF2-40B4-BE49-F238E27FC236}">
                  <a16:creationId xmlns:a16="http://schemas.microsoft.com/office/drawing/2014/main" id="{B5B8204D-06BC-4690-BB13-B63A03E8B5B7}"/>
                </a:ext>
              </a:extLst>
            </p:cNvPr>
            <p:cNvSpPr>
              <a:spLocks noChangeArrowheads="1"/>
            </p:cNvSpPr>
            <p:nvPr/>
          </p:nvSpPr>
          <p:spPr bwMode="auto">
            <a:xfrm>
              <a:off x="8494713" y="3684588"/>
              <a:ext cx="15875" cy="149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138" name="Grafik 3">
            <a:extLst>
              <a:ext uri="{FF2B5EF4-FFF2-40B4-BE49-F238E27FC236}">
                <a16:creationId xmlns:a16="http://schemas.microsoft.com/office/drawing/2014/main" id="{591601B3-7F4B-4E81-8D5F-8FC02DF8DFAF}"/>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499347" y="1340578"/>
            <a:ext cx="246335" cy="250888"/>
          </a:xfrm>
          <a:prstGeom prst="rect">
            <a:avLst/>
          </a:prstGeom>
        </p:spPr>
      </p:pic>
      <p:grpSp>
        <p:nvGrpSpPr>
          <p:cNvPr id="139" name="Group 138">
            <a:extLst>
              <a:ext uri="{FF2B5EF4-FFF2-40B4-BE49-F238E27FC236}">
                <a16:creationId xmlns:a16="http://schemas.microsoft.com/office/drawing/2014/main" id="{3118F1AE-6BF4-47E7-9C44-01895CFCC2F4}"/>
              </a:ext>
            </a:extLst>
          </p:cNvPr>
          <p:cNvGrpSpPr/>
          <p:nvPr/>
        </p:nvGrpSpPr>
        <p:grpSpPr>
          <a:xfrm>
            <a:off x="2769734" y="1332011"/>
            <a:ext cx="257398" cy="268025"/>
            <a:chOff x="2682875" y="2889251"/>
            <a:chExt cx="346075" cy="360363"/>
          </a:xfrm>
          <a:solidFill>
            <a:schemeClr val="bg1"/>
          </a:solidFill>
        </p:grpSpPr>
        <p:sp>
          <p:nvSpPr>
            <p:cNvPr id="140" name="Freeform 309">
              <a:extLst>
                <a:ext uri="{FF2B5EF4-FFF2-40B4-BE49-F238E27FC236}">
                  <a16:creationId xmlns:a16="http://schemas.microsoft.com/office/drawing/2014/main" id="{7ED9C2D1-5068-41B3-9341-B538D41FC5D2}"/>
                </a:ext>
              </a:extLst>
            </p:cNvPr>
            <p:cNvSpPr>
              <a:spLocks noEditPoints="1"/>
            </p:cNvSpPr>
            <p:nvPr/>
          </p:nvSpPr>
          <p:spPr bwMode="auto">
            <a:xfrm>
              <a:off x="2806700" y="2889251"/>
              <a:ext cx="98425" cy="98425"/>
            </a:xfrm>
            <a:custGeom>
              <a:avLst/>
              <a:gdLst>
                <a:gd name="T0" fmla="*/ 167 w 371"/>
                <a:gd name="T1" fmla="*/ 370 h 371"/>
                <a:gd name="T2" fmla="*/ 113 w 371"/>
                <a:gd name="T3" fmla="*/ 357 h 371"/>
                <a:gd name="T4" fmla="*/ 68 w 371"/>
                <a:gd name="T5" fmla="*/ 329 h 371"/>
                <a:gd name="T6" fmla="*/ 31 w 371"/>
                <a:gd name="T7" fmla="*/ 289 h 371"/>
                <a:gd name="T8" fmla="*/ 8 w 371"/>
                <a:gd name="T9" fmla="*/ 241 h 371"/>
                <a:gd name="T10" fmla="*/ 0 w 371"/>
                <a:gd name="T11" fmla="*/ 186 h 371"/>
                <a:gd name="T12" fmla="*/ 4 w 371"/>
                <a:gd name="T13" fmla="*/ 149 h 371"/>
                <a:gd name="T14" fmla="*/ 22 w 371"/>
                <a:gd name="T15" fmla="*/ 97 h 371"/>
                <a:gd name="T16" fmla="*/ 54 w 371"/>
                <a:gd name="T17" fmla="*/ 55 h 371"/>
                <a:gd name="T18" fmla="*/ 97 w 371"/>
                <a:gd name="T19" fmla="*/ 23 h 371"/>
                <a:gd name="T20" fmla="*/ 148 w 371"/>
                <a:gd name="T21" fmla="*/ 5 h 371"/>
                <a:gd name="T22" fmla="*/ 186 w 371"/>
                <a:gd name="T23" fmla="*/ 0 h 371"/>
                <a:gd name="T24" fmla="*/ 240 w 371"/>
                <a:gd name="T25" fmla="*/ 9 h 371"/>
                <a:gd name="T26" fmla="*/ 289 w 371"/>
                <a:gd name="T27" fmla="*/ 32 h 371"/>
                <a:gd name="T28" fmla="*/ 328 w 371"/>
                <a:gd name="T29" fmla="*/ 68 h 371"/>
                <a:gd name="T30" fmla="*/ 356 w 371"/>
                <a:gd name="T31" fmla="*/ 114 h 371"/>
                <a:gd name="T32" fmla="*/ 370 w 371"/>
                <a:gd name="T33" fmla="*/ 167 h 371"/>
                <a:gd name="T34" fmla="*/ 370 w 371"/>
                <a:gd name="T35" fmla="*/ 205 h 371"/>
                <a:gd name="T36" fmla="*/ 356 w 371"/>
                <a:gd name="T37" fmla="*/ 258 h 371"/>
                <a:gd name="T38" fmla="*/ 328 w 371"/>
                <a:gd name="T39" fmla="*/ 304 h 371"/>
                <a:gd name="T40" fmla="*/ 289 w 371"/>
                <a:gd name="T41" fmla="*/ 340 h 371"/>
                <a:gd name="T42" fmla="*/ 240 w 371"/>
                <a:gd name="T43" fmla="*/ 363 h 371"/>
                <a:gd name="T44" fmla="*/ 186 w 371"/>
                <a:gd name="T45" fmla="*/ 371 h 371"/>
                <a:gd name="T46" fmla="*/ 186 w 371"/>
                <a:gd name="T47" fmla="*/ 57 h 371"/>
                <a:gd name="T48" fmla="*/ 147 w 371"/>
                <a:gd name="T49" fmla="*/ 63 h 371"/>
                <a:gd name="T50" fmla="*/ 113 w 371"/>
                <a:gd name="T51" fmla="*/ 79 h 371"/>
                <a:gd name="T52" fmla="*/ 86 w 371"/>
                <a:gd name="T53" fmla="*/ 104 h 371"/>
                <a:gd name="T54" fmla="*/ 67 w 371"/>
                <a:gd name="T55" fmla="*/ 136 h 371"/>
                <a:gd name="T56" fmla="*/ 57 w 371"/>
                <a:gd name="T57" fmla="*/ 173 h 371"/>
                <a:gd name="T58" fmla="*/ 57 w 371"/>
                <a:gd name="T59" fmla="*/ 199 h 371"/>
                <a:gd name="T60" fmla="*/ 67 w 371"/>
                <a:gd name="T61" fmla="*/ 236 h 371"/>
                <a:gd name="T62" fmla="*/ 86 w 371"/>
                <a:gd name="T63" fmla="*/ 268 h 371"/>
                <a:gd name="T64" fmla="*/ 113 w 371"/>
                <a:gd name="T65" fmla="*/ 292 h 371"/>
                <a:gd name="T66" fmla="*/ 147 w 371"/>
                <a:gd name="T67" fmla="*/ 310 h 371"/>
                <a:gd name="T68" fmla="*/ 186 w 371"/>
                <a:gd name="T69" fmla="*/ 315 h 371"/>
                <a:gd name="T70" fmla="*/ 211 w 371"/>
                <a:gd name="T71" fmla="*/ 313 h 371"/>
                <a:gd name="T72" fmla="*/ 246 w 371"/>
                <a:gd name="T73" fmla="*/ 299 h 371"/>
                <a:gd name="T74" fmla="*/ 277 w 371"/>
                <a:gd name="T75" fmla="*/ 277 h 371"/>
                <a:gd name="T76" fmla="*/ 299 w 371"/>
                <a:gd name="T77" fmla="*/ 247 h 371"/>
                <a:gd name="T78" fmla="*/ 312 w 371"/>
                <a:gd name="T79" fmla="*/ 212 h 371"/>
                <a:gd name="T80" fmla="*/ 314 w 371"/>
                <a:gd name="T81" fmla="*/ 186 h 371"/>
                <a:gd name="T82" fmla="*/ 308 w 371"/>
                <a:gd name="T83" fmla="*/ 148 h 371"/>
                <a:gd name="T84" fmla="*/ 292 w 371"/>
                <a:gd name="T85" fmla="*/ 114 h 371"/>
                <a:gd name="T86" fmla="*/ 268 w 371"/>
                <a:gd name="T87" fmla="*/ 86 h 371"/>
                <a:gd name="T88" fmla="*/ 235 w 371"/>
                <a:gd name="T89" fmla="*/ 67 h 371"/>
                <a:gd name="T90" fmla="*/ 199 w 371"/>
                <a:gd name="T91" fmla="*/ 58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71" h="371">
                  <a:moveTo>
                    <a:pt x="186" y="371"/>
                  </a:moveTo>
                  <a:lnTo>
                    <a:pt x="186" y="371"/>
                  </a:lnTo>
                  <a:lnTo>
                    <a:pt x="167" y="370"/>
                  </a:lnTo>
                  <a:lnTo>
                    <a:pt x="148" y="368"/>
                  </a:lnTo>
                  <a:lnTo>
                    <a:pt x="130" y="363"/>
                  </a:lnTo>
                  <a:lnTo>
                    <a:pt x="113" y="357"/>
                  </a:lnTo>
                  <a:lnTo>
                    <a:pt x="97" y="349"/>
                  </a:lnTo>
                  <a:lnTo>
                    <a:pt x="82" y="340"/>
                  </a:lnTo>
                  <a:lnTo>
                    <a:pt x="68" y="329"/>
                  </a:lnTo>
                  <a:lnTo>
                    <a:pt x="54" y="318"/>
                  </a:lnTo>
                  <a:lnTo>
                    <a:pt x="42" y="304"/>
                  </a:lnTo>
                  <a:lnTo>
                    <a:pt x="31" y="289"/>
                  </a:lnTo>
                  <a:lnTo>
                    <a:pt x="22" y="274"/>
                  </a:lnTo>
                  <a:lnTo>
                    <a:pt x="14" y="258"/>
                  </a:lnTo>
                  <a:lnTo>
                    <a:pt x="8" y="241"/>
                  </a:lnTo>
                  <a:lnTo>
                    <a:pt x="4" y="224"/>
                  </a:lnTo>
                  <a:lnTo>
                    <a:pt x="1" y="205"/>
                  </a:lnTo>
                  <a:lnTo>
                    <a:pt x="0" y="186"/>
                  </a:lnTo>
                  <a:lnTo>
                    <a:pt x="0" y="186"/>
                  </a:lnTo>
                  <a:lnTo>
                    <a:pt x="1" y="167"/>
                  </a:lnTo>
                  <a:lnTo>
                    <a:pt x="4" y="149"/>
                  </a:lnTo>
                  <a:lnTo>
                    <a:pt x="8" y="131"/>
                  </a:lnTo>
                  <a:lnTo>
                    <a:pt x="14" y="114"/>
                  </a:lnTo>
                  <a:lnTo>
                    <a:pt x="22" y="97"/>
                  </a:lnTo>
                  <a:lnTo>
                    <a:pt x="31" y="82"/>
                  </a:lnTo>
                  <a:lnTo>
                    <a:pt x="42" y="68"/>
                  </a:lnTo>
                  <a:lnTo>
                    <a:pt x="54" y="55"/>
                  </a:lnTo>
                  <a:lnTo>
                    <a:pt x="68" y="43"/>
                  </a:lnTo>
                  <a:lnTo>
                    <a:pt x="82" y="32"/>
                  </a:lnTo>
                  <a:lnTo>
                    <a:pt x="97" y="23"/>
                  </a:lnTo>
                  <a:lnTo>
                    <a:pt x="113" y="15"/>
                  </a:lnTo>
                  <a:lnTo>
                    <a:pt x="130" y="9"/>
                  </a:lnTo>
                  <a:lnTo>
                    <a:pt x="148" y="5"/>
                  </a:lnTo>
                  <a:lnTo>
                    <a:pt x="167" y="1"/>
                  </a:lnTo>
                  <a:lnTo>
                    <a:pt x="186" y="0"/>
                  </a:lnTo>
                  <a:lnTo>
                    <a:pt x="186" y="0"/>
                  </a:lnTo>
                  <a:lnTo>
                    <a:pt x="204" y="1"/>
                  </a:lnTo>
                  <a:lnTo>
                    <a:pt x="223" y="5"/>
                  </a:lnTo>
                  <a:lnTo>
                    <a:pt x="240" y="9"/>
                  </a:lnTo>
                  <a:lnTo>
                    <a:pt x="257" y="15"/>
                  </a:lnTo>
                  <a:lnTo>
                    <a:pt x="274" y="23"/>
                  </a:lnTo>
                  <a:lnTo>
                    <a:pt x="289" y="32"/>
                  </a:lnTo>
                  <a:lnTo>
                    <a:pt x="303" y="43"/>
                  </a:lnTo>
                  <a:lnTo>
                    <a:pt x="316" y="55"/>
                  </a:lnTo>
                  <a:lnTo>
                    <a:pt x="328" y="68"/>
                  </a:lnTo>
                  <a:lnTo>
                    <a:pt x="339" y="82"/>
                  </a:lnTo>
                  <a:lnTo>
                    <a:pt x="348" y="97"/>
                  </a:lnTo>
                  <a:lnTo>
                    <a:pt x="356" y="114"/>
                  </a:lnTo>
                  <a:lnTo>
                    <a:pt x="362" y="131"/>
                  </a:lnTo>
                  <a:lnTo>
                    <a:pt x="368" y="149"/>
                  </a:lnTo>
                  <a:lnTo>
                    <a:pt x="370" y="167"/>
                  </a:lnTo>
                  <a:lnTo>
                    <a:pt x="371" y="186"/>
                  </a:lnTo>
                  <a:lnTo>
                    <a:pt x="371" y="186"/>
                  </a:lnTo>
                  <a:lnTo>
                    <a:pt x="370" y="205"/>
                  </a:lnTo>
                  <a:lnTo>
                    <a:pt x="368" y="224"/>
                  </a:lnTo>
                  <a:lnTo>
                    <a:pt x="362" y="241"/>
                  </a:lnTo>
                  <a:lnTo>
                    <a:pt x="356" y="258"/>
                  </a:lnTo>
                  <a:lnTo>
                    <a:pt x="348" y="274"/>
                  </a:lnTo>
                  <a:lnTo>
                    <a:pt x="339" y="289"/>
                  </a:lnTo>
                  <a:lnTo>
                    <a:pt x="328" y="304"/>
                  </a:lnTo>
                  <a:lnTo>
                    <a:pt x="316" y="318"/>
                  </a:lnTo>
                  <a:lnTo>
                    <a:pt x="303" y="329"/>
                  </a:lnTo>
                  <a:lnTo>
                    <a:pt x="289" y="340"/>
                  </a:lnTo>
                  <a:lnTo>
                    <a:pt x="274" y="349"/>
                  </a:lnTo>
                  <a:lnTo>
                    <a:pt x="257" y="357"/>
                  </a:lnTo>
                  <a:lnTo>
                    <a:pt x="240" y="363"/>
                  </a:lnTo>
                  <a:lnTo>
                    <a:pt x="223" y="368"/>
                  </a:lnTo>
                  <a:lnTo>
                    <a:pt x="204" y="370"/>
                  </a:lnTo>
                  <a:lnTo>
                    <a:pt x="186" y="371"/>
                  </a:lnTo>
                  <a:lnTo>
                    <a:pt x="186" y="371"/>
                  </a:lnTo>
                  <a:close/>
                  <a:moveTo>
                    <a:pt x="186" y="57"/>
                  </a:moveTo>
                  <a:lnTo>
                    <a:pt x="186" y="57"/>
                  </a:lnTo>
                  <a:lnTo>
                    <a:pt x="172" y="58"/>
                  </a:lnTo>
                  <a:lnTo>
                    <a:pt x="159" y="60"/>
                  </a:lnTo>
                  <a:lnTo>
                    <a:pt x="147" y="63"/>
                  </a:lnTo>
                  <a:lnTo>
                    <a:pt x="135" y="67"/>
                  </a:lnTo>
                  <a:lnTo>
                    <a:pt x="124" y="73"/>
                  </a:lnTo>
                  <a:lnTo>
                    <a:pt x="113" y="79"/>
                  </a:lnTo>
                  <a:lnTo>
                    <a:pt x="103" y="86"/>
                  </a:lnTo>
                  <a:lnTo>
                    <a:pt x="94" y="95"/>
                  </a:lnTo>
                  <a:lnTo>
                    <a:pt x="86" y="104"/>
                  </a:lnTo>
                  <a:lnTo>
                    <a:pt x="79" y="114"/>
                  </a:lnTo>
                  <a:lnTo>
                    <a:pt x="72" y="125"/>
                  </a:lnTo>
                  <a:lnTo>
                    <a:pt x="67" y="136"/>
                  </a:lnTo>
                  <a:lnTo>
                    <a:pt x="62" y="148"/>
                  </a:lnTo>
                  <a:lnTo>
                    <a:pt x="59" y="160"/>
                  </a:lnTo>
                  <a:lnTo>
                    <a:pt x="57" y="173"/>
                  </a:lnTo>
                  <a:lnTo>
                    <a:pt x="56" y="186"/>
                  </a:lnTo>
                  <a:lnTo>
                    <a:pt x="56" y="186"/>
                  </a:lnTo>
                  <a:lnTo>
                    <a:pt x="57" y="199"/>
                  </a:lnTo>
                  <a:lnTo>
                    <a:pt x="59" y="212"/>
                  </a:lnTo>
                  <a:lnTo>
                    <a:pt x="62" y="225"/>
                  </a:lnTo>
                  <a:lnTo>
                    <a:pt x="67" y="236"/>
                  </a:lnTo>
                  <a:lnTo>
                    <a:pt x="72" y="247"/>
                  </a:lnTo>
                  <a:lnTo>
                    <a:pt x="79" y="258"/>
                  </a:lnTo>
                  <a:lnTo>
                    <a:pt x="86" y="268"/>
                  </a:lnTo>
                  <a:lnTo>
                    <a:pt x="94" y="277"/>
                  </a:lnTo>
                  <a:lnTo>
                    <a:pt x="103" y="285"/>
                  </a:lnTo>
                  <a:lnTo>
                    <a:pt x="113" y="292"/>
                  </a:lnTo>
                  <a:lnTo>
                    <a:pt x="124" y="299"/>
                  </a:lnTo>
                  <a:lnTo>
                    <a:pt x="135" y="304"/>
                  </a:lnTo>
                  <a:lnTo>
                    <a:pt x="147" y="310"/>
                  </a:lnTo>
                  <a:lnTo>
                    <a:pt x="159" y="313"/>
                  </a:lnTo>
                  <a:lnTo>
                    <a:pt x="172" y="315"/>
                  </a:lnTo>
                  <a:lnTo>
                    <a:pt x="186" y="315"/>
                  </a:lnTo>
                  <a:lnTo>
                    <a:pt x="186" y="315"/>
                  </a:lnTo>
                  <a:lnTo>
                    <a:pt x="199" y="315"/>
                  </a:lnTo>
                  <a:lnTo>
                    <a:pt x="211" y="313"/>
                  </a:lnTo>
                  <a:lnTo>
                    <a:pt x="223" y="310"/>
                  </a:lnTo>
                  <a:lnTo>
                    <a:pt x="235" y="304"/>
                  </a:lnTo>
                  <a:lnTo>
                    <a:pt x="246" y="299"/>
                  </a:lnTo>
                  <a:lnTo>
                    <a:pt x="257" y="292"/>
                  </a:lnTo>
                  <a:lnTo>
                    <a:pt x="268" y="285"/>
                  </a:lnTo>
                  <a:lnTo>
                    <a:pt x="277" y="277"/>
                  </a:lnTo>
                  <a:lnTo>
                    <a:pt x="285" y="268"/>
                  </a:lnTo>
                  <a:lnTo>
                    <a:pt x="292" y="258"/>
                  </a:lnTo>
                  <a:lnTo>
                    <a:pt x="299" y="247"/>
                  </a:lnTo>
                  <a:lnTo>
                    <a:pt x="304" y="236"/>
                  </a:lnTo>
                  <a:lnTo>
                    <a:pt x="308" y="225"/>
                  </a:lnTo>
                  <a:lnTo>
                    <a:pt x="312" y="212"/>
                  </a:lnTo>
                  <a:lnTo>
                    <a:pt x="314" y="199"/>
                  </a:lnTo>
                  <a:lnTo>
                    <a:pt x="314" y="186"/>
                  </a:lnTo>
                  <a:lnTo>
                    <a:pt x="314" y="186"/>
                  </a:lnTo>
                  <a:lnTo>
                    <a:pt x="314" y="173"/>
                  </a:lnTo>
                  <a:lnTo>
                    <a:pt x="312" y="160"/>
                  </a:lnTo>
                  <a:lnTo>
                    <a:pt x="308" y="148"/>
                  </a:lnTo>
                  <a:lnTo>
                    <a:pt x="304" y="136"/>
                  </a:lnTo>
                  <a:lnTo>
                    <a:pt x="299" y="125"/>
                  </a:lnTo>
                  <a:lnTo>
                    <a:pt x="292" y="114"/>
                  </a:lnTo>
                  <a:lnTo>
                    <a:pt x="285" y="104"/>
                  </a:lnTo>
                  <a:lnTo>
                    <a:pt x="277" y="95"/>
                  </a:lnTo>
                  <a:lnTo>
                    <a:pt x="268" y="86"/>
                  </a:lnTo>
                  <a:lnTo>
                    <a:pt x="257" y="79"/>
                  </a:lnTo>
                  <a:lnTo>
                    <a:pt x="246" y="73"/>
                  </a:lnTo>
                  <a:lnTo>
                    <a:pt x="235" y="67"/>
                  </a:lnTo>
                  <a:lnTo>
                    <a:pt x="223" y="63"/>
                  </a:lnTo>
                  <a:lnTo>
                    <a:pt x="211" y="60"/>
                  </a:lnTo>
                  <a:lnTo>
                    <a:pt x="199" y="58"/>
                  </a:lnTo>
                  <a:lnTo>
                    <a:pt x="186" y="57"/>
                  </a:lnTo>
                  <a:lnTo>
                    <a:pt x="186"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10">
              <a:extLst>
                <a:ext uri="{FF2B5EF4-FFF2-40B4-BE49-F238E27FC236}">
                  <a16:creationId xmlns:a16="http://schemas.microsoft.com/office/drawing/2014/main" id="{9C4DA414-010A-40C0-964F-58EC72250D73}"/>
                </a:ext>
              </a:extLst>
            </p:cNvPr>
            <p:cNvSpPr>
              <a:spLocks noEditPoints="1"/>
            </p:cNvSpPr>
            <p:nvPr/>
          </p:nvSpPr>
          <p:spPr bwMode="auto">
            <a:xfrm>
              <a:off x="2782888" y="2971801"/>
              <a:ext cx="147638" cy="82550"/>
            </a:xfrm>
            <a:custGeom>
              <a:avLst/>
              <a:gdLst>
                <a:gd name="T0" fmla="*/ 28 w 560"/>
                <a:gd name="T1" fmla="*/ 309 h 309"/>
                <a:gd name="T2" fmla="*/ 23 w 560"/>
                <a:gd name="T3" fmla="*/ 308 h 309"/>
                <a:gd name="T4" fmla="*/ 13 w 560"/>
                <a:gd name="T5" fmla="*/ 304 h 309"/>
                <a:gd name="T6" fmla="*/ 5 w 560"/>
                <a:gd name="T7" fmla="*/ 295 h 309"/>
                <a:gd name="T8" fmla="*/ 1 w 560"/>
                <a:gd name="T9" fmla="*/ 285 h 309"/>
                <a:gd name="T10" fmla="*/ 0 w 560"/>
                <a:gd name="T11" fmla="*/ 279 h 309"/>
                <a:gd name="T12" fmla="*/ 2 w 560"/>
                <a:gd name="T13" fmla="*/ 251 h 309"/>
                <a:gd name="T14" fmla="*/ 6 w 560"/>
                <a:gd name="T15" fmla="*/ 224 h 309"/>
                <a:gd name="T16" fmla="*/ 13 w 560"/>
                <a:gd name="T17" fmla="*/ 196 h 309"/>
                <a:gd name="T18" fmla="*/ 22 w 560"/>
                <a:gd name="T19" fmla="*/ 171 h 309"/>
                <a:gd name="T20" fmla="*/ 34 w 560"/>
                <a:gd name="T21" fmla="*/ 146 h 309"/>
                <a:gd name="T22" fmla="*/ 48 w 560"/>
                <a:gd name="T23" fmla="*/ 124 h 309"/>
                <a:gd name="T24" fmla="*/ 65 w 560"/>
                <a:gd name="T25" fmla="*/ 102 h 309"/>
                <a:gd name="T26" fmla="*/ 83 w 560"/>
                <a:gd name="T27" fmla="*/ 82 h 309"/>
                <a:gd name="T28" fmla="*/ 102 w 560"/>
                <a:gd name="T29" fmla="*/ 64 h 309"/>
                <a:gd name="T30" fmla="*/ 124 w 560"/>
                <a:gd name="T31" fmla="*/ 48 h 309"/>
                <a:gd name="T32" fmla="*/ 147 w 560"/>
                <a:gd name="T33" fmla="*/ 34 h 309"/>
                <a:gd name="T34" fmla="*/ 172 w 560"/>
                <a:gd name="T35" fmla="*/ 22 h 309"/>
                <a:gd name="T36" fmla="*/ 197 w 560"/>
                <a:gd name="T37" fmla="*/ 13 h 309"/>
                <a:gd name="T38" fmla="*/ 224 w 560"/>
                <a:gd name="T39" fmla="*/ 6 h 309"/>
                <a:gd name="T40" fmla="*/ 251 w 560"/>
                <a:gd name="T41" fmla="*/ 2 h 309"/>
                <a:gd name="T42" fmla="*/ 281 w 560"/>
                <a:gd name="T43" fmla="*/ 0 h 309"/>
                <a:gd name="T44" fmla="*/ 295 w 560"/>
                <a:gd name="T45" fmla="*/ 1 h 309"/>
                <a:gd name="T46" fmla="*/ 323 w 560"/>
                <a:gd name="T47" fmla="*/ 3 h 309"/>
                <a:gd name="T48" fmla="*/ 350 w 560"/>
                <a:gd name="T49" fmla="*/ 9 h 309"/>
                <a:gd name="T50" fmla="*/ 377 w 560"/>
                <a:gd name="T51" fmla="*/ 17 h 309"/>
                <a:gd name="T52" fmla="*/ 402 w 560"/>
                <a:gd name="T53" fmla="*/ 28 h 309"/>
                <a:gd name="T54" fmla="*/ 425 w 560"/>
                <a:gd name="T55" fmla="*/ 40 h 309"/>
                <a:gd name="T56" fmla="*/ 447 w 560"/>
                <a:gd name="T57" fmla="*/ 55 h 309"/>
                <a:gd name="T58" fmla="*/ 469 w 560"/>
                <a:gd name="T59" fmla="*/ 72 h 309"/>
                <a:gd name="T60" fmla="*/ 488 w 560"/>
                <a:gd name="T61" fmla="*/ 91 h 309"/>
                <a:gd name="T62" fmla="*/ 505 w 560"/>
                <a:gd name="T63" fmla="*/ 113 h 309"/>
                <a:gd name="T64" fmla="*/ 520 w 560"/>
                <a:gd name="T65" fmla="*/ 135 h 309"/>
                <a:gd name="T66" fmla="*/ 532 w 560"/>
                <a:gd name="T67" fmla="*/ 158 h 309"/>
                <a:gd name="T68" fmla="*/ 543 w 560"/>
                <a:gd name="T69" fmla="*/ 183 h 309"/>
                <a:gd name="T70" fmla="*/ 551 w 560"/>
                <a:gd name="T71" fmla="*/ 210 h 309"/>
                <a:gd name="T72" fmla="*/ 556 w 560"/>
                <a:gd name="T73" fmla="*/ 237 h 309"/>
                <a:gd name="T74" fmla="*/ 559 w 560"/>
                <a:gd name="T75" fmla="*/ 265 h 309"/>
                <a:gd name="T76" fmla="*/ 560 w 560"/>
                <a:gd name="T77" fmla="*/ 279 h 309"/>
                <a:gd name="T78" fmla="*/ 557 w 560"/>
                <a:gd name="T79" fmla="*/ 290 h 309"/>
                <a:gd name="T80" fmla="*/ 551 w 560"/>
                <a:gd name="T81" fmla="*/ 299 h 309"/>
                <a:gd name="T82" fmla="*/ 543 w 560"/>
                <a:gd name="T83" fmla="*/ 306 h 309"/>
                <a:gd name="T84" fmla="*/ 532 w 560"/>
                <a:gd name="T85" fmla="*/ 309 h 309"/>
                <a:gd name="T86" fmla="*/ 59 w 560"/>
                <a:gd name="T87" fmla="*/ 251 h 309"/>
                <a:gd name="T88" fmla="*/ 502 w 560"/>
                <a:gd name="T89" fmla="*/ 251 h 309"/>
                <a:gd name="T90" fmla="*/ 493 w 560"/>
                <a:gd name="T91" fmla="*/ 212 h 309"/>
                <a:gd name="T92" fmla="*/ 477 w 560"/>
                <a:gd name="T93" fmla="*/ 174 h 309"/>
                <a:gd name="T94" fmla="*/ 455 w 560"/>
                <a:gd name="T95" fmla="*/ 142 h 309"/>
                <a:gd name="T96" fmla="*/ 428 w 560"/>
                <a:gd name="T97" fmla="*/ 113 h 309"/>
                <a:gd name="T98" fmla="*/ 397 w 560"/>
                <a:gd name="T99" fmla="*/ 89 h 309"/>
                <a:gd name="T100" fmla="*/ 361 w 560"/>
                <a:gd name="T101" fmla="*/ 71 h 309"/>
                <a:gd name="T102" fmla="*/ 322 w 560"/>
                <a:gd name="T103" fmla="*/ 60 h 309"/>
                <a:gd name="T104" fmla="*/ 281 w 560"/>
                <a:gd name="T105" fmla="*/ 56 h 309"/>
                <a:gd name="T106" fmla="*/ 260 w 560"/>
                <a:gd name="T107" fmla="*/ 57 h 309"/>
                <a:gd name="T108" fmla="*/ 219 w 560"/>
                <a:gd name="T109" fmla="*/ 65 h 309"/>
                <a:gd name="T110" fmla="*/ 182 w 560"/>
                <a:gd name="T111" fmla="*/ 79 h 309"/>
                <a:gd name="T112" fmla="*/ 147 w 560"/>
                <a:gd name="T113" fmla="*/ 101 h 309"/>
                <a:gd name="T114" fmla="*/ 118 w 560"/>
                <a:gd name="T115" fmla="*/ 127 h 309"/>
                <a:gd name="T116" fmla="*/ 94 w 560"/>
                <a:gd name="T117" fmla="*/ 157 h 309"/>
                <a:gd name="T118" fmla="*/ 75 w 560"/>
                <a:gd name="T119" fmla="*/ 192 h 309"/>
                <a:gd name="T120" fmla="*/ 63 w 560"/>
                <a:gd name="T121" fmla="*/ 231 h 309"/>
                <a:gd name="T122" fmla="*/ 59 w 560"/>
                <a:gd name="T123" fmla="*/ 25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0" h="309">
                  <a:moveTo>
                    <a:pt x="532" y="309"/>
                  </a:moveTo>
                  <a:lnTo>
                    <a:pt x="28" y="309"/>
                  </a:lnTo>
                  <a:lnTo>
                    <a:pt x="28" y="309"/>
                  </a:lnTo>
                  <a:lnTo>
                    <a:pt x="23" y="308"/>
                  </a:lnTo>
                  <a:lnTo>
                    <a:pt x="18" y="306"/>
                  </a:lnTo>
                  <a:lnTo>
                    <a:pt x="13" y="304"/>
                  </a:lnTo>
                  <a:lnTo>
                    <a:pt x="9" y="299"/>
                  </a:lnTo>
                  <a:lnTo>
                    <a:pt x="5" y="295"/>
                  </a:lnTo>
                  <a:lnTo>
                    <a:pt x="3" y="290"/>
                  </a:lnTo>
                  <a:lnTo>
                    <a:pt x="1" y="285"/>
                  </a:lnTo>
                  <a:lnTo>
                    <a:pt x="0" y="279"/>
                  </a:lnTo>
                  <a:lnTo>
                    <a:pt x="0" y="279"/>
                  </a:lnTo>
                  <a:lnTo>
                    <a:pt x="1" y="265"/>
                  </a:lnTo>
                  <a:lnTo>
                    <a:pt x="2" y="251"/>
                  </a:lnTo>
                  <a:lnTo>
                    <a:pt x="4" y="237"/>
                  </a:lnTo>
                  <a:lnTo>
                    <a:pt x="6" y="224"/>
                  </a:lnTo>
                  <a:lnTo>
                    <a:pt x="9" y="210"/>
                  </a:lnTo>
                  <a:lnTo>
                    <a:pt x="13" y="196"/>
                  </a:lnTo>
                  <a:lnTo>
                    <a:pt x="17" y="183"/>
                  </a:lnTo>
                  <a:lnTo>
                    <a:pt x="22" y="171"/>
                  </a:lnTo>
                  <a:lnTo>
                    <a:pt x="28" y="158"/>
                  </a:lnTo>
                  <a:lnTo>
                    <a:pt x="34" y="146"/>
                  </a:lnTo>
                  <a:lnTo>
                    <a:pt x="41" y="135"/>
                  </a:lnTo>
                  <a:lnTo>
                    <a:pt x="48" y="124"/>
                  </a:lnTo>
                  <a:lnTo>
                    <a:pt x="57" y="113"/>
                  </a:lnTo>
                  <a:lnTo>
                    <a:pt x="65" y="102"/>
                  </a:lnTo>
                  <a:lnTo>
                    <a:pt x="73" y="91"/>
                  </a:lnTo>
                  <a:lnTo>
                    <a:pt x="83" y="82"/>
                  </a:lnTo>
                  <a:lnTo>
                    <a:pt x="92" y="72"/>
                  </a:lnTo>
                  <a:lnTo>
                    <a:pt x="102" y="64"/>
                  </a:lnTo>
                  <a:lnTo>
                    <a:pt x="113" y="55"/>
                  </a:lnTo>
                  <a:lnTo>
                    <a:pt x="124" y="48"/>
                  </a:lnTo>
                  <a:lnTo>
                    <a:pt x="135" y="40"/>
                  </a:lnTo>
                  <a:lnTo>
                    <a:pt x="147" y="34"/>
                  </a:lnTo>
                  <a:lnTo>
                    <a:pt x="159" y="28"/>
                  </a:lnTo>
                  <a:lnTo>
                    <a:pt x="172" y="22"/>
                  </a:lnTo>
                  <a:lnTo>
                    <a:pt x="184" y="17"/>
                  </a:lnTo>
                  <a:lnTo>
                    <a:pt x="197" y="13"/>
                  </a:lnTo>
                  <a:lnTo>
                    <a:pt x="210" y="9"/>
                  </a:lnTo>
                  <a:lnTo>
                    <a:pt x="224" y="6"/>
                  </a:lnTo>
                  <a:lnTo>
                    <a:pt x="237" y="3"/>
                  </a:lnTo>
                  <a:lnTo>
                    <a:pt x="251" y="2"/>
                  </a:lnTo>
                  <a:lnTo>
                    <a:pt x="266" y="1"/>
                  </a:lnTo>
                  <a:lnTo>
                    <a:pt x="281" y="0"/>
                  </a:lnTo>
                  <a:lnTo>
                    <a:pt x="281" y="0"/>
                  </a:lnTo>
                  <a:lnTo>
                    <a:pt x="295" y="1"/>
                  </a:lnTo>
                  <a:lnTo>
                    <a:pt x="309" y="2"/>
                  </a:lnTo>
                  <a:lnTo>
                    <a:pt x="323" y="3"/>
                  </a:lnTo>
                  <a:lnTo>
                    <a:pt x="336" y="6"/>
                  </a:lnTo>
                  <a:lnTo>
                    <a:pt x="350" y="9"/>
                  </a:lnTo>
                  <a:lnTo>
                    <a:pt x="364" y="13"/>
                  </a:lnTo>
                  <a:lnTo>
                    <a:pt x="377" y="17"/>
                  </a:lnTo>
                  <a:lnTo>
                    <a:pt x="389" y="22"/>
                  </a:lnTo>
                  <a:lnTo>
                    <a:pt x="402" y="28"/>
                  </a:lnTo>
                  <a:lnTo>
                    <a:pt x="414" y="34"/>
                  </a:lnTo>
                  <a:lnTo>
                    <a:pt x="425" y="40"/>
                  </a:lnTo>
                  <a:lnTo>
                    <a:pt x="436" y="48"/>
                  </a:lnTo>
                  <a:lnTo>
                    <a:pt x="447" y="55"/>
                  </a:lnTo>
                  <a:lnTo>
                    <a:pt x="458" y="64"/>
                  </a:lnTo>
                  <a:lnTo>
                    <a:pt x="469" y="72"/>
                  </a:lnTo>
                  <a:lnTo>
                    <a:pt x="478" y="82"/>
                  </a:lnTo>
                  <a:lnTo>
                    <a:pt x="488" y="91"/>
                  </a:lnTo>
                  <a:lnTo>
                    <a:pt x="496" y="102"/>
                  </a:lnTo>
                  <a:lnTo>
                    <a:pt x="505" y="113"/>
                  </a:lnTo>
                  <a:lnTo>
                    <a:pt x="512" y="124"/>
                  </a:lnTo>
                  <a:lnTo>
                    <a:pt x="520" y="135"/>
                  </a:lnTo>
                  <a:lnTo>
                    <a:pt x="526" y="146"/>
                  </a:lnTo>
                  <a:lnTo>
                    <a:pt x="532" y="158"/>
                  </a:lnTo>
                  <a:lnTo>
                    <a:pt x="538" y="171"/>
                  </a:lnTo>
                  <a:lnTo>
                    <a:pt x="543" y="183"/>
                  </a:lnTo>
                  <a:lnTo>
                    <a:pt x="547" y="196"/>
                  </a:lnTo>
                  <a:lnTo>
                    <a:pt x="551" y="210"/>
                  </a:lnTo>
                  <a:lnTo>
                    <a:pt x="554" y="224"/>
                  </a:lnTo>
                  <a:lnTo>
                    <a:pt x="556" y="237"/>
                  </a:lnTo>
                  <a:lnTo>
                    <a:pt x="558" y="251"/>
                  </a:lnTo>
                  <a:lnTo>
                    <a:pt x="559" y="265"/>
                  </a:lnTo>
                  <a:lnTo>
                    <a:pt x="560" y="279"/>
                  </a:lnTo>
                  <a:lnTo>
                    <a:pt x="560" y="279"/>
                  </a:lnTo>
                  <a:lnTo>
                    <a:pt x="559" y="285"/>
                  </a:lnTo>
                  <a:lnTo>
                    <a:pt x="557" y="290"/>
                  </a:lnTo>
                  <a:lnTo>
                    <a:pt x="555" y="295"/>
                  </a:lnTo>
                  <a:lnTo>
                    <a:pt x="551" y="299"/>
                  </a:lnTo>
                  <a:lnTo>
                    <a:pt x="547" y="304"/>
                  </a:lnTo>
                  <a:lnTo>
                    <a:pt x="543" y="306"/>
                  </a:lnTo>
                  <a:lnTo>
                    <a:pt x="537" y="308"/>
                  </a:lnTo>
                  <a:lnTo>
                    <a:pt x="532" y="309"/>
                  </a:lnTo>
                  <a:lnTo>
                    <a:pt x="532" y="309"/>
                  </a:lnTo>
                  <a:close/>
                  <a:moveTo>
                    <a:pt x="59" y="251"/>
                  </a:moveTo>
                  <a:lnTo>
                    <a:pt x="502" y="251"/>
                  </a:lnTo>
                  <a:lnTo>
                    <a:pt x="502" y="251"/>
                  </a:lnTo>
                  <a:lnTo>
                    <a:pt x="498" y="231"/>
                  </a:lnTo>
                  <a:lnTo>
                    <a:pt x="493" y="212"/>
                  </a:lnTo>
                  <a:lnTo>
                    <a:pt x="486" y="192"/>
                  </a:lnTo>
                  <a:lnTo>
                    <a:pt x="477" y="174"/>
                  </a:lnTo>
                  <a:lnTo>
                    <a:pt x="467" y="157"/>
                  </a:lnTo>
                  <a:lnTo>
                    <a:pt x="455" y="142"/>
                  </a:lnTo>
                  <a:lnTo>
                    <a:pt x="442" y="127"/>
                  </a:lnTo>
                  <a:lnTo>
                    <a:pt x="428" y="113"/>
                  </a:lnTo>
                  <a:lnTo>
                    <a:pt x="413" y="101"/>
                  </a:lnTo>
                  <a:lnTo>
                    <a:pt x="397" y="89"/>
                  </a:lnTo>
                  <a:lnTo>
                    <a:pt x="379" y="79"/>
                  </a:lnTo>
                  <a:lnTo>
                    <a:pt x="361" y="71"/>
                  </a:lnTo>
                  <a:lnTo>
                    <a:pt x="341" y="65"/>
                  </a:lnTo>
                  <a:lnTo>
                    <a:pt x="322" y="60"/>
                  </a:lnTo>
                  <a:lnTo>
                    <a:pt x="301" y="57"/>
                  </a:lnTo>
                  <a:lnTo>
                    <a:pt x="281" y="56"/>
                  </a:lnTo>
                  <a:lnTo>
                    <a:pt x="281" y="56"/>
                  </a:lnTo>
                  <a:lnTo>
                    <a:pt x="260" y="57"/>
                  </a:lnTo>
                  <a:lnTo>
                    <a:pt x="238" y="60"/>
                  </a:lnTo>
                  <a:lnTo>
                    <a:pt x="219" y="65"/>
                  </a:lnTo>
                  <a:lnTo>
                    <a:pt x="200" y="71"/>
                  </a:lnTo>
                  <a:lnTo>
                    <a:pt x="182" y="79"/>
                  </a:lnTo>
                  <a:lnTo>
                    <a:pt x="164" y="89"/>
                  </a:lnTo>
                  <a:lnTo>
                    <a:pt x="147" y="101"/>
                  </a:lnTo>
                  <a:lnTo>
                    <a:pt x="132" y="113"/>
                  </a:lnTo>
                  <a:lnTo>
                    <a:pt x="118" y="127"/>
                  </a:lnTo>
                  <a:lnTo>
                    <a:pt x="105" y="142"/>
                  </a:lnTo>
                  <a:lnTo>
                    <a:pt x="94" y="157"/>
                  </a:lnTo>
                  <a:lnTo>
                    <a:pt x="84" y="174"/>
                  </a:lnTo>
                  <a:lnTo>
                    <a:pt x="75" y="192"/>
                  </a:lnTo>
                  <a:lnTo>
                    <a:pt x="68" y="212"/>
                  </a:lnTo>
                  <a:lnTo>
                    <a:pt x="63" y="231"/>
                  </a:lnTo>
                  <a:lnTo>
                    <a:pt x="59" y="251"/>
                  </a:lnTo>
                  <a:lnTo>
                    <a:pt x="59" y="2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11">
              <a:extLst>
                <a:ext uri="{FF2B5EF4-FFF2-40B4-BE49-F238E27FC236}">
                  <a16:creationId xmlns:a16="http://schemas.microsoft.com/office/drawing/2014/main" id="{5BF43F8A-3B20-4519-B0D5-8BBA4C45180D}"/>
                </a:ext>
              </a:extLst>
            </p:cNvPr>
            <p:cNvSpPr>
              <a:spLocks noEditPoints="1"/>
            </p:cNvSpPr>
            <p:nvPr/>
          </p:nvSpPr>
          <p:spPr bwMode="auto">
            <a:xfrm>
              <a:off x="2706688" y="3121026"/>
              <a:ext cx="74613" cy="74613"/>
            </a:xfrm>
            <a:custGeom>
              <a:avLst/>
              <a:gdLst>
                <a:gd name="T0" fmla="*/ 127 w 284"/>
                <a:gd name="T1" fmla="*/ 283 h 283"/>
                <a:gd name="T2" fmla="*/ 87 w 284"/>
                <a:gd name="T3" fmla="*/ 272 h 283"/>
                <a:gd name="T4" fmla="*/ 52 w 284"/>
                <a:gd name="T5" fmla="*/ 251 h 283"/>
                <a:gd name="T6" fmla="*/ 24 w 284"/>
                <a:gd name="T7" fmla="*/ 220 h 283"/>
                <a:gd name="T8" fmla="*/ 6 w 284"/>
                <a:gd name="T9" fmla="*/ 184 h 283"/>
                <a:gd name="T10" fmla="*/ 0 w 284"/>
                <a:gd name="T11" fmla="*/ 141 h 283"/>
                <a:gd name="T12" fmla="*/ 3 w 284"/>
                <a:gd name="T13" fmla="*/ 113 h 283"/>
                <a:gd name="T14" fmla="*/ 17 w 284"/>
                <a:gd name="T15" fmla="*/ 74 h 283"/>
                <a:gd name="T16" fmla="*/ 42 w 284"/>
                <a:gd name="T17" fmla="*/ 41 h 283"/>
                <a:gd name="T18" fmla="*/ 74 w 284"/>
                <a:gd name="T19" fmla="*/ 17 h 283"/>
                <a:gd name="T20" fmla="*/ 113 w 284"/>
                <a:gd name="T21" fmla="*/ 3 h 283"/>
                <a:gd name="T22" fmla="*/ 141 w 284"/>
                <a:gd name="T23" fmla="*/ 0 h 283"/>
                <a:gd name="T24" fmla="*/ 184 w 284"/>
                <a:gd name="T25" fmla="*/ 6 h 283"/>
                <a:gd name="T26" fmla="*/ 221 w 284"/>
                <a:gd name="T27" fmla="*/ 24 h 283"/>
                <a:gd name="T28" fmla="*/ 252 w 284"/>
                <a:gd name="T29" fmla="*/ 52 h 283"/>
                <a:gd name="T30" fmla="*/ 273 w 284"/>
                <a:gd name="T31" fmla="*/ 86 h 283"/>
                <a:gd name="T32" fmla="*/ 283 w 284"/>
                <a:gd name="T33" fmla="*/ 127 h 283"/>
                <a:gd name="T34" fmla="*/ 283 w 284"/>
                <a:gd name="T35" fmla="*/ 156 h 283"/>
                <a:gd name="T36" fmla="*/ 273 w 284"/>
                <a:gd name="T37" fmla="*/ 197 h 283"/>
                <a:gd name="T38" fmla="*/ 252 w 284"/>
                <a:gd name="T39" fmla="*/ 231 h 283"/>
                <a:gd name="T40" fmla="*/ 221 w 284"/>
                <a:gd name="T41" fmla="*/ 259 h 283"/>
                <a:gd name="T42" fmla="*/ 184 w 284"/>
                <a:gd name="T43" fmla="*/ 277 h 283"/>
                <a:gd name="T44" fmla="*/ 141 w 284"/>
                <a:gd name="T45" fmla="*/ 283 h 283"/>
                <a:gd name="T46" fmla="*/ 141 w 284"/>
                <a:gd name="T47" fmla="*/ 57 h 283"/>
                <a:gd name="T48" fmla="*/ 116 w 284"/>
                <a:gd name="T49" fmla="*/ 61 h 283"/>
                <a:gd name="T50" fmla="*/ 94 w 284"/>
                <a:gd name="T51" fmla="*/ 71 h 283"/>
                <a:gd name="T52" fmla="*/ 76 w 284"/>
                <a:gd name="T53" fmla="*/ 88 h 283"/>
                <a:gd name="T54" fmla="*/ 64 w 284"/>
                <a:gd name="T55" fmla="*/ 108 h 283"/>
                <a:gd name="T56" fmla="*/ 58 w 284"/>
                <a:gd name="T57" fmla="*/ 132 h 283"/>
                <a:gd name="T58" fmla="*/ 58 w 284"/>
                <a:gd name="T59" fmla="*/ 151 h 283"/>
                <a:gd name="T60" fmla="*/ 64 w 284"/>
                <a:gd name="T61" fmla="*/ 175 h 283"/>
                <a:gd name="T62" fmla="*/ 76 w 284"/>
                <a:gd name="T63" fmla="*/ 196 h 283"/>
                <a:gd name="T64" fmla="*/ 94 w 284"/>
                <a:gd name="T65" fmla="*/ 212 h 283"/>
                <a:gd name="T66" fmla="*/ 116 w 284"/>
                <a:gd name="T67" fmla="*/ 222 h 283"/>
                <a:gd name="T68" fmla="*/ 141 w 284"/>
                <a:gd name="T69" fmla="*/ 226 h 283"/>
                <a:gd name="T70" fmla="*/ 159 w 284"/>
                <a:gd name="T71" fmla="*/ 225 h 283"/>
                <a:gd name="T72" fmla="*/ 182 w 284"/>
                <a:gd name="T73" fmla="*/ 216 h 283"/>
                <a:gd name="T74" fmla="*/ 202 w 284"/>
                <a:gd name="T75" fmla="*/ 202 h 283"/>
                <a:gd name="T76" fmla="*/ 216 w 284"/>
                <a:gd name="T77" fmla="*/ 182 h 283"/>
                <a:gd name="T78" fmla="*/ 225 w 284"/>
                <a:gd name="T79" fmla="*/ 159 h 283"/>
                <a:gd name="T80" fmla="*/ 226 w 284"/>
                <a:gd name="T81" fmla="*/ 141 h 283"/>
                <a:gd name="T82" fmla="*/ 223 w 284"/>
                <a:gd name="T83" fmla="*/ 116 h 283"/>
                <a:gd name="T84" fmla="*/ 212 w 284"/>
                <a:gd name="T85" fmla="*/ 94 h 283"/>
                <a:gd name="T86" fmla="*/ 196 w 284"/>
                <a:gd name="T87" fmla="*/ 76 h 283"/>
                <a:gd name="T88" fmla="*/ 175 w 284"/>
                <a:gd name="T89" fmla="*/ 63 h 283"/>
                <a:gd name="T90" fmla="*/ 151 w 284"/>
                <a:gd name="T91" fmla="*/ 57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4" h="283">
                  <a:moveTo>
                    <a:pt x="141" y="283"/>
                  </a:moveTo>
                  <a:lnTo>
                    <a:pt x="141" y="283"/>
                  </a:lnTo>
                  <a:lnTo>
                    <a:pt x="127" y="283"/>
                  </a:lnTo>
                  <a:lnTo>
                    <a:pt x="113" y="280"/>
                  </a:lnTo>
                  <a:lnTo>
                    <a:pt x="100" y="277"/>
                  </a:lnTo>
                  <a:lnTo>
                    <a:pt x="87" y="272"/>
                  </a:lnTo>
                  <a:lnTo>
                    <a:pt x="74" y="266"/>
                  </a:lnTo>
                  <a:lnTo>
                    <a:pt x="63" y="259"/>
                  </a:lnTo>
                  <a:lnTo>
                    <a:pt x="52" y="251"/>
                  </a:lnTo>
                  <a:lnTo>
                    <a:pt x="42" y="241"/>
                  </a:lnTo>
                  <a:lnTo>
                    <a:pt x="32" y="231"/>
                  </a:lnTo>
                  <a:lnTo>
                    <a:pt x="24" y="220"/>
                  </a:lnTo>
                  <a:lnTo>
                    <a:pt x="17" y="209"/>
                  </a:lnTo>
                  <a:lnTo>
                    <a:pt x="11" y="197"/>
                  </a:lnTo>
                  <a:lnTo>
                    <a:pt x="6" y="184"/>
                  </a:lnTo>
                  <a:lnTo>
                    <a:pt x="3" y="170"/>
                  </a:lnTo>
                  <a:lnTo>
                    <a:pt x="1" y="156"/>
                  </a:lnTo>
                  <a:lnTo>
                    <a:pt x="0" y="141"/>
                  </a:lnTo>
                  <a:lnTo>
                    <a:pt x="0" y="141"/>
                  </a:lnTo>
                  <a:lnTo>
                    <a:pt x="1" y="127"/>
                  </a:lnTo>
                  <a:lnTo>
                    <a:pt x="3" y="113"/>
                  </a:lnTo>
                  <a:lnTo>
                    <a:pt x="6" y="99"/>
                  </a:lnTo>
                  <a:lnTo>
                    <a:pt x="11" y="86"/>
                  </a:lnTo>
                  <a:lnTo>
                    <a:pt x="17" y="74"/>
                  </a:lnTo>
                  <a:lnTo>
                    <a:pt x="24" y="63"/>
                  </a:lnTo>
                  <a:lnTo>
                    <a:pt x="32" y="52"/>
                  </a:lnTo>
                  <a:lnTo>
                    <a:pt x="42" y="41"/>
                  </a:lnTo>
                  <a:lnTo>
                    <a:pt x="52" y="32"/>
                  </a:lnTo>
                  <a:lnTo>
                    <a:pt x="63" y="24"/>
                  </a:lnTo>
                  <a:lnTo>
                    <a:pt x="74" y="17"/>
                  </a:lnTo>
                  <a:lnTo>
                    <a:pt x="87" y="11"/>
                  </a:lnTo>
                  <a:lnTo>
                    <a:pt x="100" y="6"/>
                  </a:lnTo>
                  <a:lnTo>
                    <a:pt x="113" y="3"/>
                  </a:lnTo>
                  <a:lnTo>
                    <a:pt x="127" y="0"/>
                  </a:lnTo>
                  <a:lnTo>
                    <a:pt x="141" y="0"/>
                  </a:lnTo>
                  <a:lnTo>
                    <a:pt x="141" y="0"/>
                  </a:lnTo>
                  <a:lnTo>
                    <a:pt x="157" y="0"/>
                  </a:lnTo>
                  <a:lnTo>
                    <a:pt x="171" y="3"/>
                  </a:lnTo>
                  <a:lnTo>
                    <a:pt x="184" y="6"/>
                  </a:lnTo>
                  <a:lnTo>
                    <a:pt x="197" y="11"/>
                  </a:lnTo>
                  <a:lnTo>
                    <a:pt x="209" y="17"/>
                  </a:lnTo>
                  <a:lnTo>
                    <a:pt x="221" y="24"/>
                  </a:lnTo>
                  <a:lnTo>
                    <a:pt x="231" y="32"/>
                  </a:lnTo>
                  <a:lnTo>
                    <a:pt x="241" y="41"/>
                  </a:lnTo>
                  <a:lnTo>
                    <a:pt x="252" y="52"/>
                  </a:lnTo>
                  <a:lnTo>
                    <a:pt x="260" y="63"/>
                  </a:lnTo>
                  <a:lnTo>
                    <a:pt x="267" y="74"/>
                  </a:lnTo>
                  <a:lnTo>
                    <a:pt x="273" y="86"/>
                  </a:lnTo>
                  <a:lnTo>
                    <a:pt x="277" y="99"/>
                  </a:lnTo>
                  <a:lnTo>
                    <a:pt x="281" y="113"/>
                  </a:lnTo>
                  <a:lnTo>
                    <a:pt x="283" y="127"/>
                  </a:lnTo>
                  <a:lnTo>
                    <a:pt x="284" y="141"/>
                  </a:lnTo>
                  <a:lnTo>
                    <a:pt x="284" y="141"/>
                  </a:lnTo>
                  <a:lnTo>
                    <a:pt x="283" y="156"/>
                  </a:lnTo>
                  <a:lnTo>
                    <a:pt x="281" y="170"/>
                  </a:lnTo>
                  <a:lnTo>
                    <a:pt x="277" y="184"/>
                  </a:lnTo>
                  <a:lnTo>
                    <a:pt x="273" y="197"/>
                  </a:lnTo>
                  <a:lnTo>
                    <a:pt x="267" y="209"/>
                  </a:lnTo>
                  <a:lnTo>
                    <a:pt x="260" y="220"/>
                  </a:lnTo>
                  <a:lnTo>
                    <a:pt x="252" y="231"/>
                  </a:lnTo>
                  <a:lnTo>
                    <a:pt x="241" y="241"/>
                  </a:lnTo>
                  <a:lnTo>
                    <a:pt x="231" y="251"/>
                  </a:lnTo>
                  <a:lnTo>
                    <a:pt x="221" y="259"/>
                  </a:lnTo>
                  <a:lnTo>
                    <a:pt x="209" y="266"/>
                  </a:lnTo>
                  <a:lnTo>
                    <a:pt x="197" y="272"/>
                  </a:lnTo>
                  <a:lnTo>
                    <a:pt x="184" y="277"/>
                  </a:lnTo>
                  <a:lnTo>
                    <a:pt x="171" y="280"/>
                  </a:lnTo>
                  <a:lnTo>
                    <a:pt x="157" y="283"/>
                  </a:lnTo>
                  <a:lnTo>
                    <a:pt x="141" y="283"/>
                  </a:lnTo>
                  <a:lnTo>
                    <a:pt x="141" y="283"/>
                  </a:lnTo>
                  <a:close/>
                  <a:moveTo>
                    <a:pt x="141" y="57"/>
                  </a:moveTo>
                  <a:lnTo>
                    <a:pt x="141" y="57"/>
                  </a:lnTo>
                  <a:lnTo>
                    <a:pt x="133" y="57"/>
                  </a:lnTo>
                  <a:lnTo>
                    <a:pt x="124" y="59"/>
                  </a:lnTo>
                  <a:lnTo>
                    <a:pt x="116" y="61"/>
                  </a:lnTo>
                  <a:lnTo>
                    <a:pt x="109" y="63"/>
                  </a:lnTo>
                  <a:lnTo>
                    <a:pt x="101" y="67"/>
                  </a:lnTo>
                  <a:lnTo>
                    <a:pt x="94" y="71"/>
                  </a:lnTo>
                  <a:lnTo>
                    <a:pt x="88" y="76"/>
                  </a:lnTo>
                  <a:lnTo>
                    <a:pt x="82" y="82"/>
                  </a:lnTo>
                  <a:lnTo>
                    <a:pt x="76" y="88"/>
                  </a:lnTo>
                  <a:lnTo>
                    <a:pt x="71" y="94"/>
                  </a:lnTo>
                  <a:lnTo>
                    <a:pt x="67" y="101"/>
                  </a:lnTo>
                  <a:lnTo>
                    <a:pt x="64" y="108"/>
                  </a:lnTo>
                  <a:lnTo>
                    <a:pt x="61" y="116"/>
                  </a:lnTo>
                  <a:lnTo>
                    <a:pt x="59" y="124"/>
                  </a:lnTo>
                  <a:lnTo>
                    <a:pt x="58" y="132"/>
                  </a:lnTo>
                  <a:lnTo>
                    <a:pt x="57" y="141"/>
                  </a:lnTo>
                  <a:lnTo>
                    <a:pt x="57" y="141"/>
                  </a:lnTo>
                  <a:lnTo>
                    <a:pt x="58" y="151"/>
                  </a:lnTo>
                  <a:lnTo>
                    <a:pt x="59" y="159"/>
                  </a:lnTo>
                  <a:lnTo>
                    <a:pt x="61" y="167"/>
                  </a:lnTo>
                  <a:lnTo>
                    <a:pt x="64" y="175"/>
                  </a:lnTo>
                  <a:lnTo>
                    <a:pt x="67" y="182"/>
                  </a:lnTo>
                  <a:lnTo>
                    <a:pt x="71" y="189"/>
                  </a:lnTo>
                  <a:lnTo>
                    <a:pt x="76" y="196"/>
                  </a:lnTo>
                  <a:lnTo>
                    <a:pt x="82" y="202"/>
                  </a:lnTo>
                  <a:lnTo>
                    <a:pt x="88" y="207"/>
                  </a:lnTo>
                  <a:lnTo>
                    <a:pt x="94" y="212"/>
                  </a:lnTo>
                  <a:lnTo>
                    <a:pt x="101" y="216"/>
                  </a:lnTo>
                  <a:lnTo>
                    <a:pt x="109" y="220"/>
                  </a:lnTo>
                  <a:lnTo>
                    <a:pt x="116" y="222"/>
                  </a:lnTo>
                  <a:lnTo>
                    <a:pt x="124" y="225"/>
                  </a:lnTo>
                  <a:lnTo>
                    <a:pt x="133" y="226"/>
                  </a:lnTo>
                  <a:lnTo>
                    <a:pt x="141" y="226"/>
                  </a:lnTo>
                  <a:lnTo>
                    <a:pt x="141" y="226"/>
                  </a:lnTo>
                  <a:lnTo>
                    <a:pt x="151" y="226"/>
                  </a:lnTo>
                  <a:lnTo>
                    <a:pt x="159" y="225"/>
                  </a:lnTo>
                  <a:lnTo>
                    <a:pt x="167" y="222"/>
                  </a:lnTo>
                  <a:lnTo>
                    <a:pt x="175" y="220"/>
                  </a:lnTo>
                  <a:lnTo>
                    <a:pt x="182" y="216"/>
                  </a:lnTo>
                  <a:lnTo>
                    <a:pt x="189" y="212"/>
                  </a:lnTo>
                  <a:lnTo>
                    <a:pt x="196" y="207"/>
                  </a:lnTo>
                  <a:lnTo>
                    <a:pt x="202" y="202"/>
                  </a:lnTo>
                  <a:lnTo>
                    <a:pt x="207" y="196"/>
                  </a:lnTo>
                  <a:lnTo>
                    <a:pt x="212" y="189"/>
                  </a:lnTo>
                  <a:lnTo>
                    <a:pt x="216" y="182"/>
                  </a:lnTo>
                  <a:lnTo>
                    <a:pt x="220" y="175"/>
                  </a:lnTo>
                  <a:lnTo>
                    <a:pt x="223" y="167"/>
                  </a:lnTo>
                  <a:lnTo>
                    <a:pt x="225" y="159"/>
                  </a:lnTo>
                  <a:lnTo>
                    <a:pt x="226" y="151"/>
                  </a:lnTo>
                  <a:lnTo>
                    <a:pt x="226" y="141"/>
                  </a:lnTo>
                  <a:lnTo>
                    <a:pt x="226" y="141"/>
                  </a:lnTo>
                  <a:lnTo>
                    <a:pt x="226" y="132"/>
                  </a:lnTo>
                  <a:lnTo>
                    <a:pt x="225" y="124"/>
                  </a:lnTo>
                  <a:lnTo>
                    <a:pt x="223" y="116"/>
                  </a:lnTo>
                  <a:lnTo>
                    <a:pt x="220" y="108"/>
                  </a:lnTo>
                  <a:lnTo>
                    <a:pt x="216" y="101"/>
                  </a:lnTo>
                  <a:lnTo>
                    <a:pt x="212" y="94"/>
                  </a:lnTo>
                  <a:lnTo>
                    <a:pt x="207" y="88"/>
                  </a:lnTo>
                  <a:lnTo>
                    <a:pt x="202" y="82"/>
                  </a:lnTo>
                  <a:lnTo>
                    <a:pt x="196" y="76"/>
                  </a:lnTo>
                  <a:lnTo>
                    <a:pt x="189" y="71"/>
                  </a:lnTo>
                  <a:lnTo>
                    <a:pt x="182" y="67"/>
                  </a:lnTo>
                  <a:lnTo>
                    <a:pt x="175" y="63"/>
                  </a:lnTo>
                  <a:lnTo>
                    <a:pt x="167" y="61"/>
                  </a:lnTo>
                  <a:lnTo>
                    <a:pt x="159" y="59"/>
                  </a:lnTo>
                  <a:lnTo>
                    <a:pt x="151" y="57"/>
                  </a:lnTo>
                  <a:lnTo>
                    <a:pt x="141" y="57"/>
                  </a:lnTo>
                  <a:lnTo>
                    <a:pt x="141"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12">
              <a:extLst>
                <a:ext uri="{FF2B5EF4-FFF2-40B4-BE49-F238E27FC236}">
                  <a16:creationId xmlns:a16="http://schemas.microsoft.com/office/drawing/2014/main" id="{DC782A32-ADD5-4CC4-9208-81C03C6742FF}"/>
                </a:ext>
              </a:extLst>
            </p:cNvPr>
            <p:cNvSpPr>
              <a:spLocks noEditPoints="1"/>
            </p:cNvSpPr>
            <p:nvPr/>
          </p:nvSpPr>
          <p:spPr bwMode="auto">
            <a:xfrm>
              <a:off x="2682875" y="3181351"/>
              <a:ext cx="120650" cy="68263"/>
            </a:xfrm>
            <a:custGeom>
              <a:avLst/>
              <a:gdLst>
                <a:gd name="T0" fmla="*/ 29 w 459"/>
                <a:gd name="T1" fmla="*/ 258 h 258"/>
                <a:gd name="T2" fmla="*/ 23 w 459"/>
                <a:gd name="T3" fmla="*/ 258 h 258"/>
                <a:gd name="T4" fmla="*/ 13 w 459"/>
                <a:gd name="T5" fmla="*/ 253 h 258"/>
                <a:gd name="T6" fmla="*/ 5 w 459"/>
                <a:gd name="T7" fmla="*/ 246 h 258"/>
                <a:gd name="T8" fmla="*/ 1 w 459"/>
                <a:gd name="T9" fmla="*/ 236 h 258"/>
                <a:gd name="T10" fmla="*/ 0 w 459"/>
                <a:gd name="T11" fmla="*/ 230 h 258"/>
                <a:gd name="T12" fmla="*/ 5 w 459"/>
                <a:gd name="T13" fmla="*/ 183 h 258"/>
                <a:gd name="T14" fmla="*/ 18 w 459"/>
                <a:gd name="T15" fmla="*/ 141 h 258"/>
                <a:gd name="T16" fmla="*/ 40 w 459"/>
                <a:gd name="T17" fmla="*/ 101 h 258"/>
                <a:gd name="T18" fmla="*/ 68 w 459"/>
                <a:gd name="T19" fmla="*/ 68 h 258"/>
                <a:gd name="T20" fmla="*/ 101 w 459"/>
                <a:gd name="T21" fmla="*/ 40 h 258"/>
                <a:gd name="T22" fmla="*/ 141 w 459"/>
                <a:gd name="T23" fmla="*/ 18 h 258"/>
                <a:gd name="T24" fmla="*/ 184 w 459"/>
                <a:gd name="T25" fmla="*/ 5 h 258"/>
                <a:gd name="T26" fmla="*/ 229 w 459"/>
                <a:gd name="T27" fmla="*/ 0 h 258"/>
                <a:gd name="T28" fmla="*/ 253 w 459"/>
                <a:gd name="T29" fmla="*/ 1 h 258"/>
                <a:gd name="T30" fmla="*/ 298 w 459"/>
                <a:gd name="T31" fmla="*/ 10 h 258"/>
                <a:gd name="T32" fmla="*/ 339 w 459"/>
                <a:gd name="T33" fmla="*/ 29 h 258"/>
                <a:gd name="T34" fmla="*/ 376 w 459"/>
                <a:gd name="T35" fmla="*/ 53 h 258"/>
                <a:gd name="T36" fmla="*/ 406 w 459"/>
                <a:gd name="T37" fmla="*/ 84 h 258"/>
                <a:gd name="T38" fmla="*/ 431 w 459"/>
                <a:gd name="T39" fmla="*/ 120 h 258"/>
                <a:gd name="T40" fmla="*/ 449 w 459"/>
                <a:gd name="T41" fmla="*/ 162 h 258"/>
                <a:gd name="T42" fmla="*/ 458 w 459"/>
                <a:gd name="T43" fmla="*/ 206 h 258"/>
                <a:gd name="T44" fmla="*/ 459 w 459"/>
                <a:gd name="T45" fmla="*/ 230 h 258"/>
                <a:gd name="T46" fmla="*/ 457 w 459"/>
                <a:gd name="T47" fmla="*/ 241 h 258"/>
                <a:gd name="T48" fmla="*/ 451 w 459"/>
                <a:gd name="T49" fmla="*/ 250 h 258"/>
                <a:gd name="T50" fmla="*/ 442 w 459"/>
                <a:gd name="T51" fmla="*/ 256 h 258"/>
                <a:gd name="T52" fmla="*/ 430 w 459"/>
                <a:gd name="T53" fmla="*/ 258 h 258"/>
                <a:gd name="T54" fmla="*/ 60 w 459"/>
                <a:gd name="T55" fmla="*/ 201 h 258"/>
                <a:gd name="T56" fmla="*/ 400 w 459"/>
                <a:gd name="T57" fmla="*/ 201 h 258"/>
                <a:gd name="T58" fmla="*/ 392 w 459"/>
                <a:gd name="T59" fmla="*/ 172 h 258"/>
                <a:gd name="T60" fmla="*/ 380 w 459"/>
                <a:gd name="T61" fmla="*/ 145 h 258"/>
                <a:gd name="T62" fmla="*/ 363 w 459"/>
                <a:gd name="T63" fmla="*/ 119 h 258"/>
                <a:gd name="T64" fmla="*/ 342 w 459"/>
                <a:gd name="T65" fmla="*/ 98 h 258"/>
                <a:gd name="T66" fmla="*/ 317 w 459"/>
                <a:gd name="T67" fmla="*/ 81 h 258"/>
                <a:gd name="T68" fmla="*/ 290 w 459"/>
                <a:gd name="T69" fmla="*/ 68 h 258"/>
                <a:gd name="T70" fmla="*/ 261 w 459"/>
                <a:gd name="T71" fmla="*/ 60 h 258"/>
                <a:gd name="T72" fmla="*/ 229 w 459"/>
                <a:gd name="T73" fmla="*/ 57 h 258"/>
                <a:gd name="T74" fmla="*/ 214 w 459"/>
                <a:gd name="T75" fmla="*/ 58 h 258"/>
                <a:gd name="T76" fmla="*/ 183 w 459"/>
                <a:gd name="T77" fmla="*/ 64 h 258"/>
                <a:gd name="T78" fmla="*/ 155 w 459"/>
                <a:gd name="T79" fmla="*/ 74 h 258"/>
                <a:gd name="T80" fmla="*/ 130 w 459"/>
                <a:gd name="T81" fmla="*/ 89 h 258"/>
                <a:gd name="T82" fmla="*/ 106 w 459"/>
                <a:gd name="T83" fmla="*/ 108 h 258"/>
                <a:gd name="T84" fmla="*/ 88 w 459"/>
                <a:gd name="T85" fmla="*/ 132 h 258"/>
                <a:gd name="T86" fmla="*/ 73 w 459"/>
                <a:gd name="T87" fmla="*/ 158 h 258"/>
                <a:gd name="T88" fmla="*/ 63 w 459"/>
                <a:gd name="T89" fmla="*/ 186 h 258"/>
                <a:gd name="T90" fmla="*/ 60 w 459"/>
                <a:gd name="T91" fmla="*/ 201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9" h="258">
                  <a:moveTo>
                    <a:pt x="430" y="258"/>
                  </a:moveTo>
                  <a:lnTo>
                    <a:pt x="29" y="258"/>
                  </a:lnTo>
                  <a:lnTo>
                    <a:pt x="29" y="258"/>
                  </a:lnTo>
                  <a:lnTo>
                    <a:pt x="23" y="258"/>
                  </a:lnTo>
                  <a:lnTo>
                    <a:pt x="17" y="256"/>
                  </a:lnTo>
                  <a:lnTo>
                    <a:pt x="13" y="253"/>
                  </a:lnTo>
                  <a:lnTo>
                    <a:pt x="8" y="250"/>
                  </a:lnTo>
                  <a:lnTo>
                    <a:pt x="5" y="246"/>
                  </a:lnTo>
                  <a:lnTo>
                    <a:pt x="2" y="241"/>
                  </a:lnTo>
                  <a:lnTo>
                    <a:pt x="1" y="236"/>
                  </a:lnTo>
                  <a:lnTo>
                    <a:pt x="0" y="230"/>
                  </a:lnTo>
                  <a:lnTo>
                    <a:pt x="0" y="230"/>
                  </a:lnTo>
                  <a:lnTo>
                    <a:pt x="1" y="206"/>
                  </a:lnTo>
                  <a:lnTo>
                    <a:pt x="5" y="183"/>
                  </a:lnTo>
                  <a:lnTo>
                    <a:pt x="10" y="162"/>
                  </a:lnTo>
                  <a:lnTo>
                    <a:pt x="18" y="141"/>
                  </a:lnTo>
                  <a:lnTo>
                    <a:pt x="29" y="120"/>
                  </a:lnTo>
                  <a:lnTo>
                    <a:pt x="40" y="101"/>
                  </a:lnTo>
                  <a:lnTo>
                    <a:pt x="53" y="84"/>
                  </a:lnTo>
                  <a:lnTo>
                    <a:pt x="68" y="68"/>
                  </a:lnTo>
                  <a:lnTo>
                    <a:pt x="84" y="53"/>
                  </a:lnTo>
                  <a:lnTo>
                    <a:pt x="101" y="40"/>
                  </a:lnTo>
                  <a:lnTo>
                    <a:pt x="120" y="29"/>
                  </a:lnTo>
                  <a:lnTo>
                    <a:pt x="141" y="18"/>
                  </a:lnTo>
                  <a:lnTo>
                    <a:pt x="162" y="10"/>
                  </a:lnTo>
                  <a:lnTo>
                    <a:pt x="184" y="5"/>
                  </a:lnTo>
                  <a:lnTo>
                    <a:pt x="206" y="1"/>
                  </a:lnTo>
                  <a:lnTo>
                    <a:pt x="229" y="0"/>
                  </a:lnTo>
                  <a:lnTo>
                    <a:pt x="229" y="0"/>
                  </a:lnTo>
                  <a:lnTo>
                    <a:pt x="253" y="1"/>
                  </a:lnTo>
                  <a:lnTo>
                    <a:pt x="276" y="5"/>
                  </a:lnTo>
                  <a:lnTo>
                    <a:pt x="298" y="10"/>
                  </a:lnTo>
                  <a:lnTo>
                    <a:pt x="319" y="18"/>
                  </a:lnTo>
                  <a:lnTo>
                    <a:pt x="339" y="29"/>
                  </a:lnTo>
                  <a:lnTo>
                    <a:pt x="358" y="40"/>
                  </a:lnTo>
                  <a:lnTo>
                    <a:pt x="376" y="53"/>
                  </a:lnTo>
                  <a:lnTo>
                    <a:pt x="392" y="68"/>
                  </a:lnTo>
                  <a:lnTo>
                    <a:pt x="406" y="84"/>
                  </a:lnTo>
                  <a:lnTo>
                    <a:pt x="419" y="101"/>
                  </a:lnTo>
                  <a:lnTo>
                    <a:pt x="431" y="120"/>
                  </a:lnTo>
                  <a:lnTo>
                    <a:pt x="441" y="141"/>
                  </a:lnTo>
                  <a:lnTo>
                    <a:pt x="449" y="162"/>
                  </a:lnTo>
                  <a:lnTo>
                    <a:pt x="455" y="183"/>
                  </a:lnTo>
                  <a:lnTo>
                    <a:pt x="458" y="206"/>
                  </a:lnTo>
                  <a:lnTo>
                    <a:pt x="459" y="230"/>
                  </a:lnTo>
                  <a:lnTo>
                    <a:pt x="459" y="230"/>
                  </a:lnTo>
                  <a:lnTo>
                    <a:pt x="459" y="236"/>
                  </a:lnTo>
                  <a:lnTo>
                    <a:pt x="457" y="241"/>
                  </a:lnTo>
                  <a:lnTo>
                    <a:pt x="455" y="246"/>
                  </a:lnTo>
                  <a:lnTo>
                    <a:pt x="451" y="250"/>
                  </a:lnTo>
                  <a:lnTo>
                    <a:pt x="447" y="253"/>
                  </a:lnTo>
                  <a:lnTo>
                    <a:pt x="442" y="256"/>
                  </a:lnTo>
                  <a:lnTo>
                    <a:pt x="437" y="258"/>
                  </a:lnTo>
                  <a:lnTo>
                    <a:pt x="430" y="258"/>
                  </a:lnTo>
                  <a:lnTo>
                    <a:pt x="430" y="258"/>
                  </a:lnTo>
                  <a:close/>
                  <a:moveTo>
                    <a:pt x="60" y="201"/>
                  </a:moveTo>
                  <a:lnTo>
                    <a:pt x="400" y="201"/>
                  </a:lnTo>
                  <a:lnTo>
                    <a:pt x="400" y="201"/>
                  </a:lnTo>
                  <a:lnTo>
                    <a:pt x="397" y="186"/>
                  </a:lnTo>
                  <a:lnTo>
                    <a:pt x="392" y="172"/>
                  </a:lnTo>
                  <a:lnTo>
                    <a:pt x="387" y="158"/>
                  </a:lnTo>
                  <a:lnTo>
                    <a:pt x="380" y="145"/>
                  </a:lnTo>
                  <a:lnTo>
                    <a:pt x="372" y="132"/>
                  </a:lnTo>
                  <a:lnTo>
                    <a:pt x="363" y="119"/>
                  </a:lnTo>
                  <a:lnTo>
                    <a:pt x="353" y="108"/>
                  </a:lnTo>
                  <a:lnTo>
                    <a:pt x="342" y="98"/>
                  </a:lnTo>
                  <a:lnTo>
                    <a:pt x="330" y="89"/>
                  </a:lnTo>
                  <a:lnTo>
                    <a:pt x="317" y="81"/>
                  </a:lnTo>
                  <a:lnTo>
                    <a:pt x="304" y="74"/>
                  </a:lnTo>
                  <a:lnTo>
                    <a:pt x="290" y="68"/>
                  </a:lnTo>
                  <a:lnTo>
                    <a:pt x="276" y="64"/>
                  </a:lnTo>
                  <a:lnTo>
                    <a:pt x="261" y="60"/>
                  </a:lnTo>
                  <a:lnTo>
                    <a:pt x="246" y="58"/>
                  </a:lnTo>
                  <a:lnTo>
                    <a:pt x="229" y="57"/>
                  </a:lnTo>
                  <a:lnTo>
                    <a:pt x="229" y="57"/>
                  </a:lnTo>
                  <a:lnTo>
                    <a:pt x="214" y="58"/>
                  </a:lnTo>
                  <a:lnTo>
                    <a:pt x="198" y="60"/>
                  </a:lnTo>
                  <a:lnTo>
                    <a:pt x="183" y="64"/>
                  </a:lnTo>
                  <a:lnTo>
                    <a:pt x="169" y="68"/>
                  </a:lnTo>
                  <a:lnTo>
                    <a:pt x="155" y="74"/>
                  </a:lnTo>
                  <a:lnTo>
                    <a:pt x="142" y="81"/>
                  </a:lnTo>
                  <a:lnTo>
                    <a:pt x="130" y="89"/>
                  </a:lnTo>
                  <a:lnTo>
                    <a:pt x="117" y="98"/>
                  </a:lnTo>
                  <a:lnTo>
                    <a:pt x="106" y="108"/>
                  </a:lnTo>
                  <a:lnTo>
                    <a:pt x="97" y="119"/>
                  </a:lnTo>
                  <a:lnTo>
                    <a:pt x="88" y="132"/>
                  </a:lnTo>
                  <a:lnTo>
                    <a:pt x="80" y="145"/>
                  </a:lnTo>
                  <a:lnTo>
                    <a:pt x="73" y="158"/>
                  </a:lnTo>
                  <a:lnTo>
                    <a:pt x="67" y="172"/>
                  </a:lnTo>
                  <a:lnTo>
                    <a:pt x="63" y="186"/>
                  </a:lnTo>
                  <a:lnTo>
                    <a:pt x="60" y="201"/>
                  </a:lnTo>
                  <a:lnTo>
                    <a:pt x="60" y="2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13">
              <a:extLst>
                <a:ext uri="{FF2B5EF4-FFF2-40B4-BE49-F238E27FC236}">
                  <a16:creationId xmlns:a16="http://schemas.microsoft.com/office/drawing/2014/main" id="{3CC34A55-5859-42C6-9B4C-E55CAF2DF28A}"/>
                </a:ext>
              </a:extLst>
            </p:cNvPr>
            <p:cNvSpPr>
              <a:spLocks noEditPoints="1"/>
            </p:cNvSpPr>
            <p:nvPr/>
          </p:nvSpPr>
          <p:spPr bwMode="auto">
            <a:xfrm>
              <a:off x="2930525" y="3121026"/>
              <a:ext cx="74613" cy="74613"/>
            </a:xfrm>
            <a:custGeom>
              <a:avLst/>
              <a:gdLst>
                <a:gd name="T0" fmla="*/ 128 w 283"/>
                <a:gd name="T1" fmla="*/ 283 h 283"/>
                <a:gd name="T2" fmla="*/ 87 w 283"/>
                <a:gd name="T3" fmla="*/ 272 h 283"/>
                <a:gd name="T4" fmla="*/ 52 w 283"/>
                <a:gd name="T5" fmla="*/ 251 h 283"/>
                <a:gd name="T6" fmla="*/ 25 w 283"/>
                <a:gd name="T7" fmla="*/ 220 h 283"/>
                <a:gd name="T8" fmla="*/ 7 w 283"/>
                <a:gd name="T9" fmla="*/ 184 h 283"/>
                <a:gd name="T10" fmla="*/ 0 w 283"/>
                <a:gd name="T11" fmla="*/ 141 h 283"/>
                <a:gd name="T12" fmla="*/ 4 w 283"/>
                <a:gd name="T13" fmla="*/ 113 h 283"/>
                <a:gd name="T14" fmla="*/ 18 w 283"/>
                <a:gd name="T15" fmla="*/ 74 h 283"/>
                <a:gd name="T16" fmla="*/ 42 w 283"/>
                <a:gd name="T17" fmla="*/ 41 h 283"/>
                <a:gd name="T18" fmla="*/ 74 w 283"/>
                <a:gd name="T19" fmla="*/ 17 h 283"/>
                <a:gd name="T20" fmla="*/ 114 w 283"/>
                <a:gd name="T21" fmla="*/ 3 h 283"/>
                <a:gd name="T22" fmla="*/ 142 w 283"/>
                <a:gd name="T23" fmla="*/ 0 h 283"/>
                <a:gd name="T24" fmla="*/ 184 w 283"/>
                <a:gd name="T25" fmla="*/ 6 h 283"/>
                <a:gd name="T26" fmla="*/ 222 w 283"/>
                <a:gd name="T27" fmla="*/ 24 h 283"/>
                <a:gd name="T28" fmla="*/ 251 w 283"/>
                <a:gd name="T29" fmla="*/ 52 h 283"/>
                <a:gd name="T30" fmla="*/ 272 w 283"/>
                <a:gd name="T31" fmla="*/ 86 h 283"/>
                <a:gd name="T32" fmla="*/ 283 w 283"/>
                <a:gd name="T33" fmla="*/ 127 h 283"/>
                <a:gd name="T34" fmla="*/ 283 w 283"/>
                <a:gd name="T35" fmla="*/ 156 h 283"/>
                <a:gd name="T36" fmla="*/ 272 w 283"/>
                <a:gd name="T37" fmla="*/ 197 h 283"/>
                <a:gd name="T38" fmla="*/ 251 w 283"/>
                <a:gd name="T39" fmla="*/ 231 h 283"/>
                <a:gd name="T40" fmla="*/ 222 w 283"/>
                <a:gd name="T41" fmla="*/ 259 h 283"/>
                <a:gd name="T42" fmla="*/ 184 w 283"/>
                <a:gd name="T43" fmla="*/ 277 h 283"/>
                <a:gd name="T44" fmla="*/ 142 w 283"/>
                <a:gd name="T45" fmla="*/ 283 h 283"/>
                <a:gd name="T46" fmla="*/ 142 w 283"/>
                <a:gd name="T47" fmla="*/ 57 h 283"/>
                <a:gd name="T48" fmla="*/ 117 w 283"/>
                <a:gd name="T49" fmla="*/ 61 h 283"/>
                <a:gd name="T50" fmla="*/ 94 w 283"/>
                <a:gd name="T51" fmla="*/ 71 h 283"/>
                <a:gd name="T52" fmla="*/ 76 w 283"/>
                <a:gd name="T53" fmla="*/ 88 h 283"/>
                <a:gd name="T54" fmla="*/ 64 w 283"/>
                <a:gd name="T55" fmla="*/ 108 h 283"/>
                <a:gd name="T56" fmla="*/ 57 w 283"/>
                <a:gd name="T57" fmla="*/ 132 h 283"/>
                <a:gd name="T58" fmla="*/ 57 w 283"/>
                <a:gd name="T59" fmla="*/ 151 h 283"/>
                <a:gd name="T60" fmla="*/ 64 w 283"/>
                <a:gd name="T61" fmla="*/ 175 h 283"/>
                <a:gd name="T62" fmla="*/ 76 w 283"/>
                <a:gd name="T63" fmla="*/ 196 h 283"/>
                <a:gd name="T64" fmla="*/ 94 w 283"/>
                <a:gd name="T65" fmla="*/ 212 h 283"/>
                <a:gd name="T66" fmla="*/ 117 w 283"/>
                <a:gd name="T67" fmla="*/ 222 h 283"/>
                <a:gd name="T68" fmla="*/ 142 w 283"/>
                <a:gd name="T69" fmla="*/ 226 h 283"/>
                <a:gd name="T70" fmla="*/ 159 w 283"/>
                <a:gd name="T71" fmla="*/ 225 h 283"/>
                <a:gd name="T72" fmla="*/ 182 w 283"/>
                <a:gd name="T73" fmla="*/ 216 h 283"/>
                <a:gd name="T74" fmla="*/ 202 w 283"/>
                <a:gd name="T75" fmla="*/ 202 h 283"/>
                <a:gd name="T76" fmla="*/ 217 w 283"/>
                <a:gd name="T77" fmla="*/ 182 h 283"/>
                <a:gd name="T78" fmla="*/ 226 w 283"/>
                <a:gd name="T79" fmla="*/ 159 h 283"/>
                <a:gd name="T80" fmla="*/ 227 w 283"/>
                <a:gd name="T81" fmla="*/ 141 h 283"/>
                <a:gd name="T82" fmla="*/ 224 w 283"/>
                <a:gd name="T83" fmla="*/ 116 h 283"/>
                <a:gd name="T84" fmla="*/ 213 w 283"/>
                <a:gd name="T85" fmla="*/ 94 h 283"/>
                <a:gd name="T86" fmla="*/ 196 w 283"/>
                <a:gd name="T87" fmla="*/ 76 h 283"/>
                <a:gd name="T88" fmla="*/ 175 w 283"/>
                <a:gd name="T89" fmla="*/ 63 h 283"/>
                <a:gd name="T90" fmla="*/ 151 w 283"/>
                <a:gd name="T91" fmla="*/ 57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3" h="283">
                  <a:moveTo>
                    <a:pt x="142" y="283"/>
                  </a:moveTo>
                  <a:lnTo>
                    <a:pt x="142" y="283"/>
                  </a:lnTo>
                  <a:lnTo>
                    <a:pt x="128" y="283"/>
                  </a:lnTo>
                  <a:lnTo>
                    <a:pt x="114" y="280"/>
                  </a:lnTo>
                  <a:lnTo>
                    <a:pt x="99" y="277"/>
                  </a:lnTo>
                  <a:lnTo>
                    <a:pt x="87" y="272"/>
                  </a:lnTo>
                  <a:lnTo>
                    <a:pt x="74" y="266"/>
                  </a:lnTo>
                  <a:lnTo>
                    <a:pt x="63" y="259"/>
                  </a:lnTo>
                  <a:lnTo>
                    <a:pt x="52" y="251"/>
                  </a:lnTo>
                  <a:lnTo>
                    <a:pt x="42" y="241"/>
                  </a:lnTo>
                  <a:lnTo>
                    <a:pt x="33" y="231"/>
                  </a:lnTo>
                  <a:lnTo>
                    <a:pt x="25" y="220"/>
                  </a:lnTo>
                  <a:lnTo>
                    <a:pt x="18" y="209"/>
                  </a:lnTo>
                  <a:lnTo>
                    <a:pt x="12" y="197"/>
                  </a:lnTo>
                  <a:lnTo>
                    <a:pt x="7" y="184"/>
                  </a:lnTo>
                  <a:lnTo>
                    <a:pt x="4" y="170"/>
                  </a:lnTo>
                  <a:lnTo>
                    <a:pt x="1" y="156"/>
                  </a:lnTo>
                  <a:lnTo>
                    <a:pt x="0" y="141"/>
                  </a:lnTo>
                  <a:lnTo>
                    <a:pt x="0" y="141"/>
                  </a:lnTo>
                  <a:lnTo>
                    <a:pt x="1" y="127"/>
                  </a:lnTo>
                  <a:lnTo>
                    <a:pt x="4" y="113"/>
                  </a:lnTo>
                  <a:lnTo>
                    <a:pt x="7" y="99"/>
                  </a:lnTo>
                  <a:lnTo>
                    <a:pt x="12" y="86"/>
                  </a:lnTo>
                  <a:lnTo>
                    <a:pt x="18" y="74"/>
                  </a:lnTo>
                  <a:lnTo>
                    <a:pt x="25" y="63"/>
                  </a:lnTo>
                  <a:lnTo>
                    <a:pt x="33" y="52"/>
                  </a:lnTo>
                  <a:lnTo>
                    <a:pt x="42" y="41"/>
                  </a:lnTo>
                  <a:lnTo>
                    <a:pt x="52" y="32"/>
                  </a:lnTo>
                  <a:lnTo>
                    <a:pt x="63" y="24"/>
                  </a:lnTo>
                  <a:lnTo>
                    <a:pt x="74" y="17"/>
                  </a:lnTo>
                  <a:lnTo>
                    <a:pt x="87" y="11"/>
                  </a:lnTo>
                  <a:lnTo>
                    <a:pt x="99" y="6"/>
                  </a:lnTo>
                  <a:lnTo>
                    <a:pt x="114" y="3"/>
                  </a:lnTo>
                  <a:lnTo>
                    <a:pt x="128" y="0"/>
                  </a:lnTo>
                  <a:lnTo>
                    <a:pt x="142" y="0"/>
                  </a:lnTo>
                  <a:lnTo>
                    <a:pt x="142" y="0"/>
                  </a:lnTo>
                  <a:lnTo>
                    <a:pt x="156" y="0"/>
                  </a:lnTo>
                  <a:lnTo>
                    <a:pt x="170" y="3"/>
                  </a:lnTo>
                  <a:lnTo>
                    <a:pt x="184" y="6"/>
                  </a:lnTo>
                  <a:lnTo>
                    <a:pt x="197" y="11"/>
                  </a:lnTo>
                  <a:lnTo>
                    <a:pt x="210" y="17"/>
                  </a:lnTo>
                  <a:lnTo>
                    <a:pt x="222" y="24"/>
                  </a:lnTo>
                  <a:lnTo>
                    <a:pt x="232" y="32"/>
                  </a:lnTo>
                  <a:lnTo>
                    <a:pt x="242" y="41"/>
                  </a:lnTo>
                  <a:lnTo>
                    <a:pt x="251" y="52"/>
                  </a:lnTo>
                  <a:lnTo>
                    <a:pt x="259" y="63"/>
                  </a:lnTo>
                  <a:lnTo>
                    <a:pt x="266" y="74"/>
                  </a:lnTo>
                  <a:lnTo>
                    <a:pt x="272" y="86"/>
                  </a:lnTo>
                  <a:lnTo>
                    <a:pt x="277" y="99"/>
                  </a:lnTo>
                  <a:lnTo>
                    <a:pt x="281" y="113"/>
                  </a:lnTo>
                  <a:lnTo>
                    <a:pt x="283" y="127"/>
                  </a:lnTo>
                  <a:lnTo>
                    <a:pt x="283" y="141"/>
                  </a:lnTo>
                  <a:lnTo>
                    <a:pt x="283" y="141"/>
                  </a:lnTo>
                  <a:lnTo>
                    <a:pt x="283" y="156"/>
                  </a:lnTo>
                  <a:lnTo>
                    <a:pt x="281" y="170"/>
                  </a:lnTo>
                  <a:lnTo>
                    <a:pt x="277" y="184"/>
                  </a:lnTo>
                  <a:lnTo>
                    <a:pt x="272" y="197"/>
                  </a:lnTo>
                  <a:lnTo>
                    <a:pt x="266" y="209"/>
                  </a:lnTo>
                  <a:lnTo>
                    <a:pt x="259" y="220"/>
                  </a:lnTo>
                  <a:lnTo>
                    <a:pt x="251" y="231"/>
                  </a:lnTo>
                  <a:lnTo>
                    <a:pt x="242" y="241"/>
                  </a:lnTo>
                  <a:lnTo>
                    <a:pt x="232" y="251"/>
                  </a:lnTo>
                  <a:lnTo>
                    <a:pt x="222" y="259"/>
                  </a:lnTo>
                  <a:lnTo>
                    <a:pt x="210" y="266"/>
                  </a:lnTo>
                  <a:lnTo>
                    <a:pt x="197" y="272"/>
                  </a:lnTo>
                  <a:lnTo>
                    <a:pt x="184" y="277"/>
                  </a:lnTo>
                  <a:lnTo>
                    <a:pt x="170" y="280"/>
                  </a:lnTo>
                  <a:lnTo>
                    <a:pt x="156" y="283"/>
                  </a:lnTo>
                  <a:lnTo>
                    <a:pt x="142" y="283"/>
                  </a:lnTo>
                  <a:lnTo>
                    <a:pt x="142" y="283"/>
                  </a:lnTo>
                  <a:close/>
                  <a:moveTo>
                    <a:pt x="142" y="57"/>
                  </a:moveTo>
                  <a:lnTo>
                    <a:pt x="142" y="57"/>
                  </a:lnTo>
                  <a:lnTo>
                    <a:pt x="134" y="57"/>
                  </a:lnTo>
                  <a:lnTo>
                    <a:pt x="125" y="59"/>
                  </a:lnTo>
                  <a:lnTo>
                    <a:pt x="117" y="61"/>
                  </a:lnTo>
                  <a:lnTo>
                    <a:pt x="109" y="63"/>
                  </a:lnTo>
                  <a:lnTo>
                    <a:pt x="101" y="67"/>
                  </a:lnTo>
                  <a:lnTo>
                    <a:pt x="94" y="71"/>
                  </a:lnTo>
                  <a:lnTo>
                    <a:pt x="88" y="76"/>
                  </a:lnTo>
                  <a:lnTo>
                    <a:pt x="82" y="82"/>
                  </a:lnTo>
                  <a:lnTo>
                    <a:pt x="76" y="88"/>
                  </a:lnTo>
                  <a:lnTo>
                    <a:pt x="71" y="94"/>
                  </a:lnTo>
                  <a:lnTo>
                    <a:pt x="67" y="101"/>
                  </a:lnTo>
                  <a:lnTo>
                    <a:pt x="64" y="108"/>
                  </a:lnTo>
                  <a:lnTo>
                    <a:pt x="61" y="116"/>
                  </a:lnTo>
                  <a:lnTo>
                    <a:pt x="59" y="124"/>
                  </a:lnTo>
                  <a:lnTo>
                    <a:pt x="57" y="132"/>
                  </a:lnTo>
                  <a:lnTo>
                    <a:pt x="57" y="141"/>
                  </a:lnTo>
                  <a:lnTo>
                    <a:pt x="57" y="141"/>
                  </a:lnTo>
                  <a:lnTo>
                    <a:pt x="57" y="151"/>
                  </a:lnTo>
                  <a:lnTo>
                    <a:pt x="59" y="159"/>
                  </a:lnTo>
                  <a:lnTo>
                    <a:pt x="61" y="167"/>
                  </a:lnTo>
                  <a:lnTo>
                    <a:pt x="64" y="175"/>
                  </a:lnTo>
                  <a:lnTo>
                    <a:pt x="67" y="182"/>
                  </a:lnTo>
                  <a:lnTo>
                    <a:pt x="71" y="189"/>
                  </a:lnTo>
                  <a:lnTo>
                    <a:pt x="76" y="196"/>
                  </a:lnTo>
                  <a:lnTo>
                    <a:pt x="82" y="202"/>
                  </a:lnTo>
                  <a:lnTo>
                    <a:pt x="88" y="207"/>
                  </a:lnTo>
                  <a:lnTo>
                    <a:pt x="94" y="212"/>
                  </a:lnTo>
                  <a:lnTo>
                    <a:pt x="101" y="216"/>
                  </a:lnTo>
                  <a:lnTo>
                    <a:pt x="109" y="220"/>
                  </a:lnTo>
                  <a:lnTo>
                    <a:pt x="117" y="222"/>
                  </a:lnTo>
                  <a:lnTo>
                    <a:pt x="125" y="225"/>
                  </a:lnTo>
                  <a:lnTo>
                    <a:pt x="134" y="226"/>
                  </a:lnTo>
                  <a:lnTo>
                    <a:pt x="142" y="226"/>
                  </a:lnTo>
                  <a:lnTo>
                    <a:pt x="142" y="226"/>
                  </a:lnTo>
                  <a:lnTo>
                    <a:pt x="151" y="226"/>
                  </a:lnTo>
                  <a:lnTo>
                    <a:pt x="159" y="225"/>
                  </a:lnTo>
                  <a:lnTo>
                    <a:pt x="167" y="222"/>
                  </a:lnTo>
                  <a:lnTo>
                    <a:pt x="175" y="220"/>
                  </a:lnTo>
                  <a:lnTo>
                    <a:pt x="182" y="216"/>
                  </a:lnTo>
                  <a:lnTo>
                    <a:pt x="189" y="212"/>
                  </a:lnTo>
                  <a:lnTo>
                    <a:pt x="196" y="207"/>
                  </a:lnTo>
                  <a:lnTo>
                    <a:pt x="202" y="202"/>
                  </a:lnTo>
                  <a:lnTo>
                    <a:pt x="208" y="196"/>
                  </a:lnTo>
                  <a:lnTo>
                    <a:pt x="213" y="189"/>
                  </a:lnTo>
                  <a:lnTo>
                    <a:pt x="217" y="182"/>
                  </a:lnTo>
                  <a:lnTo>
                    <a:pt x="221" y="175"/>
                  </a:lnTo>
                  <a:lnTo>
                    <a:pt x="224" y="167"/>
                  </a:lnTo>
                  <a:lnTo>
                    <a:pt x="226" y="159"/>
                  </a:lnTo>
                  <a:lnTo>
                    <a:pt x="227" y="151"/>
                  </a:lnTo>
                  <a:lnTo>
                    <a:pt x="227" y="141"/>
                  </a:lnTo>
                  <a:lnTo>
                    <a:pt x="227" y="141"/>
                  </a:lnTo>
                  <a:lnTo>
                    <a:pt x="227" y="132"/>
                  </a:lnTo>
                  <a:lnTo>
                    <a:pt x="226" y="124"/>
                  </a:lnTo>
                  <a:lnTo>
                    <a:pt x="224" y="116"/>
                  </a:lnTo>
                  <a:lnTo>
                    <a:pt x="221" y="108"/>
                  </a:lnTo>
                  <a:lnTo>
                    <a:pt x="217" y="101"/>
                  </a:lnTo>
                  <a:lnTo>
                    <a:pt x="213" y="94"/>
                  </a:lnTo>
                  <a:lnTo>
                    <a:pt x="208" y="88"/>
                  </a:lnTo>
                  <a:lnTo>
                    <a:pt x="202" y="82"/>
                  </a:lnTo>
                  <a:lnTo>
                    <a:pt x="196" y="76"/>
                  </a:lnTo>
                  <a:lnTo>
                    <a:pt x="189" y="71"/>
                  </a:lnTo>
                  <a:lnTo>
                    <a:pt x="182" y="67"/>
                  </a:lnTo>
                  <a:lnTo>
                    <a:pt x="175" y="63"/>
                  </a:lnTo>
                  <a:lnTo>
                    <a:pt x="167" y="61"/>
                  </a:lnTo>
                  <a:lnTo>
                    <a:pt x="159" y="59"/>
                  </a:lnTo>
                  <a:lnTo>
                    <a:pt x="151" y="57"/>
                  </a:lnTo>
                  <a:lnTo>
                    <a:pt x="142" y="57"/>
                  </a:lnTo>
                  <a:lnTo>
                    <a:pt x="142"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14">
              <a:extLst>
                <a:ext uri="{FF2B5EF4-FFF2-40B4-BE49-F238E27FC236}">
                  <a16:creationId xmlns:a16="http://schemas.microsoft.com/office/drawing/2014/main" id="{E7AFE683-0F6F-4EF2-B2C2-862C5B0760E7}"/>
                </a:ext>
              </a:extLst>
            </p:cNvPr>
            <p:cNvSpPr>
              <a:spLocks noEditPoints="1"/>
            </p:cNvSpPr>
            <p:nvPr/>
          </p:nvSpPr>
          <p:spPr bwMode="auto">
            <a:xfrm>
              <a:off x="2908300" y="3181351"/>
              <a:ext cx="120650" cy="68263"/>
            </a:xfrm>
            <a:custGeom>
              <a:avLst/>
              <a:gdLst>
                <a:gd name="T0" fmla="*/ 28 w 458"/>
                <a:gd name="T1" fmla="*/ 258 h 258"/>
                <a:gd name="T2" fmla="*/ 23 w 458"/>
                <a:gd name="T3" fmla="*/ 258 h 258"/>
                <a:gd name="T4" fmla="*/ 12 w 458"/>
                <a:gd name="T5" fmla="*/ 253 h 258"/>
                <a:gd name="T6" fmla="*/ 5 w 458"/>
                <a:gd name="T7" fmla="*/ 246 h 258"/>
                <a:gd name="T8" fmla="*/ 1 w 458"/>
                <a:gd name="T9" fmla="*/ 236 h 258"/>
                <a:gd name="T10" fmla="*/ 0 w 458"/>
                <a:gd name="T11" fmla="*/ 230 h 258"/>
                <a:gd name="T12" fmla="*/ 5 w 458"/>
                <a:gd name="T13" fmla="*/ 183 h 258"/>
                <a:gd name="T14" fmla="*/ 18 w 458"/>
                <a:gd name="T15" fmla="*/ 141 h 258"/>
                <a:gd name="T16" fmla="*/ 39 w 458"/>
                <a:gd name="T17" fmla="*/ 101 h 258"/>
                <a:gd name="T18" fmla="*/ 67 w 458"/>
                <a:gd name="T19" fmla="*/ 68 h 258"/>
                <a:gd name="T20" fmla="*/ 101 w 458"/>
                <a:gd name="T21" fmla="*/ 40 h 258"/>
                <a:gd name="T22" fmla="*/ 140 w 458"/>
                <a:gd name="T23" fmla="*/ 18 h 258"/>
                <a:gd name="T24" fmla="*/ 182 w 458"/>
                <a:gd name="T25" fmla="*/ 5 h 258"/>
                <a:gd name="T26" fmla="*/ 229 w 458"/>
                <a:gd name="T27" fmla="*/ 0 h 258"/>
                <a:gd name="T28" fmla="*/ 252 w 458"/>
                <a:gd name="T29" fmla="*/ 1 h 258"/>
                <a:gd name="T30" fmla="*/ 298 w 458"/>
                <a:gd name="T31" fmla="*/ 10 h 258"/>
                <a:gd name="T32" fmla="*/ 338 w 458"/>
                <a:gd name="T33" fmla="*/ 29 h 258"/>
                <a:gd name="T34" fmla="*/ 374 w 458"/>
                <a:gd name="T35" fmla="*/ 53 h 258"/>
                <a:gd name="T36" fmla="*/ 406 w 458"/>
                <a:gd name="T37" fmla="*/ 84 h 258"/>
                <a:gd name="T38" fmla="*/ 431 w 458"/>
                <a:gd name="T39" fmla="*/ 120 h 258"/>
                <a:gd name="T40" fmla="*/ 448 w 458"/>
                <a:gd name="T41" fmla="*/ 162 h 258"/>
                <a:gd name="T42" fmla="*/ 457 w 458"/>
                <a:gd name="T43" fmla="*/ 206 h 258"/>
                <a:gd name="T44" fmla="*/ 458 w 458"/>
                <a:gd name="T45" fmla="*/ 230 h 258"/>
                <a:gd name="T46" fmla="*/ 456 w 458"/>
                <a:gd name="T47" fmla="*/ 241 h 258"/>
                <a:gd name="T48" fmla="*/ 450 w 458"/>
                <a:gd name="T49" fmla="*/ 250 h 258"/>
                <a:gd name="T50" fmla="*/ 441 w 458"/>
                <a:gd name="T51" fmla="*/ 256 h 258"/>
                <a:gd name="T52" fmla="*/ 430 w 458"/>
                <a:gd name="T53" fmla="*/ 258 h 258"/>
                <a:gd name="T54" fmla="*/ 59 w 458"/>
                <a:gd name="T55" fmla="*/ 201 h 258"/>
                <a:gd name="T56" fmla="*/ 400 w 458"/>
                <a:gd name="T57" fmla="*/ 201 h 258"/>
                <a:gd name="T58" fmla="*/ 391 w 458"/>
                <a:gd name="T59" fmla="*/ 172 h 258"/>
                <a:gd name="T60" fmla="*/ 379 w 458"/>
                <a:gd name="T61" fmla="*/ 145 h 258"/>
                <a:gd name="T62" fmla="*/ 362 w 458"/>
                <a:gd name="T63" fmla="*/ 119 h 258"/>
                <a:gd name="T64" fmla="*/ 341 w 458"/>
                <a:gd name="T65" fmla="*/ 98 h 258"/>
                <a:gd name="T66" fmla="*/ 317 w 458"/>
                <a:gd name="T67" fmla="*/ 81 h 258"/>
                <a:gd name="T68" fmla="*/ 289 w 458"/>
                <a:gd name="T69" fmla="*/ 68 h 258"/>
                <a:gd name="T70" fmla="*/ 260 w 458"/>
                <a:gd name="T71" fmla="*/ 60 h 258"/>
                <a:gd name="T72" fmla="*/ 229 w 458"/>
                <a:gd name="T73" fmla="*/ 57 h 258"/>
                <a:gd name="T74" fmla="*/ 213 w 458"/>
                <a:gd name="T75" fmla="*/ 58 h 258"/>
                <a:gd name="T76" fmla="*/ 182 w 458"/>
                <a:gd name="T77" fmla="*/ 64 h 258"/>
                <a:gd name="T78" fmla="*/ 154 w 458"/>
                <a:gd name="T79" fmla="*/ 74 h 258"/>
                <a:gd name="T80" fmla="*/ 129 w 458"/>
                <a:gd name="T81" fmla="*/ 89 h 258"/>
                <a:gd name="T82" fmla="*/ 106 w 458"/>
                <a:gd name="T83" fmla="*/ 108 h 258"/>
                <a:gd name="T84" fmla="*/ 87 w 458"/>
                <a:gd name="T85" fmla="*/ 132 h 258"/>
                <a:gd name="T86" fmla="*/ 72 w 458"/>
                <a:gd name="T87" fmla="*/ 158 h 258"/>
                <a:gd name="T88" fmla="*/ 62 w 458"/>
                <a:gd name="T89" fmla="*/ 186 h 258"/>
                <a:gd name="T90" fmla="*/ 59 w 458"/>
                <a:gd name="T91" fmla="*/ 201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8" h="258">
                  <a:moveTo>
                    <a:pt x="430" y="258"/>
                  </a:moveTo>
                  <a:lnTo>
                    <a:pt x="28" y="258"/>
                  </a:lnTo>
                  <a:lnTo>
                    <a:pt x="28" y="258"/>
                  </a:lnTo>
                  <a:lnTo>
                    <a:pt x="23" y="258"/>
                  </a:lnTo>
                  <a:lnTo>
                    <a:pt x="17" y="256"/>
                  </a:lnTo>
                  <a:lnTo>
                    <a:pt x="12" y="253"/>
                  </a:lnTo>
                  <a:lnTo>
                    <a:pt x="8" y="250"/>
                  </a:lnTo>
                  <a:lnTo>
                    <a:pt x="5" y="246"/>
                  </a:lnTo>
                  <a:lnTo>
                    <a:pt x="2" y="241"/>
                  </a:lnTo>
                  <a:lnTo>
                    <a:pt x="1" y="236"/>
                  </a:lnTo>
                  <a:lnTo>
                    <a:pt x="0" y="230"/>
                  </a:lnTo>
                  <a:lnTo>
                    <a:pt x="0" y="230"/>
                  </a:lnTo>
                  <a:lnTo>
                    <a:pt x="1" y="206"/>
                  </a:lnTo>
                  <a:lnTo>
                    <a:pt x="5" y="183"/>
                  </a:lnTo>
                  <a:lnTo>
                    <a:pt x="10" y="162"/>
                  </a:lnTo>
                  <a:lnTo>
                    <a:pt x="18" y="141"/>
                  </a:lnTo>
                  <a:lnTo>
                    <a:pt x="28" y="120"/>
                  </a:lnTo>
                  <a:lnTo>
                    <a:pt x="39" y="101"/>
                  </a:lnTo>
                  <a:lnTo>
                    <a:pt x="52" y="84"/>
                  </a:lnTo>
                  <a:lnTo>
                    <a:pt x="67" y="68"/>
                  </a:lnTo>
                  <a:lnTo>
                    <a:pt x="83" y="53"/>
                  </a:lnTo>
                  <a:lnTo>
                    <a:pt x="101" y="40"/>
                  </a:lnTo>
                  <a:lnTo>
                    <a:pt x="120" y="29"/>
                  </a:lnTo>
                  <a:lnTo>
                    <a:pt x="140" y="18"/>
                  </a:lnTo>
                  <a:lnTo>
                    <a:pt x="161" y="10"/>
                  </a:lnTo>
                  <a:lnTo>
                    <a:pt x="182" y="5"/>
                  </a:lnTo>
                  <a:lnTo>
                    <a:pt x="206" y="1"/>
                  </a:lnTo>
                  <a:lnTo>
                    <a:pt x="229" y="0"/>
                  </a:lnTo>
                  <a:lnTo>
                    <a:pt x="229" y="0"/>
                  </a:lnTo>
                  <a:lnTo>
                    <a:pt x="252" y="1"/>
                  </a:lnTo>
                  <a:lnTo>
                    <a:pt x="275" y="5"/>
                  </a:lnTo>
                  <a:lnTo>
                    <a:pt x="298" y="10"/>
                  </a:lnTo>
                  <a:lnTo>
                    <a:pt x="318" y="18"/>
                  </a:lnTo>
                  <a:lnTo>
                    <a:pt x="338" y="29"/>
                  </a:lnTo>
                  <a:lnTo>
                    <a:pt x="357" y="40"/>
                  </a:lnTo>
                  <a:lnTo>
                    <a:pt x="374" y="53"/>
                  </a:lnTo>
                  <a:lnTo>
                    <a:pt x="391" y="68"/>
                  </a:lnTo>
                  <a:lnTo>
                    <a:pt x="406" y="84"/>
                  </a:lnTo>
                  <a:lnTo>
                    <a:pt x="419" y="101"/>
                  </a:lnTo>
                  <a:lnTo>
                    <a:pt x="431" y="120"/>
                  </a:lnTo>
                  <a:lnTo>
                    <a:pt x="440" y="141"/>
                  </a:lnTo>
                  <a:lnTo>
                    <a:pt x="448" y="162"/>
                  </a:lnTo>
                  <a:lnTo>
                    <a:pt x="454" y="183"/>
                  </a:lnTo>
                  <a:lnTo>
                    <a:pt x="457" y="206"/>
                  </a:lnTo>
                  <a:lnTo>
                    <a:pt x="458" y="230"/>
                  </a:lnTo>
                  <a:lnTo>
                    <a:pt x="458" y="230"/>
                  </a:lnTo>
                  <a:lnTo>
                    <a:pt x="458" y="236"/>
                  </a:lnTo>
                  <a:lnTo>
                    <a:pt x="456" y="241"/>
                  </a:lnTo>
                  <a:lnTo>
                    <a:pt x="453" y="246"/>
                  </a:lnTo>
                  <a:lnTo>
                    <a:pt x="450" y="250"/>
                  </a:lnTo>
                  <a:lnTo>
                    <a:pt x="446" y="253"/>
                  </a:lnTo>
                  <a:lnTo>
                    <a:pt x="441" y="256"/>
                  </a:lnTo>
                  <a:lnTo>
                    <a:pt x="436" y="258"/>
                  </a:lnTo>
                  <a:lnTo>
                    <a:pt x="430" y="258"/>
                  </a:lnTo>
                  <a:lnTo>
                    <a:pt x="430" y="258"/>
                  </a:lnTo>
                  <a:close/>
                  <a:moveTo>
                    <a:pt x="59" y="201"/>
                  </a:moveTo>
                  <a:lnTo>
                    <a:pt x="400" y="201"/>
                  </a:lnTo>
                  <a:lnTo>
                    <a:pt x="400" y="201"/>
                  </a:lnTo>
                  <a:lnTo>
                    <a:pt x="397" y="186"/>
                  </a:lnTo>
                  <a:lnTo>
                    <a:pt x="391" y="172"/>
                  </a:lnTo>
                  <a:lnTo>
                    <a:pt x="385" y="158"/>
                  </a:lnTo>
                  <a:lnTo>
                    <a:pt x="379" y="145"/>
                  </a:lnTo>
                  <a:lnTo>
                    <a:pt x="371" y="132"/>
                  </a:lnTo>
                  <a:lnTo>
                    <a:pt x="362" y="119"/>
                  </a:lnTo>
                  <a:lnTo>
                    <a:pt x="352" y="108"/>
                  </a:lnTo>
                  <a:lnTo>
                    <a:pt x="341" y="98"/>
                  </a:lnTo>
                  <a:lnTo>
                    <a:pt x="330" y="89"/>
                  </a:lnTo>
                  <a:lnTo>
                    <a:pt x="317" y="81"/>
                  </a:lnTo>
                  <a:lnTo>
                    <a:pt x="304" y="74"/>
                  </a:lnTo>
                  <a:lnTo>
                    <a:pt x="289" y="68"/>
                  </a:lnTo>
                  <a:lnTo>
                    <a:pt x="275" y="64"/>
                  </a:lnTo>
                  <a:lnTo>
                    <a:pt x="260" y="60"/>
                  </a:lnTo>
                  <a:lnTo>
                    <a:pt x="245" y="58"/>
                  </a:lnTo>
                  <a:lnTo>
                    <a:pt x="229" y="57"/>
                  </a:lnTo>
                  <a:lnTo>
                    <a:pt x="229" y="57"/>
                  </a:lnTo>
                  <a:lnTo>
                    <a:pt x="213" y="58"/>
                  </a:lnTo>
                  <a:lnTo>
                    <a:pt x="198" y="60"/>
                  </a:lnTo>
                  <a:lnTo>
                    <a:pt x="182" y="64"/>
                  </a:lnTo>
                  <a:lnTo>
                    <a:pt x="168" y="68"/>
                  </a:lnTo>
                  <a:lnTo>
                    <a:pt x="154" y="74"/>
                  </a:lnTo>
                  <a:lnTo>
                    <a:pt x="141" y="81"/>
                  </a:lnTo>
                  <a:lnTo>
                    <a:pt x="129" y="89"/>
                  </a:lnTo>
                  <a:lnTo>
                    <a:pt x="117" y="98"/>
                  </a:lnTo>
                  <a:lnTo>
                    <a:pt x="106" y="108"/>
                  </a:lnTo>
                  <a:lnTo>
                    <a:pt x="96" y="119"/>
                  </a:lnTo>
                  <a:lnTo>
                    <a:pt x="87" y="132"/>
                  </a:lnTo>
                  <a:lnTo>
                    <a:pt x="79" y="145"/>
                  </a:lnTo>
                  <a:lnTo>
                    <a:pt x="72" y="158"/>
                  </a:lnTo>
                  <a:lnTo>
                    <a:pt x="66" y="172"/>
                  </a:lnTo>
                  <a:lnTo>
                    <a:pt x="62" y="186"/>
                  </a:lnTo>
                  <a:lnTo>
                    <a:pt x="59" y="201"/>
                  </a:lnTo>
                  <a:lnTo>
                    <a:pt x="59" y="2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15">
              <a:extLst>
                <a:ext uri="{FF2B5EF4-FFF2-40B4-BE49-F238E27FC236}">
                  <a16:creationId xmlns:a16="http://schemas.microsoft.com/office/drawing/2014/main" id="{3A0059E5-70D0-424B-91B8-66D159F9536F}"/>
                </a:ext>
              </a:extLst>
            </p:cNvPr>
            <p:cNvSpPr>
              <a:spLocks noEditPoints="1"/>
            </p:cNvSpPr>
            <p:nvPr/>
          </p:nvSpPr>
          <p:spPr bwMode="auto">
            <a:xfrm>
              <a:off x="2930525" y="3121026"/>
              <a:ext cx="74613" cy="74613"/>
            </a:xfrm>
            <a:custGeom>
              <a:avLst/>
              <a:gdLst>
                <a:gd name="T0" fmla="*/ 128 w 283"/>
                <a:gd name="T1" fmla="*/ 283 h 283"/>
                <a:gd name="T2" fmla="*/ 87 w 283"/>
                <a:gd name="T3" fmla="*/ 272 h 283"/>
                <a:gd name="T4" fmla="*/ 52 w 283"/>
                <a:gd name="T5" fmla="*/ 251 h 283"/>
                <a:gd name="T6" fmla="*/ 25 w 283"/>
                <a:gd name="T7" fmla="*/ 220 h 283"/>
                <a:gd name="T8" fmla="*/ 7 w 283"/>
                <a:gd name="T9" fmla="*/ 184 h 283"/>
                <a:gd name="T10" fmla="*/ 0 w 283"/>
                <a:gd name="T11" fmla="*/ 141 h 283"/>
                <a:gd name="T12" fmla="*/ 4 w 283"/>
                <a:gd name="T13" fmla="*/ 113 h 283"/>
                <a:gd name="T14" fmla="*/ 18 w 283"/>
                <a:gd name="T15" fmla="*/ 74 h 283"/>
                <a:gd name="T16" fmla="*/ 42 w 283"/>
                <a:gd name="T17" fmla="*/ 41 h 283"/>
                <a:gd name="T18" fmla="*/ 74 w 283"/>
                <a:gd name="T19" fmla="*/ 17 h 283"/>
                <a:gd name="T20" fmla="*/ 114 w 283"/>
                <a:gd name="T21" fmla="*/ 3 h 283"/>
                <a:gd name="T22" fmla="*/ 142 w 283"/>
                <a:gd name="T23" fmla="*/ 0 h 283"/>
                <a:gd name="T24" fmla="*/ 184 w 283"/>
                <a:gd name="T25" fmla="*/ 6 h 283"/>
                <a:gd name="T26" fmla="*/ 222 w 283"/>
                <a:gd name="T27" fmla="*/ 24 h 283"/>
                <a:gd name="T28" fmla="*/ 251 w 283"/>
                <a:gd name="T29" fmla="*/ 52 h 283"/>
                <a:gd name="T30" fmla="*/ 272 w 283"/>
                <a:gd name="T31" fmla="*/ 86 h 283"/>
                <a:gd name="T32" fmla="*/ 283 w 283"/>
                <a:gd name="T33" fmla="*/ 127 h 283"/>
                <a:gd name="T34" fmla="*/ 283 w 283"/>
                <a:gd name="T35" fmla="*/ 156 h 283"/>
                <a:gd name="T36" fmla="*/ 272 w 283"/>
                <a:gd name="T37" fmla="*/ 197 h 283"/>
                <a:gd name="T38" fmla="*/ 251 w 283"/>
                <a:gd name="T39" fmla="*/ 231 h 283"/>
                <a:gd name="T40" fmla="*/ 222 w 283"/>
                <a:gd name="T41" fmla="*/ 259 h 283"/>
                <a:gd name="T42" fmla="*/ 184 w 283"/>
                <a:gd name="T43" fmla="*/ 277 h 283"/>
                <a:gd name="T44" fmla="*/ 142 w 283"/>
                <a:gd name="T45" fmla="*/ 283 h 283"/>
                <a:gd name="T46" fmla="*/ 142 w 283"/>
                <a:gd name="T47" fmla="*/ 57 h 283"/>
                <a:gd name="T48" fmla="*/ 117 w 283"/>
                <a:gd name="T49" fmla="*/ 61 h 283"/>
                <a:gd name="T50" fmla="*/ 94 w 283"/>
                <a:gd name="T51" fmla="*/ 71 h 283"/>
                <a:gd name="T52" fmla="*/ 76 w 283"/>
                <a:gd name="T53" fmla="*/ 88 h 283"/>
                <a:gd name="T54" fmla="*/ 64 w 283"/>
                <a:gd name="T55" fmla="*/ 108 h 283"/>
                <a:gd name="T56" fmla="*/ 57 w 283"/>
                <a:gd name="T57" fmla="*/ 132 h 283"/>
                <a:gd name="T58" fmla="*/ 57 w 283"/>
                <a:gd name="T59" fmla="*/ 151 h 283"/>
                <a:gd name="T60" fmla="*/ 64 w 283"/>
                <a:gd name="T61" fmla="*/ 175 h 283"/>
                <a:gd name="T62" fmla="*/ 76 w 283"/>
                <a:gd name="T63" fmla="*/ 196 h 283"/>
                <a:gd name="T64" fmla="*/ 94 w 283"/>
                <a:gd name="T65" fmla="*/ 212 h 283"/>
                <a:gd name="T66" fmla="*/ 117 w 283"/>
                <a:gd name="T67" fmla="*/ 222 h 283"/>
                <a:gd name="T68" fmla="*/ 142 w 283"/>
                <a:gd name="T69" fmla="*/ 226 h 283"/>
                <a:gd name="T70" fmla="*/ 159 w 283"/>
                <a:gd name="T71" fmla="*/ 225 h 283"/>
                <a:gd name="T72" fmla="*/ 182 w 283"/>
                <a:gd name="T73" fmla="*/ 216 h 283"/>
                <a:gd name="T74" fmla="*/ 202 w 283"/>
                <a:gd name="T75" fmla="*/ 202 h 283"/>
                <a:gd name="T76" fmla="*/ 217 w 283"/>
                <a:gd name="T77" fmla="*/ 182 h 283"/>
                <a:gd name="T78" fmla="*/ 226 w 283"/>
                <a:gd name="T79" fmla="*/ 159 h 283"/>
                <a:gd name="T80" fmla="*/ 227 w 283"/>
                <a:gd name="T81" fmla="*/ 141 h 283"/>
                <a:gd name="T82" fmla="*/ 224 w 283"/>
                <a:gd name="T83" fmla="*/ 116 h 283"/>
                <a:gd name="T84" fmla="*/ 213 w 283"/>
                <a:gd name="T85" fmla="*/ 94 h 283"/>
                <a:gd name="T86" fmla="*/ 196 w 283"/>
                <a:gd name="T87" fmla="*/ 76 h 283"/>
                <a:gd name="T88" fmla="*/ 175 w 283"/>
                <a:gd name="T89" fmla="*/ 63 h 283"/>
                <a:gd name="T90" fmla="*/ 151 w 283"/>
                <a:gd name="T91" fmla="*/ 57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3" h="283">
                  <a:moveTo>
                    <a:pt x="142" y="283"/>
                  </a:moveTo>
                  <a:lnTo>
                    <a:pt x="142" y="283"/>
                  </a:lnTo>
                  <a:lnTo>
                    <a:pt x="128" y="283"/>
                  </a:lnTo>
                  <a:lnTo>
                    <a:pt x="114" y="280"/>
                  </a:lnTo>
                  <a:lnTo>
                    <a:pt x="99" y="277"/>
                  </a:lnTo>
                  <a:lnTo>
                    <a:pt x="87" y="272"/>
                  </a:lnTo>
                  <a:lnTo>
                    <a:pt x="74" y="266"/>
                  </a:lnTo>
                  <a:lnTo>
                    <a:pt x="63" y="259"/>
                  </a:lnTo>
                  <a:lnTo>
                    <a:pt x="52" y="251"/>
                  </a:lnTo>
                  <a:lnTo>
                    <a:pt x="42" y="241"/>
                  </a:lnTo>
                  <a:lnTo>
                    <a:pt x="33" y="231"/>
                  </a:lnTo>
                  <a:lnTo>
                    <a:pt x="25" y="220"/>
                  </a:lnTo>
                  <a:lnTo>
                    <a:pt x="18" y="209"/>
                  </a:lnTo>
                  <a:lnTo>
                    <a:pt x="12" y="197"/>
                  </a:lnTo>
                  <a:lnTo>
                    <a:pt x="7" y="184"/>
                  </a:lnTo>
                  <a:lnTo>
                    <a:pt x="4" y="170"/>
                  </a:lnTo>
                  <a:lnTo>
                    <a:pt x="1" y="156"/>
                  </a:lnTo>
                  <a:lnTo>
                    <a:pt x="0" y="141"/>
                  </a:lnTo>
                  <a:lnTo>
                    <a:pt x="0" y="141"/>
                  </a:lnTo>
                  <a:lnTo>
                    <a:pt x="1" y="127"/>
                  </a:lnTo>
                  <a:lnTo>
                    <a:pt x="4" y="113"/>
                  </a:lnTo>
                  <a:lnTo>
                    <a:pt x="7" y="99"/>
                  </a:lnTo>
                  <a:lnTo>
                    <a:pt x="12" y="86"/>
                  </a:lnTo>
                  <a:lnTo>
                    <a:pt x="18" y="74"/>
                  </a:lnTo>
                  <a:lnTo>
                    <a:pt x="25" y="63"/>
                  </a:lnTo>
                  <a:lnTo>
                    <a:pt x="33" y="52"/>
                  </a:lnTo>
                  <a:lnTo>
                    <a:pt x="42" y="41"/>
                  </a:lnTo>
                  <a:lnTo>
                    <a:pt x="52" y="32"/>
                  </a:lnTo>
                  <a:lnTo>
                    <a:pt x="63" y="24"/>
                  </a:lnTo>
                  <a:lnTo>
                    <a:pt x="74" y="17"/>
                  </a:lnTo>
                  <a:lnTo>
                    <a:pt x="87" y="11"/>
                  </a:lnTo>
                  <a:lnTo>
                    <a:pt x="99" y="6"/>
                  </a:lnTo>
                  <a:lnTo>
                    <a:pt x="114" y="3"/>
                  </a:lnTo>
                  <a:lnTo>
                    <a:pt x="128" y="0"/>
                  </a:lnTo>
                  <a:lnTo>
                    <a:pt x="142" y="0"/>
                  </a:lnTo>
                  <a:lnTo>
                    <a:pt x="142" y="0"/>
                  </a:lnTo>
                  <a:lnTo>
                    <a:pt x="156" y="0"/>
                  </a:lnTo>
                  <a:lnTo>
                    <a:pt x="170" y="3"/>
                  </a:lnTo>
                  <a:lnTo>
                    <a:pt x="184" y="6"/>
                  </a:lnTo>
                  <a:lnTo>
                    <a:pt x="197" y="11"/>
                  </a:lnTo>
                  <a:lnTo>
                    <a:pt x="210" y="17"/>
                  </a:lnTo>
                  <a:lnTo>
                    <a:pt x="222" y="24"/>
                  </a:lnTo>
                  <a:lnTo>
                    <a:pt x="232" y="32"/>
                  </a:lnTo>
                  <a:lnTo>
                    <a:pt x="242" y="41"/>
                  </a:lnTo>
                  <a:lnTo>
                    <a:pt x="251" y="52"/>
                  </a:lnTo>
                  <a:lnTo>
                    <a:pt x="259" y="63"/>
                  </a:lnTo>
                  <a:lnTo>
                    <a:pt x="266" y="74"/>
                  </a:lnTo>
                  <a:lnTo>
                    <a:pt x="272" y="86"/>
                  </a:lnTo>
                  <a:lnTo>
                    <a:pt x="277" y="99"/>
                  </a:lnTo>
                  <a:lnTo>
                    <a:pt x="281" y="113"/>
                  </a:lnTo>
                  <a:lnTo>
                    <a:pt x="283" y="127"/>
                  </a:lnTo>
                  <a:lnTo>
                    <a:pt x="283" y="141"/>
                  </a:lnTo>
                  <a:lnTo>
                    <a:pt x="283" y="141"/>
                  </a:lnTo>
                  <a:lnTo>
                    <a:pt x="283" y="156"/>
                  </a:lnTo>
                  <a:lnTo>
                    <a:pt x="281" y="170"/>
                  </a:lnTo>
                  <a:lnTo>
                    <a:pt x="277" y="184"/>
                  </a:lnTo>
                  <a:lnTo>
                    <a:pt x="272" y="197"/>
                  </a:lnTo>
                  <a:lnTo>
                    <a:pt x="266" y="209"/>
                  </a:lnTo>
                  <a:lnTo>
                    <a:pt x="259" y="220"/>
                  </a:lnTo>
                  <a:lnTo>
                    <a:pt x="251" y="231"/>
                  </a:lnTo>
                  <a:lnTo>
                    <a:pt x="242" y="241"/>
                  </a:lnTo>
                  <a:lnTo>
                    <a:pt x="232" y="251"/>
                  </a:lnTo>
                  <a:lnTo>
                    <a:pt x="222" y="259"/>
                  </a:lnTo>
                  <a:lnTo>
                    <a:pt x="210" y="266"/>
                  </a:lnTo>
                  <a:lnTo>
                    <a:pt x="197" y="272"/>
                  </a:lnTo>
                  <a:lnTo>
                    <a:pt x="184" y="277"/>
                  </a:lnTo>
                  <a:lnTo>
                    <a:pt x="170" y="280"/>
                  </a:lnTo>
                  <a:lnTo>
                    <a:pt x="156" y="283"/>
                  </a:lnTo>
                  <a:lnTo>
                    <a:pt x="142" y="283"/>
                  </a:lnTo>
                  <a:lnTo>
                    <a:pt x="142" y="283"/>
                  </a:lnTo>
                  <a:close/>
                  <a:moveTo>
                    <a:pt x="142" y="57"/>
                  </a:moveTo>
                  <a:lnTo>
                    <a:pt x="142" y="57"/>
                  </a:lnTo>
                  <a:lnTo>
                    <a:pt x="134" y="57"/>
                  </a:lnTo>
                  <a:lnTo>
                    <a:pt x="125" y="59"/>
                  </a:lnTo>
                  <a:lnTo>
                    <a:pt x="117" y="61"/>
                  </a:lnTo>
                  <a:lnTo>
                    <a:pt x="109" y="63"/>
                  </a:lnTo>
                  <a:lnTo>
                    <a:pt x="101" y="67"/>
                  </a:lnTo>
                  <a:lnTo>
                    <a:pt x="94" y="71"/>
                  </a:lnTo>
                  <a:lnTo>
                    <a:pt x="88" y="76"/>
                  </a:lnTo>
                  <a:lnTo>
                    <a:pt x="82" y="82"/>
                  </a:lnTo>
                  <a:lnTo>
                    <a:pt x="76" y="88"/>
                  </a:lnTo>
                  <a:lnTo>
                    <a:pt x="71" y="94"/>
                  </a:lnTo>
                  <a:lnTo>
                    <a:pt x="67" y="101"/>
                  </a:lnTo>
                  <a:lnTo>
                    <a:pt x="64" y="108"/>
                  </a:lnTo>
                  <a:lnTo>
                    <a:pt x="61" y="116"/>
                  </a:lnTo>
                  <a:lnTo>
                    <a:pt x="59" y="124"/>
                  </a:lnTo>
                  <a:lnTo>
                    <a:pt x="57" y="132"/>
                  </a:lnTo>
                  <a:lnTo>
                    <a:pt x="57" y="141"/>
                  </a:lnTo>
                  <a:lnTo>
                    <a:pt x="57" y="141"/>
                  </a:lnTo>
                  <a:lnTo>
                    <a:pt x="57" y="151"/>
                  </a:lnTo>
                  <a:lnTo>
                    <a:pt x="59" y="159"/>
                  </a:lnTo>
                  <a:lnTo>
                    <a:pt x="61" y="167"/>
                  </a:lnTo>
                  <a:lnTo>
                    <a:pt x="64" y="175"/>
                  </a:lnTo>
                  <a:lnTo>
                    <a:pt x="67" y="182"/>
                  </a:lnTo>
                  <a:lnTo>
                    <a:pt x="71" y="189"/>
                  </a:lnTo>
                  <a:lnTo>
                    <a:pt x="76" y="196"/>
                  </a:lnTo>
                  <a:lnTo>
                    <a:pt x="82" y="202"/>
                  </a:lnTo>
                  <a:lnTo>
                    <a:pt x="88" y="207"/>
                  </a:lnTo>
                  <a:lnTo>
                    <a:pt x="94" y="212"/>
                  </a:lnTo>
                  <a:lnTo>
                    <a:pt x="101" y="216"/>
                  </a:lnTo>
                  <a:lnTo>
                    <a:pt x="109" y="220"/>
                  </a:lnTo>
                  <a:lnTo>
                    <a:pt x="117" y="222"/>
                  </a:lnTo>
                  <a:lnTo>
                    <a:pt x="125" y="225"/>
                  </a:lnTo>
                  <a:lnTo>
                    <a:pt x="134" y="226"/>
                  </a:lnTo>
                  <a:lnTo>
                    <a:pt x="142" y="226"/>
                  </a:lnTo>
                  <a:lnTo>
                    <a:pt x="142" y="226"/>
                  </a:lnTo>
                  <a:lnTo>
                    <a:pt x="151" y="226"/>
                  </a:lnTo>
                  <a:lnTo>
                    <a:pt x="159" y="225"/>
                  </a:lnTo>
                  <a:lnTo>
                    <a:pt x="167" y="222"/>
                  </a:lnTo>
                  <a:lnTo>
                    <a:pt x="175" y="220"/>
                  </a:lnTo>
                  <a:lnTo>
                    <a:pt x="182" y="216"/>
                  </a:lnTo>
                  <a:lnTo>
                    <a:pt x="189" y="212"/>
                  </a:lnTo>
                  <a:lnTo>
                    <a:pt x="196" y="207"/>
                  </a:lnTo>
                  <a:lnTo>
                    <a:pt x="202" y="202"/>
                  </a:lnTo>
                  <a:lnTo>
                    <a:pt x="208" y="196"/>
                  </a:lnTo>
                  <a:lnTo>
                    <a:pt x="213" y="189"/>
                  </a:lnTo>
                  <a:lnTo>
                    <a:pt x="217" y="182"/>
                  </a:lnTo>
                  <a:lnTo>
                    <a:pt x="221" y="175"/>
                  </a:lnTo>
                  <a:lnTo>
                    <a:pt x="224" y="167"/>
                  </a:lnTo>
                  <a:lnTo>
                    <a:pt x="226" y="159"/>
                  </a:lnTo>
                  <a:lnTo>
                    <a:pt x="227" y="151"/>
                  </a:lnTo>
                  <a:lnTo>
                    <a:pt x="227" y="141"/>
                  </a:lnTo>
                  <a:lnTo>
                    <a:pt x="227" y="141"/>
                  </a:lnTo>
                  <a:lnTo>
                    <a:pt x="227" y="132"/>
                  </a:lnTo>
                  <a:lnTo>
                    <a:pt x="226" y="124"/>
                  </a:lnTo>
                  <a:lnTo>
                    <a:pt x="224" y="116"/>
                  </a:lnTo>
                  <a:lnTo>
                    <a:pt x="221" y="108"/>
                  </a:lnTo>
                  <a:lnTo>
                    <a:pt x="217" y="101"/>
                  </a:lnTo>
                  <a:lnTo>
                    <a:pt x="213" y="94"/>
                  </a:lnTo>
                  <a:lnTo>
                    <a:pt x="208" y="88"/>
                  </a:lnTo>
                  <a:lnTo>
                    <a:pt x="202" y="82"/>
                  </a:lnTo>
                  <a:lnTo>
                    <a:pt x="196" y="76"/>
                  </a:lnTo>
                  <a:lnTo>
                    <a:pt x="189" y="71"/>
                  </a:lnTo>
                  <a:lnTo>
                    <a:pt x="182" y="67"/>
                  </a:lnTo>
                  <a:lnTo>
                    <a:pt x="175" y="63"/>
                  </a:lnTo>
                  <a:lnTo>
                    <a:pt x="167" y="61"/>
                  </a:lnTo>
                  <a:lnTo>
                    <a:pt x="159" y="59"/>
                  </a:lnTo>
                  <a:lnTo>
                    <a:pt x="151" y="57"/>
                  </a:lnTo>
                  <a:lnTo>
                    <a:pt x="142" y="57"/>
                  </a:lnTo>
                  <a:lnTo>
                    <a:pt x="142"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16">
              <a:extLst>
                <a:ext uri="{FF2B5EF4-FFF2-40B4-BE49-F238E27FC236}">
                  <a16:creationId xmlns:a16="http://schemas.microsoft.com/office/drawing/2014/main" id="{CD109A56-68B3-4365-B47A-32A115032F04}"/>
                </a:ext>
              </a:extLst>
            </p:cNvPr>
            <p:cNvSpPr>
              <a:spLocks noEditPoints="1"/>
            </p:cNvSpPr>
            <p:nvPr/>
          </p:nvSpPr>
          <p:spPr bwMode="auto">
            <a:xfrm>
              <a:off x="2908300" y="3181351"/>
              <a:ext cx="120650" cy="68263"/>
            </a:xfrm>
            <a:custGeom>
              <a:avLst/>
              <a:gdLst>
                <a:gd name="T0" fmla="*/ 28 w 458"/>
                <a:gd name="T1" fmla="*/ 258 h 258"/>
                <a:gd name="T2" fmla="*/ 23 w 458"/>
                <a:gd name="T3" fmla="*/ 258 h 258"/>
                <a:gd name="T4" fmla="*/ 12 w 458"/>
                <a:gd name="T5" fmla="*/ 253 h 258"/>
                <a:gd name="T6" fmla="*/ 5 w 458"/>
                <a:gd name="T7" fmla="*/ 246 h 258"/>
                <a:gd name="T8" fmla="*/ 1 w 458"/>
                <a:gd name="T9" fmla="*/ 236 h 258"/>
                <a:gd name="T10" fmla="*/ 0 w 458"/>
                <a:gd name="T11" fmla="*/ 230 h 258"/>
                <a:gd name="T12" fmla="*/ 5 w 458"/>
                <a:gd name="T13" fmla="*/ 183 h 258"/>
                <a:gd name="T14" fmla="*/ 18 w 458"/>
                <a:gd name="T15" fmla="*/ 141 h 258"/>
                <a:gd name="T16" fmla="*/ 39 w 458"/>
                <a:gd name="T17" fmla="*/ 101 h 258"/>
                <a:gd name="T18" fmla="*/ 67 w 458"/>
                <a:gd name="T19" fmla="*/ 68 h 258"/>
                <a:gd name="T20" fmla="*/ 101 w 458"/>
                <a:gd name="T21" fmla="*/ 40 h 258"/>
                <a:gd name="T22" fmla="*/ 140 w 458"/>
                <a:gd name="T23" fmla="*/ 18 h 258"/>
                <a:gd name="T24" fmla="*/ 182 w 458"/>
                <a:gd name="T25" fmla="*/ 5 h 258"/>
                <a:gd name="T26" fmla="*/ 229 w 458"/>
                <a:gd name="T27" fmla="*/ 0 h 258"/>
                <a:gd name="T28" fmla="*/ 252 w 458"/>
                <a:gd name="T29" fmla="*/ 1 h 258"/>
                <a:gd name="T30" fmla="*/ 298 w 458"/>
                <a:gd name="T31" fmla="*/ 10 h 258"/>
                <a:gd name="T32" fmla="*/ 338 w 458"/>
                <a:gd name="T33" fmla="*/ 29 h 258"/>
                <a:gd name="T34" fmla="*/ 374 w 458"/>
                <a:gd name="T35" fmla="*/ 53 h 258"/>
                <a:gd name="T36" fmla="*/ 406 w 458"/>
                <a:gd name="T37" fmla="*/ 84 h 258"/>
                <a:gd name="T38" fmla="*/ 431 w 458"/>
                <a:gd name="T39" fmla="*/ 120 h 258"/>
                <a:gd name="T40" fmla="*/ 448 w 458"/>
                <a:gd name="T41" fmla="*/ 162 h 258"/>
                <a:gd name="T42" fmla="*/ 457 w 458"/>
                <a:gd name="T43" fmla="*/ 206 h 258"/>
                <a:gd name="T44" fmla="*/ 458 w 458"/>
                <a:gd name="T45" fmla="*/ 230 h 258"/>
                <a:gd name="T46" fmla="*/ 456 w 458"/>
                <a:gd name="T47" fmla="*/ 241 h 258"/>
                <a:gd name="T48" fmla="*/ 450 w 458"/>
                <a:gd name="T49" fmla="*/ 250 h 258"/>
                <a:gd name="T50" fmla="*/ 441 w 458"/>
                <a:gd name="T51" fmla="*/ 256 h 258"/>
                <a:gd name="T52" fmla="*/ 430 w 458"/>
                <a:gd name="T53" fmla="*/ 258 h 258"/>
                <a:gd name="T54" fmla="*/ 59 w 458"/>
                <a:gd name="T55" fmla="*/ 201 h 258"/>
                <a:gd name="T56" fmla="*/ 400 w 458"/>
                <a:gd name="T57" fmla="*/ 201 h 258"/>
                <a:gd name="T58" fmla="*/ 391 w 458"/>
                <a:gd name="T59" fmla="*/ 172 h 258"/>
                <a:gd name="T60" fmla="*/ 379 w 458"/>
                <a:gd name="T61" fmla="*/ 145 h 258"/>
                <a:gd name="T62" fmla="*/ 362 w 458"/>
                <a:gd name="T63" fmla="*/ 119 h 258"/>
                <a:gd name="T64" fmla="*/ 341 w 458"/>
                <a:gd name="T65" fmla="*/ 98 h 258"/>
                <a:gd name="T66" fmla="*/ 317 w 458"/>
                <a:gd name="T67" fmla="*/ 81 h 258"/>
                <a:gd name="T68" fmla="*/ 289 w 458"/>
                <a:gd name="T69" fmla="*/ 68 h 258"/>
                <a:gd name="T70" fmla="*/ 260 w 458"/>
                <a:gd name="T71" fmla="*/ 60 h 258"/>
                <a:gd name="T72" fmla="*/ 229 w 458"/>
                <a:gd name="T73" fmla="*/ 57 h 258"/>
                <a:gd name="T74" fmla="*/ 213 w 458"/>
                <a:gd name="T75" fmla="*/ 58 h 258"/>
                <a:gd name="T76" fmla="*/ 182 w 458"/>
                <a:gd name="T77" fmla="*/ 64 h 258"/>
                <a:gd name="T78" fmla="*/ 154 w 458"/>
                <a:gd name="T79" fmla="*/ 74 h 258"/>
                <a:gd name="T80" fmla="*/ 129 w 458"/>
                <a:gd name="T81" fmla="*/ 89 h 258"/>
                <a:gd name="T82" fmla="*/ 106 w 458"/>
                <a:gd name="T83" fmla="*/ 108 h 258"/>
                <a:gd name="T84" fmla="*/ 87 w 458"/>
                <a:gd name="T85" fmla="*/ 132 h 258"/>
                <a:gd name="T86" fmla="*/ 72 w 458"/>
                <a:gd name="T87" fmla="*/ 158 h 258"/>
                <a:gd name="T88" fmla="*/ 62 w 458"/>
                <a:gd name="T89" fmla="*/ 186 h 258"/>
                <a:gd name="T90" fmla="*/ 59 w 458"/>
                <a:gd name="T91" fmla="*/ 201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8" h="258">
                  <a:moveTo>
                    <a:pt x="430" y="258"/>
                  </a:moveTo>
                  <a:lnTo>
                    <a:pt x="28" y="258"/>
                  </a:lnTo>
                  <a:lnTo>
                    <a:pt x="28" y="258"/>
                  </a:lnTo>
                  <a:lnTo>
                    <a:pt x="23" y="258"/>
                  </a:lnTo>
                  <a:lnTo>
                    <a:pt x="17" y="256"/>
                  </a:lnTo>
                  <a:lnTo>
                    <a:pt x="12" y="253"/>
                  </a:lnTo>
                  <a:lnTo>
                    <a:pt x="8" y="250"/>
                  </a:lnTo>
                  <a:lnTo>
                    <a:pt x="5" y="246"/>
                  </a:lnTo>
                  <a:lnTo>
                    <a:pt x="2" y="241"/>
                  </a:lnTo>
                  <a:lnTo>
                    <a:pt x="1" y="236"/>
                  </a:lnTo>
                  <a:lnTo>
                    <a:pt x="0" y="230"/>
                  </a:lnTo>
                  <a:lnTo>
                    <a:pt x="0" y="230"/>
                  </a:lnTo>
                  <a:lnTo>
                    <a:pt x="1" y="206"/>
                  </a:lnTo>
                  <a:lnTo>
                    <a:pt x="5" y="183"/>
                  </a:lnTo>
                  <a:lnTo>
                    <a:pt x="10" y="162"/>
                  </a:lnTo>
                  <a:lnTo>
                    <a:pt x="18" y="141"/>
                  </a:lnTo>
                  <a:lnTo>
                    <a:pt x="28" y="120"/>
                  </a:lnTo>
                  <a:lnTo>
                    <a:pt x="39" y="101"/>
                  </a:lnTo>
                  <a:lnTo>
                    <a:pt x="52" y="84"/>
                  </a:lnTo>
                  <a:lnTo>
                    <a:pt x="67" y="68"/>
                  </a:lnTo>
                  <a:lnTo>
                    <a:pt x="83" y="53"/>
                  </a:lnTo>
                  <a:lnTo>
                    <a:pt x="101" y="40"/>
                  </a:lnTo>
                  <a:lnTo>
                    <a:pt x="120" y="29"/>
                  </a:lnTo>
                  <a:lnTo>
                    <a:pt x="140" y="18"/>
                  </a:lnTo>
                  <a:lnTo>
                    <a:pt x="161" y="10"/>
                  </a:lnTo>
                  <a:lnTo>
                    <a:pt x="182" y="5"/>
                  </a:lnTo>
                  <a:lnTo>
                    <a:pt x="206" y="1"/>
                  </a:lnTo>
                  <a:lnTo>
                    <a:pt x="229" y="0"/>
                  </a:lnTo>
                  <a:lnTo>
                    <a:pt x="229" y="0"/>
                  </a:lnTo>
                  <a:lnTo>
                    <a:pt x="252" y="1"/>
                  </a:lnTo>
                  <a:lnTo>
                    <a:pt x="275" y="5"/>
                  </a:lnTo>
                  <a:lnTo>
                    <a:pt x="298" y="10"/>
                  </a:lnTo>
                  <a:lnTo>
                    <a:pt x="318" y="18"/>
                  </a:lnTo>
                  <a:lnTo>
                    <a:pt x="338" y="29"/>
                  </a:lnTo>
                  <a:lnTo>
                    <a:pt x="357" y="40"/>
                  </a:lnTo>
                  <a:lnTo>
                    <a:pt x="374" y="53"/>
                  </a:lnTo>
                  <a:lnTo>
                    <a:pt x="391" y="68"/>
                  </a:lnTo>
                  <a:lnTo>
                    <a:pt x="406" y="84"/>
                  </a:lnTo>
                  <a:lnTo>
                    <a:pt x="419" y="101"/>
                  </a:lnTo>
                  <a:lnTo>
                    <a:pt x="431" y="120"/>
                  </a:lnTo>
                  <a:lnTo>
                    <a:pt x="440" y="141"/>
                  </a:lnTo>
                  <a:lnTo>
                    <a:pt x="448" y="162"/>
                  </a:lnTo>
                  <a:lnTo>
                    <a:pt x="454" y="183"/>
                  </a:lnTo>
                  <a:lnTo>
                    <a:pt x="457" y="206"/>
                  </a:lnTo>
                  <a:lnTo>
                    <a:pt x="458" y="230"/>
                  </a:lnTo>
                  <a:lnTo>
                    <a:pt x="458" y="230"/>
                  </a:lnTo>
                  <a:lnTo>
                    <a:pt x="458" y="236"/>
                  </a:lnTo>
                  <a:lnTo>
                    <a:pt x="456" y="241"/>
                  </a:lnTo>
                  <a:lnTo>
                    <a:pt x="453" y="246"/>
                  </a:lnTo>
                  <a:lnTo>
                    <a:pt x="450" y="250"/>
                  </a:lnTo>
                  <a:lnTo>
                    <a:pt x="446" y="253"/>
                  </a:lnTo>
                  <a:lnTo>
                    <a:pt x="441" y="256"/>
                  </a:lnTo>
                  <a:lnTo>
                    <a:pt x="436" y="258"/>
                  </a:lnTo>
                  <a:lnTo>
                    <a:pt x="430" y="258"/>
                  </a:lnTo>
                  <a:lnTo>
                    <a:pt x="430" y="258"/>
                  </a:lnTo>
                  <a:close/>
                  <a:moveTo>
                    <a:pt x="59" y="201"/>
                  </a:moveTo>
                  <a:lnTo>
                    <a:pt x="400" y="201"/>
                  </a:lnTo>
                  <a:lnTo>
                    <a:pt x="400" y="201"/>
                  </a:lnTo>
                  <a:lnTo>
                    <a:pt x="397" y="186"/>
                  </a:lnTo>
                  <a:lnTo>
                    <a:pt x="391" y="172"/>
                  </a:lnTo>
                  <a:lnTo>
                    <a:pt x="385" y="158"/>
                  </a:lnTo>
                  <a:lnTo>
                    <a:pt x="379" y="145"/>
                  </a:lnTo>
                  <a:lnTo>
                    <a:pt x="371" y="132"/>
                  </a:lnTo>
                  <a:lnTo>
                    <a:pt x="362" y="119"/>
                  </a:lnTo>
                  <a:lnTo>
                    <a:pt x="352" y="108"/>
                  </a:lnTo>
                  <a:lnTo>
                    <a:pt x="341" y="98"/>
                  </a:lnTo>
                  <a:lnTo>
                    <a:pt x="330" y="89"/>
                  </a:lnTo>
                  <a:lnTo>
                    <a:pt x="317" y="81"/>
                  </a:lnTo>
                  <a:lnTo>
                    <a:pt x="304" y="74"/>
                  </a:lnTo>
                  <a:lnTo>
                    <a:pt x="289" y="68"/>
                  </a:lnTo>
                  <a:lnTo>
                    <a:pt x="275" y="64"/>
                  </a:lnTo>
                  <a:lnTo>
                    <a:pt x="260" y="60"/>
                  </a:lnTo>
                  <a:lnTo>
                    <a:pt x="245" y="58"/>
                  </a:lnTo>
                  <a:lnTo>
                    <a:pt x="229" y="57"/>
                  </a:lnTo>
                  <a:lnTo>
                    <a:pt x="229" y="57"/>
                  </a:lnTo>
                  <a:lnTo>
                    <a:pt x="213" y="58"/>
                  </a:lnTo>
                  <a:lnTo>
                    <a:pt x="198" y="60"/>
                  </a:lnTo>
                  <a:lnTo>
                    <a:pt x="182" y="64"/>
                  </a:lnTo>
                  <a:lnTo>
                    <a:pt x="168" y="68"/>
                  </a:lnTo>
                  <a:lnTo>
                    <a:pt x="154" y="74"/>
                  </a:lnTo>
                  <a:lnTo>
                    <a:pt x="141" y="81"/>
                  </a:lnTo>
                  <a:lnTo>
                    <a:pt x="129" y="89"/>
                  </a:lnTo>
                  <a:lnTo>
                    <a:pt x="117" y="98"/>
                  </a:lnTo>
                  <a:lnTo>
                    <a:pt x="106" y="108"/>
                  </a:lnTo>
                  <a:lnTo>
                    <a:pt x="96" y="119"/>
                  </a:lnTo>
                  <a:lnTo>
                    <a:pt x="87" y="132"/>
                  </a:lnTo>
                  <a:lnTo>
                    <a:pt x="79" y="145"/>
                  </a:lnTo>
                  <a:lnTo>
                    <a:pt x="72" y="158"/>
                  </a:lnTo>
                  <a:lnTo>
                    <a:pt x="66" y="172"/>
                  </a:lnTo>
                  <a:lnTo>
                    <a:pt x="62" y="186"/>
                  </a:lnTo>
                  <a:lnTo>
                    <a:pt x="59" y="201"/>
                  </a:lnTo>
                  <a:lnTo>
                    <a:pt x="59" y="2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17">
              <a:extLst>
                <a:ext uri="{FF2B5EF4-FFF2-40B4-BE49-F238E27FC236}">
                  <a16:creationId xmlns:a16="http://schemas.microsoft.com/office/drawing/2014/main" id="{B026255D-C06A-4618-B0C6-8B6F87DD53E4}"/>
                </a:ext>
              </a:extLst>
            </p:cNvPr>
            <p:cNvSpPr>
              <a:spLocks noEditPoints="1"/>
            </p:cNvSpPr>
            <p:nvPr/>
          </p:nvSpPr>
          <p:spPr bwMode="auto">
            <a:xfrm>
              <a:off x="2819400" y="3121026"/>
              <a:ext cx="74613" cy="74613"/>
            </a:xfrm>
            <a:custGeom>
              <a:avLst/>
              <a:gdLst>
                <a:gd name="T0" fmla="*/ 128 w 284"/>
                <a:gd name="T1" fmla="*/ 283 h 283"/>
                <a:gd name="T2" fmla="*/ 87 w 284"/>
                <a:gd name="T3" fmla="*/ 272 h 283"/>
                <a:gd name="T4" fmla="*/ 52 w 284"/>
                <a:gd name="T5" fmla="*/ 251 h 283"/>
                <a:gd name="T6" fmla="*/ 25 w 284"/>
                <a:gd name="T7" fmla="*/ 220 h 283"/>
                <a:gd name="T8" fmla="*/ 7 w 284"/>
                <a:gd name="T9" fmla="*/ 184 h 283"/>
                <a:gd name="T10" fmla="*/ 0 w 284"/>
                <a:gd name="T11" fmla="*/ 141 h 283"/>
                <a:gd name="T12" fmla="*/ 3 w 284"/>
                <a:gd name="T13" fmla="*/ 113 h 283"/>
                <a:gd name="T14" fmla="*/ 17 w 284"/>
                <a:gd name="T15" fmla="*/ 74 h 283"/>
                <a:gd name="T16" fmla="*/ 42 w 284"/>
                <a:gd name="T17" fmla="*/ 41 h 283"/>
                <a:gd name="T18" fmla="*/ 75 w 284"/>
                <a:gd name="T19" fmla="*/ 17 h 283"/>
                <a:gd name="T20" fmla="*/ 113 w 284"/>
                <a:gd name="T21" fmla="*/ 3 h 283"/>
                <a:gd name="T22" fmla="*/ 143 w 284"/>
                <a:gd name="T23" fmla="*/ 0 h 283"/>
                <a:gd name="T24" fmla="*/ 184 w 284"/>
                <a:gd name="T25" fmla="*/ 6 h 283"/>
                <a:gd name="T26" fmla="*/ 221 w 284"/>
                <a:gd name="T27" fmla="*/ 24 h 283"/>
                <a:gd name="T28" fmla="*/ 252 w 284"/>
                <a:gd name="T29" fmla="*/ 52 h 283"/>
                <a:gd name="T30" fmla="*/ 273 w 284"/>
                <a:gd name="T31" fmla="*/ 86 h 283"/>
                <a:gd name="T32" fmla="*/ 283 w 284"/>
                <a:gd name="T33" fmla="*/ 127 h 283"/>
                <a:gd name="T34" fmla="*/ 283 w 284"/>
                <a:gd name="T35" fmla="*/ 156 h 283"/>
                <a:gd name="T36" fmla="*/ 273 w 284"/>
                <a:gd name="T37" fmla="*/ 197 h 283"/>
                <a:gd name="T38" fmla="*/ 252 w 284"/>
                <a:gd name="T39" fmla="*/ 231 h 283"/>
                <a:gd name="T40" fmla="*/ 221 w 284"/>
                <a:gd name="T41" fmla="*/ 259 h 283"/>
                <a:gd name="T42" fmla="*/ 184 w 284"/>
                <a:gd name="T43" fmla="*/ 277 h 283"/>
                <a:gd name="T44" fmla="*/ 143 w 284"/>
                <a:gd name="T45" fmla="*/ 283 h 283"/>
                <a:gd name="T46" fmla="*/ 143 w 284"/>
                <a:gd name="T47" fmla="*/ 57 h 283"/>
                <a:gd name="T48" fmla="*/ 117 w 284"/>
                <a:gd name="T49" fmla="*/ 61 h 283"/>
                <a:gd name="T50" fmla="*/ 94 w 284"/>
                <a:gd name="T51" fmla="*/ 71 h 283"/>
                <a:gd name="T52" fmla="*/ 77 w 284"/>
                <a:gd name="T53" fmla="*/ 88 h 283"/>
                <a:gd name="T54" fmla="*/ 64 w 284"/>
                <a:gd name="T55" fmla="*/ 108 h 283"/>
                <a:gd name="T56" fmla="*/ 58 w 284"/>
                <a:gd name="T57" fmla="*/ 132 h 283"/>
                <a:gd name="T58" fmla="*/ 58 w 284"/>
                <a:gd name="T59" fmla="*/ 151 h 283"/>
                <a:gd name="T60" fmla="*/ 64 w 284"/>
                <a:gd name="T61" fmla="*/ 175 h 283"/>
                <a:gd name="T62" fmla="*/ 77 w 284"/>
                <a:gd name="T63" fmla="*/ 196 h 283"/>
                <a:gd name="T64" fmla="*/ 94 w 284"/>
                <a:gd name="T65" fmla="*/ 212 h 283"/>
                <a:gd name="T66" fmla="*/ 117 w 284"/>
                <a:gd name="T67" fmla="*/ 222 h 283"/>
                <a:gd name="T68" fmla="*/ 143 w 284"/>
                <a:gd name="T69" fmla="*/ 226 h 283"/>
                <a:gd name="T70" fmla="*/ 159 w 284"/>
                <a:gd name="T71" fmla="*/ 225 h 283"/>
                <a:gd name="T72" fmla="*/ 183 w 284"/>
                <a:gd name="T73" fmla="*/ 216 h 283"/>
                <a:gd name="T74" fmla="*/ 202 w 284"/>
                <a:gd name="T75" fmla="*/ 202 h 283"/>
                <a:gd name="T76" fmla="*/ 217 w 284"/>
                <a:gd name="T77" fmla="*/ 182 h 283"/>
                <a:gd name="T78" fmla="*/ 226 w 284"/>
                <a:gd name="T79" fmla="*/ 159 h 283"/>
                <a:gd name="T80" fmla="*/ 228 w 284"/>
                <a:gd name="T81" fmla="*/ 141 h 283"/>
                <a:gd name="T82" fmla="*/ 224 w 284"/>
                <a:gd name="T83" fmla="*/ 116 h 283"/>
                <a:gd name="T84" fmla="*/ 212 w 284"/>
                <a:gd name="T85" fmla="*/ 94 h 283"/>
                <a:gd name="T86" fmla="*/ 196 w 284"/>
                <a:gd name="T87" fmla="*/ 76 h 283"/>
                <a:gd name="T88" fmla="*/ 175 w 284"/>
                <a:gd name="T89" fmla="*/ 63 h 283"/>
                <a:gd name="T90" fmla="*/ 151 w 284"/>
                <a:gd name="T91" fmla="*/ 57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4" h="283">
                  <a:moveTo>
                    <a:pt x="143" y="283"/>
                  </a:moveTo>
                  <a:lnTo>
                    <a:pt x="143" y="283"/>
                  </a:lnTo>
                  <a:lnTo>
                    <a:pt x="128" y="283"/>
                  </a:lnTo>
                  <a:lnTo>
                    <a:pt x="113" y="280"/>
                  </a:lnTo>
                  <a:lnTo>
                    <a:pt x="100" y="277"/>
                  </a:lnTo>
                  <a:lnTo>
                    <a:pt x="87" y="272"/>
                  </a:lnTo>
                  <a:lnTo>
                    <a:pt x="75" y="266"/>
                  </a:lnTo>
                  <a:lnTo>
                    <a:pt x="63" y="259"/>
                  </a:lnTo>
                  <a:lnTo>
                    <a:pt x="52" y="251"/>
                  </a:lnTo>
                  <a:lnTo>
                    <a:pt x="42" y="241"/>
                  </a:lnTo>
                  <a:lnTo>
                    <a:pt x="33" y="231"/>
                  </a:lnTo>
                  <a:lnTo>
                    <a:pt x="25" y="220"/>
                  </a:lnTo>
                  <a:lnTo>
                    <a:pt x="17" y="209"/>
                  </a:lnTo>
                  <a:lnTo>
                    <a:pt x="11" y="197"/>
                  </a:lnTo>
                  <a:lnTo>
                    <a:pt x="7" y="184"/>
                  </a:lnTo>
                  <a:lnTo>
                    <a:pt x="3" y="170"/>
                  </a:lnTo>
                  <a:lnTo>
                    <a:pt x="1" y="156"/>
                  </a:lnTo>
                  <a:lnTo>
                    <a:pt x="0" y="141"/>
                  </a:lnTo>
                  <a:lnTo>
                    <a:pt x="0" y="141"/>
                  </a:lnTo>
                  <a:lnTo>
                    <a:pt x="1" y="127"/>
                  </a:lnTo>
                  <a:lnTo>
                    <a:pt x="3" y="113"/>
                  </a:lnTo>
                  <a:lnTo>
                    <a:pt x="7" y="99"/>
                  </a:lnTo>
                  <a:lnTo>
                    <a:pt x="11" y="86"/>
                  </a:lnTo>
                  <a:lnTo>
                    <a:pt x="17" y="74"/>
                  </a:lnTo>
                  <a:lnTo>
                    <a:pt x="25" y="63"/>
                  </a:lnTo>
                  <a:lnTo>
                    <a:pt x="33" y="52"/>
                  </a:lnTo>
                  <a:lnTo>
                    <a:pt x="42" y="41"/>
                  </a:lnTo>
                  <a:lnTo>
                    <a:pt x="52" y="32"/>
                  </a:lnTo>
                  <a:lnTo>
                    <a:pt x="63" y="24"/>
                  </a:lnTo>
                  <a:lnTo>
                    <a:pt x="75" y="17"/>
                  </a:lnTo>
                  <a:lnTo>
                    <a:pt x="87" y="11"/>
                  </a:lnTo>
                  <a:lnTo>
                    <a:pt x="100" y="6"/>
                  </a:lnTo>
                  <a:lnTo>
                    <a:pt x="113" y="3"/>
                  </a:lnTo>
                  <a:lnTo>
                    <a:pt x="128" y="0"/>
                  </a:lnTo>
                  <a:lnTo>
                    <a:pt x="143" y="0"/>
                  </a:lnTo>
                  <a:lnTo>
                    <a:pt x="143" y="0"/>
                  </a:lnTo>
                  <a:lnTo>
                    <a:pt x="157" y="0"/>
                  </a:lnTo>
                  <a:lnTo>
                    <a:pt x="171" y="3"/>
                  </a:lnTo>
                  <a:lnTo>
                    <a:pt x="184" y="6"/>
                  </a:lnTo>
                  <a:lnTo>
                    <a:pt x="197" y="11"/>
                  </a:lnTo>
                  <a:lnTo>
                    <a:pt x="209" y="17"/>
                  </a:lnTo>
                  <a:lnTo>
                    <a:pt x="221" y="24"/>
                  </a:lnTo>
                  <a:lnTo>
                    <a:pt x="233" y="32"/>
                  </a:lnTo>
                  <a:lnTo>
                    <a:pt x="243" y="41"/>
                  </a:lnTo>
                  <a:lnTo>
                    <a:pt x="252" y="52"/>
                  </a:lnTo>
                  <a:lnTo>
                    <a:pt x="260" y="63"/>
                  </a:lnTo>
                  <a:lnTo>
                    <a:pt x="267" y="74"/>
                  </a:lnTo>
                  <a:lnTo>
                    <a:pt x="273" y="86"/>
                  </a:lnTo>
                  <a:lnTo>
                    <a:pt x="278" y="99"/>
                  </a:lnTo>
                  <a:lnTo>
                    <a:pt x="281" y="113"/>
                  </a:lnTo>
                  <a:lnTo>
                    <a:pt x="283" y="127"/>
                  </a:lnTo>
                  <a:lnTo>
                    <a:pt x="284" y="141"/>
                  </a:lnTo>
                  <a:lnTo>
                    <a:pt x="284" y="141"/>
                  </a:lnTo>
                  <a:lnTo>
                    <a:pt x="283" y="156"/>
                  </a:lnTo>
                  <a:lnTo>
                    <a:pt x="281" y="170"/>
                  </a:lnTo>
                  <a:lnTo>
                    <a:pt x="278" y="184"/>
                  </a:lnTo>
                  <a:lnTo>
                    <a:pt x="273" y="197"/>
                  </a:lnTo>
                  <a:lnTo>
                    <a:pt x="267" y="209"/>
                  </a:lnTo>
                  <a:lnTo>
                    <a:pt x="260" y="220"/>
                  </a:lnTo>
                  <a:lnTo>
                    <a:pt x="252" y="231"/>
                  </a:lnTo>
                  <a:lnTo>
                    <a:pt x="243" y="241"/>
                  </a:lnTo>
                  <a:lnTo>
                    <a:pt x="233" y="251"/>
                  </a:lnTo>
                  <a:lnTo>
                    <a:pt x="221" y="259"/>
                  </a:lnTo>
                  <a:lnTo>
                    <a:pt x="209" y="266"/>
                  </a:lnTo>
                  <a:lnTo>
                    <a:pt x="197" y="272"/>
                  </a:lnTo>
                  <a:lnTo>
                    <a:pt x="184" y="277"/>
                  </a:lnTo>
                  <a:lnTo>
                    <a:pt x="171" y="280"/>
                  </a:lnTo>
                  <a:lnTo>
                    <a:pt x="157" y="283"/>
                  </a:lnTo>
                  <a:lnTo>
                    <a:pt x="143" y="283"/>
                  </a:lnTo>
                  <a:lnTo>
                    <a:pt x="143" y="283"/>
                  </a:lnTo>
                  <a:close/>
                  <a:moveTo>
                    <a:pt x="143" y="57"/>
                  </a:moveTo>
                  <a:lnTo>
                    <a:pt x="143" y="57"/>
                  </a:lnTo>
                  <a:lnTo>
                    <a:pt x="134" y="57"/>
                  </a:lnTo>
                  <a:lnTo>
                    <a:pt x="126" y="59"/>
                  </a:lnTo>
                  <a:lnTo>
                    <a:pt x="117" y="61"/>
                  </a:lnTo>
                  <a:lnTo>
                    <a:pt x="109" y="63"/>
                  </a:lnTo>
                  <a:lnTo>
                    <a:pt x="101" y="67"/>
                  </a:lnTo>
                  <a:lnTo>
                    <a:pt x="94" y="71"/>
                  </a:lnTo>
                  <a:lnTo>
                    <a:pt x="88" y="76"/>
                  </a:lnTo>
                  <a:lnTo>
                    <a:pt x="82" y="82"/>
                  </a:lnTo>
                  <a:lnTo>
                    <a:pt x="77" y="88"/>
                  </a:lnTo>
                  <a:lnTo>
                    <a:pt x="72" y="94"/>
                  </a:lnTo>
                  <a:lnTo>
                    <a:pt x="68" y="101"/>
                  </a:lnTo>
                  <a:lnTo>
                    <a:pt x="64" y="108"/>
                  </a:lnTo>
                  <a:lnTo>
                    <a:pt x="61" y="116"/>
                  </a:lnTo>
                  <a:lnTo>
                    <a:pt x="59" y="124"/>
                  </a:lnTo>
                  <a:lnTo>
                    <a:pt x="58" y="132"/>
                  </a:lnTo>
                  <a:lnTo>
                    <a:pt x="57" y="141"/>
                  </a:lnTo>
                  <a:lnTo>
                    <a:pt x="57" y="141"/>
                  </a:lnTo>
                  <a:lnTo>
                    <a:pt x="58" y="151"/>
                  </a:lnTo>
                  <a:lnTo>
                    <a:pt x="59" y="159"/>
                  </a:lnTo>
                  <a:lnTo>
                    <a:pt x="61" y="167"/>
                  </a:lnTo>
                  <a:lnTo>
                    <a:pt x="64" y="175"/>
                  </a:lnTo>
                  <a:lnTo>
                    <a:pt x="68" y="182"/>
                  </a:lnTo>
                  <a:lnTo>
                    <a:pt x="72" y="189"/>
                  </a:lnTo>
                  <a:lnTo>
                    <a:pt x="77" y="196"/>
                  </a:lnTo>
                  <a:lnTo>
                    <a:pt x="82" y="202"/>
                  </a:lnTo>
                  <a:lnTo>
                    <a:pt x="88" y="207"/>
                  </a:lnTo>
                  <a:lnTo>
                    <a:pt x="94" y="212"/>
                  </a:lnTo>
                  <a:lnTo>
                    <a:pt x="101" y="216"/>
                  </a:lnTo>
                  <a:lnTo>
                    <a:pt x="109" y="220"/>
                  </a:lnTo>
                  <a:lnTo>
                    <a:pt x="117" y="222"/>
                  </a:lnTo>
                  <a:lnTo>
                    <a:pt x="126" y="225"/>
                  </a:lnTo>
                  <a:lnTo>
                    <a:pt x="134" y="226"/>
                  </a:lnTo>
                  <a:lnTo>
                    <a:pt x="143" y="226"/>
                  </a:lnTo>
                  <a:lnTo>
                    <a:pt x="143" y="226"/>
                  </a:lnTo>
                  <a:lnTo>
                    <a:pt x="151" y="226"/>
                  </a:lnTo>
                  <a:lnTo>
                    <a:pt x="159" y="225"/>
                  </a:lnTo>
                  <a:lnTo>
                    <a:pt x="168" y="222"/>
                  </a:lnTo>
                  <a:lnTo>
                    <a:pt x="175" y="220"/>
                  </a:lnTo>
                  <a:lnTo>
                    <a:pt x="183" y="216"/>
                  </a:lnTo>
                  <a:lnTo>
                    <a:pt x="190" y="212"/>
                  </a:lnTo>
                  <a:lnTo>
                    <a:pt x="196" y="207"/>
                  </a:lnTo>
                  <a:lnTo>
                    <a:pt x="202" y="202"/>
                  </a:lnTo>
                  <a:lnTo>
                    <a:pt x="207" y="196"/>
                  </a:lnTo>
                  <a:lnTo>
                    <a:pt x="212" y="189"/>
                  </a:lnTo>
                  <a:lnTo>
                    <a:pt x="217" y="182"/>
                  </a:lnTo>
                  <a:lnTo>
                    <a:pt x="220" y="175"/>
                  </a:lnTo>
                  <a:lnTo>
                    <a:pt x="224" y="167"/>
                  </a:lnTo>
                  <a:lnTo>
                    <a:pt x="226" y="159"/>
                  </a:lnTo>
                  <a:lnTo>
                    <a:pt x="227" y="151"/>
                  </a:lnTo>
                  <a:lnTo>
                    <a:pt x="228" y="141"/>
                  </a:lnTo>
                  <a:lnTo>
                    <a:pt x="228" y="141"/>
                  </a:lnTo>
                  <a:lnTo>
                    <a:pt x="227" y="132"/>
                  </a:lnTo>
                  <a:lnTo>
                    <a:pt x="226" y="124"/>
                  </a:lnTo>
                  <a:lnTo>
                    <a:pt x="224" y="116"/>
                  </a:lnTo>
                  <a:lnTo>
                    <a:pt x="220" y="108"/>
                  </a:lnTo>
                  <a:lnTo>
                    <a:pt x="217" y="101"/>
                  </a:lnTo>
                  <a:lnTo>
                    <a:pt x="212" y="94"/>
                  </a:lnTo>
                  <a:lnTo>
                    <a:pt x="207" y="88"/>
                  </a:lnTo>
                  <a:lnTo>
                    <a:pt x="202" y="82"/>
                  </a:lnTo>
                  <a:lnTo>
                    <a:pt x="196" y="76"/>
                  </a:lnTo>
                  <a:lnTo>
                    <a:pt x="190" y="71"/>
                  </a:lnTo>
                  <a:lnTo>
                    <a:pt x="183" y="67"/>
                  </a:lnTo>
                  <a:lnTo>
                    <a:pt x="175" y="63"/>
                  </a:lnTo>
                  <a:lnTo>
                    <a:pt x="168" y="61"/>
                  </a:lnTo>
                  <a:lnTo>
                    <a:pt x="159" y="59"/>
                  </a:lnTo>
                  <a:lnTo>
                    <a:pt x="151" y="57"/>
                  </a:lnTo>
                  <a:lnTo>
                    <a:pt x="143" y="57"/>
                  </a:lnTo>
                  <a:lnTo>
                    <a:pt x="143"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18">
              <a:extLst>
                <a:ext uri="{FF2B5EF4-FFF2-40B4-BE49-F238E27FC236}">
                  <a16:creationId xmlns:a16="http://schemas.microsoft.com/office/drawing/2014/main" id="{31FB0CDE-8EB4-47EA-8050-22ABBA0BC1FC}"/>
                </a:ext>
              </a:extLst>
            </p:cNvPr>
            <p:cNvSpPr>
              <a:spLocks noEditPoints="1"/>
            </p:cNvSpPr>
            <p:nvPr/>
          </p:nvSpPr>
          <p:spPr bwMode="auto">
            <a:xfrm>
              <a:off x="2795588" y="3181351"/>
              <a:ext cx="122238" cy="68263"/>
            </a:xfrm>
            <a:custGeom>
              <a:avLst/>
              <a:gdLst>
                <a:gd name="T0" fmla="*/ 29 w 459"/>
                <a:gd name="T1" fmla="*/ 258 h 258"/>
                <a:gd name="T2" fmla="*/ 23 w 459"/>
                <a:gd name="T3" fmla="*/ 258 h 258"/>
                <a:gd name="T4" fmla="*/ 13 w 459"/>
                <a:gd name="T5" fmla="*/ 253 h 258"/>
                <a:gd name="T6" fmla="*/ 4 w 459"/>
                <a:gd name="T7" fmla="*/ 246 h 258"/>
                <a:gd name="T8" fmla="*/ 0 w 459"/>
                <a:gd name="T9" fmla="*/ 236 h 258"/>
                <a:gd name="T10" fmla="*/ 0 w 459"/>
                <a:gd name="T11" fmla="*/ 230 h 258"/>
                <a:gd name="T12" fmla="*/ 4 w 459"/>
                <a:gd name="T13" fmla="*/ 183 h 258"/>
                <a:gd name="T14" fmla="*/ 18 w 459"/>
                <a:gd name="T15" fmla="*/ 141 h 258"/>
                <a:gd name="T16" fmla="*/ 39 w 459"/>
                <a:gd name="T17" fmla="*/ 101 h 258"/>
                <a:gd name="T18" fmla="*/ 67 w 459"/>
                <a:gd name="T19" fmla="*/ 68 h 258"/>
                <a:gd name="T20" fmla="*/ 101 w 459"/>
                <a:gd name="T21" fmla="*/ 40 h 258"/>
                <a:gd name="T22" fmla="*/ 140 w 459"/>
                <a:gd name="T23" fmla="*/ 18 h 258"/>
                <a:gd name="T24" fmla="*/ 183 w 459"/>
                <a:gd name="T25" fmla="*/ 5 h 258"/>
                <a:gd name="T26" fmla="*/ 230 w 459"/>
                <a:gd name="T27" fmla="*/ 0 h 258"/>
                <a:gd name="T28" fmla="*/ 253 w 459"/>
                <a:gd name="T29" fmla="*/ 1 h 258"/>
                <a:gd name="T30" fmla="*/ 297 w 459"/>
                <a:gd name="T31" fmla="*/ 10 h 258"/>
                <a:gd name="T32" fmla="*/ 339 w 459"/>
                <a:gd name="T33" fmla="*/ 29 h 258"/>
                <a:gd name="T34" fmla="*/ 375 w 459"/>
                <a:gd name="T35" fmla="*/ 53 h 258"/>
                <a:gd name="T36" fmla="*/ 406 w 459"/>
                <a:gd name="T37" fmla="*/ 84 h 258"/>
                <a:gd name="T38" fmla="*/ 431 w 459"/>
                <a:gd name="T39" fmla="*/ 120 h 258"/>
                <a:gd name="T40" fmla="*/ 448 w 459"/>
                <a:gd name="T41" fmla="*/ 162 h 258"/>
                <a:gd name="T42" fmla="*/ 457 w 459"/>
                <a:gd name="T43" fmla="*/ 206 h 258"/>
                <a:gd name="T44" fmla="*/ 459 w 459"/>
                <a:gd name="T45" fmla="*/ 230 h 258"/>
                <a:gd name="T46" fmla="*/ 456 w 459"/>
                <a:gd name="T47" fmla="*/ 241 h 258"/>
                <a:gd name="T48" fmla="*/ 450 w 459"/>
                <a:gd name="T49" fmla="*/ 250 h 258"/>
                <a:gd name="T50" fmla="*/ 441 w 459"/>
                <a:gd name="T51" fmla="*/ 256 h 258"/>
                <a:gd name="T52" fmla="*/ 430 w 459"/>
                <a:gd name="T53" fmla="*/ 258 h 258"/>
                <a:gd name="T54" fmla="*/ 59 w 459"/>
                <a:gd name="T55" fmla="*/ 201 h 258"/>
                <a:gd name="T56" fmla="*/ 399 w 459"/>
                <a:gd name="T57" fmla="*/ 201 h 258"/>
                <a:gd name="T58" fmla="*/ 391 w 459"/>
                <a:gd name="T59" fmla="*/ 172 h 258"/>
                <a:gd name="T60" fmla="*/ 379 w 459"/>
                <a:gd name="T61" fmla="*/ 145 h 258"/>
                <a:gd name="T62" fmla="*/ 362 w 459"/>
                <a:gd name="T63" fmla="*/ 119 h 258"/>
                <a:gd name="T64" fmla="*/ 342 w 459"/>
                <a:gd name="T65" fmla="*/ 98 h 258"/>
                <a:gd name="T66" fmla="*/ 318 w 459"/>
                <a:gd name="T67" fmla="*/ 81 h 258"/>
                <a:gd name="T68" fmla="*/ 290 w 459"/>
                <a:gd name="T69" fmla="*/ 68 h 258"/>
                <a:gd name="T70" fmla="*/ 261 w 459"/>
                <a:gd name="T71" fmla="*/ 60 h 258"/>
                <a:gd name="T72" fmla="*/ 230 w 459"/>
                <a:gd name="T73" fmla="*/ 57 h 258"/>
                <a:gd name="T74" fmla="*/ 214 w 459"/>
                <a:gd name="T75" fmla="*/ 58 h 258"/>
                <a:gd name="T76" fmla="*/ 183 w 459"/>
                <a:gd name="T77" fmla="*/ 64 h 258"/>
                <a:gd name="T78" fmla="*/ 155 w 459"/>
                <a:gd name="T79" fmla="*/ 74 h 258"/>
                <a:gd name="T80" fmla="*/ 129 w 459"/>
                <a:gd name="T81" fmla="*/ 89 h 258"/>
                <a:gd name="T82" fmla="*/ 106 w 459"/>
                <a:gd name="T83" fmla="*/ 108 h 258"/>
                <a:gd name="T84" fmla="*/ 87 w 459"/>
                <a:gd name="T85" fmla="*/ 132 h 258"/>
                <a:gd name="T86" fmla="*/ 72 w 459"/>
                <a:gd name="T87" fmla="*/ 158 h 258"/>
                <a:gd name="T88" fmla="*/ 62 w 459"/>
                <a:gd name="T89" fmla="*/ 186 h 258"/>
                <a:gd name="T90" fmla="*/ 59 w 459"/>
                <a:gd name="T91" fmla="*/ 201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9" h="258">
                  <a:moveTo>
                    <a:pt x="430" y="258"/>
                  </a:moveTo>
                  <a:lnTo>
                    <a:pt x="29" y="258"/>
                  </a:lnTo>
                  <a:lnTo>
                    <a:pt x="29" y="258"/>
                  </a:lnTo>
                  <a:lnTo>
                    <a:pt x="23" y="258"/>
                  </a:lnTo>
                  <a:lnTo>
                    <a:pt x="18" y="256"/>
                  </a:lnTo>
                  <a:lnTo>
                    <a:pt x="13" y="253"/>
                  </a:lnTo>
                  <a:lnTo>
                    <a:pt x="9" y="250"/>
                  </a:lnTo>
                  <a:lnTo>
                    <a:pt x="4" y="246"/>
                  </a:lnTo>
                  <a:lnTo>
                    <a:pt x="2" y="241"/>
                  </a:lnTo>
                  <a:lnTo>
                    <a:pt x="0" y="236"/>
                  </a:lnTo>
                  <a:lnTo>
                    <a:pt x="0" y="230"/>
                  </a:lnTo>
                  <a:lnTo>
                    <a:pt x="0" y="230"/>
                  </a:lnTo>
                  <a:lnTo>
                    <a:pt x="1" y="206"/>
                  </a:lnTo>
                  <a:lnTo>
                    <a:pt x="4" y="183"/>
                  </a:lnTo>
                  <a:lnTo>
                    <a:pt x="11" y="162"/>
                  </a:lnTo>
                  <a:lnTo>
                    <a:pt x="18" y="141"/>
                  </a:lnTo>
                  <a:lnTo>
                    <a:pt x="28" y="120"/>
                  </a:lnTo>
                  <a:lnTo>
                    <a:pt x="39" y="101"/>
                  </a:lnTo>
                  <a:lnTo>
                    <a:pt x="52" y="84"/>
                  </a:lnTo>
                  <a:lnTo>
                    <a:pt x="67" y="68"/>
                  </a:lnTo>
                  <a:lnTo>
                    <a:pt x="83" y="53"/>
                  </a:lnTo>
                  <a:lnTo>
                    <a:pt x="101" y="40"/>
                  </a:lnTo>
                  <a:lnTo>
                    <a:pt x="120" y="29"/>
                  </a:lnTo>
                  <a:lnTo>
                    <a:pt x="140" y="18"/>
                  </a:lnTo>
                  <a:lnTo>
                    <a:pt x="161" y="10"/>
                  </a:lnTo>
                  <a:lnTo>
                    <a:pt x="183" y="5"/>
                  </a:lnTo>
                  <a:lnTo>
                    <a:pt x="205" y="1"/>
                  </a:lnTo>
                  <a:lnTo>
                    <a:pt x="230" y="0"/>
                  </a:lnTo>
                  <a:lnTo>
                    <a:pt x="230" y="0"/>
                  </a:lnTo>
                  <a:lnTo>
                    <a:pt x="253" y="1"/>
                  </a:lnTo>
                  <a:lnTo>
                    <a:pt x="275" y="5"/>
                  </a:lnTo>
                  <a:lnTo>
                    <a:pt x="297" y="10"/>
                  </a:lnTo>
                  <a:lnTo>
                    <a:pt x="319" y="18"/>
                  </a:lnTo>
                  <a:lnTo>
                    <a:pt x="339" y="29"/>
                  </a:lnTo>
                  <a:lnTo>
                    <a:pt x="357" y="40"/>
                  </a:lnTo>
                  <a:lnTo>
                    <a:pt x="375" y="53"/>
                  </a:lnTo>
                  <a:lnTo>
                    <a:pt x="391" y="68"/>
                  </a:lnTo>
                  <a:lnTo>
                    <a:pt x="406" y="84"/>
                  </a:lnTo>
                  <a:lnTo>
                    <a:pt x="420" y="101"/>
                  </a:lnTo>
                  <a:lnTo>
                    <a:pt x="431" y="120"/>
                  </a:lnTo>
                  <a:lnTo>
                    <a:pt x="441" y="141"/>
                  </a:lnTo>
                  <a:lnTo>
                    <a:pt x="448" y="162"/>
                  </a:lnTo>
                  <a:lnTo>
                    <a:pt x="454" y="183"/>
                  </a:lnTo>
                  <a:lnTo>
                    <a:pt x="457" y="206"/>
                  </a:lnTo>
                  <a:lnTo>
                    <a:pt x="459" y="230"/>
                  </a:lnTo>
                  <a:lnTo>
                    <a:pt x="459" y="230"/>
                  </a:lnTo>
                  <a:lnTo>
                    <a:pt x="458" y="236"/>
                  </a:lnTo>
                  <a:lnTo>
                    <a:pt x="456" y="241"/>
                  </a:lnTo>
                  <a:lnTo>
                    <a:pt x="454" y="246"/>
                  </a:lnTo>
                  <a:lnTo>
                    <a:pt x="450" y="250"/>
                  </a:lnTo>
                  <a:lnTo>
                    <a:pt x="446" y="253"/>
                  </a:lnTo>
                  <a:lnTo>
                    <a:pt x="441" y="256"/>
                  </a:lnTo>
                  <a:lnTo>
                    <a:pt x="436" y="258"/>
                  </a:lnTo>
                  <a:lnTo>
                    <a:pt x="430" y="258"/>
                  </a:lnTo>
                  <a:lnTo>
                    <a:pt x="430" y="258"/>
                  </a:lnTo>
                  <a:close/>
                  <a:moveTo>
                    <a:pt x="59" y="201"/>
                  </a:moveTo>
                  <a:lnTo>
                    <a:pt x="399" y="201"/>
                  </a:lnTo>
                  <a:lnTo>
                    <a:pt x="399" y="201"/>
                  </a:lnTo>
                  <a:lnTo>
                    <a:pt x="396" y="186"/>
                  </a:lnTo>
                  <a:lnTo>
                    <a:pt x="391" y="172"/>
                  </a:lnTo>
                  <a:lnTo>
                    <a:pt x="386" y="158"/>
                  </a:lnTo>
                  <a:lnTo>
                    <a:pt x="379" y="145"/>
                  </a:lnTo>
                  <a:lnTo>
                    <a:pt x="371" y="132"/>
                  </a:lnTo>
                  <a:lnTo>
                    <a:pt x="362" y="119"/>
                  </a:lnTo>
                  <a:lnTo>
                    <a:pt x="352" y="108"/>
                  </a:lnTo>
                  <a:lnTo>
                    <a:pt x="342" y="98"/>
                  </a:lnTo>
                  <a:lnTo>
                    <a:pt x="330" y="89"/>
                  </a:lnTo>
                  <a:lnTo>
                    <a:pt x="318" y="81"/>
                  </a:lnTo>
                  <a:lnTo>
                    <a:pt x="303" y="74"/>
                  </a:lnTo>
                  <a:lnTo>
                    <a:pt x="290" y="68"/>
                  </a:lnTo>
                  <a:lnTo>
                    <a:pt x="275" y="64"/>
                  </a:lnTo>
                  <a:lnTo>
                    <a:pt x="261" y="60"/>
                  </a:lnTo>
                  <a:lnTo>
                    <a:pt x="245" y="58"/>
                  </a:lnTo>
                  <a:lnTo>
                    <a:pt x="230" y="57"/>
                  </a:lnTo>
                  <a:lnTo>
                    <a:pt x="230" y="57"/>
                  </a:lnTo>
                  <a:lnTo>
                    <a:pt x="214" y="58"/>
                  </a:lnTo>
                  <a:lnTo>
                    <a:pt x="198" y="60"/>
                  </a:lnTo>
                  <a:lnTo>
                    <a:pt x="183" y="64"/>
                  </a:lnTo>
                  <a:lnTo>
                    <a:pt x="168" y="68"/>
                  </a:lnTo>
                  <a:lnTo>
                    <a:pt x="155" y="74"/>
                  </a:lnTo>
                  <a:lnTo>
                    <a:pt x="142" y="81"/>
                  </a:lnTo>
                  <a:lnTo>
                    <a:pt x="129" y="89"/>
                  </a:lnTo>
                  <a:lnTo>
                    <a:pt x="118" y="98"/>
                  </a:lnTo>
                  <a:lnTo>
                    <a:pt x="106" y="108"/>
                  </a:lnTo>
                  <a:lnTo>
                    <a:pt x="96" y="119"/>
                  </a:lnTo>
                  <a:lnTo>
                    <a:pt x="87" y="132"/>
                  </a:lnTo>
                  <a:lnTo>
                    <a:pt x="79" y="145"/>
                  </a:lnTo>
                  <a:lnTo>
                    <a:pt x="72" y="158"/>
                  </a:lnTo>
                  <a:lnTo>
                    <a:pt x="67" y="172"/>
                  </a:lnTo>
                  <a:lnTo>
                    <a:pt x="62" y="186"/>
                  </a:lnTo>
                  <a:lnTo>
                    <a:pt x="59" y="201"/>
                  </a:lnTo>
                  <a:lnTo>
                    <a:pt x="59" y="2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19">
              <a:extLst>
                <a:ext uri="{FF2B5EF4-FFF2-40B4-BE49-F238E27FC236}">
                  <a16:creationId xmlns:a16="http://schemas.microsoft.com/office/drawing/2014/main" id="{6E901E3E-1FC1-4420-B70E-45D09FCE93DB}"/>
                </a:ext>
              </a:extLst>
            </p:cNvPr>
            <p:cNvSpPr>
              <a:spLocks/>
            </p:cNvSpPr>
            <p:nvPr/>
          </p:nvSpPr>
          <p:spPr bwMode="auto">
            <a:xfrm>
              <a:off x="2736850" y="3068638"/>
              <a:ext cx="239713" cy="30163"/>
            </a:xfrm>
            <a:custGeom>
              <a:avLst/>
              <a:gdLst>
                <a:gd name="T0" fmla="*/ 878 w 907"/>
                <a:gd name="T1" fmla="*/ 112 h 112"/>
                <a:gd name="T2" fmla="*/ 878 w 907"/>
                <a:gd name="T3" fmla="*/ 112 h 112"/>
                <a:gd name="T4" fmla="*/ 873 w 907"/>
                <a:gd name="T5" fmla="*/ 111 h 112"/>
                <a:gd name="T6" fmla="*/ 868 w 907"/>
                <a:gd name="T7" fmla="*/ 110 h 112"/>
                <a:gd name="T8" fmla="*/ 863 w 907"/>
                <a:gd name="T9" fmla="*/ 107 h 112"/>
                <a:gd name="T10" fmla="*/ 859 w 907"/>
                <a:gd name="T11" fmla="*/ 104 h 112"/>
                <a:gd name="T12" fmla="*/ 855 w 907"/>
                <a:gd name="T13" fmla="*/ 99 h 112"/>
                <a:gd name="T14" fmla="*/ 853 w 907"/>
                <a:gd name="T15" fmla="*/ 95 h 112"/>
                <a:gd name="T16" fmla="*/ 851 w 907"/>
                <a:gd name="T17" fmla="*/ 89 h 112"/>
                <a:gd name="T18" fmla="*/ 850 w 907"/>
                <a:gd name="T19" fmla="*/ 84 h 112"/>
                <a:gd name="T20" fmla="*/ 850 w 907"/>
                <a:gd name="T21" fmla="*/ 57 h 112"/>
                <a:gd name="T22" fmla="*/ 57 w 907"/>
                <a:gd name="T23" fmla="*/ 57 h 112"/>
                <a:gd name="T24" fmla="*/ 57 w 907"/>
                <a:gd name="T25" fmla="*/ 84 h 112"/>
                <a:gd name="T26" fmla="*/ 57 w 907"/>
                <a:gd name="T27" fmla="*/ 84 h 112"/>
                <a:gd name="T28" fmla="*/ 56 w 907"/>
                <a:gd name="T29" fmla="*/ 89 h 112"/>
                <a:gd name="T30" fmla="*/ 54 w 907"/>
                <a:gd name="T31" fmla="*/ 95 h 112"/>
                <a:gd name="T32" fmla="*/ 52 w 907"/>
                <a:gd name="T33" fmla="*/ 99 h 112"/>
                <a:gd name="T34" fmla="*/ 48 w 907"/>
                <a:gd name="T35" fmla="*/ 104 h 112"/>
                <a:gd name="T36" fmla="*/ 44 w 907"/>
                <a:gd name="T37" fmla="*/ 107 h 112"/>
                <a:gd name="T38" fmla="*/ 40 w 907"/>
                <a:gd name="T39" fmla="*/ 110 h 112"/>
                <a:gd name="T40" fmla="*/ 34 w 907"/>
                <a:gd name="T41" fmla="*/ 111 h 112"/>
                <a:gd name="T42" fmla="*/ 29 w 907"/>
                <a:gd name="T43" fmla="*/ 112 h 112"/>
                <a:gd name="T44" fmla="*/ 29 w 907"/>
                <a:gd name="T45" fmla="*/ 112 h 112"/>
                <a:gd name="T46" fmla="*/ 22 w 907"/>
                <a:gd name="T47" fmla="*/ 111 h 112"/>
                <a:gd name="T48" fmla="*/ 17 w 907"/>
                <a:gd name="T49" fmla="*/ 110 h 112"/>
                <a:gd name="T50" fmla="*/ 12 w 907"/>
                <a:gd name="T51" fmla="*/ 107 h 112"/>
                <a:gd name="T52" fmla="*/ 8 w 907"/>
                <a:gd name="T53" fmla="*/ 104 h 112"/>
                <a:gd name="T54" fmla="*/ 4 w 907"/>
                <a:gd name="T55" fmla="*/ 99 h 112"/>
                <a:gd name="T56" fmla="*/ 2 w 907"/>
                <a:gd name="T57" fmla="*/ 95 h 112"/>
                <a:gd name="T58" fmla="*/ 0 w 907"/>
                <a:gd name="T59" fmla="*/ 89 h 112"/>
                <a:gd name="T60" fmla="*/ 0 w 907"/>
                <a:gd name="T61" fmla="*/ 84 h 112"/>
                <a:gd name="T62" fmla="*/ 0 w 907"/>
                <a:gd name="T63" fmla="*/ 28 h 112"/>
                <a:gd name="T64" fmla="*/ 0 w 907"/>
                <a:gd name="T65" fmla="*/ 28 h 112"/>
                <a:gd name="T66" fmla="*/ 0 w 907"/>
                <a:gd name="T67" fmla="*/ 22 h 112"/>
                <a:gd name="T68" fmla="*/ 2 w 907"/>
                <a:gd name="T69" fmla="*/ 17 h 112"/>
                <a:gd name="T70" fmla="*/ 4 w 907"/>
                <a:gd name="T71" fmla="*/ 12 h 112"/>
                <a:gd name="T72" fmla="*/ 8 w 907"/>
                <a:gd name="T73" fmla="*/ 8 h 112"/>
                <a:gd name="T74" fmla="*/ 12 w 907"/>
                <a:gd name="T75" fmla="*/ 4 h 112"/>
                <a:gd name="T76" fmla="*/ 17 w 907"/>
                <a:gd name="T77" fmla="*/ 2 h 112"/>
                <a:gd name="T78" fmla="*/ 22 w 907"/>
                <a:gd name="T79" fmla="*/ 0 h 112"/>
                <a:gd name="T80" fmla="*/ 29 w 907"/>
                <a:gd name="T81" fmla="*/ 0 h 112"/>
                <a:gd name="T82" fmla="*/ 878 w 907"/>
                <a:gd name="T83" fmla="*/ 0 h 112"/>
                <a:gd name="T84" fmla="*/ 878 w 907"/>
                <a:gd name="T85" fmla="*/ 0 h 112"/>
                <a:gd name="T86" fmla="*/ 884 w 907"/>
                <a:gd name="T87" fmla="*/ 0 h 112"/>
                <a:gd name="T88" fmla="*/ 889 w 907"/>
                <a:gd name="T89" fmla="*/ 2 h 112"/>
                <a:gd name="T90" fmla="*/ 894 w 907"/>
                <a:gd name="T91" fmla="*/ 4 h 112"/>
                <a:gd name="T92" fmla="*/ 898 w 907"/>
                <a:gd name="T93" fmla="*/ 8 h 112"/>
                <a:gd name="T94" fmla="*/ 902 w 907"/>
                <a:gd name="T95" fmla="*/ 12 h 112"/>
                <a:gd name="T96" fmla="*/ 904 w 907"/>
                <a:gd name="T97" fmla="*/ 17 h 112"/>
                <a:gd name="T98" fmla="*/ 906 w 907"/>
                <a:gd name="T99" fmla="*/ 22 h 112"/>
                <a:gd name="T100" fmla="*/ 907 w 907"/>
                <a:gd name="T101" fmla="*/ 28 h 112"/>
                <a:gd name="T102" fmla="*/ 907 w 907"/>
                <a:gd name="T103" fmla="*/ 84 h 112"/>
                <a:gd name="T104" fmla="*/ 907 w 907"/>
                <a:gd name="T105" fmla="*/ 84 h 112"/>
                <a:gd name="T106" fmla="*/ 906 w 907"/>
                <a:gd name="T107" fmla="*/ 89 h 112"/>
                <a:gd name="T108" fmla="*/ 904 w 907"/>
                <a:gd name="T109" fmla="*/ 95 h 112"/>
                <a:gd name="T110" fmla="*/ 902 w 907"/>
                <a:gd name="T111" fmla="*/ 99 h 112"/>
                <a:gd name="T112" fmla="*/ 898 w 907"/>
                <a:gd name="T113" fmla="*/ 104 h 112"/>
                <a:gd name="T114" fmla="*/ 894 w 907"/>
                <a:gd name="T115" fmla="*/ 107 h 112"/>
                <a:gd name="T116" fmla="*/ 889 w 907"/>
                <a:gd name="T117" fmla="*/ 110 h 112"/>
                <a:gd name="T118" fmla="*/ 884 w 907"/>
                <a:gd name="T119" fmla="*/ 111 h 112"/>
                <a:gd name="T120" fmla="*/ 878 w 907"/>
                <a:gd name="T121" fmla="*/ 112 h 112"/>
                <a:gd name="T122" fmla="*/ 878 w 907"/>
                <a:gd name="T123"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7" h="112">
                  <a:moveTo>
                    <a:pt x="878" y="112"/>
                  </a:moveTo>
                  <a:lnTo>
                    <a:pt x="878" y="112"/>
                  </a:lnTo>
                  <a:lnTo>
                    <a:pt x="873" y="111"/>
                  </a:lnTo>
                  <a:lnTo>
                    <a:pt x="868" y="110"/>
                  </a:lnTo>
                  <a:lnTo>
                    <a:pt x="863" y="107"/>
                  </a:lnTo>
                  <a:lnTo>
                    <a:pt x="859" y="104"/>
                  </a:lnTo>
                  <a:lnTo>
                    <a:pt x="855" y="99"/>
                  </a:lnTo>
                  <a:lnTo>
                    <a:pt x="853" y="95"/>
                  </a:lnTo>
                  <a:lnTo>
                    <a:pt x="851" y="89"/>
                  </a:lnTo>
                  <a:lnTo>
                    <a:pt x="850" y="84"/>
                  </a:lnTo>
                  <a:lnTo>
                    <a:pt x="850" y="57"/>
                  </a:lnTo>
                  <a:lnTo>
                    <a:pt x="57" y="57"/>
                  </a:lnTo>
                  <a:lnTo>
                    <a:pt x="57" y="84"/>
                  </a:lnTo>
                  <a:lnTo>
                    <a:pt x="57" y="84"/>
                  </a:lnTo>
                  <a:lnTo>
                    <a:pt x="56" y="89"/>
                  </a:lnTo>
                  <a:lnTo>
                    <a:pt x="54" y="95"/>
                  </a:lnTo>
                  <a:lnTo>
                    <a:pt x="52" y="99"/>
                  </a:lnTo>
                  <a:lnTo>
                    <a:pt x="48" y="104"/>
                  </a:lnTo>
                  <a:lnTo>
                    <a:pt x="44" y="107"/>
                  </a:lnTo>
                  <a:lnTo>
                    <a:pt x="40" y="110"/>
                  </a:lnTo>
                  <a:lnTo>
                    <a:pt x="34" y="111"/>
                  </a:lnTo>
                  <a:lnTo>
                    <a:pt x="29" y="112"/>
                  </a:lnTo>
                  <a:lnTo>
                    <a:pt x="29" y="112"/>
                  </a:lnTo>
                  <a:lnTo>
                    <a:pt x="22" y="111"/>
                  </a:lnTo>
                  <a:lnTo>
                    <a:pt x="17" y="110"/>
                  </a:lnTo>
                  <a:lnTo>
                    <a:pt x="12" y="107"/>
                  </a:lnTo>
                  <a:lnTo>
                    <a:pt x="8" y="104"/>
                  </a:lnTo>
                  <a:lnTo>
                    <a:pt x="4" y="99"/>
                  </a:lnTo>
                  <a:lnTo>
                    <a:pt x="2" y="95"/>
                  </a:lnTo>
                  <a:lnTo>
                    <a:pt x="0" y="89"/>
                  </a:lnTo>
                  <a:lnTo>
                    <a:pt x="0" y="84"/>
                  </a:lnTo>
                  <a:lnTo>
                    <a:pt x="0" y="28"/>
                  </a:lnTo>
                  <a:lnTo>
                    <a:pt x="0" y="28"/>
                  </a:lnTo>
                  <a:lnTo>
                    <a:pt x="0" y="22"/>
                  </a:lnTo>
                  <a:lnTo>
                    <a:pt x="2" y="17"/>
                  </a:lnTo>
                  <a:lnTo>
                    <a:pt x="4" y="12"/>
                  </a:lnTo>
                  <a:lnTo>
                    <a:pt x="8" y="8"/>
                  </a:lnTo>
                  <a:lnTo>
                    <a:pt x="12" y="4"/>
                  </a:lnTo>
                  <a:lnTo>
                    <a:pt x="17" y="2"/>
                  </a:lnTo>
                  <a:lnTo>
                    <a:pt x="22" y="0"/>
                  </a:lnTo>
                  <a:lnTo>
                    <a:pt x="29" y="0"/>
                  </a:lnTo>
                  <a:lnTo>
                    <a:pt x="878" y="0"/>
                  </a:lnTo>
                  <a:lnTo>
                    <a:pt x="878" y="0"/>
                  </a:lnTo>
                  <a:lnTo>
                    <a:pt x="884" y="0"/>
                  </a:lnTo>
                  <a:lnTo>
                    <a:pt x="889" y="2"/>
                  </a:lnTo>
                  <a:lnTo>
                    <a:pt x="894" y="4"/>
                  </a:lnTo>
                  <a:lnTo>
                    <a:pt x="898" y="8"/>
                  </a:lnTo>
                  <a:lnTo>
                    <a:pt x="902" y="12"/>
                  </a:lnTo>
                  <a:lnTo>
                    <a:pt x="904" y="17"/>
                  </a:lnTo>
                  <a:lnTo>
                    <a:pt x="906" y="22"/>
                  </a:lnTo>
                  <a:lnTo>
                    <a:pt x="907" y="28"/>
                  </a:lnTo>
                  <a:lnTo>
                    <a:pt x="907" y="84"/>
                  </a:lnTo>
                  <a:lnTo>
                    <a:pt x="907" y="84"/>
                  </a:lnTo>
                  <a:lnTo>
                    <a:pt x="906" y="89"/>
                  </a:lnTo>
                  <a:lnTo>
                    <a:pt x="904" y="95"/>
                  </a:lnTo>
                  <a:lnTo>
                    <a:pt x="902" y="99"/>
                  </a:lnTo>
                  <a:lnTo>
                    <a:pt x="898" y="104"/>
                  </a:lnTo>
                  <a:lnTo>
                    <a:pt x="894" y="107"/>
                  </a:lnTo>
                  <a:lnTo>
                    <a:pt x="889" y="110"/>
                  </a:lnTo>
                  <a:lnTo>
                    <a:pt x="884" y="111"/>
                  </a:lnTo>
                  <a:lnTo>
                    <a:pt x="878" y="112"/>
                  </a:lnTo>
                  <a:lnTo>
                    <a:pt x="878"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20">
              <a:extLst>
                <a:ext uri="{FF2B5EF4-FFF2-40B4-BE49-F238E27FC236}">
                  <a16:creationId xmlns:a16="http://schemas.microsoft.com/office/drawing/2014/main" id="{42CBEEC2-39A3-41D7-BED6-5F22ADB000B8}"/>
                </a:ext>
              </a:extLst>
            </p:cNvPr>
            <p:cNvSpPr>
              <a:spLocks/>
            </p:cNvSpPr>
            <p:nvPr/>
          </p:nvSpPr>
          <p:spPr bwMode="auto">
            <a:xfrm>
              <a:off x="2849563" y="3038476"/>
              <a:ext cx="14288" cy="60325"/>
            </a:xfrm>
            <a:custGeom>
              <a:avLst/>
              <a:gdLst>
                <a:gd name="T0" fmla="*/ 30 w 58"/>
                <a:gd name="T1" fmla="*/ 226 h 226"/>
                <a:gd name="T2" fmla="*/ 30 w 58"/>
                <a:gd name="T3" fmla="*/ 226 h 226"/>
                <a:gd name="T4" fmla="*/ 24 w 58"/>
                <a:gd name="T5" fmla="*/ 225 h 226"/>
                <a:gd name="T6" fmla="*/ 19 w 58"/>
                <a:gd name="T7" fmla="*/ 224 h 226"/>
                <a:gd name="T8" fmla="*/ 14 w 58"/>
                <a:gd name="T9" fmla="*/ 221 h 226"/>
                <a:gd name="T10" fmla="*/ 10 w 58"/>
                <a:gd name="T11" fmla="*/ 218 h 226"/>
                <a:gd name="T12" fmla="*/ 5 w 58"/>
                <a:gd name="T13" fmla="*/ 213 h 226"/>
                <a:gd name="T14" fmla="*/ 3 w 58"/>
                <a:gd name="T15" fmla="*/ 209 h 226"/>
                <a:gd name="T16" fmla="*/ 1 w 58"/>
                <a:gd name="T17" fmla="*/ 203 h 226"/>
                <a:gd name="T18" fmla="*/ 0 w 58"/>
                <a:gd name="T19" fmla="*/ 198 h 226"/>
                <a:gd name="T20" fmla="*/ 0 w 58"/>
                <a:gd name="T21" fmla="*/ 28 h 226"/>
                <a:gd name="T22" fmla="*/ 0 w 58"/>
                <a:gd name="T23" fmla="*/ 28 h 226"/>
                <a:gd name="T24" fmla="*/ 1 w 58"/>
                <a:gd name="T25" fmla="*/ 23 h 226"/>
                <a:gd name="T26" fmla="*/ 3 w 58"/>
                <a:gd name="T27" fmla="*/ 18 h 226"/>
                <a:gd name="T28" fmla="*/ 5 w 58"/>
                <a:gd name="T29" fmla="*/ 13 h 226"/>
                <a:gd name="T30" fmla="*/ 10 w 58"/>
                <a:gd name="T31" fmla="*/ 9 h 226"/>
                <a:gd name="T32" fmla="*/ 14 w 58"/>
                <a:gd name="T33" fmla="*/ 5 h 226"/>
                <a:gd name="T34" fmla="*/ 19 w 58"/>
                <a:gd name="T35" fmla="*/ 3 h 226"/>
                <a:gd name="T36" fmla="*/ 24 w 58"/>
                <a:gd name="T37" fmla="*/ 1 h 226"/>
                <a:gd name="T38" fmla="*/ 30 w 58"/>
                <a:gd name="T39" fmla="*/ 0 h 226"/>
                <a:gd name="T40" fmla="*/ 30 w 58"/>
                <a:gd name="T41" fmla="*/ 0 h 226"/>
                <a:gd name="T42" fmla="*/ 35 w 58"/>
                <a:gd name="T43" fmla="*/ 1 h 226"/>
                <a:gd name="T44" fmla="*/ 40 w 58"/>
                <a:gd name="T45" fmla="*/ 3 h 226"/>
                <a:gd name="T46" fmla="*/ 45 w 58"/>
                <a:gd name="T47" fmla="*/ 5 h 226"/>
                <a:gd name="T48" fmla="*/ 49 w 58"/>
                <a:gd name="T49" fmla="*/ 9 h 226"/>
                <a:gd name="T50" fmla="*/ 53 w 58"/>
                <a:gd name="T51" fmla="*/ 13 h 226"/>
                <a:gd name="T52" fmla="*/ 55 w 58"/>
                <a:gd name="T53" fmla="*/ 18 h 226"/>
                <a:gd name="T54" fmla="*/ 57 w 58"/>
                <a:gd name="T55" fmla="*/ 23 h 226"/>
                <a:gd name="T56" fmla="*/ 58 w 58"/>
                <a:gd name="T57" fmla="*/ 28 h 226"/>
                <a:gd name="T58" fmla="*/ 58 w 58"/>
                <a:gd name="T59" fmla="*/ 198 h 226"/>
                <a:gd name="T60" fmla="*/ 58 w 58"/>
                <a:gd name="T61" fmla="*/ 198 h 226"/>
                <a:gd name="T62" fmla="*/ 57 w 58"/>
                <a:gd name="T63" fmla="*/ 203 h 226"/>
                <a:gd name="T64" fmla="*/ 55 w 58"/>
                <a:gd name="T65" fmla="*/ 209 h 226"/>
                <a:gd name="T66" fmla="*/ 53 w 58"/>
                <a:gd name="T67" fmla="*/ 213 h 226"/>
                <a:gd name="T68" fmla="*/ 49 w 58"/>
                <a:gd name="T69" fmla="*/ 218 h 226"/>
                <a:gd name="T70" fmla="*/ 45 w 58"/>
                <a:gd name="T71" fmla="*/ 221 h 226"/>
                <a:gd name="T72" fmla="*/ 40 w 58"/>
                <a:gd name="T73" fmla="*/ 224 h 226"/>
                <a:gd name="T74" fmla="*/ 35 w 58"/>
                <a:gd name="T75" fmla="*/ 225 h 226"/>
                <a:gd name="T76" fmla="*/ 30 w 58"/>
                <a:gd name="T77" fmla="*/ 226 h 226"/>
                <a:gd name="T78" fmla="*/ 30 w 58"/>
                <a:gd name="T79" fmla="*/ 22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8" h="226">
                  <a:moveTo>
                    <a:pt x="30" y="226"/>
                  </a:moveTo>
                  <a:lnTo>
                    <a:pt x="30" y="226"/>
                  </a:lnTo>
                  <a:lnTo>
                    <a:pt x="24" y="225"/>
                  </a:lnTo>
                  <a:lnTo>
                    <a:pt x="19" y="224"/>
                  </a:lnTo>
                  <a:lnTo>
                    <a:pt x="14" y="221"/>
                  </a:lnTo>
                  <a:lnTo>
                    <a:pt x="10" y="218"/>
                  </a:lnTo>
                  <a:lnTo>
                    <a:pt x="5" y="213"/>
                  </a:lnTo>
                  <a:lnTo>
                    <a:pt x="3" y="209"/>
                  </a:lnTo>
                  <a:lnTo>
                    <a:pt x="1" y="203"/>
                  </a:lnTo>
                  <a:lnTo>
                    <a:pt x="0" y="198"/>
                  </a:lnTo>
                  <a:lnTo>
                    <a:pt x="0" y="28"/>
                  </a:lnTo>
                  <a:lnTo>
                    <a:pt x="0" y="28"/>
                  </a:lnTo>
                  <a:lnTo>
                    <a:pt x="1" y="23"/>
                  </a:lnTo>
                  <a:lnTo>
                    <a:pt x="3" y="18"/>
                  </a:lnTo>
                  <a:lnTo>
                    <a:pt x="5" y="13"/>
                  </a:lnTo>
                  <a:lnTo>
                    <a:pt x="10" y="9"/>
                  </a:lnTo>
                  <a:lnTo>
                    <a:pt x="14" y="5"/>
                  </a:lnTo>
                  <a:lnTo>
                    <a:pt x="19" y="3"/>
                  </a:lnTo>
                  <a:lnTo>
                    <a:pt x="24" y="1"/>
                  </a:lnTo>
                  <a:lnTo>
                    <a:pt x="30" y="0"/>
                  </a:lnTo>
                  <a:lnTo>
                    <a:pt x="30" y="0"/>
                  </a:lnTo>
                  <a:lnTo>
                    <a:pt x="35" y="1"/>
                  </a:lnTo>
                  <a:lnTo>
                    <a:pt x="40" y="3"/>
                  </a:lnTo>
                  <a:lnTo>
                    <a:pt x="45" y="5"/>
                  </a:lnTo>
                  <a:lnTo>
                    <a:pt x="49" y="9"/>
                  </a:lnTo>
                  <a:lnTo>
                    <a:pt x="53" y="13"/>
                  </a:lnTo>
                  <a:lnTo>
                    <a:pt x="55" y="18"/>
                  </a:lnTo>
                  <a:lnTo>
                    <a:pt x="57" y="23"/>
                  </a:lnTo>
                  <a:lnTo>
                    <a:pt x="58" y="28"/>
                  </a:lnTo>
                  <a:lnTo>
                    <a:pt x="58" y="198"/>
                  </a:lnTo>
                  <a:lnTo>
                    <a:pt x="58" y="198"/>
                  </a:lnTo>
                  <a:lnTo>
                    <a:pt x="57" y="203"/>
                  </a:lnTo>
                  <a:lnTo>
                    <a:pt x="55" y="209"/>
                  </a:lnTo>
                  <a:lnTo>
                    <a:pt x="53" y="213"/>
                  </a:lnTo>
                  <a:lnTo>
                    <a:pt x="49" y="218"/>
                  </a:lnTo>
                  <a:lnTo>
                    <a:pt x="45" y="221"/>
                  </a:lnTo>
                  <a:lnTo>
                    <a:pt x="40" y="224"/>
                  </a:lnTo>
                  <a:lnTo>
                    <a:pt x="35" y="225"/>
                  </a:lnTo>
                  <a:lnTo>
                    <a:pt x="30" y="226"/>
                  </a:lnTo>
                  <a:lnTo>
                    <a:pt x="30" y="2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a:extLst>
              <a:ext uri="{FF2B5EF4-FFF2-40B4-BE49-F238E27FC236}">
                <a16:creationId xmlns:a16="http://schemas.microsoft.com/office/drawing/2014/main" id="{7D723FB6-8064-9C39-B6A9-8CEB67F58574}"/>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322218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ppt_x"/>
                                          </p:val>
                                        </p:tav>
                                        <p:tav tm="100000">
                                          <p:val>
                                            <p:strVal val="#ppt_x"/>
                                          </p:val>
                                        </p:tav>
                                      </p:tavLst>
                                    </p:anim>
                                    <p:anim calcmode="lin" valueType="num">
                                      <p:cBhvr additive="base">
                                        <p:cTn id="18" dur="500" fill="hold"/>
                                        <p:tgtEl>
                                          <p:spTgt spid="3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ppt_x"/>
                                          </p:val>
                                        </p:tav>
                                        <p:tav tm="100000">
                                          <p:val>
                                            <p:strVal val="#ppt_x"/>
                                          </p:val>
                                        </p:tav>
                                      </p:tavLst>
                                    </p:anim>
                                    <p:anim calcmode="lin" valueType="num">
                                      <p:cBhvr additive="base">
                                        <p:cTn id="22" dur="500" fill="hold"/>
                                        <p:tgtEl>
                                          <p:spTgt spid="3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500" fill="hold"/>
                                        <p:tgtEl>
                                          <p:spTgt spid="35"/>
                                        </p:tgtEl>
                                        <p:attrNameLst>
                                          <p:attrName>ppt_x</p:attrName>
                                        </p:attrNameLst>
                                      </p:cBhvr>
                                      <p:tavLst>
                                        <p:tav tm="0">
                                          <p:val>
                                            <p:strVal val="#ppt_x"/>
                                          </p:val>
                                        </p:tav>
                                        <p:tav tm="100000">
                                          <p:val>
                                            <p:strVal val="#ppt_x"/>
                                          </p:val>
                                        </p:tav>
                                      </p:tavLst>
                                    </p:anim>
                                    <p:anim calcmode="lin" valueType="num">
                                      <p:cBhvr additive="base">
                                        <p:cTn id="30" dur="500" fill="hold"/>
                                        <p:tgtEl>
                                          <p:spTgt spid="3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39"/>
                                        </p:tgtEl>
                                        <p:attrNameLst>
                                          <p:attrName>style.visibility</p:attrName>
                                        </p:attrNameLst>
                                      </p:cBhvr>
                                      <p:to>
                                        <p:strVal val="visible"/>
                                      </p:to>
                                    </p:set>
                                    <p:anim calcmode="lin" valueType="num">
                                      <p:cBhvr additive="base">
                                        <p:cTn id="33" dur="500" fill="hold"/>
                                        <p:tgtEl>
                                          <p:spTgt spid="139"/>
                                        </p:tgtEl>
                                        <p:attrNameLst>
                                          <p:attrName>ppt_x</p:attrName>
                                        </p:attrNameLst>
                                      </p:cBhvr>
                                      <p:tavLst>
                                        <p:tav tm="0">
                                          <p:val>
                                            <p:strVal val="#ppt_x"/>
                                          </p:val>
                                        </p:tav>
                                        <p:tav tm="100000">
                                          <p:val>
                                            <p:strVal val="#ppt_x"/>
                                          </p:val>
                                        </p:tav>
                                      </p:tavLst>
                                    </p:anim>
                                    <p:anim calcmode="lin" valueType="num">
                                      <p:cBhvr additive="base">
                                        <p:cTn id="34"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ppt_x"/>
                                          </p:val>
                                        </p:tav>
                                        <p:tav tm="100000">
                                          <p:val>
                                            <p:strVal val="#ppt_x"/>
                                          </p:val>
                                        </p:tav>
                                      </p:tavLst>
                                    </p:anim>
                                    <p:anim calcmode="lin" valueType="num">
                                      <p:cBhvr additive="base">
                                        <p:cTn id="44" dur="500" fill="hold"/>
                                        <p:tgtEl>
                                          <p:spTgt spid="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500" fill="hold"/>
                                        <p:tgtEl>
                                          <p:spTgt spid="39"/>
                                        </p:tgtEl>
                                        <p:attrNameLst>
                                          <p:attrName>ppt_x</p:attrName>
                                        </p:attrNameLst>
                                      </p:cBhvr>
                                      <p:tavLst>
                                        <p:tav tm="0">
                                          <p:val>
                                            <p:strVal val="#ppt_x"/>
                                          </p:val>
                                        </p:tav>
                                        <p:tav tm="100000">
                                          <p:val>
                                            <p:strVal val="#ppt_x"/>
                                          </p:val>
                                        </p:tav>
                                      </p:tavLst>
                                    </p:anim>
                                    <p:anim calcmode="lin" valueType="num">
                                      <p:cBhvr additive="base">
                                        <p:cTn id="48" dur="500" fill="hold"/>
                                        <p:tgtEl>
                                          <p:spTgt spid="3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 calcmode="lin" valueType="num">
                                      <p:cBhvr additive="base">
                                        <p:cTn id="51" dur="500" fill="hold"/>
                                        <p:tgtEl>
                                          <p:spTgt spid="40"/>
                                        </p:tgtEl>
                                        <p:attrNameLst>
                                          <p:attrName>ppt_x</p:attrName>
                                        </p:attrNameLst>
                                      </p:cBhvr>
                                      <p:tavLst>
                                        <p:tav tm="0">
                                          <p:val>
                                            <p:strVal val="#ppt_x"/>
                                          </p:val>
                                        </p:tav>
                                        <p:tav tm="100000">
                                          <p:val>
                                            <p:strVal val="#ppt_x"/>
                                          </p:val>
                                        </p:tav>
                                      </p:tavLst>
                                    </p:anim>
                                    <p:anim calcmode="lin" valueType="num">
                                      <p:cBhvr additive="base">
                                        <p:cTn id="52" dur="500" fill="hold"/>
                                        <p:tgtEl>
                                          <p:spTgt spid="4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27"/>
                                        </p:tgtEl>
                                        <p:attrNameLst>
                                          <p:attrName>style.visibility</p:attrName>
                                        </p:attrNameLst>
                                      </p:cBhvr>
                                      <p:to>
                                        <p:strVal val="visible"/>
                                      </p:to>
                                    </p:set>
                                    <p:anim calcmode="lin" valueType="num">
                                      <p:cBhvr additive="base">
                                        <p:cTn id="59" dur="500" fill="hold"/>
                                        <p:tgtEl>
                                          <p:spTgt spid="127"/>
                                        </p:tgtEl>
                                        <p:attrNameLst>
                                          <p:attrName>ppt_x</p:attrName>
                                        </p:attrNameLst>
                                      </p:cBhvr>
                                      <p:tavLst>
                                        <p:tav tm="0">
                                          <p:val>
                                            <p:strVal val="#ppt_x"/>
                                          </p:val>
                                        </p:tav>
                                        <p:tav tm="100000">
                                          <p:val>
                                            <p:strVal val="#ppt_x"/>
                                          </p:val>
                                        </p:tav>
                                      </p:tavLst>
                                    </p:anim>
                                    <p:anim calcmode="lin" valueType="num">
                                      <p:cBhvr additive="base">
                                        <p:cTn id="60" dur="500" fill="hold"/>
                                        <p:tgtEl>
                                          <p:spTgt spid="127"/>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fill="hold"/>
                                        <p:tgtEl>
                                          <p:spTgt spid="11"/>
                                        </p:tgtEl>
                                        <p:attrNameLst>
                                          <p:attrName>ppt_x</p:attrName>
                                        </p:attrNameLst>
                                      </p:cBhvr>
                                      <p:tavLst>
                                        <p:tav tm="0">
                                          <p:val>
                                            <p:strVal val="#ppt_x"/>
                                          </p:val>
                                        </p:tav>
                                        <p:tav tm="100000">
                                          <p:val>
                                            <p:strVal val="#ppt_x"/>
                                          </p:val>
                                        </p:tav>
                                      </p:tavLst>
                                    </p:anim>
                                    <p:anim calcmode="lin" valueType="num">
                                      <p:cBhvr additive="base">
                                        <p:cTn id="66" dur="500" fill="hold"/>
                                        <p:tgtEl>
                                          <p:spTgt spid="1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anim calcmode="lin" valueType="num">
                                      <p:cBhvr additive="base">
                                        <p:cTn id="69" dur="500" fill="hold"/>
                                        <p:tgtEl>
                                          <p:spTgt spid="44"/>
                                        </p:tgtEl>
                                        <p:attrNameLst>
                                          <p:attrName>ppt_x</p:attrName>
                                        </p:attrNameLst>
                                      </p:cBhvr>
                                      <p:tavLst>
                                        <p:tav tm="0">
                                          <p:val>
                                            <p:strVal val="#ppt_x"/>
                                          </p:val>
                                        </p:tav>
                                        <p:tav tm="100000">
                                          <p:val>
                                            <p:strVal val="#ppt_x"/>
                                          </p:val>
                                        </p:tav>
                                      </p:tavLst>
                                    </p:anim>
                                    <p:anim calcmode="lin" valueType="num">
                                      <p:cBhvr additive="base">
                                        <p:cTn id="70" dur="500" fill="hold"/>
                                        <p:tgtEl>
                                          <p:spTgt spid="4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fill="hold"/>
                                        <p:tgtEl>
                                          <p:spTgt spid="45"/>
                                        </p:tgtEl>
                                        <p:attrNameLst>
                                          <p:attrName>ppt_x</p:attrName>
                                        </p:attrNameLst>
                                      </p:cBhvr>
                                      <p:tavLst>
                                        <p:tav tm="0">
                                          <p:val>
                                            <p:strVal val="#ppt_x"/>
                                          </p:val>
                                        </p:tav>
                                        <p:tav tm="100000">
                                          <p:val>
                                            <p:strVal val="#ppt_x"/>
                                          </p:val>
                                        </p:tav>
                                      </p:tavLst>
                                    </p:anim>
                                    <p:anim calcmode="lin" valueType="num">
                                      <p:cBhvr additive="base">
                                        <p:cTn id="74" dur="500" fill="hold"/>
                                        <p:tgtEl>
                                          <p:spTgt spid="45"/>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7"/>
                                        </p:tgtEl>
                                        <p:attrNameLst>
                                          <p:attrName>style.visibility</p:attrName>
                                        </p:attrNameLst>
                                      </p:cBhvr>
                                      <p:to>
                                        <p:strVal val="visible"/>
                                      </p:to>
                                    </p:set>
                                    <p:anim calcmode="lin" valueType="num">
                                      <p:cBhvr additive="base">
                                        <p:cTn id="77" dur="500" fill="hold"/>
                                        <p:tgtEl>
                                          <p:spTgt spid="47"/>
                                        </p:tgtEl>
                                        <p:attrNameLst>
                                          <p:attrName>ppt_x</p:attrName>
                                        </p:attrNameLst>
                                      </p:cBhvr>
                                      <p:tavLst>
                                        <p:tav tm="0">
                                          <p:val>
                                            <p:strVal val="#ppt_x"/>
                                          </p:val>
                                        </p:tav>
                                        <p:tav tm="100000">
                                          <p:val>
                                            <p:strVal val="#ppt_x"/>
                                          </p:val>
                                        </p:tav>
                                      </p:tavLst>
                                    </p:anim>
                                    <p:anim calcmode="lin" valueType="num">
                                      <p:cBhvr additive="base">
                                        <p:cTn id="78" dur="500" fill="hold"/>
                                        <p:tgtEl>
                                          <p:spTgt spid="47"/>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 calcmode="lin" valueType="num">
                                      <p:cBhvr additive="base">
                                        <p:cTn id="81" dur="500" fill="hold"/>
                                        <p:tgtEl>
                                          <p:spTgt spid="53"/>
                                        </p:tgtEl>
                                        <p:attrNameLst>
                                          <p:attrName>ppt_x</p:attrName>
                                        </p:attrNameLst>
                                      </p:cBhvr>
                                      <p:tavLst>
                                        <p:tav tm="0">
                                          <p:val>
                                            <p:strVal val="#ppt_x"/>
                                          </p:val>
                                        </p:tav>
                                        <p:tav tm="100000">
                                          <p:val>
                                            <p:strVal val="#ppt_x"/>
                                          </p:val>
                                        </p:tav>
                                      </p:tavLst>
                                    </p:anim>
                                    <p:anim calcmode="lin" valueType="num">
                                      <p:cBhvr additive="base">
                                        <p:cTn id="82" dur="500" fill="hold"/>
                                        <p:tgtEl>
                                          <p:spTgt spid="53"/>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38"/>
                                        </p:tgtEl>
                                        <p:attrNameLst>
                                          <p:attrName>style.visibility</p:attrName>
                                        </p:attrNameLst>
                                      </p:cBhvr>
                                      <p:to>
                                        <p:strVal val="visible"/>
                                      </p:to>
                                    </p:set>
                                    <p:anim calcmode="lin" valueType="num">
                                      <p:cBhvr additive="base">
                                        <p:cTn id="85" dur="500" fill="hold"/>
                                        <p:tgtEl>
                                          <p:spTgt spid="138"/>
                                        </p:tgtEl>
                                        <p:attrNameLst>
                                          <p:attrName>ppt_x</p:attrName>
                                        </p:attrNameLst>
                                      </p:cBhvr>
                                      <p:tavLst>
                                        <p:tav tm="0">
                                          <p:val>
                                            <p:strVal val="#ppt_x"/>
                                          </p:val>
                                        </p:tav>
                                        <p:tav tm="100000">
                                          <p:val>
                                            <p:strVal val="#ppt_x"/>
                                          </p:val>
                                        </p:tav>
                                      </p:tavLst>
                                    </p:anim>
                                    <p:anim calcmode="lin" valueType="num">
                                      <p:cBhvr additive="base">
                                        <p:cTn id="86" dur="500" fill="hold"/>
                                        <p:tgtEl>
                                          <p:spTgt spid="138"/>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2"/>
                                        </p:tgtEl>
                                        <p:attrNameLst>
                                          <p:attrName>style.visibility</p:attrName>
                                        </p:attrNameLst>
                                      </p:cBhvr>
                                      <p:to>
                                        <p:strVal val="visible"/>
                                      </p:to>
                                    </p:set>
                                    <p:anim calcmode="lin" valueType="num">
                                      <p:cBhvr additive="base">
                                        <p:cTn id="91" dur="500" fill="hold"/>
                                        <p:tgtEl>
                                          <p:spTgt spid="12"/>
                                        </p:tgtEl>
                                        <p:attrNameLst>
                                          <p:attrName>ppt_x</p:attrName>
                                        </p:attrNameLst>
                                      </p:cBhvr>
                                      <p:tavLst>
                                        <p:tav tm="0">
                                          <p:val>
                                            <p:strVal val="#ppt_x"/>
                                          </p:val>
                                        </p:tav>
                                        <p:tav tm="100000">
                                          <p:val>
                                            <p:strVal val="#ppt_x"/>
                                          </p:val>
                                        </p:tav>
                                      </p:tavLst>
                                    </p:anim>
                                    <p:anim calcmode="lin" valueType="num">
                                      <p:cBhvr additive="base">
                                        <p:cTn id="92" dur="500" fill="hold"/>
                                        <p:tgtEl>
                                          <p:spTgt spid="12"/>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 calcmode="lin" valueType="num">
                                      <p:cBhvr additive="base">
                                        <p:cTn id="95" dur="500" fill="hold"/>
                                        <p:tgtEl>
                                          <p:spTgt spid="49"/>
                                        </p:tgtEl>
                                        <p:attrNameLst>
                                          <p:attrName>ppt_x</p:attrName>
                                        </p:attrNameLst>
                                      </p:cBhvr>
                                      <p:tavLst>
                                        <p:tav tm="0">
                                          <p:val>
                                            <p:strVal val="#ppt_x"/>
                                          </p:val>
                                        </p:tav>
                                        <p:tav tm="100000">
                                          <p:val>
                                            <p:strVal val="#ppt_x"/>
                                          </p:val>
                                        </p:tav>
                                      </p:tavLst>
                                    </p:anim>
                                    <p:anim calcmode="lin" valueType="num">
                                      <p:cBhvr additive="base">
                                        <p:cTn id="96" dur="500" fill="hold"/>
                                        <p:tgtEl>
                                          <p:spTgt spid="49"/>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0"/>
                                        </p:tgtEl>
                                        <p:attrNameLst>
                                          <p:attrName>style.visibility</p:attrName>
                                        </p:attrNameLst>
                                      </p:cBhvr>
                                      <p:to>
                                        <p:strVal val="visible"/>
                                      </p:to>
                                    </p:set>
                                    <p:anim calcmode="lin" valueType="num">
                                      <p:cBhvr additive="base">
                                        <p:cTn id="99" dur="500" fill="hold"/>
                                        <p:tgtEl>
                                          <p:spTgt spid="50"/>
                                        </p:tgtEl>
                                        <p:attrNameLst>
                                          <p:attrName>ppt_x</p:attrName>
                                        </p:attrNameLst>
                                      </p:cBhvr>
                                      <p:tavLst>
                                        <p:tav tm="0">
                                          <p:val>
                                            <p:strVal val="#ppt_x"/>
                                          </p:val>
                                        </p:tav>
                                        <p:tav tm="100000">
                                          <p:val>
                                            <p:strVal val="#ppt_x"/>
                                          </p:val>
                                        </p:tav>
                                      </p:tavLst>
                                    </p:anim>
                                    <p:anim calcmode="lin" valueType="num">
                                      <p:cBhvr additive="base">
                                        <p:cTn id="100" dur="500" fill="hold"/>
                                        <p:tgtEl>
                                          <p:spTgt spid="5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2"/>
                                        </p:tgtEl>
                                        <p:attrNameLst>
                                          <p:attrName>style.visibility</p:attrName>
                                        </p:attrNameLst>
                                      </p:cBhvr>
                                      <p:to>
                                        <p:strVal val="visible"/>
                                      </p:to>
                                    </p:set>
                                    <p:anim calcmode="lin" valueType="num">
                                      <p:cBhvr additive="base">
                                        <p:cTn id="103" dur="500" fill="hold"/>
                                        <p:tgtEl>
                                          <p:spTgt spid="52"/>
                                        </p:tgtEl>
                                        <p:attrNameLst>
                                          <p:attrName>ppt_x</p:attrName>
                                        </p:attrNameLst>
                                      </p:cBhvr>
                                      <p:tavLst>
                                        <p:tav tm="0">
                                          <p:val>
                                            <p:strVal val="#ppt_x"/>
                                          </p:val>
                                        </p:tav>
                                        <p:tav tm="100000">
                                          <p:val>
                                            <p:strVal val="#ppt_x"/>
                                          </p:val>
                                        </p:tav>
                                      </p:tavLst>
                                    </p:anim>
                                    <p:anim calcmode="lin" valueType="num">
                                      <p:cBhvr additive="base">
                                        <p:cTn id="104" dur="500" fill="hold"/>
                                        <p:tgtEl>
                                          <p:spTgt spid="52"/>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56"/>
                                        </p:tgtEl>
                                        <p:attrNameLst>
                                          <p:attrName>style.visibility</p:attrName>
                                        </p:attrNameLst>
                                      </p:cBhvr>
                                      <p:to>
                                        <p:strVal val="visible"/>
                                      </p:to>
                                    </p:set>
                                    <p:anim calcmode="lin" valueType="num">
                                      <p:cBhvr additive="base">
                                        <p:cTn id="107" dur="500" fill="hold"/>
                                        <p:tgtEl>
                                          <p:spTgt spid="56"/>
                                        </p:tgtEl>
                                        <p:attrNameLst>
                                          <p:attrName>ppt_x</p:attrName>
                                        </p:attrNameLst>
                                      </p:cBhvr>
                                      <p:tavLst>
                                        <p:tav tm="0">
                                          <p:val>
                                            <p:strVal val="#ppt_x"/>
                                          </p:val>
                                        </p:tav>
                                        <p:tav tm="100000">
                                          <p:val>
                                            <p:strVal val="#ppt_x"/>
                                          </p:val>
                                        </p:tav>
                                      </p:tavLst>
                                    </p:anim>
                                    <p:anim calcmode="lin" valueType="num">
                                      <p:cBhvr additive="base">
                                        <p:cTn id="108" dur="500" fill="hold"/>
                                        <p:tgtEl>
                                          <p:spTgt spid="56"/>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128"/>
                                        </p:tgtEl>
                                        <p:attrNameLst>
                                          <p:attrName>style.visibility</p:attrName>
                                        </p:attrNameLst>
                                      </p:cBhvr>
                                      <p:to>
                                        <p:strVal val="visible"/>
                                      </p:to>
                                    </p:set>
                                    <p:anim calcmode="lin" valueType="num">
                                      <p:cBhvr additive="base">
                                        <p:cTn id="111" dur="500" fill="hold"/>
                                        <p:tgtEl>
                                          <p:spTgt spid="128"/>
                                        </p:tgtEl>
                                        <p:attrNameLst>
                                          <p:attrName>ppt_x</p:attrName>
                                        </p:attrNameLst>
                                      </p:cBhvr>
                                      <p:tavLst>
                                        <p:tav tm="0">
                                          <p:val>
                                            <p:strVal val="#ppt_x"/>
                                          </p:val>
                                        </p:tav>
                                        <p:tav tm="100000">
                                          <p:val>
                                            <p:strVal val="#ppt_x"/>
                                          </p:val>
                                        </p:tav>
                                      </p:tavLst>
                                    </p:anim>
                                    <p:anim calcmode="lin" valueType="num">
                                      <p:cBhvr additive="base">
                                        <p:cTn id="112"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80"/>
                                        </p:tgtEl>
                                        <p:attrNameLst>
                                          <p:attrName>style.visibility</p:attrName>
                                        </p:attrNameLst>
                                      </p:cBhvr>
                                      <p:to>
                                        <p:strVal val="visible"/>
                                      </p:to>
                                    </p:set>
                                    <p:anim calcmode="lin" valueType="num">
                                      <p:cBhvr additive="base">
                                        <p:cTn id="117" dur="500" fill="hold"/>
                                        <p:tgtEl>
                                          <p:spTgt spid="80"/>
                                        </p:tgtEl>
                                        <p:attrNameLst>
                                          <p:attrName>ppt_x</p:attrName>
                                        </p:attrNameLst>
                                      </p:cBhvr>
                                      <p:tavLst>
                                        <p:tav tm="0">
                                          <p:val>
                                            <p:strVal val="#ppt_x"/>
                                          </p:val>
                                        </p:tav>
                                        <p:tav tm="100000">
                                          <p:val>
                                            <p:strVal val="#ppt_x"/>
                                          </p:val>
                                        </p:tav>
                                      </p:tavLst>
                                    </p:anim>
                                    <p:anim calcmode="lin" valueType="num">
                                      <p:cBhvr additive="base">
                                        <p:cTn id="118" dur="500" fill="hold"/>
                                        <p:tgtEl>
                                          <p:spTgt spid="80"/>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79"/>
                                        </p:tgtEl>
                                        <p:attrNameLst>
                                          <p:attrName>style.visibility</p:attrName>
                                        </p:attrNameLst>
                                      </p:cBhvr>
                                      <p:to>
                                        <p:strVal val="visible"/>
                                      </p:to>
                                    </p:set>
                                    <p:anim calcmode="lin" valueType="num">
                                      <p:cBhvr additive="base">
                                        <p:cTn id="121" dur="500" fill="hold"/>
                                        <p:tgtEl>
                                          <p:spTgt spid="79"/>
                                        </p:tgtEl>
                                        <p:attrNameLst>
                                          <p:attrName>ppt_x</p:attrName>
                                        </p:attrNameLst>
                                      </p:cBhvr>
                                      <p:tavLst>
                                        <p:tav tm="0">
                                          <p:val>
                                            <p:strVal val="#ppt_x"/>
                                          </p:val>
                                        </p:tav>
                                        <p:tav tm="100000">
                                          <p:val>
                                            <p:strVal val="#ppt_x"/>
                                          </p:val>
                                        </p:tav>
                                      </p:tavLst>
                                    </p:anim>
                                    <p:anim calcmode="lin" valueType="num">
                                      <p:cBhvr additive="base">
                                        <p:cTn id="122" dur="500" fill="hold"/>
                                        <p:tgtEl>
                                          <p:spTgt spid="79"/>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78"/>
                                        </p:tgtEl>
                                        <p:attrNameLst>
                                          <p:attrName>style.visibility</p:attrName>
                                        </p:attrNameLst>
                                      </p:cBhvr>
                                      <p:to>
                                        <p:strVal val="visible"/>
                                      </p:to>
                                    </p:set>
                                    <p:anim calcmode="lin" valueType="num">
                                      <p:cBhvr additive="base">
                                        <p:cTn id="125" dur="500" fill="hold"/>
                                        <p:tgtEl>
                                          <p:spTgt spid="78"/>
                                        </p:tgtEl>
                                        <p:attrNameLst>
                                          <p:attrName>ppt_x</p:attrName>
                                        </p:attrNameLst>
                                      </p:cBhvr>
                                      <p:tavLst>
                                        <p:tav tm="0">
                                          <p:val>
                                            <p:strVal val="#ppt_x"/>
                                          </p:val>
                                        </p:tav>
                                        <p:tav tm="100000">
                                          <p:val>
                                            <p:strVal val="#ppt_x"/>
                                          </p:val>
                                        </p:tav>
                                      </p:tavLst>
                                    </p:anim>
                                    <p:anim calcmode="lin" valueType="num">
                                      <p:cBhvr additive="base">
                                        <p:cTn id="126" dur="500" fill="hold"/>
                                        <p:tgtEl>
                                          <p:spTgt spid="78"/>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77"/>
                                        </p:tgtEl>
                                        <p:attrNameLst>
                                          <p:attrName>style.visibility</p:attrName>
                                        </p:attrNameLst>
                                      </p:cBhvr>
                                      <p:to>
                                        <p:strVal val="visible"/>
                                      </p:to>
                                    </p:set>
                                    <p:anim calcmode="lin" valueType="num">
                                      <p:cBhvr additive="base">
                                        <p:cTn id="129" dur="500" fill="hold"/>
                                        <p:tgtEl>
                                          <p:spTgt spid="77"/>
                                        </p:tgtEl>
                                        <p:attrNameLst>
                                          <p:attrName>ppt_x</p:attrName>
                                        </p:attrNameLst>
                                      </p:cBhvr>
                                      <p:tavLst>
                                        <p:tav tm="0">
                                          <p:val>
                                            <p:strVal val="#ppt_x"/>
                                          </p:val>
                                        </p:tav>
                                        <p:tav tm="100000">
                                          <p:val>
                                            <p:strVal val="#ppt_x"/>
                                          </p:val>
                                        </p:tav>
                                      </p:tavLst>
                                    </p:anim>
                                    <p:anim calcmode="lin" valueType="num">
                                      <p:cBhvr additive="base">
                                        <p:cTn id="130" dur="500" fill="hold"/>
                                        <p:tgtEl>
                                          <p:spTgt spid="77"/>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64"/>
                                        </p:tgtEl>
                                        <p:attrNameLst>
                                          <p:attrName>style.visibility</p:attrName>
                                        </p:attrNameLst>
                                      </p:cBhvr>
                                      <p:to>
                                        <p:strVal val="visible"/>
                                      </p:to>
                                    </p:set>
                                    <p:anim calcmode="lin" valueType="num">
                                      <p:cBhvr additive="base">
                                        <p:cTn id="133" dur="500" fill="hold"/>
                                        <p:tgtEl>
                                          <p:spTgt spid="64"/>
                                        </p:tgtEl>
                                        <p:attrNameLst>
                                          <p:attrName>ppt_x</p:attrName>
                                        </p:attrNameLst>
                                      </p:cBhvr>
                                      <p:tavLst>
                                        <p:tav tm="0">
                                          <p:val>
                                            <p:strVal val="#ppt_x"/>
                                          </p:val>
                                        </p:tav>
                                        <p:tav tm="100000">
                                          <p:val>
                                            <p:strVal val="#ppt_x"/>
                                          </p:val>
                                        </p:tav>
                                      </p:tavLst>
                                    </p:anim>
                                    <p:anim calcmode="lin" valueType="num">
                                      <p:cBhvr additive="base">
                                        <p:cTn id="134" dur="500" fill="hold"/>
                                        <p:tgtEl>
                                          <p:spTgt spid="64"/>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65"/>
                                        </p:tgtEl>
                                        <p:attrNameLst>
                                          <p:attrName>style.visibility</p:attrName>
                                        </p:attrNameLst>
                                      </p:cBhvr>
                                      <p:to>
                                        <p:strVal val="visible"/>
                                      </p:to>
                                    </p:set>
                                    <p:anim calcmode="lin" valueType="num">
                                      <p:cBhvr additive="base">
                                        <p:cTn id="137" dur="500" fill="hold"/>
                                        <p:tgtEl>
                                          <p:spTgt spid="65"/>
                                        </p:tgtEl>
                                        <p:attrNameLst>
                                          <p:attrName>ppt_x</p:attrName>
                                        </p:attrNameLst>
                                      </p:cBhvr>
                                      <p:tavLst>
                                        <p:tav tm="0">
                                          <p:val>
                                            <p:strVal val="#ppt_x"/>
                                          </p:val>
                                        </p:tav>
                                        <p:tav tm="100000">
                                          <p:val>
                                            <p:strVal val="#ppt_x"/>
                                          </p:val>
                                        </p:tav>
                                      </p:tavLst>
                                    </p:anim>
                                    <p:anim calcmode="lin" valueType="num">
                                      <p:cBhvr additive="base">
                                        <p:cTn id="138" dur="500" fill="hold"/>
                                        <p:tgtEl>
                                          <p:spTgt spid="65"/>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66"/>
                                        </p:tgtEl>
                                        <p:attrNameLst>
                                          <p:attrName>style.visibility</p:attrName>
                                        </p:attrNameLst>
                                      </p:cBhvr>
                                      <p:to>
                                        <p:strVal val="visible"/>
                                      </p:to>
                                    </p:set>
                                    <p:anim calcmode="lin" valueType="num">
                                      <p:cBhvr additive="base">
                                        <p:cTn id="141" dur="500" fill="hold"/>
                                        <p:tgtEl>
                                          <p:spTgt spid="66"/>
                                        </p:tgtEl>
                                        <p:attrNameLst>
                                          <p:attrName>ppt_x</p:attrName>
                                        </p:attrNameLst>
                                      </p:cBhvr>
                                      <p:tavLst>
                                        <p:tav tm="0">
                                          <p:val>
                                            <p:strVal val="#ppt_x"/>
                                          </p:val>
                                        </p:tav>
                                        <p:tav tm="100000">
                                          <p:val>
                                            <p:strVal val="#ppt_x"/>
                                          </p:val>
                                        </p:tav>
                                      </p:tavLst>
                                    </p:anim>
                                    <p:anim calcmode="lin" valueType="num">
                                      <p:cBhvr additive="base">
                                        <p:cTn id="142" dur="500" fill="hold"/>
                                        <p:tgtEl>
                                          <p:spTgt spid="66"/>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67"/>
                                        </p:tgtEl>
                                        <p:attrNameLst>
                                          <p:attrName>style.visibility</p:attrName>
                                        </p:attrNameLst>
                                      </p:cBhvr>
                                      <p:to>
                                        <p:strVal val="visible"/>
                                      </p:to>
                                    </p:set>
                                    <p:anim calcmode="lin" valueType="num">
                                      <p:cBhvr additive="base">
                                        <p:cTn id="145" dur="500" fill="hold"/>
                                        <p:tgtEl>
                                          <p:spTgt spid="67"/>
                                        </p:tgtEl>
                                        <p:attrNameLst>
                                          <p:attrName>ppt_x</p:attrName>
                                        </p:attrNameLst>
                                      </p:cBhvr>
                                      <p:tavLst>
                                        <p:tav tm="0">
                                          <p:val>
                                            <p:strVal val="#ppt_x"/>
                                          </p:val>
                                        </p:tav>
                                        <p:tav tm="100000">
                                          <p:val>
                                            <p:strVal val="#ppt_x"/>
                                          </p:val>
                                        </p:tav>
                                      </p:tavLst>
                                    </p:anim>
                                    <p:anim calcmode="lin" valueType="num">
                                      <p:cBhvr additive="base">
                                        <p:cTn id="146" dur="500" fill="hold"/>
                                        <p:tgtEl>
                                          <p:spTgt spid="67"/>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68"/>
                                        </p:tgtEl>
                                        <p:attrNameLst>
                                          <p:attrName>style.visibility</p:attrName>
                                        </p:attrNameLst>
                                      </p:cBhvr>
                                      <p:to>
                                        <p:strVal val="visible"/>
                                      </p:to>
                                    </p:set>
                                    <p:anim calcmode="lin" valueType="num">
                                      <p:cBhvr additive="base">
                                        <p:cTn id="149" dur="500" fill="hold"/>
                                        <p:tgtEl>
                                          <p:spTgt spid="68"/>
                                        </p:tgtEl>
                                        <p:attrNameLst>
                                          <p:attrName>ppt_x</p:attrName>
                                        </p:attrNameLst>
                                      </p:cBhvr>
                                      <p:tavLst>
                                        <p:tav tm="0">
                                          <p:val>
                                            <p:strVal val="#ppt_x"/>
                                          </p:val>
                                        </p:tav>
                                        <p:tav tm="100000">
                                          <p:val>
                                            <p:strVal val="#ppt_x"/>
                                          </p:val>
                                        </p:tav>
                                      </p:tavLst>
                                    </p:anim>
                                    <p:anim calcmode="lin" valueType="num">
                                      <p:cBhvr additive="base">
                                        <p:cTn id="150" dur="500" fill="hold"/>
                                        <p:tgtEl>
                                          <p:spTgt spid="68"/>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76"/>
                                        </p:tgtEl>
                                        <p:attrNameLst>
                                          <p:attrName>style.visibility</p:attrName>
                                        </p:attrNameLst>
                                      </p:cBhvr>
                                      <p:to>
                                        <p:strVal val="visible"/>
                                      </p:to>
                                    </p:set>
                                    <p:anim calcmode="lin" valueType="num">
                                      <p:cBhvr additive="base">
                                        <p:cTn id="153" dur="500" fill="hold"/>
                                        <p:tgtEl>
                                          <p:spTgt spid="76"/>
                                        </p:tgtEl>
                                        <p:attrNameLst>
                                          <p:attrName>ppt_x</p:attrName>
                                        </p:attrNameLst>
                                      </p:cBhvr>
                                      <p:tavLst>
                                        <p:tav tm="0">
                                          <p:val>
                                            <p:strVal val="#ppt_x"/>
                                          </p:val>
                                        </p:tav>
                                        <p:tav tm="100000">
                                          <p:val>
                                            <p:strVal val="#ppt_x"/>
                                          </p:val>
                                        </p:tav>
                                      </p:tavLst>
                                    </p:anim>
                                    <p:anim calcmode="lin" valueType="num">
                                      <p:cBhvr additive="base">
                                        <p:cTn id="154" dur="500" fill="hold"/>
                                        <p:tgtEl>
                                          <p:spTgt spid="76"/>
                                        </p:tgtEl>
                                        <p:attrNameLst>
                                          <p:attrName>ppt_y</p:attrName>
                                        </p:attrNameLst>
                                      </p:cBhvr>
                                      <p:tavLst>
                                        <p:tav tm="0">
                                          <p:val>
                                            <p:strVal val="1+#ppt_h/2"/>
                                          </p:val>
                                        </p:tav>
                                        <p:tav tm="100000">
                                          <p:val>
                                            <p:strVal val="#ppt_y"/>
                                          </p:val>
                                        </p:tav>
                                      </p:tavLst>
                                    </p:anim>
                                  </p:childTnLst>
                                </p:cTn>
                              </p:par>
                              <p:par>
                                <p:cTn id="155" presetID="2" presetClass="entr" presetSubtype="4" fill="hold" nodeType="withEffect">
                                  <p:stCondLst>
                                    <p:cond delay="0"/>
                                  </p:stCondLst>
                                  <p:childTnLst>
                                    <p:set>
                                      <p:cBhvr>
                                        <p:cTn id="156" dur="1" fill="hold">
                                          <p:stCondLst>
                                            <p:cond delay="0"/>
                                          </p:stCondLst>
                                        </p:cTn>
                                        <p:tgtEl>
                                          <p:spTgt spid="81"/>
                                        </p:tgtEl>
                                        <p:attrNameLst>
                                          <p:attrName>style.visibility</p:attrName>
                                        </p:attrNameLst>
                                      </p:cBhvr>
                                      <p:to>
                                        <p:strVal val="visible"/>
                                      </p:to>
                                    </p:set>
                                    <p:anim calcmode="lin" valueType="num">
                                      <p:cBhvr additive="base">
                                        <p:cTn id="157" dur="500" fill="hold"/>
                                        <p:tgtEl>
                                          <p:spTgt spid="81"/>
                                        </p:tgtEl>
                                        <p:attrNameLst>
                                          <p:attrName>ppt_x</p:attrName>
                                        </p:attrNameLst>
                                      </p:cBhvr>
                                      <p:tavLst>
                                        <p:tav tm="0">
                                          <p:val>
                                            <p:strVal val="#ppt_x"/>
                                          </p:val>
                                        </p:tav>
                                        <p:tav tm="100000">
                                          <p:val>
                                            <p:strVal val="#ppt_x"/>
                                          </p:val>
                                        </p:tav>
                                      </p:tavLst>
                                    </p:anim>
                                    <p:anim calcmode="lin" valueType="num">
                                      <p:cBhvr additive="base">
                                        <p:cTn id="158" dur="500" fill="hold"/>
                                        <p:tgtEl>
                                          <p:spTgt spid="81"/>
                                        </p:tgtEl>
                                        <p:attrNameLst>
                                          <p:attrName>ppt_y</p:attrName>
                                        </p:attrNameLst>
                                      </p:cBhvr>
                                      <p:tavLst>
                                        <p:tav tm="0">
                                          <p:val>
                                            <p:strVal val="1+#ppt_h/2"/>
                                          </p:val>
                                        </p:tav>
                                        <p:tav tm="100000">
                                          <p:val>
                                            <p:strVal val="#ppt_y"/>
                                          </p:val>
                                        </p:tav>
                                      </p:tavLst>
                                    </p:anim>
                                  </p:childTnLst>
                                </p:cTn>
                              </p:par>
                              <p:par>
                                <p:cTn id="159" presetID="2" presetClass="entr" presetSubtype="4" fill="hold" nodeType="withEffect">
                                  <p:stCondLst>
                                    <p:cond delay="0"/>
                                  </p:stCondLst>
                                  <p:childTnLst>
                                    <p:set>
                                      <p:cBhvr>
                                        <p:cTn id="160" dur="1" fill="hold">
                                          <p:stCondLst>
                                            <p:cond delay="0"/>
                                          </p:stCondLst>
                                        </p:cTn>
                                        <p:tgtEl>
                                          <p:spTgt spid="4"/>
                                        </p:tgtEl>
                                        <p:attrNameLst>
                                          <p:attrName>style.visibility</p:attrName>
                                        </p:attrNameLst>
                                      </p:cBhvr>
                                      <p:to>
                                        <p:strVal val="visible"/>
                                      </p:to>
                                    </p:set>
                                    <p:anim calcmode="lin" valueType="num">
                                      <p:cBhvr additive="base">
                                        <p:cTn id="161" dur="500" fill="hold"/>
                                        <p:tgtEl>
                                          <p:spTgt spid="4"/>
                                        </p:tgtEl>
                                        <p:attrNameLst>
                                          <p:attrName>ppt_x</p:attrName>
                                        </p:attrNameLst>
                                      </p:cBhvr>
                                      <p:tavLst>
                                        <p:tav tm="0">
                                          <p:val>
                                            <p:strVal val="#ppt_x"/>
                                          </p:val>
                                        </p:tav>
                                        <p:tav tm="100000">
                                          <p:val>
                                            <p:strVal val="#ppt_x"/>
                                          </p:val>
                                        </p:tav>
                                      </p:tavLst>
                                    </p:anim>
                                    <p:anim calcmode="lin" valueType="num">
                                      <p:cBhvr additive="base">
                                        <p:cTn id="162" dur="500" fill="hold"/>
                                        <p:tgtEl>
                                          <p:spTgt spid="4"/>
                                        </p:tgtEl>
                                        <p:attrNameLst>
                                          <p:attrName>ppt_y</p:attrName>
                                        </p:attrNameLst>
                                      </p:cBhvr>
                                      <p:tavLst>
                                        <p:tav tm="0">
                                          <p:val>
                                            <p:strVal val="1+#ppt_h/2"/>
                                          </p:val>
                                        </p:tav>
                                        <p:tav tm="100000">
                                          <p:val>
                                            <p:strVal val="#ppt_y"/>
                                          </p:val>
                                        </p:tav>
                                      </p:tavLst>
                                    </p:anim>
                                  </p:childTnLst>
                                </p:cTn>
                              </p:par>
                              <p:par>
                                <p:cTn id="163" presetID="2" presetClass="entr" presetSubtype="4" fill="hold" nodeType="withEffect">
                                  <p:stCondLst>
                                    <p:cond delay="0"/>
                                  </p:stCondLst>
                                  <p:childTnLst>
                                    <p:set>
                                      <p:cBhvr>
                                        <p:cTn id="164" dur="1" fill="hold">
                                          <p:stCondLst>
                                            <p:cond delay="0"/>
                                          </p:stCondLst>
                                        </p:cTn>
                                        <p:tgtEl>
                                          <p:spTgt spid="100"/>
                                        </p:tgtEl>
                                        <p:attrNameLst>
                                          <p:attrName>style.visibility</p:attrName>
                                        </p:attrNameLst>
                                      </p:cBhvr>
                                      <p:to>
                                        <p:strVal val="visible"/>
                                      </p:to>
                                    </p:set>
                                    <p:anim calcmode="lin" valueType="num">
                                      <p:cBhvr additive="base">
                                        <p:cTn id="165" dur="500" fill="hold"/>
                                        <p:tgtEl>
                                          <p:spTgt spid="100"/>
                                        </p:tgtEl>
                                        <p:attrNameLst>
                                          <p:attrName>ppt_x</p:attrName>
                                        </p:attrNameLst>
                                      </p:cBhvr>
                                      <p:tavLst>
                                        <p:tav tm="0">
                                          <p:val>
                                            <p:strVal val="#ppt_x"/>
                                          </p:val>
                                        </p:tav>
                                        <p:tav tm="100000">
                                          <p:val>
                                            <p:strVal val="#ppt_x"/>
                                          </p:val>
                                        </p:tav>
                                      </p:tavLst>
                                    </p:anim>
                                    <p:anim calcmode="lin" valueType="num">
                                      <p:cBhvr additive="base">
                                        <p:cTn id="166" dur="500" fill="hold"/>
                                        <p:tgtEl>
                                          <p:spTgt spid="100"/>
                                        </p:tgtEl>
                                        <p:attrNameLst>
                                          <p:attrName>ppt_y</p:attrName>
                                        </p:attrNameLst>
                                      </p:cBhvr>
                                      <p:tavLst>
                                        <p:tav tm="0">
                                          <p:val>
                                            <p:strVal val="1+#ppt_h/2"/>
                                          </p:val>
                                        </p:tav>
                                        <p:tav tm="100000">
                                          <p:val>
                                            <p:strVal val="#ppt_y"/>
                                          </p:val>
                                        </p:tav>
                                      </p:tavLst>
                                    </p:anim>
                                  </p:childTnLst>
                                </p:cTn>
                              </p:par>
                              <p:par>
                                <p:cTn id="167" presetID="2" presetClass="entr" presetSubtype="4" fill="hold" nodeType="withEffect">
                                  <p:stCondLst>
                                    <p:cond delay="0"/>
                                  </p:stCondLst>
                                  <p:childTnLst>
                                    <p:set>
                                      <p:cBhvr>
                                        <p:cTn id="168" dur="1" fill="hold">
                                          <p:stCondLst>
                                            <p:cond delay="0"/>
                                          </p:stCondLst>
                                        </p:cTn>
                                        <p:tgtEl>
                                          <p:spTgt spid="108"/>
                                        </p:tgtEl>
                                        <p:attrNameLst>
                                          <p:attrName>style.visibility</p:attrName>
                                        </p:attrNameLst>
                                      </p:cBhvr>
                                      <p:to>
                                        <p:strVal val="visible"/>
                                      </p:to>
                                    </p:set>
                                    <p:anim calcmode="lin" valueType="num">
                                      <p:cBhvr additive="base">
                                        <p:cTn id="169" dur="500" fill="hold"/>
                                        <p:tgtEl>
                                          <p:spTgt spid="108"/>
                                        </p:tgtEl>
                                        <p:attrNameLst>
                                          <p:attrName>ppt_x</p:attrName>
                                        </p:attrNameLst>
                                      </p:cBhvr>
                                      <p:tavLst>
                                        <p:tav tm="0">
                                          <p:val>
                                            <p:strVal val="#ppt_x"/>
                                          </p:val>
                                        </p:tav>
                                        <p:tav tm="100000">
                                          <p:val>
                                            <p:strVal val="#ppt_x"/>
                                          </p:val>
                                        </p:tav>
                                      </p:tavLst>
                                    </p:anim>
                                    <p:anim calcmode="lin" valueType="num">
                                      <p:cBhvr additive="base">
                                        <p:cTn id="170" dur="500" fill="hold"/>
                                        <p:tgtEl>
                                          <p:spTgt spid="108"/>
                                        </p:tgtEl>
                                        <p:attrNameLst>
                                          <p:attrName>ppt_y</p:attrName>
                                        </p:attrNameLst>
                                      </p:cBhvr>
                                      <p:tavLst>
                                        <p:tav tm="0">
                                          <p:val>
                                            <p:strVal val="1+#ppt_h/2"/>
                                          </p:val>
                                        </p:tav>
                                        <p:tav tm="100000">
                                          <p:val>
                                            <p:strVal val="#ppt_y"/>
                                          </p:val>
                                        </p:tav>
                                      </p:tavLst>
                                    </p:anim>
                                  </p:childTnLst>
                                </p:cTn>
                              </p:par>
                              <p:par>
                                <p:cTn id="171" presetID="2" presetClass="entr" presetSubtype="4" fill="hold" nodeType="withEffect">
                                  <p:stCondLst>
                                    <p:cond delay="0"/>
                                  </p:stCondLst>
                                  <p:childTnLst>
                                    <p:set>
                                      <p:cBhvr>
                                        <p:cTn id="172" dur="1" fill="hold">
                                          <p:stCondLst>
                                            <p:cond delay="0"/>
                                          </p:stCondLst>
                                        </p:cTn>
                                        <p:tgtEl>
                                          <p:spTgt spid="120"/>
                                        </p:tgtEl>
                                        <p:attrNameLst>
                                          <p:attrName>style.visibility</p:attrName>
                                        </p:attrNameLst>
                                      </p:cBhvr>
                                      <p:to>
                                        <p:strVal val="visible"/>
                                      </p:to>
                                    </p:set>
                                    <p:anim calcmode="lin" valueType="num">
                                      <p:cBhvr additive="base">
                                        <p:cTn id="173" dur="500" fill="hold"/>
                                        <p:tgtEl>
                                          <p:spTgt spid="120"/>
                                        </p:tgtEl>
                                        <p:attrNameLst>
                                          <p:attrName>ppt_x</p:attrName>
                                        </p:attrNameLst>
                                      </p:cBhvr>
                                      <p:tavLst>
                                        <p:tav tm="0">
                                          <p:val>
                                            <p:strVal val="#ppt_x"/>
                                          </p:val>
                                        </p:tav>
                                        <p:tav tm="100000">
                                          <p:val>
                                            <p:strVal val="#ppt_x"/>
                                          </p:val>
                                        </p:tav>
                                      </p:tavLst>
                                    </p:anim>
                                    <p:anim calcmode="lin" valueType="num">
                                      <p:cBhvr additive="base">
                                        <p:cTn id="174" dur="500" fill="hold"/>
                                        <p:tgtEl>
                                          <p:spTgt spid="120"/>
                                        </p:tgtEl>
                                        <p:attrNameLst>
                                          <p:attrName>ppt_y</p:attrName>
                                        </p:attrNameLst>
                                      </p:cBhvr>
                                      <p:tavLst>
                                        <p:tav tm="0">
                                          <p:val>
                                            <p:strVal val="1+#ppt_h/2"/>
                                          </p:val>
                                        </p:tav>
                                        <p:tav tm="100000">
                                          <p:val>
                                            <p:strVal val="#ppt_y"/>
                                          </p:val>
                                        </p:tav>
                                      </p:tavLst>
                                    </p:anim>
                                  </p:childTnLst>
                                </p:cTn>
                              </p:par>
                              <p:par>
                                <p:cTn id="175" presetID="2" presetClass="entr" presetSubtype="4" fill="hold" nodeType="withEffect">
                                  <p:stCondLst>
                                    <p:cond delay="0"/>
                                  </p:stCondLst>
                                  <p:childTnLst>
                                    <p:set>
                                      <p:cBhvr>
                                        <p:cTn id="176" dur="1" fill="hold">
                                          <p:stCondLst>
                                            <p:cond delay="0"/>
                                          </p:stCondLst>
                                        </p:cTn>
                                        <p:tgtEl>
                                          <p:spTgt spid="126"/>
                                        </p:tgtEl>
                                        <p:attrNameLst>
                                          <p:attrName>style.visibility</p:attrName>
                                        </p:attrNameLst>
                                      </p:cBhvr>
                                      <p:to>
                                        <p:strVal val="visible"/>
                                      </p:to>
                                    </p:set>
                                    <p:anim calcmode="lin" valueType="num">
                                      <p:cBhvr additive="base">
                                        <p:cTn id="177" dur="500" fill="hold"/>
                                        <p:tgtEl>
                                          <p:spTgt spid="126"/>
                                        </p:tgtEl>
                                        <p:attrNameLst>
                                          <p:attrName>ppt_x</p:attrName>
                                        </p:attrNameLst>
                                      </p:cBhvr>
                                      <p:tavLst>
                                        <p:tav tm="0">
                                          <p:val>
                                            <p:strVal val="#ppt_x"/>
                                          </p:val>
                                        </p:tav>
                                        <p:tav tm="100000">
                                          <p:val>
                                            <p:strVal val="#ppt_x"/>
                                          </p:val>
                                        </p:tav>
                                      </p:tavLst>
                                    </p:anim>
                                    <p:anim calcmode="lin" valueType="num">
                                      <p:cBhvr additive="base">
                                        <p:cTn id="178"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79" grpId="0" animBg="1"/>
      <p:bldP spid="78" grpId="0" animBg="1"/>
      <p:bldP spid="77" grpId="0" animBg="1"/>
      <p:bldP spid="9" grpId="0"/>
      <p:bldP spid="10" grpId="0"/>
      <p:bldP spid="11" grpId="0"/>
      <p:bldP spid="12" grpId="0"/>
      <p:bldP spid="36" grpId="0" animBg="1"/>
      <p:bldP spid="13" grpId="0" animBg="1"/>
      <p:bldP spid="35" grpId="0" animBg="1"/>
      <p:bldP spid="39" grpId="0" animBg="1"/>
      <p:bldP spid="40" grpId="0" animBg="1"/>
      <p:bldP spid="42" grpId="0" animBg="1"/>
      <p:bldP spid="44" grpId="0" animBg="1"/>
      <p:bldP spid="45" grpId="0" animBg="1"/>
      <p:bldP spid="47" grpId="0" animBg="1"/>
      <p:bldP spid="49" grpId="0" animBg="1"/>
      <p:bldP spid="50" grpId="0" animBg="1"/>
      <p:bldP spid="52" grpId="0" animBg="1"/>
      <p:bldP spid="62" grpId="0" animBg="1"/>
      <p:bldP spid="64" grpId="0"/>
      <p:bldP spid="65" grpId="0"/>
      <p:bldP spid="66" grpId="0"/>
      <p:bldP spid="67" grpId="0"/>
      <p:bldP spid="68" grpId="0"/>
      <p:bldP spid="76" grpId="0" animBg="1"/>
      <p:bldP spid="1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13434F40-F02F-8827-4454-5C7F837A2586}"/>
              </a:ext>
            </a:extLst>
          </p:cNvPr>
          <p:cNvSpPr/>
          <p:nvPr/>
        </p:nvSpPr>
        <p:spPr>
          <a:xfrm>
            <a:off x="5109210" y="2286000"/>
            <a:ext cx="7082790" cy="35710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el 1">
            <a:extLst>
              <a:ext uri="{FF2B5EF4-FFF2-40B4-BE49-F238E27FC236}">
                <a16:creationId xmlns:a16="http://schemas.microsoft.com/office/drawing/2014/main" id="{42A5B82C-A6FB-F57B-CB24-32F24A4733ED}"/>
              </a:ext>
            </a:extLst>
          </p:cNvPr>
          <p:cNvSpPr>
            <a:spLocks noGrp="1"/>
          </p:cNvSpPr>
          <p:nvPr>
            <p:ph type="title"/>
          </p:nvPr>
        </p:nvSpPr>
        <p:spPr>
          <a:xfrm>
            <a:off x="478800" y="697124"/>
            <a:ext cx="11234400" cy="361914"/>
          </a:xfrm>
        </p:spPr>
        <p:txBody>
          <a:bodyPr/>
          <a:lstStyle/>
          <a:p>
            <a:r>
              <a:rPr lang="de-DE" dirty="0"/>
              <a:t>Potenzialanalyse per Business </a:t>
            </a:r>
            <a:r>
              <a:rPr lang="de-DE" dirty="0" err="1"/>
              <a:t>Intelligence</a:t>
            </a:r>
            <a:endParaRPr lang="de-DE" dirty="0"/>
          </a:p>
        </p:txBody>
      </p:sp>
      <p:sp>
        <p:nvSpPr>
          <p:cNvPr id="3" name="Fußzeilenplatzhalter 2">
            <a:extLst>
              <a:ext uri="{FF2B5EF4-FFF2-40B4-BE49-F238E27FC236}">
                <a16:creationId xmlns:a16="http://schemas.microsoft.com/office/drawing/2014/main" id="{A9BBFD33-1CF0-3BDC-2076-DD1BA2B2488D}"/>
              </a:ext>
            </a:extLst>
          </p:cNvPr>
          <p:cNvSpPr>
            <a:spLocks noGrp="1"/>
          </p:cNvSpPr>
          <p:nvPr>
            <p:ph type="ftr" sz="quarter" idx="11"/>
          </p:nvPr>
        </p:nvSpPr>
        <p:spPr>
          <a:xfrm>
            <a:off x="4038600" y="6356350"/>
            <a:ext cx="2600739" cy="501650"/>
          </a:xfrm>
        </p:spPr>
        <p:txBody>
          <a:bodyPr/>
          <a:lstStyle/>
          <a:p>
            <a:r>
              <a:rPr lang="en-GB" dirty="0"/>
              <a:t>© ERA Group</a:t>
            </a:r>
          </a:p>
        </p:txBody>
      </p:sp>
      <p:grpSp>
        <p:nvGrpSpPr>
          <p:cNvPr id="17" name="Group 16">
            <a:extLst>
              <a:ext uri="{FF2B5EF4-FFF2-40B4-BE49-F238E27FC236}">
                <a16:creationId xmlns:a16="http://schemas.microsoft.com/office/drawing/2014/main" id="{DDCC56F9-3197-5954-72A8-B02DBCFA9857}"/>
              </a:ext>
            </a:extLst>
          </p:cNvPr>
          <p:cNvGrpSpPr/>
          <p:nvPr/>
        </p:nvGrpSpPr>
        <p:grpSpPr>
          <a:xfrm>
            <a:off x="515937" y="1455776"/>
            <a:ext cx="6704387" cy="5402224"/>
            <a:chOff x="250976" y="3172795"/>
            <a:chExt cx="2816107" cy="2269147"/>
          </a:xfrm>
        </p:grpSpPr>
        <p:sp>
          <p:nvSpPr>
            <p:cNvPr id="18" name="Freeform 6">
              <a:extLst>
                <a:ext uri="{FF2B5EF4-FFF2-40B4-BE49-F238E27FC236}">
                  <a16:creationId xmlns:a16="http://schemas.microsoft.com/office/drawing/2014/main" id="{CB2CB9E7-A2CB-FAEF-9E6F-959F3C44FB65}"/>
                </a:ext>
              </a:extLst>
            </p:cNvPr>
            <p:cNvSpPr>
              <a:spLocks/>
            </p:cNvSpPr>
            <p:nvPr/>
          </p:nvSpPr>
          <p:spPr bwMode="auto">
            <a:xfrm>
              <a:off x="1183343" y="5113554"/>
              <a:ext cx="956653" cy="303046"/>
            </a:xfrm>
            <a:custGeom>
              <a:avLst/>
              <a:gdLst>
                <a:gd name="T0" fmla="*/ 3037 w 3628"/>
                <a:gd name="T1" fmla="*/ 0 h 1149"/>
                <a:gd name="T2" fmla="*/ 1837 w 3628"/>
                <a:gd name="T3" fmla="*/ 0 h 1149"/>
                <a:gd name="T4" fmla="*/ 1792 w 3628"/>
                <a:gd name="T5" fmla="*/ 0 h 1149"/>
                <a:gd name="T6" fmla="*/ 591 w 3628"/>
                <a:gd name="T7" fmla="*/ 0 h 1149"/>
                <a:gd name="T8" fmla="*/ 592 w 3628"/>
                <a:gd name="T9" fmla="*/ 108 h 1149"/>
                <a:gd name="T10" fmla="*/ 594 w 3628"/>
                <a:gd name="T11" fmla="*/ 214 h 1149"/>
                <a:gd name="T12" fmla="*/ 598 w 3628"/>
                <a:gd name="T13" fmla="*/ 317 h 1149"/>
                <a:gd name="T14" fmla="*/ 600 w 3628"/>
                <a:gd name="T15" fmla="*/ 419 h 1149"/>
                <a:gd name="T16" fmla="*/ 600 w 3628"/>
                <a:gd name="T17" fmla="*/ 468 h 1149"/>
                <a:gd name="T18" fmla="*/ 599 w 3628"/>
                <a:gd name="T19" fmla="*/ 516 h 1149"/>
                <a:gd name="T20" fmla="*/ 597 w 3628"/>
                <a:gd name="T21" fmla="*/ 564 h 1149"/>
                <a:gd name="T22" fmla="*/ 594 w 3628"/>
                <a:gd name="T23" fmla="*/ 610 h 1149"/>
                <a:gd name="T24" fmla="*/ 590 w 3628"/>
                <a:gd name="T25" fmla="*/ 654 h 1149"/>
                <a:gd name="T26" fmla="*/ 584 w 3628"/>
                <a:gd name="T27" fmla="*/ 698 h 1149"/>
                <a:gd name="T28" fmla="*/ 576 w 3628"/>
                <a:gd name="T29" fmla="*/ 740 h 1149"/>
                <a:gd name="T30" fmla="*/ 567 w 3628"/>
                <a:gd name="T31" fmla="*/ 780 h 1149"/>
                <a:gd name="T32" fmla="*/ 554 w 3628"/>
                <a:gd name="T33" fmla="*/ 820 h 1149"/>
                <a:gd name="T34" fmla="*/ 540 w 3628"/>
                <a:gd name="T35" fmla="*/ 857 h 1149"/>
                <a:gd name="T36" fmla="*/ 524 w 3628"/>
                <a:gd name="T37" fmla="*/ 892 h 1149"/>
                <a:gd name="T38" fmla="*/ 504 w 3628"/>
                <a:gd name="T39" fmla="*/ 925 h 1149"/>
                <a:gd name="T40" fmla="*/ 482 w 3628"/>
                <a:gd name="T41" fmla="*/ 958 h 1149"/>
                <a:gd name="T42" fmla="*/ 458 w 3628"/>
                <a:gd name="T43" fmla="*/ 986 h 1149"/>
                <a:gd name="T44" fmla="*/ 429 w 3628"/>
                <a:gd name="T45" fmla="*/ 1014 h 1149"/>
                <a:gd name="T46" fmla="*/ 398 w 3628"/>
                <a:gd name="T47" fmla="*/ 1039 h 1149"/>
                <a:gd name="T48" fmla="*/ 363 w 3628"/>
                <a:gd name="T49" fmla="*/ 1062 h 1149"/>
                <a:gd name="T50" fmla="*/ 323 w 3628"/>
                <a:gd name="T51" fmla="*/ 1081 h 1149"/>
                <a:gd name="T52" fmla="*/ 281 w 3628"/>
                <a:gd name="T53" fmla="*/ 1100 h 1149"/>
                <a:gd name="T54" fmla="*/ 233 w 3628"/>
                <a:gd name="T55" fmla="*/ 1115 h 1149"/>
                <a:gd name="T56" fmla="*/ 182 w 3628"/>
                <a:gd name="T57" fmla="*/ 1128 h 1149"/>
                <a:gd name="T58" fmla="*/ 127 w 3628"/>
                <a:gd name="T59" fmla="*/ 1137 h 1149"/>
                <a:gd name="T60" fmla="*/ 66 w 3628"/>
                <a:gd name="T61" fmla="*/ 1144 h 1149"/>
                <a:gd name="T62" fmla="*/ 0 w 3628"/>
                <a:gd name="T63" fmla="*/ 1149 h 1149"/>
                <a:gd name="T64" fmla="*/ 1792 w 3628"/>
                <a:gd name="T65" fmla="*/ 1149 h 1149"/>
                <a:gd name="T66" fmla="*/ 1837 w 3628"/>
                <a:gd name="T67" fmla="*/ 1149 h 1149"/>
                <a:gd name="T68" fmla="*/ 3628 w 3628"/>
                <a:gd name="T69" fmla="*/ 1149 h 1149"/>
                <a:gd name="T70" fmla="*/ 3563 w 3628"/>
                <a:gd name="T71" fmla="*/ 1144 h 1149"/>
                <a:gd name="T72" fmla="*/ 3503 w 3628"/>
                <a:gd name="T73" fmla="*/ 1137 h 1149"/>
                <a:gd name="T74" fmla="*/ 3446 w 3628"/>
                <a:gd name="T75" fmla="*/ 1128 h 1149"/>
                <a:gd name="T76" fmla="*/ 3395 w 3628"/>
                <a:gd name="T77" fmla="*/ 1115 h 1149"/>
                <a:gd name="T78" fmla="*/ 3349 w 3628"/>
                <a:gd name="T79" fmla="*/ 1100 h 1149"/>
                <a:gd name="T80" fmla="*/ 3306 w 3628"/>
                <a:gd name="T81" fmla="*/ 1081 h 1149"/>
                <a:gd name="T82" fmla="*/ 3266 w 3628"/>
                <a:gd name="T83" fmla="*/ 1062 h 1149"/>
                <a:gd name="T84" fmla="*/ 3231 w 3628"/>
                <a:gd name="T85" fmla="*/ 1039 h 1149"/>
                <a:gd name="T86" fmla="*/ 3199 w 3628"/>
                <a:gd name="T87" fmla="*/ 1014 h 1149"/>
                <a:gd name="T88" fmla="*/ 3172 w 3628"/>
                <a:gd name="T89" fmla="*/ 986 h 1149"/>
                <a:gd name="T90" fmla="*/ 3146 w 3628"/>
                <a:gd name="T91" fmla="*/ 958 h 1149"/>
                <a:gd name="T92" fmla="*/ 3124 w 3628"/>
                <a:gd name="T93" fmla="*/ 925 h 1149"/>
                <a:gd name="T94" fmla="*/ 3104 w 3628"/>
                <a:gd name="T95" fmla="*/ 892 h 1149"/>
                <a:gd name="T96" fmla="*/ 3088 w 3628"/>
                <a:gd name="T97" fmla="*/ 857 h 1149"/>
                <a:gd name="T98" fmla="*/ 3074 w 3628"/>
                <a:gd name="T99" fmla="*/ 820 h 1149"/>
                <a:gd name="T100" fmla="*/ 3063 w 3628"/>
                <a:gd name="T101" fmla="*/ 780 h 1149"/>
                <a:gd name="T102" fmla="*/ 3053 w 3628"/>
                <a:gd name="T103" fmla="*/ 740 h 1149"/>
                <a:gd name="T104" fmla="*/ 3045 w 3628"/>
                <a:gd name="T105" fmla="*/ 698 h 1149"/>
                <a:gd name="T106" fmla="*/ 3040 w 3628"/>
                <a:gd name="T107" fmla="*/ 654 h 1149"/>
                <a:gd name="T108" fmla="*/ 3035 w 3628"/>
                <a:gd name="T109" fmla="*/ 610 h 1149"/>
                <a:gd name="T110" fmla="*/ 3031 w 3628"/>
                <a:gd name="T111" fmla="*/ 564 h 1149"/>
                <a:gd name="T112" fmla="*/ 3030 w 3628"/>
                <a:gd name="T113" fmla="*/ 516 h 1149"/>
                <a:gd name="T114" fmla="*/ 3029 w 3628"/>
                <a:gd name="T115" fmla="*/ 468 h 1149"/>
                <a:gd name="T116" fmla="*/ 3029 w 3628"/>
                <a:gd name="T117" fmla="*/ 419 h 1149"/>
                <a:gd name="T118" fmla="*/ 3030 w 3628"/>
                <a:gd name="T119" fmla="*/ 317 h 1149"/>
                <a:gd name="T120" fmla="*/ 3034 w 3628"/>
                <a:gd name="T121" fmla="*/ 214 h 1149"/>
                <a:gd name="T122" fmla="*/ 3036 w 3628"/>
                <a:gd name="T123" fmla="*/ 108 h 1149"/>
                <a:gd name="T124" fmla="*/ 3037 w 3628"/>
                <a:gd name="T125" fmla="*/ 0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28" h="1149">
                  <a:moveTo>
                    <a:pt x="3037" y="0"/>
                  </a:moveTo>
                  <a:lnTo>
                    <a:pt x="1837" y="0"/>
                  </a:lnTo>
                  <a:lnTo>
                    <a:pt x="1792" y="0"/>
                  </a:lnTo>
                  <a:lnTo>
                    <a:pt x="591" y="0"/>
                  </a:lnTo>
                  <a:lnTo>
                    <a:pt x="592" y="108"/>
                  </a:lnTo>
                  <a:lnTo>
                    <a:pt x="594" y="214"/>
                  </a:lnTo>
                  <a:lnTo>
                    <a:pt x="598" y="317"/>
                  </a:lnTo>
                  <a:lnTo>
                    <a:pt x="600" y="419"/>
                  </a:lnTo>
                  <a:lnTo>
                    <a:pt x="600" y="468"/>
                  </a:lnTo>
                  <a:lnTo>
                    <a:pt x="599" y="516"/>
                  </a:lnTo>
                  <a:lnTo>
                    <a:pt x="597" y="564"/>
                  </a:lnTo>
                  <a:lnTo>
                    <a:pt x="594" y="610"/>
                  </a:lnTo>
                  <a:lnTo>
                    <a:pt x="590" y="654"/>
                  </a:lnTo>
                  <a:lnTo>
                    <a:pt x="584" y="698"/>
                  </a:lnTo>
                  <a:lnTo>
                    <a:pt x="576" y="740"/>
                  </a:lnTo>
                  <a:lnTo>
                    <a:pt x="567" y="780"/>
                  </a:lnTo>
                  <a:lnTo>
                    <a:pt x="554" y="820"/>
                  </a:lnTo>
                  <a:lnTo>
                    <a:pt x="540" y="857"/>
                  </a:lnTo>
                  <a:lnTo>
                    <a:pt x="524" y="892"/>
                  </a:lnTo>
                  <a:lnTo>
                    <a:pt x="504" y="925"/>
                  </a:lnTo>
                  <a:lnTo>
                    <a:pt x="482" y="958"/>
                  </a:lnTo>
                  <a:lnTo>
                    <a:pt x="458" y="986"/>
                  </a:lnTo>
                  <a:lnTo>
                    <a:pt x="429" y="1014"/>
                  </a:lnTo>
                  <a:lnTo>
                    <a:pt x="398" y="1039"/>
                  </a:lnTo>
                  <a:lnTo>
                    <a:pt x="363" y="1062"/>
                  </a:lnTo>
                  <a:lnTo>
                    <a:pt x="323" y="1081"/>
                  </a:lnTo>
                  <a:lnTo>
                    <a:pt x="281" y="1100"/>
                  </a:lnTo>
                  <a:lnTo>
                    <a:pt x="233" y="1115"/>
                  </a:lnTo>
                  <a:lnTo>
                    <a:pt x="182" y="1128"/>
                  </a:lnTo>
                  <a:lnTo>
                    <a:pt x="127" y="1137"/>
                  </a:lnTo>
                  <a:lnTo>
                    <a:pt x="66" y="1144"/>
                  </a:lnTo>
                  <a:lnTo>
                    <a:pt x="0" y="1149"/>
                  </a:lnTo>
                  <a:lnTo>
                    <a:pt x="1792" y="1149"/>
                  </a:lnTo>
                  <a:lnTo>
                    <a:pt x="1837" y="1149"/>
                  </a:lnTo>
                  <a:lnTo>
                    <a:pt x="3628" y="1149"/>
                  </a:lnTo>
                  <a:lnTo>
                    <a:pt x="3563" y="1144"/>
                  </a:lnTo>
                  <a:lnTo>
                    <a:pt x="3503" y="1137"/>
                  </a:lnTo>
                  <a:lnTo>
                    <a:pt x="3446" y="1128"/>
                  </a:lnTo>
                  <a:lnTo>
                    <a:pt x="3395" y="1115"/>
                  </a:lnTo>
                  <a:lnTo>
                    <a:pt x="3349" y="1100"/>
                  </a:lnTo>
                  <a:lnTo>
                    <a:pt x="3306" y="1081"/>
                  </a:lnTo>
                  <a:lnTo>
                    <a:pt x="3266" y="1062"/>
                  </a:lnTo>
                  <a:lnTo>
                    <a:pt x="3231" y="1039"/>
                  </a:lnTo>
                  <a:lnTo>
                    <a:pt x="3199" y="1014"/>
                  </a:lnTo>
                  <a:lnTo>
                    <a:pt x="3172" y="986"/>
                  </a:lnTo>
                  <a:lnTo>
                    <a:pt x="3146" y="958"/>
                  </a:lnTo>
                  <a:lnTo>
                    <a:pt x="3124" y="925"/>
                  </a:lnTo>
                  <a:lnTo>
                    <a:pt x="3104" y="892"/>
                  </a:lnTo>
                  <a:lnTo>
                    <a:pt x="3088" y="857"/>
                  </a:lnTo>
                  <a:lnTo>
                    <a:pt x="3074" y="820"/>
                  </a:lnTo>
                  <a:lnTo>
                    <a:pt x="3063" y="780"/>
                  </a:lnTo>
                  <a:lnTo>
                    <a:pt x="3053" y="740"/>
                  </a:lnTo>
                  <a:lnTo>
                    <a:pt x="3045" y="698"/>
                  </a:lnTo>
                  <a:lnTo>
                    <a:pt x="3040" y="654"/>
                  </a:lnTo>
                  <a:lnTo>
                    <a:pt x="3035" y="610"/>
                  </a:lnTo>
                  <a:lnTo>
                    <a:pt x="3031" y="564"/>
                  </a:lnTo>
                  <a:lnTo>
                    <a:pt x="3030" y="516"/>
                  </a:lnTo>
                  <a:lnTo>
                    <a:pt x="3029" y="468"/>
                  </a:lnTo>
                  <a:lnTo>
                    <a:pt x="3029" y="419"/>
                  </a:lnTo>
                  <a:lnTo>
                    <a:pt x="3030" y="317"/>
                  </a:lnTo>
                  <a:lnTo>
                    <a:pt x="3034" y="214"/>
                  </a:lnTo>
                  <a:lnTo>
                    <a:pt x="3036" y="108"/>
                  </a:lnTo>
                  <a:lnTo>
                    <a:pt x="3037" y="0"/>
                  </a:lnTo>
                  <a:close/>
                </a:path>
              </a:pathLst>
            </a:custGeom>
            <a:gradFill flip="none" rotWithShape="1">
              <a:gsLst>
                <a:gs pos="0">
                  <a:schemeClr val="bg1">
                    <a:lumMod val="75000"/>
                  </a:schemeClr>
                </a:gs>
                <a:gs pos="77000">
                  <a:schemeClr val="bg1">
                    <a:lumMod val="85000"/>
                  </a:schemeClr>
                </a:gs>
                <a:gs pos="37000">
                  <a:schemeClr val="bg1">
                    <a:lumMod val="85000"/>
                  </a:schemeClr>
                </a:gs>
                <a:gs pos="100000">
                  <a:schemeClr val="bg1">
                    <a:lumMod val="75000"/>
                  </a:scheme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
              <a:extLst>
                <a:ext uri="{FF2B5EF4-FFF2-40B4-BE49-F238E27FC236}">
                  <a16:creationId xmlns:a16="http://schemas.microsoft.com/office/drawing/2014/main" id="{30EEDBBE-8F06-FE83-435B-14F2DE66A098}"/>
                </a:ext>
              </a:extLst>
            </p:cNvPr>
            <p:cNvSpPr>
              <a:spLocks/>
            </p:cNvSpPr>
            <p:nvPr/>
          </p:nvSpPr>
          <p:spPr bwMode="auto">
            <a:xfrm>
              <a:off x="1177008" y="5414488"/>
              <a:ext cx="969324" cy="27454"/>
            </a:xfrm>
            <a:custGeom>
              <a:avLst/>
              <a:gdLst>
                <a:gd name="T0" fmla="*/ 53 w 3673"/>
                <a:gd name="T1" fmla="*/ 0 h 105"/>
                <a:gd name="T2" fmla="*/ 3621 w 3673"/>
                <a:gd name="T3" fmla="*/ 0 h 105"/>
                <a:gd name="T4" fmla="*/ 3631 w 3673"/>
                <a:gd name="T5" fmla="*/ 2 h 105"/>
                <a:gd name="T6" fmla="*/ 3640 w 3673"/>
                <a:gd name="T7" fmla="*/ 5 h 105"/>
                <a:gd name="T8" fmla="*/ 3650 w 3673"/>
                <a:gd name="T9" fmla="*/ 10 h 105"/>
                <a:gd name="T10" fmla="*/ 3658 w 3673"/>
                <a:gd name="T11" fmla="*/ 15 h 105"/>
                <a:gd name="T12" fmla="*/ 3664 w 3673"/>
                <a:gd name="T13" fmla="*/ 24 h 105"/>
                <a:gd name="T14" fmla="*/ 3668 w 3673"/>
                <a:gd name="T15" fmla="*/ 33 h 105"/>
                <a:gd name="T16" fmla="*/ 3672 w 3673"/>
                <a:gd name="T17" fmla="*/ 42 h 105"/>
                <a:gd name="T18" fmla="*/ 3673 w 3673"/>
                <a:gd name="T19" fmla="*/ 53 h 105"/>
                <a:gd name="T20" fmla="*/ 3673 w 3673"/>
                <a:gd name="T21" fmla="*/ 53 h 105"/>
                <a:gd name="T22" fmla="*/ 3672 w 3673"/>
                <a:gd name="T23" fmla="*/ 63 h 105"/>
                <a:gd name="T24" fmla="*/ 3668 w 3673"/>
                <a:gd name="T25" fmla="*/ 73 h 105"/>
                <a:gd name="T26" fmla="*/ 3664 w 3673"/>
                <a:gd name="T27" fmla="*/ 81 h 105"/>
                <a:gd name="T28" fmla="*/ 3658 w 3673"/>
                <a:gd name="T29" fmla="*/ 90 h 105"/>
                <a:gd name="T30" fmla="*/ 3650 w 3673"/>
                <a:gd name="T31" fmla="*/ 95 h 105"/>
                <a:gd name="T32" fmla="*/ 3640 w 3673"/>
                <a:gd name="T33" fmla="*/ 100 h 105"/>
                <a:gd name="T34" fmla="*/ 3631 w 3673"/>
                <a:gd name="T35" fmla="*/ 103 h 105"/>
                <a:gd name="T36" fmla="*/ 3621 w 3673"/>
                <a:gd name="T37" fmla="*/ 105 h 105"/>
                <a:gd name="T38" fmla="*/ 53 w 3673"/>
                <a:gd name="T39" fmla="*/ 105 h 105"/>
                <a:gd name="T40" fmla="*/ 42 w 3673"/>
                <a:gd name="T41" fmla="*/ 103 h 105"/>
                <a:gd name="T42" fmla="*/ 32 w 3673"/>
                <a:gd name="T43" fmla="*/ 100 h 105"/>
                <a:gd name="T44" fmla="*/ 24 w 3673"/>
                <a:gd name="T45" fmla="*/ 95 h 105"/>
                <a:gd name="T46" fmla="*/ 16 w 3673"/>
                <a:gd name="T47" fmla="*/ 90 h 105"/>
                <a:gd name="T48" fmla="*/ 9 w 3673"/>
                <a:gd name="T49" fmla="*/ 81 h 105"/>
                <a:gd name="T50" fmla="*/ 4 w 3673"/>
                <a:gd name="T51" fmla="*/ 73 h 105"/>
                <a:gd name="T52" fmla="*/ 2 w 3673"/>
                <a:gd name="T53" fmla="*/ 63 h 105"/>
                <a:gd name="T54" fmla="*/ 0 w 3673"/>
                <a:gd name="T55" fmla="*/ 53 h 105"/>
                <a:gd name="T56" fmla="*/ 0 w 3673"/>
                <a:gd name="T57" fmla="*/ 53 h 105"/>
                <a:gd name="T58" fmla="*/ 2 w 3673"/>
                <a:gd name="T59" fmla="*/ 42 h 105"/>
                <a:gd name="T60" fmla="*/ 4 w 3673"/>
                <a:gd name="T61" fmla="*/ 33 h 105"/>
                <a:gd name="T62" fmla="*/ 9 w 3673"/>
                <a:gd name="T63" fmla="*/ 24 h 105"/>
                <a:gd name="T64" fmla="*/ 16 w 3673"/>
                <a:gd name="T65" fmla="*/ 15 h 105"/>
                <a:gd name="T66" fmla="*/ 24 w 3673"/>
                <a:gd name="T67" fmla="*/ 10 h 105"/>
                <a:gd name="T68" fmla="*/ 32 w 3673"/>
                <a:gd name="T69" fmla="*/ 5 h 105"/>
                <a:gd name="T70" fmla="*/ 42 w 3673"/>
                <a:gd name="T71" fmla="*/ 2 h 105"/>
                <a:gd name="T72" fmla="*/ 53 w 3673"/>
                <a:gd name="T7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73" h="105">
                  <a:moveTo>
                    <a:pt x="53" y="0"/>
                  </a:moveTo>
                  <a:lnTo>
                    <a:pt x="3621" y="0"/>
                  </a:lnTo>
                  <a:lnTo>
                    <a:pt x="3631" y="2"/>
                  </a:lnTo>
                  <a:lnTo>
                    <a:pt x="3640" y="5"/>
                  </a:lnTo>
                  <a:lnTo>
                    <a:pt x="3650" y="10"/>
                  </a:lnTo>
                  <a:lnTo>
                    <a:pt x="3658" y="15"/>
                  </a:lnTo>
                  <a:lnTo>
                    <a:pt x="3664" y="24"/>
                  </a:lnTo>
                  <a:lnTo>
                    <a:pt x="3668" y="33"/>
                  </a:lnTo>
                  <a:lnTo>
                    <a:pt x="3672" y="42"/>
                  </a:lnTo>
                  <a:lnTo>
                    <a:pt x="3673" y="53"/>
                  </a:lnTo>
                  <a:lnTo>
                    <a:pt x="3673" y="53"/>
                  </a:lnTo>
                  <a:lnTo>
                    <a:pt x="3672" y="63"/>
                  </a:lnTo>
                  <a:lnTo>
                    <a:pt x="3668" y="73"/>
                  </a:lnTo>
                  <a:lnTo>
                    <a:pt x="3664" y="81"/>
                  </a:lnTo>
                  <a:lnTo>
                    <a:pt x="3658" y="90"/>
                  </a:lnTo>
                  <a:lnTo>
                    <a:pt x="3650" y="95"/>
                  </a:lnTo>
                  <a:lnTo>
                    <a:pt x="3640" y="100"/>
                  </a:lnTo>
                  <a:lnTo>
                    <a:pt x="3631" y="103"/>
                  </a:lnTo>
                  <a:lnTo>
                    <a:pt x="3621" y="105"/>
                  </a:lnTo>
                  <a:lnTo>
                    <a:pt x="53" y="105"/>
                  </a:lnTo>
                  <a:lnTo>
                    <a:pt x="42" y="103"/>
                  </a:lnTo>
                  <a:lnTo>
                    <a:pt x="32" y="100"/>
                  </a:lnTo>
                  <a:lnTo>
                    <a:pt x="24" y="95"/>
                  </a:lnTo>
                  <a:lnTo>
                    <a:pt x="16" y="90"/>
                  </a:lnTo>
                  <a:lnTo>
                    <a:pt x="9" y="81"/>
                  </a:lnTo>
                  <a:lnTo>
                    <a:pt x="4" y="73"/>
                  </a:lnTo>
                  <a:lnTo>
                    <a:pt x="2" y="63"/>
                  </a:lnTo>
                  <a:lnTo>
                    <a:pt x="0" y="53"/>
                  </a:lnTo>
                  <a:lnTo>
                    <a:pt x="0" y="53"/>
                  </a:lnTo>
                  <a:lnTo>
                    <a:pt x="2" y="42"/>
                  </a:lnTo>
                  <a:lnTo>
                    <a:pt x="4" y="33"/>
                  </a:lnTo>
                  <a:lnTo>
                    <a:pt x="9" y="24"/>
                  </a:lnTo>
                  <a:lnTo>
                    <a:pt x="16" y="15"/>
                  </a:lnTo>
                  <a:lnTo>
                    <a:pt x="24" y="10"/>
                  </a:lnTo>
                  <a:lnTo>
                    <a:pt x="32" y="5"/>
                  </a:lnTo>
                  <a:lnTo>
                    <a:pt x="42" y="2"/>
                  </a:lnTo>
                  <a:lnTo>
                    <a:pt x="53" y="0"/>
                  </a:lnTo>
                  <a:close/>
                </a:path>
              </a:pathLst>
            </a:custGeom>
            <a:gradFill>
              <a:gsLst>
                <a:gs pos="0">
                  <a:schemeClr val="bg1">
                    <a:lumMod val="65000"/>
                  </a:schemeClr>
                </a:gs>
                <a:gs pos="44000">
                  <a:schemeClr val="bg1">
                    <a:lumMod val="85000"/>
                  </a:schemeClr>
                </a:gs>
                <a:gs pos="100000">
                  <a:schemeClr val="bg1">
                    <a:lumMod val="65000"/>
                  </a:schemeClr>
                </a:gs>
              </a:gsLst>
              <a:lin ang="5400000" scaled="1"/>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
              <a:extLst>
                <a:ext uri="{FF2B5EF4-FFF2-40B4-BE49-F238E27FC236}">
                  <a16:creationId xmlns:a16="http://schemas.microsoft.com/office/drawing/2014/main" id="{6B6A2A1A-9782-C132-BF27-5E1F5CC9DB59}"/>
                </a:ext>
              </a:extLst>
            </p:cNvPr>
            <p:cNvSpPr>
              <a:spLocks/>
            </p:cNvSpPr>
            <p:nvPr/>
          </p:nvSpPr>
          <p:spPr bwMode="auto">
            <a:xfrm>
              <a:off x="250976" y="3172795"/>
              <a:ext cx="2816107" cy="1952375"/>
            </a:xfrm>
            <a:custGeom>
              <a:avLst/>
              <a:gdLst>
                <a:gd name="T0" fmla="*/ 10459 w 10666"/>
                <a:gd name="T1" fmla="*/ 0 h 7397"/>
                <a:gd name="T2" fmla="*/ 10500 w 10666"/>
                <a:gd name="T3" fmla="*/ 5 h 7397"/>
                <a:gd name="T4" fmla="*/ 10539 w 10666"/>
                <a:gd name="T5" fmla="*/ 16 h 7397"/>
                <a:gd name="T6" fmla="*/ 10575 w 10666"/>
                <a:gd name="T7" fmla="*/ 36 h 7397"/>
                <a:gd name="T8" fmla="*/ 10605 w 10666"/>
                <a:gd name="T9" fmla="*/ 61 h 7397"/>
                <a:gd name="T10" fmla="*/ 10630 w 10666"/>
                <a:gd name="T11" fmla="*/ 91 h 7397"/>
                <a:gd name="T12" fmla="*/ 10650 w 10666"/>
                <a:gd name="T13" fmla="*/ 127 h 7397"/>
                <a:gd name="T14" fmla="*/ 10661 w 10666"/>
                <a:gd name="T15" fmla="*/ 166 h 7397"/>
                <a:gd name="T16" fmla="*/ 10666 w 10666"/>
                <a:gd name="T17" fmla="*/ 207 h 7397"/>
                <a:gd name="T18" fmla="*/ 10665 w 10666"/>
                <a:gd name="T19" fmla="*/ 7211 h 7397"/>
                <a:gd name="T20" fmla="*/ 10657 w 10666"/>
                <a:gd name="T21" fmla="*/ 7251 h 7397"/>
                <a:gd name="T22" fmla="*/ 10641 w 10666"/>
                <a:gd name="T23" fmla="*/ 7288 h 7397"/>
                <a:gd name="T24" fmla="*/ 10619 w 10666"/>
                <a:gd name="T25" fmla="*/ 7321 h 7397"/>
                <a:gd name="T26" fmla="*/ 10591 w 10666"/>
                <a:gd name="T27" fmla="*/ 7350 h 7397"/>
                <a:gd name="T28" fmla="*/ 10557 w 10666"/>
                <a:gd name="T29" fmla="*/ 7372 h 7397"/>
                <a:gd name="T30" fmla="*/ 10520 w 10666"/>
                <a:gd name="T31" fmla="*/ 7388 h 7397"/>
                <a:gd name="T32" fmla="*/ 10480 w 10666"/>
                <a:gd name="T33" fmla="*/ 7396 h 7397"/>
                <a:gd name="T34" fmla="*/ 207 w 10666"/>
                <a:gd name="T35" fmla="*/ 7397 h 7397"/>
                <a:gd name="T36" fmla="*/ 165 w 10666"/>
                <a:gd name="T37" fmla="*/ 7393 h 7397"/>
                <a:gd name="T38" fmla="*/ 126 w 10666"/>
                <a:gd name="T39" fmla="*/ 7381 h 7397"/>
                <a:gd name="T40" fmla="*/ 91 w 10666"/>
                <a:gd name="T41" fmla="*/ 7361 h 7397"/>
                <a:gd name="T42" fmla="*/ 60 w 10666"/>
                <a:gd name="T43" fmla="*/ 7336 h 7397"/>
                <a:gd name="T44" fmla="*/ 34 w 10666"/>
                <a:gd name="T45" fmla="*/ 7306 h 7397"/>
                <a:gd name="T46" fmla="*/ 16 w 10666"/>
                <a:gd name="T47" fmla="*/ 7270 h 7397"/>
                <a:gd name="T48" fmla="*/ 3 w 10666"/>
                <a:gd name="T49" fmla="*/ 7232 h 7397"/>
                <a:gd name="T50" fmla="*/ 0 w 10666"/>
                <a:gd name="T51" fmla="*/ 7190 h 7397"/>
                <a:gd name="T52" fmla="*/ 1 w 10666"/>
                <a:gd name="T53" fmla="*/ 186 h 7397"/>
                <a:gd name="T54" fmla="*/ 9 w 10666"/>
                <a:gd name="T55" fmla="*/ 146 h 7397"/>
                <a:gd name="T56" fmla="*/ 24 w 10666"/>
                <a:gd name="T57" fmla="*/ 109 h 7397"/>
                <a:gd name="T58" fmla="*/ 47 w 10666"/>
                <a:gd name="T59" fmla="*/ 75 h 7397"/>
                <a:gd name="T60" fmla="*/ 75 w 10666"/>
                <a:gd name="T61" fmla="*/ 47 h 7397"/>
                <a:gd name="T62" fmla="*/ 108 w 10666"/>
                <a:gd name="T63" fmla="*/ 25 h 7397"/>
                <a:gd name="T64" fmla="*/ 146 w 10666"/>
                <a:gd name="T65" fmla="*/ 9 h 7397"/>
                <a:gd name="T66" fmla="*/ 186 w 10666"/>
                <a:gd name="T67" fmla="*/ 1 h 7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66" h="7397">
                  <a:moveTo>
                    <a:pt x="207" y="0"/>
                  </a:moveTo>
                  <a:lnTo>
                    <a:pt x="10459" y="0"/>
                  </a:lnTo>
                  <a:lnTo>
                    <a:pt x="10480" y="1"/>
                  </a:lnTo>
                  <a:lnTo>
                    <a:pt x="10500" y="5"/>
                  </a:lnTo>
                  <a:lnTo>
                    <a:pt x="10520" y="9"/>
                  </a:lnTo>
                  <a:lnTo>
                    <a:pt x="10539" y="16"/>
                  </a:lnTo>
                  <a:lnTo>
                    <a:pt x="10557" y="25"/>
                  </a:lnTo>
                  <a:lnTo>
                    <a:pt x="10575" y="36"/>
                  </a:lnTo>
                  <a:lnTo>
                    <a:pt x="10591" y="47"/>
                  </a:lnTo>
                  <a:lnTo>
                    <a:pt x="10605" y="61"/>
                  </a:lnTo>
                  <a:lnTo>
                    <a:pt x="10619" y="75"/>
                  </a:lnTo>
                  <a:lnTo>
                    <a:pt x="10630" y="91"/>
                  </a:lnTo>
                  <a:lnTo>
                    <a:pt x="10641" y="109"/>
                  </a:lnTo>
                  <a:lnTo>
                    <a:pt x="10650" y="127"/>
                  </a:lnTo>
                  <a:lnTo>
                    <a:pt x="10657" y="146"/>
                  </a:lnTo>
                  <a:lnTo>
                    <a:pt x="10661" y="166"/>
                  </a:lnTo>
                  <a:lnTo>
                    <a:pt x="10665" y="186"/>
                  </a:lnTo>
                  <a:lnTo>
                    <a:pt x="10666" y="207"/>
                  </a:lnTo>
                  <a:lnTo>
                    <a:pt x="10666" y="7190"/>
                  </a:lnTo>
                  <a:lnTo>
                    <a:pt x="10665" y="7211"/>
                  </a:lnTo>
                  <a:lnTo>
                    <a:pt x="10661" y="7232"/>
                  </a:lnTo>
                  <a:lnTo>
                    <a:pt x="10657" y="7251"/>
                  </a:lnTo>
                  <a:lnTo>
                    <a:pt x="10650" y="7270"/>
                  </a:lnTo>
                  <a:lnTo>
                    <a:pt x="10641" y="7288"/>
                  </a:lnTo>
                  <a:lnTo>
                    <a:pt x="10630" y="7306"/>
                  </a:lnTo>
                  <a:lnTo>
                    <a:pt x="10619" y="7321"/>
                  </a:lnTo>
                  <a:lnTo>
                    <a:pt x="10605" y="7336"/>
                  </a:lnTo>
                  <a:lnTo>
                    <a:pt x="10591" y="7350"/>
                  </a:lnTo>
                  <a:lnTo>
                    <a:pt x="10575" y="7361"/>
                  </a:lnTo>
                  <a:lnTo>
                    <a:pt x="10557" y="7372"/>
                  </a:lnTo>
                  <a:lnTo>
                    <a:pt x="10539" y="7381"/>
                  </a:lnTo>
                  <a:lnTo>
                    <a:pt x="10520" y="7388"/>
                  </a:lnTo>
                  <a:lnTo>
                    <a:pt x="10500" y="7393"/>
                  </a:lnTo>
                  <a:lnTo>
                    <a:pt x="10480" y="7396"/>
                  </a:lnTo>
                  <a:lnTo>
                    <a:pt x="10459" y="7397"/>
                  </a:lnTo>
                  <a:lnTo>
                    <a:pt x="207" y="7397"/>
                  </a:lnTo>
                  <a:lnTo>
                    <a:pt x="186" y="7396"/>
                  </a:lnTo>
                  <a:lnTo>
                    <a:pt x="165" y="7393"/>
                  </a:lnTo>
                  <a:lnTo>
                    <a:pt x="146" y="7388"/>
                  </a:lnTo>
                  <a:lnTo>
                    <a:pt x="126" y="7381"/>
                  </a:lnTo>
                  <a:lnTo>
                    <a:pt x="108" y="7372"/>
                  </a:lnTo>
                  <a:lnTo>
                    <a:pt x="91" y="7361"/>
                  </a:lnTo>
                  <a:lnTo>
                    <a:pt x="75" y="7350"/>
                  </a:lnTo>
                  <a:lnTo>
                    <a:pt x="60" y="7336"/>
                  </a:lnTo>
                  <a:lnTo>
                    <a:pt x="47" y="7321"/>
                  </a:lnTo>
                  <a:lnTo>
                    <a:pt x="34" y="7306"/>
                  </a:lnTo>
                  <a:lnTo>
                    <a:pt x="24" y="7288"/>
                  </a:lnTo>
                  <a:lnTo>
                    <a:pt x="16" y="7270"/>
                  </a:lnTo>
                  <a:lnTo>
                    <a:pt x="9" y="7251"/>
                  </a:lnTo>
                  <a:lnTo>
                    <a:pt x="3" y="7232"/>
                  </a:lnTo>
                  <a:lnTo>
                    <a:pt x="1" y="7211"/>
                  </a:lnTo>
                  <a:lnTo>
                    <a:pt x="0" y="7190"/>
                  </a:lnTo>
                  <a:lnTo>
                    <a:pt x="0" y="207"/>
                  </a:lnTo>
                  <a:lnTo>
                    <a:pt x="1" y="186"/>
                  </a:lnTo>
                  <a:lnTo>
                    <a:pt x="3" y="166"/>
                  </a:lnTo>
                  <a:lnTo>
                    <a:pt x="9" y="146"/>
                  </a:lnTo>
                  <a:lnTo>
                    <a:pt x="16" y="127"/>
                  </a:lnTo>
                  <a:lnTo>
                    <a:pt x="24" y="109"/>
                  </a:lnTo>
                  <a:lnTo>
                    <a:pt x="34" y="91"/>
                  </a:lnTo>
                  <a:lnTo>
                    <a:pt x="47" y="75"/>
                  </a:lnTo>
                  <a:lnTo>
                    <a:pt x="60" y="61"/>
                  </a:lnTo>
                  <a:lnTo>
                    <a:pt x="75" y="47"/>
                  </a:lnTo>
                  <a:lnTo>
                    <a:pt x="91" y="36"/>
                  </a:lnTo>
                  <a:lnTo>
                    <a:pt x="108" y="25"/>
                  </a:lnTo>
                  <a:lnTo>
                    <a:pt x="126" y="16"/>
                  </a:lnTo>
                  <a:lnTo>
                    <a:pt x="146" y="9"/>
                  </a:lnTo>
                  <a:lnTo>
                    <a:pt x="165" y="5"/>
                  </a:lnTo>
                  <a:lnTo>
                    <a:pt x="186" y="1"/>
                  </a:lnTo>
                  <a:lnTo>
                    <a:pt x="207" y="0"/>
                  </a:lnTo>
                  <a:close/>
                </a:path>
              </a:pathLst>
            </a:cu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9">
              <a:extLst>
                <a:ext uri="{FF2B5EF4-FFF2-40B4-BE49-F238E27FC236}">
                  <a16:creationId xmlns:a16="http://schemas.microsoft.com/office/drawing/2014/main" id="{6C14282C-1793-3488-0D77-EDD20883AF79}"/>
                </a:ext>
              </a:extLst>
            </p:cNvPr>
            <p:cNvSpPr>
              <a:spLocks/>
            </p:cNvSpPr>
            <p:nvPr/>
          </p:nvSpPr>
          <p:spPr bwMode="auto">
            <a:xfrm>
              <a:off x="250976" y="3172795"/>
              <a:ext cx="2816107" cy="1698957"/>
            </a:xfrm>
            <a:custGeom>
              <a:avLst/>
              <a:gdLst>
                <a:gd name="T0" fmla="*/ 207 w 10666"/>
                <a:gd name="T1" fmla="*/ 0 h 6436"/>
                <a:gd name="T2" fmla="*/ 10459 w 10666"/>
                <a:gd name="T3" fmla="*/ 0 h 6436"/>
                <a:gd name="T4" fmla="*/ 10480 w 10666"/>
                <a:gd name="T5" fmla="*/ 1 h 6436"/>
                <a:gd name="T6" fmla="*/ 10500 w 10666"/>
                <a:gd name="T7" fmla="*/ 5 h 6436"/>
                <a:gd name="T8" fmla="*/ 10520 w 10666"/>
                <a:gd name="T9" fmla="*/ 9 h 6436"/>
                <a:gd name="T10" fmla="*/ 10539 w 10666"/>
                <a:gd name="T11" fmla="*/ 16 h 6436"/>
                <a:gd name="T12" fmla="*/ 10557 w 10666"/>
                <a:gd name="T13" fmla="*/ 25 h 6436"/>
                <a:gd name="T14" fmla="*/ 10575 w 10666"/>
                <a:gd name="T15" fmla="*/ 36 h 6436"/>
                <a:gd name="T16" fmla="*/ 10591 w 10666"/>
                <a:gd name="T17" fmla="*/ 47 h 6436"/>
                <a:gd name="T18" fmla="*/ 10605 w 10666"/>
                <a:gd name="T19" fmla="*/ 61 h 6436"/>
                <a:gd name="T20" fmla="*/ 10619 w 10666"/>
                <a:gd name="T21" fmla="*/ 75 h 6436"/>
                <a:gd name="T22" fmla="*/ 10630 w 10666"/>
                <a:gd name="T23" fmla="*/ 91 h 6436"/>
                <a:gd name="T24" fmla="*/ 10641 w 10666"/>
                <a:gd name="T25" fmla="*/ 109 h 6436"/>
                <a:gd name="T26" fmla="*/ 10650 w 10666"/>
                <a:gd name="T27" fmla="*/ 127 h 6436"/>
                <a:gd name="T28" fmla="*/ 10657 w 10666"/>
                <a:gd name="T29" fmla="*/ 146 h 6436"/>
                <a:gd name="T30" fmla="*/ 10661 w 10666"/>
                <a:gd name="T31" fmla="*/ 166 h 6436"/>
                <a:gd name="T32" fmla="*/ 10665 w 10666"/>
                <a:gd name="T33" fmla="*/ 186 h 6436"/>
                <a:gd name="T34" fmla="*/ 10666 w 10666"/>
                <a:gd name="T35" fmla="*/ 207 h 6436"/>
                <a:gd name="T36" fmla="*/ 10666 w 10666"/>
                <a:gd name="T37" fmla="*/ 6436 h 6436"/>
                <a:gd name="T38" fmla="*/ 0 w 10666"/>
                <a:gd name="T39" fmla="*/ 6436 h 6436"/>
                <a:gd name="T40" fmla="*/ 0 w 10666"/>
                <a:gd name="T41" fmla="*/ 207 h 6436"/>
                <a:gd name="T42" fmla="*/ 1 w 10666"/>
                <a:gd name="T43" fmla="*/ 186 h 6436"/>
                <a:gd name="T44" fmla="*/ 3 w 10666"/>
                <a:gd name="T45" fmla="*/ 166 h 6436"/>
                <a:gd name="T46" fmla="*/ 9 w 10666"/>
                <a:gd name="T47" fmla="*/ 146 h 6436"/>
                <a:gd name="T48" fmla="*/ 16 w 10666"/>
                <a:gd name="T49" fmla="*/ 127 h 6436"/>
                <a:gd name="T50" fmla="*/ 24 w 10666"/>
                <a:gd name="T51" fmla="*/ 109 h 6436"/>
                <a:gd name="T52" fmla="*/ 34 w 10666"/>
                <a:gd name="T53" fmla="*/ 91 h 6436"/>
                <a:gd name="T54" fmla="*/ 47 w 10666"/>
                <a:gd name="T55" fmla="*/ 75 h 6436"/>
                <a:gd name="T56" fmla="*/ 60 w 10666"/>
                <a:gd name="T57" fmla="*/ 61 h 6436"/>
                <a:gd name="T58" fmla="*/ 75 w 10666"/>
                <a:gd name="T59" fmla="*/ 47 h 6436"/>
                <a:gd name="T60" fmla="*/ 91 w 10666"/>
                <a:gd name="T61" fmla="*/ 36 h 6436"/>
                <a:gd name="T62" fmla="*/ 108 w 10666"/>
                <a:gd name="T63" fmla="*/ 25 h 6436"/>
                <a:gd name="T64" fmla="*/ 126 w 10666"/>
                <a:gd name="T65" fmla="*/ 16 h 6436"/>
                <a:gd name="T66" fmla="*/ 146 w 10666"/>
                <a:gd name="T67" fmla="*/ 9 h 6436"/>
                <a:gd name="T68" fmla="*/ 165 w 10666"/>
                <a:gd name="T69" fmla="*/ 5 h 6436"/>
                <a:gd name="T70" fmla="*/ 186 w 10666"/>
                <a:gd name="T71" fmla="*/ 1 h 6436"/>
                <a:gd name="T72" fmla="*/ 207 w 10666"/>
                <a:gd name="T73" fmla="*/ 0 h 6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666" h="6436">
                  <a:moveTo>
                    <a:pt x="207" y="0"/>
                  </a:moveTo>
                  <a:lnTo>
                    <a:pt x="10459" y="0"/>
                  </a:lnTo>
                  <a:lnTo>
                    <a:pt x="10480" y="1"/>
                  </a:lnTo>
                  <a:lnTo>
                    <a:pt x="10500" y="5"/>
                  </a:lnTo>
                  <a:lnTo>
                    <a:pt x="10520" y="9"/>
                  </a:lnTo>
                  <a:lnTo>
                    <a:pt x="10539" y="16"/>
                  </a:lnTo>
                  <a:lnTo>
                    <a:pt x="10557" y="25"/>
                  </a:lnTo>
                  <a:lnTo>
                    <a:pt x="10575" y="36"/>
                  </a:lnTo>
                  <a:lnTo>
                    <a:pt x="10591" y="47"/>
                  </a:lnTo>
                  <a:lnTo>
                    <a:pt x="10605" y="61"/>
                  </a:lnTo>
                  <a:lnTo>
                    <a:pt x="10619" y="75"/>
                  </a:lnTo>
                  <a:lnTo>
                    <a:pt x="10630" y="91"/>
                  </a:lnTo>
                  <a:lnTo>
                    <a:pt x="10641" y="109"/>
                  </a:lnTo>
                  <a:lnTo>
                    <a:pt x="10650" y="127"/>
                  </a:lnTo>
                  <a:lnTo>
                    <a:pt x="10657" y="146"/>
                  </a:lnTo>
                  <a:lnTo>
                    <a:pt x="10661" y="166"/>
                  </a:lnTo>
                  <a:lnTo>
                    <a:pt x="10665" y="186"/>
                  </a:lnTo>
                  <a:lnTo>
                    <a:pt x="10666" y="207"/>
                  </a:lnTo>
                  <a:lnTo>
                    <a:pt x="10666" y="6436"/>
                  </a:lnTo>
                  <a:lnTo>
                    <a:pt x="0" y="6436"/>
                  </a:lnTo>
                  <a:lnTo>
                    <a:pt x="0" y="207"/>
                  </a:lnTo>
                  <a:lnTo>
                    <a:pt x="1" y="186"/>
                  </a:lnTo>
                  <a:lnTo>
                    <a:pt x="3" y="166"/>
                  </a:lnTo>
                  <a:lnTo>
                    <a:pt x="9" y="146"/>
                  </a:lnTo>
                  <a:lnTo>
                    <a:pt x="16" y="127"/>
                  </a:lnTo>
                  <a:lnTo>
                    <a:pt x="24" y="109"/>
                  </a:lnTo>
                  <a:lnTo>
                    <a:pt x="34" y="91"/>
                  </a:lnTo>
                  <a:lnTo>
                    <a:pt x="47" y="75"/>
                  </a:lnTo>
                  <a:lnTo>
                    <a:pt x="60" y="61"/>
                  </a:lnTo>
                  <a:lnTo>
                    <a:pt x="75" y="47"/>
                  </a:lnTo>
                  <a:lnTo>
                    <a:pt x="91" y="36"/>
                  </a:lnTo>
                  <a:lnTo>
                    <a:pt x="108" y="25"/>
                  </a:lnTo>
                  <a:lnTo>
                    <a:pt x="126" y="16"/>
                  </a:lnTo>
                  <a:lnTo>
                    <a:pt x="146" y="9"/>
                  </a:lnTo>
                  <a:lnTo>
                    <a:pt x="165" y="5"/>
                  </a:lnTo>
                  <a:lnTo>
                    <a:pt x="186" y="1"/>
                  </a:lnTo>
                  <a:lnTo>
                    <a:pt x="207" y="0"/>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Rectangle 23">
              <a:extLst>
                <a:ext uri="{FF2B5EF4-FFF2-40B4-BE49-F238E27FC236}">
                  <a16:creationId xmlns:a16="http://schemas.microsoft.com/office/drawing/2014/main" id="{78D9C734-D1F3-98D7-5BF3-5CE1B03478C7}"/>
                </a:ext>
              </a:extLst>
            </p:cNvPr>
            <p:cNvSpPr>
              <a:spLocks noChangeArrowheads="1"/>
            </p:cNvSpPr>
            <p:nvPr/>
          </p:nvSpPr>
          <p:spPr bwMode="auto">
            <a:xfrm>
              <a:off x="354455" y="3282609"/>
              <a:ext cx="2610205" cy="1479328"/>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24">
              <a:extLst>
                <a:ext uri="{FF2B5EF4-FFF2-40B4-BE49-F238E27FC236}">
                  <a16:creationId xmlns:a16="http://schemas.microsoft.com/office/drawing/2014/main" id="{C974A4E7-9769-2FB9-341B-CB9125628EA5}"/>
                </a:ext>
              </a:extLst>
            </p:cNvPr>
            <p:cNvSpPr>
              <a:spLocks noChangeArrowheads="1"/>
            </p:cNvSpPr>
            <p:nvPr/>
          </p:nvSpPr>
          <p:spPr bwMode="auto">
            <a:xfrm>
              <a:off x="354455" y="3282609"/>
              <a:ext cx="2610205" cy="27454"/>
            </a:xfrm>
            <a:prstGeom prst="rect">
              <a:avLst/>
            </a:pr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24">
              <a:extLst>
                <a:ext uri="{FF2B5EF4-FFF2-40B4-BE49-F238E27FC236}">
                  <a16:creationId xmlns:a16="http://schemas.microsoft.com/office/drawing/2014/main" id="{3618FCCE-C979-AC36-86A4-AEDEE91CCF42}"/>
                </a:ext>
              </a:extLst>
            </p:cNvPr>
            <p:cNvSpPr>
              <a:spLocks/>
            </p:cNvSpPr>
            <p:nvPr/>
          </p:nvSpPr>
          <p:spPr bwMode="auto">
            <a:xfrm>
              <a:off x="1505395" y="3189690"/>
              <a:ext cx="1547961" cy="1665168"/>
            </a:xfrm>
            <a:custGeom>
              <a:avLst/>
              <a:gdLst>
                <a:gd name="T0" fmla="*/ 3815 w 5865"/>
                <a:gd name="T1" fmla="*/ 0 h 6311"/>
                <a:gd name="T2" fmla="*/ 5660 w 5865"/>
                <a:gd name="T3" fmla="*/ 0 h 6311"/>
                <a:gd name="T4" fmla="*/ 5681 w 5865"/>
                <a:gd name="T5" fmla="*/ 1 h 6311"/>
                <a:gd name="T6" fmla="*/ 5702 w 5865"/>
                <a:gd name="T7" fmla="*/ 4 h 6311"/>
                <a:gd name="T8" fmla="*/ 5721 w 5865"/>
                <a:gd name="T9" fmla="*/ 9 h 6311"/>
                <a:gd name="T10" fmla="*/ 5740 w 5865"/>
                <a:gd name="T11" fmla="*/ 16 h 6311"/>
                <a:gd name="T12" fmla="*/ 5758 w 5865"/>
                <a:gd name="T13" fmla="*/ 24 h 6311"/>
                <a:gd name="T14" fmla="*/ 5775 w 5865"/>
                <a:gd name="T15" fmla="*/ 34 h 6311"/>
                <a:gd name="T16" fmla="*/ 5791 w 5865"/>
                <a:gd name="T17" fmla="*/ 46 h 6311"/>
                <a:gd name="T18" fmla="*/ 5805 w 5865"/>
                <a:gd name="T19" fmla="*/ 60 h 6311"/>
                <a:gd name="T20" fmla="*/ 5819 w 5865"/>
                <a:gd name="T21" fmla="*/ 74 h 6311"/>
                <a:gd name="T22" fmla="*/ 5830 w 5865"/>
                <a:gd name="T23" fmla="*/ 90 h 6311"/>
                <a:gd name="T24" fmla="*/ 5841 w 5865"/>
                <a:gd name="T25" fmla="*/ 106 h 6311"/>
                <a:gd name="T26" fmla="*/ 5849 w 5865"/>
                <a:gd name="T27" fmla="*/ 125 h 6311"/>
                <a:gd name="T28" fmla="*/ 5856 w 5865"/>
                <a:gd name="T29" fmla="*/ 143 h 6311"/>
                <a:gd name="T30" fmla="*/ 5861 w 5865"/>
                <a:gd name="T31" fmla="*/ 163 h 6311"/>
                <a:gd name="T32" fmla="*/ 5864 w 5865"/>
                <a:gd name="T33" fmla="*/ 182 h 6311"/>
                <a:gd name="T34" fmla="*/ 5865 w 5865"/>
                <a:gd name="T35" fmla="*/ 203 h 6311"/>
                <a:gd name="T36" fmla="*/ 5865 w 5865"/>
                <a:gd name="T37" fmla="*/ 6311 h 6311"/>
                <a:gd name="T38" fmla="*/ 0 w 5865"/>
                <a:gd name="T39" fmla="*/ 6311 h 6311"/>
                <a:gd name="T40" fmla="*/ 3815 w 5865"/>
                <a:gd name="T41" fmla="*/ 0 h 6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865" h="6311">
                  <a:moveTo>
                    <a:pt x="3815" y="0"/>
                  </a:moveTo>
                  <a:lnTo>
                    <a:pt x="5660" y="0"/>
                  </a:lnTo>
                  <a:lnTo>
                    <a:pt x="5681" y="1"/>
                  </a:lnTo>
                  <a:lnTo>
                    <a:pt x="5702" y="4"/>
                  </a:lnTo>
                  <a:lnTo>
                    <a:pt x="5721" y="9"/>
                  </a:lnTo>
                  <a:lnTo>
                    <a:pt x="5740" y="16"/>
                  </a:lnTo>
                  <a:lnTo>
                    <a:pt x="5758" y="24"/>
                  </a:lnTo>
                  <a:lnTo>
                    <a:pt x="5775" y="34"/>
                  </a:lnTo>
                  <a:lnTo>
                    <a:pt x="5791" y="46"/>
                  </a:lnTo>
                  <a:lnTo>
                    <a:pt x="5805" y="60"/>
                  </a:lnTo>
                  <a:lnTo>
                    <a:pt x="5819" y="74"/>
                  </a:lnTo>
                  <a:lnTo>
                    <a:pt x="5830" y="90"/>
                  </a:lnTo>
                  <a:lnTo>
                    <a:pt x="5841" y="106"/>
                  </a:lnTo>
                  <a:lnTo>
                    <a:pt x="5849" y="125"/>
                  </a:lnTo>
                  <a:lnTo>
                    <a:pt x="5856" y="143"/>
                  </a:lnTo>
                  <a:lnTo>
                    <a:pt x="5861" y="163"/>
                  </a:lnTo>
                  <a:lnTo>
                    <a:pt x="5864" y="182"/>
                  </a:lnTo>
                  <a:lnTo>
                    <a:pt x="5865" y="203"/>
                  </a:lnTo>
                  <a:lnTo>
                    <a:pt x="5865" y="6311"/>
                  </a:lnTo>
                  <a:lnTo>
                    <a:pt x="0" y="6311"/>
                  </a:lnTo>
                  <a:lnTo>
                    <a:pt x="3815" y="0"/>
                  </a:lnTo>
                  <a:close/>
                </a:path>
              </a:pathLst>
            </a:custGeom>
            <a:gradFill>
              <a:gsLst>
                <a:gs pos="0">
                  <a:schemeClr val="bg1">
                    <a:alpha val="36000"/>
                  </a:schemeClr>
                </a:gs>
                <a:gs pos="50000">
                  <a:schemeClr val="bg1">
                    <a:alpha val="13000"/>
                  </a:schemeClr>
                </a:gs>
                <a:gs pos="100000">
                  <a:schemeClr val="accent1">
                    <a:tint val="23500"/>
                    <a:satMod val="160000"/>
                    <a:alpha val="0"/>
                  </a:schemeClr>
                </a:gs>
              </a:gsLst>
              <a:lin ang="5400000" scaled="0"/>
            </a:gra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4" name="Group 43">
            <a:extLst>
              <a:ext uri="{FF2B5EF4-FFF2-40B4-BE49-F238E27FC236}">
                <a16:creationId xmlns:a16="http://schemas.microsoft.com/office/drawing/2014/main" id="{F7AFBEB0-F4CD-2DFC-A0A6-0BFDB2ED61EB}"/>
              </a:ext>
            </a:extLst>
          </p:cNvPr>
          <p:cNvGrpSpPr/>
          <p:nvPr/>
        </p:nvGrpSpPr>
        <p:grpSpPr>
          <a:xfrm>
            <a:off x="939815" y="1963131"/>
            <a:ext cx="3689771" cy="1709455"/>
            <a:chOff x="947668" y="1455776"/>
            <a:chExt cx="4913898" cy="2276588"/>
          </a:xfrm>
        </p:grpSpPr>
        <p:sp>
          <p:nvSpPr>
            <p:cNvPr id="20" name="Rectangle 19">
              <a:extLst>
                <a:ext uri="{FF2B5EF4-FFF2-40B4-BE49-F238E27FC236}">
                  <a16:creationId xmlns:a16="http://schemas.microsoft.com/office/drawing/2014/main" id="{73358B5D-6646-2B58-B694-4565A9D8C804}"/>
                </a:ext>
              </a:extLst>
            </p:cNvPr>
            <p:cNvSpPr/>
            <p:nvPr/>
          </p:nvSpPr>
          <p:spPr>
            <a:xfrm>
              <a:off x="947668" y="1455776"/>
              <a:ext cx="4913898" cy="2276588"/>
            </a:xfrm>
            <a:prstGeom prst="rect">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endParaRPr lang="en-ID" sz="2000" b="1">
                <a:solidFill>
                  <a:schemeClr val="tx2"/>
                </a:solidFill>
              </a:endParaRPr>
            </a:p>
          </p:txBody>
        </p:sp>
        <p:pic>
          <p:nvPicPr>
            <p:cNvPr id="14" name="Grafik 13">
              <a:extLst>
                <a:ext uri="{FF2B5EF4-FFF2-40B4-BE49-F238E27FC236}">
                  <a16:creationId xmlns:a16="http://schemas.microsoft.com/office/drawing/2014/main" id="{11035D44-AFC9-9A36-A41B-896D3E75644E}"/>
                </a:ext>
              </a:extLst>
            </p:cNvPr>
            <p:cNvPicPr>
              <a:picLocks noChangeAspect="1"/>
            </p:cNvPicPr>
            <p:nvPr/>
          </p:nvPicPr>
          <p:blipFill>
            <a:blip r:embed="rId5"/>
            <a:stretch>
              <a:fillRect/>
            </a:stretch>
          </p:blipFill>
          <p:spPr>
            <a:xfrm>
              <a:off x="992882" y="1524259"/>
              <a:ext cx="4823470" cy="2139623"/>
            </a:xfrm>
            <a:prstGeom prst="rect">
              <a:avLst/>
            </a:prstGeom>
          </p:spPr>
        </p:pic>
      </p:grpSp>
      <p:grpSp>
        <p:nvGrpSpPr>
          <p:cNvPr id="42" name="Group 41">
            <a:extLst>
              <a:ext uri="{FF2B5EF4-FFF2-40B4-BE49-F238E27FC236}">
                <a16:creationId xmlns:a16="http://schemas.microsoft.com/office/drawing/2014/main" id="{69A71119-2B1B-D427-0767-F4A9AD788213}"/>
              </a:ext>
            </a:extLst>
          </p:cNvPr>
          <p:cNvGrpSpPr/>
          <p:nvPr/>
        </p:nvGrpSpPr>
        <p:grpSpPr>
          <a:xfrm>
            <a:off x="3071825" y="3429000"/>
            <a:ext cx="3689771" cy="1709455"/>
            <a:chOff x="6330434" y="1455776"/>
            <a:chExt cx="4913898" cy="2276588"/>
          </a:xfrm>
        </p:grpSpPr>
        <p:sp>
          <p:nvSpPr>
            <p:cNvPr id="21" name="Rectangle 20">
              <a:extLst>
                <a:ext uri="{FF2B5EF4-FFF2-40B4-BE49-F238E27FC236}">
                  <a16:creationId xmlns:a16="http://schemas.microsoft.com/office/drawing/2014/main" id="{46073247-E8A8-E926-DFD9-377B4ED46E9B}"/>
                </a:ext>
              </a:extLst>
            </p:cNvPr>
            <p:cNvSpPr/>
            <p:nvPr/>
          </p:nvSpPr>
          <p:spPr>
            <a:xfrm>
              <a:off x="6330434" y="1455776"/>
              <a:ext cx="4913898" cy="2276588"/>
            </a:xfrm>
            <a:prstGeom prst="rect">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756000" rIns="216000" bIns="0" rtlCol="0" anchor="t"/>
            <a:lstStyle/>
            <a:p>
              <a:endParaRPr lang="en-ID" sz="2000" b="1">
                <a:solidFill>
                  <a:schemeClr val="tx2"/>
                </a:solidFill>
              </a:endParaRPr>
            </a:p>
          </p:txBody>
        </p:sp>
        <p:pic>
          <p:nvPicPr>
            <p:cNvPr id="16" name="Grafik 15">
              <a:extLst>
                <a:ext uri="{FF2B5EF4-FFF2-40B4-BE49-F238E27FC236}">
                  <a16:creationId xmlns:a16="http://schemas.microsoft.com/office/drawing/2014/main" id="{C6BAB776-6610-02F1-F848-4CEB129010B8}"/>
                </a:ext>
              </a:extLst>
            </p:cNvPr>
            <p:cNvPicPr>
              <a:picLocks noChangeAspect="1"/>
            </p:cNvPicPr>
            <p:nvPr/>
          </p:nvPicPr>
          <p:blipFill>
            <a:blip r:embed="rId6"/>
            <a:stretch>
              <a:fillRect/>
            </a:stretch>
          </p:blipFill>
          <p:spPr>
            <a:xfrm>
              <a:off x="6358959" y="1563489"/>
              <a:ext cx="4856849" cy="2061163"/>
            </a:xfrm>
            <a:prstGeom prst="rect">
              <a:avLst/>
            </a:prstGeom>
          </p:spPr>
        </p:pic>
      </p:grpSp>
      <p:sp>
        <p:nvSpPr>
          <p:cNvPr id="45" name="Rectangle: Rounded Corners 44">
            <a:extLst>
              <a:ext uri="{FF2B5EF4-FFF2-40B4-BE49-F238E27FC236}">
                <a16:creationId xmlns:a16="http://schemas.microsoft.com/office/drawing/2014/main" id="{C2B60D9A-A118-3B8A-3AA4-71723C58C2B2}"/>
              </a:ext>
            </a:extLst>
          </p:cNvPr>
          <p:cNvSpPr/>
          <p:nvPr/>
        </p:nvSpPr>
        <p:spPr>
          <a:xfrm>
            <a:off x="8827165" y="1858778"/>
            <a:ext cx="2844000" cy="868803"/>
          </a:xfrm>
          <a:prstGeom prst="roundRect">
            <a:avLst>
              <a:gd name="adj" fmla="val 9487"/>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0" rIns="216000" bIns="0" rtlCol="0" anchor="ctr"/>
          <a:lstStyle/>
          <a:p>
            <a:r>
              <a:rPr lang="de-DE" sz="1400" dirty="0">
                <a:solidFill>
                  <a:schemeClr val="tx2"/>
                </a:solidFill>
              </a:rPr>
              <a:t>Kostenlose Analyse Ihre GDPdU-Daten</a:t>
            </a:r>
          </a:p>
        </p:txBody>
      </p:sp>
      <p:grpSp>
        <p:nvGrpSpPr>
          <p:cNvPr id="75" name="Group 74">
            <a:extLst>
              <a:ext uri="{FF2B5EF4-FFF2-40B4-BE49-F238E27FC236}">
                <a16:creationId xmlns:a16="http://schemas.microsoft.com/office/drawing/2014/main" id="{0588B003-84E0-B19C-8AA6-FB9355491D54}"/>
              </a:ext>
            </a:extLst>
          </p:cNvPr>
          <p:cNvGrpSpPr/>
          <p:nvPr/>
        </p:nvGrpSpPr>
        <p:grpSpPr>
          <a:xfrm>
            <a:off x="8726265" y="2192281"/>
            <a:ext cx="201800" cy="201796"/>
            <a:chOff x="6108610" y="1789518"/>
            <a:chExt cx="164463" cy="164463"/>
          </a:xfrm>
        </p:grpSpPr>
        <p:sp>
          <p:nvSpPr>
            <p:cNvPr id="76" name="Oval 75">
              <a:extLst>
                <a:ext uri="{FF2B5EF4-FFF2-40B4-BE49-F238E27FC236}">
                  <a16:creationId xmlns:a16="http://schemas.microsoft.com/office/drawing/2014/main" id="{49C47971-A782-0EA5-2B75-D6E87AC8B1E1}"/>
                </a:ext>
              </a:extLst>
            </p:cNvPr>
            <p:cNvSpPr>
              <a:spLocks noChangeAspect="1"/>
            </p:cNvSpPr>
            <p:nvPr/>
          </p:nvSpPr>
          <p:spPr>
            <a:xfrm>
              <a:off x="6108610" y="1789518"/>
              <a:ext cx="164463" cy="16446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hevron 34">
              <a:extLst>
                <a:ext uri="{FF2B5EF4-FFF2-40B4-BE49-F238E27FC236}">
                  <a16:creationId xmlns:a16="http://schemas.microsoft.com/office/drawing/2014/main" id="{C9A72CC4-9E47-3CC4-3647-5B5BA2573DDB}"/>
                </a:ext>
              </a:extLst>
            </p:cNvPr>
            <p:cNvSpPr/>
            <p:nvPr/>
          </p:nvSpPr>
          <p:spPr>
            <a:xfrm>
              <a:off x="6153025" y="1832900"/>
              <a:ext cx="75632" cy="7563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 name="Group 9">
            <a:extLst>
              <a:ext uri="{FF2B5EF4-FFF2-40B4-BE49-F238E27FC236}">
                <a16:creationId xmlns:a16="http://schemas.microsoft.com/office/drawing/2014/main" id="{52B42ECF-4CAC-C26C-B987-15CDDE7CEBD3}"/>
              </a:ext>
            </a:extLst>
          </p:cNvPr>
          <p:cNvGrpSpPr/>
          <p:nvPr/>
        </p:nvGrpSpPr>
        <p:grpSpPr>
          <a:xfrm>
            <a:off x="7400845" y="3050737"/>
            <a:ext cx="2044900" cy="1080000"/>
            <a:chOff x="7400845" y="3031010"/>
            <a:chExt cx="2044900" cy="1080000"/>
          </a:xfrm>
        </p:grpSpPr>
        <p:sp>
          <p:nvSpPr>
            <p:cNvPr id="46" name="Rectangle: Rounded Corners 45">
              <a:extLst>
                <a:ext uri="{FF2B5EF4-FFF2-40B4-BE49-F238E27FC236}">
                  <a16:creationId xmlns:a16="http://schemas.microsoft.com/office/drawing/2014/main" id="{1EE97C77-AE92-ECAF-4B3C-56B03A1C1F4E}"/>
                </a:ext>
              </a:extLst>
            </p:cNvPr>
            <p:cNvSpPr/>
            <p:nvPr/>
          </p:nvSpPr>
          <p:spPr>
            <a:xfrm>
              <a:off x="7501745" y="3031010"/>
              <a:ext cx="1944000" cy="1080000"/>
            </a:xfrm>
            <a:prstGeom prst="roundRect">
              <a:avLst>
                <a:gd name="adj" fmla="val 9487"/>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0" rIns="216000" bIns="0" rtlCol="0" anchor="ctr"/>
            <a:lstStyle/>
            <a:p>
              <a:r>
                <a:rPr lang="de-DE" sz="1400" dirty="0">
                  <a:solidFill>
                    <a:schemeClr val="tx2"/>
                  </a:solidFill>
                </a:rPr>
                <a:t>Grundlage zur Aufsetzung einer Projektstruktur</a:t>
              </a:r>
            </a:p>
          </p:txBody>
        </p:sp>
        <p:grpSp>
          <p:nvGrpSpPr>
            <p:cNvPr id="78" name="Group 77">
              <a:extLst>
                <a:ext uri="{FF2B5EF4-FFF2-40B4-BE49-F238E27FC236}">
                  <a16:creationId xmlns:a16="http://schemas.microsoft.com/office/drawing/2014/main" id="{AF69E323-6E9F-A948-B9F6-B2933D706C63}"/>
                </a:ext>
              </a:extLst>
            </p:cNvPr>
            <p:cNvGrpSpPr/>
            <p:nvPr/>
          </p:nvGrpSpPr>
          <p:grpSpPr>
            <a:xfrm>
              <a:off x="7400845" y="3470112"/>
              <a:ext cx="201800" cy="201796"/>
              <a:chOff x="6108610" y="1789518"/>
              <a:chExt cx="164463" cy="164463"/>
            </a:xfrm>
          </p:grpSpPr>
          <p:sp>
            <p:nvSpPr>
              <p:cNvPr id="79" name="Oval 78">
                <a:extLst>
                  <a:ext uri="{FF2B5EF4-FFF2-40B4-BE49-F238E27FC236}">
                    <a16:creationId xmlns:a16="http://schemas.microsoft.com/office/drawing/2014/main" id="{9BF9329A-95A7-6A83-333E-40EC257D21C1}"/>
                  </a:ext>
                </a:extLst>
              </p:cNvPr>
              <p:cNvSpPr>
                <a:spLocks noChangeAspect="1"/>
              </p:cNvSpPr>
              <p:nvPr/>
            </p:nvSpPr>
            <p:spPr>
              <a:xfrm>
                <a:off x="6108610" y="1789518"/>
                <a:ext cx="164463" cy="16446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Chevron 34">
                <a:extLst>
                  <a:ext uri="{FF2B5EF4-FFF2-40B4-BE49-F238E27FC236}">
                    <a16:creationId xmlns:a16="http://schemas.microsoft.com/office/drawing/2014/main" id="{CB1D33BF-8F8B-12CC-808C-6956EA97B049}"/>
                  </a:ext>
                </a:extLst>
              </p:cNvPr>
              <p:cNvSpPr/>
              <p:nvPr/>
            </p:nvSpPr>
            <p:spPr>
              <a:xfrm>
                <a:off x="6153025" y="1832900"/>
                <a:ext cx="75632" cy="7563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8" name="Group 7">
            <a:extLst>
              <a:ext uri="{FF2B5EF4-FFF2-40B4-BE49-F238E27FC236}">
                <a16:creationId xmlns:a16="http://schemas.microsoft.com/office/drawing/2014/main" id="{AE4CD863-FEAA-CCE8-1E11-345191FE8171}"/>
              </a:ext>
            </a:extLst>
          </p:cNvPr>
          <p:cNvGrpSpPr/>
          <p:nvPr/>
        </p:nvGrpSpPr>
        <p:grpSpPr>
          <a:xfrm>
            <a:off x="7400845" y="4453893"/>
            <a:ext cx="2044900" cy="1080000"/>
            <a:chOff x="7400845" y="4370381"/>
            <a:chExt cx="2044900" cy="1080000"/>
          </a:xfrm>
        </p:grpSpPr>
        <p:sp>
          <p:nvSpPr>
            <p:cNvPr id="48" name="Rectangle: Rounded Corners 47">
              <a:extLst>
                <a:ext uri="{FF2B5EF4-FFF2-40B4-BE49-F238E27FC236}">
                  <a16:creationId xmlns:a16="http://schemas.microsoft.com/office/drawing/2014/main" id="{BE4506D1-FFBB-4E49-DD09-364E8CCAC296}"/>
                </a:ext>
              </a:extLst>
            </p:cNvPr>
            <p:cNvSpPr/>
            <p:nvPr/>
          </p:nvSpPr>
          <p:spPr>
            <a:xfrm>
              <a:off x="7501745" y="4370381"/>
              <a:ext cx="1944000" cy="1080000"/>
            </a:xfrm>
            <a:prstGeom prst="roundRect">
              <a:avLst>
                <a:gd name="adj" fmla="val 9487"/>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0" rIns="216000" bIns="0" rtlCol="0" anchor="ctr"/>
            <a:lstStyle/>
            <a:p>
              <a:r>
                <a:rPr lang="de-DE" sz="1400" dirty="0">
                  <a:solidFill>
                    <a:schemeClr val="tx2"/>
                  </a:solidFill>
                </a:rPr>
                <a:t>Schnelle und einfache Umsetzung</a:t>
              </a:r>
            </a:p>
          </p:txBody>
        </p:sp>
        <p:grpSp>
          <p:nvGrpSpPr>
            <p:cNvPr id="84" name="Group 83">
              <a:extLst>
                <a:ext uri="{FF2B5EF4-FFF2-40B4-BE49-F238E27FC236}">
                  <a16:creationId xmlns:a16="http://schemas.microsoft.com/office/drawing/2014/main" id="{FB95F213-1226-04C9-7F54-8D8BB2BB0A67}"/>
                </a:ext>
              </a:extLst>
            </p:cNvPr>
            <p:cNvGrpSpPr/>
            <p:nvPr/>
          </p:nvGrpSpPr>
          <p:grpSpPr>
            <a:xfrm>
              <a:off x="7400845" y="4809483"/>
              <a:ext cx="201800" cy="201796"/>
              <a:chOff x="6108610" y="1789518"/>
              <a:chExt cx="164463" cy="164463"/>
            </a:xfrm>
          </p:grpSpPr>
          <p:sp>
            <p:nvSpPr>
              <p:cNvPr id="85" name="Oval 84">
                <a:extLst>
                  <a:ext uri="{FF2B5EF4-FFF2-40B4-BE49-F238E27FC236}">
                    <a16:creationId xmlns:a16="http://schemas.microsoft.com/office/drawing/2014/main" id="{DBC14032-2133-C996-FC81-23020709DD0F}"/>
                  </a:ext>
                </a:extLst>
              </p:cNvPr>
              <p:cNvSpPr>
                <a:spLocks noChangeAspect="1"/>
              </p:cNvSpPr>
              <p:nvPr/>
            </p:nvSpPr>
            <p:spPr>
              <a:xfrm>
                <a:off x="6108610" y="1789518"/>
                <a:ext cx="164463" cy="16446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Chevron 34">
                <a:extLst>
                  <a:ext uri="{FF2B5EF4-FFF2-40B4-BE49-F238E27FC236}">
                    <a16:creationId xmlns:a16="http://schemas.microsoft.com/office/drawing/2014/main" id="{6E025790-B3C5-951A-A067-E8378E68B7F3}"/>
                  </a:ext>
                </a:extLst>
              </p:cNvPr>
              <p:cNvSpPr/>
              <p:nvPr/>
            </p:nvSpPr>
            <p:spPr>
              <a:xfrm>
                <a:off x="6153025" y="1832900"/>
                <a:ext cx="75632" cy="7563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9" name="Group 8">
            <a:extLst>
              <a:ext uri="{FF2B5EF4-FFF2-40B4-BE49-F238E27FC236}">
                <a16:creationId xmlns:a16="http://schemas.microsoft.com/office/drawing/2014/main" id="{DF0D656D-7D53-8B40-37BE-DED7A666D118}"/>
              </a:ext>
            </a:extLst>
          </p:cNvPr>
          <p:cNvGrpSpPr/>
          <p:nvPr/>
        </p:nvGrpSpPr>
        <p:grpSpPr>
          <a:xfrm>
            <a:off x="9626265" y="3050737"/>
            <a:ext cx="2044900" cy="1080000"/>
            <a:chOff x="9626265" y="3031010"/>
            <a:chExt cx="2044900" cy="1080000"/>
          </a:xfrm>
        </p:grpSpPr>
        <p:sp>
          <p:nvSpPr>
            <p:cNvPr id="47" name="Rectangle: Rounded Corners 46">
              <a:extLst>
                <a:ext uri="{FF2B5EF4-FFF2-40B4-BE49-F238E27FC236}">
                  <a16:creationId xmlns:a16="http://schemas.microsoft.com/office/drawing/2014/main" id="{C4C77271-8D81-5E26-75A5-ED8714B9EB31}"/>
                </a:ext>
              </a:extLst>
            </p:cNvPr>
            <p:cNvSpPr/>
            <p:nvPr/>
          </p:nvSpPr>
          <p:spPr>
            <a:xfrm>
              <a:off x="9727165" y="3031010"/>
              <a:ext cx="1944000" cy="1080000"/>
            </a:xfrm>
            <a:prstGeom prst="roundRect">
              <a:avLst>
                <a:gd name="adj" fmla="val 9487"/>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0" rIns="216000" bIns="0" rtlCol="0" anchor="ctr"/>
            <a:lstStyle/>
            <a:p>
              <a:r>
                <a:rPr lang="de-DE" sz="1400" dirty="0">
                  <a:solidFill>
                    <a:schemeClr val="tx2"/>
                  </a:solidFill>
                </a:rPr>
                <a:t>Nachhaltiger Mehrwert für Geschäftsführung</a:t>
              </a:r>
            </a:p>
          </p:txBody>
        </p:sp>
        <p:grpSp>
          <p:nvGrpSpPr>
            <p:cNvPr id="81" name="Group 80">
              <a:extLst>
                <a:ext uri="{FF2B5EF4-FFF2-40B4-BE49-F238E27FC236}">
                  <a16:creationId xmlns:a16="http://schemas.microsoft.com/office/drawing/2014/main" id="{2C48DE70-322B-E79E-FFC9-536E06FDA2C5}"/>
                </a:ext>
              </a:extLst>
            </p:cNvPr>
            <p:cNvGrpSpPr/>
            <p:nvPr/>
          </p:nvGrpSpPr>
          <p:grpSpPr>
            <a:xfrm>
              <a:off x="9626265" y="3470112"/>
              <a:ext cx="201800" cy="201796"/>
              <a:chOff x="6108610" y="1789518"/>
              <a:chExt cx="164463" cy="164463"/>
            </a:xfrm>
          </p:grpSpPr>
          <p:sp>
            <p:nvSpPr>
              <p:cNvPr id="82" name="Oval 81">
                <a:extLst>
                  <a:ext uri="{FF2B5EF4-FFF2-40B4-BE49-F238E27FC236}">
                    <a16:creationId xmlns:a16="http://schemas.microsoft.com/office/drawing/2014/main" id="{939A4229-FCF0-8A7B-6B36-3AA8E70EC060}"/>
                  </a:ext>
                </a:extLst>
              </p:cNvPr>
              <p:cNvSpPr>
                <a:spLocks noChangeAspect="1"/>
              </p:cNvSpPr>
              <p:nvPr/>
            </p:nvSpPr>
            <p:spPr>
              <a:xfrm>
                <a:off x="6108610" y="1789518"/>
                <a:ext cx="164463" cy="16446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Chevron 34">
                <a:extLst>
                  <a:ext uri="{FF2B5EF4-FFF2-40B4-BE49-F238E27FC236}">
                    <a16:creationId xmlns:a16="http://schemas.microsoft.com/office/drawing/2014/main" id="{90278918-41C5-E8C8-16B2-95D311FAD77A}"/>
                  </a:ext>
                </a:extLst>
              </p:cNvPr>
              <p:cNvSpPr/>
              <p:nvPr/>
            </p:nvSpPr>
            <p:spPr>
              <a:xfrm>
                <a:off x="6153025" y="1832900"/>
                <a:ext cx="75632" cy="7563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7" name="Group 6">
            <a:extLst>
              <a:ext uri="{FF2B5EF4-FFF2-40B4-BE49-F238E27FC236}">
                <a16:creationId xmlns:a16="http://schemas.microsoft.com/office/drawing/2014/main" id="{0F9587EF-F713-4A9C-AF36-CF9B6685E679}"/>
              </a:ext>
            </a:extLst>
          </p:cNvPr>
          <p:cNvGrpSpPr/>
          <p:nvPr/>
        </p:nvGrpSpPr>
        <p:grpSpPr>
          <a:xfrm>
            <a:off x="9626265" y="4453893"/>
            <a:ext cx="2044900" cy="1080000"/>
            <a:chOff x="9626265" y="4370381"/>
            <a:chExt cx="2044900" cy="1080000"/>
          </a:xfrm>
        </p:grpSpPr>
        <p:sp>
          <p:nvSpPr>
            <p:cNvPr id="49" name="Rectangle: Rounded Corners 48">
              <a:extLst>
                <a:ext uri="{FF2B5EF4-FFF2-40B4-BE49-F238E27FC236}">
                  <a16:creationId xmlns:a16="http://schemas.microsoft.com/office/drawing/2014/main" id="{1B8146A5-9161-B72B-93D1-95E43715D9E1}"/>
                </a:ext>
              </a:extLst>
            </p:cNvPr>
            <p:cNvSpPr/>
            <p:nvPr/>
          </p:nvSpPr>
          <p:spPr>
            <a:xfrm>
              <a:off x="9727165" y="4370381"/>
              <a:ext cx="1944000" cy="1080000"/>
            </a:xfrm>
            <a:prstGeom prst="roundRect">
              <a:avLst>
                <a:gd name="adj" fmla="val 9487"/>
              </a:avLst>
            </a:prstGeom>
            <a:solidFill>
              <a:schemeClr val="bg1"/>
            </a:solidFill>
            <a:ln>
              <a:noFill/>
            </a:ln>
            <a:effectLst>
              <a:outerShdw blurRad="152400" dist="381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0" rIns="216000" bIns="0" rtlCol="0" anchor="ctr"/>
            <a:lstStyle/>
            <a:p>
              <a:r>
                <a:rPr lang="de-DE" sz="1400" dirty="0">
                  <a:solidFill>
                    <a:schemeClr val="tx2"/>
                  </a:solidFill>
                </a:rPr>
                <a:t>Kostenlos und exklusiv für Sie</a:t>
              </a:r>
            </a:p>
          </p:txBody>
        </p:sp>
        <p:grpSp>
          <p:nvGrpSpPr>
            <p:cNvPr id="87" name="Group 86">
              <a:extLst>
                <a:ext uri="{FF2B5EF4-FFF2-40B4-BE49-F238E27FC236}">
                  <a16:creationId xmlns:a16="http://schemas.microsoft.com/office/drawing/2014/main" id="{E33B3DFE-3F9F-045B-1003-62CBC32C0CD0}"/>
                </a:ext>
              </a:extLst>
            </p:cNvPr>
            <p:cNvGrpSpPr/>
            <p:nvPr/>
          </p:nvGrpSpPr>
          <p:grpSpPr>
            <a:xfrm>
              <a:off x="9626265" y="4809483"/>
              <a:ext cx="201800" cy="201796"/>
              <a:chOff x="6108610" y="1789518"/>
              <a:chExt cx="164463" cy="164463"/>
            </a:xfrm>
          </p:grpSpPr>
          <p:sp>
            <p:nvSpPr>
              <p:cNvPr id="88" name="Oval 87">
                <a:extLst>
                  <a:ext uri="{FF2B5EF4-FFF2-40B4-BE49-F238E27FC236}">
                    <a16:creationId xmlns:a16="http://schemas.microsoft.com/office/drawing/2014/main" id="{B2D85567-A8AB-6B43-5987-56BEEA2468E9}"/>
                  </a:ext>
                </a:extLst>
              </p:cNvPr>
              <p:cNvSpPr>
                <a:spLocks noChangeAspect="1"/>
              </p:cNvSpPr>
              <p:nvPr/>
            </p:nvSpPr>
            <p:spPr>
              <a:xfrm>
                <a:off x="6108610" y="1789518"/>
                <a:ext cx="164463" cy="16446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Chevron 34">
                <a:extLst>
                  <a:ext uri="{FF2B5EF4-FFF2-40B4-BE49-F238E27FC236}">
                    <a16:creationId xmlns:a16="http://schemas.microsoft.com/office/drawing/2014/main" id="{A2981AE6-A36C-26CA-181A-CD92CDA56B02}"/>
                  </a:ext>
                </a:extLst>
              </p:cNvPr>
              <p:cNvSpPr/>
              <p:nvPr/>
            </p:nvSpPr>
            <p:spPr>
              <a:xfrm>
                <a:off x="6153025" y="1832900"/>
                <a:ext cx="75632" cy="7563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99" name="Group 98">
            <a:extLst>
              <a:ext uri="{FF2B5EF4-FFF2-40B4-BE49-F238E27FC236}">
                <a16:creationId xmlns:a16="http://schemas.microsoft.com/office/drawing/2014/main" id="{6841E096-231C-AAA2-AA6F-3B1EFC4FEA1D}"/>
              </a:ext>
            </a:extLst>
          </p:cNvPr>
          <p:cNvGrpSpPr/>
          <p:nvPr/>
        </p:nvGrpSpPr>
        <p:grpSpPr>
          <a:xfrm>
            <a:off x="7220324" y="1858778"/>
            <a:ext cx="1249306" cy="1037976"/>
            <a:chOff x="7220325" y="1925198"/>
            <a:chExt cx="1249306" cy="1037976"/>
          </a:xfrm>
        </p:grpSpPr>
        <p:sp>
          <p:nvSpPr>
            <p:cNvPr id="71" name="Rectangle 70">
              <a:extLst>
                <a:ext uri="{FF2B5EF4-FFF2-40B4-BE49-F238E27FC236}">
                  <a16:creationId xmlns:a16="http://schemas.microsoft.com/office/drawing/2014/main" id="{1261994E-BCE7-B592-BB98-CD18A86A15C7}"/>
                </a:ext>
              </a:extLst>
            </p:cNvPr>
            <p:cNvSpPr/>
            <p:nvPr/>
          </p:nvSpPr>
          <p:spPr>
            <a:xfrm rot="5400000">
              <a:off x="7410576" y="1734947"/>
              <a:ext cx="868803" cy="124930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4" name="Isosceles Triangle 73">
              <a:extLst>
                <a:ext uri="{FF2B5EF4-FFF2-40B4-BE49-F238E27FC236}">
                  <a16:creationId xmlns:a16="http://schemas.microsoft.com/office/drawing/2014/main" id="{3E0C4ECE-4FFA-0E07-42A0-A5AE6106485D}"/>
                </a:ext>
              </a:extLst>
            </p:cNvPr>
            <p:cNvSpPr/>
            <p:nvPr/>
          </p:nvSpPr>
          <p:spPr bwMode="gray">
            <a:xfrm flipH="1" flipV="1">
              <a:off x="8029427" y="2794001"/>
              <a:ext cx="440204" cy="169173"/>
            </a:xfrm>
            <a:prstGeom prst="triangle">
              <a:avLst>
                <a:gd name="adj" fmla="val 78564"/>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pic>
          <p:nvPicPr>
            <p:cNvPr id="90" name="Graphic 89">
              <a:extLst>
                <a:ext uri="{FF2B5EF4-FFF2-40B4-BE49-F238E27FC236}">
                  <a16:creationId xmlns:a16="http://schemas.microsoft.com/office/drawing/2014/main" id="{6C69E42D-9AFD-AA87-CA3F-1BDAF862F83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67885" y="2082508"/>
              <a:ext cx="554182" cy="554182"/>
            </a:xfrm>
            <a:prstGeom prst="rect">
              <a:avLst/>
            </a:prstGeom>
          </p:spPr>
        </p:pic>
      </p:grpSp>
      <p:sp>
        <p:nvSpPr>
          <p:cNvPr id="4" name="Foliennummernplatzhalter 4">
            <a:extLst>
              <a:ext uri="{FF2B5EF4-FFF2-40B4-BE49-F238E27FC236}">
                <a16:creationId xmlns:a16="http://schemas.microsoft.com/office/drawing/2014/main" id="{DA9BA52D-D915-79E0-0A7A-123563DD22E9}"/>
              </a:ext>
            </a:extLst>
          </p:cNvPr>
          <p:cNvSpPr>
            <a:spLocks noGrp="1"/>
          </p:cNvSpPr>
          <p:nvPr>
            <p:ph type="sldNum" sz="quarter" idx="12"/>
          </p:nvPr>
        </p:nvSpPr>
        <p:spPr>
          <a:xfrm>
            <a:off x="10801350" y="6356350"/>
            <a:ext cx="1174648" cy="501650"/>
          </a:xfrm>
        </p:spPr>
        <p:txBody>
          <a:bodyPr/>
          <a:lstStyle/>
          <a:p>
            <a:fld id="{5EE2ECF6-E7B2-474A-BE3A-4A3A2424717D}" type="slidenum">
              <a:rPr lang="de-DE" smtClean="0"/>
              <a:pPr/>
              <a:t>19</a:t>
            </a:fld>
            <a:endParaRPr lang="de-DE" dirty="0"/>
          </a:p>
        </p:txBody>
      </p:sp>
    </p:spTree>
    <p:custDataLst>
      <p:custData r:id="rId1"/>
      <p:custData r:id="rId2"/>
    </p:custDataLst>
    <p:extLst>
      <p:ext uri="{BB962C8B-B14F-4D97-AF65-F5344CB8AC3E}">
        <p14:creationId xmlns:p14="http://schemas.microsoft.com/office/powerpoint/2010/main" val="2310388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60283B49-6241-07B2-E263-FBBF7EAAA79C}"/>
              </a:ext>
            </a:extLst>
          </p:cNvPr>
          <p:cNvSpPr/>
          <p:nvPr/>
        </p:nvSpPr>
        <p:spPr>
          <a:xfrm>
            <a:off x="0" y="3296566"/>
            <a:ext cx="12192000" cy="264869"/>
          </a:xfrm>
          <a:prstGeom prst="rect">
            <a:avLst/>
          </a:prstGeom>
          <a:solidFill>
            <a:schemeClr val="bg1">
              <a:lumMod val="95000"/>
              <a:alpha val="8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dirty="0">
              <a:ln>
                <a:noFill/>
              </a:ln>
              <a:solidFill>
                <a:srgbClr val="FFFFFF"/>
              </a:solidFill>
              <a:effectLst/>
              <a:uLnTx/>
              <a:uFillTx/>
              <a:latin typeface="Segoe UI"/>
              <a:ea typeface="+mn-ea"/>
              <a:cs typeface="+mn-cs"/>
            </a:endParaRPr>
          </a:p>
        </p:txBody>
      </p:sp>
      <p:sp>
        <p:nvSpPr>
          <p:cNvPr id="2" name="Titel 1">
            <a:extLst>
              <a:ext uri="{FF2B5EF4-FFF2-40B4-BE49-F238E27FC236}">
                <a16:creationId xmlns:a16="http://schemas.microsoft.com/office/drawing/2014/main" id="{6D26CB7F-387E-7C8C-99FB-A850742A5F35}"/>
              </a:ext>
            </a:extLst>
          </p:cNvPr>
          <p:cNvSpPr>
            <a:spLocks noGrp="1"/>
          </p:cNvSpPr>
          <p:nvPr>
            <p:ph type="title"/>
          </p:nvPr>
        </p:nvSpPr>
        <p:spPr>
          <a:xfrm>
            <a:off x="478800" y="697124"/>
            <a:ext cx="11234400" cy="361914"/>
          </a:xfrm>
        </p:spPr>
        <p:txBody>
          <a:bodyPr/>
          <a:lstStyle/>
          <a:p>
            <a:r>
              <a:rPr lang="de-DE" dirty="0"/>
              <a:t>Unser Prozess – Transparent und nachvollziehbar</a:t>
            </a:r>
          </a:p>
        </p:txBody>
      </p:sp>
      <p:sp>
        <p:nvSpPr>
          <p:cNvPr id="3" name="Fußzeilenplatzhalter 2">
            <a:extLst>
              <a:ext uri="{FF2B5EF4-FFF2-40B4-BE49-F238E27FC236}">
                <a16:creationId xmlns:a16="http://schemas.microsoft.com/office/drawing/2014/main" id="{73C7CDE9-C036-E0AB-E40F-7BFD66F9F8BD}"/>
              </a:ext>
            </a:extLst>
          </p:cNvPr>
          <p:cNvSpPr>
            <a:spLocks noGrp="1"/>
          </p:cNvSpPr>
          <p:nvPr>
            <p:ph type="ftr" sz="quarter" idx="11"/>
          </p:nvPr>
        </p:nvSpPr>
        <p:spPr>
          <a:xfrm>
            <a:off x="4038600" y="6356350"/>
            <a:ext cx="2600739" cy="501650"/>
          </a:xfrm>
        </p:spPr>
        <p:txBody>
          <a:bodyPr/>
          <a:lstStyle/>
          <a:p>
            <a:r>
              <a:rPr lang="en-US"/>
              <a:t>© ERA Group</a:t>
            </a:r>
            <a:endParaRPr lang="en-US" dirty="0"/>
          </a:p>
        </p:txBody>
      </p:sp>
      <p:grpSp>
        <p:nvGrpSpPr>
          <p:cNvPr id="77" name="Group 76">
            <a:extLst>
              <a:ext uri="{FF2B5EF4-FFF2-40B4-BE49-F238E27FC236}">
                <a16:creationId xmlns:a16="http://schemas.microsoft.com/office/drawing/2014/main" id="{E7B7E270-ACA6-87DA-64DD-C9B60C5DA673}"/>
              </a:ext>
            </a:extLst>
          </p:cNvPr>
          <p:cNvGrpSpPr>
            <a:grpSpLocks noChangeAspect="1"/>
          </p:cNvGrpSpPr>
          <p:nvPr/>
        </p:nvGrpSpPr>
        <p:grpSpPr>
          <a:xfrm>
            <a:off x="2936315" y="3296566"/>
            <a:ext cx="264869" cy="264869"/>
            <a:chOff x="6108610" y="1789518"/>
            <a:chExt cx="164463" cy="164463"/>
          </a:xfrm>
        </p:grpSpPr>
        <p:sp>
          <p:nvSpPr>
            <p:cNvPr id="78" name="Oval 77">
              <a:extLst>
                <a:ext uri="{FF2B5EF4-FFF2-40B4-BE49-F238E27FC236}">
                  <a16:creationId xmlns:a16="http://schemas.microsoft.com/office/drawing/2014/main" id="{F9554246-BBC7-91A3-996E-B8AE6516FBDB}"/>
                </a:ext>
              </a:extLst>
            </p:cNvPr>
            <p:cNvSpPr>
              <a:spLocks noChangeAspect="1"/>
            </p:cNvSpPr>
            <p:nvPr/>
          </p:nvSpPr>
          <p:spPr>
            <a:xfrm>
              <a:off x="6108610" y="1789518"/>
              <a:ext cx="164463" cy="16446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Chevron 78">
              <a:extLst>
                <a:ext uri="{FF2B5EF4-FFF2-40B4-BE49-F238E27FC236}">
                  <a16:creationId xmlns:a16="http://schemas.microsoft.com/office/drawing/2014/main" id="{C84EA1CC-D0D9-280A-0E87-DBC661B64E1A}"/>
                </a:ext>
              </a:extLst>
            </p:cNvPr>
            <p:cNvSpPr/>
            <p:nvPr/>
          </p:nvSpPr>
          <p:spPr>
            <a:xfrm>
              <a:off x="6153025" y="1832900"/>
              <a:ext cx="75632" cy="7563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80" name="Group 79">
            <a:extLst>
              <a:ext uri="{FF2B5EF4-FFF2-40B4-BE49-F238E27FC236}">
                <a16:creationId xmlns:a16="http://schemas.microsoft.com/office/drawing/2014/main" id="{2D4FDD1A-C8B2-2666-CAFD-AF5FDA1FE8A4}"/>
              </a:ext>
            </a:extLst>
          </p:cNvPr>
          <p:cNvGrpSpPr>
            <a:grpSpLocks noChangeAspect="1"/>
          </p:cNvGrpSpPr>
          <p:nvPr/>
        </p:nvGrpSpPr>
        <p:grpSpPr>
          <a:xfrm>
            <a:off x="5956214" y="3296566"/>
            <a:ext cx="264869" cy="264869"/>
            <a:chOff x="6108610" y="1789518"/>
            <a:chExt cx="164463" cy="164463"/>
          </a:xfrm>
        </p:grpSpPr>
        <p:sp>
          <p:nvSpPr>
            <p:cNvPr id="81" name="Oval 80">
              <a:extLst>
                <a:ext uri="{FF2B5EF4-FFF2-40B4-BE49-F238E27FC236}">
                  <a16:creationId xmlns:a16="http://schemas.microsoft.com/office/drawing/2014/main" id="{4CF6EE56-DA54-39C8-E7D9-CE022D9C8DA6}"/>
                </a:ext>
              </a:extLst>
            </p:cNvPr>
            <p:cNvSpPr>
              <a:spLocks noChangeAspect="1"/>
            </p:cNvSpPr>
            <p:nvPr/>
          </p:nvSpPr>
          <p:spPr>
            <a:xfrm>
              <a:off x="6108610" y="1789518"/>
              <a:ext cx="164463" cy="16446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Chevron 81">
              <a:extLst>
                <a:ext uri="{FF2B5EF4-FFF2-40B4-BE49-F238E27FC236}">
                  <a16:creationId xmlns:a16="http://schemas.microsoft.com/office/drawing/2014/main" id="{7F2AC81F-2637-FB7D-21BD-67C0834FE3F4}"/>
                </a:ext>
              </a:extLst>
            </p:cNvPr>
            <p:cNvSpPr/>
            <p:nvPr/>
          </p:nvSpPr>
          <p:spPr>
            <a:xfrm>
              <a:off x="6153025" y="1832900"/>
              <a:ext cx="75632" cy="7563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83" name="Group 82">
            <a:extLst>
              <a:ext uri="{FF2B5EF4-FFF2-40B4-BE49-F238E27FC236}">
                <a16:creationId xmlns:a16="http://schemas.microsoft.com/office/drawing/2014/main" id="{01377A72-229A-E1A4-758C-28CA00D9F676}"/>
              </a:ext>
            </a:extLst>
          </p:cNvPr>
          <p:cNvGrpSpPr>
            <a:grpSpLocks noChangeAspect="1"/>
          </p:cNvGrpSpPr>
          <p:nvPr/>
        </p:nvGrpSpPr>
        <p:grpSpPr>
          <a:xfrm>
            <a:off x="8976113" y="3296566"/>
            <a:ext cx="264869" cy="264869"/>
            <a:chOff x="6108610" y="1789518"/>
            <a:chExt cx="164463" cy="164463"/>
          </a:xfrm>
        </p:grpSpPr>
        <p:sp>
          <p:nvSpPr>
            <p:cNvPr id="84" name="Oval 83">
              <a:extLst>
                <a:ext uri="{FF2B5EF4-FFF2-40B4-BE49-F238E27FC236}">
                  <a16:creationId xmlns:a16="http://schemas.microsoft.com/office/drawing/2014/main" id="{C7CA5E3F-AFCE-8FF8-EAFE-F7AD21BBD47C}"/>
                </a:ext>
              </a:extLst>
            </p:cNvPr>
            <p:cNvSpPr>
              <a:spLocks noChangeAspect="1"/>
            </p:cNvSpPr>
            <p:nvPr/>
          </p:nvSpPr>
          <p:spPr>
            <a:xfrm>
              <a:off x="6108610" y="1789518"/>
              <a:ext cx="164463" cy="16446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Chevron 84">
              <a:extLst>
                <a:ext uri="{FF2B5EF4-FFF2-40B4-BE49-F238E27FC236}">
                  <a16:creationId xmlns:a16="http://schemas.microsoft.com/office/drawing/2014/main" id="{46A814D2-3535-6B1F-25F0-161990CDECEF}"/>
                </a:ext>
              </a:extLst>
            </p:cNvPr>
            <p:cNvSpPr/>
            <p:nvPr/>
          </p:nvSpPr>
          <p:spPr>
            <a:xfrm>
              <a:off x="6153025" y="1832900"/>
              <a:ext cx="75632" cy="7563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 name="Group 9">
            <a:extLst>
              <a:ext uri="{FF2B5EF4-FFF2-40B4-BE49-F238E27FC236}">
                <a16:creationId xmlns:a16="http://schemas.microsoft.com/office/drawing/2014/main" id="{299F5D54-0966-B73E-17A4-04F682534A8C}"/>
              </a:ext>
            </a:extLst>
          </p:cNvPr>
          <p:cNvGrpSpPr/>
          <p:nvPr/>
        </p:nvGrpSpPr>
        <p:grpSpPr>
          <a:xfrm>
            <a:off x="6518598" y="1728789"/>
            <a:ext cx="2160000" cy="4115163"/>
            <a:chOff x="6568827" y="1728789"/>
            <a:chExt cx="2160000" cy="4115163"/>
          </a:xfrm>
        </p:grpSpPr>
        <p:sp>
          <p:nvSpPr>
            <p:cNvPr id="73" name="Rechteck 19">
              <a:extLst>
                <a:ext uri="{FF2B5EF4-FFF2-40B4-BE49-F238E27FC236}">
                  <a16:creationId xmlns:a16="http://schemas.microsoft.com/office/drawing/2014/main" id="{588826E3-19D2-8BE0-4C14-0E72880CAE2A}"/>
                </a:ext>
              </a:extLst>
            </p:cNvPr>
            <p:cNvSpPr/>
            <p:nvPr/>
          </p:nvSpPr>
          <p:spPr>
            <a:xfrm>
              <a:off x="6586827" y="5040566"/>
              <a:ext cx="2124000" cy="803386"/>
            </a:xfrm>
            <a:prstGeom prst="rect">
              <a:avLst/>
            </a:prstGeom>
            <a:solidFill>
              <a:schemeClr val="bg1"/>
            </a:solid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2"/>
                  </a:solidFill>
                </a:rPr>
                <a:t>Implementierungs-bericht</a:t>
              </a:r>
            </a:p>
          </p:txBody>
        </p:sp>
        <p:sp>
          <p:nvSpPr>
            <p:cNvPr id="34" name="Oval 33">
              <a:extLst>
                <a:ext uri="{FF2B5EF4-FFF2-40B4-BE49-F238E27FC236}">
                  <a16:creationId xmlns:a16="http://schemas.microsoft.com/office/drawing/2014/main" id="{D7EE0D83-332C-8F17-0E84-18204692882C}"/>
                </a:ext>
              </a:extLst>
            </p:cNvPr>
            <p:cNvSpPr/>
            <p:nvPr/>
          </p:nvSpPr>
          <p:spPr>
            <a:xfrm>
              <a:off x="6756647" y="2536820"/>
              <a:ext cx="1784361" cy="1784361"/>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62BCC49A-6FC2-2576-27A9-9EBBB5FAA5E0}"/>
                </a:ext>
              </a:extLst>
            </p:cNvPr>
            <p:cNvSpPr/>
            <p:nvPr/>
          </p:nvSpPr>
          <p:spPr>
            <a:xfrm>
              <a:off x="6978519" y="2758692"/>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48" name="Graphic 47">
              <a:extLst>
                <a:ext uri="{FF2B5EF4-FFF2-40B4-BE49-F238E27FC236}">
                  <a16:creationId xmlns:a16="http://schemas.microsoft.com/office/drawing/2014/main" id="{9E551295-D929-CD31-A8F1-D25526C7CD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04724" y="3084897"/>
              <a:ext cx="688207" cy="688207"/>
            </a:xfrm>
            <a:prstGeom prst="rect">
              <a:avLst/>
            </a:prstGeom>
          </p:spPr>
        </p:pic>
        <p:sp>
          <p:nvSpPr>
            <p:cNvPr id="52" name="Rechteck 11">
              <a:extLst>
                <a:ext uri="{FF2B5EF4-FFF2-40B4-BE49-F238E27FC236}">
                  <a16:creationId xmlns:a16="http://schemas.microsoft.com/office/drawing/2014/main" id="{520D0150-5CB0-F939-677D-17D8A546131A}"/>
                </a:ext>
              </a:extLst>
            </p:cNvPr>
            <p:cNvSpPr/>
            <p:nvPr/>
          </p:nvSpPr>
          <p:spPr>
            <a:xfrm>
              <a:off x="6586827" y="1728789"/>
              <a:ext cx="2124000" cy="5217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t>Auswahl &amp; Implementierung</a:t>
              </a:r>
            </a:p>
          </p:txBody>
        </p:sp>
        <p:sp>
          <p:nvSpPr>
            <p:cNvPr id="62" name="Triangle 61">
              <a:extLst>
                <a:ext uri="{FF2B5EF4-FFF2-40B4-BE49-F238E27FC236}">
                  <a16:creationId xmlns:a16="http://schemas.microsoft.com/office/drawing/2014/main" id="{C8A1C52D-D966-C4C0-7DB3-8336038A6837}"/>
                </a:ext>
              </a:extLst>
            </p:cNvPr>
            <p:cNvSpPr/>
            <p:nvPr/>
          </p:nvSpPr>
          <p:spPr>
            <a:xfrm rot="10800000">
              <a:off x="7465328" y="4981597"/>
              <a:ext cx="367000" cy="216091"/>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sp>
          <p:nvSpPr>
            <p:cNvPr id="68" name="Textfeld 15">
              <a:extLst>
                <a:ext uri="{FF2B5EF4-FFF2-40B4-BE49-F238E27FC236}">
                  <a16:creationId xmlns:a16="http://schemas.microsoft.com/office/drawing/2014/main" id="{C5A1E1E2-C79C-9A4E-4266-C0EA950C66B6}"/>
                </a:ext>
              </a:extLst>
            </p:cNvPr>
            <p:cNvSpPr txBox="1"/>
            <p:nvPr/>
          </p:nvSpPr>
          <p:spPr>
            <a:xfrm>
              <a:off x="6568827" y="4425513"/>
              <a:ext cx="2160000" cy="369332"/>
            </a:xfrm>
            <a:prstGeom prst="rect">
              <a:avLst/>
            </a:prstGeom>
            <a:noFill/>
          </p:spPr>
          <p:txBody>
            <a:bodyPr wrap="square" lIns="0" tIns="0" rIns="0" bIns="0" rtlCol="0">
              <a:noAutofit/>
            </a:bodyPr>
            <a:lstStyle/>
            <a:p>
              <a:pPr algn="ctr"/>
              <a:r>
                <a:rPr lang="de-DE" sz="1200" dirty="0">
                  <a:solidFill>
                    <a:schemeClr val="tx2"/>
                  </a:solidFill>
                </a:rPr>
                <a:t>Implementierung der von Ihnen gewählten Option</a:t>
              </a:r>
            </a:p>
          </p:txBody>
        </p:sp>
        <p:sp>
          <p:nvSpPr>
            <p:cNvPr id="4" name="Triangle 61">
              <a:extLst>
                <a:ext uri="{FF2B5EF4-FFF2-40B4-BE49-F238E27FC236}">
                  <a16:creationId xmlns:a16="http://schemas.microsoft.com/office/drawing/2014/main" id="{5DA6E3FB-F149-AD70-B815-21AA73C10E31}"/>
                </a:ext>
              </a:extLst>
            </p:cNvPr>
            <p:cNvSpPr/>
            <p:nvPr/>
          </p:nvSpPr>
          <p:spPr>
            <a:xfrm rot="10800000">
              <a:off x="7465327" y="2238750"/>
              <a:ext cx="367000" cy="216091"/>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grpSp>
      <p:grpSp>
        <p:nvGrpSpPr>
          <p:cNvPr id="9" name="Group 8">
            <a:extLst>
              <a:ext uri="{FF2B5EF4-FFF2-40B4-BE49-F238E27FC236}">
                <a16:creationId xmlns:a16="http://schemas.microsoft.com/office/drawing/2014/main" id="{B9DD5270-31A8-F9D2-83A9-4B2497BB6094}"/>
              </a:ext>
            </a:extLst>
          </p:cNvPr>
          <p:cNvGrpSpPr/>
          <p:nvPr/>
        </p:nvGrpSpPr>
        <p:grpSpPr>
          <a:xfrm>
            <a:off x="9538500" y="1732714"/>
            <a:ext cx="2160000" cy="4111238"/>
            <a:chOff x="9506705" y="1732714"/>
            <a:chExt cx="2160000" cy="4111238"/>
          </a:xfrm>
        </p:grpSpPr>
        <p:sp>
          <p:nvSpPr>
            <p:cNvPr id="74" name="Rechteck 20">
              <a:extLst>
                <a:ext uri="{FF2B5EF4-FFF2-40B4-BE49-F238E27FC236}">
                  <a16:creationId xmlns:a16="http://schemas.microsoft.com/office/drawing/2014/main" id="{486E52EF-2C9D-0DDC-8FFB-FFCCCAAEFEEF}"/>
                </a:ext>
              </a:extLst>
            </p:cNvPr>
            <p:cNvSpPr/>
            <p:nvPr/>
          </p:nvSpPr>
          <p:spPr>
            <a:xfrm>
              <a:off x="9524705" y="5040566"/>
              <a:ext cx="2124000" cy="803386"/>
            </a:xfrm>
            <a:prstGeom prst="rect">
              <a:avLst/>
            </a:prstGeom>
            <a:solidFill>
              <a:schemeClr val="bg1"/>
            </a:solid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2"/>
                  </a:solidFill>
                </a:rPr>
                <a:t>Ergebnisbericht</a:t>
              </a:r>
            </a:p>
          </p:txBody>
        </p:sp>
        <p:sp>
          <p:nvSpPr>
            <p:cNvPr id="32" name="Oval 31">
              <a:extLst>
                <a:ext uri="{FF2B5EF4-FFF2-40B4-BE49-F238E27FC236}">
                  <a16:creationId xmlns:a16="http://schemas.microsoft.com/office/drawing/2014/main" id="{86EA5795-3F8F-27F1-1664-F630C0541681}"/>
                </a:ext>
              </a:extLst>
            </p:cNvPr>
            <p:cNvSpPr/>
            <p:nvPr/>
          </p:nvSpPr>
          <p:spPr>
            <a:xfrm>
              <a:off x="9694525" y="2536820"/>
              <a:ext cx="1784361" cy="1784361"/>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1226238A-12B6-225E-35E4-5A4315F2A53C}"/>
                </a:ext>
              </a:extLst>
            </p:cNvPr>
            <p:cNvSpPr/>
            <p:nvPr/>
          </p:nvSpPr>
          <p:spPr>
            <a:xfrm>
              <a:off x="9916397" y="2758692"/>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49" name="Graphic 48">
              <a:extLst>
                <a:ext uri="{FF2B5EF4-FFF2-40B4-BE49-F238E27FC236}">
                  <a16:creationId xmlns:a16="http://schemas.microsoft.com/office/drawing/2014/main" id="{0D1AD4AD-8AA3-7A7F-218B-CEE97520E53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80769" y="3039877"/>
              <a:ext cx="811872" cy="811872"/>
            </a:xfrm>
            <a:prstGeom prst="rect">
              <a:avLst/>
            </a:prstGeom>
          </p:spPr>
        </p:pic>
        <p:sp>
          <p:nvSpPr>
            <p:cNvPr id="53" name="Rechteck 12">
              <a:extLst>
                <a:ext uri="{FF2B5EF4-FFF2-40B4-BE49-F238E27FC236}">
                  <a16:creationId xmlns:a16="http://schemas.microsoft.com/office/drawing/2014/main" id="{264C63BB-AA55-FE2F-75D5-E2F2D1906485}"/>
                </a:ext>
              </a:extLst>
            </p:cNvPr>
            <p:cNvSpPr/>
            <p:nvPr/>
          </p:nvSpPr>
          <p:spPr>
            <a:xfrm>
              <a:off x="9524705" y="1732714"/>
              <a:ext cx="2124000" cy="5217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t>Monitoring</a:t>
              </a:r>
            </a:p>
          </p:txBody>
        </p:sp>
        <p:sp>
          <p:nvSpPr>
            <p:cNvPr id="63" name="Triangle 62">
              <a:extLst>
                <a:ext uri="{FF2B5EF4-FFF2-40B4-BE49-F238E27FC236}">
                  <a16:creationId xmlns:a16="http://schemas.microsoft.com/office/drawing/2014/main" id="{DA2D7C80-7648-0C2B-F66F-B8AB0DCEE431}"/>
                </a:ext>
              </a:extLst>
            </p:cNvPr>
            <p:cNvSpPr/>
            <p:nvPr/>
          </p:nvSpPr>
          <p:spPr>
            <a:xfrm rot="10800000">
              <a:off x="10403205" y="4981597"/>
              <a:ext cx="367000" cy="216091"/>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sp>
          <p:nvSpPr>
            <p:cNvPr id="69" name="Textfeld 16">
              <a:extLst>
                <a:ext uri="{FF2B5EF4-FFF2-40B4-BE49-F238E27FC236}">
                  <a16:creationId xmlns:a16="http://schemas.microsoft.com/office/drawing/2014/main" id="{5DE0BF1C-C802-BB6E-3807-2CDBE7FBF7D7}"/>
                </a:ext>
              </a:extLst>
            </p:cNvPr>
            <p:cNvSpPr txBox="1"/>
            <p:nvPr/>
          </p:nvSpPr>
          <p:spPr>
            <a:xfrm>
              <a:off x="9506705" y="4425513"/>
              <a:ext cx="2160000" cy="369332"/>
            </a:xfrm>
            <a:prstGeom prst="rect">
              <a:avLst/>
            </a:prstGeom>
            <a:noFill/>
          </p:spPr>
          <p:txBody>
            <a:bodyPr wrap="square" lIns="0" tIns="0" rIns="0" bIns="0" rtlCol="0">
              <a:noAutofit/>
            </a:bodyPr>
            <a:lstStyle/>
            <a:p>
              <a:pPr algn="ctr"/>
              <a:r>
                <a:rPr lang="de-DE" sz="1200" dirty="0">
                  <a:solidFill>
                    <a:schemeClr val="tx2"/>
                  </a:solidFill>
                </a:rPr>
                <a:t>Monitoring der Einsparungen über den Vertragszeitraum</a:t>
              </a:r>
            </a:p>
          </p:txBody>
        </p:sp>
        <p:sp>
          <p:nvSpPr>
            <p:cNvPr id="5" name="Triangle 62">
              <a:extLst>
                <a:ext uri="{FF2B5EF4-FFF2-40B4-BE49-F238E27FC236}">
                  <a16:creationId xmlns:a16="http://schemas.microsoft.com/office/drawing/2014/main" id="{D4CA5934-1C57-63FF-4382-C449C3D1B35F}"/>
                </a:ext>
              </a:extLst>
            </p:cNvPr>
            <p:cNvSpPr/>
            <p:nvPr/>
          </p:nvSpPr>
          <p:spPr>
            <a:xfrm rot="10800000">
              <a:off x="10403205" y="2238750"/>
              <a:ext cx="367000" cy="216091"/>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grpSp>
      <p:grpSp>
        <p:nvGrpSpPr>
          <p:cNvPr id="12" name="Group 11">
            <a:extLst>
              <a:ext uri="{FF2B5EF4-FFF2-40B4-BE49-F238E27FC236}">
                <a16:creationId xmlns:a16="http://schemas.microsoft.com/office/drawing/2014/main" id="{7A7A015B-7717-DF26-C229-E4EC9EEA9287}"/>
              </a:ext>
            </a:extLst>
          </p:cNvPr>
          <p:cNvGrpSpPr/>
          <p:nvPr/>
        </p:nvGrpSpPr>
        <p:grpSpPr>
          <a:xfrm>
            <a:off x="478800" y="1723936"/>
            <a:ext cx="2160000" cy="4120016"/>
            <a:chOff x="711072" y="1723936"/>
            <a:chExt cx="2160000" cy="4120016"/>
          </a:xfrm>
        </p:grpSpPr>
        <p:sp>
          <p:nvSpPr>
            <p:cNvPr id="71" name="Rechteck 17">
              <a:extLst>
                <a:ext uri="{FF2B5EF4-FFF2-40B4-BE49-F238E27FC236}">
                  <a16:creationId xmlns:a16="http://schemas.microsoft.com/office/drawing/2014/main" id="{6D94A510-B010-18FF-7CCA-6A109EF4D186}"/>
                </a:ext>
              </a:extLst>
            </p:cNvPr>
            <p:cNvSpPr/>
            <p:nvPr/>
          </p:nvSpPr>
          <p:spPr>
            <a:xfrm>
              <a:off x="729072" y="5040566"/>
              <a:ext cx="2124000" cy="803386"/>
            </a:xfrm>
            <a:prstGeom prst="rect">
              <a:avLst/>
            </a:prstGeom>
            <a:solidFill>
              <a:schemeClr val="bg1"/>
            </a:solid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2"/>
                  </a:solidFill>
                </a:rPr>
                <a:t>Situationsbericht</a:t>
              </a:r>
            </a:p>
          </p:txBody>
        </p:sp>
        <p:sp>
          <p:nvSpPr>
            <p:cNvPr id="30" name="Oval 29">
              <a:extLst>
                <a:ext uri="{FF2B5EF4-FFF2-40B4-BE49-F238E27FC236}">
                  <a16:creationId xmlns:a16="http://schemas.microsoft.com/office/drawing/2014/main" id="{350928C8-43A5-9B71-250F-B26DD1E146E7}"/>
                </a:ext>
              </a:extLst>
            </p:cNvPr>
            <p:cNvSpPr/>
            <p:nvPr/>
          </p:nvSpPr>
          <p:spPr>
            <a:xfrm>
              <a:off x="900072" y="2536820"/>
              <a:ext cx="1782000" cy="1784361"/>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5DBBCDEE-9C2D-9C3B-32F0-E9E410B6CFC9}"/>
                </a:ext>
              </a:extLst>
            </p:cNvPr>
            <p:cNvSpPr/>
            <p:nvPr/>
          </p:nvSpPr>
          <p:spPr>
            <a:xfrm>
              <a:off x="1120764" y="2758692"/>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42" name="Graphic 41">
              <a:extLst>
                <a:ext uri="{FF2B5EF4-FFF2-40B4-BE49-F238E27FC236}">
                  <a16:creationId xmlns:a16="http://schemas.microsoft.com/office/drawing/2014/main" id="{3DDD70DD-878D-CCD9-6208-F3DF0DC0E74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44814" y="2961550"/>
              <a:ext cx="892516" cy="892516"/>
            </a:xfrm>
            <a:prstGeom prst="rect">
              <a:avLst/>
            </a:prstGeom>
          </p:spPr>
        </p:pic>
        <p:sp>
          <p:nvSpPr>
            <p:cNvPr id="50" name="Rechteck 9">
              <a:extLst>
                <a:ext uri="{FF2B5EF4-FFF2-40B4-BE49-F238E27FC236}">
                  <a16:creationId xmlns:a16="http://schemas.microsoft.com/office/drawing/2014/main" id="{1155C77F-0E6E-90E6-C5F8-6D5CB6217758}"/>
                </a:ext>
              </a:extLst>
            </p:cNvPr>
            <p:cNvSpPr/>
            <p:nvPr/>
          </p:nvSpPr>
          <p:spPr>
            <a:xfrm>
              <a:off x="729072" y="1723936"/>
              <a:ext cx="2124000" cy="5217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t>Analyse</a:t>
              </a:r>
            </a:p>
          </p:txBody>
        </p:sp>
        <p:sp>
          <p:nvSpPr>
            <p:cNvPr id="64" name="Triangle 63">
              <a:extLst>
                <a:ext uri="{FF2B5EF4-FFF2-40B4-BE49-F238E27FC236}">
                  <a16:creationId xmlns:a16="http://schemas.microsoft.com/office/drawing/2014/main" id="{D2A5047C-1466-6FC0-7409-B470465F9F0B}"/>
                </a:ext>
              </a:extLst>
            </p:cNvPr>
            <p:cNvSpPr/>
            <p:nvPr/>
          </p:nvSpPr>
          <p:spPr>
            <a:xfrm rot="10800000">
              <a:off x="1607572" y="4981597"/>
              <a:ext cx="367000" cy="216091"/>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sp>
          <p:nvSpPr>
            <p:cNvPr id="66" name="Textfeld 13">
              <a:extLst>
                <a:ext uri="{FF2B5EF4-FFF2-40B4-BE49-F238E27FC236}">
                  <a16:creationId xmlns:a16="http://schemas.microsoft.com/office/drawing/2014/main" id="{2CE3E016-80D3-6851-AC0C-EC06A1DFD958}"/>
                </a:ext>
              </a:extLst>
            </p:cNvPr>
            <p:cNvSpPr txBox="1"/>
            <p:nvPr/>
          </p:nvSpPr>
          <p:spPr>
            <a:xfrm>
              <a:off x="711072" y="4425513"/>
              <a:ext cx="2160000" cy="184666"/>
            </a:xfrm>
            <a:prstGeom prst="rect">
              <a:avLst/>
            </a:prstGeom>
            <a:noFill/>
          </p:spPr>
          <p:txBody>
            <a:bodyPr wrap="square" lIns="0" tIns="0" rIns="0" bIns="0" rtlCol="0">
              <a:noAutofit/>
            </a:bodyPr>
            <a:lstStyle/>
            <a:p>
              <a:pPr algn="ctr"/>
              <a:r>
                <a:rPr lang="de-DE" sz="1200" dirty="0">
                  <a:solidFill>
                    <a:schemeClr val="tx2"/>
                  </a:solidFill>
                </a:rPr>
                <a:t>Darstellung der IST-Situation</a:t>
              </a:r>
            </a:p>
          </p:txBody>
        </p:sp>
        <p:sp>
          <p:nvSpPr>
            <p:cNvPr id="7" name="Triangle 63">
              <a:extLst>
                <a:ext uri="{FF2B5EF4-FFF2-40B4-BE49-F238E27FC236}">
                  <a16:creationId xmlns:a16="http://schemas.microsoft.com/office/drawing/2014/main" id="{A734F891-F178-EB50-F23C-D141EAFA940F}"/>
                </a:ext>
              </a:extLst>
            </p:cNvPr>
            <p:cNvSpPr/>
            <p:nvPr/>
          </p:nvSpPr>
          <p:spPr>
            <a:xfrm rot="10800000">
              <a:off x="1607573" y="2238750"/>
              <a:ext cx="367000" cy="216091"/>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grpSp>
      <p:grpSp>
        <p:nvGrpSpPr>
          <p:cNvPr id="11" name="Group 10">
            <a:extLst>
              <a:ext uri="{FF2B5EF4-FFF2-40B4-BE49-F238E27FC236}">
                <a16:creationId xmlns:a16="http://schemas.microsoft.com/office/drawing/2014/main" id="{8BA63BFF-0D16-02B1-1622-9A5164F5B776}"/>
              </a:ext>
            </a:extLst>
          </p:cNvPr>
          <p:cNvGrpSpPr/>
          <p:nvPr/>
        </p:nvGrpSpPr>
        <p:grpSpPr>
          <a:xfrm>
            <a:off x="3498699" y="1732714"/>
            <a:ext cx="2160000" cy="4111238"/>
            <a:chOff x="3639761" y="1732714"/>
            <a:chExt cx="2160000" cy="4111238"/>
          </a:xfrm>
        </p:grpSpPr>
        <p:sp>
          <p:nvSpPr>
            <p:cNvPr id="72" name="Rechteck 18">
              <a:extLst>
                <a:ext uri="{FF2B5EF4-FFF2-40B4-BE49-F238E27FC236}">
                  <a16:creationId xmlns:a16="http://schemas.microsoft.com/office/drawing/2014/main" id="{D8F5E891-3660-1ED6-40D7-ECFAAA7C2314}"/>
                </a:ext>
              </a:extLst>
            </p:cNvPr>
            <p:cNvSpPr/>
            <p:nvPr/>
          </p:nvSpPr>
          <p:spPr>
            <a:xfrm>
              <a:off x="3657761" y="5040566"/>
              <a:ext cx="2124000" cy="803386"/>
            </a:xfrm>
            <a:prstGeom prst="rect">
              <a:avLst/>
            </a:prstGeom>
            <a:solidFill>
              <a:schemeClr val="bg1"/>
            </a:solid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2"/>
                  </a:solidFill>
                </a:rPr>
                <a:t>Optionsbericht</a:t>
              </a:r>
            </a:p>
          </p:txBody>
        </p:sp>
        <p:sp>
          <p:nvSpPr>
            <p:cNvPr id="6" name="Oval 5">
              <a:extLst>
                <a:ext uri="{FF2B5EF4-FFF2-40B4-BE49-F238E27FC236}">
                  <a16:creationId xmlns:a16="http://schemas.microsoft.com/office/drawing/2014/main" id="{AFD77A40-897F-42C4-0E1C-2F8509B305C0}"/>
                </a:ext>
              </a:extLst>
            </p:cNvPr>
            <p:cNvSpPr/>
            <p:nvPr/>
          </p:nvSpPr>
          <p:spPr>
            <a:xfrm>
              <a:off x="3827581" y="2536820"/>
              <a:ext cx="1784361" cy="1784361"/>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77840757-940A-431D-4EFA-C1EAE8053F07}"/>
                </a:ext>
              </a:extLst>
            </p:cNvPr>
            <p:cNvSpPr/>
            <p:nvPr/>
          </p:nvSpPr>
          <p:spPr>
            <a:xfrm>
              <a:off x="4049453" y="2758692"/>
              <a:ext cx="1340616" cy="1340616"/>
            </a:xfrm>
            <a:prstGeom prst="ellipse">
              <a:avLst/>
            </a:prstGeom>
            <a:solidFill>
              <a:sysClr val="window" lastClr="FFFFFF"/>
            </a:solid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46" name="Graphic 45">
              <a:extLst>
                <a:ext uri="{FF2B5EF4-FFF2-40B4-BE49-F238E27FC236}">
                  <a16:creationId xmlns:a16="http://schemas.microsoft.com/office/drawing/2014/main" id="{85BD2E97-A432-6724-4FCE-17F3E0A88D2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333915" y="3043154"/>
              <a:ext cx="771692" cy="771692"/>
            </a:xfrm>
            <a:prstGeom prst="rect">
              <a:avLst/>
            </a:prstGeom>
          </p:spPr>
        </p:pic>
        <p:sp>
          <p:nvSpPr>
            <p:cNvPr id="51" name="Rechteck 10">
              <a:extLst>
                <a:ext uri="{FF2B5EF4-FFF2-40B4-BE49-F238E27FC236}">
                  <a16:creationId xmlns:a16="http://schemas.microsoft.com/office/drawing/2014/main" id="{D98EAD18-7182-1561-0681-20A1AD12D5E8}"/>
                </a:ext>
              </a:extLst>
            </p:cNvPr>
            <p:cNvSpPr/>
            <p:nvPr/>
          </p:nvSpPr>
          <p:spPr>
            <a:xfrm>
              <a:off x="3657761" y="1732714"/>
              <a:ext cx="2124000" cy="5217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t>Recherche</a:t>
              </a:r>
            </a:p>
          </p:txBody>
        </p:sp>
        <p:sp>
          <p:nvSpPr>
            <p:cNvPr id="65" name="Triangle 64">
              <a:extLst>
                <a:ext uri="{FF2B5EF4-FFF2-40B4-BE49-F238E27FC236}">
                  <a16:creationId xmlns:a16="http://schemas.microsoft.com/office/drawing/2014/main" id="{75398367-34DE-B14D-A3BC-8AEEEB9D9627}"/>
                </a:ext>
              </a:extLst>
            </p:cNvPr>
            <p:cNvSpPr/>
            <p:nvPr/>
          </p:nvSpPr>
          <p:spPr>
            <a:xfrm rot="10800000">
              <a:off x="4536262" y="4981597"/>
              <a:ext cx="367000" cy="216091"/>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sp>
          <p:nvSpPr>
            <p:cNvPr id="67" name="Textfeld 14">
              <a:extLst>
                <a:ext uri="{FF2B5EF4-FFF2-40B4-BE49-F238E27FC236}">
                  <a16:creationId xmlns:a16="http://schemas.microsoft.com/office/drawing/2014/main" id="{2B20C4BE-E2E7-681A-57CB-27C1D43E89E7}"/>
                </a:ext>
              </a:extLst>
            </p:cNvPr>
            <p:cNvSpPr txBox="1"/>
            <p:nvPr/>
          </p:nvSpPr>
          <p:spPr>
            <a:xfrm>
              <a:off x="3639761" y="4425513"/>
              <a:ext cx="2160000" cy="369332"/>
            </a:xfrm>
            <a:prstGeom prst="rect">
              <a:avLst/>
            </a:prstGeom>
            <a:noFill/>
          </p:spPr>
          <p:txBody>
            <a:bodyPr wrap="square" lIns="0" tIns="0" rIns="0" bIns="0" rtlCol="0">
              <a:noAutofit/>
            </a:bodyPr>
            <a:lstStyle/>
            <a:p>
              <a:pPr algn="ctr"/>
              <a:r>
                <a:rPr lang="de-DE" sz="1200" dirty="0">
                  <a:solidFill>
                    <a:schemeClr val="tx2"/>
                  </a:solidFill>
                </a:rPr>
                <a:t>Vorstellung erarbeiteter Optionen</a:t>
              </a:r>
            </a:p>
          </p:txBody>
        </p:sp>
        <p:sp>
          <p:nvSpPr>
            <p:cNvPr id="8" name="Triangle 64">
              <a:extLst>
                <a:ext uri="{FF2B5EF4-FFF2-40B4-BE49-F238E27FC236}">
                  <a16:creationId xmlns:a16="http://schemas.microsoft.com/office/drawing/2014/main" id="{603ECD07-F17E-BCE6-FF1F-1299D08CBAB5}"/>
                </a:ext>
              </a:extLst>
            </p:cNvPr>
            <p:cNvSpPr/>
            <p:nvPr/>
          </p:nvSpPr>
          <p:spPr>
            <a:xfrm rot="10800000">
              <a:off x="4536261" y="2238750"/>
              <a:ext cx="367000" cy="216091"/>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grpSp>
      <p:sp>
        <p:nvSpPr>
          <p:cNvPr id="13" name="Foliennummernplatzhalter 4">
            <a:extLst>
              <a:ext uri="{FF2B5EF4-FFF2-40B4-BE49-F238E27FC236}">
                <a16:creationId xmlns:a16="http://schemas.microsoft.com/office/drawing/2014/main" id="{AC3C2DBD-DACD-0049-9841-27050CDE5915}"/>
              </a:ext>
            </a:extLst>
          </p:cNvPr>
          <p:cNvSpPr>
            <a:spLocks noGrp="1"/>
          </p:cNvSpPr>
          <p:nvPr>
            <p:ph type="sldNum" sz="quarter" idx="12"/>
          </p:nvPr>
        </p:nvSpPr>
        <p:spPr>
          <a:xfrm>
            <a:off x="10801350" y="6356350"/>
            <a:ext cx="1174648" cy="501650"/>
          </a:xfrm>
        </p:spPr>
        <p:txBody>
          <a:bodyPr/>
          <a:lstStyle/>
          <a:p>
            <a:fld id="{5EE2ECF6-E7B2-474A-BE3A-4A3A2424717D}" type="slidenum">
              <a:rPr lang="de-DE" smtClean="0"/>
              <a:pPr/>
              <a:t>20</a:t>
            </a:fld>
            <a:endParaRPr lang="de-DE" dirty="0"/>
          </a:p>
        </p:txBody>
      </p:sp>
    </p:spTree>
    <p:custDataLst>
      <p:custData r:id="rId1"/>
      <p:custData r:id="rId2"/>
    </p:custDataLst>
    <p:extLst>
      <p:ext uri="{BB962C8B-B14F-4D97-AF65-F5344CB8AC3E}">
        <p14:creationId xmlns:p14="http://schemas.microsoft.com/office/powerpoint/2010/main" val="2208897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A group of people looking at a paper&#10;&#10;Description automatically generated with medium confidence">
            <a:extLst>
              <a:ext uri="{FF2B5EF4-FFF2-40B4-BE49-F238E27FC236}">
                <a16:creationId xmlns:a16="http://schemas.microsoft.com/office/drawing/2014/main" id="{AEE2E63A-C7A6-4753-913C-7C37179FB84B}"/>
              </a:ext>
            </a:extLst>
          </p:cNvPr>
          <p:cNvPicPr>
            <a:picLocks noChangeAspect="1"/>
          </p:cNvPicPr>
          <p:nvPr/>
        </p:nvPicPr>
        <p:blipFill>
          <a:blip r:embed="rId6" cstate="email">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a:ext>
            </a:extLst>
          </a:blip>
          <a:srcRect/>
          <a:stretch>
            <a:fillRect/>
          </a:stretch>
        </p:blipFill>
        <p:spPr>
          <a:xfrm>
            <a:off x="1" y="1268412"/>
            <a:ext cx="9016998" cy="3808152"/>
          </a:xfrm>
          <a:custGeom>
            <a:avLst/>
            <a:gdLst>
              <a:gd name="connsiteX0" fmla="*/ 0 w 9016998"/>
              <a:gd name="connsiteY0" fmla="*/ 0 h 3808152"/>
              <a:gd name="connsiteX1" fmla="*/ 8839463 w 9016998"/>
              <a:gd name="connsiteY1" fmla="*/ 0 h 3808152"/>
              <a:gd name="connsiteX2" fmla="*/ 9003047 w 9016998"/>
              <a:gd name="connsiteY2" fmla="*/ 108431 h 3808152"/>
              <a:gd name="connsiteX3" fmla="*/ 9016998 w 9016998"/>
              <a:gd name="connsiteY3" fmla="*/ 177531 h 3808152"/>
              <a:gd name="connsiteX4" fmla="*/ 9016998 w 9016998"/>
              <a:gd name="connsiteY4" fmla="*/ 3808152 h 3808152"/>
              <a:gd name="connsiteX5" fmla="*/ 0 w 9016998"/>
              <a:gd name="connsiteY5" fmla="*/ 3808152 h 38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16998" h="3808152">
                <a:moveTo>
                  <a:pt x="0" y="0"/>
                </a:moveTo>
                <a:lnTo>
                  <a:pt x="8839463" y="0"/>
                </a:lnTo>
                <a:cubicBezTo>
                  <a:pt x="8913000" y="0"/>
                  <a:pt x="8976096" y="44711"/>
                  <a:pt x="9003047" y="108431"/>
                </a:cubicBezTo>
                <a:lnTo>
                  <a:pt x="9016998" y="177531"/>
                </a:lnTo>
                <a:lnTo>
                  <a:pt x="9016998" y="3808152"/>
                </a:lnTo>
                <a:lnTo>
                  <a:pt x="0" y="3808152"/>
                </a:lnTo>
                <a:close/>
              </a:path>
            </a:pathLst>
          </a:custGeom>
        </p:spPr>
      </p:pic>
      <p:sp>
        <p:nvSpPr>
          <p:cNvPr id="40" name="Rectangle: Single Corner Rounded 39">
            <a:extLst>
              <a:ext uri="{FF2B5EF4-FFF2-40B4-BE49-F238E27FC236}">
                <a16:creationId xmlns:a16="http://schemas.microsoft.com/office/drawing/2014/main" id="{DE3CE976-04DF-45D3-A7BE-F31ABFF763E7}"/>
              </a:ext>
            </a:extLst>
          </p:cNvPr>
          <p:cNvSpPr/>
          <p:nvPr/>
        </p:nvSpPr>
        <p:spPr>
          <a:xfrm>
            <a:off x="1" y="1268412"/>
            <a:ext cx="9016999" cy="3808152"/>
          </a:xfrm>
          <a:prstGeom prst="round1Rect">
            <a:avLst>
              <a:gd name="adj" fmla="val 4662"/>
            </a:avLst>
          </a:prstGeom>
          <a:solidFill>
            <a:schemeClr val="accent1">
              <a:alpha val="8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 name="Slide Number Placeholder 1">
            <a:extLst>
              <a:ext uri="{FF2B5EF4-FFF2-40B4-BE49-F238E27FC236}">
                <a16:creationId xmlns:a16="http://schemas.microsoft.com/office/drawing/2014/main" id="{609A73B2-2768-40C4-B440-61D0F9C317FA}"/>
              </a:ext>
            </a:extLst>
          </p:cNvPr>
          <p:cNvSpPr>
            <a:spLocks noGrp="1"/>
          </p:cNvSpPr>
          <p:nvPr>
            <p:ph type="sldNum" sz="quarter" idx="12"/>
          </p:nvPr>
        </p:nvSpPr>
        <p:spPr/>
        <p:txBody>
          <a:bodyPr/>
          <a:lstStyle/>
          <a:p>
            <a:fld id="{5EE2ECF6-E7B2-474A-BE3A-4A3A2424717D}" type="slidenum">
              <a:rPr lang="de-DE" smtClean="0"/>
              <a:pPr/>
              <a:t>21</a:t>
            </a:fld>
            <a:endParaRPr lang="de-DE" dirty="0"/>
          </a:p>
        </p:txBody>
      </p:sp>
      <p:sp>
        <p:nvSpPr>
          <p:cNvPr id="3" name="Title 2">
            <a:extLst>
              <a:ext uri="{FF2B5EF4-FFF2-40B4-BE49-F238E27FC236}">
                <a16:creationId xmlns:a16="http://schemas.microsoft.com/office/drawing/2014/main" id="{65F87673-9BE0-4EFA-991B-4886F61F2948}"/>
              </a:ext>
            </a:extLst>
          </p:cNvPr>
          <p:cNvSpPr>
            <a:spLocks noGrp="1"/>
          </p:cNvSpPr>
          <p:nvPr>
            <p:ph type="title"/>
          </p:nvPr>
        </p:nvSpPr>
        <p:spPr/>
        <p:txBody>
          <a:bodyPr/>
          <a:lstStyle/>
          <a:p>
            <a:r>
              <a:rPr lang="en-US" b="1" dirty="0" err="1"/>
              <a:t>Unsere</a:t>
            </a:r>
            <a:r>
              <a:rPr lang="en-US" b="1" dirty="0"/>
              <a:t> </a:t>
            </a:r>
            <a:r>
              <a:rPr lang="en-US" b="1" dirty="0" err="1"/>
              <a:t>Vergütungsmodelle</a:t>
            </a:r>
            <a:r>
              <a:rPr lang="en-US" b="1" dirty="0"/>
              <a:t>	</a:t>
            </a:r>
          </a:p>
        </p:txBody>
      </p:sp>
      <p:sp>
        <p:nvSpPr>
          <p:cNvPr id="5" name="Rectangle: Rounded Corners 4">
            <a:extLst>
              <a:ext uri="{FF2B5EF4-FFF2-40B4-BE49-F238E27FC236}">
                <a16:creationId xmlns:a16="http://schemas.microsoft.com/office/drawing/2014/main" id="{6573F8E8-2DFA-45EE-AF46-56A1CC5E290C}"/>
              </a:ext>
            </a:extLst>
          </p:cNvPr>
          <p:cNvSpPr/>
          <p:nvPr/>
        </p:nvSpPr>
        <p:spPr>
          <a:xfrm>
            <a:off x="8114930" y="1781435"/>
            <a:ext cx="3561134" cy="3295129"/>
          </a:xfrm>
          <a:prstGeom prst="roundRect">
            <a:avLst>
              <a:gd name="adj" fmla="val 5124"/>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44000" rIns="72000" rtlCol="0" anchor="ctr"/>
          <a:lstStyle/>
          <a:p>
            <a:endParaRPr lang="en-US" sz="1400" b="1" dirty="0">
              <a:solidFill>
                <a:schemeClr val="accent1"/>
              </a:solidFill>
            </a:endParaRPr>
          </a:p>
        </p:txBody>
      </p:sp>
      <p:sp>
        <p:nvSpPr>
          <p:cNvPr id="8" name="TextBox 7">
            <a:extLst>
              <a:ext uri="{FF2B5EF4-FFF2-40B4-BE49-F238E27FC236}">
                <a16:creationId xmlns:a16="http://schemas.microsoft.com/office/drawing/2014/main" id="{7B17FB28-922D-4D9C-AE38-59B6B62E9B2C}"/>
              </a:ext>
            </a:extLst>
          </p:cNvPr>
          <p:cNvSpPr txBox="1"/>
          <p:nvPr/>
        </p:nvSpPr>
        <p:spPr>
          <a:xfrm>
            <a:off x="8445316" y="2836530"/>
            <a:ext cx="2900362" cy="1554272"/>
          </a:xfrm>
          <a:prstGeom prst="rect">
            <a:avLst/>
          </a:prstGeom>
          <a:noFill/>
        </p:spPr>
        <p:txBody>
          <a:bodyPr wrap="square">
            <a:spAutoFit/>
          </a:bodyPr>
          <a:lstStyle/>
          <a:p>
            <a:pPr algn="ctr">
              <a:spcAft>
                <a:spcPts val="600"/>
              </a:spcAft>
            </a:pPr>
            <a:r>
              <a:rPr lang="de-DE" dirty="0">
                <a:solidFill>
                  <a:schemeClr val="accent1"/>
                </a:solidFill>
              </a:rPr>
              <a:t>Wir finden</a:t>
            </a:r>
          </a:p>
          <a:p>
            <a:pPr algn="ctr">
              <a:spcAft>
                <a:spcPts val="600"/>
              </a:spcAft>
            </a:pPr>
            <a:r>
              <a:rPr lang="de-DE" sz="2400" b="1" dirty="0">
                <a:solidFill>
                  <a:schemeClr val="accent1"/>
                </a:solidFill>
              </a:rPr>
              <a:t>für jedes Projekt das passende Modell!</a:t>
            </a:r>
          </a:p>
        </p:txBody>
      </p:sp>
      <p:grpSp>
        <p:nvGrpSpPr>
          <p:cNvPr id="17" name="Group 16">
            <a:extLst>
              <a:ext uri="{FF2B5EF4-FFF2-40B4-BE49-F238E27FC236}">
                <a16:creationId xmlns:a16="http://schemas.microsoft.com/office/drawing/2014/main" id="{AE7CFCDA-CACD-4884-89A1-5448A59D1D67}"/>
              </a:ext>
            </a:extLst>
          </p:cNvPr>
          <p:cNvGrpSpPr/>
          <p:nvPr/>
        </p:nvGrpSpPr>
        <p:grpSpPr>
          <a:xfrm>
            <a:off x="515937" y="5409220"/>
            <a:ext cx="11160126" cy="684076"/>
            <a:chOff x="515937" y="4869783"/>
            <a:chExt cx="5791797" cy="1041767"/>
          </a:xfrm>
          <a:solidFill>
            <a:schemeClr val="bg1">
              <a:lumMod val="95000"/>
            </a:schemeClr>
          </a:solidFill>
        </p:grpSpPr>
        <p:sp>
          <p:nvSpPr>
            <p:cNvPr id="14" name="Rectangle 58">
              <a:extLst>
                <a:ext uri="{FF2B5EF4-FFF2-40B4-BE49-F238E27FC236}">
                  <a16:creationId xmlns:a16="http://schemas.microsoft.com/office/drawing/2014/main" id="{891C927B-55DF-4BD5-A799-9C76013AEF6C}"/>
                </a:ext>
              </a:extLst>
            </p:cNvPr>
            <p:cNvSpPr/>
            <p:nvPr/>
          </p:nvSpPr>
          <p:spPr>
            <a:xfrm>
              <a:off x="515937" y="4869783"/>
              <a:ext cx="1847281" cy="1041767"/>
            </a:xfrm>
            <a:prstGeom prst="roundRect">
              <a:avLst>
                <a:gd name="adj" fmla="val 9705"/>
              </a:avLst>
            </a:prstGeom>
            <a:solidFill>
              <a:schemeClr val="accent1"/>
            </a:solidFill>
            <a:effectLst/>
          </p:spPr>
          <p:txBody>
            <a:bodyPr wrap="square" lIns="72000" tIns="118872" rIns="72000" bIns="118872" rtlCol="0" anchor="ctr">
              <a:noAutofit/>
            </a:bodyPr>
            <a:lstStyle/>
            <a:p>
              <a:pPr algn="ctr"/>
              <a:r>
                <a:rPr lang="de-DE" sz="2000" b="1" dirty="0">
                  <a:solidFill>
                    <a:schemeClr val="bg2"/>
                  </a:solidFill>
                </a:rPr>
                <a:t>Umsetzungsorientiert</a:t>
              </a:r>
            </a:p>
          </p:txBody>
        </p:sp>
        <p:sp>
          <p:nvSpPr>
            <p:cNvPr id="15" name="Rectangle 59">
              <a:extLst>
                <a:ext uri="{FF2B5EF4-FFF2-40B4-BE49-F238E27FC236}">
                  <a16:creationId xmlns:a16="http://schemas.microsoft.com/office/drawing/2014/main" id="{5F05C64B-2DB4-48A0-A94D-A1DA0B5513FE}"/>
                </a:ext>
              </a:extLst>
            </p:cNvPr>
            <p:cNvSpPr/>
            <p:nvPr/>
          </p:nvSpPr>
          <p:spPr>
            <a:xfrm>
              <a:off x="2487346" y="4869783"/>
              <a:ext cx="1848130" cy="1041767"/>
            </a:xfrm>
            <a:prstGeom prst="roundRect">
              <a:avLst>
                <a:gd name="adj" fmla="val 8313"/>
              </a:avLst>
            </a:prstGeom>
            <a:solidFill>
              <a:schemeClr val="accent1"/>
            </a:solidFill>
            <a:effectLst/>
          </p:spPr>
          <p:txBody>
            <a:bodyPr wrap="square" lIns="72000" tIns="118872" rIns="72000" bIns="118872" rtlCol="0" anchor="ctr">
              <a:noAutofit/>
            </a:bodyPr>
            <a:lstStyle/>
            <a:p>
              <a:pPr algn="ctr"/>
              <a:r>
                <a:rPr lang="de-DE" sz="2000" b="1" dirty="0">
                  <a:solidFill>
                    <a:schemeClr val="bg2"/>
                  </a:solidFill>
                </a:rPr>
                <a:t>Messbar</a:t>
              </a:r>
            </a:p>
          </p:txBody>
        </p:sp>
        <p:sp>
          <p:nvSpPr>
            <p:cNvPr id="16" name="Rectangle 60">
              <a:extLst>
                <a:ext uri="{FF2B5EF4-FFF2-40B4-BE49-F238E27FC236}">
                  <a16:creationId xmlns:a16="http://schemas.microsoft.com/office/drawing/2014/main" id="{711D8852-7AAC-4031-9AB9-3EC9BF668B27}"/>
                </a:ext>
              </a:extLst>
            </p:cNvPr>
            <p:cNvSpPr/>
            <p:nvPr/>
          </p:nvSpPr>
          <p:spPr>
            <a:xfrm>
              <a:off x="4459604" y="4869783"/>
              <a:ext cx="1848130" cy="1041767"/>
            </a:xfrm>
            <a:prstGeom prst="roundRect">
              <a:avLst>
                <a:gd name="adj" fmla="val 6920"/>
              </a:avLst>
            </a:prstGeom>
            <a:solidFill>
              <a:schemeClr val="accent1"/>
            </a:solidFill>
            <a:effectLst/>
          </p:spPr>
          <p:txBody>
            <a:bodyPr wrap="square" lIns="72000" tIns="118872" rIns="72000" bIns="118872" rtlCol="0" anchor="ctr">
              <a:noAutofit/>
            </a:bodyPr>
            <a:lstStyle/>
            <a:p>
              <a:pPr algn="ctr"/>
              <a:r>
                <a:rPr lang="de-DE" sz="2000" b="1" dirty="0">
                  <a:solidFill>
                    <a:schemeClr val="bg2"/>
                  </a:solidFill>
                </a:rPr>
                <a:t>Erfolgsabhängig</a:t>
              </a:r>
            </a:p>
          </p:txBody>
        </p:sp>
      </p:grpSp>
      <p:sp>
        <p:nvSpPr>
          <p:cNvPr id="19" name="TextBox 18">
            <a:extLst>
              <a:ext uri="{FF2B5EF4-FFF2-40B4-BE49-F238E27FC236}">
                <a16:creationId xmlns:a16="http://schemas.microsoft.com/office/drawing/2014/main" id="{3D364A19-3475-4FB2-BCD3-030CE1290FF1}"/>
              </a:ext>
            </a:extLst>
          </p:cNvPr>
          <p:cNvSpPr txBox="1"/>
          <p:nvPr/>
        </p:nvSpPr>
        <p:spPr>
          <a:xfrm>
            <a:off x="515936" y="1781435"/>
            <a:ext cx="6408156" cy="984885"/>
          </a:xfrm>
          <a:prstGeom prst="rect">
            <a:avLst/>
          </a:prstGeom>
          <a:noFill/>
        </p:spPr>
        <p:txBody>
          <a:bodyPr wrap="square" lIns="0" tIns="0" rIns="0" bIns="0">
            <a:spAutoFit/>
          </a:bodyPr>
          <a:lstStyle/>
          <a:p>
            <a:r>
              <a:rPr lang="de-DE" sz="3200" dirty="0">
                <a:solidFill>
                  <a:schemeClr val="bg1"/>
                </a:solidFill>
              </a:rPr>
              <a:t>Modelle: </a:t>
            </a:r>
            <a:br>
              <a:rPr lang="de-DE" sz="3200" b="1" dirty="0">
                <a:solidFill>
                  <a:schemeClr val="bg1"/>
                </a:solidFill>
              </a:rPr>
            </a:br>
            <a:r>
              <a:rPr lang="de-DE" sz="3200" b="1" dirty="0">
                <a:solidFill>
                  <a:schemeClr val="bg1"/>
                </a:solidFill>
              </a:rPr>
              <a:t>Kunden- und Projektspezifisch</a:t>
            </a:r>
          </a:p>
        </p:txBody>
      </p:sp>
      <p:sp>
        <p:nvSpPr>
          <p:cNvPr id="20" name="Oval 19">
            <a:extLst>
              <a:ext uri="{FF2B5EF4-FFF2-40B4-BE49-F238E27FC236}">
                <a16:creationId xmlns:a16="http://schemas.microsoft.com/office/drawing/2014/main" id="{1E70F0B4-19CB-4EA5-B377-28180D48906F}"/>
              </a:ext>
            </a:extLst>
          </p:cNvPr>
          <p:cNvSpPr/>
          <p:nvPr/>
        </p:nvSpPr>
        <p:spPr bwMode="gray">
          <a:xfrm>
            <a:off x="515936" y="3032956"/>
            <a:ext cx="647516" cy="647516"/>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25" name="Group 24">
            <a:extLst>
              <a:ext uri="{FF2B5EF4-FFF2-40B4-BE49-F238E27FC236}">
                <a16:creationId xmlns:a16="http://schemas.microsoft.com/office/drawing/2014/main" id="{773D90B0-631F-45D6-9B6F-FF35043B3F96}"/>
              </a:ext>
            </a:extLst>
          </p:cNvPr>
          <p:cNvGrpSpPr/>
          <p:nvPr/>
        </p:nvGrpSpPr>
        <p:grpSpPr>
          <a:xfrm>
            <a:off x="515936" y="3863917"/>
            <a:ext cx="7198280" cy="738664"/>
            <a:chOff x="515936" y="3758695"/>
            <a:chExt cx="7198280" cy="738664"/>
          </a:xfrm>
        </p:grpSpPr>
        <p:sp>
          <p:nvSpPr>
            <p:cNvPr id="21" name="Rectangle 28">
              <a:extLst>
                <a:ext uri="{FF2B5EF4-FFF2-40B4-BE49-F238E27FC236}">
                  <a16:creationId xmlns:a16="http://schemas.microsoft.com/office/drawing/2014/main" id="{9F471D0F-BAD7-4E00-9392-FDF0CE61BBA5}"/>
                </a:ext>
              </a:extLst>
            </p:cNvPr>
            <p:cNvSpPr/>
            <p:nvPr/>
          </p:nvSpPr>
          <p:spPr>
            <a:xfrm>
              <a:off x="515936" y="3758695"/>
              <a:ext cx="2101154"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de-DE" sz="1600" dirty="0">
                  <a:solidFill>
                    <a:schemeClr val="bg1"/>
                  </a:solidFill>
                </a:rPr>
                <a:t>Real erzielte Einsparungen als Berechnungsgrundlage</a:t>
              </a:r>
            </a:p>
          </p:txBody>
        </p:sp>
        <p:sp>
          <p:nvSpPr>
            <p:cNvPr id="22" name="Rectangle 29">
              <a:extLst>
                <a:ext uri="{FF2B5EF4-FFF2-40B4-BE49-F238E27FC236}">
                  <a16:creationId xmlns:a16="http://schemas.microsoft.com/office/drawing/2014/main" id="{8AC66C3A-2B13-42D1-8599-9401E4E8781F}"/>
                </a:ext>
              </a:extLst>
            </p:cNvPr>
            <p:cNvSpPr/>
            <p:nvPr/>
          </p:nvSpPr>
          <p:spPr>
            <a:xfrm>
              <a:off x="3017804" y="3758695"/>
              <a:ext cx="2281219"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de-DE" sz="1600" dirty="0">
                  <a:solidFill>
                    <a:schemeClr val="bg1"/>
                  </a:solidFill>
                </a:rPr>
                <a:t>Tagessatz- und Festpreismodelle für reine Beratungsprojekte</a:t>
              </a:r>
            </a:p>
          </p:txBody>
        </p:sp>
        <p:sp>
          <p:nvSpPr>
            <p:cNvPr id="23" name="Rectangle 30">
              <a:extLst>
                <a:ext uri="{FF2B5EF4-FFF2-40B4-BE49-F238E27FC236}">
                  <a16:creationId xmlns:a16="http://schemas.microsoft.com/office/drawing/2014/main" id="{642E567A-11F0-4CC6-9C49-260F2592F360}"/>
                </a:ext>
              </a:extLst>
            </p:cNvPr>
            <p:cNvSpPr/>
            <p:nvPr/>
          </p:nvSpPr>
          <p:spPr>
            <a:xfrm>
              <a:off x="5779889" y="3758695"/>
              <a:ext cx="1934327"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de-DE" sz="1600" dirty="0">
                  <a:solidFill>
                    <a:schemeClr val="bg1"/>
                  </a:solidFill>
                </a:rPr>
                <a:t>Hybridmodelle je nach Projektumfang und -aufwand</a:t>
              </a:r>
            </a:p>
          </p:txBody>
        </p:sp>
      </p:grpSp>
      <p:sp>
        <p:nvSpPr>
          <p:cNvPr id="26" name="Oval 25">
            <a:extLst>
              <a:ext uri="{FF2B5EF4-FFF2-40B4-BE49-F238E27FC236}">
                <a16:creationId xmlns:a16="http://schemas.microsoft.com/office/drawing/2014/main" id="{B2EE04BA-4C42-4596-AA03-7219B31DF07C}"/>
              </a:ext>
            </a:extLst>
          </p:cNvPr>
          <p:cNvSpPr/>
          <p:nvPr/>
        </p:nvSpPr>
        <p:spPr bwMode="gray">
          <a:xfrm>
            <a:off x="3017804" y="3032956"/>
            <a:ext cx="647516" cy="647516"/>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Oval 26">
            <a:extLst>
              <a:ext uri="{FF2B5EF4-FFF2-40B4-BE49-F238E27FC236}">
                <a16:creationId xmlns:a16="http://schemas.microsoft.com/office/drawing/2014/main" id="{4F6DC471-D262-4EF6-9206-309B0FB86E00}"/>
              </a:ext>
            </a:extLst>
          </p:cNvPr>
          <p:cNvSpPr/>
          <p:nvPr/>
        </p:nvSpPr>
        <p:spPr bwMode="gray">
          <a:xfrm>
            <a:off x="5779889" y="3032956"/>
            <a:ext cx="647516" cy="647516"/>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9" name="Straight Connector 28">
            <a:extLst>
              <a:ext uri="{FF2B5EF4-FFF2-40B4-BE49-F238E27FC236}">
                <a16:creationId xmlns:a16="http://schemas.microsoft.com/office/drawing/2014/main" id="{F6168DC9-9F30-42FD-AEFE-07B1431EB3B6}"/>
              </a:ext>
            </a:extLst>
          </p:cNvPr>
          <p:cNvCxnSpPr>
            <a:cxnSpLocks/>
            <a:stCxn id="20" idx="6"/>
            <a:endCxn id="26" idx="2"/>
          </p:cNvCxnSpPr>
          <p:nvPr/>
        </p:nvCxnSpPr>
        <p:spPr bwMode="gray">
          <a:xfrm>
            <a:off x="1163452" y="3356714"/>
            <a:ext cx="1854352"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4D66086-28FF-4A4A-BCFC-255C80163CF1}"/>
              </a:ext>
            </a:extLst>
          </p:cNvPr>
          <p:cNvCxnSpPr>
            <a:cxnSpLocks/>
            <a:stCxn id="26" idx="6"/>
            <a:endCxn id="27" idx="2"/>
          </p:cNvCxnSpPr>
          <p:nvPr/>
        </p:nvCxnSpPr>
        <p:spPr bwMode="gray">
          <a:xfrm>
            <a:off x="3665320" y="3356714"/>
            <a:ext cx="2114569"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41" name="Gruppieren 49">
            <a:extLst>
              <a:ext uri="{FF2B5EF4-FFF2-40B4-BE49-F238E27FC236}">
                <a16:creationId xmlns:a16="http://schemas.microsoft.com/office/drawing/2014/main" id="{208EC5B8-82E6-43F7-BF23-2C06A98C541A}"/>
              </a:ext>
            </a:extLst>
          </p:cNvPr>
          <p:cNvGrpSpPr/>
          <p:nvPr/>
        </p:nvGrpSpPr>
        <p:grpSpPr>
          <a:xfrm>
            <a:off x="656913" y="3186340"/>
            <a:ext cx="361544" cy="300804"/>
            <a:chOff x="6419426" y="1515353"/>
            <a:chExt cx="595313" cy="495300"/>
          </a:xfrm>
          <a:solidFill>
            <a:schemeClr val="bg1"/>
          </a:solidFill>
        </p:grpSpPr>
        <p:sp>
          <p:nvSpPr>
            <p:cNvPr id="42" name="Freeform 10">
              <a:extLst>
                <a:ext uri="{FF2B5EF4-FFF2-40B4-BE49-F238E27FC236}">
                  <a16:creationId xmlns:a16="http://schemas.microsoft.com/office/drawing/2014/main" id="{6144F3B5-E983-48CF-B07E-82B79B0C8900}"/>
                </a:ext>
              </a:extLst>
            </p:cNvPr>
            <p:cNvSpPr>
              <a:spLocks/>
            </p:cNvSpPr>
            <p:nvPr/>
          </p:nvSpPr>
          <p:spPr bwMode="auto">
            <a:xfrm>
              <a:off x="6700413" y="1624891"/>
              <a:ext cx="103188" cy="31750"/>
            </a:xfrm>
            <a:custGeom>
              <a:avLst/>
              <a:gdLst>
                <a:gd name="T0" fmla="*/ 667 w 751"/>
                <a:gd name="T1" fmla="*/ 26 h 230"/>
                <a:gd name="T2" fmla="*/ 79 w 751"/>
                <a:gd name="T3" fmla="*/ 52 h 230"/>
                <a:gd name="T4" fmla="*/ 10 w 751"/>
                <a:gd name="T5" fmla="*/ 159 h 230"/>
                <a:gd name="T6" fmla="*/ 98 w 751"/>
                <a:gd name="T7" fmla="*/ 230 h 230"/>
                <a:gd name="T8" fmla="*/ 117 w 751"/>
                <a:gd name="T9" fmla="*/ 228 h 230"/>
                <a:gd name="T10" fmla="*/ 643 w 751"/>
                <a:gd name="T11" fmla="*/ 204 h 230"/>
                <a:gd name="T12" fmla="*/ 744 w 751"/>
                <a:gd name="T13" fmla="*/ 127 h 230"/>
                <a:gd name="T14" fmla="*/ 667 w 751"/>
                <a:gd name="T15" fmla="*/ 26 h 2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230">
                  <a:moveTo>
                    <a:pt x="667" y="26"/>
                  </a:moveTo>
                  <a:cubicBezTo>
                    <a:pt x="480" y="0"/>
                    <a:pt x="277" y="9"/>
                    <a:pt x="79" y="52"/>
                  </a:cubicBezTo>
                  <a:cubicBezTo>
                    <a:pt x="31" y="63"/>
                    <a:pt x="0" y="111"/>
                    <a:pt x="10" y="159"/>
                  </a:cubicBezTo>
                  <a:cubicBezTo>
                    <a:pt x="19" y="201"/>
                    <a:pt x="57" y="230"/>
                    <a:pt x="98" y="230"/>
                  </a:cubicBezTo>
                  <a:cubicBezTo>
                    <a:pt x="104" y="230"/>
                    <a:pt x="111" y="229"/>
                    <a:pt x="117" y="228"/>
                  </a:cubicBezTo>
                  <a:cubicBezTo>
                    <a:pt x="294" y="190"/>
                    <a:pt x="476" y="181"/>
                    <a:pt x="643" y="204"/>
                  </a:cubicBezTo>
                  <a:cubicBezTo>
                    <a:pt x="692" y="211"/>
                    <a:pt x="737" y="177"/>
                    <a:pt x="744" y="127"/>
                  </a:cubicBezTo>
                  <a:cubicBezTo>
                    <a:pt x="751" y="78"/>
                    <a:pt x="716" y="33"/>
                    <a:pt x="667" y="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43" name="Freeform 11">
              <a:extLst>
                <a:ext uri="{FF2B5EF4-FFF2-40B4-BE49-F238E27FC236}">
                  <a16:creationId xmlns:a16="http://schemas.microsoft.com/office/drawing/2014/main" id="{2B6B5F0D-A557-427F-8A67-2AAD69788A9A}"/>
                </a:ext>
              </a:extLst>
            </p:cNvPr>
            <p:cNvSpPr>
              <a:spLocks/>
            </p:cNvSpPr>
            <p:nvPr/>
          </p:nvSpPr>
          <p:spPr bwMode="auto">
            <a:xfrm>
              <a:off x="6873451" y="1689978"/>
              <a:ext cx="31750" cy="31750"/>
            </a:xfrm>
            <a:custGeom>
              <a:avLst/>
              <a:gdLst>
                <a:gd name="T0" fmla="*/ 59 w 227"/>
                <a:gd name="T1" fmla="*/ 24 h 236"/>
                <a:gd name="T2" fmla="*/ 24 w 227"/>
                <a:gd name="T3" fmla="*/ 146 h 236"/>
                <a:gd name="T4" fmla="*/ 44 w 227"/>
                <a:gd name="T5" fmla="*/ 185 h 236"/>
                <a:gd name="T6" fmla="*/ 125 w 227"/>
                <a:gd name="T7" fmla="*/ 236 h 236"/>
                <a:gd name="T8" fmla="*/ 164 w 227"/>
                <a:gd name="T9" fmla="*/ 228 h 236"/>
                <a:gd name="T10" fmla="*/ 206 w 227"/>
                <a:gd name="T11" fmla="*/ 107 h 236"/>
                <a:gd name="T12" fmla="*/ 181 w 227"/>
                <a:gd name="T13" fmla="*/ 60 h 236"/>
                <a:gd name="T14" fmla="*/ 59 w 227"/>
                <a:gd name="T15" fmla="*/ 24 h 2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7" h="236">
                  <a:moveTo>
                    <a:pt x="59" y="24"/>
                  </a:moveTo>
                  <a:cubicBezTo>
                    <a:pt x="16" y="48"/>
                    <a:pt x="0" y="103"/>
                    <a:pt x="24" y="146"/>
                  </a:cubicBezTo>
                  <a:cubicBezTo>
                    <a:pt x="31" y="159"/>
                    <a:pt x="37" y="172"/>
                    <a:pt x="44" y="185"/>
                  </a:cubicBezTo>
                  <a:cubicBezTo>
                    <a:pt x="59" y="218"/>
                    <a:pt x="91" y="236"/>
                    <a:pt x="125" y="236"/>
                  </a:cubicBezTo>
                  <a:cubicBezTo>
                    <a:pt x="138" y="236"/>
                    <a:pt x="151" y="234"/>
                    <a:pt x="164" y="228"/>
                  </a:cubicBezTo>
                  <a:cubicBezTo>
                    <a:pt x="209" y="206"/>
                    <a:pt x="227" y="152"/>
                    <a:pt x="206" y="107"/>
                  </a:cubicBezTo>
                  <a:cubicBezTo>
                    <a:pt x="198" y="92"/>
                    <a:pt x="190" y="76"/>
                    <a:pt x="181" y="60"/>
                  </a:cubicBezTo>
                  <a:cubicBezTo>
                    <a:pt x="157" y="16"/>
                    <a:pt x="103" y="0"/>
                    <a:pt x="59" y="2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44" name="Freeform 12">
              <a:extLst>
                <a:ext uri="{FF2B5EF4-FFF2-40B4-BE49-F238E27FC236}">
                  <a16:creationId xmlns:a16="http://schemas.microsoft.com/office/drawing/2014/main" id="{00ABC11A-F8D9-46B1-B34C-7F6B00229C5E}"/>
                </a:ext>
              </a:extLst>
            </p:cNvPr>
            <p:cNvSpPr>
              <a:spLocks/>
            </p:cNvSpPr>
            <p:nvPr/>
          </p:nvSpPr>
          <p:spPr bwMode="auto">
            <a:xfrm>
              <a:off x="6863926" y="1732841"/>
              <a:ext cx="55563" cy="119063"/>
            </a:xfrm>
            <a:custGeom>
              <a:avLst/>
              <a:gdLst>
                <a:gd name="T0" fmla="*/ 270 w 408"/>
                <a:gd name="T1" fmla="*/ 6 h 858"/>
                <a:gd name="T2" fmla="*/ 193 w 408"/>
                <a:gd name="T3" fmla="*/ 108 h 858"/>
                <a:gd name="T4" fmla="*/ 31 w 408"/>
                <a:gd name="T5" fmla="*/ 713 h 858"/>
                <a:gd name="T6" fmla="*/ 47 w 408"/>
                <a:gd name="T7" fmla="*/ 839 h 858"/>
                <a:gd name="T8" fmla="*/ 102 w 408"/>
                <a:gd name="T9" fmla="*/ 858 h 858"/>
                <a:gd name="T10" fmla="*/ 173 w 408"/>
                <a:gd name="T11" fmla="*/ 823 h 858"/>
                <a:gd name="T12" fmla="*/ 371 w 408"/>
                <a:gd name="T13" fmla="*/ 83 h 858"/>
                <a:gd name="T14" fmla="*/ 270 w 408"/>
                <a:gd name="T15" fmla="*/ 6 h 8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8" h="858">
                  <a:moveTo>
                    <a:pt x="270" y="6"/>
                  </a:moveTo>
                  <a:cubicBezTo>
                    <a:pt x="220" y="13"/>
                    <a:pt x="186" y="59"/>
                    <a:pt x="193" y="108"/>
                  </a:cubicBezTo>
                  <a:cubicBezTo>
                    <a:pt x="223" y="324"/>
                    <a:pt x="165" y="539"/>
                    <a:pt x="31" y="713"/>
                  </a:cubicBezTo>
                  <a:cubicBezTo>
                    <a:pt x="0" y="752"/>
                    <a:pt x="7" y="808"/>
                    <a:pt x="47" y="839"/>
                  </a:cubicBezTo>
                  <a:cubicBezTo>
                    <a:pt x="63" y="852"/>
                    <a:pt x="82" y="858"/>
                    <a:pt x="102" y="858"/>
                  </a:cubicBezTo>
                  <a:cubicBezTo>
                    <a:pt x="129" y="858"/>
                    <a:pt x="155" y="846"/>
                    <a:pt x="173" y="823"/>
                  </a:cubicBezTo>
                  <a:cubicBezTo>
                    <a:pt x="337" y="611"/>
                    <a:pt x="408" y="348"/>
                    <a:pt x="371" y="83"/>
                  </a:cubicBezTo>
                  <a:cubicBezTo>
                    <a:pt x="364" y="34"/>
                    <a:pt x="319" y="0"/>
                    <a:pt x="270" y="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45" name="Freeform 13">
              <a:extLst>
                <a:ext uri="{FF2B5EF4-FFF2-40B4-BE49-F238E27FC236}">
                  <a16:creationId xmlns:a16="http://schemas.microsoft.com/office/drawing/2014/main" id="{25E187BB-D646-4E1C-BD85-5E50CDE71EA8}"/>
                </a:ext>
              </a:extLst>
            </p:cNvPr>
            <p:cNvSpPr>
              <a:spLocks noEditPoints="1"/>
            </p:cNvSpPr>
            <p:nvPr/>
          </p:nvSpPr>
          <p:spPr bwMode="auto">
            <a:xfrm>
              <a:off x="6419426" y="1515353"/>
              <a:ext cx="595313" cy="495300"/>
            </a:xfrm>
            <a:custGeom>
              <a:avLst/>
              <a:gdLst>
                <a:gd name="T0" fmla="*/ 3955 w 4333"/>
                <a:gd name="T1" fmla="*/ 1553 h 3600"/>
                <a:gd name="T2" fmla="*/ 2747 w 4333"/>
                <a:gd name="T3" fmla="*/ 476 h 3600"/>
                <a:gd name="T4" fmla="*/ 2406 w 4333"/>
                <a:gd name="T5" fmla="*/ 0 h 3600"/>
                <a:gd name="T6" fmla="*/ 2067 w 4333"/>
                <a:gd name="T7" fmla="*/ 479 h 3600"/>
                <a:gd name="T8" fmla="*/ 1176 w 4333"/>
                <a:gd name="T9" fmla="*/ 202 h 3600"/>
                <a:gd name="T10" fmla="*/ 1028 w 4333"/>
                <a:gd name="T11" fmla="*/ 261 h 3600"/>
                <a:gd name="T12" fmla="*/ 463 w 4333"/>
                <a:gd name="T13" fmla="*/ 1512 h 3600"/>
                <a:gd name="T14" fmla="*/ 54 w 4333"/>
                <a:gd name="T15" fmla="*/ 1818 h 3600"/>
                <a:gd name="T16" fmla="*/ 140 w 4333"/>
                <a:gd name="T17" fmla="*/ 2414 h 3600"/>
                <a:gd name="T18" fmla="*/ 448 w 4333"/>
                <a:gd name="T19" fmla="*/ 2599 h 3600"/>
                <a:gd name="T20" fmla="*/ 1137 w 4333"/>
                <a:gd name="T21" fmla="*/ 3420 h 3600"/>
                <a:gd name="T22" fmla="*/ 817 w 4333"/>
                <a:gd name="T23" fmla="*/ 3510 h 3600"/>
                <a:gd name="T24" fmla="*/ 1217 w 4333"/>
                <a:gd name="T25" fmla="*/ 3600 h 3600"/>
                <a:gd name="T26" fmla="*/ 1866 w 4333"/>
                <a:gd name="T27" fmla="*/ 3600 h 3600"/>
                <a:gd name="T28" fmla="*/ 1866 w 4333"/>
                <a:gd name="T29" fmla="*/ 3420 h 3600"/>
                <a:gd name="T30" fmla="*/ 1888 w 4333"/>
                <a:gd name="T31" fmla="*/ 3230 h 3600"/>
                <a:gd name="T32" fmla="*/ 2606 w 4333"/>
                <a:gd name="T33" fmla="*/ 3210 h 3600"/>
                <a:gd name="T34" fmla="*/ 2652 w 4333"/>
                <a:gd name="T35" fmla="*/ 3573 h 3600"/>
                <a:gd name="T36" fmla="*/ 3241 w 4333"/>
                <a:gd name="T37" fmla="*/ 3600 h 3600"/>
                <a:gd name="T38" fmla="*/ 3640 w 4333"/>
                <a:gd name="T39" fmla="*/ 3510 h 3600"/>
                <a:gd name="T40" fmla="*/ 3353 w 4333"/>
                <a:gd name="T41" fmla="*/ 3420 h 3600"/>
                <a:gd name="T42" fmla="*/ 3976 w 4333"/>
                <a:gd name="T43" fmla="*/ 1800 h 3600"/>
                <a:gd name="T44" fmla="*/ 4153 w 4333"/>
                <a:gd name="T45" fmla="*/ 1800 h 3600"/>
                <a:gd name="T46" fmla="*/ 4127 w 4333"/>
                <a:gd name="T47" fmla="*/ 1991 h 3600"/>
                <a:gd name="T48" fmla="*/ 4255 w 4333"/>
                <a:gd name="T49" fmla="*/ 1991 h 3600"/>
                <a:gd name="T50" fmla="*/ 4064 w 4333"/>
                <a:gd name="T51" fmla="*/ 1530 h 3600"/>
                <a:gd name="T52" fmla="*/ 2586 w 4333"/>
                <a:gd name="T53" fmla="*/ 360 h 3600"/>
                <a:gd name="T54" fmla="*/ 2226 w 4333"/>
                <a:gd name="T55" fmla="*/ 360 h 3600"/>
                <a:gd name="T56" fmla="*/ 3551 w 4333"/>
                <a:gd name="T57" fmla="*/ 2514 h 3600"/>
                <a:gd name="T58" fmla="*/ 2806 w 4333"/>
                <a:gd name="T59" fmla="*/ 3420 h 3600"/>
                <a:gd name="T60" fmla="*/ 2771 w 4333"/>
                <a:gd name="T61" fmla="*/ 3060 h 3600"/>
                <a:gd name="T62" fmla="*/ 2658 w 4333"/>
                <a:gd name="T63" fmla="*/ 2980 h 3600"/>
                <a:gd name="T64" fmla="*/ 1738 w 4333"/>
                <a:gd name="T65" fmla="*/ 3102 h 3600"/>
                <a:gd name="T66" fmla="*/ 1319 w 4333"/>
                <a:gd name="T67" fmla="*/ 3420 h 3600"/>
                <a:gd name="T68" fmla="*/ 1294 w 4333"/>
                <a:gd name="T69" fmla="*/ 2887 h 3600"/>
                <a:gd name="T70" fmla="*/ 493 w 4333"/>
                <a:gd name="T71" fmla="*/ 2419 h 3600"/>
                <a:gd name="T72" fmla="*/ 311 w 4333"/>
                <a:gd name="T73" fmla="*/ 2359 h 3600"/>
                <a:gd name="T74" fmla="*/ 204 w 4333"/>
                <a:gd name="T75" fmla="*/ 1917 h 3600"/>
                <a:gd name="T76" fmla="*/ 637 w 4333"/>
                <a:gd name="T77" fmla="*/ 1559 h 3600"/>
                <a:gd name="T78" fmla="*/ 1142 w 4333"/>
                <a:gd name="T79" fmla="*/ 926 h 3600"/>
                <a:gd name="T80" fmla="*/ 1556 w 4333"/>
                <a:gd name="T81" fmla="*/ 769 h 3600"/>
                <a:gd name="T82" fmla="*/ 2186 w 4333"/>
                <a:gd name="T83" fmla="*/ 644 h 3600"/>
                <a:gd name="T84" fmla="*/ 2630 w 4333"/>
                <a:gd name="T85" fmla="*/ 642 h 3600"/>
                <a:gd name="T86" fmla="*/ 3551 w 4333"/>
                <a:gd name="T87" fmla="*/ 2514 h 3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33" h="3600">
                  <a:moveTo>
                    <a:pt x="4064" y="1530"/>
                  </a:moveTo>
                  <a:cubicBezTo>
                    <a:pt x="4026" y="1530"/>
                    <a:pt x="3989" y="1538"/>
                    <a:pt x="3955" y="1553"/>
                  </a:cubicBezTo>
                  <a:cubicBezTo>
                    <a:pt x="3907" y="1266"/>
                    <a:pt x="3771" y="1021"/>
                    <a:pt x="3556" y="833"/>
                  </a:cubicBezTo>
                  <a:cubicBezTo>
                    <a:pt x="3344" y="648"/>
                    <a:pt x="3067" y="526"/>
                    <a:pt x="2747" y="476"/>
                  </a:cubicBezTo>
                  <a:cubicBezTo>
                    <a:pt x="2759" y="440"/>
                    <a:pt x="2766" y="401"/>
                    <a:pt x="2766" y="360"/>
                  </a:cubicBezTo>
                  <a:cubicBezTo>
                    <a:pt x="2766" y="162"/>
                    <a:pt x="2605" y="0"/>
                    <a:pt x="2406" y="0"/>
                  </a:cubicBezTo>
                  <a:cubicBezTo>
                    <a:pt x="2208" y="0"/>
                    <a:pt x="2046" y="162"/>
                    <a:pt x="2046" y="360"/>
                  </a:cubicBezTo>
                  <a:cubicBezTo>
                    <a:pt x="2046" y="402"/>
                    <a:pt x="2053" y="442"/>
                    <a:pt x="2067" y="479"/>
                  </a:cubicBezTo>
                  <a:cubicBezTo>
                    <a:pt x="1915" y="503"/>
                    <a:pt x="1770" y="543"/>
                    <a:pt x="1632" y="597"/>
                  </a:cubicBezTo>
                  <a:cubicBezTo>
                    <a:pt x="1176" y="202"/>
                    <a:pt x="1176" y="202"/>
                    <a:pt x="1176" y="202"/>
                  </a:cubicBezTo>
                  <a:cubicBezTo>
                    <a:pt x="1151" y="180"/>
                    <a:pt x="1115" y="174"/>
                    <a:pt x="1084" y="186"/>
                  </a:cubicBezTo>
                  <a:cubicBezTo>
                    <a:pt x="1053" y="199"/>
                    <a:pt x="1031" y="228"/>
                    <a:pt x="1028" y="261"/>
                  </a:cubicBezTo>
                  <a:cubicBezTo>
                    <a:pt x="968" y="860"/>
                    <a:pt x="968" y="860"/>
                    <a:pt x="968" y="860"/>
                  </a:cubicBezTo>
                  <a:cubicBezTo>
                    <a:pt x="707" y="1008"/>
                    <a:pt x="542" y="1222"/>
                    <a:pt x="463" y="1512"/>
                  </a:cubicBezTo>
                  <a:cubicBezTo>
                    <a:pt x="418" y="1678"/>
                    <a:pt x="389" y="1688"/>
                    <a:pt x="297" y="1696"/>
                  </a:cubicBezTo>
                  <a:cubicBezTo>
                    <a:pt x="155" y="1708"/>
                    <a:pt x="86" y="1769"/>
                    <a:pt x="54" y="1818"/>
                  </a:cubicBezTo>
                  <a:cubicBezTo>
                    <a:pt x="6" y="1888"/>
                    <a:pt x="0" y="1980"/>
                    <a:pt x="35" y="2089"/>
                  </a:cubicBezTo>
                  <a:cubicBezTo>
                    <a:pt x="140" y="2414"/>
                    <a:pt x="140" y="2414"/>
                    <a:pt x="140" y="2414"/>
                  </a:cubicBezTo>
                  <a:cubicBezTo>
                    <a:pt x="189" y="2567"/>
                    <a:pt x="280" y="2599"/>
                    <a:pt x="348" y="2599"/>
                  </a:cubicBezTo>
                  <a:cubicBezTo>
                    <a:pt x="448" y="2599"/>
                    <a:pt x="448" y="2599"/>
                    <a:pt x="448" y="2599"/>
                  </a:cubicBezTo>
                  <a:cubicBezTo>
                    <a:pt x="681" y="2902"/>
                    <a:pt x="896" y="2974"/>
                    <a:pt x="1177" y="3044"/>
                  </a:cubicBezTo>
                  <a:cubicBezTo>
                    <a:pt x="1168" y="3159"/>
                    <a:pt x="1153" y="3296"/>
                    <a:pt x="1137" y="3420"/>
                  </a:cubicBezTo>
                  <a:cubicBezTo>
                    <a:pt x="907" y="3420"/>
                    <a:pt x="907" y="3420"/>
                    <a:pt x="907" y="3420"/>
                  </a:cubicBezTo>
                  <a:cubicBezTo>
                    <a:pt x="858" y="3420"/>
                    <a:pt x="817" y="3460"/>
                    <a:pt x="817" y="3510"/>
                  </a:cubicBezTo>
                  <a:cubicBezTo>
                    <a:pt x="817" y="3560"/>
                    <a:pt x="858" y="3600"/>
                    <a:pt x="907" y="3600"/>
                  </a:cubicBezTo>
                  <a:cubicBezTo>
                    <a:pt x="1217" y="3600"/>
                    <a:pt x="1217" y="3600"/>
                    <a:pt x="1217" y="3600"/>
                  </a:cubicBezTo>
                  <a:cubicBezTo>
                    <a:pt x="1712" y="3600"/>
                    <a:pt x="1712" y="3600"/>
                    <a:pt x="1712" y="3600"/>
                  </a:cubicBezTo>
                  <a:cubicBezTo>
                    <a:pt x="1866" y="3600"/>
                    <a:pt x="1866" y="3600"/>
                    <a:pt x="1866" y="3600"/>
                  </a:cubicBezTo>
                  <a:cubicBezTo>
                    <a:pt x="1916" y="3600"/>
                    <a:pt x="1956" y="3560"/>
                    <a:pt x="1956" y="3510"/>
                  </a:cubicBezTo>
                  <a:cubicBezTo>
                    <a:pt x="1956" y="3460"/>
                    <a:pt x="1916" y="3420"/>
                    <a:pt x="1866" y="3420"/>
                  </a:cubicBezTo>
                  <a:cubicBezTo>
                    <a:pt x="1832" y="3420"/>
                    <a:pt x="1832" y="3420"/>
                    <a:pt x="1832" y="3420"/>
                  </a:cubicBezTo>
                  <a:cubicBezTo>
                    <a:pt x="1888" y="3230"/>
                    <a:pt x="1888" y="3230"/>
                    <a:pt x="1888" y="3230"/>
                  </a:cubicBezTo>
                  <a:cubicBezTo>
                    <a:pt x="2104" y="3264"/>
                    <a:pt x="2326" y="3248"/>
                    <a:pt x="2603" y="3181"/>
                  </a:cubicBezTo>
                  <a:cubicBezTo>
                    <a:pt x="2604" y="3190"/>
                    <a:pt x="2605" y="3200"/>
                    <a:pt x="2606" y="3210"/>
                  </a:cubicBezTo>
                  <a:cubicBezTo>
                    <a:pt x="2617" y="3302"/>
                    <a:pt x="2629" y="3407"/>
                    <a:pt x="2627" y="3508"/>
                  </a:cubicBezTo>
                  <a:cubicBezTo>
                    <a:pt x="2626" y="3532"/>
                    <a:pt x="2635" y="3555"/>
                    <a:pt x="2652" y="3573"/>
                  </a:cubicBezTo>
                  <a:cubicBezTo>
                    <a:pt x="2669" y="3590"/>
                    <a:pt x="2692" y="3600"/>
                    <a:pt x="2717" y="3600"/>
                  </a:cubicBezTo>
                  <a:cubicBezTo>
                    <a:pt x="3241" y="3600"/>
                    <a:pt x="3241" y="3600"/>
                    <a:pt x="3241" y="3600"/>
                  </a:cubicBezTo>
                  <a:cubicBezTo>
                    <a:pt x="3550" y="3600"/>
                    <a:pt x="3550" y="3600"/>
                    <a:pt x="3550" y="3600"/>
                  </a:cubicBezTo>
                  <a:cubicBezTo>
                    <a:pt x="3600" y="3600"/>
                    <a:pt x="3640" y="3560"/>
                    <a:pt x="3640" y="3510"/>
                  </a:cubicBezTo>
                  <a:cubicBezTo>
                    <a:pt x="3640" y="3460"/>
                    <a:pt x="3600" y="3420"/>
                    <a:pt x="3550" y="3420"/>
                  </a:cubicBezTo>
                  <a:cubicBezTo>
                    <a:pt x="3353" y="3420"/>
                    <a:pt x="3353" y="3420"/>
                    <a:pt x="3353" y="3420"/>
                  </a:cubicBezTo>
                  <a:cubicBezTo>
                    <a:pt x="3434" y="3093"/>
                    <a:pt x="3585" y="2764"/>
                    <a:pt x="3693" y="2624"/>
                  </a:cubicBezTo>
                  <a:cubicBezTo>
                    <a:pt x="3878" y="2386"/>
                    <a:pt x="3976" y="2101"/>
                    <a:pt x="3976" y="1800"/>
                  </a:cubicBezTo>
                  <a:cubicBezTo>
                    <a:pt x="3976" y="1750"/>
                    <a:pt x="4015" y="1710"/>
                    <a:pt x="4064" y="1710"/>
                  </a:cubicBezTo>
                  <a:cubicBezTo>
                    <a:pt x="4113" y="1710"/>
                    <a:pt x="4153" y="1750"/>
                    <a:pt x="4153" y="1800"/>
                  </a:cubicBezTo>
                  <a:cubicBezTo>
                    <a:pt x="4153" y="1824"/>
                    <a:pt x="4143" y="1847"/>
                    <a:pt x="4127" y="1864"/>
                  </a:cubicBezTo>
                  <a:cubicBezTo>
                    <a:pt x="4092" y="1899"/>
                    <a:pt x="4092" y="1956"/>
                    <a:pt x="4127" y="1991"/>
                  </a:cubicBezTo>
                  <a:cubicBezTo>
                    <a:pt x="4145" y="2009"/>
                    <a:pt x="4168" y="2017"/>
                    <a:pt x="4191" y="2017"/>
                  </a:cubicBezTo>
                  <a:cubicBezTo>
                    <a:pt x="4214" y="2017"/>
                    <a:pt x="4237" y="2008"/>
                    <a:pt x="4255" y="1991"/>
                  </a:cubicBezTo>
                  <a:cubicBezTo>
                    <a:pt x="4305" y="1940"/>
                    <a:pt x="4333" y="1872"/>
                    <a:pt x="4333" y="1800"/>
                  </a:cubicBezTo>
                  <a:cubicBezTo>
                    <a:pt x="4333" y="1651"/>
                    <a:pt x="4212" y="1530"/>
                    <a:pt x="4064" y="1530"/>
                  </a:cubicBezTo>
                  <a:close/>
                  <a:moveTo>
                    <a:pt x="2406" y="180"/>
                  </a:moveTo>
                  <a:cubicBezTo>
                    <a:pt x="2506" y="180"/>
                    <a:pt x="2586" y="261"/>
                    <a:pt x="2586" y="360"/>
                  </a:cubicBezTo>
                  <a:cubicBezTo>
                    <a:pt x="2586" y="459"/>
                    <a:pt x="2506" y="540"/>
                    <a:pt x="2406" y="540"/>
                  </a:cubicBezTo>
                  <a:cubicBezTo>
                    <a:pt x="2307" y="540"/>
                    <a:pt x="2226" y="459"/>
                    <a:pt x="2226" y="360"/>
                  </a:cubicBezTo>
                  <a:cubicBezTo>
                    <a:pt x="2226" y="261"/>
                    <a:pt x="2307" y="180"/>
                    <a:pt x="2406" y="180"/>
                  </a:cubicBezTo>
                  <a:close/>
                  <a:moveTo>
                    <a:pt x="3551" y="2514"/>
                  </a:moveTo>
                  <a:cubicBezTo>
                    <a:pt x="3407" y="2700"/>
                    <a:pt x="3246" y="3085"/>
                    <a:pt x="3168" y="3420"/>
                  </a:cubicBezTo>
                  <a:cubicBezTo>
                    <a:pt x="2806" y="3420"/>
                    <a:pt x="2806" y="3420"/>
                    <a:pt x="2806" y="3420"/>
                  </a:cubicBezTo>
                  <a:cubicBezTo>
                    <a:pt x="2802" y="3339"/>
                    <a:pt x="2793" y="3260"/>
                    <a:pt x="2785" y="3189"/>
                  </a:cubicBezTo>
                  <a:cubicBezTo>
                    <a:pt x="2779" y="3143"/>
                    <a:pt x="2774" y="3100"/>
                    <a:pt x="2771" y="3060"/>
                  </a:cubicBezTo>
                  <a:cubicBezTo>
                    <a:pt x="2769" y="3034"/>
                    <a:pt x="2756" y="3009"/>
                    <a:pt x="2734" y="2993"/>
                  </a:cubicBezTo>
                  <a:cubicBezTo>
                    <a:pt x="2712" y="2978"/>
                    <a:pt x="2684" y="2973"/>
                    <a:pt x="2658" y="2980"/>
                  </a:cubicBezTo>
                  <a:cubicBezTo>
                    <a:pt x="2325" y="3072"/>
                    <a:pt x="2081" y="3090"/>
                    <a:pt x="1843" y="3039"/>
                  </a:cubicBezTo>
                  <a:cubicBezTo>
                    <a:pt x="1797" y="3029"/>
                    <a:pt x="1751" y="3057"/>
                    <a:pt x="1738" y="3102"/>
                  </a:cubicBezTo>
                  <a:cubicBezTo>
                    <a:pt x="1644" y="3420"/>
                    <a:pt x="1644" y="3420"/>
                    <a:pt x="1644" y="3420"/>
                  </a:cubicBezTo>
                  <a:cubicBezTo>
                    <a:pt x="1319" y="3420"/>
                    <a:pt x="1319" y="3420"/>
                    <a:pt x="1319" y="3420"/>
                  </a:cubicBezTo>
                  <a:cubicBezTo>
                    <a:pt x="1337" y="3271"/>
                    <a:pt x="1355" y="3106"/>
                    <a:pt x="1362" y="2979"/>
                  </a:cubicBezTo>
                  <a:cubicBezTo>
                    <a:pt x="1365" y="2936"/>
                    <a:pt x="1336" y="2897"/>
                    <a:pt x="1294" y="2887"/>
                  </a:cubicBezTo>
                  <a:cubicBezTo>
                    <a:pt x="980" y="2810"/>
                    <a:pt x="790" y="2764"/>
                    <a:pt x="566" y="2456"/>
                  </a:cubicBezTo>
                  <a:cubicBezTo>
                    <a:pt x="549" y="2433"/>
                    <a:pt x="522" y="2419"/>
                    <a:pt x="493" y="2419"/>
                  </a:cubicBezTo>
                  <a:cubicBezTo>
                    <a:pt x="348" y="2419"/>
                    <a:pt x="348" y="2419"/>
                    <a:pt x="348" y="2419"/>
                  </a:cubicBezTo>
                  <a:cubicBezTo>
                    <a:pt x="335" y="2419"/>
                    <a:pt x="320" y="2386"/>
                    <a:pt x="311" y="2359"/>
                  </a:cubicBezTo>
                  <a:cubicBezTo>
                    <a:pt x="207" y="2034"/>
                    <a:pt x="207" y="2034"/>
                    <a:pt x="207" y="2034"/>
                  </a:cubicBezTo>
                  <a:cubicBezTo>
                    <a:pt x="190" y="1981"/>
                    <a:pt x="189" y="1940"/>
                    <a:pt x="204" y="1917"/>
                  </a:cubicBezTo>
                  <a:cubicBezTo>
                    <a:pt x="219" y="1895"/>
                    <a:pt x="257" y="1880"/>
                    <a:pt x="312" y="1875"/>
                  </a:cubicBezTo>
                  <a:cubicBezTo>
                    <a:pt x="518" y="1858"/>
                    <a:pt x="585" y="1751"/>
                    <a:pt x="637" y="1559"/>
                  </a:cubicBezTo>
                  <a:cubicBezTo>
                    <a:pt x="729" y="1219"/>
                    <a:pt x="942" y="1075"/>
                    <a:pt x="1094" y="997"/>
                  </a:cubicBezTo>
                  <a:cubicBezTo>
                    <a:pt x="1121" y="983"/>
                    <a:pt x="1139" y="956"/>
                    <a:pt x="1142" y="926"/>
                  </a:cubicBezTo>
                  <a:cubicBezTo>
                    <a:pt x="1190" y="452"/>
                    <a:pt x="1190" y="452"/>
                    <a:pt x="1190" y="452"/>
                  </a:cubicBezTo>
                  <a:cubicBezTo>
                    <a:pt x="1556" y="769"/>
                    <a:pt x="1556" y="769"/>
                    <a:pt x="1556" y="769"/>
                  </a:cubicBezTo>
                  <a:cubicBezTo>
                    <a:pt x="1582" y="792"/>
                    <a:pt x="1619" y="797"/>
                    <a:pt x="1651" y="784"/>
                  </a:cubicBezTo>
                  <a:cubicBezTo>
                    <a:pt x="1814" y="714"/>
                    <a:pt x="1999" y="666"/>
                    <a:pt x="2186" y="644"/>
                  </a:cubicBezTo>
                  <a:cubicBezTo>
                    <a:pt x="2247" y="692"/>
                    <a:pt x="2323" y="720"/>
                    <a:pt x="2406" y="720"/>
                  </a:cubicBezTo>
                  <a:cubicBezTo>
                    <a:pt x="2491" y="720"/>
                    <a:pt x="2568" y="691"/>
                    <a:pt x="2630" y="642"/>
                  </a:cubicBezTo>
                  <a:cubicBezTo>
                    <a:pt x="3200" y="705"/>
                    <a:pt x="3796" y="1039"/>
                    <a:pt x="3796" y="1800"/>
                  </a:cubicBezTo>
                  <a:cubicBezTo>
                    <a:pt x="3796" y="2060"/>
                    <a:pt x="3711" y="2307"/>
                    <a:pt x="3551" y="251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46" name="Oval 14">
              <a:extLst>
                <a:ext uri="{FF2B5EF4-FFF2-40B4-BE49-F238E27FC236}">
                  <a16:creationId xmlns:a16="http://schemas.microsoft.com/office/drawing/2014/main" id="{F9E928FF-5EBD-4118-9909-90C84BF49311}"/>
                </a:ext>
              </a:extLst>
            </p:cNvPr>
            <p:cNvSpPr>
              <a:spLocks noChangeArrowheads="1"/>
            </p:cNvSpPr>
            <p:nvPr/>
          </p:nvSpPr>
          <p:spPr bwMode="auto">
            <a:xfrm>
              <a:off x="6555951" y="1713791"/>
              <a:ext cx="25400" cy="23813"/>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47" name="Freeform 15">
              <a:extLst>
                <a:ext uri="{FF2B5EF4-FFF2-40B4-BE49-F238E27FC236}">
                  <a16:creationId xmlns:a16="http://schemas.microsoft.com/office/drawing/2014/main" id="{F0174968-4B8C-4A6E-BE3B-530BC02919BC}"/>
                </a:ext>
              </a:extLst>
            </p:cNvPr>
            <p:cNvSpPr>
              <a:spLocks/>
            </p:cNvSpPr>
            <p:nvPr/>
          </p:nvSpPr>
          <p:spPr bwMode="auto">
            <a:xfrm>
              <a:off x="6727401" y="1985253"/>
              <a:ext cx="36513" cy="25400"/>
            </a:xfrm>
            <a:custGeom>
              <a:avLst/>
              <a:gdLst>
                <a:gd name="T0" fmla="*/ 174 w 264"/>
                <a:gd name="T1" fmla="*/ 0 h 180"/>
                <a:gd name="T2" fmla="*/ 90 w 264"/>
                <a:gd name="T3" fmla="*/ 0 h 180"/>
                <a:gd name="T4" fmla="*/ 0 w 264"/>
                <a:gd name="T5" fmla="*/ 90 h 180"/>
                <a:gd name="T6" fmla="*/ 90 w 264"/>
                <a:gd name="T7" fmla="*/ 180 h 180"/>
                <a:gd name="T8" fmla="*/ 174 w 264"/>
                <a:gd name="T9" fmla="*/ 180 h 180"/>
                <a:gd name="T10" fmla="*/ 264 w 264"/>
                <a:gd name="T11" fmla="*/ 90 h 180"/>
                <a:gd name="T12" fmla="*/ 174 w 264"/>
                <a:gd name="T13" fmla="*/ 0 h 180"/>
              </a:gdLst>
              <a:ahLst/>
              <a:cxnLst>
                <a:cxn ang="0">
                  <a:pos x="T0" y="T1"/>
                </a:cxn>
                <a:cxn ang="0">
                  <a:pos x="T2" y="T3"/>
                </a:cxn>
                <a:cxn ang="0">
                  <a:pos x="T4" y="T5"/>
                </a:cxn>
                <a:cxn ang="0">
                  <a:pos x="T6" y="T7"/>
                </a:cxn>
                <a:cxn ang="0">
                  <a:pos x="T8" y="T9"/>
                </a:cxn>
                <a:cxn ang="0">
                  <a:pos x="T10" y="T11"/>
                </a:cxn>
                <a:cxn ang="0">
                  <a:pos x="T12" y="T13"/>
                </a:cxn>
              </a:cxnLst>
              <a:rect l="0" t="0" r="r" b="b"/>
              <a:pathLst>
                <a:path w="264" h="180">
                  <a:moveTo>
                    <a:pt x="174" y="0"/>
                  </a:moveTo>
                  <a:cubicBezTo>
                    <a:pt x="90" y="0"/>
                    <a:pt x="90" y="0"/>
                    <a:pt x="90" y="0"/>
                  </a:cubicBezTo>
                  <a:cubicBezTo>
                    <a:pt x="40" y="0"/>
                    <a:pt x="0" y="40"/>
                    <a:pt x="0" y="90"/>
                  </a:cubicBezTo>
                  <a:cubicBezTo>
                    <a:pt x="0" y="140"/>
                    <a:pt x="40" y="180"/>
                    <a:pt x="90" y="180"/>
                  </a:cubicBezTo>
                  <a:cubicBezTo>
                    <a:pt x="174" y="180"/>
                    <a:pt x="174" y="180"/>
                    <a:pt x="174" y="180"/>
                  </a:cubicBezTo>
                  <a:cubicBezTo>
                    <a:pt x="223" y="180"/>
                    <a:pt x="264" y="140"/>
                    <a:pt x="264" y="90"/>
                  </a:cubicBezTo>
                  <a:cubicBezTo>
                    <a:pt x="264" y="40"/>
                    <a:pt x="223" y="0"/>
                    <a:pt x="17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grpSp>
        <p:nvGrpSpPr>
          <p:cNvPr id="58" name="Gruppieren 53">
            <a:extLst>
              <a:ext uri="{FF2B5EF4-FFF2-40B4-BE49-F238E27FC236}">
                <a16:creationId xmlns:a16="http://schemas.microsoft.com/office/drawing/2014/main" id="{29F38496-DB68-44D7-B7C6-BC3DC92EFA77}"/>
              </a:ext>
            </a:extLst>
          </p:cNvPr>
          <p:cNvGrpSpPr/>
          <p:nvPr/>
        </p:nvGrpSpPr>
        <p:grpSpPr>
          <a:xfrm>
            <a:off x="5924804" y="3178353"/>
            <a:ext cx="357687" cy="356723"/>
            <a:chOff x="6422601" y="3889525"/>
            <a:chExt cx="588963" cy="587375"/>
          </a:xfrm>
          <a:solidFill>
            <a:schemeClr val="bg1"/>
          </a:solidFill>
        </p:grpSpPr>
        <p:sp>
          <p:nvSpPr>
            <p:cNvPr id="59" name="Freeform 31">
              <a:extLst>
                <a:ext uri="{FF2B5EF4-FFF2-40B4-BE49-F238E27FC236}">
                  <a16:creationId xmlns:a16="http://schemas.microsoft.com/office/drawing/2014/main" id="{5B11BCCD-2DB6-46E0-ABF9-56FCD9DFD77A}"/>
                </a:ext>
              </a:extLst>
            </p:cNvPr>
            <p:cNvSpPr>
              <a:spLocks noEditPoints="1"/>
            </p:cNvSpPr>
            <p:nvPr/>
          </p:nvSpPr>
          <p:spPr bwMode="auto">
            <a:xfrm>
              <a:off x="6422601" y="3889525"/>
              <a:ext cx="588963" cy="587375"/>
            </a:xfrm>
            <a:custGeom>
              <a:avLst/>
              <a:gdLst>
                <a:gd name="T0" fmla="*/ 4104 w 4320"/>
                <a:gd name="T1" fmla="*/ 288 h 4320"/>
                <a:gd name="T2" fmla="*/ 2363 w 4320"/>
                <a:gd name="T3" fmla="*/ 288 h 4320"/>
                <a:gd name="T4" fmla="*/ 2376 w 4320"/>
                <a:gd name="T5" fmla="*/ 216 h 4320"/>
                <a:gd name="T6" fmla="*/ 2160 w 4320"/>
                <a:gd name="T7" fmla="*/ 0 h 4320"/>
                <a:gd name="T8" fmla="*/ 1944 w 4320"/>
                <a:gd name="T9" fmla="*/ 216 h 4320"/>
                <a:gd name="T10" fmla="*/ 1957 w 4320"/>
                <a:gd name="T11" fmla="*/ 288 h 4320"/>
                <a:gd name="T12" fmla="*/ 216 w 4320"/>
                <a:gd name="T13" fmla="*/ 288 h 4320"/>
                <a:gd name="T14" fmla="*/ 0 w 4320"/>
                <a:gd name="T15" fmla="*/ 504 h 4320"/>
                <a:gd name="T16" fmla="*/ 0 w 4320"/>
                <a:gd name="T17" fmla="*/ 576 h 4320"/>
                <a:gd name="T18" fmla="*/ 216 w 4320"/>
                <a:gd name="T19" fmla="*/ 792 h 4320"/>
                <a:gd name="T20" fmla="*/ 216 w 4320"/>
                <a:gd name="T21" fmla="*/ 2807 h 4320"/>
                <a:gd name="T22" fmla="*/ 720 w 4320"/>
                <a:gd name="T23" fmla="*/ 3311 h 4320"/>
                <a:gd name="T24" fmla="*/ 2088 w 4320"/>
                <a:gd name="T25" fmla="*/ 3311 h 4320"/>
                <a:gd name="T26" fmla="*/ 2088 w 4320"/>
                <a:gd name="T27" fmla="*/ 3900 h 4320"/>
                <a:gd name="T28" fmla="*/ 1947 w 4320"/>
                <a:gd name="T29" fmla="*/ 4141 h 4320"/>
                <a:gd name="T30" fmla="*/ 2160 w 4320"/>
                <a:gd name="T31" fmla="*/ 4320 h 4320"/>
                <a:gd name="T32" fmla="*/ 2373 w 4320"/>
                <a:gd name="T33" fmla="*/ 4141 h 4320"/>
                <a:gd name="T34" fmla="*/ 2232 w 4320"/>
                <a:gd name="T35" fmla="*/ 3900 h 4320"/>
                <a:gd name="T36" fmla="*/ 2232 w 4320"/>
                <a:gd name="T37" fmla="*/ 3311 h 4320"/>
                <a:gd name="T38" fmla="*/ 3600 w 4320"/>
                <a:gd name="T39" fmla="*/ 3311 h 4320"/>
                <a:gd name="T40" fmla="*/ 4104 w 4320"/>
                <a:gd name="T41" fmla="*/ 2807 h 4320"/>
                <a:gd name="T42" fmla="*/ 4104 w 4320"/>
                <a:gd name="T43" fmla="*/ 792 h 4320"/>
                <a:gd name="T44" fmla="*/ 4320 w 4320"/>
                <a:gd name="T45" fmla="*/ 576 h 4320"/>
                <a:gd name="T46" fmla="*/ 4320 w 4320"/>
                <a:gd name="T47" fmla="*/ 504 h 4320"/>
                <a:gd name="T48" fmla="*/ 4104 w 4320"/>
                <a:gd name="T49" fmla="*/ 288 h 4320"/>
                <a:gd name="T50" fmla="*/ 2160 w 4320"/>
                <a:gd name="T51" fmla="*/ 144 h 4320"/>
                <a:gd name="T52" fmla="*/ 2232 w 4320"/>
                <a:gd name="T53" fmla="*/ 216 h 4320"/>
                <a:gd name="T54" fmla="*/ 2160 w 4320"/>
                <a:gd name="T55" fmla="*/ 288 h 4320"/>
                <a:gd name="T56" fmla="*/ 2088 w 4320"/>
                <a:gd name="T57" fmla="*/ 216 h 4320"/>
                <a:gd name="T58" fmla="*/ 2160 w 4320"/>
                <a:gd name="T59" fmla="*/ 144 h 4320"/>
                <a:gd name="T60" fmla="*/ 2160 w 4320"/>
                <a:gd name="T61" fmla="*/ 4175 h 4320"/>
                <a:gd name="T62" fmla="*/ 2088 w 4320"/>
                <a:gd name="T63" fmla="*/ 4103 h 4320"/>
                <a:gd name="T64" fmla="*/ 2160 w 4320"/>
                <a:gd name="T65" fmla="*/ 4031 h 4320"/>
                <a:gd name="T66" fmla="*/ 2232 w 4320"/>
                <a:gd name="T67" fmla="*/ 4103 h 4320"/>
                <a:gd name="T68" fmla="*/ 2160 w 4320"/>
                <a:gd name="T69" fmla="*/ 4175 h 4320"/>
                <a:gd name="T70" fmla="*/ 3960 w 4320"/>
                <a:gd name="T71" fmla="*/ 2807 h 4320"/>
                <a:gd name="T72" fmla="*/ 3600 w 4320"/>
                <a:gd name="T73" fmla="*/ 3167 h 4320"/>
                <a:gd name="T74" fmla="*/ 720 w 4320"/>
                <a:gd name="T75" fmla="*/ 3167 h 4320"/>
                <a:gd name="T76" fmla="*/ 360 w 4320"/>
                <a:gd name="T77" fmla="*/ 2807 h 4320"/>
                <a:gd name="T78" fmla="*/ 360 w 4320"/>
                <a:gd name="T79" fmla="*/ 792 h 4320"/>
                <a:gd name="T80" fmla="*/ 3960 w 4320"/>
                <a:gd name="T81" fmla="*/ 792 h 4320"/>
                <a:gd name="T82" fmla="*/ 3960 w 4320"/>
                <a:gd name="T83" fmla="*/ 2807 h 4320"/>
                <a:gd name="T84" fmla="*/ 4176 w 4320"/>
                <a:gd name="T85" fmla="*/ 576 h 4320"/>
                <a:gd name="T86" fmla="*/ 4104 w 4320"/>
                <a:gd name="T87" fmla="*/ 648 h 4320"/>
                <a:gd name="T88" fmla="*/ 216 w 4320"/>
                <a:gd name="T89" fmla="*/ 648 h 4320"/>
                <a:gd name="T90" fmla="*/ 144 w 4320"/>
                <a:gd name="T91" fmla="*/ 576 h 4320"/>
                <a:gd name="T92" fmla="*/ 144 w 4320"/>
                <a:gd name="T93" fmla="*/ 504 h 4320"/>
                <a:gd name="T94" fmla="*/ 216 w 4320"/>
                <a:gd name="T95" fmla="*/ 432 h 4320"/>
                <a:gd name="T96" fmla="*/ 4104 w 4320"/>
                <a:gd name="T97" fmla="*/ 432 h 4320"/>
                <a:gd name="T98" fmla="*/ 4176 w 4320"/>
                <a:gd name="T99" fmla="*/ 504 h 4320"/>
                <a:gd name="T100" fmla="*/ 4176 w 4320"/>
                <a:gd name="T101" fmla="*/ 576 h 4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20" h="4320">
                  <a:moveTo>
                    <a:pt x="4104" y="288"/>
                  </a:moveTo>
                  <a:cubicBezTo>
                    <a:pt x="2363" y="288"/>
                    <a:pt x="2363" y="288"/>
                    <a:pt x="2363" y="288"/>
                  </a:cubicBezTo>
                  <a:cubicBezTo>
                    <a:pt x="2371" y="265"/>
                    <a:pt x="2376" y="241"/>
                    <a:pt x="2376" y="216"/>
                  </a:cubicBezTo>
                  <a:cubicBezTo>
                    <a:pt x="2376" y="97"/>
                    <a:pt x="2279" y="0"/>
                    <a:pt x="2160" y="0"/>
                  </a:cubicBezTo>
                  <a:cubicBezTo>
                    <a:pt x="2041" y="0"/>
                    <a:pt x="1944" y="97"/>
                    <a:pt x="1944" y="216"/>
                  </a:cubicBezTo>
                  <a:cubicBezTo>
                    <a:pt x="1944" y="241"/>
                    <a:pt x="1949" y="265"/>
                    <a:pt x="1957" y="288"/>
                  </a:cubicBezTo>
                  <a:cubicBezTo>
                    <a:pt x="216" y="288"/>
                    <a:pt x="216" y="288"/>
                    <a:pt x="216" y="288"/>
                  </a:cubicBezTo>
                  <a:cubicBezTo>
                    <a:pt x="97" y="288"/>
                    <a:pt x="1" y="385"/>
                    <a:pt x="0" y="504"/>
                  </a:cubicBezTo>
                  <a:cubicBezTo>
                    <a:pt x="0" y="576"/>
                    <a:pt x="0" y="576"/>
                    <a:pt x="0" y="576"/>
                  </a:cubicBezTo>
                  <a:cubicBezTo>
                    <a:pt x="1" y="695"/>
                    <a:pt x="97" y="792"/>
                    <a:pt x="216" y="792"/>
                  </a:cubicBezTo>
                  <a:cubicBezTo>
                    <a:pt x="216" y="2807"/>
                    <a:pt x="216" y="2807"/>
                    <a:pt x="216" y="2807"/>
                  </a:cubicBezTo>
                  <a:cubicBezTo>
                    <a:pt x="217" y="3086"/>
                    <a:pt x="442" y="3311"/>
                    <a:pt x="720" y="3311"/>
                  </a:cubicBezTo>
                  <a:cubicBezTo>
                    <a:pt x="2088" y="3311"/>
                    <a:pt x="2088" y="3311"/>
                    <a:pt x="2088" y="3311"/>
                  </a:cubicBezTo>
                  <a:cubicBezTo>
                    <a:pt x="2088" y="3900"/>
                    <a:pt x="2088" y="3900"/>
                    <a:pt x="2088" y="3900"/>
                  </a:cubicBezTo>
                  <a:cubicBezTo>
                    <a:pt x="1989" y="3935"/>
                    <a:pt x="1929" y="4037"/>
                    <a:pt x="1947" y="4141"/>
                  </a:cubicBezTo>
                  <a:cubicBezTo>
                    <a:pt x="1965" y="4244"/>
                    <a:pt x="2055" y="4320"/>
                    <a:pt x="2160" y="4320"/>
                  </a:cubicBezTo>
                  <a:cubicBezTo>
                    <a:pt x="2265" y="4320"/>
                    <a:pt x="2355" y="4244"/>
                    <a:pt x="2373" y="4141"/>
                  </a:cubicBezTo>
                  <a:cubicBezTo>
                    <a:pt x="2391" y="4037"/>
                    <a:pt x="2331" y="3935"/>
                    <a:pt x="2232" y="3900"/>
                  </a:cubicBezTo>
                  <a:cubicBezTo>
                    <a:pt x="2232" y="3311"/>
                    <a:pt x="2232" y="3311"/>
                    <a:pt x="2232" y="3311"/>
                  </a:cubicBezTo>
                  <a:cubicBezTo>
                    <a:pt x="3600" y="3311"/>
                    <a:pt x="3600" y="3311"/>
                    <a:pt x="3600" y="3311"/>
                  </a:cubicBezTo>
                  <a:cubicBezTo>
                    <a:pt x="3878" y="3311"/>
                    <a:pt x="4103" y="3086"/>
                    <a:pt x="4104" y="2807"/>
                  </a:cubicBezTo>
                  <a:cubicBezTo>
                    <a:pt x="4104" y="792"/>
                    <a:pt x="4104" y="792"/>
                    <a:pt x="4104" y="792"/>
                  </a:cubicBezTo>
                  <a:cubicBezTo>
                    <a:pt x="4223" y="792"/>
                    <a:pt x="4319" y="695"/>
                    <a:pt x="4320" y="576"/>
                  </a:cubicBezTo>
                  <a:cubicBezTo>
                    <a:pt x="4320" y="504"/>
                    <a:pt x="4320" y="504"/>
                    <a:pt x="4320" y="504"/>
                  </a:cubicBezTo>
                  <a:cubicBezTo>
                    <a:pt x="4319" y="385"/>
                    <a:pt x="4223" y="288"/>
                    <a:pt x="4104" y="288"/>
                  </a:cubicBezTo>
                  <a:close/>
                  <a:moveTo>
                    <a:pt x="2160" y="144"/>
                  </a:moveTo>
                  <a:cubicBezTo>
                    <a:pt x="2200" y="144"/>
                    <a:pt x="2232" y="176"/>
                    <a:pt x="2232" y="216"/>
                  </a:cubicBezTo>
                  <a:cubicBezTo>
                    <a:pt x="2232" y="256"/>
                    <a:pt x="2200" y="288"/>
                    <a:pt x="2160" y="288"/>
                  </a:cubicBezTo>
                  <a:cubicBezTo>
                    <a:pt x="2120" y="288"/>
                    <a:pt x="2088" y="256"/>
                    <a:pt x="2088" y="216"/>
                  </a:cubicBezTo>
                  <a:cubicBezTo>
                    <a:pt x="2088" y="176"/>
                    <a:pt x="2120" y="144"/>
                    <a:pt x="2160" y="144"/>
                  </a:cubicBezTo>
                  <a:close/>
                  <a:moveTo>
                    <a:pt x="2160" y="4175"/>
                  </a:moveTo>
                  <a:cubicBezTo>
                    <a:pt x="2120" y="4175"/>
                    <a:pt x="2088" y="4143"/>
                    <a:pt x="2088" y="4103"/>
                  </a:cubicBezTo>
                  <a:cubicBezTo>
                    <a:pt x="2088" y="4063"/>
                    <a:pt x="2120" y="4031"/>
                    <a:pt x="2160" y="4031"/>
                  </a:cubicBezTo>
                  <a:cubicBezTo>
                    <a:pt x="2200" y="4031"/>
                    <a:pt x="2232" y="4063"/>
                    <a:pt x="2232" y="4103"/>
                  </a:cubicBezTo>
                  <a:cubicBezTo>
                    <a:pt x="2232" y="4143"/>
                    <a:pt x="2200" y="4175"/>
                    <a:pt x="2160" y="4175"/>
                  </a:cubicBezTo>
                  <a:close/>
                  <a:moveTo>
                    <a:pt x="3960" y="2807"/>
                  </a:moveTo>
                  <a:cubicBezTo>
                    <a:pt x="3959" y="3006"/>
                    <a:pt x="3798" y="3167"/>
                    <a:pt x="3600" y="3167"/>
                  </a:cubicBezTo>
                  <a:cubicBezTo>
                    <a:pt x="720" y="3167"/>
                    <a:pt x="720" y="3167"/>
                    <a:pt x="720" y="3167"/>
                  </a:cubicBezTo>
                  <a:cubicBezTo>
                    <a:pt x="522" y="3167"/>
                    <a:pt x="361" y="3006"/>
                    <a:pt x="360" y="2807"/>
                  </a:cubicBezTo>
                  <a:cubicBezTo>
                    <a:pt x="360" y="792"/>
                    <a:pt x="360" y="792"/>
                    <a:pt x="360" y="792"/>
                  </a:cubicBezTo>
                  <a:cubicBezTo>
                    <a:pt x="3960" y="792"/>
                    <a:pt x="3960" y="792"/>
                    <a:pt x="3960" y="792"/>
                  </a:cubicBezTo>
                  <a:cubicBezTo>
                    <a:pt x="3960" y="2807"/>
                    <a:pt x="3960" y="2807"/>
                    <a:pt x="3960" y="2807"/>
                  </a:cubicBezTo>
                  <a:close/>
                  <a:moveTo>
                    <a:pt x="4176" y="576"/>
                  </a:moveTo>
                  <a:cubicBezTo>
                    <a:pt x="4176" y="616"/>
                    <a:pt x="4143" y="648"/>
                    <a:pt x="4104" y="648"/>
                  </a:cubicBezTo>
                  <a:cubicBezTo>
                    <a:pt x="216" y="648"/>
                    <a:pt x="216" y="648"/>
                    <a:pt x="216" y="648"/>
                  </a:cubicBezTo>
                  <a:cubicBezTo>
                    <a:pt x="177" y="648"/>
                    <a:pt x="144" y="616"/>
                    <a:pt x="144" y="576"/>
                  </a:cubicBezTo>
                  <a:cubicBezTo>
                    <a:pt x="144" y="504"/>
                    <a:pt x="144" y="504"/>
                    <a:pt x="144" y="504"/>
                  </a:cubicBezTo>
                  <a:cubicBezTo>
                    <a:pt x="144" y="464"/>
                    <a:pt x="177" y="432"/>
                    <a:pt x="216" y="432"/>
                  </a:cubicBezTo>
                  <a:cubicBezTo>
                    <a:pt x="4104" y="432"/>
                    <a:pt x="4104" y="432"/>
                    <a:pt x="4104" y="432"/>
                  </a:cubicBezTo>
                  <a:cubicBezTo>
                    <a:pt x="4143" y="432"/>
                    <a:pt x="4176" y="464"/>
                    <a:pt x="4176" y="504"/>
                  </a:cubicBezTo>
                  <a:lnTo>
                    <a:pt x="4176" y="57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60" name="Freeform 32">
              <a:extLst>
                <a:ext uri="{FF2B5EF4-FFF2-40B4-BE49-F238E27FC236}">
                  <a16:creationId xmlns:a16="http://schemas.microsoft.com/office/drawing/2014/main" id="{760A3D0D-E58F-4C42-9A65-E728E63867D8}"/>
                </a:ext>
              </a:extLst>
            </p:cNvPr>
            <p:cNvSpPr>
              <a:spLocks noEditPoints="1"/>
            </p:cNvSpPr>
            <p:nvPr/>
          </p:nvSpPr>
          <p:spPr bwMode="auto">
            <a:xfrm>
              <a:off x="6500389" y="4016525"/>
              <a:ext cx="436563" cy="277813"/>
            </a:xfrm>
            <a:custGeom>
              <a:avLst/>
              <a:gdLst>
                <a:gd name="T0" fmla="*/ 576 w 3197"/>
                <a:gd name="T1" fmla="*/ 1724 h 2038"/>
                <a:gd name="T2" fmla="*/ 785 w 3197"/>
                <a:gd name="T3" fmla="*/ 1219 h 2038"/>
                <a:gd name="T4" fmla="*/ 1152 w 3197"/>
                <a:gd name="T5" fmla="*/ 1045 h 2038"/>
                <a:gd name="T6" fmla="*/ 1519 w 3197"/>
                <a:gd name="T7" fmla="*/ 1219 h 2038"/>
                <a:gd name="T8" fmla="*/ 1728 w 3197"/>
                <a:gd name="T9" fmla="*/ 1724 h 2038"/>
                <a:gd name="T10" fmla="*/ 2243 w 3197"/>
                <a:gd name="T11" fmla="*/ 1903 h 2038"/>
                <a:gd name="T12" fmla="*/ 2744 w 3197"/>
                <a:gd name="T13" fmla="*/ 1041 h 2038"/>
                <a:gd name="T14" fmla="*/ 3163 w 3197"/>
                <a:gd name="T15" fmla="*/ 860 h 2038"/>
                <a:gd name="T16" fmla="*/ 2670 w 3197"/>
                <a:gd name="T17" fmla="*/ 588 h 2038"/>
                <a:gd name="T18" fmla="*/ 2151 w 3197"/>
                <a:gd name="T19" fmla="*/ 1472 h 2038"/>
                <a:gd name="T20" fmla="*/ 1563 w 3197"/>
                <a:gd name="T21" fmla="*/ 1043 h 2038"/>
                <a:gd name="T22" fmla="*/ 1778 w 3197"/>
                <a:gd name="T23" fmla="*/ 533 h 2038"/>
                <a:gd name="T24" fmla="*/ 1738 w 3197"/>
                <a:gd name="T25" fmla="*/ 410 h 2038"/>
                <a:gd name="T26" fmla="*/ 1216 w 3197"/>
                <a:gd name="T27" fmla="*/ 37 h 2038"/>
                <a:gd name="T28" fmla="*/ 1088 w 3197"/>
                <a:gd name="T29" fmla="*/ 37 h 2038"/>
                <a:gd name="T30" fmla="*/ 566 w 3197"/>
                <a:gd name="T31" fmla="*/ 410 h 2038"/>
                <a:gd name="T32" fmla="*/ 526 w 3197"/>
                <a:gd name="T33" fmla="*/ 533 h 2038"/>
                <a:gd name="T34" fmla="*/ 742 w 3197"/>
                <a:gd name="T35" fmla="*/ 1043 h 2038"/>
                <a:gd name="T36" fmla="*/ 288 w 3197"/>
                <a:gd name="T37" fmla="*/ 1436 h 2038"/>
                <a:gd name="T38" fmla="*/ 288 w 3197"/>
                <a:gd name="T39" fmla="*/ 2012 h 2038"/>
                <a:gd name="T40" fmla="*/ 3024 w 3197"/>
                <a:gd name="T41" fmla="*/ 789 h 2038"/>
                <a:gd name="T42" fmla="*/ 2736 w 3197"/>
                <a:gd name="T43" fmla="*/ 789 h 2038"/>
                <a:gd name="T44" fmla="*/ 2016 w 3197"/>
                <a:gd name="T45" fmla="*/ 1580 h 2038"/>
                <a:gd name="T46" fmla="*/ 2016 w 3197"/>
                <a:gd name="T47" fmla="*/ 1868 h 2038"/>
                <a:gd name="T48" fmla="*/ 2016 w 3197"/>
                <a:gd name="T49" fmla="*/ 1580 h 2038"/>
                <a:gd name="T50" fmla="*/ 984 w 3197"/>
                <a:gd name="T51" fmla="*/ 495 h 2038"/>
                <a:gd name="T52" fmla="*/ 1152 w 3197"/>
                <a:gd name="T53" fmla="*/ 230 h 2038"/>
                <a:gd name="T54" fmla="*/ 1320 w 3197"/>
                <a:gd name="T55" fmla="*/ 495 h 2038"/>
                <a:gd name="T56" fmla="*/ 1390 w 3197"/>
                <a:gd name="T57" fmla="*/ 706 h 2038"/>
                <a:gd name="T58" fmla="*/ 1412 w 3197"/>
                <a:gd name="T59" fmla="*/ 1018 h 2038"/>
                <a:gd name="T60" fmla="*/ 1119 w 3197"/>
                <a:gd name="T61" fmla="*/ 900 h 2038"/>
                <a:gd name="T62" fmla="*/ 935 w 3197"/>
                <a:gd name="T63" fmla="*/ 770 h 2038"/>
                <a:gd name="T64" fmla="*/ 732 w 3197"/>
                <a:gd name="T65" fmla="*/ 532 h 2038"/>
                <a:gd name="T66" fmla="*/ 432 w 3197"/>
                <a:gd name="T67" fmla="*/ 1724 h 2038"/>
                <a:gd name="T68" fmla="*/ 144 w 3197"/>
                <a:gd name="T69" fmla="*/ 1724 h 2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97" h="2038">
                  <a:moveTo>
                    <a:pt x="288" y="2012"/>
                  </a:moveTo>
                  <a:cubicBezTo>
                    <a:pt x="447" y="2012"/>
                    <a:pt x="576" y="1883"/>
                    <a:pt x="576" y="1724"/>
                  </a:cubicBezTo>
                  <a:cubicBezTo>
                    <a:pt x="576" y="1662"/>
                    <a:pt x="556" y="1602"/>
                    <a:pt x="518" y="1553"/>
                  </a:cubicBezTo>
                  <a:cubicBezTo>
                    <a:pt x="785" y="1219"/>
                    <a:pt x="785" y="1219"/>
                    <a:pt x="785" y="1219"/>
                  </a:cubicBezTo>
                  <a:cubicBezTo>
                    <a:pt x="800" y="1222"/>
                    <a:pt x="816" y="1219"/>
                    <a:pt x="829" y="1212"/>
                  </a:cubicBezTo>
                  <a:cubicBezTo>
                    <a:pt x="1152" y="1045"/>
                    <a:pt x="1152" y="1045"/>
                    <a:pt x="1152" y="1045"/>
                  </a:cubicBezTo>
                  <a:cubicBezTo>
                    <a:pt x="1475" y="1212"/>
                    <a:pt x="1475" y="1212"/>
                    <a:pt x="1475" y="1212"/>
                  </a:cubicBezTo>
                  <a:cubicBezTo>
                    <a:pt x="1488" y="1220"/>
                    <a:pt x="1504" y="1223"/>
                    <a:pt x="1519" y="1219"/>
                  </a:cubicBezTo>
                  <a:cubicBezTo>
                    <a:pt x="1786" y="1553"/>
                    <a:pt x="1786" y="1553"/>
                    <a:pt x="1786" y="1553"/>
                  </a:cubicBezTo>
                  <a:cubicBezTo>
                    <a:pt x="1749" y="1602"/>
                    <a:pt x="1728" y="1662"/>
                    <a:pt x="1728" y="1724"/>
                  </a:cubicBezTo>
                  <a:cubicBezTo>
                    <a:pt x="1728" y="1847"/>
                    <a:pt x="1805" y="1957"/>
                    <a:pt x="1921" y="1998"/>
                  </a:cubicBezTo>
                  <a:cubicBezTo>
                    <a:pt x="2038" y="2038"/>
                    <a:pt x="2167" y="2000"/>
                    <a:pt x="2243" y="1903"/>
                  </a:cubicBezTo>
                  <a:cubicBezTo>
                    <a:pt x="2318" y="1806"/>
                    <a:pt x="2324" y="1672"/>
                    <a:pt x="2257" y="1569"/>
                  </a:cubicBezTo>
                  <a:cubicBezTo>
                    <a:pt x="2744" y="1041"/>
                    <a:pt x="2744" y="1041"/>
                    <a:pt x="2744" y="1041"/>
                  </a:cubicBezTo>
                  <a:cubicBezTo>
                    <a:pt x="2786" y="1064"/>
                    <a:pt x="2832" y="1076"/>
                    <a:pt x="2880" y="1077"/>
                  </a:cubicBezTo>
                  <a:cubicBezTo>
                    <a:pt x="3013" y="1078"/>
                    <a:pt x="3130" y="988"/>
                    <a:pt x="3163" y="860"/>
                  </a:cubicBezTo>
                  <a:cubicBezTo>
                    <a:pt x="3197" y="731"/>
                    <a:pt x="3139" y="596"/>
                    <a:pt x="3022" y="531"/>
                  </a:cubicBezTo>
                  <a:cubicBezTo>
                    <a:pt x="2906" y="467"/>
                    <a:pt x="2760" y="491"/>
                    <a:pt x="2670" y="588"/>
                  </a:cubicBezTo>
                  <a:cubicBezTo>
                    <a:pt x="2579" y="686"/>
                    <a:pt x="2566" y="832"/>
                    <a:pt x="2638" y="944"/>
                  </a:cubicBezTo>
                  <a:cubicBezTo>
                    <a:pt x="2151" y="1472"/>
                    <a:pt x="2151" y="1472"/>
                    <a:pt x="2151" y="1472"/>
                  </a:cubicBezTo>
                  <a:cubicBezTo>
                    <a:pt x="2073" y="1428"/>
                    <a:pt x="1979" y="1425"/>
                    <a:pt x="1898" y="1462"/>
                  </a:cubicBezTo>
                  <a:cubicBezTo>
                    <a:pt x="1563" y="1043"/>
                    <a:pt x="1563" y="1043"/>
                    <a:pt x="1563" y="1043"/>
                  </a:cubicBezTo>
                  <a:cubicBezTo>
                    <a:pt x="1517" y="783"/>
                    <a:pt x="1517" y="783"/>
                    <a:pt x="1517" y="783"/>
                  </a:cubicBezTo>
                  <a:cubicBezTo>
                    <a:pt x="1778" y="533"/>
                    <a:pt x="1778" y="533"/>
                    <a:pt x="1778" y="533"/>
                  </a:cubicBezTo>
                  <a:cubicBezTo>
                    <a:pt x="1798" y="514"/>
                    <a:pt x="1805" y="485"/>
                    <a:pt x="1797" y="459"/>
                  </a:cubicBezTo>
                  <a:cubicBezTo>
                    <a:pt x="1788" y="433"/>
                    <a:pt x="1765" y="414"/>
                    <a:pt x="1738" y="410"/>
                  </a:cubicBezTo>
                  <a:cubicBezTo>
                    <a:pt x="1378" y="358"/>
                    <a:pt x="1378" y="358"/>
                    <a:pt x="1378" y="358"/>
                  </a:cubicBezTo>
                  <a:cubicBezTo>
                    <a:pt x="1216" y="37"/>
                    <a:pt x="1216" y="37"/>
                    <a:pt x="1216" y="37"/>
                  </a:cubicBezTo>
                  <a:cubicBezTo>
                    <a:pt x="1203" y="14"/>
                    <a:pt x="1178" y="0"/>
                    <a:pt x="1152" y="0"/>
                  </a:cubicBezTo>
                  <a:cubicBezTo>
                    <a:pt x="1126" y="0"/>
                    <a:pt x="1101" y="14"/>
                    <a:pt x="1088" y="37"/>
                  </a:cubicBezTo>
                  <a:cubicBezTo>
                    <a:pt x="927" y="358"/>
                    <a:pt x="927" y="358"/>
                    <a:pt x="927" y="358"/>
                  </a:cubicBezTo>
                  <a:cubicBezTo>
                    <a:pt x="566" y="410"/>
                    <a:pt x="566" y="410"/>
                    <a:pt x="566" y="410"/>
                  </a:cubicBezTo>
                  <a:cubicBezTo>
                    <a:pt x="539" y="414"/>
                    <a:pt x="516" y="433"/>
                    <a:pt x="508" y="459"/>
                  </a:cubicBezTo>
                  <a:cubicBezTo>
                    <a:pt x="499" y="485"/>
                    <a:pt x="506" y="514"/>
                    <a:pt x="526" y="533"/>
                  </a:cubicBezTo>
                  <a:cubicBezTo>
                    <a:pt x="787" y="783"/>
                    <a:pt x="787" y="783"/>
                    <a:pt x="787" y="783"/>
                  </a:cubicBezTo>
                  <a:cubicBezTo>
                    <a:pt x="742" y="1043"/>
                    <a:pt x="742" y="1043"/>
                    <a:pt x="742" y="1043"/>
                  </a:cubicBezTo>
                  <a:cubicBezTo>
                    <a:pt x="406" y="1462"/>
                    <a:pt x="406" y="1462"/>
                    <a:pt x="406" y="1462"/>
                  </a:cubicBezTo>
                  <a:cubicBezTo>
                    <a:pt x="369" y="1445"/>
                    <a:pt x="329" y="1437"/>
                    <a:pt x="288" y="1436"/>
                  </a:cubicBezTo>
                  <a:cubicBezTo>
                    <a:pt x="129" y="1436"/>
                    <a:pt x="0" y="1565"/>
                    <a:pt x="0" y="1724"/>
                  </a:cubicBezTo>
                  <a:cubicBezTo>
                    <a:pt x="0" y="1883"/>
                    <a:pt x="129" y="2012"/>
                    <a:pt x="288" y="2012"/>
                  </a:cubicBezTo>
                  <a:close/>
                  <a:moveTo>
                    <a:pt x="2880" y="645"/>
                  </a:moveTo>
                  <a:cubicBezTo>
                    <a:pt x="2959" y="645"/>
                    <a:pt x="3024" y="709"/>
                    <a:pt x="3024" y="789"/>
                  </a:cubicBezTo>
                  <a:cubicBezTo>
                    <a:pt x="3024" y="868"/>
                    <a:pt x="2959" y="933"/>
                    <a:pt x="2880" y="933"/>
                  </a:cubicBezTo>
                  <a:cubicBezTo>
                    <a:pt x="2800" y="932"/>
                    <a:pt x="2736" y="868"/>
                    <a:pt x="2736" y="789"/>
                  </a:cubicBezTo>
                  <a:cubicBezTo>
                    <a:pt x="2736" y="709"/>
                    <a:pt x="2800" y="645"/>
                    <a:pt x="2880" y="645"/>
                  </a:cubicBezTo>
                  <a:close/>
                  <a:moveTo>
                    <a:pt x="2016" y="1580"/>
                  </a:moveTo>
                  <a:cubicBezTo>
                    <a:pt x="2095" y="1581"/>
                    <a:pt x="2160" y="1645"/>
                    <a:pt x="2160" y="1724"/>
                  </a:cubicBezTo>
                  <a:cubicBezTo>
                    <a:pt x="2160" y="1804"/>
                    <a:pt x="2095" y="1868"/>
                    <a:pt x="2016" y="1868"/>
                  </a:cubicBezTo>
                  <a:cubicBezTo>
                    <a:pt x="1936" y="1868"/>
                    <a:pt x="1872" y="1804"/>
                    <a:pt x="1872" y="1724"/>
                  </a:cubicBezTo>
                  <a:cubicBezTo>
                    <a:pt x="1872" y="1645"/>
                    <a:pt x="1936" y="1580"/>
                    <a:pt x="2016" y="1580"/>
                  </a:cubicBezTo>
                  <a:close/>
                  <a:moveTo>
                    <a:pt x="732" y="532"/>
                  </a:moveTo>
                  <a:cubicBezTo>
                    <a:pt x="984" y="495"/>
                    <a:pt x="984" y="495"/>
                    <a:pt x="984" y="495"/>
                  </a:cubicBezTo>
                  <a:cubicBezTo>
                    <a:pt x="1008" y="492"/>
                    <a:pt x="1028" y="478"/>
                    <a:pt x="1039" y="456"/>
                  </a:cubicBezTo>
                  <a:cubicBezTo>
                    <a:pt x="1152" y="230"/>
                    <a:pt x="1152" y="230"/>
                    <a:pt x="1152" y="230"/>
                  </a:cubicBezTo>
                  <a:cubicBezTo>
                    <a:pt x="1266" y="456"/>
                    <a:pt x="1266" y="456"/>
                    <a:pt x="1266" y="456"/>
                  </a:cubicBezTo>
                  <a:cubicBezTo>
                    <a:pt x="1276" y="478"/>
                    <a:pt x="1296" y="492"/>
                    <a:pt x="1320" y="495"/>
                  </a:cubicBezTo>
                  <a:cubicBezTo>
                    <a:pt x="1572" y="532"/>
                    <a:pt x="1572" y="532"/>
                    <a:pt x="1572" y="532"/>
                  </a:cubicBezTo>
                  <a:cubicBezTo>
                    <a:pt x="1390" y="706"/>
                    <a:pt x="1390" y="706"/>
                    <a:pt x="1390" y="706"/>
                  </a:cubicBezTo>
                  <a:cubicBezTo>
                    <a:pt x="1373" y="723"/>
                    <a:pt x="1365" y="747"/>
                    <a:pt x="1369" y="770"/>
                  </a:cubicBezTo>
                  <a:cubicBezTo>
                    <a:pt x="1412" y="1018"/>
                    <a:pt x="1412" y="1018"/>
                    <a:pt x="1412" y="1018"/>
                  </a:cubicBezTo>
                  <a:cubicBezTo>
                    <a:pt x="1185" y="900"/>
                    <a:pt x="1185" y="900"/>
                    <a:pt x="1185" y="900"/>
                  </a:cubicBezTo>
                  <a:cubicBezTo>
                    <a:pt x="1164" y="889"/>
                    <a:pt x="1140" y="889"/>
                    <a:pt x="1119" y="900"/>
                  </a:cubicBezTo>
                  <a:cubicBezTo>
                    <a:pt x="892" y="1018"/>
                    <a:pt x="892" y="1018"/>
                    <a:pt x="892" y="1018"/>
                  </a:cubicBezTo>
                  <a:cubicBezTo>
                    <a:pt x="935" y="770"/>
                    <a:pt x="935" y="770"/>
                    <a:pt x="935" y="770"/>
                  </a:cubicBezTo>
                  <a:cubicBezTo>
                    <a:pt x="939" y="747"/>
                    <a:pt x="931" y="723"/>
                    <a:pt x="914" y="706"/>
                  </a:cubicBezTo>
                  <a:lnTo>
                    <a:pt x="732" y="532"/>
                  </a:lnTo>
                  <a:close/>
                  <a:moveTo>
                    <a:pt x="288" y="1580"/>
                  </a:moveTo>
                  <a:cubicBezTo>
                    <a:pt x="368" y="1580"/>
                    <a:pt x="432" y="1645"/>
                    <a:pt x="432" y="1724"/>
                  </a:cubicBezTo>
                  <a:cubicBezTo>
                    <a:pt x="432" y="1804"/>
                    <a:pt x="368" y="1868"/>
                    <a:pt x="288" y="1868"/>
                  </a:cubicBezTo>
                  <a:cubicBezTo>
                    <a:pt x="209" y="1868"/>
                    <a:pt x="144" y="1804"/>
                    <a:pt x="144" y="1724"/>
                  </a:cubicBezTo>
                  <a:cubicBezTo>
                    <a:pt x="144" y="1645"/>
                    <a:pt x="209" y="1581"/>
                    <a:pt x="288" y="158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61" name="Freeform 33">
              <a:extLst>
                <a:ext uri="{FF2B5EF4-FFF2-40B4-BE49-F238E27FC236}">
                  <a16:creationId xmlns:a16="http://schemas.microsoft.com/office/drawing/2014/main" id="{1FFDEAEC-ED1C-444C-AEAE-AEE29271D8FB}"/>
                </a:ext>
              </a:extLst>
            </p:cNvPr>
            <p:cNvSpPr>
              <a:spLocks/>
            </p:cNvSpPr>
            <p:nvPr/>
          </p:nvSpPr>
          <p:spPr bwMode="auto">
            <a:xfrm>
              <a:off x="6814714" y="4016525"/>
              <a:ext cx="58738" cy="20638"/>
            </a:xfrm>
            <a:custGeom>
              <a:avLst/>
              <a:gdLst>
                <a:gd name="T0" fmla="*/ 72 w 432"/>
                <a:gd name="T1" fmla="*/ 144 h 144"/>
                <a:gd name="T2" fmla="*/ 360 w 432"/>
                <a:gd name="T3" fmla="*/ 144 h 144"/>
                <a:gd name="T4" fmla="*/ 432 w 432"/>
                <a:gd name="T5" fmla="*/ 72 h 144"/>
                <a:gd name="T6" fmla="*/ 360 w 432"/>
                <a:gd name="T7" fmla="*/ 0 h 144"/>
                <a:gd name="T8" fmla="*/ 72 w 432"/>
                <a:gd name="T9" fmla="*/ 0 h 144"/>
                <a:gd name="T10" fmla="*/ 0 w 432"/>
                <a:gd name="T11" fmla="*/ 72 h 144"/>
                <a:gd name="T12" fmla="*/ 72 w 432"/>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432" h="144">
                  <a:moveTo>
                    <a:pt x="72" y="144"/>
                  </a:moveTo>
                  <a:cubicBezTo>
                    <a:pt x="360" y="144"/>
                    <a:pt x="360" y="144"/>
                    <a:pt x="360" y="144"/>
                  </a:cubicBezTo>
                  <a:cubicBezTo>
                    <a:pt x="400" y="144"/>
                    <a:pt x="432" y="112"/>
                    <a:pt x="432" y="72"/>
                  </a:cubicBezTo>
                  <a:cubicBezTo>
                    <a:pt x="432" y="32"/>
                    <a:pt x="400" y="0"/>
                    <a:pt x="360" y="0"/>
                  </a:cubicBezTo>
                  <a:cubicBezTo>
                    <a:pt x="72" y="0"/>
                    <a:pt x="72" y="0"/>
                    <a:pt x="72" y="0"/>
                  </a:cubicBezTo>
                  <a:cubicBezTo>
                    <a:pt x="32" y="0"/>
                    <a:pt x="0" y="32"/>
                    <a:pt x="0" y="72"/>
                  </a:cubicBezTo>
                  <a:cubicBezTo>
                    <a:pt x="0" y="112"/>
                    <a:pt x="32" y="144"/>
                    <a:pt x="72" y="14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62" name="Freeform 34">
              <a:extLst>
                <a:ext uri="{FF2B5EF4-FFF2-40B4-BE49-F238E27FC236}">
                  <a16:creationId xmlns:a16="http://schemas.microsoft.com/office/drawing/2014/main" id="{E2F30A71-A089-4B6C-81CE-6BF59C1AA292}"/>
                </a:ext>
              </a:extLst>
            </p:cNvPr>
            <p:cNvSpPr>
              <a:spLocks/>
            </p:cNvSpPr>
            <p:nvPr/>
          </p:nvSpPr>
          <p:spPr bwMode="auto">
            <a:xfrm>
              <a:off x="6894089" y="4016525"/>
              <a:ext cx="49213" cy="20638"/>
            </a:xfrm>
            <a:custGeom>
              <a:avLst/>
              <a:gdLst>
                <a:gd name="T0" fmla="*/ 72 w 360"/>
                <a:gd name="T1" fmla="*/ 144 h 144"/>
                <a:gd name="T2" fmla="*/ 288 w 360"/>
                <a:gd name="T3" fmla="*/ 144 h 144"/>
                <a:gd name="T4" fmla="*/ 360 w 360"/>
                <a:gd name="T5" fmla="*/ 72 h 144"/>
                <a:gd name="T6" fmla="*/ 288 w 360"/>
                <a:gd name="T7" fmla="*/ 0 h 144"/>
                <a:gd name="T8" fmla="*/ 72 w 360"/>
                <a:gd name="T9" fmla="*/ 0 h 144"/>
                <a:gd name="T10" fmla="*/ 0 w 360"/>
                <a:gd name="T11" fmla="*/ 72 h 144"/>
                <a:gd name="T12" fmla="*/ 72 w 360"/>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360" h="144">
                  <a:moveTo>
                    <a:pt x="72" y="144"/>
                  </a:moveTo>
                  <a:cubicBezTo>
                    <a:pt x="288" y="144"/>
                    <a:pt x="288" y="144"/>
                    <a:pt x="288" y="144"/>
                  </a:cubicBezTo>
                  <a:cubicBezTo>
                    <a:pt x="327" y="144"/>
                    <a:pt x="360" y="112"/>
                    <a:pt x="360" y="72"/>
                  </a:cubicBezTo>
                  <a:cubicBezTo>
                    <a:pt x="360" y="32"/>
                    <a:pt x="327" y="0"/>
                    <a:pt x="288" y="0"/>
                  </a:cubicBezTo>
                  <a:cubicBezTo>
                    <a:pt x="72" y="0"/>
                    <a:pt x="72" y="0"/>
                    <a:pt x="72" y="0"/>
                  </a:cubicBezTo>
                  <a:cubicBezTo>
                    <a:pt x="32" y="0"/>
                    <a:pt x="0" y="32"/>
                    <a:pt x="0" y="72"/>
                  </a:cubicBezTo>
                  <a:cubicBezTo>
                    <a:pt x="0" y="112"/>
                    <a:pt x="32" y="144"/>
                    <a:pt x="72" y="14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63" name="Freeform 35">
              <a:extLst>
                <a:ext uri="{FF2B5EF4-FFF2-40B4-BE49-F238E27FC236}">
                  <a16:creationId xmlns:a16="http://schemas.microsoft.com/office/drawing/2014/main" id="{68458C05-E284-43C2-82F5-740FCDC48441}"/>
                </a:ext>
              </a:extLst>
            </p:cNvPr>
            <p:cNvSpPr>
              <a:spLocks/>
            </p:cNvSpPr>
            <p:nvPr/>
          </p:nvSpPr>
          <p:spPr bwMode="auto">
            <a:xfrm>
              <a:off x="6786139" y="4056213"/>
              <a:ext cx="49213" cy="19050"/>
            </a:xfrm>
            <a:custGeom>
              <a:avLst/>
              <a:gdLst>
                <a:gd name="T0" fmla="*/ 72 w 360"/>
                <a:gd name="T1" fmla="*/ 144 h 144"/>
                <a:gd name="T2" fmla="*/ 288 w 360"/>
                <a:gd name="T3" fmla="*/ 144 h 144"/>
                <a:gd name="T4" fmla="*/ 360 w 360"/>
                <a:gd name="T5" fmla="*/ 72 h 144"/>
                <a:gd name="T6" fmla="*/ 288 w 360"/>
                <a:gd name="T7" fmla="*/ 0 h 144"/>
                <a:gd name="T8" fmla="*/ 72 w 360"/>
                <a:gd name="T9" fmla="*/ 0 h 144"/>
                <a:gd name="T10" fmla="*/ 0 w 360"/>
                <a:gd name="T11" fmla="*/ 72 h 144"/>
                <a:gd name="T12" fmla="*/ 72 w 360"/>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360" h="144">
                  <a:moveTo>
                    <a:pt x="72" y="144"/>
                  </a:moveTo>
                  <a:cubicBezTo>
                    <a:pt x="288" y="144"/>
                    <a:pt x="288" y="144"/>
                    <a:pt x="288" y="144"/>
                  </a:cubicBezTo>
                  <a:cubicBezTo>
                    <a:pt x="328" y="144"/>
                    <a:pt x="360" y="111"/>
                    <a:pt x="360" y="72"/>
                  </a:cubicBezTo>
                  <a:cubicBezTo>
                    <a:pt x="360" y="32"/>
                    <a:pt x="328" y="0"/>
                    <a:pt x="288" y="0"/>
                  </a:cubicBezTo>
                  <a:cubicBezTo>
                    <a:pt x="72" y="0"/>
                    <a:pt x="72" y="0"/>
                    <a:pt x="72" y="0"/>
                  </a:cubicBezTo>
                  <a:cubicBezTo>
                    <a:pt x="32" y="0"/>
                    <a:pt x="0" y="32"/>
                    <a:pt x="0" y="72"/>
                  </a:cubicBezTo>
                  <a:cubicBezTo>
                    <a:pt x="0" y="111"/>
                    <a:pt x="32" y="144"/>
                    <a:pt x="72" y="14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64" name="Freeform 36">
              <a:extLst>
                <a:ext uri="{FF2B5EF4-FFF2-40B4-BE49-F238E27FC236}">
                  <a16:creationId xmlns:a16="http://schemas.microsoft.com/office/drawing/2014/main" id="{DA62526C-7B16-4690-9419-81BF2B8E7B85}"/>
                </a:ext>
              </a:extLst>
            </p:cNvPr>
            <p:cNvSpPr>
              <a:spLocks/>
            </p:cNvSpPr>
            <p:nvPr/>
          </p:nvSpPr>
          <p:spPr bwMode="auto">
            <a:xfrm>
              <a:off x="6854401" y="4056213"/>
              <a:ext cx="39688" cy="19050"/>
            </a:xfrm>
            <a:custGeom>
              <a:avLst/>
              <a:gdLst>
                <a:gd name="T0" fmla="*/ 21 w 288"/>
                <a:gd name="T1" fmla="*/ 21 h 144"/>
                <a:gd name="T2" fmla="*/ 0 w 288"/>
                <a:gd name="T3" fmla="*/ 72 h 144"/>
                <a:gd name="T4" fmla="*/ 21 w 288"/>
                <a:gd name="T5" fmla="*/ 123 h 144"/>
                <a:gd name="T6" fmla="*/ 72 w 288"/>
                <a:gd name="T7" fmla="*/ 144 h 144"/>
                <a:gd name="T8" fmla="*/ 216 w 288"/>
                <a:gd name="T9" fmla="*/ 144 h 144"/>
                <a:gd name="T10" fmla="*/ 288 w 288"/>
                <a:gd name="T11" fmla="*/ 72 h 144"/>
                <a:gd name="T12" fmla="*/ 216 w 288"/>
                <a:gd name="T13" fmla="*/ 0 h 144"/>
                <a:gd name="T14" fmla="*/ 72 w 288"/>
                <a:gd name="T15" fmla="*/ 0 h 144"/>
                <a:gd name="T16" fmla="*/ 21 w 288"/>
                <a:gd name="T17" fmla="*/ 2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144">
                  <a:moveTo>
                    <a:pt x="21" y="21"/>
                  </a:moveTo>
                  <a:cubicBezTo>
                    <a:pt x="7" y="34"/>
                    <a:pt x="0" y="53"/>
                    <a:pt x="0" y="72"/>
                  </a:cubicBezTo>
                  <a:cubicBezTo>
                    <a:pt x="0" y="91"/>
                    <a:pt x="7" y="109"/>
                    <a:pt x="21" y="123"/>
                  </a:cubicBezTo>
                  <a:cubicBezTo>
                    <a:pt x="34" y="136"/>
                    <a:pt x="53" y="144"/>
                    <a:pt x="72" y="144"/>
                  </a:cubicBezTo>
                  <a:cubicBezTo>
                    <a:pt x="216" y="144"/>
                    <a:pt x="216" y="144"/>
                    <a:pt x="216" y="144"/>
                  </a:cubicBezTo>
                  <a:cubicBezTo>
                    <a:pt x="256" y="144"/>
                    <a:pt x="288" y="111"/>
                    <a:pt x="288" y="72"/>
                  </a:cubicBezTo>
                  <a:cubicBezTo>
                    <a:pt x="288" y="32"/>
                    <a:pt x="256" y="0"/>
                    <a:pt x="216" y="0"/>
                  </a:cubicBezTo>
                  <a:cubicBezTo>
                    <a:pt x="72" y="0"/>
                    <a:pt x="72" y="0"/>
                    <a:pt x="72" y="0"/>
                  </a:cubicBezTo>
                  <a:cubicBezTo>
                    <a:pt x="53" y="0"/>
                    <a:pt x="34" y="7"/>
                    <a:pt x="21" y="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65" name="Freeform 37">
              <a:extLst>
                <a:ext uri="{FF2B5EF4-FFF2-40B4-BE49-F238E27FC236}">
                  <a16:creationId xmlns:a16="http://schemas.microsoft.com/office/drawing/2014/main" id="{666F1A65-EF93-48AF-81A6-5A0BECCA215B}"/>
                </a:ext>
              </a:extLst>
            </p:cNvPr>
            <p:cNvSpPr>
              <a:spLocks/>
            </p:cNvSpPr>
            <p:nvPr/>
          </p:nvSpPr>
          <p:spPr bwMode="auto">
            <a:xfrm>
              <a:off x="6913139" y="4056213"/>
              <a:ext cx="30163" cy="19050"/>
            </a:xfrm>
            <a:custGeom>
              <a:avLst/>
              <a:gdLst>
                <a:gd name="T0" fmla="*/ 144 w 216"/>
                <a:gd name="T1" fmla="*/ 0 h 144"/>
                <a:gd name="T2" fmla="*/ 72 w 216"/>
                <a:gd name="T3" fmla="*/ 0 h 144"/>
                <a:gd name="T4" fmla="*/ 0 w 216"/>
                <a:gd name="T5" fmla="*/ 72 h 144"/>
                <a:gd name="T6" fmla="*/ 72 w 216"/>
                <a:gd name="T7" fmla="*/ 144 h 144"/>
                <a:gd name="T8" fmla="*/ 144 w 216"/>
                <a:gd name="T9" fmla="*/ 144 h 144"/>
                <a:gd name="T10" fmla="*/ 216 w 216"/>
                <a:gd name="T11" fmla="*/ 72 h 144"/>
                <a:gd name="T12" fmla="*/ 144 w 216"/>
                <a:gd name="T13" fmla="*/ 0 h 144"/>
              </a:gdLst>
              <a:ahLst/>
              <a:cxnLst>
                <a:cxn ang="0">
                  <a:pos x="T0" y="T1"/>
                </a:cxn>
                <a:cxn ang="0">
                  <a:pos x="T2" y="T3"/>
                </a:cxn>
                <a:cxn ang="0">
                  <a:pos x="T4" y="T5"/>
                </a:cxn>
                <a:cxn ang="0">
                  <a:pos x="T6" y="T7"/>
                </a:cxn>
                <a:cxn ang="0">
                  <a:pos x="T8" y="T9"/>
                </a:cxn>
                <a:cxn ang="0">
                  <a:pos x="T10" y="T11"/>
                </a:cxn>
                <a:cxn ang="0">
                  <a:pos x="T12" y="T13"/>
                </a:cxn>
              </a:cxnLst>
              <a:rect l="0" t="0" r="r" b="b"/>
              <a:pathLst>
                <a:path w="216" h="144">
                  <a:moveTo>
                    <a:pt x="144" y="0"/>
                  </a:moveTo>
                  <a:cubicBezTo>
                    <a:pt x="72" y="0"/>
                    <a:pt x="72" y="0"/>
                    <a:pt x="72" y="0"/>
                  </a:cubicBezTo>
                  <a:cubicBezTo>
                    <a:pt x="32" y="0"/>
                    <a:pt x="0" y="32"/>
                    <a:pt x="0" y="72"/>
                  </a:cubicBezTo>
                  <a:cubicBezTo>
                    <a:pt x="0" y="111"/>
                    <a:pt x="32" y="144"/>
                    <a:pt x="72" y="144"/>
                  </a:cubicBezTo>
                  <a:cubicBezTo>
                    <a:pt x="144" y="144"/>
                    <a:pt x="144" y="144"/>
                    <a:pt x="144" y="144"/>
                  </a:cubicBezTo>
                  <a:cubicBezTo>
                    <a:pt x="183" y="144"/>
                    <a:pt x="216" y="111"/>
                    <a:pt x="216" y="72"/>
                  </a:cubicBezTo>
                  <a:cubicBezTo>
                    <a:pt x="216" y="32"/>
                    <a:pt x="183" y="0"/>
                    <a:pt x="14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pic>
        <p:nvPicPr>
          <p:cNvPr id="66" name="Graphic 65">
            <a:extLst>
              <a:ext uri="{FF2B5EF4-FFF2-40B4-BE49-F238E27FC236}">
                <a16:creationId xmlns:a16="http://schemas.microsoft.com/office/drawing/2014/main" id="{6BB5C056-76E6-41FC-A60E-0B7F5A98438E}"/>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181237" y="3196389"/>
            <a:ext cx="320650" cy="320650"/>
          </a:xfrm>
          <a:prstGeom prst="rect">
            <a:avLst/>
          </a:prstGeom>
        </p:spPr>
      </p:pic>
      <p:sp>
        <p:nvSpPr>
          <p:cNvPr id="4" name="Footer Placeholder 4">
            <a:extLst>
              <a:ext uri="{FF2B5EF4-FFF2-40B4-BE49-F238E27FC236}">
                <a16:creationId xmlns:a16="http://schemas.microsoft.com/office/drawing/2014/main" id="{28194282-9FE9-ECB6-52CC-CA422627DD07}"/>
              </a:ext>
            </a:extLst>
          </p:cNvPr>
          <p:cNvSpPr>
            <a:spLocks noGrp="1"/>
          </p:cNvSpPr>
          <p:nvPr>
            <p:ph type="ftr" sz="quarter" idx="11"/>
            <p:custDataLst>
              <p:tags r:id="rId3"/>
            </p:custDataLst>
          </p:nvPr>
        </p:nvSpPr>
        <p:spPr>
          <a:xfrm>
            <a:off x="4038600" y="6356350"/>
            <a:ext cx="2600739" cy="501650"/>
          </a:xfrm>
        </p:spPr>
        <p:txBody>
          <a:bodyPr/>
          <a:lstStyle/>
          <a:p>
            <a:r>
              <a:rPr lang="en-GB" dirty="0"/>
              <a:t>© ERA Group</a:t>
            </a:r>
          </a:p>
        </p:txBody>
      </p:sp>
    </p:spTree>
    <p:custDataLst>
      <p:custData r:id="rId1"/>
      <p:custData r:id="rId2"/>
    </p:custDataLst>
    <p:extLst>
      <p:ext uri="{BB962C8B-B14F-4D97-AF65-F5344CB8AC3E}">
        <p14:creationId xmlns:p14="http://schemas.microsoft.com/office/powerpoint/2010/main" val="2824959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hteck 53">
            <a:extLst>
              <a:ext uri="{FF2B5EF4-FFF2-40B4-BE49-F238E27FC236}">
                <a16:creationId xmlns:a16="http://schemas.microsoft.com/office/drawing/2014/main" id="{33EFA2B3-60AB-3EB8-74A9-C05DE62C6C5B}"/>
              </a:ext>
            </a:extLst>
          </p:cNvPr>
          <p:cNvSpPr/>
          <p:nvPr/>
        </p:nvSpPr>
        <p:spPr bwMode="gray">
          <a:xfrm>
            <a:off x="-19132" y="2394239"/>
            <a:ext cx="12191999" cy="3962110"/>
          </a:xfrm>
          <a:prstGeom prst="roundRect">
            <a:avLst>
              <a:gd name="adj" fmla="val 0"/>
            </a:avLst>
          </a:prstGeom>
          <a:solidFill>
            <a:schemeClr val="bg1"/>
          </a:solidFill>
          <a:ln>
            <a:no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rIns="72000" rtlCol="0" anchor="ctr"/>
          <a:lstStyle/>
          <a:p>
            <a:pPr algn="ctr"/>
            <a:endParaRPr lang="de-DE" sz="1400" dirty="0">
              <a:solidFill>
                <a:schemeClr val="tx2"/>
              </a:solidFill>
            </a:endParaRPr>
          </a:p>
        </p:txBody>
      </p:sp>
      <p:sp>
        <p:nvSpPr>
          <p:cNvPr id="13" name="Rectangle 12">
            <a:extLst>
              <a:ext uri="{FF2B5EF4-FFF2-40B4-BE49-F238E27FC236}">
                <a16:creationId xmlns:a16="http://schemas.microsoft.com/office/drawing/2014/main" id="{877BE75A-2EEF-4800-2D30-A6DFE0A88B82}"/>
              </a:ext>
            </a:extLst>
          </p:cNvPr>
          <p:cNvSpPr/>
          <p:nvPr/>
        </p:nvSpPr>
        <p:spPr>
          <a:xfrm>
            <a:off x="0" y="3839773"/>
            <a:ext cx="12192000" cy="25165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6" name="Rectangle 85">
            <a:extLst>
              <a:ext uri="{FF2B5EF4-FFF2-40B4-BE49-F238E27FC236}">
                <a16:creationId xmlns:a16="http://schemas.microsoft.com/office/drawing/2014/main" id="{60283B49-6241-07B2-E263-FBBF7EAAA79C}"/>
              </a:ext>
            </a:extLst>
          </p:cNvPr>
          <p:cNvSpPr/>
          <p:nvPr/>
        </p:nvSpPr>
        <p:spPr>
          <a:xfrm>
            <a:off x="-19132" y="3769906"/>
            <a:ext cx="12211132" cy="26486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dirty="0">
              <a:ln>
                <a:noFill/>
              </a:ln>
              <a:solidFill>
                <a:srgbClr val="FFFFFF"/>
              </a:solidFill>
              <a:effectLst/>
              <a:uLnTx/>
              <a:uFillTx/>
              <a:latin typeface="Segoe UI"/>
              <a:ea typeface="+mn-ea"/>
              <a:cs typeface="+mn-cs"/>
            </a:endParaRPr>
          </a:p>
        </p:txBody>
      </p:sp>
      <p:sp>
        <p:nvSpPr>
          <p:cNvPr id="2" name="Titel 1">
            <a:extLst>
              <a:ext uri="{FF2B5EF4-FFF2-40B4-BE49-F238E27FC236}">
                <a16:creationId xmlns:a16="http://schemas.microsoft.com/office/drawing/2014/main" id="{6D26CB7F-387E-7C8C-99FB-A850742A5F35}"/>
              </a:ext>
            </a:extLst>
          </p:cNvPr>
          <p:cNvSpPr>
            <a:spLocks noGrp="1"/>
          </p:cNvSpPr>
          <p:nvPr>
            <p:ph type="title"/>
          </p:nvPr>
        </p:nvSpPr>
        <p:spPr>
          <a:xfrm>
            <a:off x="478800" y="697124"/>
            <a:ext cx="11234400" cy="361914"/>
          </a:xfrm>
        </p:spPr>
        <p:txBody>
          <a:bodyPr/>
          <a:lstStyle/>
          <a:p>
            <a:r>
              <a:rPr lang="de-DE" dirty="0"/>
              <a:t>Die nächsten Schritte</a:t>
            </a:r>
          </a:p>
        </p:txBody>
      </p:sp>
      <p:sp>
        <p:nvSpPr>
          <p:cNvPr id="3" name="Fußzeilenplatzhalter 2">
            <a:extLst>
              <a:ext uri="{FF2B5EF4-FFF2-40B4-BE49-F238E27FC236}">
                <a16:creationId xmlns:a16="http://schemas.microsoft.com/office/drawing/2014/main" id="{73C7CDE9-C036-E0AB-E40F-7BFD66F9F8BD}"/>
              </a:ext>
            </a:extLst>
          </p:cNvPr>
          <p:cNvSpPr>
            <a:spLocks noGrp="1"/>
          </p:cNvSpPr>
          <p:nvPr>
            <p:ph type="ftr" sz="quarter" idx="11"/>
          </p:nvPr>
        </p:nvSpPr>
        <p:spPr>
          <a:xfrm>
            <a:off x="4038600" y="6356350"/>
            <a:ext cx="2600739" cy="501650"/>
          </a:xfrm>
        </p:spPr>
        <p:txBody>
          <a:bodyPr/>
          <a:lstStyle/>
          <a:p>
            <a:r>
              <a:rPr lang="en-US" dirty="0"/>
              <a:t>©  ERA Group</a:t>
            </a:r>
          </a:p>
        </p:txBody>
      </p:sp>
      <p:grpSp>
        <p:nvGrpSpPr>
          <p:cNvPr id="70" name="Group 69">
            <a:extLst>
              <a:ext uri="{FF2B5EF4-FFF2-40B4-BE49-F238E27FC236}">
                <a16:creationId xmlns:a16="http://schemas.microsoft.com/office/drawing/2014/main" id="{2C9B9884-2D04-8C6A-F3EB-55203F97286A}"/>
              </a:ext>
            </a:extLst>
          </p:cNvPr>
          <p:cNvGrpSpPr/>
          <p:nvPr/>
        </p:nvGrpSpPr>
        <p:grpSpPr>
          <a:xfrm>
            <a:off x="2902900" y="3684775"/>
            <a:ext cx="435131" cy="435131"/>
            <a:chOff x="2989014" y="3769906"/>
            <a:chExt cx="264869" cy="264869"/>
          </a:xfrm>
          <a:effectLst>
            <a:outerShdw blurRad="330200" algn="ctr" rotWithShape="0">
              <a:prstClr val="black">
                <a:alpha val="13000"/>
              </a:prstClr>
            </a:outerShdw>
          </a:effectLst>
        </p:grpSpPr>
        <p:sp>
          <p:nvSpPr>
            <p:cNvPr id="78" name="Oval 77">
              <a:extLst>
                <a:ext uri="{FF2B5EF4-FFF2-40B4-BE49-F238E27FC236}">
                  <a16:creationId xmlns:a16="http://schemas.microsoft.com/office/drawing/2014/main" id="{F9554246-BBC7-91A3-996E-B8AE6516FBDB}"/>
                </a:ext>
              </a:extLst>
            </p:cNvPr>
            <p:cNvSpPr>
              <a:spLocks noChangeAspect="1"/>
            </p:cNvSpPr>
            <p:nvPr/>
          </p:nvSpPr>
          <p:spPr>
            <a:xfrm>
              <a:off x="2989014" y="3769906"/>
              <a:ext cx="264869" cy="26486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Chevron 78">
              <a:extLst>
                <a:ext uri="{FF2B5EF4-FFF2-40B4-BE49-F238E27FC236}">
                  <a16:creationId xmlns:a16="http://schemas.microsoft.com/office/drawing/2014/main" id="{C84EA1CC-D0D9-280A-0E87-DBC661B64E1A}"/>
                </a:ext>
              </a:extLst>
            </p:cNvPr>
            <p:cNvSpPr/>
            <p:nvPr/>
          </p:nvSpPr>
          <p:spPr>
            <a:xfrm>
              <a:off x="3060545" y="3839773"/>
              <a:ext cx="121806" cy="121806"/>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5" name="Group 74">
            <a:extLst>
              <a:ext uri="{FF2B5EF4-FFF2-40B4-BE49-F238E27FC236}">
                <a16:creationId xmlns:a16="http://schemas.microsoft.com/office/drawing/2014/main" id="{E53CB14C-4825-C065-2854-851E835370D4}"/>
              </a:ext>
            </a:extLst>
          </p:cNvPr>
          <p:cNvGrpSpPr/>
          <p:nvPr/>
        </p:nvGrpSpPr>
        <p:grpSpPr>
          <a:xfrm>
            <a:off x="5876296" y="3684775"/>
            <a:ext cx="435131" cy="435131"/>
            <a:chOff x="5962016" y="3769906"/>
            <a:chExt cx="264869" cy="264869"/>
          </a:xfrm>
          <a:effectLst>
            <a:outerShdw blurRad="330200" algn="ctr" rotWithShape="0">
              <a:prstClr val="black">
                <a:alpha val="13000"/>
              </a:prstClr>
            </a:outerShdw>
          </a:effectLst>
        </p:grpSpPr>
        <p:sp>
          <p:nvSpPr>
            <p:cNvPr id="81" name="Oval 80">
              <a:extLst>
                <a:ext uri="{FF2B5EF4-FFF2-40B4-BE49-F238E27FC236}">
                  <a16:creationId xmlns:a16="http://schemas.microsoft.com/office/drawing/2014/main" id="{4CF6EE56-DA54-39C8-E7D9-CE022D9C8DA6}"/>
                </a:ext>
              </a:extLst>
            </p:cNvPr>
            <p:cNvSpPr>
              <a:spLocks noChangeAspect="1"/>
            </p:cNvSpPr>
            <p:nvPr/>
          </p:nvSpPr>
          <p:spPr>
            <a:xfrm>
              <a:off x="5962016" y="3769906"/>
              <a:ext cx="264869" cy="264869"/>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Chevron 81">
              <a:extLst>
                <a:ext uri="{FF2B5EF4-FFF2-40B4-BE49-F238E27FC236}">
                  <a16:creationId xmlns:a16="http://schemas.microsoft.com/office/drawing/2014/main" id="{7F2AC81F-2637-FB7D-21BD-67C0834FE3F4}"/>
                </a:ext>
              </a:extLst>
            </p:cNvPr>
            <p:cNvSpPr/>
            <p:nvPr/>
          </p:nvSpPr>
          <p:spPr>
            <a:xfrm>
              <a:off x="6033547" y="3839773"/>
              <a:ext cx="121806" cy="121806"/>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6" name="Group 75">
            <a:extLst>
              <a:ext uri="{FF2B5EF4-FFF2-40B4-BE49-F238E27FC236}">
                <a16:creationId xmlns:a16="http://schemas.microsoft.com/office/drawing/2014/main" id="{03A63316-B31B-669C-F8BF-A499B82A6DB2}"/>
              </a:ext>
            </a:extLst>
          </p:cNvPr>
          <p:cNvGrpSpPr/>
          <p:nvPr/>
        </p:nvGrpSpPr>
        <p:grpSpPr>
          <a:xfrm>
            <a:off x="8849692" y="3684775"/>
            <a:ext cx="435131" cy="435131"/>
            <a:chOff x="8935018" y="3769906"/>
            <a:chExt cx="264869" cy="264869"/>
          </a:xfrm>
          <a:effectLst>
            <a:outerShdw blurRad="330200" algn="ctr" rotWithShape="0">
              <a:prstClr val="black">
                <a:alpha val="13000"/>
              </a:prstClr>
            </a:outerShdw>
          </a:effectLst>
        </p:grpSpPr>
        <p:sp>
          <p:nvSpPr>
            <p:cNvPr id="84" name="Oval 83">
              <a:extLst>
                <a:ext uri="{FF2B5EF4-FFF2-40B4-BE49-F238E27FC236}">
                  <a16:creationId xmlns:a16="http://schemas.microsoft.com/office/drawing/2014/main" id="{C7CA5E3F-AFCE-8FF8-EAFE-F7AD21BBD47C}"/>
                </a:ext>
              </a:extLst>
            </p:cNvPr>
            <p:cNvSpPr>
              <a:spLocks noChangeAspect="1"/>
            </p:cNvSpPr>
            <p:nvPr/>
          </p:nvSpPr>
          <p:spPr>
            <a:xfrm>
              <a:off x="8935018" y="3769906"/>
              <a:ext cx="264869" cy="264869"/>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Chevron 84">
              <a:extLst>
                <a:ext uri="{FF2B5EF4-FFF2-40B4-BE49-F238E27FC236}">
                  <a16:creationId xmlns:a16="http://schemas.microsoft.com/office/drawing/2014/main" id="{46A814D2-3535-6B1F-25F0-161990CDECEF}"/>
                </a:ext>
              </a:extLst>
            </p:cNvPr>
            <p:cNvSpPr/>
            <p:nvPr/>
          </p:nvSpPr>
          <p:spPr>
            <a:xfrm>
              <a:off x="9006549" y="3839773"/>
              <a:ext cx="121806" cy="121806"/>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73" name="Rechteck 19">
            <a:extLst>
              <a:ext uri="{FF2B5EF4-FFF2-40B4-BE49-F238E27FC236}">
                <a16:creationId xmlns:a16="http://schemas.microsoft.com/office/drawing/2014/main" id="{588826E3-19D2-8BE0-4C14-0E72880CAE2A}"/>
              </a:ext>
            </a:extLst>
          </p:cNvPr>
          <p:cNvSpPr/>
          <p:nvPr/>
        </p:nvSpPr>
        <p:spPr>
          <a:xfrm>
            <a:off x="6461941" y="5129537"/>
            <a:ext cx="2238021" cy="953304"/>
          </a:xfrm>
          <a:prstGeom prst="rect">
            <a:avLst/>
          </a:prstGeom>
          <a:no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de-DE" sz="2000" b="1" dirty="0">
                <a:solidFill>
                  <a:schemeClr val="accent2">
                    <a:lumMod val="75000"/>
                  </a:schemeClr>
                </a:solidFill>
              </a:rPr>
              <a:t>Aufbereitung aller relevanten Daten</a:t>
            </a:r>
          </a:p>
        </p:txBody>
      </p:sp>
      <p:sp>
        <p:nvSpPr>
          <p:cNvPr id="34" name="Oval 33">
            <a:extLst>
              <a:ext uri="{FF2B5EF4-FFF2-40B4-BE49-F238E27FC236}">
                <a16:creationId xmlns:a16="http://schemas.microsoft.com/office/drawing/2014/main" id="{D7EE0D83-332C-8F17-0E84-18204692882C}"/>
              </a:ext>
            </a:extLst>
          </p:cNvPr>
          <p:cNvSpPr/>
          <p:nvPr/>
        </p:nvSpPr>
        <p:spPr>
          <a:xfrm>
            <a:off x="6688379" y="3010160"/>
            <a:ext cx="1784361" cy="1784361"/>
          </a:xfrm>
          <a:prstGeom prst="ellipse">
            <a:avLst/>
          </a:prstGeom>
          <a:solidFill>
            <a:schemeClr val="accent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62BCC49A-6FC2-2576-27A9-9EBBB5FAA5E0}"/>
              </a:ext>
            </a:extLst>
          </p:cNvPr>
          <p:cNvSpPr/>
          <p:nvPr/>
        </p:nvSpPr>
        <p:spPr>
          <a:xfrm>
            <a:off x="6910643" y="3232032"/>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Triangle 61">
            <a:extLst>
              <a:ext uri="{FF2B5EF4-FFF2-40B4-BE49-F238E27FC236}">
                <a16:creationId xmlns:a16="http://schemas.microsoft.com/office/drawing/2014/main" id="{C8A1C52D-D966-C4C0-7DB3-8336038A6837}"/>
              </a:ext>
            </a:extLst>
          </p:cNvPr>
          <p:cNvSpPr/>
          <p:nvPr/>
        </p:nvSpPr>
        <p:spPr>
          <a:xfrm rot="10800000">
            <a:off x="7397452" y="4777201"/>
            <a:ext cx="367000" cy="216091"/>
          </a:xfrm>
          <a:prstGeom prs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grpSp>
        <p:nvGrpSpPr>
          <p:cNvPr id="88" name="Group 87">
            <a:extLst>
              <a:ext uri="{FF2B5EF4-FFF2-40B4-BE49-F238E27FC236}">
                <a16:creationId xmlns:a16="http://schemas.microsoft.com/office/drawing/2014/main" id="{7CC9FFB7-A1E3-421E-7833-16690D3E0BD3}"/>
              </a:ext>
            </a:extLst>
          </p:cNvPr>
          <p:cNvGrpSpPr/>
          <p:nvPr/>
        </p:nvGrpSpPr>
        <p:grpSpPr>
          <a:xfrm>
            <a:off x="6518951" y="1913203"/>
            <a:ext cx="2124000" cy="960712"/>
            <a:chOff x="6518951" y="1913203"/>
            <a:chExt cx="2124000" cy="960712"/>
          </a:xfrm>
        </p:grpSpPr>
        <p:sp>
          <p:nvSpPr>
            <p:cNvPr id="52" name="Rechteck 11">
              <a:extLst>
                <a:ext uri="{FF2B5EF4-FFF2-40B4-BE49-F238E27FC236}">
                  <a16:creationId xmlns:a16="http://schemas.microsoft.com/office/drawing/2014/main" id="{520D0150-5CB0-F939-677D-17D8A546131A}"/>
                </a:ext>
              </a:extLst>
            </p:cNvPr>
            <p:cNvSpPr/>
            <p:nvPr/>
          </p:nvSpPr>
          <p:spPr>
            <a:xfrm>
              <a:off x="6518951" y="1913203"/>
              <a:ext cx="2124000" cy="810642"/>
            </a:xfrm>
            <a:prstGeom prst="roundRect">
              <a:avLst>
                <a:gd name="adj" fmla="val 11359"/>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t>Ihr Mitarbeit für einen reibungslosten Start</a:t>
              </a:r>
            </a:p>
          </p:txBody>
        </p:sp>
        <p:sp>
          <p:nvSpPr>
            <p:cNvPr id="4" name="Triangle 61">
              <a:extLst>
                <a:ext uri="{FF2B5EF4-FFF2-40B4-BE49-F238E27FC236}">
                  <a16:creationId xmlns:a16="http://schemas.microsoft.com/office/drawing/2014/main" id="{5DA6E3FB-F149-AD70-B815-21AA73C10E31}"/>
                </a:ext>
              </a:extLst>
            </p:cNvPr>
            <p:cNvSpPr/>
            <p:nvPr/>
          </p:nvSpPr>
          <p:spPr>
            <a:xfrm rot="10800000">
              <a:off x="7397451" y="2712088"/>
              <a:ext cx="367000" cy="161827"/>
            </a:xfrm>
            <a:prstGeom prs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grpSp>
      <p:sp>
        <p:nvSpPr>
          <p:cNvPr id="71" name="Rechteck 17">
            <a:extLst>
              <a:ext uri="{FF2B5EF4-FFF2-40B4-BE49-F238E27FC236}">
                <a16:creationId xmlns:a16="http://schemas.microsoft.com/office/drawing/2014/main" id="{6D94A510-B010-18FF-7CCA-6A109EF4D186}"/>
              </a:ext>
            </a:extLst>
          </p:cNvPr>
          <p:cNvSpPr/>
          <p:nvPr/>
        </p:nvSpPr>
        <p:spPr>
          <a:xfrm>
            <a:off x="515937" y="5129537"/>
            <a:ext cx="2238021" cy="953304"/>
          </a:xfrm>
          <a:prstGeom prst="rect">
            <a:avLst/>
          </a:prstGeom>
          <a:no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indent="0" algn="ctr">
              <a:buNone/>
            </a:pPr>
            <a:r>
              <a:rPr lang="de-DE" sz="2000" b="1" dirty="0">
                <a:solidFill>
                  <a:schemeClr val="accent6"/>
                </a:solidFill>
              </a:rPr>
              <a:t>Beratungs-bereiche </a:t>
            </a:r>
            <a:br>
              <a:rPr lang="de-DE" sz="2000" b="1" dirty="0">
                <a:solidFill>
                  <a:schemeClr val="accent6"/>
                </a:solidFill>
              </a:rPr>
            </a:br>
            <a:r>
              <a:rPr lang="de-DE" sz="2000" b="1" dirty="0">
                <a:solidFill>
                  <a:schemeClr val="accent6"/>
                </a:solidFill>
              </a:rPr>
              <a:t>festlegen</a:t>
            </a:r>
          </a:p>
        </p:txBody>
      </p:sp>
      <p:sp>
        <p:nvSpPr>
          <p:cNvPr id="30" name="Oval 29">
            <a:extLst>
              <a:ext uri="{FF2B5EF4-FFF2-40B4-BE49-F238E27FC236}">
                <a16:creationId xmlns:a16="http://schemas.microsoft.com/office/drawing/2014/main" id="{350928C8-43A5-9B71-250F-B26DD1E146E7}"/>
              </a:ext>
            </a:extLst>
          </p:cNvPr>
          <p:cNvSpPr/>
          <p:nvPr/>
        </p:nvSpPr>
        <p:spPr>
          <a:xfrm>
            <a:off x="743948" y="3010160"/>
            <a:ext cx="1782000" cy="1784361"/>
          </a:xfrm>
          <a:prstGeom prst="ellipse">
            <a:avLst/>
          </a:prstGeom>
          <a:solidFill>
            <a:schemeClr val="accent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5DBBCDEE-9C2D-9C3B-32F0-E9E410B6CFC9}"/>
              </a:ext>
            </a:extLst>
          </p:cNvPr>
          <p:cNvSpPr/>
          <p:nvPr/>
        </p:nvSpPr>
        <p:spPr>
          <a:xfrm>
            <a:off x="964640" y="3232032"/>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4" name="Triangle 63">
            <a:extLst>
              <a:ext uri="{FF2B5EF4-FFF2-40B4-BE49-F238E27FC236}">
                <a16:creationId xmlns:a16="http://schemas.microsoft.com/office/drawing/2014/main" id="{D2A5047C-1466-6FC0-7409-B470465F9F0B}"/>
              </a:ext>
            </a:extLst>
          </p:cNvPr>
          <p:cNvSpPr/>
          <p:nvPr/>
        </p:nvSpPr>
        <p:spPr>
          <a:xfrm rot="10800000">
            <a:off x="1451448" y="4777201"/>
            <a:ext cx="367000" cy="216091"/>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sp>
        <p:nvSpPr>
          <p:cNvPr id="72" name="Rechteck 18">
            <a:extLst>
              <a:ext uri="{FF2B5EF4-FFF2-40B4-BE49-F238E27FC236}">
                <a16:creationId xmlns:a16="http://schemas.microsoft.com/office/drawing/2014/main" id="{D8F5E891-3660-1ED6-40D7-ECFAAA7C2314}"/>
              </a:ext>
            </a:extLst>
          </p:cNvPr>
          <p:cNvSpPr/>
          <p:nvPr/>
        </p:nvSpPr>
        <p:spPr>
          <a:xfrm>
            <a:off x="3488939" y="5129537"/>
            <a:ext cx="2238021" cy="953304"/>
          </a:xfrm>
          <a:prstGeom prst="rect">
            <a:avLst/>
          </a:prstGeom>
          <a:no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de-DE" sz="2000" b="1" dirty="0">
                <a:solidFill>
                  <a:schemeClr val="accent2"/>
                </a:solidFill>
              </a:rPr>
              <a:t>Zusammenarbeit formalisieren &amp; Vertrag schließen</a:t>
            </a:r>
          </a:p>
        </p:txBody>
      </p:sp>
      <p:sp>
        <p:nvSpPr>
          <p:cNvPr id="6" name="Oval 5">
            <a:extLst>
              <a:ext uri="{FF2B5EF4-FFF2-40B4-BE49-F238E27FC236}">
                <a16:creationId xmlns:a16="http://schemas.microsoft.com/office/drawing/2014/main" id="{AFD77A40-897F-42C4-0E1C-2F8509B305C0}"/>
              </a:ext>
            </a:extLst>
          </p:cNvPr>
          <p:cNvSpPr/>
          <p:nvPr/>
        </p:nvSpPr>
        <p:spPr>
          <a:xfrm>
            <a:off x="3714983" y="3010160"/>
            <a:ext cx="1784361" cy="1784361"/>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77840757-940A-431D-4EFA-C1EAE8053F07}"/>
              </a:ext>
            </a:extLst>
          </p:cNvPr>
          <p:cNvSpPr/>
          <p:nvPr/>
        </p:nvSpPr>
        <p:spPr>
          <a:xfrm>
            <a:off x="3937641" y="3232032"/>
            <a:ext cx="1340616" cy="1340616"/>
          </a:xfrm>
          <a:prstGeom prst="ellipse">
            <a:avLst/>
          </a:prstGeom>
          <a:solidFill>
            <a:sysClr val="window" lastClr="FFFFFF"/>
          </a:solid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5" name="Triangle 64">
            <a:extLst>
              <a:ext uri="{FF2B5EF4-FFF2-40B4-BE49-F238E27FC236}">
                <a16:creationId xmlns:a16="http://schemas.microsoft.com/office/drawing/2014/main" id="{75398367-34DE-B14D-A3BC-8AEEEB9D9627}"/>
              </a:ext>
            </a:extLst>
          </p:cNvPr>
          <p:cNvSpPr/>
          <p:nvPr/>
        </p:nvSpPr>
        <p:spPr>
          <a:xfrm rot="10800000">
            <a:off x="4424450" y="4777201"/>
            <a:ext cx="367000" cy="216091"/>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grpSp>
        <p:nvGrpSpPr>
          <p:cNvPr id="47" name="Group 46">
            <a:extLst>
              <a:ext uri="{FF2B5EF4-FFF2-40B4-BE49-F238E27FC236}">
                <a16:creationId xmlns:a16="http://schemas.microsoft.com/office/drawing/2014/main" id="{8C25E658-DBDF-6863-00F9-B11CA8BCE9A5}"/>
              </a:ext>
            </a:extLst>
          </p:cNvPr>
          <p:cNvGrpSpPr/>
          <p:nvPr/>
        </p:nvGrpSpPr>
        <p:grpSpPr>
          <a:xfrm>
            <a:off x="-1914" y="1144169"/>
            <a:ext cx="4296102" cy="1250071"/>
            <a:chOff x="-1913" y="1457395"/>
            <a:chExt cx="3451970" cy="1073091"/>
          </a:xfrm>
        </p:grpSpPr>
        <p:grpSp>
          <p:nvGrpSpPr>
            <p:cNvPr id="40" name="Group 39">
              <a:extLst>
                <a:ext uri="{FF2B5EF4-FFF2-40B4-BE49-F238E27FC236}">
                  <a16:creationId xmlns:a16="http://schemas.microsoft.com/office/drawing/2014/main" id="{47693CB3-3D83-DAC5-6060-38302DB39145}"/>
                </a:ext>
              </a:extLst>
            </p:cNvPr>
            <p:cNvGrpSpPr/>
            <p:nvPr/>
          </p:nvGrpSpPr>
          <p:grpSpPr>
            <a:xfrm>
              <a:off x="0" y="1457395"/>
              <a:ext cx="3047715" cy="544269"/>
              <a:chOff x="0" y="1457395"/>
              <a:chExt cx="3047715" cy="544269"/>
            </a:xfrm>
          </p:grpSpPr>
          <p:sp>
            <p:nvSpPr>
              <p:cNvPr id="36" name="Rectangle: Single Corner Rounded 35">
                <a:extLst>
                  <a:ext uri="{FF2B5EF4-FFF2-40B4-BE49-F238E27FC236}">
                    <a16:creationId xmlns:a16="http://schemas.microsoft.com/office/drawing/2014/main" id="{A952AA4C-745F-F8A9-5BCB-807BC83B39C7}"/>
                  </a:ext>
                </a:extLst>
              </p:cNvPr>
              <p:cNvSpPr/>
              <p:nvPr/>
            </p:nvSpPr>
            <p:spPr bwMode="gray">
              <a:xfrm>
                <a:off x="2636818" y="1457395"/>
                <a:ext cx="410897" cy="544268"/>
              </a:xfrm>
              <a:prstGeom prst="round1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37" name="Textfeld 37">
                <a:extLst>
                  <a:ext uri="{FF2B5EF4-FFF2-40B4-BE49-F238E27FC236}">
                    <a16:creationId xmlns:a16="http://schemas.microsoft.com/office/drawing/2014/main" id="{86AB48E5-6358-86FF-5F49-F7634552CC04}"/>
                  </a:ext>
                </a:extLst>
              </p:cNvPr>
              <p:cNvSpPr txBox="1">
                <a:spLocks/>
              </p:cNvSpPr>
              <p:nvPr/>
            </p:nvSpPr>
            <p:spPr>
              <a:xfrm>
                <a:off x="0" y="1457396"/>
                <a:ext cx="2706927" cy="544268"/>
              </a:xfrm>
              <a:prstGeom prst="rect">
                <a:avLst/>
              </a:prstGeom>
              <a:solidFill>
                <a:schemeClr val="accent2"/>
              </a:solidFill>
            </p:spPr>
            <p:txBody>
              <a:bodyPr wrap="square" lIns="504000" tIns="0" rIns="0" bIns="0" rtlCol="0" anchor="ctr">
                <a:noAutofit/>
              </a:bodyPr>
              <a:lstStyle/>
              <a:p>
                <a:pPr defTabSz="914400"/>
                <a:r>
                  <a:rPr lang="de-DE" sz="2000" b="1" dirty="0"/>
                  <a:t>Potenziale sichern und</a:t>
                </a:r>
              </a:p>
            </p:txBody>
          </p:sp>
        </p:grpSp>
        <p:grpSp>
          <p:nvGrpSpPr>
            <p:cNvPr id="41" name="Group 40">
              <a:extLst>
                <a:ext uri="{FF2B5EF4-FFF2-40B4-BE49-F238E27FC236}">
                  <a16:creationId xmlns:a16="http://schemas.microsoft.com/office/drawing/2014/main" id="{A32D67C1-6CDB-B31D-5465-EAF8D422CAF9}"/>
                </a:ext>
              </a:extLst>
            </p:cNvPr>
            <p:cNvGrpSpPr/>
            <p:nvPr/>
          </p:nvGrpSpPr>
          <p:grpSpPr>
            <a:xfrm>
              <a:off x="-1913" y="1986217"/>
              <a:ext cx="3451970" cy="544269"/>
              <a:chOff x="0" y="1457395"/>
              <a:chExt cx="3047714" cy="544269"/>
            </a:xfrm>
          </p:grpSpPr>
          <p:sp>
            <p:nvSpPr>
              <p:cNvPr id="43" name="Rectangle: Single Corner Rounded 42">
                <a:extLst>
                  <a:ext uri="{FF2B5EF4-FFF2-40B4-BE49-F238E27FC236}">
                    <a16:creationId xmlns:a16="http://schemas.microsoft.com/office/drawing/2014/main" id="{0796F799-DD40-1D4F-B7F5-D34159379C1C}"/>
                  </a:ext>
                </a:extLst>
              </p:cNvPr>
              <p:cNvSpPr/>
              <p:nvPr/>
            </p:nvSpPr>
            <p:spPr bwMode="gray">
              <a:xfrm>
                <a:off x="2636818" y="1457395"/>
                <a:ext cx="410896" cy="544268"/>
              </a:xfrm>
              <a:prstGeom prst="round1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44" name="Textfeld 37">
                <a:extLst>
                  <a:ext uri="{FF2B5EF4-FFF2-40B4-BE49-F238E27FC236}">
                    <a16:creationId xmlns:a16="http://schemas.microsoft.com/office/drawing/2014/main" id="{6023B6BF-AC70-6042-EA75-FC1A2449034D}"/>
                  </a:ext>
                </a:extLst>
              </p:cNvPr>
              <p:cNvSpPr txBox="1">
                <a:spLocks/>
              </p:cNvSpPr>
              <p:nvPr/>
            </p:nvSpPr>
            <p:spPr>
              <a:xfrm>
                <a:off x="0" y="1457396"/>
                <a:ext cx="2706927" cy="544268"/>
              </a:xfrm>
              <a:prstGeom prst="rect">
                <a:avLst/>
              </a:prstGeom>
              <a:solidFill>
                <a:schemeClr val="accent1"/>
              </a:solidFill>
            </p:spPr>
            <p:txBody>
              <a:bodyPr wrap="square" lIns="504000" tIns="0" rIns="0" bIns="0" rtlCol="0" anchor="ctr">
                <a:noAutofit/>
              </a:bodyPr>
              <a:lstStyle/>
              <a:p>
                <a:pPr defTabSz="914400"/>
                <a:r>
                  <a:rPr lang="de-DE" sz="2000" b="1" dirty="0">
                    <a:solidFill>
                      <a:schemeClr val="bg1"/>
                    </a:solidFill>
                  </a:rPr>
                  <a:t>ZEIT SPAREN!</a:t>
                </a:r>
              </a:p>
            </p:txBody>
          </p:sp>
        </p:grpSp>
      </p:grpSp>
      <p:pic>
        <p:nvPicPr>
          <p:cNvPr id="55" name="Graphic 54">
            <a:extLst>
              <a:ext uri="{FF2B5EF4-FFF2-40B4-BE49-F238E27FC236}">
                <a16:creationId xmlns:a16="http://schemas.microsoft.com/office/drawing/2014/main" id="{3F790CD1-D922-620C-719E-C2674C6985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6948" y="3449037"/>
            <a:ext cx="756000" cy="756000"/>
          </a:xfrm>
          <a:prstGeom prst="rect">
            <a:avLst/>
          </a:prstGeom>
        </p:spPr>
      </p:pic>
      <p:pic>
        <p:nvPicPr>
          <p:cNvPr id="57" name="Graphic 56">
            <a:extLst>
              <a:ext uri="{FF2B5EF4-FFF2-40B4-BE49-F238E27FC236}">
                <a16:creationId xmlns:a16="http://schemas.microsoft.com/office/drawing/2014/main" id="{A65CE52A-41F3-3C31-2837-2CDF9752909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29949" y="3524340"/>
            <a:ext cx="756000" cy="756000"/>
          </a:xfrm>
          <a:prstGeom prst="rect">
            <a:avLst/>
          </a:prstGeom>
        </p:spPr>
      </p:pic>
      <p:pic>
        <p:nvPicPr>
          <p:cNvPr id="59" name="Graphic 58">
            <a:extLst>
              <a:ext uri="{FF2B5EF4-FFF2-40B4-BE49-F238E27FC236}">
                <a16:creationId xmlns:a16="http://schemas.microsoft.com/office/drawing/2014/main" id="{D677A594-EAB3-1C59-1E5E-046348C339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02951" y="3524340"/>
            <a:ext cx="756000" cy="756000"/>
          </a:xfrm>
          <a:prstGeom prst="rect">
            <a:avLst/>
          </a:prstGeom>
        </p:spPr>
      </p:pic>
      <p:grpSp>
        <p:nvGrpSpPr>
          <p:cNvPr id="87" name="Group 86">
            <a:extLst>
              <a:ext uri="{FF2B5EF4-FFF2-40B4-BE49-F238E27FC236}">
                <a16:creationId xmlns:a16="http://schemas.microsoft.com/office/drawing/2014/main" id="{60152A4B-DB2C-993E-11AF-4E434BD314E6}"/>
              </a:ext>
            </a:extLst>
          </p:cNvPr>
          <p:cNvGrpSpPr/>
          <p:nvPr/>
        </p:nvGrpSpPr>
        <p:grpSpPr>
          <a:xfrm>
            <a:off x="9434943" y="3010160"/>
            <a:ext cx="2238021" cy="3072681"/>
            <a:chOff x="9434943" y="3010160"/>
            <a:chExt cx="2238021" cy="3072681"/>
          </a:xfrm>
        </p:grpSpPr>
        <p:sp>
          <p:nvSpPr>
            <p:cNvPr id="74" name="Rechteck 20">
              <a:extLst>
                <a:ext uri="{FF2B5EF4-FFF2-40B4-BE49-F238E27FC236}">
                  <a16:creationId xmlns:a16="http://schemas.microsoft.com/office/drawing/2014/main" id="{486E52EF-2C9D-0DDC-8FFB-FFCCCAAEFEEF}"/>
                </a:ext>
              </a:extLst>
            </p:cNvPr>
            <p:cNvSpPr/>
            <p:nvPr/>
          </p:nvSpPr>
          <p:spPr>
            <a:xfrm>
              <a:off x="9434943" y="5129537"/>
              <a:ext cx="2238021" cy="953304"/>
            </a:xfrm>
            <a:prstGeom prst="rect">
              <a:avLst/>
            </a:prstGeom>
            <a:noFill/>
            <a:ln>
              <a:noFill/>
            </a:ln>
            <a:effectLst>
              <a:outerShdw blurRad="254000" sx="101000" sy="101000" algn="ctr" rotWithShape="0">
                <a:schemeClr val="tx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de-DE" sz="2000" b="1" dirty="0">
                  <a:solidFill>
                    <a:schemeClr val="accent1">
                      <a:lumMod val="60000"/>
                      <a:lumOff val="40000"/>
                    </a:schemeClr>
                  </a:solidFill>
                </a:rPr>
                <a:t>Kick-off der Projekte </a:t>
              </a:r>
            </a:p>
          </p:txBody>
        </p:sp>
        <p:sp>
          <p:nvSpPr>
            <p:cNvPr id="32" name="Oval 31">
              <a:extLst>
                <a:ext uri="{FF2B5EF4-FFF2-40B4-BE49-F238E27FC236}">
                  <a16:creationId xmlns:a16="http://schemas.microsoft.com/office/drawing/2014/main" id="{86EA5795-3F8F-27F1-1664-F630C0541681}"/>
                </a:ext>
              </a:extLst>
            </p:cNvPr>
            <p:cNvSpPr/>
            <p:nvPr/>
          </p:nvSpPr>
          <p:spPr>
            <a:xfrm>
              <a:off x="9661773" y="3010160"/>
              <a:ext cx="1784361" cy="1784361"/>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1226238A-12B6-225E-35E4-5A4315F2A53C}"/>
                </a:ext>
              </a:extLst>
            </p:cNvPr>
            <p:cNvSpPr/>
            <p:nvPr/>
          </p:nvSpPr>
          <p:spPr>
            <a:xfrm>
              <a:off x="9883645" y="3232032"/>
              <a:ext cx="1340616" cy="1340616"/>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3" name="Triangle 62">
              <a:extLst>
                <a:ext uri="{FF2B5EF4-FFF2-40B4-BE49-F238E27FC236}">
                  <a16:creationId xmlns:a16="http://schemas.microsoft.com/office/drawing/2014/main" id="{DA2D7C80-7648-0C2B-F66F-B8AB0DCEE431}"/>
                </a:ext>
              </a:extLst>
            </p:cNvPr>
            <p:cNvSpPr/>
            <p:nvPr/>
          </p:nvSpPr>
          <p:spPr>
            <a:xfrm rot="10800000">
              <a:off x="10370453" y="4777201"/>
              <a:ext cx="367000" cy="216091"/>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400" b="1"/>
            </a:p>
          </p:txBody>
        </p:sp>
        <p:pic>
          <p:nvPicPr>
            <p:cNvPr id="61" name="Graphic 60">
              <a:extLst>
                <a:ext uri="{FF2B5EF4-FFF2-40B4-BE49-F238E27FC236}">
                  <a16:creationId xmlns:a16="http://schemas.microsoft.com/office/drawing/2014/main" id="{A50FE8A7-DE0E-B057-512A-2DDA9A879C7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10794" y="3565102"/>
              <a:ext cx="686317" cy="674476"/>
            </a:xfrm>
            <a:prstGeom prst="rect">
              <a:avLst/>
            </a:prstGeom>
          </p:spPr>
        </p:pic>
      </p:grpSp>
      <p:sp>
        <p:nvSpPr>
          <p:cNvPr id="5" name="Foliennummernplatzhalter 4">
            <a:extLst>
              <a:ext uri="{FF2B5EF4-FFF2-40B4-BE49-F238E27FC236}">
                <a16:creationId xmlns:a16="http://schemas.microsoft.com/office/drawing/2014/main" id="{C59BB29D-CF00-C4D0-88DF-6537713AA465}"/>
              </a:ext>
            </a:extLst>
          </p:cNvPr>
          <p:cNvSpPr>
            <a:spLocks noGrp="1"/>
          </p:cNvSpPr>
          <p:nvPr>
            <p:ph type="sldNum" sz="quarter" idx="12"/>
          </p:nvPr>
        </p:nvSpPr>
        <p:spPr>
          <a:xfrm>
            <a:off x="10801350" y="6356350"/>
            <a:ext cx="1174648" cy="501650"/>
          </a:xfrm>
        </p:spPr>
        <p:txBody>
          <a:bodyPr/>
          <a:lstStyle/>
          <a:p>
            <a:fld id="{5EE2ECF6-E7B2-474A-BE3A-4A3A2424717D}" type="slidenum">
              <a:rPr lang="de-DE" smtClean="0"/>
              <a:pPr/>
              <a:t>22</a:t>
            </a:fld>
            <a:endParaRPr lang="de-DE" dirty="0"/>
          </a:p>
        </p:txBody>
      </p:sp>
    </p:spTree>
    <p:custDataLst>
      <p:custData r:id="rId1"/>
      <p:custData r:id="rId2"/>
    </p:custDataLst>
    <p:extLst>
      <p:ext uri="{BB962C8B-B14F-4D97-AF65-F5344CB8AC3E}">
        <p14:creationId xmlns:p14="http://schemas.microsoft.com/office/powerpoint/2010/main" val="1456574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7AF984-2B52-9058-1026-53046034FEDB}"/>
              </a:ext>
            </a:extLst>
          </p:cNvPr>
          <p:cNvSpPr>
            <a:spLocks noGrp="1"/>
          </p:cNvSpPr>
          <p:nvPr>
            <p:ph type="title"/>
          </p:nvPr>
        </p:nvSpPr>
        <p:spPr/>
        <p:txBody>
          <a:bodyPr/>
          <a:lstStyle/>
          <a:p>
            <a:r>
              <a:rPr lang="de-DE" b="1" dirty="0"/>
              <a:t>Ihr Kontakt</a:t>
            </a:r>
          </a:p>
        </p:txBody>
      </p:sp>
      <p:sp>
        <p:nvSpPr>
          <p:cNvPr id="3" name="Fußzeilenplatzhalter 2">
            <a:extLst>
              <a:ext uri="{FF2B5EF4-FFF2-40B4-BE49-F238E27FC236}">
                <a16:creationId xmlns:a16="http://schemas.microsoft.com/office/drawing/2014/main" id="{A6863583-0EC7-053F-87DA-8F88C168BB62}"/>
              </a:ext>
            </a:extLst>
          </p:cNvPr>
          <p:cNvSpPr>
            <a:spLocks noGrp="1"/>
          </p:cNvSpPr>
          <p:nvPr>
            <p:ph type="ftr" sz="quarter" idx="11"/>
          </p:nvPr>
        </p:nvSpPr>
        <p:spPr/>
        <p:txBody>
          <a:bodyPr/>
          <a:lstStyle/>
          <a:p>
            <a:r>
              <a:rPr lang="en-GB"/>
              <a:t>©ERA Group</a:t>
            </a:r>
            <a:endParaRPr lang="en-GB" dirty="0"/>
          </a:p>
        </p:txBody>
      </p:sp>
      <p:sp>
        <p:nvSpPr>
          <p:cNvPr id="4" name="Textplatzhalter 3">
            <a:extLst>
              <a:ext uri="{FF2B5EF4-FFF2-40B4-BE49-F238E27FC236}">
                <a16:creationId xmlns:a16="http://schemas.microsoft.com/office/drawing/2014/main" id="{A7877562-36D0-A80C-8AD4-77E953233C74}"/>
              </a:ext>
            </a:extLst>
          </p:cNvPr>
          <p:cNvSpPr>
            <a:spLocks noGrp="1"/>
          </p:cNvSpPr>
          <p:nvPr>
            <p:ph type="body" sz="quarter" idx="13"/>
          </p:nvPr>
        </p:nvSpPr>
        <p:spPr/>
        <p:txBody>
          <a:bodyPr/>
          <a:lstStyle/>
          <a:p>
            <a:endParaRPr lang="de-DE"/>
          </a:p>
        </p:txBody>
      </p:sp>
      <p:sp>
        <p:nvSpPr>
          <p:cNvPr id="5" name="Textplatzhalter 4">
            <a:extLst>
              <a:ext uri="{FF2B5EF4-FFF2-40B4-BE49-F238E27FC236}">
                <a16:creationId xmlns:a16="http://schemas.microsoft.com/office/drawing/2014/main" id="{D732BF88-EA59-9C70-CE6E-64FEC806A651}"/>
              </a:ext>
            </a:extLst>
          </p:cNvPr>
          <p:cNvSpPr>
            <a:spLocks noGrp="1"/>
          </p:cNvSpPr>
          <p:nvPr>
            <p:ph type="body" sz="quarter" idx="14"/>
          </p:nvPr>
        </p:nvSpPr>
        <p:spPr/>
        <p:txBody>
          <a:bodyPr/>
          <a:lstStyle/>
          <a:p>
            <a:r>
              <a:rPr lang="de-DE" dirty="0"/>
              <a:t>Matthias Droste</a:t>
            </a:r>
          </a:p>
          <a:p>
            <a:r>
              <a:rPr lang="de-DE" sz="1800" dirty="0"/>
              <a:t>Country Manager DACH</a:t>
            </a:r>
          </a:p>
          <a:p>
            <a:r>
              <a:rPr lang="de-DE" sz="1800" dirty="0"/>
              <a:t>Tel: +49 151 5042 0444</a:t>
            </a:r>
          </a:p>
          <a:p>
            <a:r>
              <a:rPr lang="de-DE" sz="1800" dirty="0"/>
              <a:t>Mail: </a:t>
            </a:r>
            <a:r>
              <a:rPr lang="de-DE" sz="1800" dirty="0" err="1"/>
              <a:t>mdroste@eragroup.com</a:t>
            </a:r>
            <a:endParaRPr lang="de-DE" sz="1800" dirty="0"/>
          </a:p>
        </p:txBody>
      </p:sp>
      <p:pic>
        <p:nvPicPr>
          <p:cNvPr id="9" name="Grafik 8">
            <a:extLst>
              <a:ext uri="{FF2B5EF4-FFF2-40B4-BE49-F238E27FC236}">
                <a16:creationId xmlns:a16="http://schemas.microsoft.com/office/drawing/2014/main" id="{AD8A1CD3-BF76-5C32-9E94-1B6DF5A7A37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bwMode="gray">
          <a:xfrm>
            <a:off x="8904576" y="4524785"/>
            <a:ext cx="2092112" cy="1255266"/>
          </a:xfrm>
          <a:prstGeom prst="rect">
            <a:avLst/>
          </a:prstGeom>
        </p:spPr>
      </p:pic>
      <p:pic>
        <p:nvPicPr>
          <p:cNvPr id="10" name="Grafik 9" descr="Ein Bild, das Text, Geschirr enthält.&#10;&#10;Automatisch generierte Beschreibung">
            <a:extLst>
              <a:ext uri="{FF2B5EF4-FFF2-40B4-BE49-F238E27FC236}">
                <a16:creationId xmlns:a16="http://schemas.microsoft.com/office/drawing/2014/main" id="{0D63741F-450E-7F02-26A7-387FB2FDBD49}"/>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5375564" y="4425007"/>
            <a:ext cx="3386075" cy="1316906"/>
          </a:xfrm>
          <a:prstGeom prst="rect">
            <a:avLst/>
          </a:prstGeom>
        </p:spPr>
      </p:pic>
      <p:sp>
        <p:nvSpPr>
          <p:cNvPr id="6" name="Foliennummernplatzhalter 4">
            <a:extLst>
              <a:ext uri="{FF2B5EF4-FFF2-40B4-BE49-F238E27FC236}">
                <a16:creationId xmlns:a16="http://schemas.microsoft.com/office/drawing/2014/main" id="{CC4AFF40-D9F5-39FF-6F01-F1736BA438E3}"/>
              </a:ext>
            </a:extLst>
          </p:cNvPr>
          <p:cNvSpPr>
            <a:spLocks noGrp="1"/>
          </p:cNvSpPr>
          <p:nvPr>
            <p:ph type="sldNum" sz="quarter" idx="12"/>
          </p:nvPr>
        </p:nvSpPr>
        <p:spPr>
          <a:xfrm>
            <a:off x="10801350" y="6356350"/>
            <a:ext cx="1174648" cy="501650"/>
          </a:xfrm>
        </p:spPr>
        <p:txBody>
          <a:bodyPr/>
          <a:lstStyle/>
          <a:p>
            <a:fld id="{5EE2ECF6-E7B2-474A-BE3A-4A3A2424717D}" type="slidenum">
              <a:rPr lang="de-DE" smtClean="0"/>
              <a:pPr/>
              <a:t>23</a:t>
            </a:fld>
            <a:endParaRPr lang="de-DE" dirty="0"/>
          </a:p>
        </p:txBody>
      </p:sp>
      <p:pic>
        <p:nvPicPr>
          <p:cNvPr id="8" name="Grafik 7" descr="Ein Bild, das Text, Schrift, Screenshot, Marke enthält.&#10;&#10;Automatisch generierte Beschreibung">
            <a:extLst>
              <a:ext uri="{FF2B5EF4-FFF2-40B4-BE49-F238E27FC236}">
                <a16:creationId xmlns:a16="http://schemas.microsoft.com/office/drawing/2014/main" id="{018FEBD5-961F-2C0B-D134-321E6374AC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1424" y="3199074"/>
            <a:ext cx="2165264" cy="1156319"/>
          </a:xfrm>
          <a:prstGeom prst="rect">
            <a:avLst/>
          </a:prstGeom>
        </p:spPr>
      </p:pic>
      <p:pic>
        <p:nvPicPr>
          <p:cNvPr id="15" name="Grafik 14" descr="Ein Bild, das Text, Schrift, Screenshot, Logo enthält.&#10;&#10;KI-generierte Inhalte können fehlerhaft sein.">
            <a:extLst>
              <a:ext uri="{FF2B5EF4-FFF2-40B4-BE49-F238E27FC236}">
                <a16:creationId xmlns:a16="http://schemas.microsoft.com/office/drawing/2014/main" id="{8D3B4BF2-1591-A00D-5157-B471566EC95A}"/>
              </a:ext>
            </a:extLst>
          </p:cNvPr>
          <p:cNvPicPr>
            <a:picLocks noChangeAspect="1"/>
          </p:cNvPicPr>
          <p:nvPr/>
        </p:nvPicPr>
        <p:blipFill>
          <a:blip r:embed="rId7">
            <a:extLst>
              <a:ext uri="{28A0092B-C50C-407E-A947-70E740481C1C}">
                <a14:useLocalDpi xmlns:a14="http://schemas.microsoft.com/office/drawing/2010/main" val="0"/>
              </a:ext>
            </a:extLst>
          </a:blip>
          <a:srcRect r="50619"/>
          <a:stretch/>
        </p:blipFill>
        <p:spPr>
          <a:xfrm>
            <a:off x="5375564" y="3199074"/>
            <a:ext cx="3085684" cy="1268342"/>
          </a:xfrm>
          <a:prstGeom prst="rect">
            <a:avLst/>
          </a:prstGeom>
        </p:spPr>
      </p:pic>
      <p:pic>
        <p:nvPicPr>
          <p:cNvPr id="17" name="Bildplatzhalter 16" descr="Ein Bild, das Person, Menschliches Gesicht, Kleidung, Vorderkopf enthält.&#10;&#10;KI-generierte Inhalte können fehlerhaft sein.">
            <a:extLst>
              <a:ext uri="{FF2B5EF4-FFF2-40B4-BE49-F238E27FC236}">
                <a16:creationId xmlns:a16="http://schemas.microsoft.com/office/drawing/2014/main" id="{958B5C54-BBD1-8DDE-952B-E580DCAEB448}"/>
              </a:ext>
            </a:extLst>
          </p:cNvPr>
          <p:cNvPicPr>
            <a:picLocks noGrp="1" noChangeAspect="1"/>
          </p:cNvPicPr>
          <p:nvPr>
            <p:ph type="pic" sz="quarter" idx="15"/>
          </p:nvPr>
        </p:nvPicPr>
        <p:blipFill>
          <a:blip r:embed="rId8">
            <a:extLst>
              <a:ext uri="{28A0092B-C50C-407E-A947-70E740481C1C}">
                <a14:useLocalDpi xmlns:a14="http://schemas.microsoft.com/office/drawing/2010/main" val="0"/>
              </a:ext>
            </a:extLst>
          </a:blip>
          <a:srcRect t="16038" b="16038"/>
          <a:stretch>
            <a:fillRect/>
          </a:stretch>
        </p:blipFill>
        <p:spPr/>
      </p:pic>
    </p:spTree>
    <p:custDataLst>
      <p:custData r:id="rId1"/>
      <p:custData r:id="rId2"/>
    </p:custDataLst>
    <p:extLst>
      <p:ext uri="{BB962C8B-B14F-4D97-AF65-F5344CB8AC3E}">
        <p14:creationId xmlns:p14="http://schemas.microsoft.com/office/powerpoint/2010/main" val="2572885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BB02A2-170C-E001-F1BC-B2EDAAC68E5A}"/>
              </a:ext>
            </a:extLst>
          </p:cNvPr>
          <p:cNvSpPr>
            <a:spLocks noGrp="1"/>
          </p:cNvSpPr>
          <p:nvPr>
            <p:ph type="title"/>
          </p:nvPr>
        </p:nvSpPr>
        <p:spPr/>
        <p:txBody>
          <a:bodyPr/>
          <a:lstStyle/>
          <a:p>
            <a:endParaRPr lang="de-DE"/>
          </a:p>
        </p:txBody>
      </p:sp>
    </p:spTree>
    <p:custDataLst>
      <p:custData r:id="rId1"/>
      <p:custData r:id="rId2"/>
    </p:custDataLst>
    <p:extLst>
      <p:ext uri="{BB962C8B-B14F-4D97-AF65-F5344CB8AC3E}">
        <p14:creationId xmlns:p14="http://schemas.microsoft.com/office/powerpoint/2010/main" val="23777306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XCOLS" val="9"/>
  <p:tag name="MAXROWS" val="6"/>
  <p:tag name="MAXGUTTERROW" val="1 cm"/>
  <p:tag name="MAXGUTTERCOL" val="1 cm"/>
  <p:tag name="GUIDEMETRICUNIT" val="cm"/>
  <p:tag name="MASTERLEFTMARGIN" val="37.7008"/>
  <p:tag name="MASTERTOPMARGIN" val="137.8867"/>
  <p:tag name="MASTERBOTTOMMARGIN" val="76.8101"/>
  <p:tag name="MASTERRIGHTMARGIN" val="37.7008"/>
  <p:tag name="CUSTMASTERLEFTMARGIN" val="37.7008"/>
  <p:tag name="CUSTMASTERTOPMARGIN" val="137.8867"/>
  <p:tag name="CUSTMASTERBOTTOMMARGIN" val="76.8101"/>
  <p:tag name="CUSTMASTERRIGHTMARGIN" val="37.7008"/>
  <p:tag name="GUIDESAPPLIEDTO" val="2"/>
  <p:tag name="TITLETOPMARGIN" val="54.8917"/>
  <p:tag name="TITLEBOTTOMMARGIN" val="83.3888"/>
  <p:tag name="FOOTERTOPMARGIN" val="500.5"/>
  <p:tag name="FOOTERBOTTOMMARGIN" val="540"/>
</p:tagLst>
</file>

<file path=ppt/tags/tag2.xml><?xml version="1.0" encoding="utf-8"?>
<p:tagLst xmlns:a="http://schemas.openxmlformats.org/drawingml/2006/main" xmlns:r="http://schemas.openxmlformats.org/officeDocument/2006/relationships" xmlns:p="http://schemas.openxmlformats.org/presentationml/2006/main">
  <p:tag name="GUIDESTITLESHAPE" val="True"/>
</p:tagLst>
</file>

<file path=ppt/tags/tag3.xml><?xml version="1.0" encoding="utf-8"?>
<p:tagLst xmlns:a="http://schemas.openxmlformats.org/drawingml/2006/main" xmlns:r="http://schemas.openxmlformats.org/officeDocument/2006/relationships" xmlns:p="http://schemas.openxmlformats.org/presentationml/2006/main">
  <p:tag name="GUIDESMEASURMENT" val="True"/>
</p:tagLst>
</file>

<file path=ppt/tags/tag4.xml><?xml version="1.0" encoding="utf-8"?>
<p:tagLst xmlns:a="http://schemas.openxmlformats.org/drawingml/2006/main" xmlns:r="http://schemas.openxmlformats.org/officeDocument/2006/relationships" xmlns:p="http://schemas.openxmlformats.org/presentationml/2006/main">
  <p:tag name="GUIDESFOOTERSHAPE" val="True"/>
</p:tagLst>
</file>

<file path=ppt/tags/tag5.xml><?xml version="1.0" encoding="utf-8"?>
<p:tagLst xmlns:a="http://schemas.openxmlformats.org/drawingml/2006/main" xmlns:r="http://schemas.openxmlformats.org/officeDocument/2006/relationships" xmlns:p="http://schemas.openxmlformats.org/presentationml/2006/main">
  <p:tag name="GUIDESAPPLIEDTO" val="2"/>
  <p:tag name="GUIDECOLS" val="1"/>
  <p:tag name="GUIDEROWS" val="1"/>
  <p:tag name="GUTTERCOL" val="0.6"/>
  <p:tag name="GUTTERROW" val="0.6"/>
  <p:tag name="MASTERTOPMARGIN" val="113.3858"/>
  <p:tag name="MASTERLEFTMARGIN" val="37.7008"/>
  <p:tag name="MASTERRIGHTMARGIN" val="37.7008"/>
  <p:tag name="MASTERBOTTOMMARGIN" val="53.5748"/>
</p:tagLst>
</file>

<file path=ppt/tags/tag6.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7.xml><?xml version="1.0" encoding="utf-8"?>
<p:tagLst xmlns:a="http://schemas.openxmlformats.org/drawingml/2006/main" xmlns:r="http://schemas.openxmlformats.org/officeDocument/2006/relationships" xmlns:p="http://schemas.openxmlformats.org/presentationml/2006/main">
  <p:tag name="MS_PLACEHOLDERID" val="PlaceholderID44292.523599537086261"/>
</p:tagLst>
</file>

<file path=ppt/tags/tag8.xml><?xml version="1.0" encoding="utf-8"?>
<p:tagLst xmlns:a="http://schemas.openxmlformats.org/drawingml/2006/main" xmlns:r="http://schemas.openxmlformats.org/officeDocument/2006/relationships" xmlns:p="http://schemas.openxmlformats.org/presentationml/2006/main">
  <p:tag name="MS_PLACEHOLDERID" val="PlaceholderID44292.523599537096195"/>
</p:tagLst>
</file>

<file path=ppt/tags/tag9.xml><?xml version="1.0" encoding="utf-8"?>
<p:tagLst xmlns:a="http://schemas.openxmlformats.org/drawingml/2006/main" xmlns:r="http://schemas.openxmlformats.org/officeDocument/2006/relationships" xmlns:p="http://schemas.openxmlformats.org/presentationml/2006/main">
  <p:tag name="MS_PLACEHOLDERID" val="PlaceholderID44292.523599537087144"/>
</p:tagLst>
</file>

<file path=ppt/tags/tag10.xml><?xml version="1.0" encoding="utf-8"?>
<p:tagLst xmlns:a="http://schemas.openxmlformats.org/drawingml/2006/main" xmlns:r="http://schemas.openxmlformats.org/officeDocument/2006/relationships" xmlns:p="http://schemas.openxmlformats.org/presentationml/2006/main">
  <p:tag name="MS_PLACEHOLDERID" val="PlaceholderID44292.523599537036401"/>
</p:tagLst>
</file>

<file path=ppt/tags/tag11.xml><?xml version="1.0" encoding="utf-8"?>
<p:tagLst xmlns:a="http://schemas.openxmlformats.org/drawingml/2006/main" xmlns:r="http://schemas.openxmlformats.org/officeDocument/2006/relationships" xmlns:p="http://schemas.openxmlformats.org/presentationml/2006/main">
  <p:tag name="MS_PLACEHOLDERID" val="PlaceholderID44292.523599537005350"/>
</p:tagLst>
</file>

<file path=ppt/tags/tag12.xml><?xml version="1.0" encoding="utf-8"?>
<p:tagLst xmlns:a="http://schemas.openxmlformats.org/drawingml/2006/main" xmlns:r="http://schemas.openxmlformats.org/officeDocument/2006/relationships" xmlns:p="http://schemas.openxmlformats.org/presentationml/2006/main">
  <p:tag name="MS_PLACEHOLDERID" val="PlaceholderID44292.523599537059245"/>
</p:tagLst>
</file>

<file path=ppt/tags/tag13.xml><?xml version="1.0" encoding="utf-8"?>
<p:tagLst xmlns:a="http://schemas.openxmlformats.org/drawingml/2006/main" xmlns:r="http://schemas.openxmlformats.org/officeDocument/2006/relationships" xmlns:p="http://schemas.openxmlformats.org/presentationml/2006/main">
  <p:tag name="MS_PLACEHOLDERID" val="PlaceholderID44292.523599537046870"/>
</p:tagLst>
</file>

<file path=ppt/tags/tag14.xml><?xml version="1.0" encoding="utf-8"?>
<p:tagLst xmlns:a="http://schemas.openxmlformats.org/drawingml/2006/main" xmlns:r="http://schemas.openxmlformats.org/officeDocument/2006/relationships" xmlns:p="http://schemas.openxmlformats.org/presentationml/2006/main">
  <p:tag name="MS_PLACEHOLDERID" val="PlaceholderID44292.523599537029816"/>
</p:tagLst>
</file>

<file path=ppt/tags/tag15.xml><?xml version="1.0" encoding="utf-8"?>
<p:tagLst xmlns:a="http://schemas.openxmlformats.org/drawingml/2006/main" xmlns:r="http://schemas.openxmlformats.org/officeDocument/2006/relationships" xmlns:p="http://schemas.openxmlformats.org/presentationml/2006/main">
  <p:tag name="CUSTMASTERTOPMARGIN" val="113.3858"/>
  <p:tag name="CUSTMASTERLEFTMARGIN" val="37.7008"/>
  <p:tag name="CUSTMASTERRIGHTMARGIN" val="37.7008"/>
  <p:tag name="CUSTMASTERBOTTOMMARGIN" val="53.5748"/>
  <p:tag name="GUIDECOLS" val="1"/>
  <p:tag name="GUIDEROWS" val="1"/>
  <p:tag name="GUTTERCOL" val="0.6 cm"/>
  <p:tag name="GUTTERROW" val="0.6 cm"/>
  <p:tag name="GUIDESAPPLIEDTO" val="2"/>
  <p:tag name="MS_PLACEHOLDERID" val="PlaceholderID44322.7038657407030194"/>
</p:tagLst>
</file>

<file path=ppt/tags/tag16.xml><?xml version="1.0" encoding="utf-8"?>
<p:tagLst xmlns:a="http://schemas.openxmlformats.org/drawingml/2006/main" xmlns:r="http://schemas.openxmlformats.org/officeDocument/2006/relationships" xmlns:p="http://schemas.openxmlformats.org/presentationml/2006/main">
  <p:tag name="MS_PLACEHOLDERID" val="PlaceholderID44322.7038657407001401"/>
</p:tagLst>
</file>

<file path=ppt/tags/tag17.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18.xml><?xml version="1.0" encoding="utf-8"?>
<p:tagLst xmlns:a="http://schemas.openxmlformats.org/drawingml/2006/main" xmlns:r="http://schemas.openxmlformats.org/officeDocument/2006/relationships" xmlns:p="http://schemas.openxmlformats.org/presentationml/2006/main">
  <p:tag name="MS_PLACEHOLDERID" val="PlaceholderID44322.7038657407070903"/>
</p:tagLst>
</file>

<file path=ppt/tags/tag19.xml><?xml version="1.0" encoding="utf-8"?>
<p:tagLst xmlns:a="http://schemas.openxmlformats.org/drawingml/2006/main" xmlns:r="http://schemas.openxmlformats.org/officeDocument/2006/relationships" xmlns:p="http://schemas.openxmlformats.org/presentationml/2006/main">
  <p:tag name="MS_PLACEHOLDERID" val="PlaceholderID44322.7038657407004535"/>
</p:tagLst>
</file>

<file path=ppt/tags/tag20.xml><?xml version="1.0" encoding="utf-8"?>
<p:tagLst xmlns:a="http://schemas.openxmlformats.org/drawingml/2006/main" xmlns:r="http://schemas.openxmlformats.org/officeDocument/2006/relationships" xmlns:p="http://schemas.openxmlformats.org/presentationml/2006/main">
  <p:tag name="MS_PLACEHOLDERID" val="PlaceholderID44322.7038657407077474"/>
</p:tagLst>
</file>

<file path=ppt/tags/tag21.xml><?xml version="1.0" encoding="utf-8"?>
<p:tagLst xmlns:a="http://schemas.openxmlformats.org/drawingml/2006/main" xmlns:r="http://schemas.openxmlformats.org/officeDocument/2006/relationships" xmlns:p="http://schemas.openxmlformats.org/presentationml/2006/main">
  <p:tag name="MS_PLACEHOLDERID" val="PlaceholderID44322.7038657407001401"/>
</p:tagLst>
</file>

<file path=ppt/tags/tag22.xml><?xml version="1.0" encoding="utf-8"?>
<p:tagLst xmlns:a="http://schemas.openxmlformats.org/drawingml/2006/main" xmlns:r="http://schemas.openxmlformats.org/officeDocument/2006/relationships" xmlns:p="http://schemas.openxmlformats.org/presentationml/2006/main">
  <p:tag name="MS_PLACEHOLDERID" val="PlaceholderID44322.7038657407076072"/>
</p:tagLst>
</file>

<file path=ppt/tags/tag23.xml><?xml version="1.0" encoding="utf-8"?>
<p:tagLst xmlns:a="http://schemas.openxmlformats.org/drawingml/2006/main" xmlns:r="http://schemas.openxmlformats.org/officeDocument/2006/relationships" xmlns:p="http://schemas.openxmlformats.org/presentationml/2006/main">
  <p:tag name="MS_PLACEHOLDERID" val="PlaceholderID44322.7038657407077474"/>
</p:tagLst>
</file>

<file path=ppt/tags/tag24.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292.5235069444028956"/>
</p:tagLst>
</file>

<file path=ppt/tags/tag25.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9236111079048"/>
</p:tagLst>
</file>

<file path=ppt/tags/tag26.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322.7038078704070554"/>
</p:tagLst>
</file>

<file path=ppt/tags/tag27.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8078704028956"/>
</p:tagLst>
</file>

<file path=ppt/tags/tag28.xml><?xml version="1.0" encoding="utf-8"?>
<p:tagLst xmlns:a="http://schemas.openxmlformats.org/drawingml/2006/main" xmlns:r="http://schemas.openxmlformats.org/officeDocument/2006/relationships" xmlns:p="http://schemas.openxmlformats.org/presentationml/2006/main">
  <p:tag name="MS_PLACEHOLDERID" val="PlaceholderID44292.5244328704022686"/>
</p:tagLst>
</file>

<file path=ppt/tags/tag29.xml><?xml version="1.0" encoding="utf-8"?>
<p:tagLst xmlns:a="http://schemas.openxmlformats.org/drawingml/2006/main" xmlns:r="http://schemas.openxmlformats.org/officeDocument/2006/relationships" xmlns:p="http://schemas.openxmlformats.org/presentationml/2006/main">
  <p:tag name="MS_PLACEHOLDERID" val="PlaceholderID44292.5244328704069511"/>
</p:tagLst>
</file>

<file path=ppt/tags/tag30.xml><?xml version="1.0" encoding="utf-8"?>
<p:tagLst xmlns:a="http://schemas.openxmlformats.org/drawingml/2006/main" xmlns:r="http://schemas.openxmlformats.org/officeDocument/2006/relationships" xmlns:p="http://schemas.openxmlformats.org/presentationml/2006/main">
  <p:tag name="MS_PLACEHOLDERID" val="PlaceholderID44292.5244328704098000"/>
</p:tagLst>
</file>

<file path=ppt/tags/tag31.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328704053387"/>
</p:tagLst>
</file>

<file path=ppt/tags/tag32.xml><?xml version="1.0" encoding="utf-8"?>
<p:tagLst xmlns:a="http://schemas.openxmlformats.org/drawingml/2006/main" xmlns:r="http://schemas.openxmlformats.org/officeDocument/2006/relationships" xmlns:p="http://schemas.openxmlformats.org/presentationml/2006/main">
  <p:tag name="MS_PLACEHOLDERID" val="PlaceholderID44292.5244328704099941"/>
  <p:tag name="STYLEXMLFILE" val="Table of Contents Styles"/>
  <p:tag name="PLACEHOLDERAUTOMATIONTAG" val="TableOfContentsText"/>
</p:tagLst>
</file>

<file path=ppt/tags/tag33.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34.xml><?xml version="1.0" encoding="utf-8"?>
<p:tagLst xmlns:a="http://schemas.openxmlformats.org/drawingml/2006/main" xmlns:r="http://schemas.openxmlformats.org/officeDocument/2006/relationships" xmlns:p="http://schemas.openxmlformats.org/presentationml/2006/main">
  <p:tag name="MS_PLACEHOLDERID" val="PlaceholderID44292.5244212963026379"/>
</p:tagLst>
</file>

<file path=ppt/tags/tag35.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212963027934"/>
</p:tagLst>
</file>

<file path=ppt/tags/tag36.xml><?xml version="1.0" encoding="utf-8"?>
<p:tagLst xmlns:a="http://schemas.openxmlformats.org/drawingml/2006/main" xmlns:r="http://schemas.openxmlformats.org/officeDocument/2006/relationships" xmlns:p="http://schemas.openxmlformats.org/presentationml/2006/main">
  <p:tag name="MS_PLACEHOLDERID" val="PlaceholderID44292.5244212963082980"/>
</p:tagLst>
</file>

<file path=ppt/tags/tag37.xml><?xml version="1.0" encoding="utf-8"?>
<p:tagLst xmlns:a="http://schemas.openxmlformats.org/drawingml/2006/main" xmlns:r="http://schemas.openxmlformats.org/officeDocument/2006/relationships" xmlns:p="http://schemas.openxmlformats.org/presentationml/2006/main">
  <p:tag name="MS_PLACEHOLDERID" val="PlaceholderID44292.5244212963082460"/>
</p:tagLst>
</file>

<file path=ppt/tags/tag38.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212963098609"/>
</p:tagLst>
</file>

<file path=ppt/tags/tag39.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42824074037353"/>
</p:tagLst>
</file>

<file path=ppt/tags/tag40.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41.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42.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43.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44.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45.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46.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47.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48.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49.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50.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51.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52.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53.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05.7189351852053342"/>
</p:tagLst>
</file>

<file path=ppt/tags/tag54.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791667004568"/>
</p:tagLst>
</file>

<file path=ppt/tags/tag55.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56.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57.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58.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59.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60.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61.xml><?xml version="1.0" encoding="utf-8"?>
<p:tagLst xmlns:a="http://schemas.openxmlformats.org/drawingml/2006/main" xmlns:r="http://schemas.openxmlformats.org/officeDocument/2006/relationships" xmlns:p="http://schemas.openxmlformats.org/presentationml/2006/main">
  <p:tag name="GUIDECOLS" val="2"/>
  <p:tag name="GUIDEROWS" val="2"/>
  <p:tag name="GUTTERCOL" val="0.6 cm"/>
  <p:tag name="GUTTERROW" val="0.6 cm"/>
  <p:tag name="GUIDESAPPLIEDTO" val="2"/>
  <p:tag name="MS_PLACEHOLDERID" val="PlaceholderID44305.7187731481070554"/>
</p:tagLst>
</file>

<file path=ppt/tags/tag62.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63.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64.xml><?xml version="1.0" encoding="utf-8"?>
<p:tagLst xmlns:a="http://schemas.openxmlformats.org/drawingml/2006/main" xmlns:r="http://schemas.openxmlformats.org/officeDocument/2006/relationships" xmlns:p="http://schemas.openxmlformats.org/presentationml/2006/main">
  <p:tag name="MS_PLACEHOLDERID" val="PlaceholderID44292.5244907407029577"/>
</p:tagLst>
</file>

<file path=ppt/tags/tag65.xml><?xml version="1.0" encoding="utf-8"?>
<p:tagLst xmlns:a="http://schemas.openxmlformats.org/drawingml/2006/main" xmlns:r="http://schemas.openxmlformats.org/officeDocument/2006/relationships" xmlns:p="http://schemas.openxmlformats.org/presentationml/2006/main">
  <p:tag name="MS_PLACEHOLDERID" val="PlaceholderID44292.5244907407038201"/>
</p:tagLst>
</file>

<file path=ppt/tags/tag66.xml><?xml version="1.0" encoding="utf-8"?>
<p:tagLst xmlns:a="http://schemas.openxmlformats.org/drawingml/2006/main" xmlns:r="http://schemas.openxmlformats.org/officeDocument/2006/relationships" xmlns:p="http://schemas.openxmlformats.org/presentationml/2006/main">
  <p:tag name="MS_PLACEHOLDERID" val="PlaceholderID44292.5244907407030097"/>
  <p:tag name="STYLEXMLFILE" val="Default Style List"/>
</p:tagLst>
</file>

<file path=ppt/tags/tag67.xml><?xml version="1.0" encoding="utf-8"?>
<p:tagLst xmlns:a="http://schemas.openxmlformats.org/drawingml/2006/main" xmlns:r="http://schemas.openxmlformats.org/officeDocument/2006/relationships" xmlns:p="http://schemas.openxmlformats.org/presentationml/2006/main">
  <p:tag name="MS_PLACEHOLDERID" val="PlaceholderID44292.5244907407094857"/>
</p:tagLst>
</file>

<file path=ppt/tags/tag68.xml><?xml version="1.0" encoding="utf-8"?>
<p:tagLst xmlns:a="http://schemas.openxmlformats.org/drawingml/2006/main" xmlns:r="http://schemas.openxmlformats.org/officeDocument/2006/relationships" xmlns:p="http://schemas.openxmlformats.org/presentationml/2006/main">
  <p:tag name="MS_PLACEHOLDERID" val="PlaceholderID44292.5244907407097982"/>
</p:tagLst>
</file>

<file path=ppt/tags/tag69.xml><?xml version="1.0" encoding="utf-8"?>
<p:tagLst xmlns:a="http://schemas.openxmlformats.org/drawingml/2006/main" xmlns:r="http://schemas.openxmlformats.org/officeDocument/2006/relationships" xmlns:p="http://schemas.openxmlformats.org/presentationml/2006/main">
  <p:tag name="MS_PLACEHOLDERID" val="PlaceholderID44292.5244907407027827"/>
  <p:tag name="STYLEXMLFILE" val="Subtitle List"/>
</p:tagLst>
</file>

<file path=ppt/tags/tag70.xml><?xml version="1.0" encoding="utf-8"?>
<p:tagLst xmlns:a="http://schemas.openxmlformats.org/drawingml/2006/main" xmlns:r="http://schemas.openxmlformats.org/officeDocument/2006/relationships" xmlns:p="http://schemas.openxmlformats.org/presentationml/2006/main">
  <p:tag name="MS_PLACEHOLDERID" val="PlaceholderID44292.5244907407016282"/>
  <p:tag name="STYLEXMLFILE" val="Default Style List"/>
</p:tagLst>
</file>

<file path=ppt/tags/tag71.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72.xml><?xml version="1.0" encoding="utf-8"?>
<p:tagLst xmlns:a="http://schemas.openxmlformats.org/drawingml/2006/main" xmlns:r="http://schemas.openxmlformats.org/officeDocument/2006/relationships" xmlns:p="http://schemas.openxmlformats.org/presentationml/2006/main">
  <p:tag name="MS_PLACEHOLDERID" val="PlaceholderID44292.5245138889064658"/>
</p:tagLst>
</file>

<file path=ppt/tags/tag73.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74.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75.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76.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77.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78.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79.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80.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81.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82.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83.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84.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85.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8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87.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88.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89.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90.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91.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92.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93.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76.5044560185070554"/>
</p:tagLst>
</file>

<file path=ppt/tags/tag94.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537037090575"/>
</p:tagLst>
</file>

<file path=ppt/tags/tag95.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96.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97.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98.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99.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100.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101.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102.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103.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104.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105.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106.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107.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108.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109.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110.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111.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112.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113.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114.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115.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116.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117.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118.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119.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120.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121.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122.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123.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124.xml><?xml version="1.0" encoding="utf-8"?>
<p:tagLst xmlns:a="http://schemas.openxmlformats.org/drawingml/2006/main" xmlns:r="http://schemas.openxmlformats.org/officeDocument/2006/relationships" xmlns:p="http://schemas.openxmlformats.org/presentationml/2006/main">
  <p:tag name="MS_PLACEHOLDERID" val="PlaceholderID44292.5245601852063174"/>
</p:tagLst>
</file>

<file path=ppt/tags/tag125.xml><?xml version="1.0" encoding="utf-8"?>
<p:tagLst xmlns:a="http://schemas.openxmlformats.org/drawingml/2006/main" xmlns:r="http://schemas.openxmlformats.org/officeDocument/2006/relationships" xmlns:p="http://schemas.openxmlformats.org/presentationml/2006/main">
  <p:tag name="MS_PLACEHOLDERID" val="PlaceholderID44292.5245601852062764"/>
</p:tagLst>
</file>

<file path=ppt/tags/tag126.xml><?xml version="1.0" encoding="utf-8"?>
<p:tagLst xmlns:a="http://schemas.openxmlformats.org/drawingml/2006/main" xmlns:r="http://schemas.openxmlformats.org/officeDocument/2006/relationships" xmlns:p="http://schemas.openxmlformats.org/presentationml/2006/main">
  <p:tag name="MS_PLACEHOLDERID" val="PlaceholderID44292.5245601852042845"/>
  <p:tag name="STYLEXMLFILE" val="Default Style List"/>
</p:tagLst>
</file>

<file path=ppt/tags/tag127.xml><?xml version="1.0" encoding="utf-8"?>
<p:tagLst xmlns:a="http://schemas.openxmlformats.org/drawingml/2006/main" xmlns:r="http://schemas.openxmlformats.org/officeDocument/2006/relationships" xmlns:p="http://schemas.openxmlformats.org/presentationml/2006/main">
  <p:tag name="MS_PLACEHOLDERID" val="PlaceholderID44292.5245601852009797"/>
</p:tagLst>
</file>

<file path=ppt/tags/tag128.xml><?xml version="1.0" encoding="utf-8"?>
<p:tagLst xmlns:a="http://schemas.openxmlformats.org/drawingml/2006/main" xmlns:r="http://schemas.openxmlformats.org/officeDocument/2006/relationships" xmlns:p="http://schemas.openxmlformats.org/presentationml/2006/main">
  <p:tag name="MS_PLACEHOLDERID" val="PlaceholderID44292.5245601852056104"/>
</p:tagLst>
</file>

<file path=ppt/tags/tag129.xml><?xml version="1.0" encoding="utf-8"?>
<p:tagLst xmlns:a="http://schemas.openxmlformats.org/drawingml/2006/main" xmlns:r="http://schemas.openxmlformats.org/officeDocument/2006/relationships" xmlns:p="http://schemas.openxmlformats.org/presentationml/2006/main">
  <p:tag name="MS_PLACEHOLDERID" val="PlaceholderID44292.5245601852091371"/>
  <p:tag name="STYLEXMLFILE" val="Subtitle List"/>
</p:tagLst>
</file>

<file path=ppt/tags/tag130.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131.xml><?xml version="1.0" encoding="utf-8"?>
<p:tagLst xmlns:a="http://schemas.openxmlformats.org/drawingml/2006/main" xmlns:r="http://schemas.openxmlformats.org/officeDocument/2006/relationships" xmlns:p="http://schemas.openxmlformats.org/presentationml/2006/main">
  <p:tag name="MS_PLACEHOLDERID" val="PlaceholderID44292.5245717593002262"/>
</p:tagLst>
</file>

<file path=ppt/tags/tag132.xml><?xml version="1.0" encoding="utf-8"?>
<p:tagLst xmlns:a="http://schemas.openxmlformats.org/drawingml/2006/main" xmlns:r="http://schemas.openxmlformats.org/officeDocument/2006/relationships" xmlns:p="http://schemas.openxmlformats.org/presentationml/2006/main">
  <p:tag name="MS_PLACEHOLDERID" val="PlaceholderID44292.5245717593054336"/>
  <p:tag name="STYLEXMLFILE" val="Default Style List"/>
</p:tagLst>
</file>

<file path=ppt/tags/tag133.xml><?xml version="1.0" encoding="utf-8"?>
<p:tagLst xmlns:a="http://schemas.openxmlformats.org/drawingml/2006/main" xmlns:r="http://schemas.openxmlformats.org/officeDocument/2006/relationships" xmlns:p="http://schemas.openxmlformats.org/presentationml/2006/main">
  <p:tag name="MS_PLACEHOLDERID" val="PlaceholderID44292.5245717593091616"/>
</p:tagLst>
</file>

<file path=ppt/tags/tag134.xml><?xml version="1.0" encoding="utf-8"?>
<p:tagLst xmlns:a="http://schemas.openxmlformats.org/drawingml/2006/main" xmlns:r="http://schemas.openxmlformats.org/officeDocument/2006/relationships" xmlns:p="http://schemas.openxmlformats.org/presentationml/2006/main">
  <p:tag name="MS_PLACEHOLDERID" val="PlaceholderID44292.5245717593043026"/>
</p:tagLst>
</file>

<file path=ppt/tags/tag135.xml><?xml version="1.0" encoding="utf-8"?>
<p:tagLst xmlns:a="http://schemas.openxmlformats.org/drawingml/2006/main" xmlns:r="http://schemas.openxmlformats.org/officeDocument/2006/relationships" xmlns:p="http://schemas.openxmlformats.org/presentationml/2006/main">
  <p:tag name="MS_PLACEHOLDERID" val="PlaceholderID44292.5245717593050245"/>
  <p:tag name="STYLEXMLFILE" val="Subtitle List"/>
</p:tagLst>
</file>

<file path=ppt/tags/tag136.xml><?xml version="1.0" encoding="utf-8"?>
<p:tagLst xmlns:a="http://schemas.openxmlformats.org/drawingml/2006/main" xmlns:r="http://schemas.openxmlformats.org/officeDocument/2006/relationships" xmlns:p="http://schemas.openxmlformats.org/presentationml/2006/main">
  <p:tag name="MS_PLACEHOLDERID" val="PlaceholderID44292.5245717593046298"/>
  <p:tag name="STYLEXMLFILE" val="Default Style List"/>
</p:tagLst>
</file>

<file path=ppt/tags/tag137.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138.xml><?xml version="1.0" encoding="utf-8"?>
<p:tagLst xmlns:a="http://schemas.openxmlformats.org/drawingml/2006/main" xmlns:r="http://schemas.openxmlformats.org/officeDocument/2006/relationships" xmlns:p="http://schemas.openxmlformats.org/presentationml/2006/main">
  <p:tag name="MS_PLACEHOLDERID" val="PlaceholderID44292.5245949074035347"/>
</p:tagLst>
</file>

<file path=ppt/tags/tag139.xml><?xml version="1.0" encoding="utf-8"?>
<p:tagLst xmlns:a="http://schemas.openxmlformats.org/drawingml/2006/main" xmlns:r="http://schemas.openxmlformats.org/officeDocument/2006/relationships" xmlns:p="http://schemas.openxmlformats.org/presentationml/2006/main">
  <p:tag name="MS_PLACEHOLDERID" val="PlaceholderID44292.5245949074040483"/>
</p:tagLst>
</file>

<file path=ppt/tags/tag140.xml><?xml version="1.0" encoding="utf-8"?>
<p:tagLst xmlns:a="http://schemas.openxmlformats.org/drawingml/2006/main" xmlns:r="http://schemas.openxmlformats.org/officeDocument/2006/relationships" xmlns:p="http://schemas.openxmlformats.org/presentationml/2006/main">
  <p:tag name="MS_PLACEHOLDERID" val="PlaceholderID44292.5245949074026973"/>
</p:tagLst>
</file>

<file path=ppt/tags/tag141.xml><?xml version="1.0" encoding="utf-8"?>
<p:tagLst xmlns:a="http://schemas.openxmlformats.org/drawingml/2006/main" xmlns:r="http://schemas.openxmlformats.org/officeDocument/2006/relationships" xmlns:p="http://schemas.openxmlformats.org/presentationml/2006/main">
  <p:tag name="MS_PLACEHOLDERID" val="PlaceholderID44292.5245949074024384"/>
  <p:tag name="STYLEXMLFILE" val="Default Style List"/>
</p:tagLst>
</file>

<file path=ppt/tags/tag142.xml><?xml version="1.0" encoding="utf-8"?>
<p:tagLst xmlns:a="http://schemas.openxmlformats.org/drawingml/2006/main" xmlns:r="http://schemas.openxmlformats.org/officeDocument/2006/relationships" xmlns:p="http://schemas.openxmlformats.org/presentationml/2006/main">
  <p:tag name="MS_PLACEHOLDERID" val="PlaceholderID44292.5245949074006091"/>
  <p:tag name="STYLEXMLFILE" val="Profile Contact Styles"/>
</p:tagLst>
</file>

<file path=ppt/tags/tag143.xml><?xml version="1.0" encoding="utf-8"?>
<p:tagLst xmlns:a="http://schemas.openxmlformats.org/drawingml/2006/main" xmlns:r="http://schemas.openxmlformats.org/officeDocument/2006/relationships" xmlns:p="http://schemas.openxmlformats.org/presentationml/2006/main">
  <p:tag name="MS_PLACEHOLDERID" val="PlaceholderID44292.5245949074039029"/>
</p:tagLst>
</file>

<file path=ppt/tags/tag144.xml><?xml version="1.0" encoding="utf-8"?>
<p:tagLst xmlns:a="http://schemas.openxmlformats.org/drawingml/2006/main" xmlns:r="http://schemas.openxmlformats.org/officeDocument/2006/relationships" xmlns:p="http://schemas.openxmlformats.org/presentationml/2006/main">
  <p:tag name="MS_PLACEHOLDERID" val="PlaceholderID44292.5245949074036499"/>
  <p:tag name="STYLEXMLFILE" val="Default Style List"/>
</p:tagLst>
</file>

<file path=ppt/tags/tag145.xml><?xml version="1.0" encoding="utf-8"?>
<p:tagLst xmlns:a="http://schemas.openxmlformats.org/drawingml/2006/main" xmlns:r="http://schemas.openxmlformats.org/officeDocument/2006/relationships" xmlns:p="http://schemas.openxmlformats.org/presentationml/2006/main">
  <p:tag name="MS_PLACEHOLDERID" val="PlaceholderID44292.5245949074048989"/>
  <p:tag name="STYLEXMLFILE" val="Default Style List"/>
</p:tagLst>
</file>

<file path=ppt/tags/tag14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147.xml><?xml version="1.0" encoding="utf-8"?>
<p:tagLst xmlns:a="http://schemas.openxmlformats.org/drawingml/2006/main" xmlns:r="http://schemas.openxmlformats.org/officeDocument/2006/relationships" xmlns:p="http://schemas.openxmlformats.org/presentationml/2006/main">
  <p:tag name="MS_PLACEHOLDERID" val="PlaceholderID44292.5246180556015566"/>
</p:tagLst>
</file>

<file path=ppt/tags/tag148.xml><?xml version="1.0" encoding="utf-8"?>
<p:tagLst xmlns:a="http://schemas.openxmlformats.org/drawingml/2006/main" xmlns:r="http://schemas.openxmlformats.org/officeDocument/2006/relationships" xmlns:p="http://schemas.openxmlformats.org/presentationml/2006/main">
  <p:tag name="MS_PLACEHOLDERID" val="PlaceholderID44292.5246180556047445"/>
</p:tagLst>
</file>

<file path=ppt/tags/tag149.xml><?xml version="1.0" encoding="utf-8"?>
<p:tagLst xmlns:a="http://schemas.openxmlformats.org/drawingml/2006/main" xmlns:r="http://schemas.openxmlformats.org/officeDocument/2006/relationships" xmlns:p="http://schemas.openxmlformats.org/presentationml/2006/main">
  <p:tag name="MS_PLACEHOLDERID" val="PlaceholderID44292.5246180556025726"/>
</p:tagLst>
</file>

<file path=ppt/tags/tag150.xml><?xml version="1.0" encoding="utf-8"?>
<p:tagLst xmlns:a="http://schemas.openxmlformats.org/drawingml/2006/main" xmlns:r="http://schemas.openxmlformats.org/officeDocument/2006/relationships" xmlns:p="http://schemas.openxmlformats.org/presentationml/2006/main">
  <p:tag name="MS_PLACEHOLDERID" val="PlaceholderID44292.5246180556054207"/>
  <p:tag name="STYLEXMLFILE" val="Subtitle List"/>
</p:tagLst>
</file>

<file path=ppt/tags/tag151.xml><?xml version="1.0" encoding="utf-8"?>
<p:tagLst xmlns:a="http://schemas.openxmlformats.org/drawingml/2006/main" xmlns:r="http://schemas.openxmlformats.org/officeDocument/2006/relationships" xmlns:p="http://schemas.openxmlformats.org/presentationml/2006/main">
  <p:tag name="MS_PLACEHOLDERID" val="PlaceholderID44292.5246180556093854"/>
  <p:tag name="STYLEXMLFILE" val="Profile Biography Styles"/>
</p:tagLst>
</file>

<file path=ppt/tags/tag152.xml><?xml version="1.0" encoding="utf-8"?>
<p:tagLst xmlns:a="http://schemas.openxmlformats.org/drawingml/2006/main" xmlns:r="http://schemas.openxmlformats.org/officeDocument/2006/relationships" xmlns:p="http://schemas.openxmlformats.org/presentationml/2006/main">
  <p:tag name="MS_PLACEHOLDERID" val="PlaceholderID44292.5246180556065449"/>
</p:tagLst>
</file>

<file path=ppt/tags/tag153.xml><?xml version="1.0" encoding="utf-8"?>
<p:tagLst xmlns:a="http://schemas.openxmlformats.org/drawingml/2006/main" xmlns:r="http://schemas.openxmlformats.org/officeDocument/2006/relationships" xmlns:p="http://schemas.openxmlformats.org/presentationml/2006/main">
  <p:tag name="MS_PLACEHOLDERID" val="PlaceholderID44292.5246180556050608"/>
  <p:tag name="STYLEXMLFILE" val="Profile Biography Styles"/>
</p:tagLst>
</file>

<file path=ppt/tags/tag154.xml><?xml version="1.0" encoding="utf-8"?>
<p:tagLst xmlns:a="http://schemas.openxmlformats.org/drawingml/2006/main" xmlns:r="http://schemas.openxmlformats.org/officeDocument/2006/relationships" xmlns:p="http://schemas.openxmlformats.org/presentationml/2006/main">
  <p:tag name="MS_PLACEHOLDERID" val="PlaceholderID44292.5246180556039047"/>
</p:tagLst>
</file>

<file path=ppt/tags/tag155.xml><?xml version="1.0" encoding="utf-8"?>
<p:tagLst xmlns:a="http://schemas.openxmlformats.org/drawingml/2006/main" xmlns:r="http://schemas.openxmlformats.org/officeDocument/2006/relationships" xmlns:p="http://schemas.openxmlformats.org/presentationml/2006/main">
  <p:tag name="MS_PLACEHOLDERID" val="PlaceholderID44292.5246180556010737"/>
  <p:tag name="STYLEXMLFILE" val="Profile Biography Styles"/>
</p:tagLst>
</file>

<file path=ppt/tags/tag156.xml><?xml version="1.0" encoding="utf-8"?>
<p:tagLst xmlns:a="http://schemas.openxmlformats.org/drawingml/2006/main" xmlns:r="http://schemas.openxmlformats.org/officeDocument/2006/relationships" xmlns:p="http://schemas.openxmlformats.org/presentationml/2006/main">
  <p:tag name="MS_PLACEHOLDERID" val="PlaceholderID44292.5246180556078399"/>
</p:tagLst>
</file>

<file path=ppt/tags/tag157.xml><?xml version="1.0" encoding="utf-8"?>
<p:tagLst xmlns:a="http://schemas.openxmlformats.org/drawingml/2006/main" xmlns:r="http://schemas.openxmlformats.org/officeDocument/2006/relationships" xmlns:p="http://schemas.openxmlformats.org/presentationml/2006/main">
  <p:tag name="MS_PLACEHOLDERID" val="PlaceholderID44292.5246180556045964"/>
  <p:tag name="STYLEXMLFILE" val="Default Style List"/>
</p:tagLst>
</file>

<file path=ppt/tags/tag158.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159.xml><?xml version="1.0" encoding="utf-8"?>
<p:tagLst xmlns:a="http://schemas.openxmlformats.org/drawingml/2006/main" xmlns:r="http://schemas.openxmlformats.org/officeDocument/2006/relationships" xmlns:p="http://schemas.openxmlformats.org/presentationml/2006/main">
  <p:tag name="MS_PLACEHOLDERID" val="PlaceholderID44292.5246412037075368"/>
</p:tagLst>
</file>

<file path=ppt/tags/tag160.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161.xml><?xml version="1.0" encoding="utf-8"?>
<p:tagLst xmlns:a="http://schemas.openxmlformats.org/drawingml/2006/main" xmlns:r="http://schemas.openxmlformats.org/officeDocument/2006/relationships" xmlns:p="http://schemas.openxmlformats.org/presentationml/2006/main">
  <p:tag name="MS_PLACEHOLDERID" val="PlaceholderID44292.5246412037083273"/>
</p:tagLst>
</file>

<file path=ppt/tags/tag162.xml><?xml version="1.0" encoding="utf-8"?>
<p:tagLst xmlns:a="http://schemas.openxmlformats.org/drawingml/2006/main" xmlns:r="http://schemas.openxmlformats.org/officeDocument/2006/relationships" xmlns:p="http://schemas.openxmlformats.org/presentationml/2006/main">
  <p:tag name="MS_PLACEHOLDERID" val="PlaceholderID44292.5246412037021036"/>
  <p:tag name="STYLEXMLFILE" val="Subtitle List"/>
</p:tagLst>
</file>

<file path=ppt/tags/tag163.xml><?xml version="1.0" encoding="utf-8"?>
<p:tagLst xmlns:a="http://schemas.openxmlformats.org/drawingml/2006/main" xmlns:r="http://schemas.openxmlformats.org/officeDocument/2006/relationships" xmlns:p="http://schemas.openxmlformats.org/presentationml/2006/main">
  <p:tag name="GUTTERCOL" val="0.6 cm"/>
  <p:tag name="GUTTERROW" val="0.6 cm"/>
  <p:tag name="GUIDESAPPLIEDTO" val="2"/>
  <p:tag name="GUIDECOLS" val="6"/>
  <p:tag name="GUIDEROWS" val="2"/>
  <p:tag name="NOGUTTERCOL" val="False"/>
  <p:tag name="NOGUTTERROW" val="False"/>
</p:tagLst>
</file>

<file path=ppt/tags/tag164.xml><?xml version="1.0" encoding="utf-8"?>
<p:tagLst xmlns:a="http://schemas.openxmlformats.org/drawingml/2006/main" xmlns:r="http://schemas.openxmlformats.org/officeDocument/2006/relationships" xmlns:p="http://schemas.openxmlformats.org/presentationml/2006/main">
  <p:tag name="MS_PLACEHOLDERID" val="PlaceholderID44292.5246643519010545"/>
</p:tagLst>
</file>

<file path=ppt/tags/tag165.xml><?xml version="1.0" encoding="utf-8"?>
<p:tagLst xmlns:a="http://schemas.openxmlformats.org/drawingml/2006/main" xmlns:r="http://schemas.openxmlformats.org/officeDocument/2006/relationships" xmlns:p="http://schemas.openxmlformats.org/presentationml/2006/main">
  <p:tag name="MS_PLACEHOLDERID" val="PlaceholderID44292.5246643519033169"/>
</p:tagLst>
</file>

<file path=ppt/tags/tag166.xml><?xml version="1.0" encoding="utf-8"?>
<p:tagLst xmlns:a="http://schemas.openxmlformats.org/drawingml/2006/main" xmlns:r="http://schemas.openxmlformats.org/officeDocument/2006/relationships" xmlns:p="http://schemas.openxmlformats.org/presentationml/2006/main">
  <p:tag name="GUTTERCOL" val="0.6 cm"/>
  <p:tag name="GUTTERROW" val="0.6 cm"/>
  <p:tag name="GUIDESAPPLIEDTO" val="2"/>
  <p:tag name="GUIDECOLS" val="6"/>
  <p:tag name="GUIDEROWS" val="2"/>
  <p:tag name="NOGUTTERCOL" val="False"/>
  <p:tag name="NOGUTTERROW" val="False"/>
</p:tagLst>
</file>

<file path=ppt/tags/tag167.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168.xml><?xml version="1.0" encoding="utf-8"?>
<p:tagLst xmlns:a="http://schemas.openxmlformats.org/drawingml/2006/main" xmlns:r="http://schemas.openxmlformats.org/officeDocument/2006/relationships" xmlns:p="http://schemas.openxmlformats.org/presentationml/2006/main">
  <p:tag name="MS_PLACEHOLDERID" val="PlaceholderID44292.523599537086261"/>
</p:tagLst>
</file>

<file path=ppt/tags/tag169.xml><?xml version="1.0" encoding="utf-8"?>
<p:tagLst xmlns:a="http://schemas.openxmlformats.org/drawingml/2006/main" xmlns:r="http://schemas.openxmlformats.org/officeDocument/2006/relationships" xmlns:p="http://schemas.openxmlformats.org/presentationml/2006/main">
  <p:tag name="MS_PLACEHOLDERID" val="PlaceholderID44292.523599537096195"/>
</p:tagLst>
</file>

<file path=ppt/tags/tag170.xml><?xml version="1.0" encoding="utf-8"?>
<p:tagLst xmlns:a="http://schemas.openxmlformats.org/drawingml/2006/main" xmlns:r="http://schemas.openxmlformats.org/officeDocument/2006/relationships" xmlns:p="http://schemas.openxmlformats.org/presentationml/2006/main">
  <p:tag name="MS_PLACEHOLDERID" val="PlaceholderID44292.523599537087144"/>
</p:tagLst>
</file>

<file path=ppt/tags/tag171.xml><?xml version="1.0" encoding="utf-8"?>
<p:tagLst xmlns:a="http://schemas.openxmlformats.org/drawingml/2006/main" xmlns:r="http://schemas.openxmlformats.org/officeDocument/2006/relationships" xmlns:p="http://schemas.openxmlformats.org/presentationml/2006/main">
  <p:tag name="MS_PLACEHOLDERID" val="PlaceholderID44292.523599537036401"/>
</p:tagLst>
</file>

<file path=ppt/tags/tag172.xml><?xml version="1.0" encoding="utf-8"?>
<p:tagLst xmlns:a="http://schemas.openxmlformats.org/drawingml/2006/main" xmlns:r="http://schemas.openxmlformats.org/officeDocument/2006/relationships" xmlns:p="http://schemas.openxmlformats.org/presentationml/2006/main">
  <p:tag name="MS_PLACEHOLDERID" val="PlaceholderID44292.523599537005350"/>
</p:tagLst>
</file>

<file path=ppt/tags/tag173.xml><?xml version="1.0" encoding="utf-8"?>
<p:tagLst xmlns:a="http://schemas.openxmlformats.org/drawingml/2006/main" xmlns:r="http://schemas.openxmlformats.org/officeDocument/2006/relationships" xmlns:p="http://schemas.openxmlformats.org/presentationml/2006/main">
  <p:tag name="MS_PLACEHOLDERID" val="PlaceholderID44292.523599537059245"/>
</p:tagLst>
</file>

<file path=ppt/tags/tag174.xml><?xml version="1.0" encoding="utf-8"?>
<p:tagLst xmlns:a="http://schemas.openxmlformats.org/drawingml/2006/main" xmlns:r="http://schemas.openxmlformats.org/officeDocument/2006/relationships" xmlns:p="http://schemas.openxmlformats.org/presentationml/2006/main">
  <p:tag name="MS_PLACEHOLDERID" val="PlaceholderID44292.523599537046870"/>
</p:tagLst>
</file>

<file path=ppt/tags/tag175.xml><?xml version="1.0" encoding="utf-8"?>
<p:tagLst xmlns:a="http://schemas.openxmlformats.org/drawingml/2006/main" xmlns:r="http://schemas.openxmlformats.org/officeDocument/2006/relationships" xmlns:p="http://schemas.openxmlformats.org/presentationml/2006/main">
  <p:tag name="MS_PLACEHOLDERID" val="PlaceholderID44292.523599537029816"/>
</p:tagLst>
</file>

<file path=ppt/tags/tag176.xml><?xml version="1.0" encoding="utf-8"?>
<p:tagLst xmlns:a="http://schemas.openxmlformats.org/drawingml/2006/main" xmlns:r="http://schemas.openxmlformats.org/officeDocument/2006/relationships" xmlns:p="http://schemas.openxmlformats.org/presentationml/2006/main">
  <p:tag name="CUSTMASTERTOPMARGIN" val="113.3858"/>
  <p:tag name="CUSTMASTERLEFTMARGIN" val="37.7008"/>
  <p:tag name="CUSTMASTERRIGHTMARGIN" val="37.7008"/>
  <p:tag name="CUSTMASTERBOTTOMMARGIN" val="53.5748"/>
  <p:tag name="GUIDECOLS" val="1"/>
  <p:tag name="GUIDEROWS" val="1"/>
  <p:tag name="GUTTERCOL" val="0.6 cm"/>
  <p:tag name="GUTTERROW" val="0.6 cm"/>
  <p:tag name="GUIDESAPPLIEDTO" val="2"/>
  <p:tag name="MS_PLACEHOLDERID" val="PlaceholderID44322.7038657407030194"/>
</p:tagLst>
</file>

<file path=ppt/tags/tag177.xml><?xml version="1.0" encoding="utf-8"?>
<p:tagLst xmlns:a="http://schemas.openxmlformats.org/drawingml/2006/main" xmlns:r="http://schemas.openxmlformats.org/officeDocument/2006/relationships" xmlns:p="http://schemas.openxmlformats.org/presentationml/2006/main">
  <p:tag name="MS_PLACEHOLDERID" val="PlaceholderID44322.7038657407077474"/>
</p:tagLst>
</file>

<file path=ppt/tags/tag178.xml><?xml version="1.0" encoding="utf-8"?>
<p:tagLst xmlns:a="http://schemas.openxmlformats.org/drawingml/2006/main" xmlns:r="http://schemas.openxmlformats.org/officeDocument/2006/relationships" xmlns:p="http://schemas.openxmlformats.org/presentationml/2006/main">
  <p:tag name="MS_PLACEHOLDERID" val="PlaceholderID44322.7038657407001401"/>
</p:tagLst>
</file>

<file path=ppt/tags/tag179.xml><?xml version="1.0" encoding="utf-8"?>
<p:tagLst xmlns:a="http://schemas.openxmlformats.org/drawingml/2006/main" xmlns:r="http://schemas.openxmlformats.org/officeDocument/2006/relationships" xmlns:p="http://schemas.openxmlformats.org/presentationml/2006/main">
  <p:tag name="MS_PLACEHOLDERID" val="PlaceholderID44322.7038657407076072"/>
</p:tagLst>
</file>

<file path=ppt/tags/tag180.xml><?xml version="1.0" encoding="utf-8"?>
<p:tagLst xmlns:a="http://schemas.openxmlformats.org/drawingml/2006/main" xmlns:r="http://schemas.openxmlformats.org/officeDocument/2006/relationships" xmlns:p="http://schemas.openxmlformats.org/presentationml/2006/main">
  <p:tag name="MS_PLACEHOLDERID" val="PlaceholderID44322.7038657407081449"/>
</p:tagLst>
</file>

<file path=ppt/tags/tag181.xml><?xml version="1.0" encoding="utf-8"?>
<p:tagLst xmlns:a="http://schemas.openxmlformats.org/drawingml/2006/main" xmlns:r="http://schemas.openxmlformats.org/officeDocument/2006/relationships" xmlns:p="http://schemas.openxmlformats.org/presentationml/2006/main">
  <p:tag name="MS_PLACEHOLDERID" val="PlaceholderID44322.7038657407070903"/>
</p:tagLst>
</file>

<file path=ppt/tags/tag182.xml><?xml version="1.0" encoding="utf-8"?>
<p:tagLst xmlns:a="http://schemas.openxmlformats.org/drawingml/2006/main" xmlns:r="http://schemas.openxmlformats.org/officeDocument/2006/relationships" xmlns:p="http://schemas.openxmlformats.org/presentationml/2006/main">
  <p:tag name="MS_PLACEHOLDERID" val="PlaceholderID44322.7038657407004535"/>
</p:tagLst>
</file>

<file path=ppt/tags/tag183.xml><?xml version="1.0" encoding="utf-8"?>
<p:tagLst xmlns:a="http://schemas.openxmlformats.org/drawingml/2006/main" xmlns:r="http://schemas.openxmlformats.org/officeDocument/2006/relationships" xmlns:p="http://schemas.openxmlformats.org/presentationml/2006/main">
  <p:tag name="MS_PLACEHOLDERID" val="PlaceholderID44322.7038657407041403"/>
</p:tagLst>
</file>

<file path=ppt/tags/tag184.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185.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292.5235069444028956"/>
</p:tagLst>
</file>

<file path=ppt/tags/tag186.xml><?xml version="1.0" encoding="utf-8"?>
<p:tagLst xmlns:a="http://schemas.openxmlformats.org/drawingml/2006/main" xmlns:r="http://schemas.openxmlformats.org/officeDocument/2006/relationships" xmlns:p="http://schemas.openxmlformats.org/presentationml/2006/main">
  <p:tag name="MS_PLACEHOLDERID" val="PlaceholderID44292.5235069444001401"/>
</p:tagLst>
</file>

<file path=ppt/tags/tag187.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9236111079048"/>
</p:tagLst>
</file>

<file path=ppt/tags/tag188.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322.7038078704070554"/>
</p:tagLst>
</file>

<file path=ppt/tags/tag189.xml><?xml version="1.0" encoding="utf-8"?>
<p:tagLst xmlns:a="http://schemas.openxmlformats.org/drawingml/2006/main" xmlns:r="http://schemas.openxmlformats.org/officeDocument/2006/relationships" xmlns:p="http://schemas.openxmlformats.org/presentationml/2006/main">
  <p:tag name="MS_PLACEHOLDERID" val="PlaceholderID44322.7038078704057951"/>
</p:tagLst>
</file>

<file path=ppt/tags/tag190.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8078704028956"/>
</p:tagLst>
</file>

<file path=ppt/tags/tag191.xml><?xml version="1.0" encoding="utf-8"?>
<p:tagLst xmlns:a="http://schemas.openxmlformats.org/drawingml/2006/main" xmlns:r="http://schemas.openxmlformats.org/officeDocument/2006/relationships" xmlns:p="http://schemas.openxmlformats.org/presentationml/2006/main">
  <p:tag name="MS_PLACEHOLDERID" val="PlaceholderID44292.5244328704022686"/>
</p:tagLst>
</file>

<file path=ppt/tags/tag192.xml><?xml version="1.0" encoding="utf-8"?>
<p:tagLst xmlns:a="http://schemas.openxmlformats.org/drawingml/2006/main" xmlns:r="http://schemas.openxmlformats.org/officeDocument/2006/relationships" xmlns:p="http://schemas.openxmlformats.org/presentationml/2006/main">
  <p:tag name="MS_PLACEHOLDERID" val="PlaceholderID44292.5244328704069511"/>
</p:tagLst>
</file>

<file path=ppt/tags/tag193.xml><?xml version="1.0" encoding="utf-8"?>
<p:tagLst xmlns:a="http://schemas.openxmlformats.org/drawingml/2006/main" xmlns:r="http://schemas.openxmlformats.org/officeDocument/2006/relationships" xmlns:p="http://schemas.openxmlformats.org/presentationml/2006/main">
  <p:tag name="MS_PLACEHOLDERID" val="PlaceholderID44292.5244328704098000"/>
</p:tagLst>
</file>

<file path=ppt/tags/tag194.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328704053387"/>
</p:tagLst>
</file>

<file path=ppt/tags/tag195.xml><?xml version="1.0" encoding="utf-8"?>
<p:tagLst xmlns:a="http://schemas.openxmlformats.org/drawingml/2006/main" xmlns:r="http://schemas.openxmlformats.org/officeDocument/2006/relationships" xmlns:p="http://schemas.openxmlformats.org/presentationml/2006/main">
  <p:tag name="MS_PLACEHOLDERID" val="PlaceholderID44292.5244328704099941"/>
  <p:tag name="STYLEXMLFILE" val="Table of Contents Styles"/>
  <p:tag name="PLACEHOLDERAUTOMATIONTAG" val="TableOfContentsText"/>
</p:tagLst>
</file>

<file path=ppt/tags/tag19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197.xml><?xml version="1.0" encoding="utf-8"?>
<p:tagLst xmlns:a="http://schemas.openxmlformats.org/drawingml/2006/main" xmlns:r="http://schemas.openxmlformats.org/officeDocument/2006/relationships" xmlns:p="http://schemas.openxmlformats.org/presentationml/2006/main">
  <p:tag name="MS_PLACEHOLDERID" val="PlaceholderID44292.5244212963026379"/>
</p:tagLst>
</file>

<file path=ppt/tags/tag198.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212963027934"/>
</p:tagLst>
</file>

<file path=ppt/tags/tag199.xml><?xml version="1.0" encoding="utf-8"?>
<p:tagLst xmlns:a="http://schemas.openxmlformats.org/drawingml/2006/main" xmlns:r="http://schemas.openxmlformats.org/officeDocument/2006/relationships" xmlns:p="http://schemas.openxmlformats.org/presentationml/2006/main">
  <p:tag name="MS_PLACEHOLDERID" val="PlaceholderID44292.5244212963082980"/>
</p:tagLst>
</file>

<file path=ppt/tags/tag200.xml><?xml version="1.0" encoding="utf-8"?>
<p:tagLst xmlns:a="http://schemas.openxmlformats.org/drawingml/2006/main" xmlns:r="http://schemas.openxmlformats.org/officeDocument/2006/relationships" xmlns:p="http://schemas.openxmlformats.org/presentationml/2006/main">
  <p:tag name="MS_PLACEHOLDERID" val="PlaceholderID44292.5244212963082460"/>
</p:tagLst>
</file>

<file path=ppt/tags/tag201.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212963098609"/>
</p:tagLst>
</file>

<file path=ppt/tags/tag202.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42824074037353"/>
</p:tagLst>
</file>

<file path=ppt/tags/tag203.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204.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205.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206.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207.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208.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209.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210.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211.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212.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213.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214.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215.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21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05.7189351852053342"/>
</p:tagLst>
</file>

<file path=ppt/tags/tag217.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791667004568"/>
</p:tagLst>
</file>

<file path=ppt/tags/tag218.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219.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220.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221.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222.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223.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224.xml><?xml version="1.0" encoding="utf-8"?>
<p:tagLst xmlns:a="http://schemas.openxmlformats.org/drawingml/2006/main" xmlns:r="http://schemas.openxmlformats.org/officeDocument/2006/relationships" xmlns:p="http://schemas.openxmlformats.org/presentationml/2006/main">
  <p:tag name="GUIDECOLS" val="2"/>
  <p:tag name="GUIDEROWS" val="2"/>
  <p:tag name="GUTTERCOL" val="0.6 cm"/>
  <p:tag name="GUTTERROW" val="0.6 cm"/>
  <p:tag name="GUIDESAPPLIEDTO" val="2"/>
  <p:tag name="MS_PLACEHOLDERID" val="PlaceholderID44305.7187731481070554"/>
</p:tagLst>
</file>

<file path=ppt/tags/tag225.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226.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227.xml><?xml version="1.0" encoding="utf-8"?>
<p:tagLst xmlns:a="http://schemas.openxmlformats.org/drawingml/2006/main" xmlns:r="http://schemas.openxmlformats.org/officeDocument/2006/relationships" xmlns:p="http://schemas.openxmlformats.org/presentationml/2006/main">
  <p:tag name="MS_PLACEHOLDERID" val="PlaceholderID44292.5244907407029577"/>
</p:tagLst>
</file>

<file path=ppt/tags/tag228.xml><?xml version="1.0" encoding="utf-8"?>
<p:tagLst xmlns:a="http://schemas.openxmlformats.org/drawingml/2006/main" xmlns:r="http://schemas.openxmlformats.org/officeDocument/2006/relationships" xmlns:p="http://schemas.openxmlformats.org/presentationml/2006/main">
  <p:tag name="MS_PLACEHOLDERID" val="PlaceholderID44292.5244907407038201"/>
</p:tagLst>
</file>

<file path=ppt/tags/tag229.xml><?xml version="1.0" encoding="utf-8"?>
<p:tagLst xmlns:a="http://schemas.openxmlformats.org/drawingml/2006/main" xmlns:r="http://schemas.openxmlformats.org/officeDocument/2006/relationships" xmlns:p="http://schemas.openxmlformats.org/presentationml/2006/main">
  <p:tag name="MS_PLACEHOLDERID" val="PlaceholderID44292.5244907407030097"/>
  <p:tag name="STYLEXMLFILE" val="Default Style List"/>
</p:tagLst>
</file>

<file path=ppt/tags/tag230.xml><?xml version="1.0" encoding="utf-8"?>
<p:tagLst xmlns:a="http://schemas.openxmlformats.org/drawingml/2006/main" xmlns:r="http://schemas.openxmlformats.org/officeDocument/2006/relationships" xmlns:p="http://schemas.openxmlformats.org/presentationml/2006/main">
  <p:tag name="MS_PLACEHOLDERID" val="PlaceholderID44292.5244907407094857"/>
</p:tagLst>
</file>

<file path=ppt/tags/tag231.xml><?xml version="1.0" encoding="utf-8"?>
<p:tagLst xmlns:a="http://schemas.openxmlformats.org/drawingml/2006/main" xmlns:r="http://schemas.openxmlformats.org/officeDocument/2006/relationships" xmlns:p="http://schemas.openxmlformats.org/presentationml/2006/main">
  <p:tag name="MS_PLACEHOLDERID" val="PlaceholderID44292.5244907407097982"/>
</p:tagLst>
</file>

<file path=ppt/tags/tag232.xml><?xml version="1.0" encoding="utf-8"?>
<p:tagLst xmlns:a="http://schemas.openxmlformats.org/drawingml/2006/main" xmlns:r="http://schemas.openxmlformats.org/officeDocument/2006/relationships" xmlns:p="http://schemas.openxmlformats.org/presentationml/2006/main">
  <p:tag name="MS_PLACEHOLDERID" val="PlaceholderID44292.5244907407027827"/>
  <p:tag name="STYLEXMLFILE" val="Subtitle List"/>
</p:tagLst>
</file>

<file path=ppt/tags/tag233.xml><?xml version="1.0" encoding="utf-8"?>
<p:tagLst xmlns:a="http://schemas.openxmlformats.org/drawingml/2006/main" xmlns:r="http://schemas.openxmlformats.org/officeDocument/2006/relationships" xmlns:p="http://schemas.openxmlformats.org/presentationml/2006/main">
  <p:tag name="MS_PLACEHOLDERID" val="PlaceholderID44292.5244907407016282"/>
  <p:tag name="STYLEXMLFILE" val="Default Style List"/>
</p:tagLst>
</file>

<file path=ppt/tags/tag234.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235.xml><?xml version="1.0" encoding="utf-8"?>
<p:tagLst xmlns:a="http://schemas.openxmlformats.org/drawingml/2006/main" xmlns:r="http://schemas.openxmlformats.org/officeDocument/2006/relationships" xmlns:p="http://schemas.openxmlformats.org/presentationml/2006/main">
  <p:tag name="MS_PLACEHOLDERID" val="PlaceholderID44292.5245138889064658"/>
</p:tagLst>
</file>

<file path=ppt/tags/tag236.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237.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238.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239.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240.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241.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242.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243.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244.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245.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246.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247.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248.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249.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250.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251.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252.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253.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254.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255.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25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76.5044560185070554"/>
</p:tagLst>
</file>

<file path=ppt/tags/tag257.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537037090575"/>
</p:tagLst>
</file>

<file path=ppt/tags/tag258.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259.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260.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261.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262.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263.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264.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265.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266.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267.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268.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269.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270.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271.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272.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273.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274.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275.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276.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277.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278.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279.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280.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281.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282.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283.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284.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285.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286.xml><?xml version="1.0" encoding="utf-8"?>
<p:tagLst xmlns:a="http://schemas.openxmlformats.org/drawingml/2006/main" xmlns:r="http://schemas.openxmlformats.org/officeDocument/2006/relationships" xmlns:p="http://schemas.openxmlformats.org/presentationml/2006/main">
  <p:tag name="MS_PLACEHOLDERID" val="PlaceholderID44292.5245601852063174"/>
</p:tagLst>
</file>

<file path=ppt/tags/tag287.xml><?xml version="1.0" encoding="utf-8"?>
<p:tagLst xmlns:a="http://schemas.openxmlformats.org/drawingml/2006/main" xmlns:r="http://schemas.openxmlformats.org/officeDocument/2006/relationships" xmlns:p="http://schemas.openxmlformats.org/presentationml/2006/main">
  <p:tag name="MS_PLACEHOLDERID" val="PlaceholderID44292.5245601852062764"/>
</p:tagLst>
</file>

<file path=ppt/tags/tag288.xml><?xml version="1.0" encoding="utf-8"?>
<p:tagLst xmlns:a="http://schemas.openxmlformats.org/drawingml/2006/main" xmlns:r="http://schemas.openxmlformats.org/officeDocument/2006/relationships" xmlns:p="http://schemas.openxmlformats.org/presentationml/2006/main">
  <p:tag name="MS_PLACEHOLDERID" val="PlaceholderID44292.5245601852042845"/>
  <p:tag name="STYLEXMLFILE" val="Default Style List"/>
</p:tagLst>
</file>

<file path=ppt/tags/tag289.xml><?xml version="1.0" encoding="utf-8"?>
<p:tagLst xmlns:a="http://schemas.openxmlformats.org/drawingml/2006/main" xmlns:r="http://schemas.openxmlformats.org/officeDocument/2006/relationships" xmlns:p="http://schemas.openxmlformats.org/presentationml/2006/main">
  <p:tag name="MS_PLACEHOLDERID" val="PlaceholderID44292.5245601852009797"/>
</p:tagLst>
</file>

<file path=ppt/tags/tag290.xml><?xml version="1.0" encoding="utf-8"?>
<p:tagLst xmlns:a="http://schemas.openxmlformats.org/drawingml/2006/main" xmlns:r="http://schemas.openxmlformats.org/officeDocument/2006/relationships" xmlns:p="http://schemas.openxmlformats.org/presentationml/2006/main">
  <p:tag name="MS_PLACEHOLDERID" val="PlaceholderID44292.5245601852056104"/>
</p:tagLst>
</file>

<file path=ppt/tags/tag291.xml><?xml version="1.0" encoding="utf-8"?>
<p:tagLst xmlns:a="http://schemas.openxmlformats.org/drawingml/2006/main" xmlns:r="http://schemas.openxmlformats.org/officeDocument/2006/relationships" xmlns:p="http://schemas.openxmlformats.org/presentationml/2006/main">
  <p:tag name="MS_PLACEHOLDERID" val="PlaceholderID44292.5245601852091371"/>
  <p:tag name="STYLEXMLFILE" val="Subtitle List"/>
</p:tagLst>
</file>

<file path=ppt/tags/tag292.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293.xml><?xml version="1.0" encoding="utf-8"?>
<p:tagLst xmlns:a="http://schemas.openxmlformats.org/drawingml/2006/main" xmlns:r="http://schemas.openxmlformats.org/officeDocument/2006/relationships" xmlns:p="http://schemas.openxmlformats.org/presentationml/2006/main">
  <p:tag name="MS_PLACEHOLDERID" val="PlaceholderID44292.5245717593002262"/>
</p:tagLst>
</file>

<file path=ppt/tags/tag294.xml><?xml version="1.0" encoding="utf-8"?>
<p:tagLst xmlns:a="http://schemas.openxmlformats.org/drawingml/2006/main" xmlns:r="http://schemas.openxmlformats.org/officeDocument/2006/relationships" xmlns:p="http://schemas.openxmlformats.org/presentationml/2006/main">
  <p:tag name="MS_PLACEHOLDERID" val="PlaceholderID44292.5245717593054336"/>
  <p:tag name="STYLEXMLFILE" val="Default Style List"/>
</p:tagLst>
</file>

<file path=ppt/tags/tag295.xml><?xml version="1.0" encoding="utf-8"?>
<p:tagLst xmlns:a="http://schemas.openxmlformats.org/drawingml/2006/main" xmlns:r="http://schemas.openxmlformats.org/officeDocument/2006/relationships" xmlns:p="http://schemas.openxmlformats.org/presentationml/2006/main">
  <p:tag name="MS_PLACEHOLDERID" val="PlaceholderID44292.5245717593091616"/>
</p:tagLst>
</file>

<file path=ppt/tags/tag296.xml><?xml version="1.0" encoding="utf-8"?>
<p:tagLst xmlns:a="http://schemas.openxmlformats.org/drawingml/2006/main" xmlns:r="http://schemas.openxmlformats.org/officeDocument/2006/relationships" xmlns:p="http://schemas.openxmlformats.org/presentationml/2006/main">
  <p:tag name="MS_PLACEHOLDERID" val="PlaceholderID44292.5245717593043026"/>
</p:tagLst>
</file>

<file path=ppt/tags/tag297.xml><?xml version="1.0" encoding="utf-8"?>
<p:tagLst xmlns:a="http://schemas.openxmlformats.org/drawingml/2006/main" xmlns:r="http://schemas.openxmlformats.org/officeDocument/2006/relationships" xmlns:p="http://schemas.openxmlformats.org/presentationml/2006/main">
  <p:tag name="MS_PLACEHOLDERID" val="PlaceholderID44292.5245717593050245"/>
  <p:tag name="STYLEXMLFILE" val="Subtitle List"/>
</p:tagLst>
</file>

<file path=ppt/tags/tag298.xml><?xml version="1.0" encoding="utf-8"?>
<p:tagLst xmlns:a="http://schemas.openxmlformats.org/drawingml/2006/main" xmlns:r="http://schemas.openxmlformats.org/officeDocument/2006/relationships" xmlns:p="http://schemas.openxmlformats.org/presentationml/2006/main">
  <p:tag name="MS_PLACEHOLDERID" val="PlaceholderID44292.5245717593046298"/>
  <p:tag name="STYLEXMLFILE" val="Default Style List"/>
</p:tagLst>
</file>

<file path=ppt/tags/tag299.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300.xml><?xml version="1.0" encoding="utf-8"?>
<p:tagLst xmlns:a="http://schemas.openxmlformats.org/drawingml/2006/main" xmlns:r="http://schemas.openxmlformats.org/officeDocument/2006/relationships" xmlns:p="http://schemas.openxmlformats.org/presentationml/2006/main">
  <p:tag name="MS_PLACEHOLDERID" val="PlaceholderID44292.5245949074035347"/>
</p:tagLst>
</file>

<file path=ppt/tags/tag301.xml><?xml version="1.0" encoding="utf-8"?>
<p:tagLst xmlns:a="http://schemas.openxmlformats.org/drawingml/2006/main" xmlns:r="http://schemas.openxmlformats.org/officeDocument/2006/relationships" xmlns:p="http://schemas.openxmlformats.org/presentationml/2006/main">
  <p:tag name="MS_PLACEHOLDERID" val="PlaceholderID44292.5245949074040483"/>
</p:tagLst>
</file>

<file path=ppt/tags/tag302.xml><?xml version="1.0" encoding="utf-8"?>
<p:tagLst xmlns:a="http://schemas.openxmlformats.org/drawingml/2006/main" xmlns:r="http://schemas.openxmlformats.org/officeDocument/2006/relationships" xmlns:p="http://schemas.openxmlformats.org/presentationml/2006/main">
  <p:tag name="MS_PLACEHOLDERID" val="PlaceholderID44292.5245949074026973"/>
</p:tagLst>
</file>

<file path=ppt/tags/tag303.xml><?xml version="1.0" encoding="utf-8"?>
<p:tagLst xmlns:a="http://schemas.openxmlformats.org/drawingml/2006/main" xmlns:r="http://schemas.openxmlformats.org/officeDocument/2006/relationships" xmlns:p="http://schemas.openxmlformats.org/presentationml/2006/main">
  <p:tag name="MS_PLACEHOLDERID" val="PlaceholderID44292.5245949074024384"/>
  <p:tag name="STYLEXMLFILE" val="Default Style List"/>
</p:tagLst>
</file>

<file path=ppt/tags/tag304.xml><?xml version="1.0" encoding="utf-8"?>
<p:tagLst xmlns:a="http://schemas.openxmlformats.org/drawingml/2006/main" xmlns:r="http://schemas.openxmlformats.org/officeDocument/2006/relationships" xmlns:p="http://schemas.openxmlformats.org/presentationml/2006/main">
  <p:tag name="MS_PLACEHOLDERID" val="PlaceholderID44292.5245949074006091"/>
  <p:tag name="STYLEXMLFILE" val="Profile Contact Styles"/>
</p:tagLst>
</file>

<file path=ppt/tags/tag305.xml><?xml version="1.0" encoding="utf-8"?>
<p:tagLst xmlns:a="http://schemas.openxmlformats.org/drawingml/2006/main" xmlns:r="http://schemas.openxmlformats.org/officeDocument/2006/relationships" xmlns:p="http://schemas.openxmlformats.org/presentationml/2006/main">
  <p:tag name="MS_PLACEHOLDERID" val="PlaceholderID44292.5245949074039029"/>
</p:tagLst>
</file>

<file path=ppt/tags/tag306.xml><?xml version="1.0" encoding="utf-8"?>
<p:tagLst xmlns:a="http://schemas.openxmlformats.org/drawingml/2006/main" xmlns:r="http://schemas.openxmlformats.org/officeDocument/2006/relationships" xmlns:p="http://schemas.openxmlformats.org/presentationml/2006/main">
  <p:tag name="MS_PLACEHOLDERID" val="PlaceholderID44292.5245949074036499"/>
  <p:tag name="STYLEXMLFILE" val="Default Style List"/>
</p:tagLst>
</file>

<file path=ppt/tags/tag307.xml><?xml version="1.0" encoding="utf-8"?>
<p:tagLst xmlns:a="http://schemas.openxmlformats.org/drawingml/2006/main" xmlns:r="http://schemas.openxmlformats.org/officeDocument/2006/relationships" xmlns:p="http://schemas.openxmlformats.org/presentationml/2006/main">
  <p:tag name="MS_PLACEHOLDERID" val="PlaceholderID44292.5245949074048989"/>
  <p:tag name="STYLEXMLFILE" val="Default Style List"/>
</p:tagLst>
</file>

<file path=ppt/tags/tag308.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309.xml><?xml version="1.0" encoding="utf-8"?>
<p:tagLst xmlns:a="http://schemas.openxmlformats.org/drawingml/2006/main" xmlns:r="http://schemas.openxmlformats.org/officeDocument/2006/relationships" xmlns:p="http://schemas.openxmlformats.org/presentationml/2006/main">
  <p:tag name="MS_PLACEHOLDERID" val="PlaceholderID44292.5246180556015566"/>
</p:tagLst>
</file>

<file path=ppt/tags/tag310.xml><?xml version="1.0" encoding="utf-8"?>
<p:tagLst xmlns:a="http://schemas.openxmlformats.org/drawingml/2006/main" xmlns:r="http://schemas.openxmlformats.org/officeDocument/2006/relationships" xmlns:p="http://schemas.openxmlformats.org/presentationml/2006/main">
  <p:tag name="MS_PLACEHOLDERID" val="PlaceholderID44292.5246180556047445"/>
</p:tagLst>
</file>

<file path=ppt/tags/tag311.xml><?xml version="1.0" encoding="utf-8"?>
<p:tagLst xmlns:a="http://schemas.openxmlformats.org/drawingml/2006/main" xmlns:r="http://schemas.openxmlformats.org/officeDocument/2006/relationships" xmlns:p="http://schemas.openxmlformats.org/presentationml/2006/main">
  <p:tag name="MS_PLACEHOLDERID" val="PlaceholderID44292.5246180556025726"/>
</p:tagLst>
</file>

<file path=ppt/tags/tag312.xml><?xml version="1.0" encoding="utf-8"?>
<p:tagLst xmlns:a="http://schemas.openxmlformats.org/drawingml/2006/main" xmlns:r="http://schemas.openxmlformats.org/officeDocument/2006/relationships" xmlns:p="http://schemas.openxmlformats.org/presentationml/2006/main">
  <p:tag name="MS_PLACEHOLDERID" val="PlaceholderID44292.5246180556054207"/>
  <p:tag name="STYLEXMLFILE" val="Subtitle List"/>
</p:tagLst>
</file>

<file path=ppt/tags/tag313.xml><?xml version="1.0" encoding="utf-8"?>
<p:tagLst xmlns:a="http://schemas.openxmlformats.org/drawingml/2006/main" xmlns:r="http://schemas.openxmlformats.org/officeDocument/2006/relationships" xmlns:p="http://schemas.openxmlformats.org/presentationml/2006/main">
  <p:tag name="MS_PLACEHOLDERID" val="PlaceholderID44292.5246180556093854"/>
  <p:tag name="STYLEXMLFILE" val="Profile Biography Styles"/>
</p:tagLst>
</file>

<file path=ppt/tags/tag314.xml><?xml version="1.0" encoding="utf-8"?>
<p:tagLst xmlns:a="http://schemas.openxmlformats.org/drawingml/2006/main" xmlns:r="http://schemas.openxmlformats.org/officeDocument/2006/relationships" xmlns:p="http://schemas.openxmlformats.org/presentationml/2006/main">
  <p:tag name="MS_PLACEHOLDERID" val="PlaceholderID44292.5246180556065449"/>
</p:tagLst>
</file>

<file path=ppt/tags/tag315.xml><?xml version="1.0" encoding="utf-8"?>
<p:tagLst xmlns:a="http://schemas.openxmlformats.org/drawingml/2006/main" xmlns:r="http://schemas.openxmlformats.org/officeDocument/2006/relationships" xmlns:p="http://schemas.openxmlformats.org/presentationml/2006/main">
  <p:tag name="MS_PLACEHOLDERID" val="PlaceholderID44292.5246180556050608"/>
  <p:tag name="STYLEXMLFILE" val="Profile Biography Styles"/>
</p:tagLst>
</file>

<file path=ppt/tags/tag316.xml><?xml version="1.0" encoding="utf-8"?>
<p:tagLst xmlns:a="http://schemas.openxmlformats.org/drawingml/2006/main" xmlns:r="http://schemas.openxmlformats.org/officeDocument/2006/relationships" xmlns:p="http://schemas.openxmlformats.org/presentationml/2006/main">
  <p:tag name="MS_PLACEHOLDERID" val="PlaceholderID44292.5246180556039047"/>
</p:tagLst>
</file>

<file path=ppt/tags/tag317.xml><?xml version="1.0" encoding="utf-8"?>
<p:tagLst xmlns:a="http://schemas.openxmlformats.org/drawingml/2006/main" xmlns:r="http://schemas.openxmlformats.org/officeDocument/2006/relationships" xmlns:p="http://schemas.openxmlformats.org/presentationml/2006/main">
  <p:tag name="MS_PLACEHOLDERID" val="PlaceholderID44292.5246180556010737"/>
  <p:tag name="STYLEXMLFILE" val="Profile Biography Styles"/>
</p:tagLst>
</file>

<file path=ppt/tags/tag318.xml><?xml version="1.0" encoding="utf-8"?>
<p:tagLst xmlns:a="http://schemas.openxmlformats.org/drawingml/2006/main" xmlns:r="http://schemas.openxmlformats.org/officeDocument/2006/relationships" xmlns:p="http://schemas.openxmlformats.org/presentationml/2006/main">
  <p:tag name="MS_PLACEHOLDERID" val="PlaceholderID44292.5246180556078399"/>
</p:tagLst>
</file>

<file path=ppt/tags/tag319.xml><?xml version="1.0" encoding="utf-8"?>
<p:tagLst xmlns:a="http://schemas.openxmlformats.org/drawingml/2006/main" xmlns:r="http://schemas.openxmlformats.org/officeDocument/2006/relationships" xmlns:p="http://schemas.openxmlformats.org/presentationml/2006/main">
  <p:tag name="MS_PLACEHOLDERID" val="PlaceholderID44292.5246180556045964"/>
</p:tagLst>
</file>

<file path=ppt/tags/tag320.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321.xml><?xml version="1.0" encoding="utf-8"?>
<p:tagLst xmlns:a="http://schemas.openxmlformats.org/drawingml/2006/main" xmlns:r="http://schemas.openxmlformats.org/officeDocument/2006/relationships" xmlns:p="http://schemas.openxmlformats.org/presentationml/2006/main">
  <p:tag name="MS_PLACEHOLDERID" val="PlaceholderID44292.5246412037075368"/>
</p:tagLst>
</file>

<file path=ppt/tags/tag322.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323.xml><?xml version="1.0" encoding="utf-8"?>
<p:tagLst xmlns:a="http://schemas.openxmlformats.org/drawingml/2006/main" xmlns:r="http://schemas.openxmlformats.org/officeDocument/2006/relationships" xmlns:p="http://schemas.openxmlformats.org/presentationml/2006/main">
  <p:tag name="MS_PLACEHOLDERID" val="PlaceholderID44292.5246412037083273"/>
</p:tagLst>
</file>

<file path=ppt/tags/tag324.xml><?xml version="1.0" encoding="utf-8"?>
<p:tagLst xmlns:a="http://schemas.openxmlformats.org/drawingml/2006/main" xmlns:r="http://schemas.openxmlformats.org/officeDocument/2006/relationships" xmlns:p="http://schemas.openxmlformats.org/presentationml/2006/main">
  <p:tag name="MS_PLACEHOLDERID" val="PlaceholderID44292.5246412037021036"/>
  <p:tag name="STYLEXMLFILE" val="Default Style List"/>
</p:tagLst>
</file>

<file path=ppt/tags/tag325.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326.xml><?xml version="1.0" encoding="utf-8"?>
<p:tagLst xmlns:a="http://schemas.openxmlformats.org/drawingml/2006/main" xmlns:r="http://schemas.openxmlformats.org/officeDocument/2006/relationships" xmlns:p="http://schemas.openxmlformats.org/presentationml/2006/main">
  <p:tag name="GUIDESTITLESHAPE" val="True"/>
</p:tagLst>
</file>

<file path=ppt/tags/tag327.xml><?xml version="1.0" encoding="utf-8"?>
<p:tagLst xmlns:a="http://schemas.openxmlformats.org/drawingml/2006/main" xmlns:r="http://schemas.openxmlformats.org/officeDocument/2006/relationships" xmlns:p="http://schemas.openxmlformats.org/presentationml/2006/main">
  <p:tag name="GUIDESMEASURMENT" val="True"/>
</p:tagLst>
</file>

<file path=ppt/tags/tag328.xml><?xml version="1.0" encoding="utf-8"?>
<p:tagLst xmlns:a="http://schemas.openxmlformats.org/drawingml/2006/main" xmlns:r="http://schemas.openxmlformats.org/officeDocument/2006/relationships" xmlns:p="http://schemas.openxmlformats.org/presentationml/2006/main">
  <p:tag name="GUIDESFOOTERSHAPE" val="True"/>
</p:tagLst>
</file>

<file path=ppt/tags/tag329.xml><?xml version="1.0" encoding="utf-8"?>
<p:tagLst xmlns:a="http://schemas.openxmlformats.org/drawingml/2006/main" xmlns:r="http://schemas.openxmlformats.org/officeDocument/2006/relationships" xmlns:p="http://schemas.openxmlformats.org/presentationml/2006/main">
  <p:tag name="GUIDESAPPLIEDTO" val="2"/>
  <p:tag name="GUIDECOLS" val="1"/>
  <p:tag name="GUIDEROWS" val="1"/>
  <p:tag name="GUTTERCOL" val="0.6"/>
  <p:tag name="GUTTERROW" val="0.6"/>
  <p:tag name="MASTERTOPMARGIN" val="113.3858"/>
  <p:tag name="MASTERLEFTMARGIN" val="37.7008"/>
  <p:tag name="MASTERRIGHTMARGIN" val="37.7008"/>
  <p:tag name="MASTERBOTTOMMARGIN" val="53.5748"/>
</p:tagLst>
</file>

<file path=ppt/tags/tag330.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331.xml><?xml version="1.0" encoding="utf-8"?>
<p:tagLst xmlns:a="http://schemas.openxmlformats.org/drawingml/2006/main" xmlns:r="http://schemas.openxmlformats.org/officeDocument/2006/relationships" xmlns:p="http://schemas.openxmlformats.org/presentationml/2006/main">
  <p:tag name="MS_PLACEHOLDERID" val="PlaceholderID44292.523599537086261"/>
</p:tagLst>
</file>

<file path=ppt/tags/tag332.xml><?xml version="1.0" encoding="utf-8"?>
<p:tagLst xmlns:a="http://schemas.openxmlformats.org/drawingml/2006/main" xmlns:r="http://schemas.openxmlformats.org/officeDocument/2006/relationships" xmlns:p="http://schemas.openxmlformats.org/presentationml/2006/main">
  <p:tag name="MS_PLACEHOLDERID" val="PlaceholderID44292.523599537096195"/>
</p:tagLst>
</file>

<file path=ppt/tags/tag333.xml><?xml version="1.0" encoding="utf-8"?>
<p:tagLst xmlns:a="http://schemas.openxmlformats.org/drawingml/2006/main" xmlns:r="http://schemas.openxmlformats.org/officeDocument/2006/relationships" xmlns:p="http://schemas.openxmlformats.org/presentationml/2006/main">
  <p:tag name="MS_PLACEHOLDERID" val="PlaceholderID44292.523599537087144"/>
</p:tagLst>
</file>

<file path=ppt/tags/tag334.xml><?xml version="1.0" encoding="utf-8"?>
<p:tagLst xmlns:a="http://schemas.openxmlformats.org/drawingml/2006/main" xmlns:r="http://schemas.openxmlformats.org/officeDocument/2006/relationships" xmlns:p="http://schemas.openxmlformats.org/presentationml/2006/main">
  <p:tag name="MS_PLACEHOLDERID" val="PlaceholderID44292.523599537036401"/>
</p:tagLst>
</file>

<file path=ppt/tags/tag335.xml><?xml version="1.0" encoding="utf-8"?>
<p:tagLst xmlns:a="http://schemas.openxmlformats.org/drawingml/2006/main" xmlns:r="http://schemas.openxmlformats.org/officeDocument/2006/relationships" xmlns:p="http://schemas.openxmlformats.org/presentationml/2006/main">
  <p:tag name="MS_PLACEHOLDERID" val="PlaceholderID44292.523599537005350"/>
</p:tagLst>
</file>

<file path=ppt/tags/tag336.xml><?xml version="1.0" encoding="utf-8"?>
<p:tagLst xmlns:a="http://schemas.openxmlformats.org/drawingml/2006/main" xmlns:r="http://schemas.openxmlformats.org/officeDocument/2006/relationships" xmlns:p="http://schemas.openxmlformats.org/presentationml/2006/main">
  <p:tag name="MS_PLACEHOLDERID" val="PlaceholderID44292.523599537059245"/>
</p:tagLst>
</file>

<file path=ppt/tags/tag337.xml><?xml version="1.0" encoding="utf-8"?>
<p:tagLst xmlns:a="http://schemas.openxmlformats.org/drawingml/2006/main" xmlns:r="http://schemas.openxmlformats.org/officeDocument/2006/relationships" xmlns:p="http://schemas.openxmlformats.org/presentationml/2006/main">
  <p:tag name="MS_PLACEHOLDERID" val="PlaceholderID44292.523599537046870"/>
</p:tagLst>
</file>

<file path=ppt/tags/tag338.xml><?xml version="1.0" encoding="utf-8"?>
<p:tagLst xmlns:a="http://schemas.openxmlformats.org/drawingml/2006/main" xmlns:r="http://schemas.openxmlformats.org/officeDocument/2006/relationships" xmlns:p="http://schemas.openxmlformats.org/presentationml/2006/main">
  <p:tag name="MS_PLACEHOLDERID" val="PlaceholderID44292.523599537029816"/>
</p:tagLst>
</file>

<file path=ppt/tags/tag339.xml><?xml version="1.0" encoding="utf-8"?>
<p:tagLst xmlns:a="http://schemas.openxmlformats.org/drawingml/2006/main" xmlns:r="http://schemas.openxmlformats.org/officeDocument/2006/relationships" xmlns:p="http://schemas.openxmlformats.org/presentationml/2006/main">
  <p:tag name="CUSTMASTERTOPMARGIN" val="113.3858"/>
  <p:tag name="CUSTMASTERLEFTMARGIN" val="37.7008"/>
  <p:tag name="CUSTMASTERRIGHTMARGIN" val="37.7008"/>
  <p:tag name="CUSTMASTERBOTTOMMARGIN" val="53.5748"/>
  <p:tag name="GUIDECOLS" val="1"/>
  <p:tag name="GUIDEROWS" val="1"/>
  <p:tag name="GUTTERCOL" val="0.6 cm"/>
  <p:tag name="GUTTERROW" val="0.6 cm"/>
  <p:tag name="GUIDESAPPLIEDTO" val="2"/>
  <p:tag name="MS_PLACEHOLDERID" val="PlaceholderID44322.7038657407030194"/>
</p:tagLst>
</file>

<file path=ppt/tags/tag340.xml><?xml version="1.0" encoding="utf-8"?>
<p:tagLst xmlns:a="http://schemas.openxmlformats.org/drawingml/2006/main" xmlns:r="http://schemas.openxmlformats.org/officeDocument/2006/relationships" xmlns:p="http://schemas.openxmlformats.org/presentationml/2006/main">
  <p:tag name="MS_PLACEHOLDERID" val="PlaceholderID44322.7038657407077474"/>
</p:tagLst>
</file>

<file path=ppt/tags/tag341.xml><?xml version="1.0" encoding="utf-8"?>
<p:tagLst xmlns:a="http://schemas.openxmlformats.org/drawingml/2006/main" xmlns:r="http://schemas.openxmlformats.org/officeDocument/2006/relationships" xmlns:p="http://schemas.openxmlformats.org/presentationml/2006/main">
  <p:tag name="MS_PLACEHOLDERID" val="PlaceholderID44322.7038657407001401"/>
</p:tagLst>
</file>

<file path=ppt/tags/tag342.xml><?xml version="1.0" encoding="utf-8"?>
<p:tagLst xmlns:a="http://schemas.openxmlformats.org/drawingml/2006/main" xmlns:r="http://schemas.openxmlformats.org/officeDocument/2006/relationships" xmlns:p="http://schemas.openxmlformats.org/presentationml/2006/main">
  <p:tag name="MS_PLACEHOLDERID" val="PlaceholderID44322.7038657407076072"/>
</p:tagLst>
</file>

<file path=ppt/tags/tag343.xml><?xml version="1.0" encoding="utf-8"?>
<p:tagLst xmlns:a="http://schemas.openxmlformats.org/drawingml/2006/main" xmlns:r="http://schemas.openxmlformats.org/officeDocument/2006/relationships" xmlns:p="http://schemas.openxmlformats.org/presentationml/2006/main">
  <p:tag name="MS_PLACEHOLDERID" val="PlaceholderID44322.7038657407081449"/>
</p:tagLst>
</file>

<file path=ppt/tags/tag344.xml><?xml version="1.0" encoding="utf-8"?>
<p:tagLst xmlns:a="http://schemas.openxmlformats.org/drawingml/2006/main" xmlns:r="http://schemas.openxmlformats.org/officeDocument/2006/relationships" xmlns:p="http://schemas.openxmlformats.org/presentationml/2006/main">
  <p:tag name="MS_PLACEHOLDERID" val="PlaceholderID44322.7038657407070903"/>
</p:tagLst>
</file>

<file path=ppt/tags/tag345.xml><?xml version="1.0" encoding="utf-8"?>
<p:tagLst xmlns:a="http://schemas.openxmlformats.org/drawingml/2006/main" xmlns:r="http://schemas.openxmlformats.org/officeDocument/2006/relationships" xmlns:p="http://schemas.openxmlformats.org/presentationml/2006/main">
  <p:tag name="MS_PLACEHOLDERID" val="PlaceholderID44322.7038657407004535"/>
</p:tagLst>
</file>

<file path=ppt/tags/tag346.xml><?xml version="1.0" encoding="utf-8"?>
<p:tagLst xmlns:a="http://schemas.openxmlformats.org/drawingml/2006/main" xmlns:r="http://schemas.openxmlformats.org/officeDocument/2006/relationships" xmlns:p="http://schemas.openxmlformats.org/presentationml/2006/main">
  <p:tag name="MS_PLACEHOLDERID" val="PlaceholderID44322.7038657407041403"/>
</p:tagLst>
</file>

<file path=ppt/tags/tag347.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348.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292.5235069444028956"/>
</p:tagLst>
</file>

<file path=ppt/tags/tag349.xml><?xml version="1.0" encoding="utf-8"?>
<p:tagLst xmlns:a="http://schemas.openxmlformats.org/drawingml/2006/main" xmlns:r="http://schemas.openxmlformats.org/officeDocument/2006/relationships" xmlns:p="http://schemas.openxmlformats.org/presentationml/2006/main">
  <p:tag name="MS_PLACEHOLDERID" val="PlaceholderID44292.5235069444001401"/>
</p:tagLst>
</file>

<file path=ppt/tags/tag350.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9236111079048"/>
</p:tagLst>
</file>

<file path=ppt/tags/tag351.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322.7038078704070554"/>
</p:tagLst>
</file>

<file path=ppt/tags/tag352.xml><?xml version="1.0" encoding="utf-8"?>
<p:tagLst xmlns:a="http://schemas.openxmlformats.org/drawingml/2006/main" xmlns:r="http://schemas.openxmlformats.org/officeDocument/2006/relationships" xmlns:p="http://schemas.openxmlformats.org/presentationml/2006/main">
  <p:tag name="MS_PLACEHOLDERID" val="PlaceholderID44322.7038078704057951"/>
</p:tagLst>
</file>

<file path=ppt/tags/tag353.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8078704028956"/>
</p:tagLst>
</file>

<file path=ppt/tags/tag354.xml><?xml version="1.0" encoding="utf-8"?>
<p:tagLst xmlns:a="http://schemas.openxmlformats.org/drawingml/2006/main" xmlns:r="http://schemas.openxmlformats.org/officeDocument/2006/relationships" xmlns:p="http://schemas.openxmlformats.org/presentationml/2006/main">
  <p:tag name="MS_PLACEHOLDERID" val="PlaceholderID44292.5244328704022686"/>
</p:tagLst>
</file>

<file path=ppt/tags/tag355.xml><?xml version="1.0" encoding="utf-8"?>
<p:tagLst xmlns:a="http://schemas.openxmlformats.org/drawingml/2006/main" xmlns:r="http://schemas.openxmlformats.org/officeDocument/2006/relationships" xmlns:p="http://schemas.openxmlformats.org/presentationml/2006/main">
  <p:tag name="MS_PLACEHOLDERID" val="PlaceholderID44292.5244328704069511"/>
</p:tagLst>
</file>

<file path=ppt/tags/tag356.xml><?xml version="1.0" encoding="utf-8"?>
<p:tagLst xmlns:a="http://schemas.openxmlformats.org/drawingml/2006/main" xmlns:r="http://schemas.openxmlformats.org/officeDocument/2006/relationships" xmlns:p="http://schemas.openxmlformats.org/presentationml/2006/main">
  <p:tag name="MS_PLACEHOLDERID" val="PlaceholderID44292.5244328704098000"/>
</p:tagLst>
</file>

<file path=ppt/tags/tag357.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328704053387"/>
</p:tagLst>
</file>

<file path=ppt/tags/tag358.xml><?xml version="1.0" encoding="utf-8"?>
<p:tagLst xmlns:a="http://schemas.openxmlformats.org/drawingml/2006/main" xmlns:r="http://schemas.openxmlformats.org/officeDocument/2006/relationships" xmlns:p="http://schemas.openxmlformats.org/presentationml/2006/main">
  <p:tag name="MS_PLACEHOLDERID" val="PlaceholderID44292.5244328704099941"/>
  <p:tag name="STYLEXMLFILE" val="Table of Contents Styles"/>
  <p:tag name="PLACEHOLDERAUTOMATIONTAG" val="TableOfContentsText"/>
</p:tagLst>
</file>

<file path=ppt/tags/tag359.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360.xml><?xml version="1.0" encoding="utf-8"?>
<p:tagLst xmlns:a="http://schemas.openxmlformats.org/drawingml/2006/main" xmlns:r="http://schemas.openxmlformats.org/officeDocument/2006/relationships" xmlns:p="http://schemas.openxmlformats.org/presentationml/2006/main">
  <p:tag name="MS_PLACEHOLDERID" val="PlaceholderID44292.5244212963026379"/>
</p:tagLst>
</file>

<file path=ppt/tags/tag361.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212963027934"/>
</p:tagLst>
</file>

<file path=ppt/tags/tag362.xml><?xml version="1.0" encoding="utf-8"?>
<p:tagLst xmlns:a="http://schemas.openxmlformats.org/drawingml/2006/main" xmlns:r="http://schemas.openxmlformats.org/officeDocument/2006/relationships" xmlns:p="http://schemas.openxmlformats.org/presentationml/2006/main">
  <p:tag name="MS_PLACEHOLDERID" val="PlaceholderID44292.5244212963082980"/>
</p:tagLst>
</file>

<file path=ppt/tags/tag363.xml><?xml version="1.0" encoding="utf-8"?>
<p:tagLst xmlns:a="http://schemas.openxmlformats.org/drawingml/2006/main" xmlns:r="http://schemas.openxmlformats.org/officeDocument/2006/relationships" xmlns:p="http://schemas.openxmlformats.org/presentationml/2006/main">
  <p:tag name="MS_PLACEHOLDERID" val="PlaceholderID44292.5244212963082460"/>
</p:tagLst>
</file>

<file path=ppt/tags/tag364.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212963098609"/>
</p:tagLst>
</file>

<file path=ppt/tags/tag365.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42824074037353"/>
</p:tagLst>
</file>

<file path=ppt/tags/tag366.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367.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368.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369.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370.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371.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372.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373.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374.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375.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376.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377.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378.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379.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05.7189351852053342"/>
</p:tagLst>
</file>

<file path=ppt/tags/tag380.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791667004568"/>
</p:tagLst>
</file>

<file path=ppt/tags/tag381.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382.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383.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384.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385.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386.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387.xml><?xml version="1.0" encoding="utf-8"?>
<p:tagLst xmlns:a="http://schemas.openxmlformats.org/drawingml/2006/main" xmlns:r="http://schemas.openxmlformats.org/officeDocument/2006/relationships" xmlns:p="http://schemas.openxmlformats.org/presentationml/2006/main">
  <p:tag name="GUIDECOLS" val="2"/>
  <p:tag name="GUIDEROWS" val="2"/>
  <p:tag name="GUTTERCOL" val="0.6 cm"/>
  <p:tag name="GUTTERROW" val="0.6 cm"/>
  <p:tag name="GUIDESAPPLIEDTO" val="2"/>
  <p:tag name="MS_PLACEHOLDERID" val="PlaceholderID44305.7187731481070554"/>
</p:tagLst>
</file>

<file path=ppt/tags/tag388.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389.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390.xml><?xml version="1.0" encoding="utf-8"?>
<p:tagLst xmlns:a="http://schemas.openxmlformats.org/drawingml/2006/main" xmlns:r="http://schemas.openxmlformats.org/officeDocument/2006/relationships" xmlns:p="http://schemas.openxmlformats.org/presentationml/2006/main">
  <p:tag name="MS_PLACEHOLDERID" val="PlaceholderID44292.5244907407029577"/>
</p:tagLst>
</file>

<file path=ppt/tags/tag391.xml><?xml version="1.0" encoding="utf-8"?>
<p:tagLst xmlns:a="http://schemas.openxmlformats.org/drawingml/2006/main" xmlns:r="http://schemas.openxmlformats.org/officeDocument/2006/relationships" xmlns:p="http://schemas.openxmlformats.org/presentationml/2006/main">
  <p:tag name="MS_PLACEHOLDERID" val="PlaceholderID44292.5244907407038201"/>
</p:tagLst>
</file>

<file path=ppt/tags/tag392.xml><?xml version="1.0" encoding="utf-8"?>
<p:tagLst xmlns:a="http://schemas.openxmlformats.org/drawingml/2006/main" xmlns:r="http://schemas.openxmlformats.org/officeDocument/2006/relationships" xmlns:p="http://schemas.openxmlformats.org/presentationml/2006/main">
  <p:tag name="MS_PLACEHOLDERID" val="PlaceholderID44292.5244907407030097"/>
  <p:tag name="STYLEXMLFILE" val="Default Style List"/>
</p:tagLst>
</file>

<file path=ppt/tags/tag393.xml><?xml version="1.0" encoding="utf-8"?>
<p:tagLst xmlns:a="http://schemas.openxmlformats.org/drawingml/2006/main" xmlns:r="http://schemas.openxmlformats.org/officeDocument/2006/relationships" xmlns:p="http://schemas.openxmlformats.org/presentationml/2006/main">
  <p:tag name="MS_PLACEHOLDERID" val="PlaceholderID44292.5244907407094857"/>
</p:tagLst>
</file>

<file path=ppt/tags/tag394.xml><?xml version="1.0" encoding="utf-8"?>
<p:tagLst xmlns:a="http://schemas.openxmlformats.org/drawingml/2006/main" xmlns:r="http://schemas.openxmlformats.org/officeDocument/2006/relationships" xmlns:p="http://schemas.openxmlformats.org/presentationml/2006/main">
  <p:tag name="MS_PLACEHOLDERID" val="PlaceholderID44292.5244907407097982"/>
</p:tagLst>
</file>

<file path=ppt/tags/tag395.xml><?xml version="1.0" encoding="utf-8"?>
<p:tagLst xmlns:a="http://schemas.openxmlformats.org/drawingml/2006/main" xmlns:r="http://schemas.openxmlformats.org/officeDocument/2006/relationships" xmlns:p="http://schemas.openxmlformats.org/presentationml/2006/main">
  <p:tag name="MS_PLACEHOLDERID" val="PlaceholderID44292.5244907407027827"/>
  <p:tag name="STYLEXMLFILE" val="Subtitle List"/>
</p:tagLst>
</file>

<file path=ppt/tags/tag396.xml><?xml version="1.0" encoding="utf-8"?>
<p:tagLst xmlns:a="http://schemas.openxmlformats.org/drawingml/2006/main" xmlns:r="http://schemas.openxmlformats.org/officeDocument/2006/relationships" xmlns:p="http://schemas.openxmlformats.org/presentationml/2006/main">
  <p:tag name="MS_PLACEHOLDERID" val="PlaceholderID44292.5244907407016282"/>
  <p:tag name="STYLEXMLFILE" val="Default Style List"/>
</p:tagLst>
</file>

<file path=ppt/tags/tag397.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398.xml><?xml version="1.0" encoding="utf-8"?>
<p:tagLst xmlns:a="http://schemas.openxmlformats.org/drawingml/2006/main" xmlns:r="http://schemas.openxmlformats.org/officeDocument/2006/relationships" xmlns:p="http://schemas.openxmlformats.org/presentationml/2006/main">
  <p:tag name="MS_PLACEHOLDERID" val="PlaceholderID44292.5245138889064658"/>
</p:tagLst>
</file>

<file path=ppt/tags/tag399.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400.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401.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402.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403.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404.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405.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406.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407.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408.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409.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410.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411.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412.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413.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414.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415.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416.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417.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418.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419.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76.5044560185070554"/>
</p:tagLst>
</file>

<file path=ppt/tags/tag420.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537037090575"/>
</p:tagLst>
</file>

<file path=ppt/tags/tag421.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422.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423.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424.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425.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42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427.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428.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429.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430.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431.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432.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433.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434.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435.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436.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437.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438.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439.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440.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441.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442.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443.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444.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445.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446.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447.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448.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449.xml><?xml version="1.0" encoding="utf-8"?>
<p:tagLst xmlns:a="http://schemas.openxmlformats.org/drawingml/2006/main" xmlns:r="http://schemas.openxmlformats.org/officeDocument/2006/relationships" xmlns:p="http://schemas.openxmlformats.org/presentationml/2006/main">
  <p:tag name="MS_PLACEHOLDERID" val="PlaceholderID44292.5245601852063174"/>
</p:tagLst>
</file>

<file path=ppt/tags/tag450.xml><?xml version="1.0" encoding="utf-8"?>
<p:tagLst xmlns:a="http://schemas.openxmlformats.org/drawingml/2006/main" xmlns:r="http://schemas.openxmlformats.org/officeDocument/2006/relationships" xmlns:p="http://schemas.openxmlformats.org/presentationml/2006/main">
  <p:tag name="MS_PLACEHOLDERID" val="PlaceholderID44292.5245601852062764"/>
</p:tagLst>
</file>

<file path=ppt/tags/tag451.xml><?xml version="1.0" encoding="utf-8"?>
<p:tagLst xmlns:a="http://schemas.openxmlformats.org/drawingml/2006/main" xmlns:r="http://schemas.openxmlformats.org/officeDocument/2006/relationships" xmlns:p="http://schemas.openxmlformats.org/presentationml/2006/main">
  <p:tag name="MS_PLACEHOLDERID" val="PlaceholderID44292.5245601852042845"/>
  <p:tag name="STYLEXMLFILE" val="Default Style List"/>
</p:tagLst>
</file>

<file path=ppt/tags/tag452.xml><?xml version="1.0" encoding="utf-8"?>
<p:tagLst xmlns:a="http://schemas.openxmlformats.org/drawingml/2006/main" xmlns:r="http://schemas.openxmlformats.org/officeDocument/2006/relationships" xmlns:p="http://schemas.openxmlformats.org/presentationml/2006/main">
  <p:tag name="MS_PLACEHOLDERID" val="PlaceholderID44292.5245601852009797"/>
</p:tagLst>
</file>

<file path=ppt/tags/tag453.xml><?xml version="1.0" encoding="utf-8"?>
<p:tagLst xmlns:a="http://schemas.openxmlformats.org/drawingml/2006/main" xmlns:r="http://schemas.openxmlformats.org/officeDocument/2006/relationships" xmlns:p="http://schemas.openxmlformats.org/presentationml/2006/main">
  <p:tag name="MS_PLACEHOLDERID" val="PlaceholderID44292.5245601852056104"/>
</p:tagLst>
</file>

<file path=ppt/tags/tag454.xml><?xml version="1.0" encoding="utf-8"?>
<p:tagLst xmlns:a="http://schemas.openxmlformats.org/drawingml/2006/main" xmlns:r="http://schemas.openxmlformats.org/officeDocument/2006/relationships" xmlns:p="http://schemas.openxmlformats.org/presentationml/2006/main">
  <p:tag name="MS_PLACEHOLDERID" val="PlaceholderID44292.5245601852091371"/>
  <p:tag name="STYLEXMLFILE" val="Subtitle List"/>
</p:tagLst>
</file>

<file path=ppt/tags/tag455.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456.xml><?xml version="1.0" encoding="utf-8"?>
<p:tagLst xmlns:a="http://schemas.openxmlformats.org/drawingml/2006/main" xmlns:r="http://schemas.openxmlformats.org/officeDocument/2006/relationships" xmlns:p="http://schemas.openxmlformats.org/presentationml/2006/main">
  <p:tag name="MS_PLACEHOLDERID" val="PlaceholderID44292.5245717593002262"/>
</p:tagLst>
</file>

<file path=ppt/tags/tag457.xml><?xml version="1.0" encoding="utf-8"?>
<p:tagLst xmlns:a="http://schemas.openxmlformats.org/drawingml/2006/main" xmlns:r="http://schemas.openxmlformats.org/officeDocument/2006/relationships" xmlns:p="http://schemas.openxmlformats.org/presentationml/2006/main">
  <p:tag name="MS_PLACEHOLDERID" val="PlaceholderID44292.5245717593054336"/>
  <p:tag name="STYLEXMLFILE" val="Default Style List"/>
</p:tagLst>
</file>

<file path=ppt/tags/tag458.xml><?xml version="1.0" encoding="utf-8"?>
<p:tagLst xmlns:a="http://schemas.openxmlformats.org/drawingml/2006/main" xmlns:r="http://schemas.openxmlformats.org/officeDocument/2006/relationships" xmlns:p="http://schemas.openxmlformats.org/presentationml/2006/main">
  <p:tag name="MS_PLACEHOLDERID" val="PlaceholderID44292.5245717593091616"/>
</p:tagLst>
</file>

<file path=ppt/tags/tag459.xml><?xml version="1.0" encoding="utf-8"?>
<p:tagLst xmlns:a="http://schemas.openxmlformats.org/drawingml/2006/main" xmlns:r="http://schemas.openxmlformats.org/officeDocument/2006/relationships" xmlns:p="http://schemas.openxmlformats.org/presentationml/2006/main">
  <p:tag name="MS_PLACEHOLDERID" val="PlaceholderID44292.5245717593043026"/>
</p:tagLst>
</file>

<file path=ppt/tags/tag460.xml><?xml version="1.0" encoding="utf-8"?>
<p:tagLst xmlns:a="http://schemas.openxmlformats.org/drawingml/2006/main" xmlns:r="http://schemas.openxmlformats.org/officeDocument/2006/relationships" xmlns:p="http://schemas.openxmlformats.org/presentationml/2006/main">
  <p:tag name="MS_PLACEHOLDERID" val="PlaceholderID44292.5245717593050245"/>
  <p:tag name="STYLEXMLFILE" val="Subtitle List"/>
</p:tagLst>
</file>

<file path=ppt/tags/tag461.xml><?xml version="1.0" encoding="utf-8"?>
<p:tagLst xmlns:a="http://schemas.openxmlformats.org/drawingml/2006/main" xmlns:r="http://schemas.openxmlformats.org/officeDocument/2006/relationships" xmlns:p="http://schemas.openxmlformats.org/presentationml/2006/main">
  <p:tag name="MS_PLACEHOLDERID" val="PlaceholderID44292.5245717593046298"/>
  <p:tag name="STYLEXMLFILE" val="Default Style List"/>
</p:tagLst>
</file>

<file path=ppt/tags/tag462.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463.xml><?xml version="1.0" encoding="utf-8"?>
<p:tagLst xmlns:a="http://schemas.openxmlformats.org/drawingml/2006/main" xmlns:r="http://schemas.openxmlformats.org/officeDocument/2006/relationships" xmlns:p="http://schemas.openxmlformats.org/presentationml/2006/main">
  <p:tag name="MS_PLACEHOLDERID" val="PlaceholderID44292.5245949074035347"/>
</p:tagLst>
</file>

<file path=ppt/tags/tag464.xml><?xml version="1.0" encoding="utf-8"?>
<p:tagLst xmlns:a="http://schemas.openxmlformats.org/drawingml/2006/main" xmlns:r="http://schemas.openxmlformats.org/officeDocument/2006/relationships" xmlns:p="http://schemas.openxmlformats.org/presentationml/2006/main">
  <p:tag name="MS_PLACEHOLDERID" val="PlaceholderID44292.5245949074040483"/>
</p:tagLst>
</file>

<file path=ppt/tags/tag465.xml><?xml version="1.0" encoding="utf-8"?>
<p:tagLst xmlns:a="http://schemas.openxmlformats.org/drawingml/2006/main" xmlns:r="http://schemas.openxmlformats.org/officeDocument/2006/relationships" xmlns:p="http://schemas.openxmlformats.org/presentationml/2006/main">
  <p:tag name="MS_PLACEHOLDERID" val="PlaceholderID44292.5245949074026973"/>
</p:tagLst>
</file>

<file path=ppt/tags/tag466.xml><?xml version="1.0" encoding="utf-8"?>
<p:tagLst xmlns:a="http://schemas.openxmlformats.org/drawingml/2006/main" xmlns:r="http://schemas.openxmlformats.org/officeDocument/2006/relationships" xmlns:p="http://schemas.openxmlformats.org/presentationml/2006/main">
  <p:tag name="MS_PLACEHOLDERID" val="PlaceholderID44292.5245949074024384"/>
  <p:tag name="STYLEXMLFILE" val="Default Style List"/>
</p:tagLst>
</file>

<file path=ppt/tags/tag467.xml><?xml version="1.0" encoding="utf-8"?>
<p:tagLst xmlns:a="http://schemas.openxmlformats.org/drawingml/2006/main" xmlns:r="http://schemas.openxmlformats.org/officeDocument/2006/relationships" xmlns:p="http://schemas.openxmlformats.org/presentationml/2006/main">
  <p:tag name="MS_PLACEHOLDERID" val="PlaceholderID44292.5245949074006091"/>
  <p:tag name="STYLEXMLFILE" val="Profile Contact Styles"/>
</p:tagLst>
</file>

<file path=ppt/tags/tag468.xml><?xml version="1.0" encoding="utf-8"?>
<p:tagLst xmlns:a="http://schemas.openxmlformats.org/drawingml/2006/main" xmlns:r="http://schemas.openxmlformats.org/officeDocument/2006/relationships" xmlns:p="http://schemas.openxmlformats.org/presentationml/2006/main">
  <p:tag name="MS_PLACEHOLDERID" val="PlaceholderID44292.5245949074039029"/>
</p:tagLst>
</file>

<file path=ppt/tags/tag469.xml><?xml version="1.0" encoding="utf-8"?>
<p:tagLst xmlns:a="http://schemas.openxmlformats.org/drawingml/2006/main" xmlns:r="http://schemas.openxmlformats.org/officeDocument/2006/relationships" xmlns:p="http://schemas.openxmlformats.org/presentationml/2006/main">
  <p:tag name="MS_PLACEHOLDERID" val="PlaceholderID44292.5245949074036499"/>
  <p:tag name="STYLEXMLFILE" val="Default Style List"/>
</p:tagLst>
</file>

<file path=ppt/tags/tag470.xml><?xml version="1.0" encoding="utf-8"?>
<p:tagLst xmlns:a="http://schemas.openxmlformats.org/drawingml/2006/main" xmlns:r="http://schemas.openxmlformats.org/officeDocument/2006/relationships" xmlns:p="http://schemas.openxmlformats.org/presentationml/2006/main">
  <p:tag name="MS_PLACEHOLDERID" val="PlaceholderID44292.5245949074048989"/>
  <p:tag name="STYLEXMLFILE" val="Default Style List"/>
</p:tagLst>
</file>

<file path=ppt/tags/tag471.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472.xml><?xml version="1.0" encoding="utf-8"?>
<p:tagLst xmlns:a="http://schemas.openxmlformats.org/drawingml/2006/main" xmlns:r="http://schemas.openxmlformats.org/officeDocument/2006/relationships" xmlns:p="http://schemas.openxmlformats.org/presentationml/2006/main">
  <p:tag name="MS_PLACEHOLDERID" val="PlaceholderID44292.5246180556015566"/>
</p:tagLst>
</file>

<file path=ppt/tags/tag473.xml><?xml version="1.0" encoding="utf-8"?>
<p:tagLst xmlns:a="http://schemas.openxmlformats.org/drawingml/2006/main" xmlns:r="http://schemas.openxmlformats.org/officeDocument/2006/relationships" xmlns:p="http://schemas.openxmlformats.org/presentationml/2006/main">
  <p:tag name="MS_PLACEHOLDERID" val="PlaceholderID44292.5246180556047445"/>
</p:tagLst>
</file>

<file path=ppt/tags/tag474.xml><?xml version="1.0" encoding="utf-8"?>
<p:tagLst xmlns:a="http://schemas.openxmlformats.org/drawingml/2006/main" xmlns:r="http://schemas.openxmlformats.org/officeDocument/2006/relationships" xmlns:p="http://schemas.openxmlformats.org/presentationml/2006/main">
  <p:tag name="MS_PLACEHOLDERID" val="PlaceholderID44292.5246180556025726"/>
</p:tagLst>
</file>

<file path=ppt/tags/tag475.xml><?xml version="1.0" encoding="utf-8"?>
<p:tagLst xmlns:a="http://schemas.openxmlformats.org/drawingml/2006/main" xmlns:r="http://schemas.openxmlformats.org/officeDocument/2006/relationships" xmlns:p="http://schemas.openxmlformats.org/presentationml/2006/main">
  <p:tag name="MS_PLACEHOLDERID" val="PlaceholderID44292.5246180556054207"/>
  <p:tag name="STYLEXMLFILE" val="Subtitle List"/>
</p:tagLst>
</file>

<file path=ppt/tags/tag476.xml><?xml version="1.0" encoding="utf-8"?>
<p:tagLst xmlns:a="http://schemas.openxmlformats.org/drawingml/2006/main" xmlns:r="http://schemas.openxmlformats.org/officeDocument/2006/relationships" xmlns:p="http://schemas.openxmlformats.org/presentationml/2006/main">
  <p:tag name="MS_PLACEHOLDERID" val="PlaceholderID44292.5246180556093854"/>
  <p:tag name="STYLEXMLFILE" val="Profile Biography Styles"/>
</p:tagLst>
</file>

<file path=ppt/tags/tag477.xml><?xml version="1.0" encoding="utf-8"?>
<p:tagLst xmlns:a="http://schemas.openxmlformats.org/drawingml/2006/main" xmlns:r="http://schemas.openxmlformats.org/officeDocument/2006/relationships" xmlns:p="http://schemas.openxmlformats.org/presentationml/2006/main">
  <p:tag name="MS_PLACEHOLDERID" val="PlaceholderID44292.5246180556065449"/>
</p:tagLst>
</file>

<file path=ppt/tags/tag478.xml><?xml version="1.0" encoding="utf-8"?>
<p:tagLst xmlns:a="http://schemas.openxmlformats.org/drawingml/2006/main" xmlns:r="http://schemas.openxmlformats.org/officeDocument/2006/relationships" xmlns:p="http://schemas.openxmlformats.org/presentationml/2006/main">
  <p:tag name="MS_PLACEHOLDERID" val="PlaceholderID44292.5246180556050608"/>
  <p:tag name="STYLEXMLFILE" val="Profile Biography Styles"/>
</p:tagLst>
</file>

<file path=ppt/tags/tag479.xml><?xml version="1.0" encoding="utf-8"?>
<p:tagLst xmlns:a="http://schemas.openxmlformats.org/drawingml/2006/main" xmlns:r="http://schemas.openxmlformats.org/officeDocument/2006/relationships" xmlns:p="http://schemas.openxmlformats.org/presentationml/2006/main">
  <p:tag name="MS_PLACEHOLDERID" val="PlaceholderID44292.5246180556039047"/>
</p:tagLst>
</file>

<file path=ppt/tags/tag480.xml><?xml version="1.0" encoding="utf-8"?>
<p:tagLst xmlns:a="http://schemas.openxmlformats.org/drawingml/2006/main" xmlns:r="http://schemas.openxmlformats.org/officeDocument/2006/relationships" xmlns:p="http://schemas.openxmlformats.org/presentationml/2006/main">
  <p:tag name="MS_PLACEHOLDERID" val="PlaceholderID44292.5246180556010737"/>
  <p:tag name="STYLEXMLFILE" val="Profile Biography Styles"/>
</p:tagLst>
</file>

<file path=ppt/tags/tag481.xml><?xml version="1.0" encoding="utf-8"?>
<p:tagLst xmlns:a="http://schemas.openxmlformats.org/drawingml/2006/main" xmlns:r="http://schemas.openxmlformats.org/officeDocument/2006/relationships" xmlns:p="http://schemas.openxmlformats.org/presentationml/2006/main">
  <p:tag name="MS_PLACEHOLDERID" val="PlaceholderID44292.5246180556078399"/>
</p:tagLst>
</file>

<file path=ppt/tags/tag482.xml><?xml version="1.0" encoding="utf-8"?>
<p:tagLst xmlns:a="http://schemas.openxmlformats.org/drawingml/2006/main" xmlns:r="http://schemas.openxmlformats.org/officeDocument/2006/relationships" xmlns:p="http://schemas.openxmlformats.org/presentationml/2006/main">
  <p:tag name="MS_PLACEHOLDERID" val="PlaceholderID44292.5246180556045964"/>
</p:tagLst>
</file>

<file path=ppt/tags/tag483.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484.xml><?xml version="1.0" encoding="utf-8"?>
<p:tagLst xmlns:a="http://schemas.openxmlformats.org/drawingml/2006/main" xmlns:r="http://schemas.openxmlformats.org/officeDocument/2006/relationships" xmlns:p="http://schemas.openxmlformats.org/presentationml/2006/main">
  <p:tag name="MS_PLACEHOLDERID" val="PlaceholderID44292.5246412037075368"/>
</p:tagLst>
</file>

<file path=ppt/tags/tag485.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486.xml><?xml version="1.0" encoding="utf-8"?>
<p:tagLst xmlns:a="http://schemas.openxmlformats.org/drawingml/2006/main" xmlns:r="http://schemas.openxmlformats.org/officeDocument/2006/relationships" xmlns:p="http://schemas.openxmlformats.org/presentationml/2006/main">
  <p:tag name="MS_PLACEHOLDERID" val="PlaceholderID44292.5246412037083273"/>
</p:tagLst>
</file>

<file path=ppt/tags/tag487.xml><?xml version="1.0" encoding="utf-8"?>
<p:tagLst xmlns:a="http://schemas.openxmlformats.org/drawingml/2006/main" xmlns:r="http://schemas.openxmlformats.org/officeDocument/2006/relationships" xmlns:p="http://schemas.openxmlformats.org/presentationml/2006/main">
  <p:tag name="MS_PLACEHOLDERID" val="PlaceholderID44292.5246412037021036"/>
  <p:tag name="STYLEXMLFILE" val="Default Style List"/>
</p:tagLst>
</file>

<file path=ppt/tags/tag488.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489.xml><?xml version="1.0" encoding="utf-8"?>
<p:tagLst xmlns:a="http://schemas.openxmlformats.org/drawingml/2006/main" xmlns:r="http://schemas.openxmlformats.org/officeDocument/2006/relationships" xmlns:p="http://schemas.openxmlformats.org/presentationml/2006/main">
  <p:tag name="MS_PLACEHOLDERID" val="PlaceholderID44292.5246643519010545"/>
</p:tagLst>
</file>

<file path=ppt/tags/tag490.xml><?xml version="1.0" encoding="utf-8"?>
<p:tagLst xmlns:a="http://schemas.openxmlformats.org/drawingml/2006/main" xmlns:r="http://schemas.openxmlformats.org/officeDocument/2006/relationships" xmlns:p="http://schemas.openxmlformats.org/presentationml/2006/main">
  <p:tag name="MS_PLACEHOLDERID" val="PlaceholderID44292.5246643519033169"/>
</p:tagLst>
</file>

<file path=ppt/tags/tag491.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492.xml><?xml version="1.0" encoding="utf-8"?>
<p:tagLst xmlns:a="http://schemas.openxmlformats.org/drawingml/2006/main" xmlns:r="http://schemas.openxmlformats.org/officeDocument/2006/relationships" xmlns:p="http://schemas.openxmlformats.org/presentationml/2006/main">
  <p:tag name="MS_PLACEHOLDERID" val="PlaceholderID44292.523599537081449"/>
</p:tagLst>
</file>

<file path=ppt/tags/tag493.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494.xml><?xml version="1.0" encoding="utf-8"?>
<p:tagLst xmlns:a="http://schemas.openxmlformats.org/drawingml/2006/main" xmlns:r="http://schemas.openxmlformats.org/officeDocument/2006/relationships" xmlns:p="http://schemas.openxmlformats.org/presentationml/2006/main">
  <p:tag name="MS_PLACEHOLDERID" val="PlaceholderID44292.523599537086261"/>
</p:tagLst>
</file>

<file path=ppt/tags/tag495.xml><?xml version="1.0" encoding="utf-8"?>
<p:tagLst xmlns:a="http://schemas.openxmlformats.org/drawingml/2006/main" xmlns:r="http://schemas.openxmlformats.org/officeDocument/2006/relationships" xmlns:p="http://schemas.openxmlformats.org/presentationml/2006/main">
  <p:tag name="MS_PLACEHOLDERID" val="PlaceholderID44292.523599537096195"/>
</p:tagLst>
</file>

<file path=ppt/tags/tag496.xml><?xml version="1.0" encoding="utf-8"?>
<p:tagLst xmlns:a="http://schemas.openxmlformats.org/drawingml/2006/main" xmlns:r="http://schemas.openxmlformats.org/officeDocument/2006/relationships" xmlns:p="http://schemas.openxmlformats.org/presentationml/2006/main">
  <p:tag name="MS_PLACEHOLDERID" val="PlaceholderID44292.523599537087144"/>
</p:tagLst>
</file>

<file path=ppt/tags/tag497.xml><?xml version="1.0" encoding="utf-8"?>
<p:tagLst xmlns:a="http://schemas.openxmlformats.org/drawingml/2006/main" xmlns:r="http://schemas.openxmlformats.org/officeDocument/2006/relationships" xmlns:p="http://schemas.openxmlformats.org/presentationml/2006/main">
  <p:tag name="MS_PLACEHOLDERID" val="PlaceholderID44292.523599537005350"/>
</p:tagLst>
</file>

<file path=ppt/tags/tag498.xml><?xml version="1.0" encoding="utf-8"?>
<p:tagLst xmlns:a="http://schemas.openxmlformats.org/drawingml/2006/main" xmlns:r="http://schemas.openxmlformats.org/officeDocument/2006/relationships" xmlns:p="http://schemas.openxmlformats.org/presentationml/2006/main">
  <p:tag name="MS_PLACEHOLDERID" val="PlaceholderID44292.523599537059245"/>
</p:tagLst>
</file>

<file path=ppt/tags/tag499.xml><?xml version="1.0" encoding="utf-8"?>
<p:tagLst xmlns:a="http://schemas.openxmlformats.org/drawingml/2006/main" xmlns:r="http://schemas.openxmlformats.org/officeDocument/2006/relationships" xmlns:p="http://schemas.openxmlformats.org/presentationml/2006/main">
  <p:tag name="MS_PLACEHOLDERID" val="PlaceholderID44292.523599537046870"/>
</p:tagLst>
</file>

<file path=ppt/tags/tag500.xml><?xml version="1.0" encoding="utf-8"?>
<p:tagLst xmlns:a="http://schemas.openxmlformats.org/drawingml/2006/main" xmlns:r="http://schemas.openxmlformats.org/officeDocument/2006/relationships" xmlns:p="http://schemas.openxmlformats.org/presentationml/2006/main">
  <p:tag name="MS_PLACEHOLDERID" val="PlaceholderID44292.523599537029816"/>
</p:tagLst>
</file>

<file path=ppt/tags/tag501.xml><?xml version="1.0" encoding="utf-8"?>
<p:tagLst xmlns:a="http://schemas.openxmlformats.org/drawingml/2006/main" xmlns:r="http://schemas.openxmlformats.org/officeDocument/2006/relationships" xmlns:p="http://schemas.openxmlformats.org/presentationml/2006/main">
  <p:tag name="CUSTMASTERTOPMARGIN" val="113.3858"/>
  <p:tag name="CUSTMASTERLEFTMARGIN" val="37.7008"/>
  <p:tag name="CUSTMASTERRIGHTMARGIN" val="37.7008"/>
  <p:tag name="CUSTMASTERBOTTOMMARGIN" val="53.5748"/>
  <p:tag name="GUIDECOLS" val="1"/>
  <p:tag name="GUIDEROWS" val="1"/>
  <p:tag name="GUTTERCOL" val="0.6 cm"/>
  <p:tag name="GUTTERROW" val="0.6 cm"/>
  <p:tag name="GUIDESAPPLIEDTO" val="2"/>
  <p:tag name="MS_PLACEHOLDERID" val="PlaceholderID44322.7038657407030194"/>
</p:tagLst>
</file>

<file path=ppt/tags/tag502.xml><?xml version="1.0" encoding="utf-8"?>
<p:tagLst xmlns:a="http://schemas.openxmlformats.org/drawingml/2006/main" xmlns:r="http://schemas.openxmlformats.org/officeDocument/2006/relationships" xmlns:p="http://schemas.openxmlformats.org/presentationml/2006/main">
  <p:tag name="MS_PLACEHOLDERID" val="PlaceholderID44322.7038657407077474"/>
</p:tagLst>
</file>

<file path=ppt/tags/tag503.xml><?xml version="1.0" encoding="utf-8"?>
<p:tagLst xmlns:a="http://schemas.openxmlformats.org/drawingml/2006/main" xmlns:r="http://schemas.openxmlformats.org/officeDocument/2006/relationships" xmlns:p="http://schemas.openxmlformats.org/presentationml/2006/main">
  <p:tag name="MS_PLACEHOLDERID" val="PlaceholderID44322.7038657407001401"/>
</p:tagLst>
</file>

<file path=ppt/tags/tag504.xml><?xml version="1.0" encoding="utf-8"?>
<p:tagLst xmlns:a="http://schemas.openxmlformats.org/drawingml/2006/main" xmlns:r="http://schemas.openxmlformats.org/officeDocument/2006/relationships" xmlns:p="http://schemas.openxmlformats.org/presentationml/2006/main">
  <p:tag name="MS_PLACEHOLDERID" val="PlaceholderID44322.7038657407076072"/>
</p:tagLst>
</file>

<file path=ppt/tags/tag505.xml><?xml version="1.0" encoding="utf-8"?>
<p:tagLst xmlns:a="http://schemas.openxmlformats.org/drawingml/2006/main" xmlns:r="http://schemas.openxmlformats.org/officeDocument/2006/relationships" xmlns:p="http://schemas.openxmlformats.org/presentationml/2006/main">
  <p:tag name="MS_PLACEHOLDERID" val="PlaceholderID44322.7038657407081449"/>
</p:tagLst>
</file>

<file path=ppt/tags/tag506.xml><?xml version="1.0" encoding="utf-8"?>
<p:tagLst xmlns:a="http://schemas.openxmlformats.org/drawingml/2006/main" xmlns:r="http://schemas.openxmlformats.org/officeDocument/2006/relationships" xmlns:p="http://schemas.openxmlformats.org/presentationml/2006/main">
  <p:tag name="MS_PLACEHOLDERID" val="PlaceholderID44322.7038657407070903"/>
</p:tagLst>
</file>

<file path=ppt/tags/tag507.xml><?xml version="1.0" encoding="utf-8"?>
<p:tagLst xmlns:a="http://schemas.openxmlformats.org/drawingml/2006/main" xmlns:r="http://schemas.openxmlformats.org/officeDocument/2006/relationships" xmlns:p="http://schemas.openxmlformats.org/presentationml/2006/main">
  <p:tag name="MS_PLACEHOLDERID" val="PlaceholderID44322.7038657407004535"/>
</p:tagLst>
</file>

<file path=ppt/tags/tag508.xml><?xml version="1.0" encoding="utf-8"?>
<p:tagLst xmlns:a="http://schemas.openxmlformats.org/drawingml/2006/main" xmlns:r="http://schemas.openxmlformats.org/officeDocument/2006/relationships" xmlns:p="http://schemas.openxmlformats.org/presentationml/2006/main">
  <p:tag name="MS_PLACEHOLDERID" val="PlaceholderID44322.7038657407041403"/>
</p:tagLst>
</file>

<file path=ppt/tags/tag509.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510.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292.5235069444028956"/>
</p:tagLst>
</file>

<file path=ppt/tags/tag511.xml><?xml version="1.0" encoding="utf-8"?>
<p:tagLst xmlns:a="http://schemas.openxmlformats.org/drawingml/2006/main" xmlns:r="http://schemas.openxmlformats.org/officeDocument/2006/relationships" xmlns:p="http://schemas.openxmlformats.org/presentationml/2006/main">
  <p:tag name="MS_PLACEHOLDERID" val="PlaceholderID44292.5235069444077474"/>
</p:tagLst>
</file>

<file path=ppt/tags/tag512.xml><?xml version="1.0" encoding="utf-8"?>
<p:tagLst xmlns:a="http://schemas.openxmlformats.org/drawingml/2006/main" xmlns:r="http://schemas.openxmlformats.org/officeDocument/2006/relationships" xmlns:p="http://schemas.openxmlformats.org/presentationml/2006/main">
  <p:tag name="MS_PLACEHOLDERID" val="PlaceholderID44292.5235069444001401"/>
</p:tagLst>
</file>

<file path=ppt/tags/tag513.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9236111079048"/>
</p:tagLst>
</file>

<file path=ppt/tags/tag514.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322.7038078704070554"/>
</p:tagLst>
</file>

<file path=ppt/tags/tag515.xml><?xml version="1.0" encoding="utf-8"?>
<p:tagLst xmlns:a="http://schemas.openxmlformats.org/drawingml/2006/main" xmlns:r="http://schemas.openxmlformats.org/officeDocument/2006/relationships" xmlns:p="http://schemas.openxmlformats.org/presentationml/2006/main">
  <p:tag name="MS_PLACEHOLDERID" val="PlaceholderID44322.7038078704053342"/>
</p:tagLst>
</file>

<file path=ppt/tags/tag516.xml><?xml version="1.0" encoding="utf-8"?>
<p:tagLst xmlns:a="http://schemas.openxmlformats.org/drawingml/2006/main" xmlns:r="http://schemas.openxmlformats.org/officeDocument/2006/relationships" xmlns:p="http://schemas.openxmlformats.org/presentationml/2006/main">
  <p:tag name="MS_PLACEHOLDERID" val="PlaceholderID44322.7038078704057951"/>
</p:tagLst>
</file>

<file path=ppt/tags/tag517.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8078704028956"/>
</p:tagLst>
</file>

<file path=ppt/tags/tag518.xml><?xml version="1.0" encoding="utf-8"?>
<p:tagLst xmlns:a="http://schemas.openxmlformats.org/drawingml/2006/main" xmlns:r="http://schemas.openxmlformats.org/officeDocument/2006/relationships" xmlns:p="http://schemas.openxmlformats.org/presentationml/2006/main">
  <p:tag name="MS_PLACEHOLDERID" val="PlaceholderID44292.5244328704022686"/>
</p:tagLst>
</file>

<file path=ppt/tags/tag519.xml><?xml version="1.0" encoding="utf-8"?>
<p:tagLst xmlns:a="http://schemas.openxmlformats.org/drawingml/2006/main" xmlns:r="http://schemas.openxmlformats.org/officeDocument/2006/relationships" xmlns:p="http://schemas.openxmlformats.org/presentationml/2006/main">
  <p:tag name="MS_PLACEHOLDERID" val="PlaceholderID44292.5244328704069511"/>
</p:tagLst>
</file>

<file path=ppt/tags/tag520.xml><?xml version="1.0" encoding="utf-8"?>
<p:tagLst xmlns:a="http://schemas.openxmlformats.org/drawingml/2006/main" xmlns:r="http://schemas.openxmlformats.org/officeDocument/2006/relationships" xmlns:p="http://schemas.openxmlformats.org/presentationml/2006/main">
  <p:tag name="MS_PLACEHOLDERID" val="PlaceholderID44292.5244328704098000"/>
</p:tagLst>
</file>

<file path=ppt/tags/tag521.xml><?xml version="1.0" encoding="utf-8"?>
<p:tagLst xmlns:a="http://schemas.openxmlformats.org/drawingml/2006/main" xmlns:r="http://schemas.openxmlformats.org/officeDocument/2006/relationships" xmlns:p="http://schemas.openxmlformats.org/presentationml/2006/main">
  <p:tag name="MS_PLACEHOLDERID" val="PlaceholderID44292.5244328704024393"/>
</p:tagLst>
</file>

<file path=ppt/tags/tag522.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328704053387"/>
</p:tagLst>
</file>

<file path=ppt/tags/tag523.xml><?xml version="1.0" encoding="utf-8"?>
<p:tagLst xmlns:a="http://schemas.openxmlformats.org/drawingml/2006/main" xmlns:r="http://schemas.openxmlformats.org/officeDocument/2006/relationships" xmlns:p="http://schemas.openxmlformats.org/presentationml/2006/main">
  <p:tag name="MS_PLACEHOLDERID" val="PlaceholderID44292.5244328704099941"/>
  <p:tag name="STYLEXMLFILE" val="Table of Contents Styles"/>
  <p:tag name="PLACEHOLDERAUTOMATIONTAG" val="TableOfContentsText"/>
</p:tagLst>
</file>

<file path=ppt/tags/tag524.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525.xml><?xml version="1.0" encoding="utf-8"?>
<p:tagLst xmlns:a="http://schemas.openxmlformats.org/drawingml/2006/main" xmlns:r="http://schemas.openxmlformats.org/officeDocument/2006/relationships" xmlns:p="http://schemas.openxmlformats.org/presentationml/2006/main">
  <p:tag name="MS_PLACEHOLDERID" val="PlaceholderID44292.5244212963026379"/>
</p:tagLst>
</file>

<file path=ppt/tags/tag526.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212963027934"/>
</p:tagLst>
</file>

<file path=ppt/tags/tag527.xml><?xml version="1.0" encoding="utf-8"?>
<p:tagLst xmlns:a="http://schemas.openxmlformats.org/drawingml/2006/main" xmlns:r="http://schemas.openxmlformats.org/officeDocument/2006/relationships" xmlns:p="http://schemas.openxmlformats.org/presentationml/2006/main">
  <p:tag name="MS_PLACEHOLDERID" val="PlaceholderID44292.5244212963082980"/>
</p:tagLst>
</file>

<file path=ppt/tags/tag528.xml><?xml version="1.0" encoding="utf-8"?>
<p:tagLst xmlns:a="http://schemas.openxmlformats.org/drawingml/2006/main" xmlns:r="http://schemas.openxmlformats.org/officeDocument/2006/relationships" xmlns:p="http://schemas.openxmlformats.org/presentationml/2006/main">
  <p:tag name="MS_PLACEHOLDERID" val="PlaceholderID44292.5244212963082460"/>
</p:tagLst>
</file>

<file path=ppt/tags/tag529.xml><?xml version="1.0" encoding="utf-8"?>
<p:tagLst xmlns:a="http://schemas.openxmlformats.org/drawingml/2006/main" xmlns:r="http://schemas.openxmlformats.org/officeDocument/2006/relationships" xmlns:p="http://schemas.openxmlformats.org/presentationml/2006/main">
  <p:tag name="MS_PLACEHOLDERID" val="PlaceholderID44292.5244212963058916"/>
</p:tagLst>
</file>

<file path=ppt/tags/tag530.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212963098609"/>
</p:tagLst>
</file>

<file path=ppt/tags/tag531.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42824074037353"/>
</p:tagLst>
</file>

<file path=ppt/tags/tag532.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533.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534.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535.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536.xml><?xml version="1.0" encoding="utf-8"?>
<p:tagLst xmlns:a="http://schemas.openxmlformats.org/drawingml/2006/main" xmlns:r="http://schemas.openxmlformats.org/officeDocument/2006/relationships" xmlns:p="http://schemas.openxmlformats.org/presentationml/2006/main">
  <p:tag name="MS_PLACEHOLDERID" val="PlaceholderID44292.5244791667010302"/>
</p:tagLst>
</file>

<file path=ppt/tags/tag537.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538.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539.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540.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541.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542.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543.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544.xml><?xml version="1.0" encoding="utf-8"?>
<p:tagLst xmlns:a="http://schemas.openxmlformats.org/drawingml/2006/main" xmlns:r="http://schemas.openxmlformats.org/officeDocument/2006/relationships" xmlns:p="http://schemas.openxmlformats.org/presentationml/2006/main">
  <p:tag name="MS_PLACEHOLDERID" val="PlaceholderID44292.5244791667010302"/>
</p:tagLst>
</file>

<file path=ppt/tags/tag545.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546.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547.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05.7189351852053342"/>
</p:tagLst>
</file>

<file path=ppt/tags/tag548.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791667004568"/>
</p:tagLst>
</file>

<file path=ppt/tags/tag549.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550.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551.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552.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553.xml><?xml version="1.0" encoding="utf-8"?>
<p:tagLst xmlns:a="http://schemas.openxmlformats.org/drawingml/2006/main" xmlns:r="http://schemas.openxmlformats.org/officeDocument/2006/relationships" xmlns:p="http://schemas.openxmlformats.org/presentationml/2006/main">
  <p:tag name="MS_PLACEHOLDERID" val="PlaceholderID44292.5244791667010302"/>
</p:tagLst>
</file>

<file path=ppt/tags/tag554.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555.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556.xml><?xml version="1.0" encoding="utf-8"?>
<p:tagLst xmlns:a="http://schemas.openxmlformats.org/drawingml/2006/main" xmlns:r="http://schemas.openxmlformats.org/officeDocument/2006/relationships" xmlns:p="http://schemas.openxmlformats.org/presentationml/2006/main">
  <p:tag name="GUIDECOLS" val="2"/>
  <p:tag name="GUIDEROWS" val="2"/>
  <p:tag name="GUTTERCOL" val="0.6 cm"/>
  <p:tag name="GUTTERROW" val="0.6 cm"/>
  <p:tag name="GUIDESAPPLIEDTO" val="2"/>
  <p:tag name="MS_PLACEHOLDERID" val="PlaceholderID44305.7187731481070554"/>
</p:tagLst>
</file>

<file path=ppt/tags/tag557.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558.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559.xml><?xml version="1.0" encoding="utf-8"?>
<p:tagLst xmlns:a="http://schemas.openxmlformats.org/drawingml/2006/main" xmlns:r="http://schemas.openxmlformats.org/officeDocument/2006/relationships" xmlns:p="http://schemas.openxmlformats.org/presentationml/2006/main">
  <p:tag name="MS_PLACEHOLDERID" val="PlaceholderID44292.5244907407029577"/>
</p:tagLst>
</file>

<file path=ppt/tags/tag560.xml><?xml version="1.0" encoding="utf-8"?>
<p:tagLst xmlns:a="http://schemas.openxmlformats.org/drawingml/2006/main" xmlns:r="http://schemas.openxmlformats.org/officeDocument/2006/relationships" xmlns:p="http://schemas.openxmlformats.org/presentationml/2006/main">
  <p:tag name="MS_PLACEHOLDERID" val="PlaceholderID44292.5244907407038201"/>
</p:tagLst>
</file>

<file path=ppt/tags/tag561.xml><?xml version="1.0" encoding="utf-8"?>
<p:tagLst xmlns:a="http://schemas.openxmlformats.org/drawingml/2006/main" xmlns:r="http://schemas.openxmlformats.org/officeDocument/2006/relationships" xmlns:p="http://schemas.openxmlformats.org/presentationml/2006/main">
  <p:tag name="MS_PLACEHOLDERID" val="PlaceholderID44292.5244907407030097"/>
  <p:tag name="STYLEXMLFILE" val="Default Style List"/>
</p:tagLst>
</file>

<file path=ppt/tags/tag562.xml><?xml version="1.0" encoding="utf-8"?>
<p:tagLst xmlns:a="http://schemas.openxmlformats.org/drawingml/2006/main" xmlns:r="http://schemas.openxmlformats.org/officeDocument/2006/relationships" xmlns:p="http://schemas.openxmlformats.org/presentationml/2006/main">
  <p:tag name="MS_PLACEHOLDERID" val="PlaceholderID44292.5244907407094857"/>
</p:tagLst>
</file>

<file path=ppt/tags/tag563.xml><?xml version="1.0" encoding="utf-8"?>
<p:tagLst xmlns:a="http://schemas.openxmlformats.org/drawingml/2006/main" xmlns:r="http://schemas.openxmlformats.org/officeDocument/2006/relationships" xmlns:p="http://schemas.openxmlformats.org/presentationml/2006/main">
  <p:tag name="MS_PLACEHOLDERID" val="PlaceholderID44292.5244907407097982"/>
</p:tagLst>
</file>

<file path=ppt/tags/tag564.xml><?xml version="1.0" encoding="utf-8"?>
<p:tagLst xmlns:a="http://schemas.openxmlformats.org/drawingml/2006/main" xmlns:r="http://schemas.openxmlformats.org/officeDocument/2006/relationships" xmlns:p="http://schemas.openxmlformats.org/presentationml/2006/main">
  <p:tag name="MS_PLACEHOLDERID" val="PlaceholderID44292.5244907407040137"/>
</p:tagLst>
</file>

<file path=ppt/tags/tag565.xml><?xml version="1.0" encoding="utf-8"?>
<p:tagLst xmlns:a="http://schemas.openxmlformats.org/drawingml/2006/main" xmlns:r="http://schemas.openxmlformats.org/officeDocument/2006/relationships" xmlns:p="http://schemas.openxmlformats.org/presentationml/2006/main">
  <p:tag name="MS_PLACEHOLDERID" val="PlaceholderID44292.5244907407027827"/>
  <p:tag name="STYLEXMLFILE" val="Subtitle List"/>
</p:tagLst>
</file>

<file path=ppt/tags/tag566.xml><?xml version="1.0" encoding="utf-8"?>
<p:tagLst xmlns:a="http://schemas.openxmlformats.org/drawingml/2006/main" xmlns:r="http://schemas.openxmlformats.org/officeDocument/2006/relationships" xmlns:p="http://schemas.openxmlformats.org/presentationml/2006/main">
  <p:tag name="MS_PLACEHOLDERID" val="PlaceholderID44292.5244907407016282"/>
  <p:tag name="STYLEXMLFILE" val="Default Style List"/>
</p:tagLst>
</file>

<file path=ppt/tags/tag567.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568.xml><?xml version="1.0" encoding="utf-8"?>
<p:tagLst xmlns:a="http://schemas.openxmlformats.org/drawingml/2006/main" xmlns:r="http://schemas.openxmlformats.org/officeDocument/2006/relationships" xmlns:p="http://schemas.openxmlformats.org/presentationml/2006/main">
  <p:tag name="MS_PLACEHOLDERID" val="PlaceholderID44292.5245138889064658"/>
</p:tagLst>
</file>

<file path=ppt/tags/tag569.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570.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571.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572.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573.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574.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575.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57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577.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578.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579.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580.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581.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582.xml><?xml version="1.0" encoding="utf-8"?>
<p:tagLst xmlns:a="http://schemas.openxmlformats.org/drawingml/2006/main" xmlns:r="http://schemas.openxmlformats.org/officeDocument/2006/relationships" xmlns:p="http://schemas.openxmlformats.org/presentationml/2006/main">
  <p:tag name="MS_PLACEHOLDERID" val="PlaceholderID44292.524537037037890"/>
</p:tagLst>
</file>

<file path=ppt/tags/tag583.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584.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585.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586.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587.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588.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589.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590.xml><?xml version="1.0" encoding="utf-8"?>
<p:tagLst xmlns:a="http://schemas.openxmlformats.org/drawingml/2006/main" xmlns:r="http://schemas.openxmlformats.org/officeDocument/2006/relationships" xmlns:p="http://schemas.openxmlformats.org/presentationml/2006/main">
  <p:tag name="MS_PLACEHOLDERID" val="PlaceholderID44292.524537037037890"/>
</p:tagLst>
</file>

<file path=ppt/tags/tag591.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592.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76.5044560185070554"/>
</p:tagLst>
</file>

<file path=ppt/tags/tag593.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537037090575"/>
</p:tagLst>
</file>

<file path=ppt/tags/tag594.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595.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596.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597.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598.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599.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600.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601.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602.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603.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604.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605.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606.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607.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608.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609.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610.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611.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612.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613.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614.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615.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61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617.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618.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619.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620.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621.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622.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623.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624.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625.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626.xml><?xml version="1.0" encoding="utf-8"?>
<p:tagLst xmlns:a="http://schemas.openxmlformats.org/drawingml/2006/main" xmlns:r="http://schemas.openxmlformats.org/officeDocument/2006/relationships" xmlns:p="http://schemas.openxmlformats.org/presentationml/2006/main">
  <p:tag name="MS_PLACEHOLDERID" val="PlaceholderID44292.5245601852063174"/>
</p:tagLst>
</file>

<file path=ppt/tags/tag627.xml><?xml version="1.0" encoding="utf-8"?>
<p:tagLst xmlns:a="http://schemas.openxmlformats.org/drawingml/2006/main" xmlns:r="http://schemas.openxmlformats.org/officeDocument/2006/relationships" xmlns:p="http://schemas.openxmlformats.org/presentationml/2006/main">
  <p:tag name="MS_PLACEHOLDERID" val="PlaceholderID44292.5245601852062764"/>
</p:tagLst>
</file>

<file path=ppt/tags/tag628.xml><?xml version="1.0" encoding="utf-8"?>
<p:tagLst xmlns:a="http://schemas.openxmlformats.org/drawingml/2006/main" xmlns:r="http://schemas.openxmlformats.org/officeDocument/2006/relationships" xmlns:p="http://schemas.openxmlformats.org/presentationml/2006/main">
  <p:tag name="MS_PLACEHOLDERID" val="PlaceholderID44292.5245601852042845"/>
  <p:tag name="STYLEXMLFILE" val="Default Style List"/>
</p:tagLst>
</file>

<file path=ppt/tags/tag629.xml><?xml version="1.0" encoding="utf-8"?>
<p:tagLst xmlns:a="http://schemas.openxmlformats.org/drawingml/2006/main" xmlns:r="http://schemas.openxmlformats.org/officeDocument/2006/relationships" xmlns:p="http://schemas.openxmlformats.org/presentationml/2006/main">
  <p:tag name="MS_PLACEHOLDERID" val="PlaceholderID44292.5245601852009797"/>
</p:tagLst>
</file>

<file path=ppt/tags/tag630.xml><?xml version="1.0" encoding="utf-8"?>
<p:tagLst xmlns:a="http://schemas.openxmlformats.org/drawingml/2006/main" xmlns:r="http://schemas.openxmlformats.org/officeDocument/2006/relationships" xmlns:p="http://schemas.openxmlformats.org/presentationml/2006/main">
  <p:tag name="MS_PLACEHOLDERID" val="PlaceholderID44292.5245601852056104"/>
</p:tagLst>
</file>

<file path=ppt/tags/tag631.xml><?xml version="1.0" encoding="utf-8"?>
<p:tagLst xmlns:a="http://schemas.openxmlformats.org/drawingml/2006/main" xmlns:r="http://schemas.openxmlformats.org/officeDocument/2006/relationships" xmlns:p="http://schemas.openxmlformats.org/presentationml/2006/main">
  <p:tag name="MS_PLACEHOLDERID" val="PlaceholderID44292.5245601852069448"/>
</p:tagLst>
</file>

<file path=ppt/tags/tag632.xml><?xml version="1.0" encoding="utf-8"?>
<p:tagLst xmlns:a="http://schemas.openxmlformats.org/drawingml/2006/main" xmlns:r="http://schemas.openxmlformats.org/officeDocument/2006/relationships" xmlns:p="http://schemas.openxmlformats.org/presentationml/2006/main">
  <p:tag name="MS_PLACEHOLDERID" val="PlaceholderID44292.5245601852091371"/>
  <p:tag name="STYLEXMLFILE" val="Subtitle List"/>
</p:tagLst>
</file>

<file path=ppt/tags/tag633.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634.xml><?xml version="1.0" encoding="utf-8"?>
<p:tagLst xmlns:a="http://schemas.openxmlformats.org/drawingml/2006/main" xmlns:r="http://schemas.openxmlformats.org/officeDocument/2006/relationships" xmlns:p="http://schemas.openxmlformats.org/presentationml/2006/main">
  <p:tag name="MS_PLACEHOLDERID" val="PlaceholderID44292.5245717593002262"/>
</p:tagLst>
</file>

<file path=ppt/tags/tag635.xml><?xml version="1.0" encoding="utf-8"?>
<p:tagLst xmlns:a="http://schemas.openxmlformats.org/drawingml/2006/main" xmlns:r="http://schemas.openxmlformats.org/officeDocument/2006/relationships" xmlns:p="http://schemas.openxmlformats.org/presentationml/2006/main">
  <p:tag name="MS_PLACEHOLDERID" val="PlaceholderID44292.5245717593054336"/>
  <p:tag name="STYLEXMLFILE" val="Default Style List"/>
</p:tagLst>
</file>

<file path=ppt/tags/tag636.xml><?xml version="1.0" encoding="utf-8"?>
<p:tagLst xmlns:a="http://schemas.openxmlformats.org/drawingml/2006/main" xmlns:r="http://schemas.openxmlformats.org/officeDocument/2006/relationships" xmlns:p="http://schemas.openxmlformats.org/presentationml/2006/main">
  <p:tag name="MS_PLACEHOLDERID" val="PlaceholderID44292.5245717593091616"/>
</p:tagLst>
</file>

<file path=ppt/tags/tag637.xml><?xml version="1.0" encoding="utf-8"?>
<p:tagLst xmlns:a="http://schemas.openxmlformats.org/drawingml/2006/main" xmlns:r="http://schemas.openxmlformats.org/officeDocument/2006/relationships" xmlns:p="http://schemas.openxmlformats.org/presentationml/2006/main">
  <p:tag name="MS_PLACEHOLDERID" val="PlaceholderID44292.5245717593043026"/>
</p:tagLst>
</file>

<file path=ppt/tags/tag638.xml><?xml version="1.0" encoding="utf-8"?>
<p:tagLst xmlns:a="http://schemas.openxmlformats.org/drawingml/2006/main" xmlns:r="http://schemas.openxmlformats.org/officeDocument/2006/relationships" xmlns:p="http://schemas.openxmlformats.org/presentationml/2006/main">
  <p:tag name="MS_PLACEHOLDERID" val="PlaceholderID44292.5245717593067794"/>
</p:tagLst>
</file>

<file path=ppt/tags/tag639.xml><?xml version="1.0" encoding="utf-8"?>
<p:tagLst xmlns:a="http://schemas.openxmlformats.org/drawingml/2006/main" xmlns:r="http://schemas.openxmlformats.org/officeDocument/2006/relationships" xmlns:p="http://schemas.openxmlformats.org/presentationml/2006/main">
  <p:tag name="MS_PLACEHOLDERID" val="PlaceholderID44292.5245717593050245"/>
  <p:tag name="STYLEXMLFILE" val="Subtitle List"/>
</p:tagLst>
</file>

<file path=ppt/tags/tag640.xml><?xml version="1.0" encoding="utf-8"?>
<p:tagLst xmlns:a="http://schemas.openxmlformats.org/drawingml/2006/main" xmlns:r="http://schemas.openxmlformats.org/officeDocument/2006/relationships" xmlns:p="http://schemas.openxmlformats.org/presentationml/2006/main">
  <p:tag name="MS_PLACEHOLDERID" val="PlaceholderID44292.5245717593046298"/>
  <p:tag name="STYLEXMLFILE" val="Default Style List"/>
</p:tagLst>
</file>

<file path=ppt/tags/tag641.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642.xml><?xml version="1.0" encoding="utf-8"?>
<p:tagLst xmlns:a="http://schemas.openxmlformats.org/drawingml/2006/main" xmlns:r="http://schemas.openxmlformats.org/officeDocument/2006/relationships" xmlns:p="http://schemas.openxmlformats.org/presentationml/2006/main">
  <p:tag name="MS_PLACEHOLDERID" val="PlaceholderID44292.5245949074035347"/>
</p:tagLst>
</file>

<file path=ppt/tags/tag643.xml><?xml version="1.0" encoding="utf-8"?>
<p:tagLst xmlns:a="http://schemas.openxmlformats.org/drawingml/2006/main" xmlns:r="http://schemas.openxmlformats.org/officeDocument/2006/relationships" xmlns:p="http://schemas.openxmlformats.org/presentationml/2006/main">
  <p:tag name="MS_PLACEHOLDERID" val="PlaceholderID44292.5245949074040483"/>
</p:tagLst>
</file>

<file path=ppt/tags/tag644.xml><?xml version="1.0" encoding="utf-8"?>
<p:tagLst xmlns:a="http://schemas.openxmlformats.org/drawingml/2006/main" xmlns:r="http://schemas.openxmlformats.org/officeDocument/2006/relationships" xmlns:p="http://schemas.openxmlformats.org/presentationml/2006/main">
  <p:tag name="MS_PLACEHOLDERID" val="PlaceholderID44292.5245949074026973"/>
</p:tagLst>
</file>

<file path=ppt/tags/tag645.xml><?xml version="1.0" encoding="utf-8"?>
<p:tagLst xmlns:a="http://schemas.openxmlformats.org/drawingml/2006/main" xmlns:r="http://schemas.openxmlformats.org/officeDocument/2006/relationships" xmlns:p="http://schemas.openxmlformats.org/presentationml/2006/main">
  <p:tag name="MS_PLACEHOLDERID" val="PlaceholderID44292.5245949074005559"/>
</p:tagLst>
</file>

<file path=ppt/tags/tag646.xml><?xml version="1.0" encoding="utf-8"?>
<p:tagLst xmlns:a="http://schemas.openxmlformats.org/drawingml/2006/main" xmlns:r="http://schemas.openxmlformats.org/officeDocument/2006/relationships" xmlns:p="http://schemas.openxmlformats.org/presentationml/2006/main">
  <p:tag name="MS_PLACEHOLDERID" val="PlaceholderID44292.5245949074024384"/>
  <p:tag name="STYLEXMLFILE" val="Default Style List"/>
</p:tagLst>
</file>

<file path=ppt/tags/tag647.xml><?xml version="1.0" encoding="utf-8"?>
<p:tagLst xmlns:a="http://schemas.openxmlformats.org/drawingml/2006/main" xmlns:r="http://schemas.openxmlformats.org/officeDocument/2006/relationships" xmlns:p="http://schemas.openxmlformats.org/presentationml/2006/main">
  <p:tag name="MS_PLACEHOLDERID" val="PlaceholderID44292.5245949074006091"/>
  <p:tag name="STYLEXMLFILE" val="Profile Contact Styles"/>
</p:tagLst>
</file>

<file path=ppt/tags/tag648.xml><?xml version="1.0" encoding="utf-8"?>
<p:tagLst xmlns:a="http://schemas.openxmlformats.org/drawingml/2006/main" xmlns:r="http://schemas.openxmlformats.org/officeDocument/2006/relationships" xmlns:p="http://schemas.openxmlformats.org/presentationml/2006/main">
  <p:tag name="MS_PLACEHOLDERID" val="PlaceholderID44292.5245949074039029"/>
</p:tagLst>
</file>

<file path=ppt/tags/tag649.xml><?xml version="1.0" encoding="utf-8"?>
<p:tagLst xmlns:a="http://schemas.openxmlformats.org/drawingml/2006/main" xmlns:r="http://schemas.openxmlformats.org/officeDocument/2006/relationships" xmlns:p="http://schemas.openxmlformats.org/presentationml/2006/main">
  <p:tag name="MS_PLACEHOLDERID" val="PlaceholderID44292.5245949074036499"/>
  <p:tag name="STYLEXMLFILE" val="Default Style List"/>
</p:tagLst>
</file>

<file path=ppt/tags/tag650.xml><?xml version="1.0" encoding="utf-8"?>
<p:tagLst xmlns:a="http://schemas.openxmlformats.org/drawingml/2006/main" xmlns:r="http://schemas.openxmlformats.org/officeDocument/2006/relationships" xmlns:p="http://schemas.openxmlformats.org/presentationml/2006/main">
  <p:tag name="MS_PLACEHOLDERID" val="PlaceholderID44292.5245949074048989"/>
  <p:tag name="STYLEXMLFILE" val="Default Style List"/>
</p:tagLst>
</file>

<file path=ppt/tags/tag651.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652.xml><?xml version="1.0" encoding="utf-8"?>
<p:tagLst xmlns:a="http://schemas.openxmlformats.org/drawingml/2006/main" xmlns:r="http://schemas.openxmlformats.org/officeDocument/2006/relationships" xmlns:p="http://schemas.openxmlformats.org/presentationml/2006/main">
  <p:tag name="MS_PLACEHOLDERID" val="PlaceholderID44292.5246180556015566"/>
</p:tagLst>
</file>

<file path=ppt/tags/tag653.xml><?xml version="1.0" encoding="utf-8"?>
<p:tagLst xmlns:a="http://schemas.openxmlformats.org/drawingml/2006/main" xmlns:r="http://schemas.openxmlformats.org/officeDocument/2006/relationships" xmlns:p="http://schemas.openxmlformats.org/presentationml/2006/main">
  <p:tag name="MS_PLACEHOLDERID" val="PlaceholderID44292.5246180556047445"/>
</p:tagLst>
</file>

<file path=ppt/tags/tag654.xml><?xml version="1.0" encoding="utf-8"?>
<p:tagLst xmlns:a="http://schemas.openxmlformats.org/drawingml/2006/main" xmlns:r="http://schemas.openxmlformats.org/officeDocument/2006/relationships" xmlns:p="http://schemas.openxmlformats.org/presentationml/2006/main">
  <p:tag name="MS_PLACEHOLDERID" val="PlaceholderID44292.5246180556025726"/>
</p:tagLst>
</file>

<file path=ppt/tags/tag655.xml><?xml version="1.0" encoding="utf-8"?>
<p:tagLst xmlns:a="http://schemas.openxmlformats.org/drawingml/2006/main" xmlns:r="http://schemas.openxmlformats.org/officeDocument/2006/relationships" xmlns:p="http://schemas.openxmlformats.org/presentationml/2006/main">
  <p:tag name="MS_PLACEHOLDERID" val="PlaceholderID44292.5246180556062875"/>
</p:tagLst>
</file>

<file path=ppt/tags/tag656.xml><?xml version="1.0" encoding="utf-8"?>
<p:tagLst xmlns:a="http://schemas.openxmlformats.org/drawingml/2006/main" xmlns:r="http://schemas.openxmlformats.org/officeDocument/2006/relationships" xmlns:p="http://schemas.openxmlformats.org/presentationml/2006/main">
  <p:tag name="MS_PLACEHOLDERID" val="PlaceholderID44292.5246180556054207"/>
  <p:tag name="STYLEXMLFILE" val="Subtitle List"/>
</p:tagLst>
</file>

<file path=ppt/tags/tag657.xml><?xml version="1.0" encoding="utf-8"?>
<p:tagLst xmlns:a="http://schemas.openxmlformats.org/drawingml/2006/main" xmlns:r="http://schemas.openxmlformats.org/officeDocument/2006/relationships" xmlns:p="http://schemas.openxmlformats.org/presentationml/2006/main">
  <p:tag name="MS_PLACEHOLDERID" val="PlaceholderID44292.5246180556093854"/>
  <p:tag name="STYLEXMLFILE" val="Profile Biography Styles"/>
</p:tagLst>
</file>

<file path=ppt/tags/tag658.xml><?xml version="1.0" encoding="utf-8"?>
<p:tagLst xmlns:a="http://schemas.openxmlformats.org/drawingml/2006/main" xmlns:r="http://schemas.openxmlformats.org/officeDocument/2006/relationships" xmlns:p="http://schemas.openxmlformats.org/presentationml/2006/main">
  <p:tag name="MS_PLACEHOLDERID" val="PlaceholderID44292.5246180556065449"/>
</p:tagLst>
</file>

<file path=ppt/tags/tag659.xml><?xml version="1.0" encoding="utf-8"?>
<p:tagLst xmlns:a="http://schemas.openxmlformats.org/drawingml/2006/main" xmlns:r="http://schemas.openxmlformats.org/officeDocument/2006/relationships" xmlns:p="http://schemas.openxmlformats.org/presentationml/2006/main">
  <p:tag name="MS_PLACEHOLDERID" val="PlaceholderID44292.5246180556050608"/>
  <p:tag name="STYLEXMLFILE" val="Profile Biography Styles"/>
</p:tagLst>
</file>

<file path=ppt/tags/tag660.xml><?xml version="1.0" encoding="utf-8"?>
<p:tagLst xmlns:a="http://schemas.openxmlformats.org/drawingml/2006/main" xmlns:r="http://schemas.openxmlformats.org/officeDocument/2006/relationships" xmlns:p="http://schemas.openxmlformats.org/presentationml/2006/main">
  <p:tag name="MS_PLACEHOLDERID" val="PlaceholderID44292.5246180556039047"/>
</p:tagLst>
</file>

<file path=ppt/tags/tag661.xml><?xml version="1.0" encoding="utf-8"?>
<p:tagLst xmlns:a="http://schemas.openxmlformats.org/drawingml/2006/main" xmlns:r="http://schemas.openxmlformats.org/officeDocument/2006/relationships" xmlns:p="http://schemas.openxmlformats.org/presentationml/2006/main">
  <p:tag name="MS_PLACEHOLDERID" val="PlaceholderID44292.5246180556010737"/>
  <p:tag name="STYLEXMLFILE" val="Profile Biography Styles"/>
</p:tagLst>
</file>

<file path=ppt/tags/tag662.xml><?xml version="1.0" encoding="utf-8"?>
<p:tagLst xmlns:a="http://schemas.openxmlformats.org/drawingml/2006/main" xmlns:r="http://schemas.openxmlformats.org/officeDocument/2006/relationships" xmlns:p="http://schemas.openxmlformats.org/presentationml/2006/main">
  <p:tag name="MS_PLACEHOLDERID" val="PlaceholderID44292.5246180556078399"/>
</p:tagLst>
</file>

<file path=ppt/tags/tag663.xml><?xml version="1.0" encoding="utf-8"?>
<p:tagLst xmlns:a="http://schemas.openxmlformats.org/drawingml/2006/main" xmlns:r="http://schemas.openxmlformats.org/officeDocument/2006/relationships" xmlns:p="http://schemas.openxmlformats.org/presentationml/2006/main">
  <p:tag name="MS_PLACEHOLDERID" val="PlaceholderID44292.5246180556045964"/>
</p:tagLst>
</file>

<file path=ppt/tags/tag664.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665.xml><?xml version="1.0" encoding="utf-8"?>
<p:tagLst xmlns:a="http://schemas.openxmlformats.org/drawingml/2006/main" xmlns:r="http://schemas.openxmlformats.org/officeDocument/2006/relationships" xmlns:p="http://schemas.openxmlformats.org/presentationml/2006/main">
  <p:tag name="MS_PLACEHOLDERID" val="PlaceholderID44292.5246412037075368"/>
</p:tagLst>
</file>

<file path=ppt/tags/tag666.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667.xml><?xml version="1.0" encoding="utf-8"?>
<p:tagLst xmlns:a="http://schemas.openxmlformats.org/drawingml/2006/main" xmlns:r="http://schemas.openxmlformats.org/officeDocument/2006/relationships" xmlns:p="http://schemas.openxmlformats.org/presentationml/2006/main">
  <p:tag name="MS_PLACEHOLDERID" val="PlaceholderID44292.5246412037083273"/>
</p:tagLst>
</file>

<file path=ppt/tags/tag668.xml><?xml version="1.0" encoding="utf-8"?>
<p:tagLst xmlns:a="http://schemas.openxmlformats.org/drawingml/2006/main" xmlns:r="http://schemas.openxmlformats.org/officeDocument/2006/relationships" xmlns:p="http://schemas.openxmlformats.org/presentationml/2006/main">
  <p:tag name="MS_PLACEHOLDERID" val="PlaceholderID44292.5246412037001875"/>
</p:tagLst>
</file>

<file path=ppt/tags/tag669.xml><?xml version="1.0" encoding="utf-8"?>
<p:tagLst xmlns:a="http://schemas.openxmlformats.org/drawingml/2006/main" xmlns:r="http://schemas.openxmlformats.org/officeDocument/2006/relationships" xmlns:p="http://schemas.openxmlformats.org/presentationml/2006/main">
  <p:tag name="MS_PLACEHOLDERID" val="PlaceholderID44292.5246412037021036"/>
  <p:tag name="STYLEXMLFILE" val="Default Style List"/>
</p:tagLst>
</file>

<file path=ppt/tags/tag670.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671.xml><?xml version="1.0" encoding="utf-8"?>
<p:tagLst xmlns:a="http://schemas.openxmlformats.org/drawingml/2006/main" xmlns:r="http://schemas.openxmlformats.org/officeDocument/2006/relationships" xmlns:p="http://schemas.openxmlformats.org/presentationml/2006/main">
  <p:tag name="MS_PLACEHOLDERID" val="PlaceholderID44292.523599537081449"/>
</p:tagLst>
</file>

<file path=ppt/tags/tag672.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673.xml><?xml version="1.0" encoding="utf-8"?>
<p:tagLst xmlns:a="http://schemas.openxmlformats.org/drawingml/2006/main" xmlns:r="http://schemas.openxmlformats.org/officeDocument/2006/relationships" xmlns:p="http://schemas.openxmlformats.org/presentationml/2006/main">
  <p:tag name="MS_PLACEHOLDERID" val="PlaceholderID44292.523599537086261"/>
</p:tagLst>
</file>

<file path=ppt/tags/tag674.xml><?xml version="1.0" encoding="utf-8"?>
<p:tagLst xmlns:a="http://schemas.openxmlformats.org/drawingml/2006/main" xmlns:r="http://schemas.openxmlformats.org/officeDocument/2006/relationships" xmlns:p="http://schemas.openxmlformats.org/presentationml/2006/main">
  <p:tag name="MS_PLACEHOLDERID" val="PlaceholderID44292.523599537096195"/>
</p:tagLst>
</file>

<file path=ppt/tags/tag675.xml><?xml version="1.0" encoding="utf-8"?>
<p:tagLst xmlns:a="http://schemas.openxmlformats.org/drawingml/2006/main" xmlns:r="http://schemas.openxmlformats.org/officeDocument/2006/relationships" xmlns:p="http://schemas.openxmlformats.org/presentationml/2006/main">
  <p:tag name="MS_PLACEHOLDERID" val="PlaceholderID44292.523599537087144"/>
</p:tagLst>
</file>

<file path=ppt/tags/tag676.xml><?xml version="1.0" encoding="utf-8"?>
<p:tagLst xmlns:a="http://schemas.openxmlformats.org/drawingml/2006/main" xmlns:r="http://schemas.openxmlformats.org/officeDocument/2006/relationships" xmlns:p="http://schemas.openxmlformats.org/presentationml/2006/main">
  <p:tag name="MS_PLACEHOLDERID" val="PlaceholderID44292.523599537036401"/>
</p:tagLst>
</file>

<file path=ppt/tags/tag677.xml><?xml version="1.0" encoding="utf-8"?>
<p:tagLst xmlns:a="http://schemas.openxmlformats.org/drawingml/2006/main" xmlns:r="http://schemas.openxmlformats.org/officeDocument/2006/relationships" xmlns:p="http://schemas.openxmlformats.org/presentationml/2006/main">
  <p:tag name="MS_PLACEHOLDERID" val="PlaceholderID44292.523599537005350"/>
</p:tagLst>
</file>

<file path=ppt/tags/tag678.xml><?xml version="1.0" encoding="utf-8"?>
<p:tagLst xmlns:a="http://schemas.openxmlformats.org/drawingml/2006/main" xmlns:r="http://schemas.openxmlformats.org/officeDocument/2006/relationships" xmlns:p="http://schemas.openxmlformats.org/presentationml/2006/main">
  <p:tag name="MS_PLACEHOLDERID" val="PlaceholderID44292.523599537059245"/>
</p:tagLst>
</file>

<file path=ppt/tags/tag679.xml><?xml version="1.0" encoding="utf-8"?>
<p:tagLst xmlns:a="http://schemas.openxmlformats.org/drawingml/2006/main" xmlns:r="http://schemas.openxmlformats.org/officeDocument/2006/relationships" xmlns:p="http://schemas.openxmlformats.org/presentationml/2006/main">
  <p:tag name="MS_PLACEHOLDERID" val="PlaceholderID44292.523599537046870"/>
</p:tagLst>
</file>

<file path=ppt/tags/tag680.xml><?xml version="1.0" encoding="utf-8"?>
<p:tagLst xmlns:a="http://schemas.openxmlformats.org/drawingml/2006/main" xmlns:r="http://schemas.openxmlformats.org/officeDocument/2006/relationships" xmlns:p="http://schemas.openxmlformats.org/presentationml/2006/main">
  <p:tag name="MS_PLACEHOLDERID" val="PlaceholderID44292.523599537029816"/>
</p:tagLst>
</file>

<file path=ppt/tags/tag681.xml><?xml version="1.0" encoding="utf-8"?>
<p:tagLst xmlns:a="http://schemas.openxmlformats.org/drawingml/2006/main" xmlns:r="http://schemas.openxmlformats.org/officeDocument/2006/relationships" xmlns:p="http://schemas.openxmlformats.org/presentationml/2006/main">
  <p:tag name="CUSTMASTERTOPMARGIN" val="113.3858"/>
  <p:tag name="CUSTMASTERLEFTMARGIN" val="37.7008"/>
  <p:tag name="CUSTMASTERRIGHTMARGIN" val="37.7008"/>
  <p:tag name="CUSTMASTERBOTTOMMARGIN" val="53.5748"/>
  <p:tag name="GUIDECOLS" val="1"/>
  <p:tag name="GUIDEROWS" val="1"/>
  <p:tag name="GUTTERCOL" val="0.6 cm"/>
  <p:tag name="GUTTERROW" val="0.6 cm"/>
  <p:tag name="GUIDESAPPLIEDTO" val="2"/>
  <p:tag name="MS_PLACEHOLDERID" val="PlaceholderID44322.7038657407030194"/>
</p:tagLst>
</file>

<file path=ppt/tags/tag682.xml><?xml version="1.0" encoding="utf-8"?>
<p:tagLst xmlns:a="http://schemas.openxmlformats.org/drawingml/2006/main" xmlns:r="http://schemas.openxmlformats.org/officeDocument/2006/relationships" xmlns:p="http://schemas.openxmlformats.org/presentationml/2006/main">
  <p:tag name="MS_PLACEHOLDERID" val="PlaceholderID44322.7038657407077474"/>
</p:tagLst>
</file>

<file path=ppt/tags/tag683.xml><?xml version="1.0" encoding="utf-8"?>
<p:tagLst xmlns:a="http://schemas.openxmlformats.org/drawingml/2006/main" xmlns:r="http://schemas.openxmlformats.org/officeDocument/2006/relationships" xmlns:p="http://schemas.openxmlformats.org/presentationml/2006/main">
  <p:tag name="MS_PLACEHOLDERID" val="PlaceholderID44322.7038657407001401"/>
</p:tagLst>
</file>

<file path=ppt/tags/tag684.xml><?xml version="1.0" encoding="utf-8"?>
<p:tagLst xmlns:a="http://schemas.openxmlformats.org/drawingml/2006/main" xmlns:r="http://schemas.openxmlformats.org/officeDocument/2006/relationships" xmlns:p="http://schemas.openxmlformats.org/presentationml/2006/main">
  <p:tag name="MS_PLACEHOLDERID" val="PlaceholderID44322.7038657407076072"/>
</p:tagLst>
</file>

<file path=ppt/tags/tag685.xml><?xml version="1.0" encoding="utf-8"?>
<p:tagLst xmlns:a="http://schemas.openxmlformats.org/drawingml/2006/main" xmlns:r="http://schemas.openxmlformats.org/officeDocument/2006/relationships" xmlns:p="http://schemas.openxmlformats.org/presentationml/2006/main">
  <p:tag name="MS_PLACEHOLDERID" val="PlaceholderID44322.7038657407081449"/>
</p:tagLst>
</file>

<file path=ppt/tags/tag686.xml><?xml version="1.0" encoding="utf-8"?>
<p:tagLst xmlns:a="http://schemas.openxmlformats.org/drawingml/2006/main" xmlns:r="http://schemas.openxmlformats.org/officeDocument/2006/relationships" xmlns:p="http://schemas.openxmlformats.org/presentationml/2006/main">
  <p:tag name="MS_PLACEHOLDERID" val="PlaceholderID44322.7038657407070903"/>
</p:tagLst>
</file>

<file path=ppt/tags/tag687.xml><?xml version="1.0" encoding="utf-8"?>
<p:tagLst xmlns:a="http://schemas.openxmlformats.org/drawingml/2006/main" xmlns:r="http://schemas.openxmlformats.org/officeDocument/2006/relationships" xmlns:p="http://schemas.openxmlformats.org/presentationml/2006/main">
  <p:tag name="MS_PLACEHOLDERID" val="PlaceholderID44322.7038657407004535"/>
</p:tagLst>
</file>

<file path=ppt/tags/tag688.xml><?xml version="1.0" encoding="utf-8"?>
<p:tagLst xmlns:a="http://schemas.openxmlformats.org/drawingml/2006/main" xmlns:r="http://schemas.openxmlformats.org/officeDocument/2006/relationships" xmlns:p="http://schemas.openxmlformats.org/presentationml/2006/main">
  <p:tag name="MS_PLACEHOLDERID" val="PlaceholderID44322.7038657407041403"/>
</p:tagLst>
</file>

<file path=ppt/tags/tag689.xml><?xml version="1.0" encoding="utf-8"?>
<p:tagLst xmlns:a="http://schemas.openxmlformats.org/drawingml/2006/main" xmlns:r="http://schemas.openxmlformats.org/officeDocument/2006/relationships" xmlns:p="http://schemas.openxmlformats.org/presentationml/2006/main">
  <p:tag name="MS_PLACEHOLDERID" val="PlaceholderID44292.523599537041403"/>
</p:tagLst>
</file>

<file path=ppt/tags/tag690.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292.5235069444028956"/>
</p:tagLst>
</file>

<file path=ppt/tags/tag691.xml><?xml version="1.0" encoding="utf-8"?>
<p:tagLst xmlns:a="http://schemas.openxmlformats.org/drawingml/2006/main" xmlns:r="http://schemas.openxmlformats.org/officeDocument/2006/relationships" xmlns:p="http://schemas.openxmlformats.org/presentationml/2006/main">
  <p:tag name="MS_PLACEHOLDERID" val="PlaceholderID44292.5235069444077474"/>
</p:tagLst>
</file>

<file path=ppt/tags/tag692.xml><?xml version="1.0" encoding="utf-8"?>
<p:tagLst xmlns:a="http://schemas.openxmlformats.org/drawingml/2006/main" xmlns:r="http://schemas.openxmlformats.org/officeDocument/2006/relationships" xmlns:p="http://schemas.openxmlformats.org/presentationml/2006/main">
  <p:tag name="MS_PLACEHOLDERID" val="PlaceholderID44292.5235069444001401"/>
</p:tagLst>
</file>

<file path=ppt/tags/tag693.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9236111079048"/>
</p:tagLst>
</file>

<file path=ppt/tags/tag694.xml><?xml version="1.0" encoding="utf-8"?>
<p:tagLst xmlns:a="http://schemas.openxmlformats.org/drawingml/2006/main" xmlns:r="http://schemas.openxmlformats.org/officeDocument/2006/relationships" xmlns:p="http://schemas.openxmlformats.org/presentationml/2006/main">
  <p:tag name="STYLEXMLFILE" val="Divider Styles"/>
  <p:tag name="MS_PLACEHOLDERID" val="PlaceholderID44322.7038078704070554"/>
</p:tagLst>
</file>

<file path=ppt/tags/tag695.xml><?xml version="1.0" encoding="utf-8"?>
<p:tagLst xmlns:a="http://schemas.openxmlformats.org/drawingml/2006/main" xmlns:r="http://schemas.openxmlformats.org/officeDocument/2006/relationships" xmlns:p="http://schemas.openxmlformats.org/presentationml/2006/main">
  <p:tag name="MS_PLACEHOLDERID" val="PlaceholderID44322.7038078704053342"/>
</p:tagLst>
</file>

<file path=ppt/tags/tag696.xml><?xml version="1.0" encoding="utf-8"?>
<p:tagLst xmlns:a="http://schemas.openxmlformats.org/drawingml/2006/main" xmlns:r="http://schemas.openxmlformats.org/officeDocument/2006/relationships" xmlns:p="http://schemas.openxmlformats.org/presentationml/2006/main">
  <p:tag name="MS_PLACEHOLDERID" val="PlaceholderID44322.7038078704057951"/>
</p:tagLst>
</file>

<file path=ppt/tags/tag697.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38078704028956"/>
</p:tagLst>
</file>

<file path=ppt/tags/tag698.xml><?xml version="1.0" encoding="utf-8"?>
<p:tagLst xmlns:a="http://schemas.openxmlformats.org/drawingml/2006/main" xmlns:r="http://schemas.openxmlformats.org/officeDocument/2006/relationships" xmlns:p="http://schemas.openxmlformats.org/presentationml/2006/main">
  <p:tag name="MS_PLACEHOLDERID" val="PlaceholderID44292.5244328704022686"/>
</p:tagLst>
</file>

<file path=ppt/tags/tag699.xml><?xml version="1.0" encoding="utf-8"?>
<p:tagLst xmlns:a="http://schemas.openxmlformats.org/drawingml/2006/main" xmlns:r="http://schemas.openxmlformats.org/officeDocument/2006/relationships" xmlns:p="http://schemas.openxmlformats.org/presentationml/2006/main">
  <p:tag name="MS_PLACEHOLDERID" val="PlaceholderID44292.5244328704069511"/>
</p:tagLst>
</file>

<file path=ppt/tags/tag700.xml><?xml version="1.0" encoding="utf-8"?>
<p:tagLst xmlns:a="http://schemas.openxmlformats.org/drawingml/2006/main" xmlns:r="http://schemas.openxmlformats.org/officeDocument/2006/relationships" xmlns:p="http://schemas.openxmlformats.org/presentationml/2006/main">
  <p:tag name="MS_PLACEHOLDERID" val="PlaceholderID44292.5244328704098000"/>
</p:tagLst>
</file>

<file path=ppt/tags/tag701.xml><?xml version="1.0" encoding="utf-8"?>
<p:tagLst xmlns:a="http://schemas.openxmlformats.org/drawingml/2006/main" xmlns:r="http://schemas.openxmlformats.org/officeDocument/2006/relationships" xmlns:p="http://schemas.openxmlformats.org/presentationml/2006/main">
  <p:tag name="MS_PLACEHOLDERID" val="PlaceholderID44292.5244328704024393"/>
</p:tagLst>
</file>

<file path=ppt/tags/tag702.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328704053387"/>
</p:tagLst>
</file>

<file path=ppt/tags/tag703.xml><?xml version="1.0" encoding="utf-8"?>
<p:tagLst xmlns:a="http://schemas.openxmlformats.org/drawingml/2006/main" xmlns:r="http://schemas.openxmlformats.org/officeDocument/2006/relationships" xmlns:p="http://schemas.openxmlformats.org/presentationml/2006/main">
  <p:tag name="MS_PLACEHOLDERID" val="PlaceholderID44292.5244328704099941"/>
  <p:tag name="STYLEXMLFILE" val="Table of Contents Styles"/>
  <p:tag name="PLACEHOLDERAUTOMATIONTAG" val="TableOfContentsText"/>
</p:tagLst>
</file>

<file path=ppt/tags/tag704.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705.xml><?xml version="1.0" encoding="utf-8"?>
<p:tagLst xmlns:a="http://schemas.openxmlformats.org/drawingml/2006/main" xmlns:r="http://schemas.openxmlformats.org/officeDocument/2006/relationships" xmlns:p="http://schemas.openxmlformats.org/presentationml/2006/main">
  <p:tag name="MS_PLACEHOLDERID" val="PlaceholderID44292.5244212963026379"/>
</p:tagLst>
</file>

<file path=ppt/tags/tag706.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212963027934"/>
</p:tagLst>
</file>

<file path=ppt/tags/tag707.xml><?xml version="1.0" encoding="utf-8"?>
<p:tagLst xmlns:a="http://schemas.openxmlformats.org/drawingml/2006/main" xmlns:r="http://schemas.openxmlformats.org/officeDocument/2006/relationships" xmlns:p="http://schemas.openxmlformats.org/presentationml/2006/main">
  <p:tag name="MS_PLACEHOLDERID" val="PlaceholderID44292.5244212963082980"/>
</p:tagLst>
</file>

<file path=ppt/tags/tag708.xml><?xml version="1.0" encoding="utf-8"?>
<p:tagLst xmlns:a="http://schemas.openxmlformats.org/drawingml/2006/main" xmlns:r="http://schemas.openxmlformats.org/officeDocument/2006/relationships" xmlns:p="http://schemas.openxmlformats.org/presentationml/2006/main">
  <p:tag name="MS_PLACEHOLDERID" val="PlaceholderID44292.5244212963082460"/>
</p:tagLst>
</file>

<file path=ppt/tags/tag709.xml><?xml version="1.0" encoding="utf-8"?>
<p:tagLst xmlns:a="http://schemas.openxmlformats.org/drawingml/2006/main" xmlns:r="http://schemas.openxmlformats.org/officeDocument/2006/relationships" xmlns:p="http://schemas.openxmlformats.org/presentationml/2006/main">
  <p:tag name="MS_PLACEHOLDERID" val="PlaceholderID44292.5244212963058916"/>
</p:tagLst>
</file>

<file path=ppt/tags/tag710.xml><?xml version="1.0" encoding="utf-8"?>
<p:tagLst xmlns:a="http://schemas.openxmlformats.org/drawingml/2006/main" xmlns:r="http://schemas.openxmlformats.org/officeDocument/2006/relationships" xmlns:p="http://schemas.openxmlformats.org/presentationml/2006/main">
  <p:tag name="STYLEXMLFILE" val="Subtitle List"/>
  <p:tag name="MS_PLACEHOLDERID" val="PlaceholderID44292.5244212963098609"/>
</p:tagLst>
</file>

<file path=ppt/tags/tag711.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S_PLACEHOLDERID" val="PlaceholderID44322.7042824074037353"/>
</p:tagLst>
</file>

<file path=ppt/tags/tag712.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713.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714.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715.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716.xml><?xml version="1.0" encoding="utf-8"?>
<p:tagLst xmlns:a="http://schemas.openxmlformats.org/drawingml/2006/main" xmlns:r="http://schemas.openxmlformats.org/officeDocument/2006/relationships" xmlns:p="http://schemas.openxmlformats.org/presentationml/2006/main">
  <p:tag name="MS_PLACEHOLDERID" val="PlaceholderID44292.5244791667010302"/>
</p:tagLst>
</file>

<file path=ppt/tags/tag717.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718.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719.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720.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721.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722.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723.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724.xml><?xml version="1.0" encoding="utf-8"?>
<p:tagLst xmlns:a="http://schemas.openxmlformats.org/drawingml/2006/main" xmlns:r="http://schemas.openxmlformats.org/officeDocument/2006/relationships" xmlns:p="http://schemas.openxmlformats.org/presentationml/2006/main">
  <p:tag name="MS_PLACEHOLDERID" val="PlaceholderID44292.5244791667010302"/>
</p:tagLst>
</file>

<file path=ppt/tags/tag725.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726.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727.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05.7189351852053342"/>
</p:tagLst>
</file>

<file path=ppt/tags/tag728.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4791667004568"/>
</p:tagLst>
</file>

<file path=ppt/tags/tag729.xml><?xml version="1.0" encoding="utf-8"?>
<p:tagLst xmlns:a="http://schemas.openxmlformats.org/drawingml/2006/main" xmlns:r="http://schemas.openxmlformats.org/officeDocument/2006/relationships" xmlns:p="http://schemas.openxmlformats.org/presentationml/2006/main">
  <p:tag name="MS_PLACEHOLDERID" val="PlaceholderID44292.5244791667067617"/>
</p:tagLst>
</file>

<file path=ppt/tags/tag730.xml><?xml version="1.0" encoding="utf-8"?>
<p:tagLst xmlns:a="http://schemas.openxmlformats.org/drawingml/2006/main" xmlns:r="http://schemas.openxmlformats.org/officeDocument/2006/relationships" xmlns:p="http://schemas.openxmlformats.org/presentationml/2006/main">
  <p:tag name="MS_PLACEHOLDERID" val="PlaceholderID44292.5244791667001570"/>
  <p:tag name="STYLEXMLFILE" val="Default Style List"/>
</p:tagLst>
</file>

<file path=ppt/tags/tag731.xml><?xml version="1.0" encoding="utf-8"?>
<p:tagLst xmlns:a="http://schemas.openxmlformats.org/drawingml/2006/main" xmlns:r="http://schemas.openxmlformats.org/officeDocument/2006/relationships" xmlns:p="http://schemas.openxmlformats.org/presentationml/2006/main">
  <p:tag name="MS_PLACEHOLDERID" val="PlaceholderID44292.5244791667057518"/>
</p:tagLst>
</file>

<file path=ppt/tags/tag732.xml><?xml version="1.0" encoding="utf-8"?>
<p:tagLst xmlns:a="http://schemas.openxmlformats.org/drawingml/2006/main" xmlns:r="http://schemas.openxmlformats.org/officeDocument/2006/relationships" xmlns:p="http://schemas.openxmlformats.org/presentationml/2006/main">
  <p:tag name="MS_PLACEHOLDERID" val="PlaceholderID44292.5244791667010005"/>
</p:tagLst>
</file>

<file path=ppt/tags/tag733.xml><?xml version="1.0" encoding="utf-8"?>
<p:tagLst xmlns:a="http://schemas.openxmlformats.org/drawingml/2006/main" xmlns:r="http://schemas.openxmlformats.org/officeDocument/2006/relationships" xmlns:p="http://schemas.openxmlformats.org/presentationml/2006/main">
  <p:tag name="MS_PLACEHOLDERID" val="PlaceholderID44292.5244791667010302"/>
</p:tagLst>
</file>

<file path=ppt/tags/tag734.xml><?xml version="1.0" encoding="utf-8"?>
<p:tagLst xmlns:a="http://schemas.openxmlformats.org/drawingml/2006/main" xmlns:r="http://schemas.openxmlformats.org/officeDocument/2006/relationships" xmlns:p="http://schemas.openxmlformats.org/presentationml/2006/main">
  <p:tag name="MS_PLACEHOLDERID" val="PlaceholderID44292.5244791667079888"/>
  <p:tag name="STYLEXMLFILE" val="Subtitle List"/>
</p:tagLst>
</file>

<file path=ppt/tags/tag735.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736.xml><?xml version="1.0" encoding="utf-8"?>
<p:tagLst xmlns:a="http://schemas.openxmlformats.org/drawingml/2006/main" xmlns:r="http://schemas.openxmlformats.org/officeDocument/2006/relationships" xmlns:p="http://schemas.openxmlformats.org/presentationml/2006/main">
  <p:tag name="GUIDECOLS" val="2"/>
  <p:tag name="GUIDEROWS" val="2"/>
  <p:tag name="GUTTERCOL" val="0.6 cm"/>
  <p:tag name="GUTTERROW" val="0.6 cm"/>
  <p:tag name="GUIDESAPPLIEDTO" val="2"/>
  <p:tag name="MS_PLACEHOLDERID" val="PlaceholderID44305.7187731481070554"/>
</p:tagLst>
</file>

<file path=ppt/tags/tag737.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738.xml><?xml version="1.0" encoding="utf-8"?>
<p:tagLst xmlns:a="http://schemas.openxmlformats.org/drawingml/2006/main" xmlns:r="http://schemas.openxmlformats.org/officeDocument/2006/relationships" xmlns:p="http://schemas.openxmlformats.org/presentationml/2006/main">
  <p:tag name="MS_PLACEHOLDERID" val="PlaceholderID44292.5244791667004564"/>
  <p:tag name="STYLEXMLFILE" val="Default Style List"/>
</p:tagLst>
</file>

<file path=ppt/tags/tag739.xml><?xml version="1.0" encoding="utf-8"?>
<p:tagLst xmlns:a="http://schemas.openxmlformats.org/drawingml/2006/main" xmlns:r="http://schemas.openxmlformats.org/officeDocument/2006/relationships" xmlns:p="http://schemas.openxmlformats.org/presentationml/2006/main">
  <p:tag name="MS_PLACEHOLDERID" val="PlaceholderID44292.5244907407029577"/>
</p:tagLst>
</file>

<file path=ppt/tags/tag740.xml><?xml version="1.0" encoding="utf-8"?>
<p:tagLst xmlns:a="http://schemas.openxmlformats.org/drawingml/2006/main" xmlns:r="http://schemas.openxmlformats.org/officeDocument/2006/relationships" xmlns:p="http://schemas.openxmlformats.org/presentationml/2006/main">
  <p:tag name="MS_PLACEHOLDERID" val="PlaceholderID44292.5244907407038201"/>
</p:tagLst>
</file>

<file path=ppt/tags/tag741.xml><?xml version="1.0" encoding="utf-8"?>
<p:tagLst xmlns:a="http://schemas.openxmlformats.org/drawingml/2006/main" xmlns:r="http://schemas.openxmlformats.org/officeDocument/2006/relationships" xmlns:p="http://schemas.openxmlformats.org/presentationml/2006/main">
  <p:tag name="MS_PLACEHOLDERID" val="PlaceholderID44292.5244907407030097"/>
  <p:tag name="STYLEXMLFILE" val="Default Style List"/>
</p:tagLst>
</file>

<file path=ppt/tags/tag742.xml><?xml version="1.0" encoding="utf-8"?>
<p:tagLst xmlns:a="http://schemas.openxmlformats.org/drawingml/2006/main" xmlns:r="http://schemas.openxmlformats.org/officeDocument/2006/relationships" xmlns:p="http://schemas.openxmlformats.org/presentationml/2006/main">
  <p:tag name="MS_PLACEHOLDERID" val="PlaceholderID44292.5244907407094857"/>
</p:tagLst>
</file>

<file path=ppt/tags/tag743.xml><?xml version="1.0" encoding="utf-8"?>
<p:tagLst xmlns:a="http://schemas.openxmlformats.org/drawingml/2006/main" xmlns:r="http://schemas.openxmlformats.org/officeDocument/2006/relationships" xmlns:p="http://schemas.openxmlformats.org/presentationml/2006/main">
  <p:tag name="MS_PLACEHOLDERID" val="PlaceholderID44292.5244907407097982"/>
</p:tagLst>
</file>

<file path=ppt/tags/tag744.xml><?xml version="1.0" encoding="utf-8"?>
<p:tagLst xmlns:a="http://schemas.openxmlformats.org/drawingml/2006/main" xmlns:r="http://schemas.openxmlformats.org/officeDocument/2006/relationships" xmlns:p="http://schemas.openxmlformats.org/presentationml/2006/main">
  <p:tag name="MS_PLACEHOLDERID" val="PlaceholderID44292.5244907407040137"/>
</p:tagLst>
</file>

<file path=ppt/tags/tag745.xml><?xml version="1.0" encoding="utf-8"?>
<p:tagLst xmlns:a="http://schemas.openxmlformats.org/drawingml/2006/main" xmlns:r="http://schemas.openxmlformats.org/officeDocument/2006/relationships" xmlns:p="http://schemas.openxmlformats.org/presentationml/2006/main">
  <p:tag name="MS_PLACEHOLDERID" val="PlaceholderID44292.5244907407027827"/>
  <p:tag name="STYLEXMLFILE" val="Subtitle List"/>
</p:tagLst>
</file>

<file path=ppt/tags/tag746.xml><?xml version="1.0" encoding="utf-8"?>
<p:tagLst xmlns:a="http://schemas.openxmlformats.org/drawingml/2006/main" xmlns:r="http://schemas.openxmlformats.org/officeDocument/2006/relationships" xmlns:p="http://schemas.openxmlformats.org/presentationml/2006/main">
  <p:tag name="MS_PLACEHOLDERID" val="PlaceholderID44292.5244907407016282"/>
  <p:tag name="STYLEXMLFILE" val="Default Style List"/>
</p:tagLst>
</file>

<file path=ppt/tags/tag747.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748.xml><?xml version="1.0" encoding="utf-8"?>
<p:tagLst xmlns:a="http://schemas.openxmlformats.org/drawingml/2006/main" xmlns:r="http://schemas.openxmlformats.org/officeDocument/2006/relationships" xmlns:p="http://schemas.openxmlformats.org/presentationml/2006/main">
  <p:tag name="MS_PLACEHOLDERID" val="PlaceholderID44292.5245138889064658"/>
</p:tagLst>
</file>

<file path=ppt/tags/tag749.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750.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751.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752.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753.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754.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755.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75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757.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758.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759.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760.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761.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762.xml><?xml version="1.0" encoding="utf-8"?>
<p:tagLst xmlns:a="http://schemas.openxmlformats.org/drawingml/2006/main" xmlns:r="http://schemas.openxmlformats.org/officeDocument/2006/relationships" xmlns:p="http://schemas.openxmlformats.org/presentationml/2006/main">
  <p:tag name="MS_PLACEHOLDERID" val="PlaceholderID44292.524537037037890"/>
</p:tagLst>
</file>

<file path=ppt/tags/tag763.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764.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765.xml><?xml version="1.0" encoding="utf-8"?>
<p:tagLst xmlns:a="http://schemas.openxmlformats.org/drawingml/2006/main" xmlns:r="http://schemas.openxmlformats.org/officeDocument/2006/relationships" xmlns:p="http://schemas.openxmlformats.org/presentationml/2006/main">
  <p:tag name="MS_PLACEHOLDERID" val="PlaceholderID44292.524537037008071"/>
</p:tagLst>
</file>

<file path=ppt/tags/tag766.xml><?xml version="1.0" encoding="utf-8"?>
<p:tagLst xmlns:a="http://schemas.openxmlformats.org/drawingml/2006/main" xmlns:r="http://schemas.openxmlformats.org/officeDocument/2006/relationships" xmlns:p="http://schemas.openxmlformats.org/presentationml/2006/main">
  <p:tag name="MS_PLACEHOLDERID" val="PlaceholderID44292.524537037045797"/>
</p:tagLst>
</file>

<file path=ppt/tags/tag767.xml><?xml version="1.0" encoding="utf-8"?>
<p:tagLst xmlns:a="http://schemas.openxmlformats.org/drawingml/2006/main" xmlns:r="http://schemas.openxmlformats.org/officeDocument/2006/relationships" xmlns:p="http://schemas.openxmlformats.org/presentationml/2006/main">
  <p:tag name="MS_PLACEHOLDERID" val="PlaceholderID44292.524537037090572"/>
  <p:tag name="STYLEXMLFILE" val="Default Style List"/>
</p:tagLst>
</file>

<file path=ppt/tags/tag768.xml><?xml version="1.0" encoding="utf-8"?>
<p:tagLst xmlns:a="http://schemas.openxmlformats.org/drawingml/2006/main" xmlns:r="http://schemas.openxmlformats.org/officeDocument/2006/relationships" xmlns:p="http://schemas.openxmlformats.org/presentationml/2006/main">
  <p:tag name="MS_PLACEHOLDERID" val="PlaceholderID44292.524537037026136"/>
</p:tagLst>
</file>

<file path=ppt/tags/tag769.xml><?xml version="1.0" encoding="utf-8"?>
<p:tagLst xmlns:a="http://schemas.openxmlformats.org/drawingml/2006/main" xmlns:r="http://schemas.openxmlformats.org/officeDocument/2006/relationships" xmlns:p="http://schemas.openxmlformats.org/presentationml/2006/main">
  <p:tag name="MS_PLACEHOLDERID" val="PlaceholderID44292.524537037078521"/>
</p:tagLst>
</file>

<file path=ppt/tags/tag770.xml><?xml version="1.0" encoding="utf-8"?>
<p:tagLst xmlns:a="http://schemas.openxmlformats.org/drawingml/2006/main" xmlns:r="http://schemas.openxmlformats.org/officeDocument/2006/relationships" xmlns:p="http://schemas.openxmlformats.org/presentationml/2006/main">
  <p:tag name="MS_PLACEHOLDERID" val="PlaceholderID44292.524537037037890"/>
</p:tagLst>
</file>

<file path=ppt/tags/tag771.xml><?xml version="1.0" encoding="utf-8"?>
<p:tagLst xmlns:a="http://schemas.openxmlformats.org/drawingml/2006/main" xmlns:r="http://schemas.openxmlformats.org/officeDocument/2006/relationships" xmlns:p="http://schemas.openxmlformats.org/presentationml/2006/main">
  <p:tag name="MS_PLACEHOLDERID" val="PlaceholderID44292.524537037028966"/>
  <p:tag name="STYLEXMLFILE" val="Subtitle List"/>
</p:tagLst>
</file>

<file path=ppt/tags/tag772.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 name="MS_PLACEHOLDERID" val="PlaceholderID44376.5044560185070554"/>
</p:tagLst>
</file>

<file path=ppt/tags/tag773.xml><?xml version="1.0" encoding="utf-8"?>
<p:tagLst xmlns:a="http://schemas.openxmlformats.org/drawingml/2006/main" xmlns:r="http://schemas.openxmlformats.org/officeDocument/2006/relationships" xmlns:p="http://schemas.openxmlformats.org/presentationml/2006/main">
  <p:tag name="STYLEXMLFILE" val="Default Style List"/>
  <p:tag name="MS_PLACEHOLDERID" val="PlaceholderID44292.524537037090575"/>
</p:tagLst>
</file>

<file path=ppt/tags/tag774.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775.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776.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777.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778.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779.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780.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781.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782.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783.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784.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785.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786.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787.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788.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789.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790.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791.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792.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793.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794.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795.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796.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797.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798.xml><?xml version="1.0" encoding="utf-8"?>
<p:tagLst xmlns:a="http://schemas.openxmlformats.org/drawingml/2006/main" xmlns:r="http://schemas.openxmlformats.org/officeDocument/2006/relationships" xmlns:p="http://schemas.openxmlformats.org/presentationml/2006/main">
  <p:tag name="MS_PLACEHOLDERID" val="PlaceholderID44292.5245138889041007"/>
</p:tagLst>
</file>

<file path=ppt/tags/tag799.xml><?xml version="1.0" encoding="utf-8"?>
<p:tagLst xmlns:a="http://schemas.openxmlformats.org/drawingml/2006/main" xmlns:r="http://schemas.openxmlformats.org/officeDocument/2006/relationships" xmlns:p="http://schemas.openxmlformats.org/presentationml/2006/main">
  <p:tag name="MS_PLACEHOLDERID" val="PlaceholderID44292.5245138889041276"/>
  <p:tag name="STYLEXMLFILE" val="Default Style List"/>
</p:tagLst>
</file>

<file path=ppt/tags/tag800.xml><?xml version="1.0" encoding="utf-8"?>
<p:tagLst xmlns:a="http://schemas.openxmlformats.org/drawingml/2006/main" xmlns:r="http://schemas.openxmlformats.org/officeDocument/2006/relationships" xmlns:p="http://schemas.openxmlformats.org/presentationml/2006/main">
  <p:tag name="MS_PLACEHOLDERID" val="PlaceholderID44292.5245138889071273"/>
</p:tagLst>
</file>

<file path=ppt/tags/tag801.xml><?xml version="1.0" encoding="utf-8"?>
<p:tagLst xmlns:a="http://schemas.openxmlformats.org/drawingml/2006/main" xmlns:r="http://schemas.openxmlformats.org/officeDocument/2006/relationships" xmlns:p="http://schemas.openxmlformats.org/presentationml/2006/main">
  <p:tag name="MS_PLACEHOLDERID" val="PlaceholderID44292.5245138889032620"/>
</p:tagLst>
</file>

<file path=ppt/tags/tag802.xml><?xml version="1.0" encoding="utf-8"?>
<p:tagLst xmlns:a="http://schemas.openxmlformats.org/drawingml/2006/main" xmlns:r="http://schemas.openxmlformats.org/officeDocument/2006/relationships" xmlns:p="http://schemas.openxmlformats.org/presentationml/2006/main">
  <p:tag name="MS_PLACEHOLDERID" val="PlaceholderID44292.5245138889063317"/>
</p:tagLst>
</file>

<file path=ppt/tags/tag803.xml><?xml version="1.0" encoding="utf-8"?>
<p:tagLst xmlns:a="http://schemas.openxmlformats.org/drawingml/2006/main" xmlns:r="http://schemas.openxmlformats.org/officeDocument/2006/relationships" xmlns:p="http://schemas.openxmlformats.org/presentationml/2006/main">
  <p:tag name="MS_PLACEHOLDERID" val="PlaceholderID44292.5245138889020756"/>
  <p:tag name="STYLEXMLFILE" val="Subtitle List"/>
</p:tagLst>
</file>

<file path=ppt/tags/tag804.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805.xml><?xml version="1.0" encoding="utf-8"?>
<p:tagLst xmlns:a="http://schemas.openxmlformats.org/drawingml/2006/main" xmlns:r="http://schemas.openxmlformats.org/officeDocument/2006/relationships" xmlns:p="http://schemas.openxmlformats.org/presentationml/2006/main">
  <p:tag name="MS_PLACEHOLDERID" val="PlaceholderID44292.5245138889058335"/>
  <p:tag name="STYLEXMLFILE" val="Default Style List"/>
</p:tagLst>
</file>

<file path=ppt/tags/tag806.xml><?xml version="1.0" encoding="utf-8"?>
<p:tagLst xmlns:a="http://schemas.openxmlformats.org/drawingml/2006/main" xmlns:r="http://schemas.openxmlformats.org/officeDocument/2006/relationships" xmlns:p="http://schemas.openxmlformats.org/presentationml/2006/main">
  <p:tag name="MS_PLACEHOLDERID" val="PlaceholderID44292.5245601852063174"/>
</p:tagLst>
</file>

<file path=ppt/tags/tag807.xml><?xml version="1.0" encoding="utf-8"?>
<p:tagLst xmlns:a="http://schemas.openxmlformats.org/drawingml/2006/main" xmlns:r="http://schemas.openxmlformats.org/officeDocument/2006/relationships" xmlns:p="http://schemas.openxmlformats.org/presentationml/2006/main">
  <p:tag name="MS_PLACEHOLDERID" val="PlaceholderID44292.5245601852062764"/>
</p:tagLst>
</file>

<file path=ppt/tags/tag808.xml><?xml version="1.0" encoding="utf-8"?>
<p:tagLst xmlns:a="http://schemas.openxmlformats.org/drawingml/2006/main" xmlns:r="http://schemas.openxmlformats.org/officeDocument/2006/relationships" xmlns:p="http://schemas.openxmlformats.org/presentationml/2006/main">
  <p:tag name="MS_PLACEHOLDERID" val="PlaceholderID44292.5245601852042845"/>
  <p:tag name="STYLEXMLFILE" val="Default Style List"/>
</p:tagLst>
</file>

<file path=ppt/tags/tag809.xml><?xml version="1.0" encoding="utf-8"?>
<p:tagLst xmlns:a="http://schemas.openxmlformats.org/drawingml/2006/main" xmlns:r="http://schemas.openxmlformats.org/officeDocument/2006/relationships" xmlns:p="http://schemas.openxmlformats.org/presentationml/2006/main">
  <p:tag name="MS_PLACEHOLDERID" val="PlaceholderID44292.5245601852009797"/>
</p:tagLst>
</file>

<file path=ppt/tags/tag810.xml><?xml version="1.0" encoding="utf-8"?>
<p:tagLst xmlns:a="http://schemas.openxmlformats.org/drawingml/2006/main" xmlns:r="http://schemas.openxmlformats.org/officeDocument/2006/relationships" xmlns:p="http://schemas.openxmlformats.org/presentationml/2006/main">
  <p:tag name="MS_PLACEHOLDERID" val="PlaceholderID44292.5245601852056104"/>
</p:tagLst>
</file>

<file path=ppt/tags/tag811.xml><?xml version="1.0" encoding="utf-8"?>
<p:tagLst xmlns:a="http://schemas.openxmlformats.org/drawingml/2006/main" xmlns:r="http://schemas.openxmlformats.org/officeDocument/2006/relationships" xmlns:p="http://schemas.openxmlformats.org/presentationml/2006/main">
  <p:tag name="MS_PLACEHOLDERID" val="PlaceholderID44292.5245601852069448"/>
</p:tagLst>
</file>

<file path=ppt/tags/tag812.xml><?xml version="1.0" encoding="utf-8"?>
<p:tagLst xmlns:a="http://schemas.openxmlformats.org/drawingml/2006/main" xmlns:r="http://schemas.openxmlformats.org/officeDocument/2006/relationships" xmlns:p="http://schemas.openxmlformats.org/presentationml/2006/main">
  <p:tag name="MS_PLACEHOLDERID" val="PlaceholderID44292.5245601852091371"/>
  <p:tag name="STYLEXMLFILE" val="Subtitle List"/>
</p:tagLst>
</file>

<file path=ppt/tags/tag813.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814.xml><?xml version="1.0" encoding="utf-8"?>
<p:tagLst xmlns:a="http://schemas.openxmlformats.org/drawingml/2006/main" xmlns:r="http://schemas.openxmlformats.org/officeDocument/2006/relationships" xmlns:p="http://schemas.openxmlformats.org/presentationml/2006/main">
  <p:tag name="MS_PLACEHOLDERID" val="PlaceholderID44292.5245717593002262"/>
</p:tagLst>
</file>

<file path=ppt/tags/tag815.xml><?xml version="1.0" encoding="utf-8"?>
<p:tagLst xmlns:a="http://schemas.openxmlformats.org/drawingml/2006/main" xmlns:r="http://schemas.openxmlformats.org/officeDocument/2006/relationships" xmlns:p="http://schemas.openxmlformats.org/presentationml/2006/main">
  <p:tag name="MS_PLACEHOLDERID" val="PlaceholderID44292.5245717593054336"/>
  <p:tag name="STYLEXMLFILE" val="Default Style List"/>
</p:tagLst>
</file>

<file path=ppt/tags/tag816.xml><?xml version="1.0" encoding="utf-8"?>
<p:tagLst xmlns:a="http://schemas.openxmlformats.org/drawingml/2006/main" xmlns:r="http://schemas.openxmlformats.org/officeDocument/2006/relationships" xmlns:p="http://schemas.openxmlformats.org/presentationml/2006/main">
  <p:tag name="MS_PLACEHOLDERID" val="PlaceholderID44292.5245717593091616"/>
</p:tagLst>
</file>

<file path=ppt/tags/tag817.xml><?xml version="1.0" encoding="utf-8"?>
<p:tagLst xmlns:a="http://schemas.openxmlformats.org/drawingml/2006/main" xmlns:r="http://schemas.openxmlformats.org/officeDocument/2006/relationships" xmlns:p="http://schemas.openxmlformats.org/presentationml/2006/main">
  <p:tag name="MS_PLACEHOLDERID" val="PlaceholderID44292.5245717593043026"/>
</p:tagLst>
</file>

<file path=ppt/tags/tag818.xml><?xml version="1.0" encoding="utf-8"?>
<p:tagLst xmlns:a="http://schemas.openxmlformats.org/drawingml/2006/main" xmlns:r="http://schemas.openxmlformats.org/officeDocument/2006/relationships" xmlns:p="http://schemas.openxmlformats.org/presentationml/2006/main">
  <p:tag name="MS_PLACEHOLDERID" val="PlaceholderID44292.5245717593067794"/>
</p:tagLst>
</file>

<file path=ppt/tags/tag819.xml><?xml version="1.0" encoding="utf-8"?>
<p:tagLst xmlns:a="http://schemas.openxmlformats.org/drawingml/2006/main" xmlns:r="http://schemas.openxmlformats.org/officeDocument/2006/relationships" xmlns:p="http://schemas.openxmlformats.org/presentationml/2006/main">
  <p:tag name="MS_PLACEHOLDERID" val="PlaceholderID44292.5245717593050245"/>
  <p:tag name="STYLEXMLFILE" val="Subtitle List"/>
</p:tagLst>
</file>

<file path=ppt/tags/tag820.xml><?xml version="1.0" encoding="utf-8"?>
<p:tagLst xmlns:a="http://schemas.openxmlformats.org/drawingml/2006/main" xmlns:r="http://schemas.openxmlformats.org/officeDocument/2006/relationships" xmlns:p="http://schemas.openxmlformats.org/presentationml/2006/main">
  <p:tag name="MS_PLACEHOLDERID" val="PlaceholderID44292.5245717593046298"/>
  <p:tag name="STYLEXMLFILE" val="Default Style List"/>
</p:tagLst>
</file>

<file path=ppt/tags/tag821.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822.xml><?xml version="1.0" encoding="utf-8"?>
<p:tagLst xmlns:a="http://schemas.openxmlformats.org/drawingml/2006/main" xmlns:r="http://schemas.openxmlformats.org/officeDocument/2006/relationships" xmlns:p="http://schemas.openxmlformats.org/presentationml/2006/main">
  <p:tag name="MS_PLACEHOLDERID" val="PlaceholderID44292.5245949074035347"/>
</p:tagLst>
</file>

<file path=ppt/tags/tag823.xml><?xml version="1.0" encoding="utf-8"?>
<p:tagLst xmlns:a="http://schemas.openxmlformats.org/drawingml/2006/main" xmlns:r="http://schemas.openxmlformats.org/officeDocument/2006/relationships" xmlns:p="http://schemas.openxmlformats.org/presentationml/2006/main">
  <p:tag name="MS_PLACEHOLDERID" val="PlaceholderID44292.5245949074040483"/>
</p:tagLst>
</file>

<file path=ppt/tags/tag824.xml><?xml version="1.0" encoding="utf-8"?>
<p:tagLst xmlns:a="http://schemas.openxmlformats.org/drawingml/2006/main" xmlns:r="http://schemas.openxmlformats.org/officeDocument/2006/relationships" xmlns:p="http://schemas.openxmlformats.org/presentationml/2006/main">
  <p:tag name="MS_PLACEHOLDERID" val="PlaceholderID44292.5245949074026973"/>
</p:tagLst>
</file>

<file path=ppt/tags/tag825.xml><?xml version="1.0" encoding="utf-8"?>
<p:tagLst xmlns:a="http://schemas.openxmlformats.org/drawingml/2006/main" xmlns:r="http://schemas.openxmlformats.org/officeDocument/2006/relationships" xmlns:p="http://schemas.openxmlformats.org/presentationml/2006/main">
  <p:tag name="MS_PLACEHOLDERID" val="PlaceholderID44292.5245949074005559"/>
</p:tagLst>
</file>

<file path=ppt/tags/tag826.xml><?xml version="1.0" encoding="utf-8"?>
<p:tagLst xmlns:a="http://schemas.openxmlformats.org/drawingml/2006/main" xmlns:r="http://schemas.openxmlformats.org/officeDocument/2006/relationships" xmlns:p="http://schemas.openxmlformats.org/presentationml/2006/main">
  <p:tag name="MS_PLACEHOLDERID" val="PlaceholderID44292.5245949074024384"/>
  <p:tag name="STYLEXMLFILE" val="Default Style List"/>
</p:tagLst>
</file>

<file path=ppt/tags/tag827.xml><?xml version="1.0" encoding="utf-8"?>
<p:tagLst xmlns:a="http://schemas.openxmlformats.org/drawingml/2006/main" xmlns:r="http://schemas.openxmlformats.org/officeDocument/2006/relationships" xmlns:p="http://schemas.openxmlformats.org/presentationml/2006/main">
  <p:tag name="MS_PLACEHOLDERID" val="PlaceholderID44292.5245949074006091"/>
  <p:tag name="STYLEXMLFILE" val="Profile Contact Styles"/>
</p:tagLst>
</file>

<file path=ppt/tags/tag828.xml><?xml version="1.0" encoding="utf-8"?>
<p:tagLst xmlns:a="http://schemas.openxmlformats.org/drawingml/2006/main" xmlns:r="http://schemas.openxmlformats.org/officeDocument/2006/relationships" xmlns:p="http://schemas.openxmlformats.org/presentationml/2006/main">
  <p:tag name="MS_PLACEHOLDERID" val="PlaceholderID44292.5245949074039029"/>
</p:tagLst>
</file>

<file path=ppt/tags/tag829.xml><?xml version="1.0" encoding="utf-8"?>
<p:tagLst xmlns:a="http://schemas.openxmlformats.org/drawingml/2006/main" xmlns:r="http://schemas.openxmlformats.org/officeDocument/2006/relationships" xmlns:p="http://schemas.openxmlformats.org/presentationml/2006/main">
  <p:tag name="MS_PLACEHOLDERID" val="PlaceholderID44292.5245949074036499"/>
  <p:tag name="STYLEXMLFILE" val="Default Style List"/>
</p:tagLst>
</file>

<file path=ppt/tags/tag830.xml><?xml version="1.0" encoding="utf-8"?>
<p:tagLst xmlns:a="http://schemas.openxmlformats.org/drawingml/2006/main" xmlns:r="http://schemas.openxmlformats.org/officeDocument/2006/relationships" xmlns:p="http://schemas.openxmlformats.org/presentationml/2006/main">
  <p:tag name="MS_PLACEHOLDERID" val="PlaceholderID44292.5245949074048989"/>
  <p:tag name="STYLEXMLFILE" val="Default Style List"/>
</p:tagLst>
</file>

<file path=ppt/tags/tag831.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832.xml><?xml version="1.0" encoding="utf-8"?>
<p:tagLst xmlns:a="http://schemas.openxmlformats.org/drawingml/2006/main" xmlns:r="http://schemas.openxmlformats.org/officeDocument/2006/relationships" xmlns:p="http://schemas.openxmlformats.org/presentationml/2006/main">
  <p:tag name="MS_PLACEHOLDERID" val="PlaceholderID44292.5246180556015566"/>
</p:tagLst>
</file>

<file path=ppt/tags/tag833.xml><?xml version="1.0" encoding="utf-8"?>
<p:tagLst xmlns:a="http://schemas.openxmlformats.org/drawingml/2006/main" xmlns:r="http://schemas.openxmlformats.org/officeDocument/2006/relationships" xmlns:p="http://schemas.openxmlformats.org/presentationml/2006/main">
  <p:tag name="MS_PLACEHOLDERID" val="PlaceholderID44292.5246180556047445"/>
</p:tagLst>
</file>

<file path=ppt/tags/tag834.xml><?xml version="1.0" encoding="utf-8"?>
<p:tagLst xmlns:a="http://schemas.openxmlformats.org/drawingml/2006/main" xmlns:r="http://schemas.openxmlformats.org/officeDocument/2006/relationships" xmlns:p="http://schemas.openxmlformats.org/presentationml/2006/main">
  <p:tag name="MS_PLACEHOLDERID" val="PlaceholderID44292.5246180556025726"/>
</p:tagLst>
</file>

<file path=ppt/tags/tag835.xml><?xml version="1.0" encoding="utf-8"?>
<p:tagLst xmlns:a="http://schemas.openxmlformats.org/drawingml/2006/main" xmlns:r="http://schemas.openxmlformats.org/officeDocument/2006/relationships" xmlns:p="http://schemas.openxmlformats.org/presentationml/2006/main">
  <p:tag name="MS_PLACEHOLDERID" val="PlaceholderID44292.5246180556062875"/>
</p:tagLst>
</file>

<file path=ppt/tags/tag836.xml><?xml version="1.0" encoding="utf-8"?>
<p:tagLst xmlns:a="http://schemas.openxmlformats.org/drawingml/2006/main" xmlns:r="http://schemas.openxmlformats.org/officeDocument/2006/relationships" xmlns:p="http://schemas.openxmlformats.org/presentationml/2006/main">
  <p:tag name="MS_PLACEHOLDERID" val="PlaceholderID44292.5246180556054207"/>
  <p:tag name="STYLEXMLFILE" val="Subtitle List"/>
</p:tagLst>
</file>

<file path=ppt/tags/tag837.xml><?xml version="1.0" encoding="utf-8"?>
<p:tagLst xmlns:a="http://schemas.openxmlformats.org/drawingml/2006/main" xmlns:r="http://schemas.openxmlformats.org/officeDocument/2006/relationships" xmlns:p="http://schemas.openxmlformats.org/presentationml/2006/main">
  <p:tag name="MS_PLACEHOLDERID" val="PlaceholderID44292.5246180556093854"/>
  <p:tag name="STYLEXMLFILE" val="Profile Biography Styles"/>
</p:tagLst>
</file>

<file path=ppt/tags/tag838.xml><?xml version="1.0" encoding="utf-8"?>
<p:tagLst xmlns:a="http://schemas.openxmlformats.org/drawingml/2006/main" xmlns:r="http://schemas.openxmlformats.org/officeDocument/2006/relationships" xmlns:p="http://schemas.openxmlformats.org/presentationml/2006/main">
  <p:tag name="MS_PLACEHOLDERID" val="PlaceholderID44292.5246180556065449"/>
</p:tagLst>
</file>

<file path=ppt/tags/tag839.xml><?xml version="1.0" encoding="utf-8"?>
<p:tagLst xmlns:a="http://schemas.openxmlformats.org/drawingml/2006/main" xmlns:r="http://schemas.openxmlformats.org/officeDocument/2006/relationships" xmlns:p="http://schemas.openxmlformats.org/presentationml/2006/main">
  <p:tag name="MS_PLACEHOLDERID" val="PlaceholderID44292.5246180556050608"/>
  <p:tag name="STYLEXMLFILE" val="Profile Biography Styles"/>
</p:tagLst>
</file>

<file path=ppt/tags/tag840.xml><?xml version="1.0" encoding="utf-8"?>
<p:tagLst xmlns:a="http://schemas.openxmlformats.org/drawingml/2006/main" xmlns:r="http://schemas.openxmlformats.org/officeDocument/2006/relationships" xmlns:p="http://schemas.openxmlformats.org/presentationml/2006/main">
  <p:tag name="MS_PLACEHOLDERID" val="PlaceholderID44292.5246180556039047"/>
</p:tagLst>
</file>

<file path=ppt/tags/tag841.xml><?xml version="1.0" encoding="utf-8"?>
<p:tagLst xmlns:a="http://schemas.openxmlformats.org/drawingml/2006/main" xmlns:r="http://schemas.openxmlformats.org/officeDocument/2006/relationships" xmlns:p="http://schemas.openxmlformats.org/presentationml/2006/main">
  <p:tag name="MS_PLACEHOLDERID" val="PlaceholderID44292.5246180556010737"/>
  <p:tag name="STYLEXMLFILE" val="Profile Biography Styles"/>
</p:tagLst>
</file>

<file path=ppt/tags/tag842.xml><?xml version="1.0" encoding="utf-8"?>
<p:tagLst xmlns:a="http://schemas.openxmlformats.org/drawingml/2006/main" xmlns:r="http://schemas.openxmlformats.org/officeDocument/2006/relationships" xmlns:p="http://schemas.openxmlformats.org/presentationml/2006/main">
  <p:tag name="MS_PLACEHOLDERID" val="PlaceholderID44292.5246180556078399"/>
</p:tagLst>
</file>

<file path=ppt/tags/tag843.xml><?xml version="1.0" encoding="utf-8"?>
<p:tagLst xmlns:a="http://schemas.openxmlformats.org/drawingml/2006/main" xmlns:r="http://schemas.openxmlformats.org/officeDocument/2006/relationships" xmlns:p="http://schemas.openxmlformats.org/presentationml/2006/main">
  <p:tag name="MS_PLACEHOLDERID" val="PlaceholderID44292.5246180556045964"/>
</p:tagLst>
</file>

<file path=ppt/tags/tag844.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845.xml><?xml version="1.0" encoding="utf-8"?>
<p:tagLst xmlns:a="http://schemas.openxmlformats.org/drawingml/2006/main" xmlns:r="http://schemas.openxmlformats.org/officeDocument/2006/relationships" xmlns:p="http://schemas.openxmlformats.org/presentationml/2006/main">
  <p:tag name="MS_PLACEHOLDERID" val="PlaceholderID44292.5246412037075368"/>
</p:tagLst>
</file>

<file path=ppt/tags/tag846.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47.xml><?xml version="1.0" encoding="utf-8"?>
<p:tagLst xmlns:a="http://schemas.openxmlformats.org/drawingml/2006/main" xmlns:r="http://schemas.openxmlformats.org/officeDocument/2006/relationships" xmlns:p="http://schemas.openxmlformats.org/presentationml/2006/main">
  <p:tag name="MS_PLACEHOLDERID" val="PlaceholderID44292.5246412037083273"/>
</p:tagLst>
</file>

<file path=ppt/tags/tag848.xml><?xml version="1.0" encoding="utf-8"?>
<p:tagLst xmlns:a="http://schemas.openxmlformats.org/drawingml/2006/main" xmlns:r="http://schemas.openxmlformats.org/officeDocument/2006/relationships" xmlns:p="http://schemas.openxmlformats.org/presentationml/2006/main">
  <p:tag name="MS_PLACEHOLDERID" val="PlaceholderID44292.5246412037001875"/>
</p:tagLst>
</file>

<file path=ppt/tags/tag849.xml><?xml version="1.0" encoding="utf-8"?>
<p:tagLst xmlns:a="http://schemas.openxmlformats.org/drawingml/2006/main" xmlns:r="http://schemas.openxmlformats.org/officeDocument/2006/relationships" xmlns:p="http://schemas.openxmlformats.org/presentationml/2006/main">
  <p:tag name="MS_PLACEHOLDERID" val="PlaceholderID44292.5246412037021036"/>
  <p:tag name="STYLEXMLFILE" val="Default Style List"/>
</p:tagLst>
</file>

<file path=ppt/tags/tag850.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Lst>
</file>

<file path=ppt/tags/tag8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2.xml><?xml version="1.0" encoding="utf-8"?>
<p:tagLst xmlns:a="http://schemas.openxmlformats.org/drawingml/2006/main" xmlns:r="http://schemas.openxmlformats.org/officeDocument/2006/relationships" xmlns:p="http://schemas.openxmlformats.org/presentationml/2006/main">
  <p:tag name="THINKCELLSHAPEDONOTDELETE" val="t0NPc2kevS3GACPTsrTEZjA"/>
</p:tagLst>
</file>

<file path=ppt/tags/tag853.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5.xml><?xml version="1.0" encoding="utf-8"?>
<p:tagLst xmlns:a="http://schemas.openxmlformats.org/drawingml/2006/main" xmlns:r="http://schemas.openxmlformats.org/officeDocument/2006/relationships" xmlns:p="http://schemas.openxmlformats.org/presentationml/2006/main">
  <p:tag name="THINKCELLSHAPEDONOTDELETE" val="t2PjyDK5YTIyKAvjt4wVRBg"/>
</p:tagLst>
</file>

<file path=ppt/tags/tag856.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57.xml><?xml version="1.0" encoding="utf-8"?>
<p:tagLst xmlns:a="http://schemas.openxmlformats.org/drawingml/2006/main" xmlns:r="http://schemas.openxmlformats.org/officeDocument/2006/relationships" xmlns:p="http://schemas.openxmlformats.org/presentationml/2006/main">
  <p:tag name="MS_PLACEHOLDERID" val="PlaceholderID44292.5246412037075368"/>
</p:tagLst>
</file>

<file path=ppt/tags/tag858.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59.xml><?xml version="1.0" encoding="utf-8"?>
<p:tagLst xmlns:a="http://schemas.openxmlformats.org/drawingml/2006/main" xmlns:r="http://schemas.openxmlformats.org/officeDocument/2006/relationships" xmlns:p="http://schemas.openxmlformats.org/presentationml/2006/main">
  <p:tag name="MS_PLACEHOLDERID" val="PlaceholderID44292.5246412037083273"/>
</p:tagLst>
</file>

<file path=ppt/tags/tag860.xml><?xml version="1.0" encoding="utf-8"?>
<p:tagLst xmlns:a="http://schemas.openxmlformats.org/drawingml/2006/main" xmlns:r="http://schemas.openxmlformats.org/officeDocument/2006/relationships" xmlns:p="http://schemas.openxmlformats.org/presentationml/2006/main">
  <p:tag name="MS_PLACEHOLDERID" val="PlaceholderID44292.5246412037021036"/>
  <p:tag name="STYLEXMLFILE" val="Subtitle List"/>
</p:tagLst>
</file>

<file path=ppt/tags/tag861.xml><?xml version="1.0" encoding="utf-8"?>
<p:tagLst xmlns:a="http://schemas.openxmlformats.org/drawingml/2006/main" xmlns:r="http://schemas.openxmlformats.org/officeDocument/2006/relationships" xmlns:p="http://schemas.openxmlformats.org/presentationml/2006/main">
  <p:tag name="GUTTERCOL" val="0.6 cm"/>
  <p:tag name="GUTTERROW" val="0.6 cm"/>
  <p:tag name="GUIDESAPPLIEDTO" val="2"/>
  <p:tag name="GUIDECOLS" val="6"/>
  <p:tag name="GUIDEROWS" val="2"/>
  <p:tag name="NOGUTTERCOL" val="False"/>
  <p:tag name="NOGUTTERROW" val="False"/>
</p:tagLst>
</file>

<file path=ppt/tags/tag862.xml><?xml version="1.0" encoding="utf-8"?>
<p:tagLst xmlns:a="http://schemas.openxmlformats.org/drawingml/2006/main" xmlns:r="http://schemas.openxmlformats.org/officeDocument/2006/relationships" xmlns:p="http://schemas.openxmlformats.org/presentationml/2006/main">
  <p:tag name="SLIDELAYOUTNAME" val="Cover"/>
  <p:tag name="SLIDEAUTOMATIONTYPE" val="Cover"/>
  <p:tag name="AUTOMATIONTAG" val="Cover Layout"/>
  <p:tag name="SLIDETOCOUTLINELEVEL" val="0"/>
  <p:tag name="SLIDEISINMEDIASTERLINGPROJECT" val="True"/>
  <p:tag name="SLIDETHEMEAPPLIED" val="Primary"/>
  <p:tag name="SLIDEPROJECTVERSION" val="6.6.16"/>
</p:tagLst>
</file>

<file path=ppt/tags/tag863.xml><?xml version="1.0" encoding="utf-8"?>
<p:tagLst xmlns:a="http://schemas.openxmlformats.org/drawingml/2006/main" xmlns:r="http://schemas.openxmlformats.org/officeDocument/2006/relationships" xmlns:p="http://schemas.openxmlformats.org/presentationml/2006/main">
  <p:tag name="MS_PLACEHOLDERID" val="PlaceholderID44292.523599537005350"/>
</p:tagLst>
</file>

<file path=ppt/tags/tag864.xml><?xml version="1.0" encoding="utf-8"?>
<p:tagLst xmlns:a="http://schemas.openxmlformats.org/drawingml/2006/main" xmlns:r="http://schemas.openxmlformats.org/officeDocument/2006/relationships" xmlns:p="http://schemas.openxmlformats.org/presentationml/2006/main">
  <p:tag name="MS_PLACEHOLDERID" val="PlaceholderID44292.523599537059245"/>
</p:tagLst>
</file>

<file path=ppt/tags/tag865.xml><?xml version="1.0" encoding="utf-8"?>
<p:tagLst xmlns:a="http://schemas.openxmlformats.org/drawingml/2006/main" xmlns:r="http://schemas.openxmlformats.org/officeDocument/2006/relationships" xmlns:p="http://schemas.openxmlformats.org/presentationml/2006/main">
  <p:tag name="MS_PLACEHOLDERID" val="PlaceholderID44292.523599537046870"/>
</p:tagLst>
</file>

<file path=ppt/tags/tag866.xml><?xml version="1.0" encoding="utf-8"?>
<p:tagLst xmlns:a="http://schemas.openxmlformats.org/drawingml/2006/main" xmlns:r="http://schemas.openxmlformats.org/officeDocument/2006/relationships" xmlns:p="http://schemas.openxmlformats.org/presentationml/2006/main">
  <p:tag name="MS_PLACEHOLDERID" val="PlaceholderID44292.523599537029816"/>
</p:tagLst>
</file>

<file path=ppt/tags/tag8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8.xml><?xml version="1.0" encoding="utf-8"?>
<p:tagLst xmlns:a="http://schemas.openxmlformats.org/drawingml/2006/main" xmlns:r="http://schemas.openxmlformats.org/officeDocument/2006/relationships" xmlns:p="http://schemas.openxmlformats.org/presentationml/2006/main">
  <p:tag name="THINKCELLSHAPEDONOTDELETE" val="tZ2CnuYCMRTqvu6dSvRKl1w"/>
</p:tagLst>
</file>

<file path=ppt/tags/tag869.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0.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1.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2.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3.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4.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5.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6.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7.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8.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79.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80.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81.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82.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83.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84.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85.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ags/tag886.xml><?xml version="1.0" encoding="utf-8"?>
<p:tagLst xmlns:a="http://schemas.openxmlformats.org/drawingml/2006/main" xmlns:r="http://schemas.openxmlformats.org/officeDocument/2006/relationships" xmlns:p="http://schemas.openxmlformats.org/presentationml/2006/main">
  <p:tag name="MS_PLACEHOLDERID" val="PlaceholderID44292.5246412037059609"/>
</p:tagLst>
</file>

<file path=ppt/theme/theme1.xml><?xml version="1.0" encoding="utf-8"?>
<a:theme xmlns:a="http://schemas.openxmlformats.org/drawingml/2006/main" name="1_Presentation-Widescreen">
  <a:themeElements>
    <a:clrScheme name="__ERA 2024">
      <a:dk1>
        <a:srgbClr val="003A70"/>
      </a:dk1>
      <a:lt1>
        <a:sysClr val="window" lastClr="FFFFFF"/>
      </a:lt1>
      <a:dk2>
        <a:srgbClr val="000000"/>
      </a:dk2>
      <a:lt2>
        <a:srgbClr val="FFFFFF"/>
      </a:lt2>
      <a:accent1>
        <a:srgbClr val="003A70"/>
      </a:accent1>
      <a:accent2>
        <a:srgbClr val="FF9C00"/>
      </a:accent2>
      <a:accent3>
        <a:srgbClr val="97999B"/>
      </a:accent3>
      <a:accent4>
        <a:srgbClr val="CCD7E2"/>
      </a:accent4>
      <a:accent5>
        <a:srgbClr val="6688A9"/>
      </a:accent5>
      <a:accent6>
        <a:srgbClr val="33618C"/>
      </a:accent6>
      <a:hlink>
        <a:srgbClr val="FF9C00"/>
      </a:hlink>
      <a:folHlink>
        <a:srgbClr val="97999B"/>
      </a:folHlink>
    </a:clrScheme>
    <a:fontScheme name="__ERA 2024">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ctr">
          <a:defRPr sz="2400" dirty="0" smtClean="0">
            <a:latin typeface="+mj-lt"/>
          </a:defRPr>
        </a:defPPr>
      </a:lstStyle>
    </a:txDef>
  </a:objectDefaults>
  <a:extraClrSchemeLst/>
  <a:extLst>
    <a:ext uri="{05A4C25C-085E-4340-85A3-A5531E510DB2}">
      <thm15:themeFamily xmlns:thm15="http://schemas.microsoft.com/office/thememl/2012/main" name="Presentation-Widescreen.potx" id="{97D240BB-FE00-40BE-8D6D-50B14C988540}" vid="{66BB4053-34FA-4A0C-9F94-CE7DFF2909F1}"/>
    </a:ext>
  </a:extLst>
</a:theme>
</file>

<file path=ppt/theme/theme2.xml><?xml version="1.0" encoding="utf-8"?>
<a:theme xmlns:a="http://schemas.openxmlformats.org/drawingml/2006/main" name="2_Presentation-Widescreen">
  <a:themeElements>
    <a:clrScheme name="Custom 68">
      <a:dk1>
        <a:srgbClr val="003A70"/>
      </a:dk1>
      <a:lt1>
        <a:sysClr val="window" lastClr="FFFFFF"/>
      </a:lt1>
      <a:dk2>
        <a:srgbClr val="000000"/>
      </a:dk2>
      <a:lt2>
        <a:srgbClr val="FF9C00"/>
      </a:lt2>
      <a:accent1>
        <a:srgbClr val="003A70"/>
      </a:accent1>
      <a:accent2>
        <a:srgbClr val="FF9C00"/>
      </a:accent2>
      <a:accent3>
        <a:srgbClr val="97999B"/>
      </a:accent3>
      <a:accent4>
        <a:srgbClr val="FF9C00"/>
      </a:accent4>
      <a:accent5>
        <a:srgbClr val="FFD100"/>
      </a:accent5>
      <a:accent6>
        <a:srgbClr val="000000"/>
      </a:accent6>
      <a:hlink>
        <a:srgbClr val="003A70"/>
      </a:hlink>
      <a:folHlink>
        <a:srgbClr val="FF9C00"/>
      </a:folHlink>
    </a:clrScheme>
    <a:fontScheme name="Custom 4">
      <a:majorFont>
        <a:latin typeface="Paralucent Medium"/>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ctr">
          <a:defRPr sz="2400" dirty="0" smtClean="0">
            <a:latin typeface="+mj-lt"/>
          </a:defRPr>
        </a:defPPr>
      </a:lstStyle>
    </a:txDef>
  </a:objectDefaults>
  <a:extraClrSchemeLst/>
  <a:extLst>
    <a:ext uri="{05A4C25C-085E-4340-85A3-A5531E510DB2}">
      <thm15:themeFamily xmlns:thm15="http://schemas.microsoft.com/office/thememl/2012/main" name="Presentation-Widescreen.potx" id="{97D240BB-FE00-40BE-8D6D-50B14C988540}" vid="{66BB4053-34FA-4A0C-9F94-CE7DFF2909F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3.xml"/></Relationships>
</file>

<file path=customXml/_rels/item134.xml.rels><?xml version="1.0" encoding="UTF-8" standalone="yes"?>
<Relationships xmlns="http://schemas.openxmlformats.org/package/2006/relationships"><Relationship Id="rId1" Type="http://schemas.openxmlformats.org/officeDocument/2006/relationships/customXmlProps" Target="itemProps134.xml"/></Relationships>
</file>

<file path=customXml/_rels/item135.xml.rels><?xml version="1.0" encoding="UTF-8" standalone="yes"?>
<Relationships xmlns="http://schemas.openxmlformats.org/package/2006/relationships"><Relationship Id="rId1" Type="http://schemas.openxmlformats.org/officeDocument/2006/relationships/customXmlProps" Target="itemProps135.xml"/></Relationships>
</file>

<file path=customXml/_rels/item136.xml.rels><?xml version="1.0" encoding="UTF-8" standalone="yes"?>
<Relationships xmlns="http://schemas.openxmlformats.org/package/2006/relationships"><Relationship Id="rId1" Type="http://schemas.openxmlformats.org/officeDocument/2006/relationships/customXmlProps" Target="itemProps136.xml"/></Relationships>
</file>

<file path=customXml/_rels/item137.xml.rels><?xml version="1.0" encoding="UTF-8" standalone="yes"?>
<Relationships xmlns="http://schemas.openxmlformats.org/package/2006/relationships"><Relationship Id="rId1" Type="http://schemas.openxmlformats.org/officeDocument/2006/relationships/customXmlProps" Target="itemProps137.xml"/></Relationships>
</file>

<file path=customXml/_rels/item138.xml.rels><?xml version="1.0" encoding="UTF-8" standalone="yes"?>
<Relationships xmlns="http://schemas.openxmlformats.org/package/2006/relationships"><Relationship Id="rId1" Type="http://schemas.openxmlformats.org/officeDocument/2006/relationships/customXmlProps" Target="itemProps138.xml"/></Relationships>
</file>

<file path=customXml/_rels/item139.xml.rels><?xml version="1.0" encoding="UTF-8" standalone="yes"?>
<Relationships xmlns="http://schemas.openxmlformats.org/package/2006/relationships"><Relationship Id="rId1" Type="http://schemas.openxmlformats.org/officeDocument/2006/relationships/customXmlProps" Target="itemProps139.xml"/></Relationships>
</file>

<file path=customXml/_rels/item140.xml.rels><?xml version="1.0" encoding="UTF-8" standalone="yes"?>
<Relationships xmlns="http://schemas.openxmlformats.org/package/2006/relationships"><Relationship Id="rId1" Type="http://schemas.openxmlformats.org/officeDocument/2006/relationships/customXmlProps" Target="itemProps140.xml"/></Relationships>
</file>

<file path=customXml/_rels/item141.xml.rels><?xml version="1.0" encoding="UTF-8" standalone="yes"?>
<Relationships xmlns="http://schemas.openxmlformats.org/package/2006/relationships"><Relationship Id="rId1" Type="http://schemas.openxmlformats.org/officeDocument/2006/relationships/customXmlProps" Target="itemProps141.xml"/></Relationships>
</file>

<file path=customXml/_rels/item142.xml.rels><?xml version="1.0" encoding="UTF-8" standalone="yes"?>
<Relationships xmlns="http://schemas.openxmlformats.org/package/2006/relationships"><Relationship Id="rId1" Type="http://schemas.openxmlformats.org/officeDocument/2006/relationships/customXmlProps" Target="itemProps142.xml"/></Relationships>
</file>

<file path=customXml/_rels/item143.xml.rels><?xml version="1.0" encoding="UTF-8" standalone="yes"?>
<Relationships xmlns="http://schemas.openxmlformats.org/package/2006/relationships"><Relationship Id="rId1" Type="http://schemas.openxmlformats.org/officeDocument/2006/relationships/customXmlProps" Target="itemProps143.xml"/></Relationships>
</file>

<file path=customXml/item1.xml><?xml version="1.0" encoding="utf-8"?>
<TemplafySlideTemplateConfiguration><![CDATA[{"slideVersion":0,"isValidatorEnabled":false,"isLocked":false,"elementsMetadata":[],"slideId":"638484391021094534","enableDocumentContentUpdater":true,"version":"1.12"}]]></TemplafySlideTemplateConfiguration>
</file>

<file path=customXml/item2.xml><?xml version="1.0" encoding="utf-8"?>
<TemplafySlideTemplateConfiguration><![CDATA[{"slideVersion":0,"isValidatorEnabled":false,"isLocked":false,"elementsMetadata":[],"slideId":"638484391030313364","enableDocumentContentUpdater":true,"version":"1.12"}]]></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slideVersion":0,"isValidatorEnabled":false,"isLocked":false,"elementsMetadata":[],"slideId":"638561260678351408","enableDocumentContentUpdater":true,"version":"1.12"}]]></TemplafySlideTemplateConfiguration>
</file>

<file path=customXml/item5.xml><?xml version="1.0" encoding="utf-8"?>
<TemplafySlideTemplateConfiguration><![CDATA[{"slideVersion":0,"isValidatorEnabled":false,"isLocked":false,"elementsMetadata":[],"slideId":"638484391029844609","enableDocumentContentUpdater":true,"version":"1.12"}]]></TemplafySlideTemplateConfiguration>
</file>

<file path=customXml/item6.xml><?xml version="1.0" encoding="utf-8"?>
<TemplafySlideFormConfiguration><![CDATA[{"formFields":[],"formDataEntries":[]}]]></TemplafySlideFormConfiguration>
</file>

<file path=customXml/item7.xml><?xml version="1.0" encoding="utf-8"?>
<TemplafySlideTemplateConfiguration><![CDATA[{"slideVersion":0,"isValidatorEnabled":false,"isLocked":false,"elementsMetadata":[],"slideId":"638484391012657165","enableDocumentContentUpdater":true,"version":"1.12"}]]></TemplafySlideTemplateConfiguration>
</file>

<file path=customXml/item8.xml><?xml version="1.0" encoding="utf-8"?>
<TemplafySlideFormConfiguration><![CDATA[{"formFields":[],"formDataEntries":[]}]]></TemplafySlideFormConfiguration>
</file>

<file path=customXml/item9.xml><?xml version="1.0" encoding="utf-8"?>
<TemplafySlideTemplateConfiguration><![CDATA[{"slideVersion":0,"isValidatorEnabled":false,"isLocked":false,"elementsMetadata":[],"slideId":"638543060485917574","enableDocumentContentUpdater":true,"version":"1.12"}]]></TemplafySlideTemplateConfiguration>
</file>

<file path=customXml/item10.xml><?xml version="1.0" encoding="utf-8"?>
<TemplafySlideFormConfiguration><![CDATA[{"formFields":[],"formDataEntries":[]}]]></TemplafySlideFormConfiguration>
</file>

<file path=customXml/item11.xml><?xml version="1.0" encoding="utf-8"?>
<TemplafySlideFormConfiguration><![CDATA[{"formFields":[],"formDataEntries":[]}]]></TemplafySlideFormConfiguration>
</file>

<file path=customXml/item12.xml><?xml version="1.0" encoding="utf-8"?>
<TemplafySlideTemplateConfiguration><![CDATA[{"slideVersion":0,"isValidatorEnabled":false,"isLocked":false,"elementsMetadata":[],"slideId":"638543060521386659","enableDocumentContentUpdater":true,"version":"1.12"}]]></TemplafySlideTemplateConfiguration>
</file>

<file path=customXml/item13.xml><?xml version="1.0" encoding="utf-8"?>
<TemplafySlideTemplateConfiguration><![CDATA[{"slideVersion":0,"isValidatorEnabled":false,"isLocked":false,"elementsMetadata":[],"slideId":"638484391022344576","enableDocumentContentUpdater":true,"version":"1.12"}]]></TemplafySlideTemplateConfiguration>
</file>

<file path=customXml/item14.xml><?xml version="1.0" encoding="utf-8"?>
<TemplafySlideFormConfiguration><![CDATA[{"formFields":[],"formDataEntries":[]}]]></TemplafySlideFormConfiguration>
</file>

<file path=customXml/item15.xml><?xml version="1.0" encoding="utf-8"?>
<TemplafySlideTemplateConfiguration><![CDATA[{"slideVersion":0,"isValidatorEnabled":false,"isLocked":false,"elementsMetadata":[],"slideId":"638561260701320416","enableDocumentContentUpdater":true,"version":"1.12"}]]></TemplafySlideTemplateConfiguration>
</file>

<file path=customXml/item16.xml><?xml version="1.0" encoding="utf-8"?>
<TemplafySlideFormConfiguration><![CDATA[{"formFields":[],"formDataEntries":[]}]]></TemplafySlideFormConfiguration>
</file>

<file path=customXml/item17.xml><?xml version="1.0" encoding="utf-8"?>
<TemplafySlideFormConfiguration><![CDATA[{"formFields":[],"formDataEntries":[]}]]></TemplafySlideFormConfiguration>
</file>

<file path=customXml/item18.xml><?xml version="1.0" encoding="utf-8"?>
<TemplafySlideTemplateConfiguration><![CDATA[{"slideVersion":0,"isValidatorEnabled":false,"isLocked":false,"elementsMetadata":[],"slideId":"638543060513574124","enableDocumentContentUpdater":true,"version":"1.12"}]]></TemplafySlideTemplateConfiguration>
</file>

<file path=customXml/item19.xml><?xml version="1.0" encoding="utf-8"?>
<TemplafySlideFormConfiguration><![CDATA[{"formFields":[],"formDataEntries":[]}]]></TemplafySlideFormConfiguration>
</file>

<file path=customXml/item20.xml><?xml version="1.0" encoding="utf-8"?>
<TemplafySlideFormConfiguration><![CDATA[{"formFields":[],"formDataEntries":[]}]]></TemplafySlideFormConfiguration>
</file>

<file path=customXml/item21.xml><?xml version="1.0" encoding="utf-8"?>
<TemplafySlideTemplateConfiguration><![CDATA[{"slideVersion":0,"isValidatorEnabled":false,"isLocked":false,"elementsMetadata":[],"slideId":"638484391031250883","enableDocumentContentUpdater":true,"version":"1.12"}]]></TemplafySlideTemplateConfiguration>
</file>

<file path=customXml/item22.xml><?xml version="1.0" encoding="utf-8"?>
<TemplafySlideFormConfiguration><![CDATA[{"formFields":[],"formDataEntries":[]}]]></TemplafySlideFormConfiguration>
</file>

<file path=customXml/item23.xml><?xml version="1.0" encoding="utf-8"?>
<TemplafySlideTemplateConfiguration><![CDATA[{"slideVersion":0,"isValidatorEnabled":false,"isLocked":false,"elementsMetadata":[],"slideId":"638561260697257868","enableDocumentContentUpdater":true,"version":"1.12"}]]></TemplafySlideTemplateConfiguration>
</file>

<file path=customXml/item24.xml><?xml version="1.0" encoding="utf-8"?>
<TemplafySlideTemplateConfiguration><![CDATA[{"slideVersion":0,"isValidatorEnabled":false,"isLocked":false,"elementsMetadata":[],"slideId":"638484391012344618","enableDocumentContentUpdater":true,"version":"1.12"}]]></TemplafySlideTemplateConfiguration>
</file>

<file path=customXml/item25.xml><?xml version="1.0" encoding="utf-8"?>
<TemplafySlideFormConfiguration><![CDATA[{"formFields":[],"formDataEntries":[]}]]></TemplafySlideFormConfiguration>
</file>

<file path=customXml/item26.xml><?xml version="1.0" encoding="utf-8"?>
<TemplafySlideTemplateConfiguration><![CDATA[{"slideVersion":0,"isValidatorEnabled":false,"isLocked":false,"elementsMetadata":[],"slideId":"638484391022188273","enableDocumentContentUpdater":true,"version":"1.12"}]]></TemplafySlideTemplateConfiguration>
</file>

<file path=customXml/item27.xml><?xml version="1.0" encoding="utf-8"?>
<TemplafySlideFormConfiguration><![CDATA[{"formFields":[],"formDataEntries":[]}]]></TemplafySlideFormConfiguration>
</file>

<file path=customXml/item28.xml><?xml version="1.0" encoding="utf-8"?>
<TemplafySlideFormConfiguration><![CDATA[{"formFields":[],"formDataEntries":[]}]]></TemplafySlideFormConfiguration>
</file>

<file path=customXml/item29.xml><?xml version="1.0" encoding="utf-8"?>
<TemplafySlideTemplateConfiguration><![CDATA[{"slideVersion":0,"isValidatorEnabled":false,"isLocked":false,"elementsMetadata":[],"slideId":"638543060514199050","enableDocumentContentUpdater":true,"version":"1.12"}]]></TemplafySlideTemplateConfiguration>
</file>

<file path=customXml/item30.xml><?xml version="1.0" encoding="utf-8"?>
<TemplafySlideFormConfiguration><![CDATA[{"formFields":[],"formDataEntries":[]}]]></TemplafySlideFormConfiguration>
</file>

<file path=customXml/item31.xml><?xml version="1.0" encoding="utf-8"?>
<TemplafySlideFormConfiguration><![CDATA[{"formFields":[],"formDataEntries":[]}]]></TemplafySlideFormConfiguration>
</file>

<file path=customXml/item32.xml><?xml version="1.0" encoding="utf-8"?>
<TemplafySlideFormConfiguration><![CDATA[{"formFields":[],"formDataEntries":[]}]]></TemplafySlideFormConfiguration>
</file>

<file path=customXml/item33.xml><?xml version="1.0" encoding="utf-8"?>
<TemplafySlideFormConfiguration><![CDATA[{"formFields":[],"formDataEntries":[]}]]></TemplafySlideFormConfiguration>
</file>

<file path=customXml/item34.xml><?xml version="1.0" encoding="utf-8"?>
<TemplafySlideFormConfiguration><![CDATA[{"formFields":[],"formDataEntries":[]}]]></TemplafySlideFormConfiguration>
</file>

<file path=customXml/item35.xml><?xml version="1.0" encoding="utf-8"?>
<TemplafySlideTemplateConfiguration><![CDATA[{"slideVersion":0,"isValidatorEnabled":false,"isLocked":false,"elementsMetadata":[],"slideId":"638561260679444938","enableDocumentContentUpdater":true,"version":"1.12"}]]></TemplafySlideTemplateConfiguration>
</file>

<file path=customXml/item36.xml><?xml version="1.0" encoding="utf-8"?>
<TemplafySlideTemplateConfiguration><![CDATA[{"slideVersion":0,"isValidatorEnabled":false,"isLocked":false,"elementsMetadata":[],"slideId":"638561260679913749","enableDocumentContentUpdater":true,"version":"1.12"}]]></TemplafySlideTemplateConfiguration>
</file>

<file path=customXml/item37.xml><?xml version="1.0" encoding="utf-8"?>
<TemplafySlideTemplateConfiguration><![CDATA[{"slideVersion":0,"isValidatorEnabled":false,"isLocked":false,"elementsMetadata":[],"slideId":"638561260690382673","enableDocumentContentUpdater":true,"version":"1.12"}]]></TemplafySlideTemplateConfiguration>
</file>

<file path=customXml/item38.xml><?xml version="1.0" encoding="utf-8"?>
<TemplafySlideTemplateConfiguration><![CDATA[{"slideVersion":0,"isValidatorEnabled":false,"isLocked":false,"elementsMetadata":[],"slideId":"638484391024219568","enableDocumentContentUpdater":true,"version":"1.12"}]]></TemplafySlideTemplateConfiguration>
</file>

<file path=customXml/item39.xml><?xml version="1.0" encoding="utf-8"?>
<TemplafySlideTemplateConfiguration><![CDATA[{"slideVersion":0,"isValidatorEnabled":false,"isLocked":false,"elementsMetadata":[],"slideId":"638561260700226643","enableDocumentContentUpdater":true,"version":"1.12"}]]></TemplafySlideTemplateConfiguration>
</file>

<file path=customXml/item40.xml><?xml version="1.0" encoding="utf-8"?>
<TemplafySlideFormConfiguration><![CDATA[{"formFields":[],"formDataEntries":[]}]]></TemplafySlideFormConfiguration>
</file>

<file path=customXml/item41.xml><?xml version="1.0" encoding="utf-8"?>
<TemplafySlideTemplateConfiguration><![CDATA[{"slideVersion":0,"isValidatorEnabled":false,"isLocked":false,"elementsMetadata":[],"slideId":"638543060513105391","enableDocumentContentUpdater":true,"version":"1.12"}]]></TemplafySlideTemplateConfiguration>
</file>

<file path=customXml/item42.xml><?xml version="1.0" encoding="utf-8"?>
<TemplafySlideTemplateConfiguration><![CDATA[{"slideVersion":0,"isValidatorEnabled":false,"isLocked":false,"elementsMetadata":[],"slideId":"638484391026250862","enableDocumentContentUpdater":true,"version":"1.12"}]]></TemplafySlideTemplateConfiguration>
</file>

<file path=customXml/item43.xml><?xml version="1.0" encoding="utf-8"?>
<TemplafySlideTemplateConfiguration><![CDATA[{"slideVersion":0,"isValidatorEnabled":false,"isLocked":false,"elementsMetadata":[],"slideId":"638561260693195284","enableDocumentContentUpdater":true,"version":"1.12"}]]></TemplafySlideTemplateConfiguration>
</file>

<file path=customXml/item44.xml><?xml version="1.0" encoding="utf-8"?>
<TemplafySlideFormConfiguration><![CDATA[{"formFields":[],"formDataEntries":[]}]]></TemplafySlideFormConfiguration>
</file>

<file path=customXml/item45.xml><?xml version="1.0" encoding="utf-8"?>
<TemplafySlideFormConfiguration><![CDATA[{"formFields":[],"formDataEntries":[]}]]></TemplafySlideFormConfiguration>
</file>

<file path=customXml/item46.xml><?xml version="1.0" encoding="utf-8"?>
<TemplafySlideFormConfiguration><![CDATA[{"formFields":[],"formDataEntries":[]}]]></TemplafySlideFormConfiguration>
</file>

<file path=customXml/item47.xml><?xml version="1.0" encoding="utf-8"?>
<TemplafySlideTemplateConfiguration><![CDATA[{"slideVersion":0,"isValidatorEnabled":false,"isLocked":false,"elementsMetadata":[],"slideId":"638484391011875656","enableDocumentContentUpdater":true,"version":"1.12"}]]></TemplafySlideTemplateConfiguration>
</file>

<file path=customXml/item48.xml><?xml version="1.0" encoding="utf-8"?>
<TemplafySlideTemplateConfiguration><![CDATA[{"slideVersion":0,"isValidatorEnabled":false,"isLocked":false,"elementsMetadata":[],"slideId":"638561260692414013","enableDocumentContentUpdater":true,"version":"1.12"}]]></TemplafySlideTemplateConfiguration>
</file>

<file path=customXml/item49.xml><?xml version="1.0" encoding="utf-8"?>
<TemplafySlideFormConfiguration><![CDATA[{"formFields":[],"formDataEntries":[]}]]></TemplafySlideFormConfiguration>
</file>

<file path=customXml/item50.xml><?xml version="1.0" encoding="utf-8"?>
<TemplafySlideFormConfiguration><![CDATA[{"formFields":[],"formDataEntries":[]}]]></TemplafySlideFormConfiguration>
</file>

<file path=customXml/item51.xml><?xml version="1.0" encoding="utf-8"?>
<TemplafySlideFormConfiguration><![CDATA[{"formFields":[],"formDataEntries":[]}]]></TemplafySlideFormConfiguration>
</file>

<file path=customXml/item52.xml><?xml version="1.0" encoding="utf-8"?>
<TemplafySlideTemplateConfiguration><![CDATA[{"slideVersion":0,"isValidatorEnabled":false,"isLocked":false,"elementsMetadata":[],"slideId":"638561260692726484","enableDocumentContentUpdater":true,"version":"1.12"}]]></TemplafySlideTemplateConfiguration>
</file>

<file path=customXml/item53.xml><?xml version="1.0" encoding="utf-8"?>
<TemplafySlideTemplateConfiguration><![CDATA[{"slideVersion":0,"isValidatorEnabled":false,"isLocked":false,"elementsMetadata":[],"slideId":"638561260698508957","enableDocumentContentUpdater":true,"version":"1.12"}]]></TemplafySlideTemplateConfiguration>
</file>

<file path=customXml/item54.xml><?xml version="1.0" encoding="utf-8"?>
<TemplafySlideFormConfiguration><![CDATA[{"formFields":[],"formDataEntries":[]}]]></TemplafySlideFormConfiguration>
</file>

<file path=customXml/item55.xml><?xml version="1.0" encoding="utf-8"?>
<TemplafySlideFormConfiguration><![CDATA[{"formFields":[],"formDataEntries":[]}]]></TemplafySlideFormConfiguration>
</file>

<file path=customXml/item56.xml><?xml version="1.0" encoding="utf-8"?>
<TemplafySlideTemplateConfiguration><![CDATA[{"slideVersion":0,"isValidatorEnabled":false,"isLocked":false,"elementsMetadata":[],"slideId":"638484391024063261","enableDocumentContentUpdater":true,"version":"1.12"}]]></TemplafySlideTemplateConfiguration>
</file>

<file path=customXml/item57.xml><?xml version="1.0" encoding="utf-8"?>
<TemplafySlideTemplateConfiguration><![CDATA[{"slideVersion":0,"isValidatorEnabled":false,"isLocked":false,"elementsMetadata":[],"slideId":"638484391022969634","enableDocumentContentUpdater":true,"version":"1.12"}]]></TemplafySlideTemplateConfiguration>
</file>

<file path=customXml/item58.xml><?xml version="1.0" encoding="utf-8"?>
<TemplafySlideFormConfiguration><![CDATA[{"formFields":[],"formDataEntries":[]}]]></TemplafySlideFormConfiguration>
</file>

<file path=customXml/item59.xml><?xml version="1.0" encoding="utf-8"?>
<TemplafySlideFormConfiguration><![CDATA[{"formFields":[],"formDataEntries":[]}]]></TemplafySlideFormConfiguration>
</file>

<file path=customXml/item60.xml><?xml version="1.0" encoding="utf-8"?>
<TemplafySlideTemplateConfiguration><![CDATA[{"slideVersion":0,"isValidatorEnabled":false,"isLocked":false,"elementsMetadata":[],"slideId":"638543060511074057","enableDocumentContentUpdater":true,"version":"1.12"}]]></TemplafySlideTemplateConfiguration>
</file>

<file path=customXml/item61.xml><?xml version="1.0" encoding="utf-8"?>
<TemplafySlideFormConfiguration><![CDATA[{"formFields":[],"formDataEntries":[]}]]></TemplafySlideFormConfiguration>
</file>

<file path=customXml/item62.xml><?xml version="1.0" encoding="utf-8"?>
<TemplafyTemplateConfiguration><![CDATA[{"elementsMetadata":[{"type":"shape","id":"b8b110c0-472a-476d-bd6d-f5301124faf2","elementConfiguration":{"format":"yyyy","binding":"Form.Date","visibility":{"action":"hide","operator":"equals","compareValue":""},"disableUpdates":false,"type":"date"}},{"type":"shape","id":"65f495f6-1328-458c-a1c6-edd62d10c90d","elementConfiguration":{"inheritDimensions":"inheritHeight","binding":"Form.Cover.Cover","visibility":{"action":"hide","operator":"equals","compareValue":""},"disableUpdates":false,"type":"image"}},{"type":"shape","id":"01086e7f-efd7-4773-9e55-c5d687741ac5","elementConfiguration":{"disableUpdates":false,"type":"text"}},{"type":"shape","id":"6c258b43-340d-4ad2-926d-944cff8580d9","elementConfiguration":{"visibility":{"action":"hide","binding":"UserProfile.DirectPhone","operator":"equals","compareValue":""},"disableUpdates":false,"type":"text"}},{"type":"shape","id":"bf834440-4f73-4102-b14d-42a3668bb7c1","elementConfiguration":{"visibility":{"action":"hide","binding":"UserProfile.Email","operator":"equals","compareValue":""},"disableUpdates":false,"type":"text"}},{"type":"shape","id":"5e602f12-76ee-437a-93c0-341040742d4e","elementConfiguration":{"binding":"Translations.pp_Created","disableUpdates":false,"type":"text"}},{"type":"shape","id":"ef3955bf-f7c5-427d-9ee5-da5d18a4a989","elementConfiguration":{"binding":"Form.Title","visibility":{"action":"hide","operator":"equals","compareValue":""},"disableUpdates":false,"type":"text"}},{"type":"shape","id":"45e9f55f-df10-4c64-bc90-1a3096a0ac66","elementConfiguration":{"binding":"Form.CompanyName","visibility":{"action":"hide","operator":"equals","compareValue":""},"disableUpdates":false,"type":"text"}},{"type":"shape","id":"db0f67c8-80ae-4300-9b1a-7fb4b847cdd7","elementConfiguration":{"binding":"UserProfile.Name","visibility":{"action":"hide","operator":"equals","compareValue":""},"disableUpdates":false,"type":"text"}},{"type":"shape","id":"c9de9106-ddc1-461e-8c2e-2dedf22f1933","elementConfiguration":{"binding":"UserProfile.Title","visibility":{"action":"hide","operator":"equals","compareValue":""},"disableUpdates":false,"type":"text"}},{"type":"shape","id":"24544b6f-8f00-497d-ae60-df7e3f00ea54","elementConfiguration":{"binding":"UserProfile.DirectPhone","visibility":{"action":"hide","operator":"equals","compareValue":""},"disableUpdates":false,"type":"text"}},{"type":"shape","id":"1ab1064b-8058-4c08-98a9-6d74a309f9ee","elementConfiguration":{"binding":"UserProfile.Email","visibility":{"action":"hide","operator":"equals","compareValue":""},"disableUpdates":false,"type":"text"}},{"type":"shape","id":"6fc65d91-8cd7-49e5-be01-7f324c5953c3","elementConfiguration":{"format":"{{DateFormats.GeneralDate}}","binding":"Form.Date","disableUpdates":false,"type":"date"}},{"type":"shape","id":"f901b95b-d28c-4540-bf6d-6411aeaff87b","elementConfiguration":{"disableUpdates":false,"type":"text"}},{"type":"shape","id":"d66c101a-6ad5-43f5-bab1-e04a35dfc390","elementConfiguration":{"binding":"Translations.pp_Prepared","disableUpdates":false,"type":"text"}},{"type":"shape","id":"85261c80-4716-4982-a2ed-55f7c8d506eb","elementConfiguration":{"binding":"Translations.pp_For","disableUpdates":false,"type":"text"}},{"type":"shape","id":"1a166894-2ef1-495d-8644-485843fa1758","elementConfiguration":{"inheritDimensions":"inheritHeight","binding":"Form.Cover.Cover","visibility":{"action":"hide","operator":"equals","compareValue":""},"disableUpdates":false,"type":"image"}},{"type":"shape","id":"12b3e115-cb52-4469-96c6-2741d56b261f","elementConfiguration":{"disableUpdates":false,"type":"text"}},{"type":"shape","id":"5a069fb3-045d-46ef-9b65-d9c5624478a5","elementConfiguration":{"visibility":{"action":"hide","binding":"UserProfile.DirectPhone","operator":"equals","compareValue":""},"disableUpdates":false,"type":"text"}},{"type":"shape","id":"342463e9-4672-48a9-a017-e360087f9d16","elementConfiguration":{"visibility":{"action":"hide","binding":"UserProfile.Email","operator":"equals","compareValue":""},"disableUpdates":false,"type":"text"}},{"type":"shape","id":"adda932d-027b-4b6e-94fd-5167a395d24d","elementConfiguration":{"binding":"Translations.pp_Created","disableUpdates":false,"type":"text"}},{"type":"shape","id":"186c8953-c1c1-49eb-a4e4-b00d109875de","elementConfiguration":{"binding":"Form.Title","visibility":{"action":"hide","operator":"equals","compareValue":""},"disableUpdates":false,"type":"text"}},{"type":"shape","id":"49f03d5b-0c5b-4920-bc57-ea91f9166c5c","elementConfiguration":{"binding":"Form.CompanyName","visibility":{"action":"hide","operator":"equals","compareValue":""},"disableUpdates":false,"type":"text"}},{"type":"shape","id":"5c28f7b6-6299-4671-af5e-e4c5642b8705","elementConfiguration":{"binding":"UserProfile.Name","visibility":{"action":"hide","operator":"equals","compareValue":""},"disableUpdates":false,"type":"text"}},{"type":"shape","id":"af27bc5c-ce30-4b12-82d9-887ae44c2dbb","elementConfiguration":{"binding":"UserProfile.Title","visibility":{"action":"hide","operator":"equals","compareValue":""},"disableUpdates":false,"type":"text"}},{"type":"shape","id":"f5e211d6-c980-4d4a-b0d8-f7fd11103364","elementConfiguration":{"binding":"UserProfile.DirectPhone","visibility":{"action":"hide","operator":"equals","compareValue":""},"disableUpdates":false,"type":"text"}},{"type":"shape","id":"e7a0271b-bbcf-40a4-823b-177c038cea27","elementConfiguration":{"binding":"UserProfile.Email","visibility":{"action":"hide","operator":"equals","compareValue":""},"disableUpdates":false,"type":"text"}},{"type":"shape","id":"26ba37a9-ef71-41b5-b365-871919a9f2af","elementConfiguration":{"format":"{{DateFormats.GeneralDate}}","binding":"Form.Date","disableUpdates":false,"type":"date"}},{"type":"shape","id":"f7a96b69-9d5d-411a-b128-4089daca3688","elementConfiguration":{"disableUpdates":false,"type":"text"}},{"type":"shape","id":"73ee16fc-2ac7-4cd5-8146-54d5cdef10f1","elementConfiguration":{"binding":"Translations.pp_Prepared","disableUpdates":false,"type":"text"}},{"type":"shape","id":"b2d643bf-8ac5-4189-8810-96d391fa972b","elementConfiguration":{"binding":"Translations.pp_For","disableUpdates":false,"type":"text"}},{"type":"shape","id":"623dacbd-ad20-45db-81f1-ec0a7268f16d","elementConfiguration":{"inheritDimensions":"inheritNone","width":"9 cm","binding":"Form.Cover.Logo","visibility":{"action":"hide","operator":"equals","compareValue":""},"disableUpdates":false,"type":"image"}}],"transformationConfigurations":[],"templateName":"","templateDescription":"","enableDocumentContentUpdater":true,"version":"1.12"}]]></TemplafyTemplateConfiguration>
</file>

<file path=customXml/item63.xml><?xml version="1.0" encoding="utf-8"?>
<TemplafySlideFormConfiguration><![CDATA[{"formFields":[],"formDataEntries":[]}]]></TemplafySlideFormConfiguration>
</file>

<file path=customXml/item64.xml><?xml version="1.0" encoding="utf-8"?>
<TemplafySlideFormConfiguration><![CDATA[{"formFields":[],"formDataEntries":[]}]]></TemplafySlideFormConfiguration>
</file>

<file path=customXml/item65.xml><?xml version="1.0" encoding="utf-8"?>
<TemplafySlideTemplateConfiguration><![CDATA[{"slideVersion":0,"isValidatorEnabled":false,"isLocked":false,"elementsMetadata":[],"slideId":"638484391029532086","enableDocumentContentUpdater":true,"version":"1.12"}]]></TemplafySlideTemplateConfiguration>
</file>

<file path=customXml/item66.xml><?xml version="1.0" encoding="utf-8"?>
<TemplafySlideFormConfiguration><![CDATA[{"formFields":[],"formDataEntries":[]}]]></TemplafySlideFormConfiguration>
</file>

<file path=customXml/item67.xml><?xml version="1.0" encoding="utf-8"?>
<TemplafySlideTemplateConfiguration><![CDATA[{"slideVersion":0,"isValidatorEnabled":false,"isLocked":false,"elementsMetadata":[],"slideId":"638561260702570452","enableDocumentContentUpdater":true,"version":"1.12"}]]></TemplafySlideTemplateConfiguration>
</file>

<file path=customXml/item68.xml><?xml version="1.0" encoding="utf-8"?>
<TemplafySlideFormConfiguration><![CDATA[{"formFields":[],"formDataEntries":[]}]]></TemplafySlideFormConfiguration>
</file>

<file path=customXml/item69.xml><?xml version="1.0" encoding="utf-8"?>
<TemplafySlideFormConfiguration><![CDATA[{"formFields":[],"formDataEntries":[]}]]></TemplafySlideFormConfiguration>
</file>

<file path=customXml/item70.xml><?xml version="1.0" encoding="utf-8"?>
<TemplafyFormConfiguration><![CDATA[{"formFields":[{"required":true,"helpTexts":{"prefix":"","postfix":""},"spacing":{},"type":"datePicker","name":"Date","label":"Date","fullyQualifiedName":"Date"},{"required":false,"placeholder":"","lines":0,"helpTexts":{"prefix":"","postfix":""},"spacing":{},"type":"textBox","name":"Title","label":"Title:","fullyQualifiedName":"Title"},{"required":false,"placeholder":"","lines":0,"helpTexts":{"prefix":"","postfix":""},"spacing":{},"type":"textBox","name":"CompanyName","label":"For Company:","fullyQualifiedName":"CompanyName"},{"dataSource":"ERA GROUP - COVERS","displayColumn":"covertype","hideIfNoUserInteractionRequired":false,"distinct":true,"required":true,"autoSelectFirstOption":false,"helpTexts":{"prefix":"","postfix":""},"spacing":{},"type":"dropDown","name":"Category","label":"Select Cover:","fullyQualifiedName":"Category"},{"dataSource":"ERA GROUP - COVERS","displayColumn":"cover","filter":{"column":"covertype","otherFieldName":"Category","fullyQualifiedOtherFieldName":"Category","otherFieldColumn":"covertype","formReference":"none","operator":"equals"},"hideIfNoUserInteractionRequired":false,"distinct":true,"required":true,"autoSelectFirstOption":false,"helpTexts":{"prefix":"","postfix":""},"spacing":{},"type":"dropDown","name":"Cover","label":"Select Cover:","fullyQualifiedName":"Cover"}],"formDataEntries":[{"name":"Date","value":"nNmTZvrbRfjF5DzwLo4fcQ=="},{"name":"Category","value":"9+B98yTsR7/iM8X+daB5zQ=="},{"name":"Cover","value":"EiC64xNeM7R3S4Pbcdx7Kw=="}]}]]></TemplafyFormConfiguration>
</file>

<file path=customXml/item71.xml><?xml version="1.0" encoding="utf-8"?>
<TemplafySlideTemplateConfiguration><![CDATA[{"slideVersion":0,"isValidatorEnabled":false,"isLocked":false,"elementsMetadata":[],"slideId":"638561260693507746","enableDocumentContentUpdater":true,"version":"1.12"}]]></TemplafySlideTemplateConfiguration>
</file>

<file path=customXml/item72.xml><?xml version="1.0" encoding="utf-8"?>
<TemplafySlideFormConfiguration><![CDATA[{"formFields":[],"formDataEntries":[]}]]></TemplafySlideFormConfiguration>
</file>

<file path=customXml/item73.xml><?xml version="1.0" encoding="utf-8"?>
<TemplafySlideTemplateConfiguration><![CDATA[{"slideVersion":0,"isValidatorEnabled":false,"isLocked":false,"elementsMetadata":[],"slideId":"638484391012969655","enableDocumentContentUpdater":true,"version":"1.12"}]]></TemplafySlideTemplateConfiguration>
</file>

<file path=customXml/item74.xml><?xml version="1.0" encoding="utf-8"?>
<TemplafySlideTemplateConfiguration><![CDATA[{"slideVersion":0,"isValidatorEnabled":false,"isLocked":false,"elementsMetadata":[],"slideId":"638484391031407191","enableDocumentContentUpdater":true,"version":"1.12"}]]></TemplafySlideTemplateConfiguration>
</file>

<file path=customXml/item75.xml><?xml version="1.0" encoding="utf-8"?>
<TemplafySlideTemplateConfiguration><![CDATA[{"slideVersion":0,"isValidatorEnabled":false,"isLocked":false,"elementsMetadata":[],"slideId":"638543060508105238","enableDocumentContentUpdater":true,"version":"1.12"}]]></TemplafySlideTemplateConfiguration>
</file>

<file path=customXml/item76.xml><?xml version="1.0" encoding="utf-8"?>
<TemplafySlideTemplateConfiguration><![CDATA[{"slideVersion":0,"isValidatorEnabled":false,"isLocked":false,"elementsMetadata":[],"slideId":"638561260701007908","enableDocumentContentUpdater":true,"version":"1.12"}]]></TemplafySlideTemplateConfiguration>
</file>

<file path=customXml/item77.xml><?xml version="1.0" encoding="utf-8"?>
<TemplafySlideFormConfiguration><![CDATA[{"formFields":[],"formDataEntries":[]}]]></TemplafySlideFormConfiguration>
</file>

<file path=customXml/item78.xml><?xml version="1.0" encoding="utf-8"?>
<TemplafySlideTemplateConfiguration><![CDATA[{"slideVersion":0,"isValidatorEnabled":false,"isLocked":false,"elementsMetadata":[],"slideId":"638484391021719502","enableDocumentContentUpdater":true,"version":"1.12"}]]></TemplafySlideTemplateConfiguration>
</file>

<file path=customXml/item79.xml><?xml version="1.0" encoding="utf-8"?>
<TemplafySlideFormConfiguration><![CDATA[{"formFields":[],"formDataEntries":[]}]]></TemplafySlideFormConfiguration>
</file>

<file path=customXml/item80.xml><?xml version="1.0" encoding="utf-8"?>
<TemplafySlideTemplateConfiguration><![CDATA[{"slideVersion":0,"isValidatorEnabled":false,"isLocked":false,"elementsMetadata":[],"slideId":"638484391023750837","enableDocumentContentUpdater":true,"version":"1.12"}]]></TemplafySlideTemplateConfiguration>
</file>

<file path=customXml/item81.xml><?xml version="1.0" encoding="utf-8"?>
<TemplafySlideFormConfiguration><![CDATA[{"formFields":[],"formDataEntries":[]}]]></TemplafySlideFormConfiguration>
</file>

<file path=customXml/item82.xml><?xml version="1.0" encoding="utf-8"?>
<TemplafySlideTemplateConfiguration><![CDATA[{"slideVersion":0,"isValidatorEnabled":false,"isLocked":false,"elementsMetadata":[],"slideId":"638561260691788953","enableDocumentContentUpdater":true,"version":"1.12"}]]></TemplafySlideTemplateConfiguration>
</file>

<file path=customXml/item83.xml><?xml version="1.0" encoding="utf-8"?>
<TemplafySlideFormConfiguration><![CDATA[{"formFields":[],"formDataEntries":[]}]]></TemplafySlideFormConfiguration>
</file>

<file path=customXml/item84.xml><?xml version="1.0" encoding="utf-8"?>
<TemplafySlideTemplateConfiguration><![CDATA[{"slideVersion":0,"isValidatorEnabled":false,"isLocked":false,"elementsMetadata":[],"slideId":"638484391011094512","enableDocumentContentUpdater":true,"version":"1.12"}]]></TemplafySlideTemplateConfiguration>
</file>

<file path=customXml/item85.xml><?xml version="1.0" encoding="utf-8"?>
<TemplafySlideTemplateConfiguration><![CDATA[{"slideVersion":0,"isValidatorEnabled":false,"isLocked":false,"elementsMetadata":[],"slideId":"638484391022813284","enableDocumentContentUpdater":true,"version":"1.12"}]]></TemplafySlideTemplateConfiguration>
</file>

<file path=customXml/item86.xml><?xml version="1.0" encoding="utf-8"?>
<TemplafySlideTemplateConfiguration><![CDATA[{"slideVersion":0,"isValidatorEnabled":false,"isLocked":false,"elementsMetadata":[],"slideId":"638561260691678230","enableDocumentContentUpdater":true,"version":"1.12"}]]></TemplafySlideTemplateConfiguration>
</file>

<file path=customXml/item87.xml><?xml version="1.0" encoding="utf-8"?>
<TemplafySlideFormConfiguration><![CDATA[{"formFields":[],"formDataEntries":[]}]]></TemplafySlideFormConfiguration>
</file>

<file path=customXml/item88.xml><?xml version="1.0" encoding="utf-8"?>
<TemplafySlideFormConfiguration><![CDATA[{"formFields":[],"formDataEntries":[]}]]></TemplafySlideFormConfiguration>
</file>

<file path=customXml/item89.xml><?xml version="1.0" encoding="utf-8"?>
<TemplafySlideFormConfiguration><![CDATA[{"formFields":[],"formDataEntries":[]}]]></TemplafySlideFormConfiguration>
</file>

<file path=customXml/item90.xml><?xml version="1.0" encoding="utf-8"?>
<TemplafySlideFormConfiguration><![CDATA[{"formFields":[],"formDataEntries":[]}]]></TemplafySlideFormConfiguration>
</file>

<file path=customXml/item91.xml><?xml version="1.0" encoding="utf-8"?>
<TemplafySlideTemplateConfiguration><![CDATA[{"slideVersion":0,"isValidatorEnabled":false,"isLocked":false,"elementsMetadata":[],"slideId":"638561260702257939","enableDocumentContentUpdater":true,"version":"1.12"}]]></TemplafySlideTemplateConfiguration>
</file>

<file path=customXml/item92.xml><?xml version="1.0" encoding="utf-8"?>
<TemplafySlideFormConfiguration><![CDATA[{"formFields":[],"formDataEntries":[]}]]></TemplafySlideFormConfiguration>
</file>

<file path=customXml/item93.xml><?xml version="1.0" encoding="utf-8"?>
<TemplafySlideFormConfiguration><![CDATA[{"formFields":[],"formDataEntries":[]}]]></TemplafySlideFormConfiguration>
</file>

<file path=customXml/item94.xml><?xml version="1.0" encoding="utf-8"?>
<TemplafySlideTemplateConfiguration><![CDATA[{"slideVersion":0,"isValidatorEnabled":false,"isLocked":false,"elementsMetadata":[],"slideId":"638543060511386527","enableDocumentContentUpdater":true,"version":"1.12"}]]></TemplafySlideTemplateConfiguration>
</file>

<file path=customXml/item95.xml><?xml version="1.0" encoding="utf-8"?>
<TemplafySlideTemplateConfiguration><![CDATA[{"slideVersion":0,"isValidatorEnabled":false,"isLocked":false,"elementsMetadata":[],"slideId":"638543060510292847","enableDocumentContentUpdater":true,"version":"1.12"}]]></TemplafySlideTemplateConfiguration>
</file>

<file path=customXml/item96.xml><?xml version="1.0" encoding="utf-8"?>
<TemplafySlideTemplateConfiguration><![CDATA[{"slideVersion":0,"isValidatorEnabled":false,"isLocked":false,"elementsMetadata":[],"slideId":"638543060512480395","enableDocumentContentUpdater":true,"version":"1.12"}]]></TemplafySlideTemplateConfiguration>
</file>

<file path=customXml/item97.xml><?xml version="1.0" encoding="utf-8"?>
<TemplafySlideTemplateConfiguration><![CDATA[{"slideVersion":0,"isValidatorEnabled":false,"isLocked":false,"elementsMetadata":[],"slideId":"638484391027188447","enableDocumentContentUpdater":true,"version":"1.12"}]]></TemplafySlideTemplateConfiguration>
</file>

<file path=customXml/item98.xml><?xml version="1.0" encoding="utf-8"?>
<TemplafySlideFormConfiguration><![CDATA[{"formFields":[],"formDataEntries":[]}]]></TemplafySlideFormConfiguration>
</file>

<file path=customXml/item99.xml><?xml version="1.0" encoding="utf-8"?>
<TemplafySlideFormConfiguration><![CDATA[{"formFields":[],"formDataEntries":[]}]]></TemplafySlideFormConfiguration>
</file>

<file path=customXml/item100.xml><?xml version="1.0" encoding="utf-8"?>
<TemplafySlideFormConfiguration><![CDATA[{"formFields":[],"formDataEntries":[]}]]></TemplafySlideFormConfiguration>
</file>

<file path=customXml/item101.xml><?xml version="1.0" encoding="utf-8"?>
<TemplafySlideTemplateConfiguration><![CDATA[{"slideVersion":0,"isValidatorEnabled":false,"isLocked":false,"elementsMetadata":[],"slideId":"638561260693351588","enableDocumentContentUpdater":true,"version":"1.12"}]]></TemplafySlideTemplateConfiguration>
</file>

<file path=customXml/item102.xml><?xml version="1.0" encoding="utf-8"?>
<TemplafySlideTemplateConfiguration><![CDATA[{"slideVersion":0,"isValidatorEnabled":false,"isLocked":false,"elementsMetadata":[],"slideId":"638484391023438407","enableDocumentContentUpdater":true,"version":"1.12"}]]></TemplafySlideTemplateConfiguration>
</file>

<file path=customXml/item103.xml><?xml version="1.0" encoding="utf-8"?>
<TemplafySlideFormConfiguration><![CDATA[{"formFields":[],"formDataEntries":[]}]]></TemplafySlideFormConfiguration>
</file>

<file path=customXml/item104.xml><?xml version="1.0" encoding="utf-8"?>
<TemplafySlideTemplateConfiguration><![CDATA[{"slideVersion":0,"isValidatorEnabled":false,"isLocked":false,"elementsMetadata":[],"slideId":"638561260691320184","enableDocumentContentUpdater":true,"version":"1.12"}]]></TemplafySlideTemplateConfiguration>
</file>

<file path=customXml/item105.xml><?xml version="1.0" encoding="utf-8"?>
<TemplafySlideFormConfiguration><![CDATA[{"formFields":[],"formDataEntries":[]}]]></TemplafySlideFormConfiguration>
</file>

<file path=customXml/item106.xml><?xml version="1.0" encoding="utf-8"?>
<TemplafySlideFormConfiguration><![CDATA[{"formFields":[],"formDataEntries":[]}]]></TemplafySlideFormConfiguration>
</file>

<file path=customXml/item107.xml><?xml version="1.0" encoding="utf-8"?>
<TemplafySlideFormConfiguration><![CDATA[{"formFields":[],"formDataEntries":[]}]]></TemplafySlideFormConfiguration>
</file>

<file path=customXml/item108.xml><?xml version="1.0" encoding="utf-8"?>
<TemplafySlideTemplateConfiguration><![CDATA[{"slideVersion":0,"isValidatorEnabled":false,"isLocked":false,"elementsMetadata":[],"slideId":"638543060488105036","enableDocumentContentUpdater":true,"version":"1.12"}]]></TemplafySlideTemplateConfiguration>
</file>

<file path=customXml/item109.xml><?xml version="1.0" encoding="utf-8"?>
<TemplafySlideTemplateConfiguration><![CDATA[{"slideVersion":0,"isValidatorEnabled":false,"isLocked":false,"elementsMetadata":[],"slideId":"638561260701945431","enableDocumentContentUpdater":true,"version":"1.12"}]]></TemplafySlideTemplateConfiguration>
</file>

<file path=customXml/item110.xml><?xml version="1.0" encoding="utf-8"?>
<TemplafySlideFormConfiguration><![CDATA[{"formFields":[],"formDataEntries":[]}]]></TemplafySlideFormConfiguration>
</file>

<file path=customXml/item111.xml><?xml version="1.0" encoding="utf-8"?>
<TemplafySlideFormConfiguration><![CDATA[{"formFields":[],"formDataEntries":[]}]]></TemplafySlideFormConfiguration>
</file>

<file path=customXml/item112.xml><?xml version="1.0" encoding="utf-8"?>
<TemplafySlideFormConfiguration><![CDATA[{"formFields":[],"formDataEntries":[]}]]></TemplafySlideFormConfiguration>
</file>

<file path=customXml/item113.xml><?xml version="1.0" encoding="utf-8"?>
<TemplafySlideFormConfiguration><![CDATA[{"formFields":[],"formDataEntries":[]}]]></TemplafySlideFormConfiguration>
</file>

<file path=customXml/item114.xml><?xml version="1.0" encoding="utf-8"?>
<TemplafySlideTemplateConfiguration><![CDATA[{"slideVersion":0,"isValidatorEnabled":false,"isLocked":false,"elementsMetadata":[],"slideId":"638543060487323784","enableDocumentContentUpdater":true,"version":"1.12"}]]></TemplafySlideTemplateConfiguration>
</file>

<file path=customXml/item115.xml><?xml version="1.0" encoding="utf-8"?>
<TemplafySlideFormConfiguration><![CDATA[{"formFields":[],"formDataEntries":[]}]]></TemplafySlideFormConfiguration>
</file>

<file path=customXml/item116.xml><?xml version="1.0" encoding="utf-8"?>
<TemplafySlideFormConfiguration><![CDATA[{"formFields":[],"formDataEntries":[]}]]></TemplafySlideFormConfiguration>
</file>

<file path=customXml/item117.xml><?xml version="1.0" encoding="utf-8"?>
<TemplafySlideTemplateConfiguration><![CDATA[{"slideVersion":0,"isValidatorEnabled":false,"isLocked":false,"elementsMetadata":[],"slideId":"638484391029375834","enableDocumentContentUpdater":true,"version":"1.12"}]]></TemplafySlideTemplateConfiguration>
</file>

<file path=customXml/item118.xml><?xml version="1.0" encoding="utf-8"?>
<TemplafySlideTemplateConfiguration><![CDATA[{"slideVersion":0,"isValidatorEnabled":false,"isLocked":false,"elementsMetadata":[],"slideId":"638543060518574129","enableDocumentContentUpdater":true,"version":"1.12"}]]></TemplafySlideTemplateConfiguration>
</file>

<file path=customXml/item119.xml><?xml version="1.0" encoding="utf-8"?>
<TemplafySlideTemplateConfiguration><![CDATA[{"slideVersion":0,"isValidatorEnabled":false,"isLocked":false,"elementsMetadata":[],"slideId":"638484391028126077","enableDocumentContentUpdater":true,"version":"1.12"}]]></TemplafySlideTemplateConfiguration>
</file>

<file path=customXml/item120.xml><?xml version="1.0" encoding="utf-8"?>
<TemplafySlideTemplateConfiguration><![CDATA[{"slideVersion":0,"isValidatorEnabled":false,"isLocked":false,"elementsMetadata":[],"slideId":"638484391030469618","enableDocumentContentUpdater":true,"version":"1.12"}]]></TemplafySlideTemplateConfiguration>
</file>

<file path=customXml/item121.xml><?xml version="1.0" encoding="utf-8"?>
<TemplafySlideTemplateConfiguration><![CDATA[{"slideVersion":0,"isValidatorEnabled":false,"isLocked":false,"elementsMetadata":[],"slideId":"638543060509980290","enableDocumentContentUpdater":true,"version":"1.12"}]]></TemplafySlideTemplateConfiguration>
</file>

<file path=customXml/item122.xml><?xml version="1.0" encoding="utf-8"?>
<TemplafySlideTemplateConfiguration><![CDATA[{"slideVersion":0,"isValidatorEnabled":false,"isLocked":false,"elementsMetadata":[],"slideId":"638543060512167788","enableDocumentContentUpdater":true,"version":"1.12"}]]></TemplafySlideTemplateConfiguration>
</file>

<file path=customXml/item123.xml><?xml version="1.0" encoding="utf-8"?>
<TemplafySlideFormConfiguration><![CDATA[{"formFields":[],"formDataEntries":[]}]]></TemplafySlideFormConfiguration>
</file>

<file path=customXml/item124.xml><?xml version="1.0" encoding="utf-8"?>
<TemplafySlideTemplateConfiguration><![CDATA[{"slideVersion":0,"isValidatorEnabled":false,"isLocked":false,"elementsMetadata":[],"slideId":"638561260702882959","enableDocumentContentUpdater":true,"version":"1.12"}]]></TemplafySlideTemplateConfiguration>
</file>

<file path=customXml/item125.xml><?xml version="1.0" encoding="utf-8"?>
<TemplafySlideTemplateConfiguration><![CDATA[{"slideVersion":0,"isValidatorEnabled":false,"isLocked":false,"elementsMetadata":[],"slideId":"638543060489042572","enableDocumentContentUpdater":true,"version":"1.12"}]]></TemplafySlideTemplateConfiguration>
</file>

<file path=customXml/item126.xml><?xml version="1.0" encoding="utf-8"?>
<TemplafySlideTemplateConfiguration><![CDATA[{"slideVersion":0,"isValidatorEnabled":false,"isLocked":false,"elementsMetadata":[],"slideId":"638561260692882744","enableDocumentContentUpdater":true,"version":"1.12"}]]></TemplafySlideTemplateConfiguration>
</file>

<file path=customXml/item127.xml><?xml version="1.0" encoding="utf-8"?>
<TemplafySlideFormConfiguration><![CDATA[{"formFields":[],"formDataEntries":[]}]]></TemplafySlideFormConfiguration>
</file>

<file path=customXml/item128.xml><?xml version="1.0" encoding="utf-8"?>
<TemplafySlideTemplateConfiguration><![CDATA[{"slideVersion":0,"isValidatorEnabled":false,"isLocked":false,"elementsMetadata":[],"slideId":"638484391023282141","enableDocumentContentUpdater":true,"version":"1.12"}]]></TemplafySlideTemplateConfiguration>
</file>

<file path=customXml/item129.xml><?xml version="1.0" encoding="utf-8"?>
<TemplafySlideFormConfiguration><![CDATA[{"formFields":[],"formDataEntries":[]}]]></TemplafySlideFormConfiguration>
</file>

<file path=customXml/item130.xml><?xml version="1.0" encoding="utf-8"?>
<TemplafySlideFormConfiguration><![CDATA[{"formFields":[],"formDataEntries":[]}]]></TemplafySlideFormConfiguration>
</file>

<file path=customXml/item131.xml><?xml version="1.0" encoding="utf-8"?>
<TemplafySlideTemplateConfiguration><![CDATA[{"slideVersion":0,"isValidatorEnabled":false,"isLocked":false,"elementsMetadata":[],"slideId":"638561260679132419","enableDocumentContentUpdater":true,"version":"1.12"}]]></TemplafySlideTemplateConfiguration>
</file>

<file path=customXml/item132.xml><?xml version="1.0" encoding="utf-8"?>
<TemplafySlideTemplateConfiguration><![CDATA[{"slideVersion":0,"isValidatorEnabled":false,"isLocked":false,"elementsMetadata":[],"slideId":"638484391011094512","enableDocumentContentUpdater":true,"version":"1.12"}]]></TemplafySlideTemplateConfiguration>
</file>

<file path=customXml/item133.xml><?xml version="1.0" encoding="utf-8"?>
<TemplafySlideTemplateConfiguration><![CDATA[{"slideVersion":0,"isValidatorEnabled":false,"isLocked":false,"elementsMetadata":[],"slideId":"638543060509199020","enableDocumentContentUpdater":true,"version":"1.12"}]]></TemplafySlideTemplateConfiguration>
</file>

<file path=customXml/item134.xml><?xml version="1.0" encoding="utf-8"?>
<TemplafySlideFormConfiguration><![CDATA[{"formFields":[],"formDataEntries":[]}]]></TemplafySlideFormConfiguration>
</file>

<file path=customXml/item135.xml><?xml version="1.0" encoding="utf-8"?>
<TemplafySlideFormConfiguration><![CDATA[{"formFields":[],"formDataEntries":[]}]]></TemplafySlideFormConfiguration>
</file>

<file path=customXml/item136.xml><?xml version="1.0" encoding="utf-8"?>
<TemplafySlideFormConfiguration><![CDATA[{"formFields":[],"formDataEntries":[]}]]></TemplafySlideFormConfiguration>
</file>

<file path=customXml/item137.xml><?xml version="1.0" encoding="utf-8"?>
<TemplafySlideTemplateConfiguration><![CDATA[{"slideVersion":0,"isValidatorEnabled":false,"isLocked":false,"elementsMetadata":[],"slideId":"638561260692101472","enableDocumentContentUpdater":true,"version":"1.12"}]]></TemplafySlideTemplateConfiguration>
</file>

<file path=customXml/item138.xml><?xml version="1.0" encoding="utf-8"?>
<TemplafySlideFormConfiguration><![CDATA[{"formFields":[],"formDataEntries":[]}]]></TemplafySlideFormConfiguration>
</file>

<file path=customXml/item139.xml><?xml version="1.0" encoding="utf-8"?>
<TemplafySlideTemplateConfiguration><![CDATA[{"slideVersion":0,"isValidatorEnabled":false,"isLocked":false,"elementsMetadata":[],"slideId":"638561260695851566","enableDocumentContentUpdater":true,"version":"1.12"}]]></TemplafySlideTemplateConfiguration>
</file>

<file path=customXml/item140.xml><?xml version="1.0" encoding="utf-8"?>
<TemplafySlideFormConfiguration><![CDATA[{"formFields":[],"formDataEntries":[]}]]></TemplafySlideFormConfiguration>
</file>

<file path=customXml/item141.xml><?xml version="1.0" encoding="utf-8"?>
<ct:contentTypeSchema xmlns:ct="http://schemas.microsoft.com/office/2006/metadata/contentType" xmlns:ma="http://schemas.microsoft.com/office/2006/metadata/properties/metaAttributes" ct:_="" ma:_="" ma:contentTypeName="Document" ma:contentTypeID="0x010100DC73D5F8C4D3184A93B2BB3982B7730D" ma:contentTypeVersion="21" ma:contentTypeDescription="Create a new document." ma:contentTypeScope="" ma:versionID="8bf0a0deb7d57fc94682055c80b2efa5">
  <xsd:schema xmlns:xsd="http://www.w3.org/2001/XMLSchema" xmlns:xs="http://www.w3.org/2001/XMLSchema" xmlns:p="http://schemas.microsoft.com/office/2006/metadata/properties" xmlns:ns2="825af4c3-aba3-46da-a95e-f4c5afba6861" xmlns:ns3="ec68c494-2c16-4ece-9606-ac9fcdb2d5ce" targetNamespace="http://schemas.microsoft.com/office/2006/metadata/properties" ma:root="true" ma:fieldsID="49a9fc19508d96fab80284af4f1295af" ns2:_="" ns3:_="">
    <xsd:import namespace="825af4c3-aba3-46da-a95e-f4c5afba6861"/>
    <xsd:import namespace="ec68c494-2c16-4ece-9606-ac9fcdb2d5ce"/>
    <xsd:element name="properties">
      <xsd:complexType>
        <xsd:sequence>
          <xsd:element name="documentManagement">
            <xsd:complexType>
              <xsd:all>
                <xsd:element ref="ns2:Thumbnail" minOccurs="0"/>
                <xsd:element ref="ns2:ReleaseDate" minOccurs="0"/>
                <xsd:element ref="ns2:ProjectLead" minOccurs="0"/>
                <xsd:element ref="ns2:Status" minOccurs="0"/>
                <xsd:element ref="ns2:Format" minOccurs="0"/>
                <xsd:element ref="ns2:Notes" minOccurs="0"/>
                <xsd:element ref="ns2:Approver" minOccurs="0"/>
                <xsd:element ref="ns2:Rights"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MediaServiceLocatio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5af4c3-aba3-46da-a95e-f4c5afba6861" elementFormDefault="qualified">
    <xsd:import namespace="http://schemas.microsoft.com/office/2006/documentManagement/types"/>
    <xsd:import namespace="http://schemas.microsoft.com/office/infopath/2007/PartnerControls"/>
    <xsd:element name="Thumbnail" ma:index="8" nillable="true" ma:displayName="Thumbnail" ma:format="Thumbnail" ma:internalName="Thumbnail">
      <xsd:simpleType>
        <xsd:restriction base="dms:Unknown"/>
      </xsd:simpleType>
    </xsd:element>
    <xsd:element name="ReleaseDate" ma:index="9" nillable="true" ma:displayName="Release date" ma:format="DateOnly" ma:internalName="ReleaseDate">
      <xsd:simpleType>
        <xsd:restriction base="dms:DateTime"/>
      </xsd:simpleType>
    </xsd:element>
    <xsd:element name="ProjectLead" ma:index="10" nillable="true" ma:displayName="Project lead" ma:format="Dropdown" ma:list="UserInfo" ma:SharePointGroup="0" ma:internalName="ProjectLead">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atus" ma:index="11" nillable="true" ma:displayName="Status" ma:format="Dropdown" ma:internalName="Status">
      <xsd:simpleType>
        <xsd:restriction base="dms:Choice">
          <xsd:enumeration value="Not started"/>
          <xsd:enumeration value="Approved"/>
          <xsd:enumeration value="In progress"/>
          <xsd:enumeration value="Needs review"/>
          <xsd:enumeration value="Done"/>
        </xsd:restriction>
      </xsd:simpleType>
    </xsd:element>
    <xsd:element name="Format" ma:index="12" nillable="true" ma:displayName="Format" ma:format="Dropdown" ma:internalName="Format">
      <xsd:simpleType>
        <xsd:union memberTypes="dms:Text">
          <xsd:simpleType>
            <xsd:restriction base="dms:Choice">
              <xsd:enumeration value="SD"/>
              <xsd:enumeration value="HD"/>
              <xsd:enumeration value="Full HD"/>
              <xsd:enumeration value="Quad HD"/>
              <xsd:enumeration value="2K video"/>
              <xsd:enumeration value="4K video"/>
              <xsd:enumeration value="8K video"/>
            </xsd:restriction>
          </xsd:simpleType>
        </xsd:union>
      </xsd:simpleType>
    </xsd:element>
    <xsd:element name="Notes" ma:index="13" nillable="true" ma:displayName="Notes" ma:format="Dropdown" ma:internalName="Notes">
      <xsd:simpleType>
        <xsd:restriction base="dms:Note">
          <xsd:maxLength value="255"/>
        </xsd:restriction>
      </xsd:simpleType>
    </xsd:element>
    <xsd:element name="Approver" ma:index="14" nillable="true" ma:displayName="Approver" ma:format="Dropdown" ma:list="UserInfo" ma:SharePointGroup="0" ma:internalName="Approv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ights" ma:index="15" nillable="true" ma:displayName="Rights" ma:format="Dropdown" ma:internalName="Rights">
      <xsd:simpleType>
        <xsd:union memberTypes="dms:Text">
          <xsd:simpleType>
            <xsd:restriction base="dms:Choice">
              <xsd:enumeration value="Royalty free"/>
              <xsd:enumeration value="Rights managed"/>
              <xsd:enumeration value="Fair use"/>
            </xsd:restriction>
          </xsd:simpleType>
        </xsd:union>
      </xsd:simpleType>
    </xsd:element>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588a0cff-c9b7-4a86-b3e1-2985d8ddc063" ma:termSetId="09814cd3-568e-fe90-9814-8d621ff8fb84" ma:anchorId="fba54fb3-c3e1-fe81-a776-ca4b69148c4d" ma:open="true" ma:isKeyword="false">
      <xsd:complexType>
        <xsd:sequence>
          <xsd:element ref="pc:Terms" minOccurs="0" maxOccurs="1"/>
        </xsd:sequence>
      </xsd:complexType>
    </xsd:element>
    <xsd:element name="MediaServiceOCR" ma:index="2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c68c494-2c16-4ece-9606-ac9fcdb2d5ce"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460813ab-7e0d-4892-a307-627acbfba773}" ma:internalName="TaxCatchAll" ma:showField="CatchAllData" ma:web="ec68c494-2c16-4ece-9606-ac9fcdb2d5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42.xml><?xml version="1.0" encoding="utf-8"?>
<?mso-contentType ?>
<FormTemplates xmlns="http://schemas.microsoft.com/sharepoint/v3/contenttype/forms">
  <Display>DocumentLibraryForm</Display>
  <Edit>DocumentLibraryForm</Edit>
  <New>DocumentLibraryForm</New>
</FormTemplates>
</file>

<file path=customXml/item143.xml><?xml version="1.0" encoding="utf-8"?>
<p:properties xmlns:p="http://schemas.microsoft.com/office/2006/metadata/properties" xmlns:xsi="http://www.w3.org/2001/XMLSchema-instance" xmlns:pc="http://schemas.microsoft.com/office/infopath/2007/PartnerControls">
  <documentManagement>
    <Notes xmlns="825af4c3-aba3-46da-a95e-f4c5afba6861" xsi:nil="true"/>
    <ProjectLead xmlns="825af4c3-aba3-46da-a95e-f4c5afba6861">
      <UserInfo>
        <DisplayName/>
        <AccountId xsi:nil="true"/>
        <AccountType/>
      </UserInfo>
    </ProjectLead>
    <Status xmlns="825af4c3-aba3-46da-a95e-f4c5afba6861" xsi:nil="true"/>
    <Format xmlns="825af4c3-aba3-46da-a95e-f4c5afba6861" xsi:nil="true"/>
    <Thumbnail xmlns="825af4c3-aba3-46da-a95e-f4c5afba6861" xsi:nil="true"/>
    <ReleaseDate xmlns="825af4c3-aba3-46da-a95e-f4c5afba6861" xsi:nil="true"/>
    <Approver xmlns="825af4c3-aba3-46da-a95e-f4c5afba6861">
      <UserInfo>
        <DisplayName/>
        <AccountId xsi:nil="true"/>
        <AccountType/>
      </UserInfo>
    </Approver>
    <Rights xmlns="825af4c3-aba3-46da-a95e-f4c5afba6861" xsi:nil="true"/>
    <lcf76f155ced4ddcb4097134ff3c332f xmlns="825af4c3-aba3-46da-a95e-f4c5afba6861">
      <Terms xmlns="http://schemas.microsoft.com/office/infopath/2007/PartnerControls"/>
    </lcf76f155ced4ddcb4097134ff3c332f>
    <TaxCatchAll xmlns="ec68c494-2c16-4ece-9606-ac9fcdb2d5ce" xsi:nil="true"/>
  </documentManagement>
</p:properties>
</file>

<file path=customXml/itemProps1.xml><?xml version="1.0" encoding="utf-8"?>
<ds:datastoreItem xmlns:ds="http://schemas.openxmlformats.org/officeDocument/2006/customXml" ds:itemID="{19364CBA-A981-4347-B537-A1914B8AFA35}">
  <ds:schemaRefs/>
</ds:datastoreItem>
</file>

<file path=customXml/itemProps2.xml><?xml version="1.0" encoding="utf-8"?>
<ds:datastoreItem xmlns:ds="http://schemas.openxmlformats.org/officeDocument/2006/customXml" ds:itemID="{BFC3696E-1503-4FA1-BEA3-21277278938A}">
  <ds:schemaRefs/>
</ds:datastoreItem>
</file>

<file path=customXml/itemProps3.xml><?xml version="1.0" encoding="utf-8"?>
<ds:datastoreItem xmlns:ds="http://schemas.openxmlformats.org/officeDocument/2006/customXml" ds:itemID="{E9FD5735-2548-44D8-BE79-30F4F917916B}">
  <ds:schemaRefs/>
</ds:datastoreItem>
</file>

<file path=customXml/itemProps4.xml><?xml version="1.0" encoding="utf-8"?>
<ds:datastoreItem xmlns:ds="http://schemas.openxmlformats.org/officeDocument/2006/customXml" ds:itemID="{53AE3684-6598-4921-9540-069EEF9D5798}">
  <ds:schemaRefs/>
</ds:datastoreItem>
</file>

<file path=customXml/itemProps5.xml><?xml version="1.0" encoding="utf-8"?>
<ds:datastoreItem xmlns:ds="http://schemas.openxmlformats.org/officeDocument/2006/customXml" ds:itemID="{1315B753-995C-448D-ACD7-F829D7A4FFFE}">
  <ds:schemaRefs/>
</ds:datastoreItem>
</file>

<file path=customXml/itemProps6.xml><?xml version="1.0" encoding="utf-8"?>
<ds:datastoreItem xmlns:ds="http://schemas.openxmlformats.org/officeDocument/2006/customXml" ds:itemID="{90641B86-42F9-4112-BE2E-9EC0D612CFDC}">
  <ds:schemaRefs/>
</ds:datastoreItem>
</file>

<file path=customXml/itemProps7.xml><?xml version="1.0" encoding="utf-8"?>
<ds:datastoreItem xmlns:ds="http://schemas.openxmlformats.org/officeDocument/2006/customXml" ds:itemID="{14EC1629-07C2-4587-89D7-F5D4D3B561F6}">
  <ds:schemaRefs/>
</ds:datastoreItem>
</file>

<file path=customXml/itemProps8.xml><?xml version="1.0" encoding="utf-8"?>
<ds:datastoreItem xmlns:ds="http://schemas.openxmlformats.org/officeDocument/2006/customXml" ds:itemID="{5ABF2E83-8012-41EB-8406-318C21B51BBE}">
  <ds:schemaRefs/>
</ds:datastoreItem>
</file>

<file path=customXml/itemProps9.xml><?xml version="1.0" encoding="utf-8"?>
<ds:datastoreItem xmlns:ds="http://schemas.openxmlformats.org/officeDocument/2006/customXml" ds:itemID="{AA9E8368-D3B3-471F-BFFA-AA2F36FD7118}">
  <ds:schemaRefs/>
</ds:datastoreItem>
</file>

<file path=customXml/itemProps10.xml><?xml version="1.0" encoding="utf-8"?>
<ds:datastoreItem xmlns:ds="http://schemas.openxmlformats.org/officeDocument/2006/customXml" ds:itemID="{9097B338-EAC2-4E5A-B49F-E5D69F505D8F}">
  <ds:schemaRefs/>
</ds:datastoreItem>
</file>

<file path=customXml/itemProps11.xml><?xml version="1.0" encoding="utf-8"?>
<ds:datastoreItem xmlns:ds="http://schemas.openxmlformats.org/officeDocument/2006/customXml" ds:itemID="{9E7E2116-A608-4322-A939-6932D1E0F396}">
  <ds:schemaRefs/>
</ds:datastoreItem>
</file>

<file path=customXml/itemProps12.xml><?xml version="1.0" encoding="utf-8"?>
<ds:datastoreItem xmlns:ds="http://schemas.openxmlformats.org/officeDocument/2006/customXml" ds:itemID="{11B6D804-9AC0-495B-90E4-E9242944C840}">
  <ds:schemaRefs/>
</ds:datastoreItem>
</file>

<file path=customXml/itemProps13.xml><?xml version="1.0" encoding="utf-8"?>
<ds:datastoreItem xmlns:ds="http://schemas.openxmlformats.org/officeDocument/2006/customXml" ds:itemID="{88F819BF-3489-4EF2-907A-FD46F4A54890}">
  <ds:schemaRefs/>
</ds:datastoreItem>
</file>

<file path=customXml/itemProps14.xml><?xml version="1.0" encoding="utf-8"?>
<ds:datastoreItem xmlns:ds="http://schemas.openxmlformats.org/officeDocument/2006/customXml" ds:itemID="{C7533B65-20D2-4E93-97E2-FBC2F2B9D608}">
  <ds:schemaRefs/>
</ds:datastoreItem>
</file>

<file path=customXml/itemProps15.xml><?xml version="1.0" encoding="utf-8"?>
<ds:datastoreItem xmlns:ds="http://schemas.openxmlformats.org/officeDocument/2006/customXml" ds:itemID="{6A1C50C5-5E65-4AB7-B273-CE8882B9844F}">
  <ds:schemaRefs/>
</ds:datastoreItem>
</file>

<file path=customXml/itemProps16.xml><?xml version="1.0" encoding="utf-8"?>
<ds:datastoreItem xmlns:ds="http://schemas.openxmlformats.org/officeDocument/2006/customXml" ds:itemID="{B44BE3A1-09F6-4010-B151-E67445FBB55C}">
  <ds:schemaRefs/>
</ds:datastoreItem>
</file>

<file path=customXml/itemProps17.xml><?xml version="1.0" encoding="utf-8"?>
<ds:datastoreItem xmlns:ds="http://schemas.openxmlformats.org/officeDocument/2006/customXml" ds:itemID="{0A2496AD-4389-4F69-98C1-386F58AD1406}">
  <ds:schemaRefs/>
</ds:datastoreItem>
</file>

<file path=customXml/itemProps18.xml><?xml version="1.0" encoding="utf-8"?>
<ds:datastoreItem xmlns:ds="http://schemas.openxmlformats.org/officeDocument/2006/customXml" ds:itemID="{BDCA968C-485F-418C-919F-2228099EF81E}">
  <ds:schemaRefs/>
</ds:datastoreItem>
</file>

<file path=customXml/itemProps19.xml><?xml version="1.0" encoding="utf-8"?>
<ds:datastoreItem xmlns:ds="http://schemas.openxmlformats.org/officeDocument/2006/customXml" ds:itemID="{D23B1368-6736-4EEB-B8C9-7CFDB8C46D39}">
  <ds:schemaRefs/>
</ds:datastoreItem>
</file>

<file path=customXml/itemProps20.xml><?xml version="1.0" encoding="utf-8"?>
<ds:datastoreItem xmlns:ds="http://schemas.openxmlformats.org/officeDocument/2006/customXml" ds:itemID="{2CF2C72D-437E-45BA-B722-D62DC5B6D920}">
  <ds:schemaRefs/>
</ds:datastoreItem>
</file>

<file path=customXml/itemProps21.xml><?xml version="1.0" encoding="utf-8"?>
<ds:datastoreItem xmlns:ds="http://schemas.openxmlformats.org/officeDocument/2006/customXml" ds:itemID="{A7DF30E1-4D21-4B2F-A2E8-60C198B2BD54}">
  <ds:schemaRefs/>
</ds:datastoreItem>
</file>

<file path=customXml/itemProps22.xml><?xml version="1.0" encoding="utf-8"?>
<ds:datastoreItem xmlns:ds="http://schemas.openxmlformats.org/officeDocument/2006/customXml" ds:itemID="{21E43824-B39B-44C0-949C-FC8BF6A3859C}">
  <ds:schemaRefs/>
</ds:datastoreItem>
</file>

<file path=customXml/itemProps23.xml><?xml version="1.0" encoding="utf-8"?>
<ds:datastoreItem xmlns:ds="http://schemas.openxmlformats.org/officeDocument/2006/customXml" ds:itemID="{6DD9603F-9B7B-4068-A85F-7A1613F0D940}">
  <ds:schemaRefs/>
</ds:datastoreItem>
</file>

<file path=customXml/itemProps24.xml><?xml version="1.0" encoding="utf-8"?>
<ds:datastoreItem xmlns:ds="http://schemas.openxmlformats.org/officeDocument/2006/customXml" ds:itemID="{7C6C8700-DFA1-42C7-BBEB-D3FF628D0237}">
  <ds:schemaRefs/>
</ds:datastoreItem>
</file>

<file path=customXml/itemProps25.xml><?xml version="1.0" encoding="utf-8"?>
<ds:datastoreItem xmlns:ds="http://schemas.openxmlformats.org/officeDocument/2006/customXml" ds:itemID="{CFF135DE-7DBE-43C1-8850-E61EF89202D8}">
  <ds:schemaRefs/>
</ds:datastoreItem>
</file>

<file path=customXml/itemProps26.xml><?xml version="1.0" encoding="utf-8"?>
<ds:datastoreItem xmlns:ds="http://schemas.openxmlformats.org/officeDocument/2006/customXml" ds:itemID="{3D1C1A3C-511A-4369-8030-A61F066EFFA8}">
  <ds:schemaRefs/>
</ds:datastoreItem>
</file>

<file path=customXml/itemProps27.xml><?xml version="1.0" encoding="utf-8"?>
<ds:datastoreItem xmlns:ds="http://schemas.openxmlformats.org/officeDocument/2006/customXml" ds:itemID="{50A6E8A1-21DA-4D40-AB74-93C1197F1434}">
  <ds:schemaRefs/>
</ds:datastoreItem>
</file>

<file path=customXml/itemProps28.xml><?xml version="1.0" encoding="utf-8"?>
<ds:datastoreItem xmlns:ds="http://schemas.openxmlformats.org/officeDocument/2006/customXml" ds:itemID="{88A74018-8D07-4DCE-BB4B-DF9C546397CB}">
  <ds:schemaRefs/>
</ds:datastoreItem>
</file>

<file path=customXml/itemProps29.xml><?xml version="1.0" encoding="utf-8"?>
<ds:datastoreItem xmlns:ds="http://schemas.openxmlformats.org/officeDocument/2006/customXml" ds:itemID="{84CCD1C5-D3E6-42F0-B540-BC7D51D311C1}">
  <ds:schemaRefs/>
</ds:datastoreItem>
</file>

<file path=customXml/itemProps30.xml><?xml version="1.0" encoding="utf-8"?>
<ds:datastoreItem xmlns:ds="http://schemas.openxmlformats.org/officeDocument/2006/customXml" ds:itemID="{075C785F-6474-4A9C-9C4D-3F0876D5E1FF}">
  <ds:schemaRefs/>
</ds:datastoreItem>
</file>

<file path=customXml/itemProps31.xml><?xml version="1.0" encoding="utf-8"?>
<ds:datastoreItem xmlns:ds="http://schemas.openxmlformats.org/officeDocument/2006/customXml" ds:itemID="{E58E4345-9CA0-4922-8169-66C92ED07630}">
  <ds:schemaRefs/>
</ds:datastoreItem>
</file>

<file path=customXml/itemProps32.xml><?xml version="1.0" encoding="utf-8"?>
<ds:datastoreItem xmlns:ds="http://schemas.openxmlformats.org/officeDocument/2006/customXml" ds:itemID="{3944D3C9-ABAE-4D96-8D5F-0521F2C1F9AE}">
  <ds:schemaRefs/>
</ds:datastoreItem>
</file>

<file path=customXml/itemProps33.xml><?xml version="1.0" encoding="utf-8"?>
<ds:datastoreItem xmlns:ds="http://schemas.openxmlformats.org/officeDocument/2006/customXml" ds:itemID="{82E97AAD-0B56-49D2-BE23-24FDA0FFBEF1}">
  <ds:schemaRefs/>
</ds:datastoreItem>
</file>

<file path=customXml/itemProps34.xml><?xml version="1.0" encoding="utf-8"?>
<ds:datastoreItem xmlns:ds="http://schemas.openxmlformats.org/officeDocument/2006/customXml" ds:itemID="{923E5FED-965A-4147-BA21-89EBAAEE880F}">
  <ds:schemaRefs/>
</ds:datastoreItem>
</file>

<file path=customXml/itemProps35.xml><?xml version="1.0" encoding="utf-8"?>
<ds:datastoreItem xmlns:ds="http://schemas.openxmlformats.org/officeDocument/2006/customXml" ds:itemID="{58B8A7A5-F583-4559-911D-2900B464060C}">
  <ds:schemaRefs/>
</ds:datastoreItem>
</file>

<file path=customXml/itemProps36.xml><?xml version="1.0" encoding="utf-8"?>
<ds:datastoreItem xmlns:ds="http://schemas.openxmlformats.org/officeDocument/2006/customXml" ds:itemID="{2CF5B460-851D-4097-8433-820383A97EF5}">
  <ds:schemaRefs/>
</ds:datastoreItem>
</file>

<file path=customXml/itemProps37.xml><?xml version="1.0" encoding="utf-8"?>
<ds:datastoreItem xmlns:ds="http://schemas.openxmlformats.org/officeDocument/2006/customXml" ds:itemID="{75E37F2E-FCA7-4AFA-9D02-F8F35F2FEE8C}">
  <ds:schemaRefs/>
</ds:datastoreItem>
</file>

<file path=customXml/itemProps38.xml><?xml version="1.0" encoding="utf-8"?>
<ds:datastoreItem xmlns:ds="http://schemas.openxmlformats.org/officeDocument/2006/customXml" ds:itemID="{7844E3B3-5BA9-412B-B007-140414D9211B}">
  <ds:schemaRefs/>
</ds:datastoreItem>
</file>

<file path=customXml/itemProps39.xml><?xml version="1.0" encoding="utf-8"?>
<ds:datastoreItem xmlns:ds="http://schemas.openxmlformats.org/officeDocument/2006/customXml" ds:itemID="{D0AA6817-A926-463D-93EE-E5F2A8FBEE39}">
  <ds:schemaRefs/>
</ds:datastoreItem>
</file>

<file path=customXml/itemProps40.xml><?xml version="1.0" encoding="utf-8"?>
<ds:datastoreItem xmlns:ds="http://schemas.openxmlformats.org/officeDocument/2006/customXml" ds:itemID="{317FCFE9-B40E-43A2-B938-CA7A5FA1DAC6}">
  <ds:schemaRefs/>
</ds:datastoreItem>
</file>

<file path=customXml/itemProps41.xml><?xml version="1.0" encoding="utf-8"?>
<ds:datastoreItem xmlns:ds="http://schemas.openxmlformats.org/officeDocument/2006/customXml" ds:itemID="{75429BDA-1CA7-4F8D-A79D-70D3718B5F84}">
  <ds:schemaRefs/>
</ds:datastoreItem>
</file>

<file path=customXml/itemProps42.xml><?xml version="1.0" encoding="utf-8"?>
<ds:datastoreItem xmlns:ds="http://schemas.openxmlformats.org/officeDocument/2006/customXml" ds:itemID="{FC8BB6E2-FA26-49C3-8A2F-AFAB5F9025F0}">
  <ds:schemaRefs/>
</ds:datastoreItem>
</file>

<file path=customXml/itemProps43.xml><?xml version="1.0" encoding="utf-8"?>
<ds:datastoreItem xmlns:ds="http://schemas.openxmlformats.org/officeDocument/2006/customXml" ds:itemID="{AA0C65A4-5445-4CF8-B34D-6E746893FE15}">
  <ds:schemaRefs/>
</ds:datastoreItem>
</file>

<file path=customXml/itemProps44.xml><?xml version="1.0" encoding="utf-8"?>
<ds:datastoreItem xmlns:ds="http://schemas.openxmlformats.org/officeDocument/2006/customXml" ds:itemID="{0178E0A4-0E14-41DC-AAD7-F2C0F936EB39}">
  <ds:schemaRefs/>
</ds:datastoreItem>
</file>

<file path=customXml/itemProps45.xml><?xml version="1.0" encoding="utf-8"?>
<ds:datastoreItem xmlns:ds="http://schemas.openxmlformats.org/officeDocument/2006/customXml" ds:itemID="{DC1EDA39-C020-48D9-B725-6612D4004B68}">
  <ds:schemaRefs/>
</ds:datastoreItem>
</file>

<file path=customXml/itemProps46.xml><?xml version="1.0" encoding="utf-8"?>
<ds:datastoreItem xmlns:ds="http://schemas.openxmlformats.org/officeDocument/2006/customXml" ds:itemID="{F94AFBB6-E9BF-4586-8A42-08E2D13034E0}">
  <ds:schemaRefs/>
</ds:datastoreItem>
</file>

<file path=customXml/itemProps47.xml><?xml version="1.0" encoding="utf-8"?>
<ds:datastoreItem xmlns:ds="http://schemas.openxmlformats.org/officeDocument/2006/customXml" ds:itemID="{5D441A87-86B8-40B3-A6F7-635C2420C003}">
  <ds:schemaRefs/>
</ds:datastoreItem>
</file>

<file path=customXml/itemProps48.xml><?xml version="1.0" encoding="utf-8"?>
<ds:datastoreItem xmlns:ds="http://schemas.openxmlformats.org/officeDocument/2006/customXml" ds:itemID="{41E56060-059F-493A-BABF-DE62EDD57FAC}">
  <ds:schemaRefs/>
</ds:datastoreItem>
</file>

<file path=customXml/itemProps49.xml><?xml version="1.0" encoding="utf-8"?>
<ds:datastoreItem xmlns:ds="http://schemas.openxmlformats.org/officeDocument/2006/customXml" ds:itemID="{1B28B878-3473-4B4C-9B4D-AD0F69F4A916}">
  <ds:schemaRefs/>
</ds:datastoreItem>
</file>

<file path=customXml/itemProps50.xml><?xml version="1.0" encoding="utf-8"?>
<ds:datastoreItem xmlns:ds="http://schemas.openxmlformats.org/officeDocument/2006/customXml" ds:itemID="{0B1F100B-ACC9-4ADC-87C3-9909D5BF1DA5}">
  <ds:schemaRefs/>
</ds:datastoreItem>
</file>

<file path=customXml/itemProps51.xml><?xml version="1.0" encoding="utf-8"?>
<ds:datastoreItem xmlns:ds="http://schemas.openxmlformats.org/officeDocument/2006/customXml" ds:itemID="{9AB21CC3-3721-427F-B13B-6BDE4FA6CEFA}">
  <ds:schemaRefs/>
</ds:datastoreItem>
</file>

<file path=customXml/itemProps52.xml><?xml version="1.0" encoding="utf-8"?>
<ds:datastoreItem xmlns:ds="http://schemas.openxmlformats.org/officeDocument/2006/customXml" ds:itemID="{D5830B0C-ED0B-44FC-B8BC-A8205C771D70}">
  <ds:schemaRefs/>
</ds:datastoreItem>
</file>

<file path=customXml/itemProps53.xml><?xml version="1.0" encoding="utf-8"?>
<ds:datastoreItem xmlns:ds="http://schemas.openxmlformats.org/officeDocument/2006/customXml" ds:itemID="{6FDE7093-A396-40C1-AB26-62A888D8DEEC}">
  <ds:schemaRefs/>
</ds:datastoreItem>
</file>

<file path=customXml/itemProps54.xml><?xml version="1.0" encoding="utf-8"?>
<ds:datastoreItem xmlns:ds="http://schemas.openxmlformats.org/officeDocument/2006/customXml" ds:itemID="{BE79964B-841E-49DE-B57B-AE12D48B8E1B}">
  <ds:schemaRefs/>
</ds:datastoreItem>
</file>

<file path=customXml/itemProps55.xml><?xml version="1.0" encoding="utf-8"?>
<ds:datastoreItem xmlns:ds="http://schemas.openxmlformats.org/officeDocument/2006/customXml" ds:itemID="{5F4D5482-DA38-4F53-A9DF-8579DDF3FBF0}">
  <ds:schemaRefs/>
</ds:datastoreItem>
</file>

<file path=customXml/itemProps56.xml><?xml version="1.0" encoding="utf-8"?>
<ds:datastoreItem xmlns:ds="http://schemas.openxmlformats.org/officeDocument/2006/customXml" ds:itemID="{D7ACAE0D-1504-4C5D-9FC0-15695399EA09}">
  <ds:schemaRefs/>
</ds:datastoreItem>
</file>

<file path=customXml/itemProps57.xml><?xml version="1.0" encoding="utf-8"?>
<ds:datastoreItem xmlns:ds="http://schemas.openxmlformats.org/officeDocument/2006/customXml" ds:itemID="{E2EC6844-CF54-4A92-A004-81DC9C7A760D}">
  <ds:schemaRefs/>
</ds:datastoreItem>
</file>

<file path=customXml/itemProps58.xml><?xml version="1.0" encoding="utf-8"?>
<ds:datastoreItem xmlns:ds="http://schemas.openxmlformats.org/officeDocument/2006/customXml" ds:itemID="{4733075C-7D15-4E0F-8C6C-689DF2967D9B}">
  <ds:schemaRefs/>
</ds:datastoreItem>
</file>

<file path=customXml/itemProps59.xml><?xml version="1.0" encoding="utf-8"?>
<ds:datastoreItem xmlns:ds="http://schemas.openxmlformats.org/officeDocument/2006/customXml" ds:itemID="{7469DD95-926A-4F40-A58B-E6482A47A6A6}">
  <ds:schemaRefs/>
</ds:datastoreItem>
</file>

<file path=customXml/itemProps60.xml><?xml version="1.0" encoding="utf-8"?>
<ds:datastoreItem xmlns:ds="http://schemas.openxmlformats.org/officeDocument/2006/customXml" ds:itemID="{0C915F57-69A9-4952-9269-7F009242D191}">
  <ds:schemaRefs/>
</ds:datastoreItem>
</file>

<file path=customXml/itemProps61.xml><?xml version="1.0" encoding="utf-8"?>
<ds:datastoreItem xmlns:ds="http://schemas.openxmlformats.org/officeDocument/2006/customXml" ds:itemID="{37A2254E-F2A4-46E8-911F-FA5F4CC05EA6}">
  <ds:schemaRefs/>
</ds:datastoreItem>
</file>

<file path=customXml/itemProps62.xml><?xml version="1.0" encoding="utf-8"?>
<ds:datastoreItem xmlns:ds="http://schemas.openxmlformats.org/officeDocument/2006/customXml" ds:itemID="{8DEC9364-61A1-4067-BADC-EBB8FFBAC84D}">
  <ds:schemaRefs/>
</ds:datastoreItem>
</file>

<file path=customXml/itemProps63.xml><?xml version="1.0" encoding="utf-8"?>
<ds:datastoreItem xmlns:ds="http://schemas.openxmlformats.org/officeDocument/2006/customXml" ds:itemID="{0B57256A-F308-47ED-BEFD-792C8777EAB9}">
  <ds:schemaRefs/>
</ds:datastoreItem>
</file>

<file path=customXml/itemProps64.xml><?xml version="1.0" encoding="utf-8"?>
<ds:datastoreItem xmlns:ds="http://schemas.openxmlformats.org/officeDocument/2006/customXml" ds:itemID="{4CE7120C-6647-484F-9AA6-26E912506499}">
  <ds:schemaRefs/>
</ds:datastoreItem>
</file>

<file path=customXml/itemProps65.xml><?xml version="1.0" encoding="utf-8"?>
<ds:datastoreItem xmlns:ds="http://schemas.openxmlformats.org/officeDocument/2006/customXml" ds:itemID="{49100C96-0056-4504-BBAA-5AE8E95C3E46}">
  <ds:schemaRefs/>
</ds:datastoreItem>
</file>

<file path=customXml/itemProps66.xml><?xml version="1.0" encoding="utf-8"?>
<ds:datastoreItem xmlns:ds="http://schemas.openxmlformats.org/officeDocument/2006/customXml" ds:itemID="{765C5AA7-47CE-492B-B19B-6A4C033CA8D2}">
  <ds:schemaRefs/>
</ds:datastoreItem>
</file>

<file path=customXml/itemProps67.xml><?xml version="1.0" encoding="utf-8"?>
<ds:datastoreItem xmlns:ds="http://schemas.openxmlformats.org/officeDocument/2006/customXml" ds:itemID="{9D15A0E1-81E5-4444-BFAF-FB7B3523DE79}">
  <ds:schemaRefs/>
</ds:datastoreItem>
</file>

<file path=customXml/itemProps68.xml><?xml version="1.0" encoding="utf-8"?>
<ds:datastoreItem xmlns:ds="http://schemas.openxmlformats.org/officeDocument/2006/customXml" ds:itemID="{2EA66936-B8FE-4E98-84E5-AB4ECB78EFBA}">
  <ds:schemaRefs/>
</ds:datastoreItem>
</file>

<file path=customXml/itemProps69.xml><?xml version="1.0" encoding="utf-8"?>
<ds:datastoreItem xmlns:ds="http://schemas.openxmlformats.org/officeDocument/2006/customXml" ds:itemID="{1C619538-9839-4D08-808A-2A2CBD5A6155}">
  <ds:schemaRefs/>
</ds:datastoreItem>
</file>

<file path=customXml/itemProps70.xml><?xml version="1.0" encoding="utf-8"?>
<ds:datastoreItem xmlns:ds="http://schemas.openxmlformats.org/officeDocument/2006/customXml" ds:itemID="{6C72E92D-EB54-48F7-983C-B49A0ED27D8E}">
  <ds:schemaRefs/>
</ds:datastoreItem>
</file>

<file path=customXml/itemProps71.xml><?xml version="1.0" encoding="utf-8"?>
<ds:datastoreItem xmlns:ds="http://schemas.openxmlformats.org/officeDocument/2006/customXml" ds:itemID="{8A9011A1-7A59-41CA-80F0-FEB158773996}">
  <ds:schemaRefs/>
</ds:datastoreItem>
</file>

<file path=customXml/itemProps72.xml><?xml version="1.0" encoding="utf-8"?>
<ds:datastoreItem xmlns:ds="http://schemas.openxmlformats.org/officeDocument/2006/customXml" ds:itemID="{DB6D2C13-E7CA-4FD6-9D7E-42DD20ECF6A8}">
  <ds:schemaRefs/>
</ds:datastoreItem>
</file>

<file path=customXml/itemProps73.xml><?xml version="1.0" encoding="utf-8"?>
<ds:datastoreItem xmlns:ds="http://schemas.openxmlformats.org/officeDocument/2006/customXml" ds:itemID="{D29A3172-F40F-4A1A-8475-1E773F3639CC}">
  <ds:schemaRefs/>
</ds:datastoreItem>
</file>

<file path=customXml/itemProps74.xml><?xml version="1.0" encoding="utf-8"?>
<ds:datastoreItem xmlns:ds="http://schemas.openxmlformats.org/officeDocument/2006/customXml" ds:itemID="{D737BFC0-23C3-4746-9B7F-E764F4D9127E}">
  <ds:schemaRefs/>
</ds:datastoreItem>
</file>

<file path=customXml/itemProps75.xml><?xml version="1.0" encoding="utf-8"?>
<ds:datastoreItem xmlns:ds="http://schemas.openxmlformats.org/officeDocument/2006/customXml" ds:itemID="{3C11B4F6-5C17-4D75-87D6-0BD081DCD4FC}">
  <ds:schemaRefs/>
</ds:datastoreItem>
</file>

<file path=customXml/itemProps76.xml><?xml version="1.0" encoding="utf-8"?>
<ds:datastoreItem xmlns:ds="http://schemas.openxmlformats.org/officeDocument/2006/customXml" ds:itemID="{A7488CEE-A9AC-4826-9C37-E4E3D2A983D4}">
  <ds:schemaRefs/>
</ds:datastoreItem>
</file>

<file path=customXml/itemProps77.xml><?xml version="1.0" encoding="utf-8"?>
<ds:datastoreItem xmlns:ds="http://schemas.openxmlformats.org/officeDocument/2006/customXml" ds:itemID="{4C293A04-67A3-430C-BE80-1575DEB37C37}">
  <ds:schemaRefs/>
</ds:datastoreItem>
</file>

<file path=customXml/itemProps78.xml><?xml version="1.0" encoding="utf-8"?>
<ds:datastoreItem xmlns:ds="http://schemas.openxmlformats.org/officeDocument/2006/customXml" ds:itemID="{FA94F5DC-4CA4-4218-BE11-390046E02AED}">
  <ds:schemaRefs/>
</ds:datastoreItem>
</file>

<file path=customXml/itemProps79.xml><?xml version="1.0" encoding="utf-8"?>
<ds:datastoreItem xmlns:ds="http://schemas.openxmlformats.org/officeDocument/2006/customXml" ds:itemID="{A66EC927-3421-4A38-9193-BCC67B572714}">
  <ds:schemaRefs/>
</ds:datastoreItem>
</file>

<file path=customXml/itemProps80.xml><?xml version="1.0" encoding="utf-8"?>
<ds:datastoreItem xmlns:ds="http://schemas.openxmlformats.org/officeDocument/2006/customXml" ds:itemID="{5DD05196-BACB-45EA-B6A8-28EFB2817F44}">
  <ds:schemaRefs/>
</ds:datastoreItem>
</file>

<file path=customXml/itemProps81.xml><?xml version="1.0" encoding="utf-8"?>
<ds:datastoreItem xmlns:ds="http://schemas.openxmlformats.org/officeDocument/2006/customXml" ds:itemID="{43C03032-5245-4583-A7A1-7E4F686EC665}">
  <ds:schemaRefs/>
</ds:datastoreItem>
</file>

<file path=customXml/itemProps82.xml><?xml version="1.0" encoding="utf-8"?>
<ds:datastoreItem xmlns:ds="http://schemas.openxmlformats.org/officeDocument/2006/customXml" ds:itemID="{8A824DC0-37F8-4A90-8D72-FDD947922E9C}">
  <ds:schemaRefs/>
</ds:datastoreItem>
</file>

<file path=customXml/itemProps83.xml><?xml version="1.0" encoding="utf-8"?>
<ds:datastoreItem xmlns:ds="http://schemas.openxmlformats.org/officeDocument/2006/customXml" ds:itemID="{BE57D110-B6D7-460A-B433-A8479871B71E}">
  <ds:schemaRefs/>
</ds:datastoreItem>
</file>

<file path=customXml/itemProps84.xml><?xml version="1.0" encoding="utf-8"?>
<ds:datastoreItem xmlns:ds="http://schemas.openxmlformats.org/officeDocument/2006/customXml" ds:itemID="{B9D61438-B3E3-A346-9F6A-37DA1526FD5D}">
  <ds:schemaRefs/>
</ds:datastoreItem>
</file>

<file path=customXml/itemProps85.xml><?xml version="1.0" encoding="utf-8"?>
<ds:datastoreItem xmlns:ds="http://schemas.openxmlformats.org/officeDocument/2006/customXml" ds:itemID="{36D7824E-71D1-4F76-A048-71114101833A}">
  <ds:schemaRefs/>
</ds:datastoreItem>
</file>

<file path=customXml/itemProps86.xml><?xml version="1.0" encoding="utf-8"?>
<ds:datastoreItem xmlns:ds="http://schemas.openxmlformats.org/officeDocument/2006/customXml" ds:itemID="{6086160A-E00D-4C2E-AD97-C03A553842E3}">
  <ds:schemaRefs/>
</ds:datastoreItem>
</file>

<file path=customXml/itemProps87.xml><?xml version="1.0" encoding="utf-8"?>
<ds:datastoreItem xmlns:ds="http://schemas.openxmlformats.org/officeDocument/2006/customXml" ds:itemID="{6E7BD64B-CAEE-42C7-AB89-40F943AA6AEE}">
  <ds:schemaRefs/>
</ds:datastoreItem>
</file>

<file path=customXml/itemProps88.xml><?xml version="1.0" encoding="utf-8"?>
<ds:datastoreItem xmlns:ds="http://schemas.openxmlformats.org/officeDocument/2006/customXml" ds:itemID="{8423F187-88CB-4CF9-B536-ADBC4188E332}">
  <ds:schemaRefs/>
</ds:datastoreItem>
</file>

<file path=customXml/itemProps89.xml><?xml version="1.0" encoding="utf-8"?>
<ds:datastoreItem xmlns:ds="http://schemas.openxmlformats.org/officeDocument/2006/customXml" ds:itemID="{0F379EB1-30D3-433C-A5BC-E1B56B54910E}">
  <ds:schemaRefs/>
</ds:datastoreItem>
</file>

<file path=customXml/itemProps90.xml><?xml version="1.0" encoding="utf-8"?>
<ds:datastoreItem xmlns:ds="http://schemas.openxmlformats.org/officeDocument/2006/customXml" ds:itemID="{EA3DA648-88D9-4526-AD47-831C484E9C87}">
  <ds:schemaRefs/>
</ds:datastoreItem>
</file>

<file path=customXml/itemProps91.xml><?xml version="1.0" encoding="utf-8"?>
<ds:datastoreItem xmlns:ds="http://schemas.openxmlformats.org/officeDocument/2006/customXml" ds:itemID="{2EBBA24D-1E86-44F2-8E8D-E768B48A0760}">
  <ds:schemaRefs/>
</ds:datastoreItem>
</file>

<file path=customXml/itemProps92.xml><?xml version="1.0" encoding="utf-8"?>
<ds:datastoreItem xmlns:ds="http://schemas.openxmlformats.org/officeDocument/2006/customXml" ds:itemID="{E119CC3A-E9CC-486D-A9EC-8CEA03E63D59}">
  <ds:schemaRefs/>
</ds:datastoreItem>
</file>

<file path=customXml/itemProps93.xml><?xml version="1.0" encoding="utf-8"?>
<ds:datastoreItem xmlns:ds="http://schemas.openxmlformats.org/officeDocument/2006/customXml" ds:itemID="{2FC895B1-F5A1-4354-9A2C-55DB296F1E2F}">
  <ds:schemaRefs/>
</ds:datastoreItem>
</file>

<file path=customXml/itemProps94.xml><?xml version="1.0" encoding="utf-8"?>
<ds:datastoreItem xmlns:ds="http://schemas.openxmlformats.org/officeDocument/2006/customXml" ds:itemID="{B1482863-8E81-4724-9598-539FBB9E6121}">
  <ds:schemaRefs/>
</ds:datastoreItem>
</file>

<file path=customXml/itemProps95.xml><?xml version="1.0" encoding="utf-8"?>
<ds:datastoreItem xmlns:ds="http://schemas.openxmlformats.org/officeDocument/2006/customXml" ds:itemID="{A56CB646-A0FC-4F5A-BA19-BEE3E793A980}">
  <ds:schemaRefs/>
</ds:datastoreItem>
</file>

<file path=customXml/itemProps96.xml><?xml version="1.0" encoding="utf-8"?>
<ds:datastoreItem xmlns:ds="http://schemas.openxmlformats.org/officeDocument/2006/customXml" ds:itemID="{162ED7AD-EA49-4A28-BA85-8CE5E527DE3B}">
  <ds:schemaRefs/>
</ds:datastoreItem>
</file>

<file path=customXml/itemProps97.xml><?xml version="1.0" encoding="utf-8"?>
<ds:datastoreItem xmlns:ds="http://schemas.openxmlformats.org/officeDocument/2006/customXml" ds:itemID="{77E5E198-C444-497E-990E-8245140E5F6A}">
  <ds:schemaRefs/>
</ds:datastoreItem>
</file>

<file path=customXml/itemProps98.xml><?xml version="1.0" encoding="utf-8"?>
<ds:datastoreItem xmlns:ds="http://schemas.openxmlformats.org/officeDocument/2006/customXml" ds:itemID="{B5DA2584-D8CD-44A4-8FC7-FA6CCC138610}">
  <ds:schemaRefs/>
</ds:datastoreItem>
</file>

<file path=customXml/itemProps99.xml><?xml version="1.0" encoding="utf-8"?>
<ds:datastoreItem xmlns:ds="http://schemas.openxmlformats.org/officeDocument/2006/customXml" ds:itemID="{8C8C49F0-EBD0-491C-98AC-69D280A2F95B}">
  <ds:schemaRefs/>
</ds:datastoreItem>
</file>

<file path=customXml/itemProps100.xml><?xml version="1.0" encoding="utf-8"?>
<ds:datastoreItem xmlns:ds="http://schemas.openxmlformats.org/officeDocument/2006/customXml" ds:itemID="{C4F39D34-DA39-404B-835F-31B28B5334FD}">
  <ds:schemaRefs/>
</ds:datastoreItem>
</file>

<file path=customXml/itemProps101.xml><?xml version="1.0" encoding="utf-8"?>
<ds:datastoreItem xmlns:ds="http://schemas.openxmlformats.org/officeDocument/2006/customXml" ds:itemID="{E5E1A9D2-A351-4CC4-B837-27308A12A4CE}">
  <ds:schemaRefs/>
</ds:datastoreItem>
</file>

<file path=customXml/itemProps102.xml><?xml version="1.0" encoding="utf-8"?>
<ds:datastoreItem xmlns:ds="http://schemas.openxmlformats.org/officeDocument/2006/customXml" ds:itemID="{AE022299-F16F-4380-B4A9-3389BA1CA57A}">
  <ds:schemaRefs/>
</ds:datastoreItem>
</file>

<file path=customXml/itemProps103.xml><?xml version="1.0" encoding="utf-8"?>
<ds:datastoreItem xmlns:ds="http://schemas.openxmlformats.org/officeDocument/2006/customXml" ds:itemID="{A33C1271-E6F6-44E8-A74A-734562306F82}">
  <ds:schemaRefs/>
</ds:datastoreItem>
</file>

<file path=customXml/itemProps104.xml><?xml version="1.0" encoding="utf-8"?>
<ds:datastoreItem xmlns:ds="http://schemas.openxmlformats.org/officeDocument/2006/customXml" ds:itemID="{B2346F8D-07CE-4953-A2ED-86B19F1B4E42}">
  <ds:schemaRefs/>
</ds:datastoreItem>
</file>

<file path=customXml/itemProps105.xml><?xml version="1.0" encoding="utf-8"?>
<ds:datastoreItem xmlns:ds="http://schemas.openxmlformats.org/officeDocument/2006/customXml" ds:itemID="{14A5130C-8FDE-4E14-BB67-AE52BC596EC1}">
  <ds:schemaRefs/>
</ds:datastoreItem>
</file>

<file path=customXml/itemProps106.xml><?xml version="1.0" encoding="utf-8"?>
<ds:datastoreItem xmlns:ds="http://schemas.openxmlformats.org/officeDocument/2006/customXml" ds:itemID="{D85794CF-AD4F-4341-9E1A-497371F46FD6}">
  <ds:schemaRefs/>
</ds:datastoreItem>
</file>

<file path=customXml/itemProps107.xml><?xml version="1.0" encoding="utf-8"?>
<ds:datastoreItem xmlns:ds="http://schemas.openxmlformats.org/officeDocument/2006/customXml" ds:itemID="{B566BB35-6FA7-4056-8D99-F845D43D4403}">
  <ds:schemaRefs/>
</ds:datastoreItem>
</file>

<file path=customXml/itemProps108.xml><?xml version="1.0" encoding="utf-8"?>
<ds:datastoreItem xmlns:ds="http://schemas.openxmlformats.org/officeDocument/2006/customXml" ds:itemID="{26B6B7EC-E2D9-41AC-A60A-1CE52A2294C8}">
  <ds:schemaRefs/>
</ds:datastoreItem>
</file>

<file path=customXml/itemProps109.xml><?xml version="1.0" encoding="utf-8"?>
<ds:datastoreItem xmlns:ds="http://schemas.openxmlformats.org/officeDocument/2006/customXml" ds:itemID="{AA7D56EA-4352-484E-8257-295AC6577406}">
  <ds:schemaRefs/>
</ds:datastoreItem>
</file>

<file path=customXml/itemProps110.xml><?xml version="1.0" encoding="utf-8"?>
<ds:datastoreItem xmlns:ds="http://schemas.openxmlformats.org/officeDocument/2006/customXml" ds:itemID="{7166E3D4-0C9D-4CDB-BA22-3230E5E688BF}">
  <ds:schemaRefs/>
</ds:datastoreItem>
</file>

<file path=customXml/itemProps111.xml><?xml version="1.0" encoding="utf-8"?>
<ds:datastoreItem xmlns:ds="http://schemas.openxmlformats.org/officeDocument/2006/customXml" ds:itemID="{F313D3FE-D2A3-4334-A264-62FA74EF53AA}">
  <ds:schemaRefs/>
</ds:datastoreItem>
</file>

<file path=customXml/itemProps112.xml><?xml version="1.0" encoding="utf-8"?>
<ds:datastoreItem xmlns:ds="http://schemas.openxmlformats.org/officeDocument/2006/customXml" ds:itemID="{20C93C57-90E2-43B0-94EF-F1B451BFF8FE}">
  <ds:schemaRefs/>
</ds:datastoreItem>
</file>

<file path=customXml/itemProps113.xml><?xml version="1.0" encoding="utf-8"?>
<ds:datastoreItem xmlns:ds="http://schemas.openxmlformats.org/officeDocument/2006/customXml" ds:itemID="{39200399-7CD3-417F-B0BA-C6BD0CB55EAD}">
  <ds:schemaRefs/>
</ds:datastoreItem>
</file>

<file path=customXml/itemProps114.xml><?xml version="1.0" encoding="utf-8"?>
<ds:datastoreItem xmlns:ds="http://schemas.openxmlformats.org/officeDocument/2006/customXml" ds:itemID="{7A41FE2A-5425-4CC7-A2C9-4C3E8060E5B4}">
  <ds:schemaRefs/>
</ds:datastoreItem>
</file>

<file path=customXml/itemProps115.xml><?xml version="1.0" encoding="utf-8"?>
<ds:datastoreItem xmlns:ds="http://schemas.openxmlformats.org/officeDocument/2006/customXml" ds:itemID="{036BAA16-DC03-4D8C-AC4E-B74FA5576550}">
  <ds:schemaRefs/>
</ds:datastoreItem>
</file>

<file path=customXml/itemProps116.xml><?xml version="1.0" encoding="utf-8"?>
<ds:datastoreItem xmlns:ds="http://schemas.openxmlformats.org/officeDocument/2006/customXml" ds:itemID="{16CF3AFF-5484-4A38-A4FA-21E7CC3C38CC}">
  <ds:schemaRefs/>
</ds:datastoreItem>
</file>

<file path=customXml/itemProps117.xml><?xml version="1.0" encoding="utf-8"?>
<ds:datastoreItem xmlns:ds="http://schemas.openxmlformats.org/officeDocument/2006/customXml" ds:itemID="{ADF3B222-DD46-4CB6-9CE0-F6F97A4AB0DA}">
  <ds:schemaRefs/>
</ds:datastoreItem>
</file>

<file path=customXml/itemProps118.xml><?xml version="1.0" encoding="utf-8"?>
<ds:datastoreItem xmlns:ds="http://schemas.openxmlformats.org/officeDocument/2006/customXml" ds:itemID="{0C2C3AB6-59BD-46D0-9559-17545F51C52C}">
  <ds:schemaRefs/>
</ds:datastoreItem>
</file>

<file path=customXml/itemProps119.xml><?xml version="1.0" encoding="utf-8"?>
<ds:datastoreItem xmlns:ds="http://schemas.openxmlformats.org/officeDocument/2006/customXml" ds:itemID="{2D1D6D11-B0E5-40C9-9EE1-18EE9CD302AB}">
  <ds:schemaRefs/>
</ds:datastoreItem>
</file>

<file path=customXml/itemProps120.xml><?xml version="1.0" encoding="utf-8"?>
<ds:datastoreItem xmlns:ds="http://schemas.openxmlformats.org/officeDocument/2006/customXml" ds:itemID="{8B708F76-11D5-457C-927D-A07C04591824}">
  <ds:schemaRefs/>
</ds:datastoreItem>
</file>

<file path=customXml/itemProps121.xml><?xml version="1.0" encoding="utf-8"?>
<ds:datastoreItem xmlns:ds="http://schemas.openxmlformats.org/officeDocument/2006/customXml" ds:itemID="{7690BBBC-C4FF-4109-81F6-E2C4A5D7DCA3}">
  <ds:schemaRefs/>
</ds:datastoreItem>
</file>

<file path=customXml/itemProps122.xml><?xml version="1.0" encoding="utf-8"?>
<ds:datastoreItem xmlns:ds="http://schemas.openxmlformats.org/officeDocument/2006/customXml" ds:itemID="{CFA83A6D-1774-47B3-A141-E0D7A0FC128F}">
  <ds:schemaRefs/>
</ds:datastoreItem>
</file>

<file path=customXml/itemProps123.xml><?xml version="1.0" encoding="utf-8"?>
<ds:datastoreItem xmlns:ds="http://schemas.openxmlformats.org/officeDocument/2006/customXml" ds:itemID="{129D7D02-DA18-4036-928E-5710B59A60E8}">
  <ds:schemaRefs/>
</ds:datastoreItem>
</file>

<file path=customXml/itemProps124.xml><?xml version="1.0" encoding="utf-8"?>
<ds:datastoreItem xmlns:ds="http://schemas.openxmlformats.org/officeDocument/2006/customXml" ds:itemID="{71227A47-B215-44C6-9695-9C3A04272059}">
  <ds:schemaRefs/>
</ds:datastoreItem>
</file>

<file path=customXml/itemProps125.xml><?xml version="1.0" encoding="utf-8"?>
<ds:datastoreItem xmlns:ds="http://schemas.openxmlformats.org/officeDocument/2006/customXml" ds:itemID="{E05C1DD1-81A6-4C3F-94D3-5A20DF2814D8}">
  <ds:schemaRefs/>
</ds:datastoreItem>
</file>

<file path=customXml/itemProps126.xml><?xml version="1.0" encoding="utf-8"?>
<ds:datastoreItem xmlns:ds="http://schemas.openxmlformats.org/officeDocument/2006/customXml" ds:itemID="{578CF806-3E01-4E1E-9858-19C7D1FCB65C}">
  <ds:schemaRefs/>
</ds:datastoreItem>
</file>

<file path=customXml/itemProps127.xml><?xml version="1.0" encoding="utf-8"?>
<ds:datastoreItem xmlns:ds="http://schemas.openxmlformats.org/officeDocument/2006/customXml" ds:itemID="{2BC835F2-56FD-409A-B805-2E794D0B752D}">
  <ds:schemaRefs/>
</ds:datastoreItem>
</file>

<file path=customXml/itemProps128.xml><?xml version="1.0" encoding="utf-8"?>
<ds:datastoreItem xmlns:ds="http://schemas.openxmlformats.org/officeDocument/2006/customXml" ds:itemID="{2F122C49-F8C8-4338-9EBC-0DFB5B42E9B1}">
  <ds:schemaRefs/>
</ds:datastoreItem>
</file>

<file path=customXml/itemProps129.xml><?xml version="1.0" encoding="utf-8"?>
<ds:datastoreItem xmlns:ds="http://schemas.openxmlformats.org/officeDocument/2006/customXml" ds:itemID="{D6BD5289-F75C-4E3B-BF00-8C8174BFE153}">
  <ds:schemaRefs/>
</ds:datastoreItem>
</file>

<file path=customXml/itemProps130.xml><?xml version="1.0" encoding="utf-8"?>
<ds:datastoreItem xmlns:ds="http://schemas.openxmlformats.org/officeDocument/2006/customXml" ds:itemID="{C24F22A7-0BC5-4E1F-9F2B-635B2B41C331}">
  <ds:schemaRefs/>
</ds:datastoreItem>
</file>

<file path=customXml/itemProps131.xml><?xml version="1.0" encoding="utf-8"?>
<ds:datastoreItem xmlns:ds="http://schemas.openxmlformats.org/officeDocument/2006/customXml" ds:itemID="{2E849579-EE33-4DFC-9DE1-17D15DE608C6}">
  <ds:schemaRefs/>
</ds:datastoreItem>
</file>

<file path=customXml/itemProps132.xml><?xml version="1.0" encoding="utf-8"?>
<ds:datastoreItem xmlns:ds="http://schemas.openxmlformats.org/officeDocument/2006/customXml" ds:itemID="{B82E679A-9201-4C39-AD7D-FCE5C59969AD}">
  <ds:schemaRefs/>
</ds:datastoreItem>
</file>

<file path=customXml/itemProps133.xml><?xml version="1.0" encoding="utf-8"?>
<ds:datastoreItem xmlns:ds="http://schemas.openxmlformats.org/officeDocument/2006/customXml" ds:itemID="{589EEA68-926F-440A-896B-1FEAD59A2AB5}">
  <ds:schemaRefs/>
</ds:datastoreItem>
</file>

<file path=customXml/itemProps134.xml><?xml version="1.0" encoding="utf-8"?>
<ds:datastoreItem xmlns:ds="http://schemas.openxmlformats.org/officeDocument/2006/customXml" ds:itemID="{586C266D-D9BA-48A2-82D6-1E71B6615AFE}">
  <ds:schemaRefs/>
</ds:datastoreItem>
</file>

<file path=customXml/itemProps135.xml><?xml version="1.0" encoding="utf-8"?>
<ds:datastoreItem xmlns:ds="http://schemas.openxmlformats.org/officeDocument/2006/customXml" ds:itemID="{70E5C19F-E005-4C63-AFEE-A4CDFDE3F56A}">
  <ds:schemaRefs/>
</ds:datastoreItem>
</file>

<file path=customXml/itemProps136.xml><?xml version="1.0" encoding="utf-8"?>
<ds:datastoreItem xmlns:ds="http://schemas.openxmlformats.org/officeDocument/2006/customXml" ds:itemID="{B26404AD-AAC6-46B3-AD14-75FC57E024F3}">
  <ds:schemaRefs/>
</ds:datastoreItem>
</file>

<file path=customXml/itemProps137.xml><?xml version="1.0" encoding="utf-8"?>
<ds:datastoreItem xmlns:ds="http://schemas.openxmlformats.org/officeDocument/2006/customXml" ds:itemID="{E8477526-5A48-4936-AF09-83608A9AA4D4}">
  <ds:schemaRefs/>
</ds:datastoreItem>
</file>

<file path=customXml/itemProps138.xml><?xml version="1.0" encoding="utf-8"?>
<ds:datastoreItem xmlns:ds="http://schemas.openxmlformats.org/officeDocument/2006/customXml" ds:itemID="{D82C81EF-0A55-4F40-BF2D-CAB8FC0EDE05}">
  <ds:schemaRefs/>
</ds:datastoreItem>
</file>

<file path=customXml/itemProps139.xml><?xml version="1.0" encoding="utf-8"?>
<ds:datastoreItem xmlns:ds="http://schemas.openxmlformats.org/officeDocument/2006/customXml" ds:itemID="{2B00E6C6-4624-4500-9E74-7577715D1558}">
  <ds:schemaRefs/>
</ds:datastoreItem>
</file>

<file path=customXml/itemProps140.xml><?xml version="1.0" encoding="utf-8"?>
<ds:datastoreItem xmlns:ds="http://schemas.openxmlformats.org/officeDocument/2006/customXml" ds:itemID="{4ED2738D-E4D1-4FF6-B999-E9968F86810F}">
  <ds:schemaRefs/>
</ds:datastoreItem>
</file>

<file path=customXml/itemProps141.xml><?xml version="1.0" encoding="utf-8"?>
<ds:datastoreItem xmlns:ds="http://schemas.openxmlformats.org/officeDocument/2006/customXml" ds:itemID="{06767337-140E-4434-8827-282362FA6777}"/>
</file>

<file path=customXml/itemProps142.xml><?xml version="1.0" encoding="utf-8"?>
<ds:datastoreItem xmlns:ds="http://schemas.openxmlformats.org/officeDocument/2006/customXml" ds:itemID="{B39BD8A9-26AB-4874-B4DF-6E23A107606F}"/>
</file>

<file path=customXml/itemProps143.xml><?xml version="1.0" encoding="utf-8"?>
<ds:datastoreItem xmlns:ds="http://schemas.openxmlformats.org/officeDocument/2006/customXml" ds:itemID="{2A3EDE55-CB24-44B4-8ECD-89D286D096FB}"/>
</file>

<file path=docProps/app.xml><?xml version="1.0" encoding="utf-8"?>
<Properties xmlns="http://schemas.openxmlformats.org/officeDocument/2006/extended-properties" xmlns:vt="http://schemas.openxmlformats.org/officeDocument/2006/docPropsVTypes">
  <Template>1_Presentation-Widescreen</Template>
  <TotalTime>0</TotalTime>
  <Words>2124</Words>
  <Application>Microsoft Macintosh PowerPoint</Application>
  <PresentationFormat>Breitbild</PresentationFormat>
  <Paragraphs>433</Paragraphs>
  <Slides>24</Slides>
  <Notes>17</Notes>
  <HiddenSlides>0</HiddenSlides>
  <MMClips>0</MMClips>
  <ScaleCrop>false</ScaleCrop>
  <HeadingPairs>
    <vt:vector size="8" baseType="variant">
      <vt:variant>
        <vt:lpstr>Verwendete Schriftarten</vt:lpstr>
      </vt:variant>
      <vt:variant>
        <vt:i4>7</vt:i4>
      </vt:variant>
      <vt:variant>
        <vt:lpstr>Design</vt:lpstr>
      </vt:variant>
      <vt:variant>
        <vt:i4>2</vt:i4>
      </vt:variant>
      <vt:variant>
        <vt:lpstr>Eingebettete OLE-Server</vt:lpstr>
      </vt:variant>
      <vt:variant>
        <vt:i4>1</vt:i4>
      </vt:variant>
      <vt:variant>
        <vt:lpstr>Folientitel</vt:lpstr>
      </vt:variant>
      <vt:variant>
        <vt:i4>24</vt:i4>
      </vt:variant>
    </vt:vector>
  </HeadingPairs>
  <TitlesOfParts>
    <vt:vector size="34" baseType="lpstr">
      <vt:lpstr>Arial</vt:lpstr>
      <vt:lpstr>Calibri</vt:lpstr>
      <vt:lpstr>Courier New</vt:lpstr>
      <vt:lpstr>Paralucent Medium</vt:lpstr>
      <vt:lpstr>Segoe UI</vt:lpstr>
      <vt:lpstr>Trebuchet MS</vt:lpstr>
      <vt:lpstr>Wingdings</vt:lpstr>
      <vt:lpstr>1_Presentation-Widescreen</vt:lpstr>
      <vt:lpstr>2_Presentation-Widescreen</vt:lpstr>
      <vt:lpstr>think-cell Folie</vt:lpstr>
      <vt:lpstr>PowerPoint-Präsentation</vt:lpstr>
      <vt:lpstr>Agenda Folie</vt:lpstr>
      <vt:lpstr>Ihre Ziele &amp; unser Mehrwert</vt:lpstr>
      <vt:lpstr>PowerPoint-Präsentation</vt:lpstr>
      <vt:lpstr>Wer wir sind</vt:lpstr>
      <vt:lpstr>Unsere Kunden – Produktion</vt:lpstr>
      <vt:lpstr>Unsere Kunden – Produktion</vt:lpstr>
      <vt:lpstr>Unsere Kunden – HANDEL</vt:lpstr>
      <vt:lpstr>Unsere Kunden – HANDEL</vt:lpstr>
      <vt:lpstr>Unsere Kunden – Dienstleistung</vt:lpstr>
      <vt:lpstr>Unsere Kunden – Dienstleistung</vt:lpstr>
      <vt:lpstr>Unsere Kunden – Öffentliche und NPO/NGO</vt:lpstr>
      <vt:lpstr>Unsere Kunden – Öffentliche und NPO/NGO</vt:lpstr>
      <vt:lpstr>PowerPoint-Präsentation</vt:lpstr>
      <vt:lpstr>Wo wir Sie unterstützen</vt:lpstr>
      <vt:lpstr>Wo wir Sie unterstützen</vt:lpstr>
      <vt:lpstr>Wo wir Sie unterstützen</vt:lpstr>
      <vt:lpstr>Wo wir Sie unterstützen</vt:lpstr>
      <vt:lpstr>Potenzialanalyse per Business Intelligence</vt:lpstr>
      <vt:lpstr>Unser Prozess – Transparent und nachvollziehbar</vt:lpstr>
      <vt:lpstr>Unsere Vergütungsmodelle </vt:lpstr>
      <vt:lpstr>Die nächsten Schritte</vt:lpstr>
      <vt:lpstr>Ihr Kontakt</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Löwer</dc:creator>
  <cp:lastModifiedBy>Thomas Löwer</cp:lastModifiedBy>
  <cp:revision>5</cp:revision>
  <dcterms:created xsi:type="dcterms:W3CDTF">2024-09-20T07:24:03Z</dcterms:created>
  <dcterms:modified xsi:type="dcterms:W3CDTF">2025-02-17T08:15:17Z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_Mediasterling">
    <vt:bool>true</vt:bool>
  </property>
  <property fmtid="{D5CDD505-2E9C-101B-9397-08002B2CF9AE}" pid="3" name="MS_Version">
    <vt:lpwstr>6.6.15</vt:lpwstr>
  </property>
  <property fmtid="{D5CDD505-2E9C-101B-9397-08002B2CF9AE}" pid="4" name="MS_ThemeSubFolder">
    <vt:lpwstr>RebrPresentation-Widescreen</vt:lpwstr>
  </property>
  <property fmtid="{D5CDD505-2E9C-101B-9397-08002B2CF9AE}" pid="5" name="MS_CurrentTOC">
    <vt:lpwstr>Agenda</vt:lpwstr>
  </property>
  <property fmtid="{D5CDD505-2E9C-101B-9397-08002B2CF9AE}" pid="6" name="MS_ClientFolder">
    <vt:lpwstr>Mediasterling</vt:lpwstr>
  </property>
  <property fmtid="{D5CDD505-2E9C-101B-9397-08002B2CF9AE}" pid="7" name="Template_Version">
    <vt:lpwstr>1.0.7</vt:lpwstr>
  </property>
  <property fmtid="{D5CDD505-2E9C-101B-9397-08002B2CF9AE}" pid="8" name="MS_ClientReg">
    <vt:lpwstr>ERA</vt:lpwstr>
  </property>
  <property fmtid="{D5CDD505-2E9C-101B-9397-08002B2CF9AE}" pid="9" name="TemplafyTimeStamp">
    <vt:lpwstr>2024-06-18T11:14:07.4924982Z</vt:lpwstr>
  </property>
  <property fmtid="{D5CDD505-2E9C-101B-9397-08002B2CF9AE}" pid="10" name="TemplafyTenantId">
    <vt:lpwstr>era</vt:lpwstr>
  </property>
  <property fmtid="{D5CDD505-2E9C-101B-9397-08002B2CF9AE}" pid="11" name="TemplafyTemplateId">
    <vt:lpwstr>638484390969086001</vt:lpwstr>
  </property>
  <property fmtid="{D5CDD505-2E9C-101B-9397-08002B2CF9AE}" pid="12" name="TemplafyUserProfileId">
    <vt:lpwstr>638466058580144568</vt:lpwstr>
  </property>
  <property fmtid="{D5CDD505-2E9C-101B-9397-08002B2CF9AE}" pid="13" name="TemplafyLanguageCode">
    <vt:lpwstr>de-DE</vt:lpwstr>
  </property>
  <property fmtid="{D5CDD505-2E9C-101B-9397-08002B2CF9AE}" pid="14" name="ContentTypeId">
    <vt:lpwstr>0x010100DC73D5F8C4D3184A93B2BB3982B7730D</vt:lpwstr>
  </property>
  <property fmtid="{D5CDD505-2E9C-101B-9397-08002B2CF9AE}" pid="15" name="Order">
    <vt:r8>192100</vt:r8>
  </property>
  <property fmtid="{D5CDD505-2E9C-101B-9397-08002B2CF9AE}" pid="16" name="_SourceUrl">
    <vt:lpwstr/>
  </property>
  <property fmtid="{D5CDD505-2E9C-101B-9397-08002B2CF9AE}" pid="17" name="_SharedFileIndex">
    <vt:lpwstr/>
  </property>
  <property fmtid="{D5CDD505-2E9C-101B-9397-08002B2CF9AE}" pid="18" name="ComplianceAssetId">
    <vt:lpwstr/>
  </property>
  <property fmtid="{D5CDD505-2E9C-101B-9397-08002B2CF9AE}" pid="19" name="_ExtendedDescription">
    <vt:lpwstr/>
  </property>
  <property fmtid="{D5CDD505-2E9C-101B-9397-08002B2CF9AE}" pid="20" name="TriggerFlowInfo">
    <vt:lpwstr/>
  </property>
</Properties>
</file>